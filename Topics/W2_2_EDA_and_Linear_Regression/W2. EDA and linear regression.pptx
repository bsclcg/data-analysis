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3.xml" ContentType="application/vnd.openxmlformats-officedocument.themeOverr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6.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7.xml" ContentType="application/vnd.openxmlformats-officedocument.presentationml.notesSlide+xml"/>
  <Override PartName="/ppt/theme/themeOverride4.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5.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23.xml" ContentType="application/vnd.openxmlformats-officedocument.presentationml.notesSlide+xml"/>
  <Override PartName="/ppt/theme/themeOverride6.xml" ContentType="application/vnd.openxmlformats-officedocument.themeOverr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24.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25.xml" ContentType="application/vnd.openxmlformats-officedocument.presentationml.notesSlide+xml"/>
  <Override PartName="/ppt/theme/themeOverride7.xml" ContentType="application/vnd.openxmlformats-officedocument.themeOverride+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notesSlides/notesSlide26.xml" ContentType="application/vnd.openxmlformats-officedocument.presentationml.notesSlide+xml"/>
  <Override PartName="/ppt/theme/themeOverride8.xml" ContentType="application/vnd.openxmlformats-officedocument.themeOverride+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notesSlides/notesSlide27.xml" ContentType="application/vnd.openxmlformats-officedocument.presentationml.notesSlide+xml"/>
  <Override PartName="/ppt/theme/themeOverride9.xml" ContentType="application/vnd.openxmlformats-officedocument.themeOverr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notesSlides/notesSlide28.xml" ContentType="application/vnd.openxmlformats-officedocument.presentationml.notesSlide+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83.xml" ContentType="application/vnd.openxmlformats-officedocument.presentationml.tags+xml"/>
  <Override PartName="/ppt/notesSlides/notesSlide35.xml" ContentType="application/vnd.openxmlformats-officedocument.presentationml.notesSlide+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notesSlides/notesSlide36.xml" ContentType="application/vnd.openxmlformats-officedocument.presentationml.notesSlide+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notesSlides/notesSlide37.xml" ContentType="application/vnd.openxmlformats-officedocument.presentationml.notesSlide+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notesSlides/notesSlide38.xml" ContentType="application/vnd.openxmlformats-officedocument.presentationml.notesSlide+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notesSlides/notesSlide39.xml" ContentType="application/vnd.openxmlformats-officedocument.presentationml.notesSlide+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notesSlides/notesSlide40.xml" ContentType="application/vnd.openxmlformats-officedocument.presentationml.notesSlide+xml"/>
  <Override PartName="/ppt/theme/themeOverride10.xml" ContentType="application/vnd.openxmlformats-officedocument.themeOverride+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notesSlides/notesSlide41.xml" ContentType="application/vnd.openxmlformats-officedocument.presentationml.notesSlide+xml"/>
  <Override PartName="/ppt/theme/themeOverride11.xml" ContentType="application/vnd.openxmlformats-officedocument.themeOverride+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notesSlides/notesSlide42.xml" ContentType="application/vnd.openxmlformats-officedocument.presentationml.notesSlide+xml"/>
  <Override PartName="/ppt/theme/themeOverride12.xml" ContentType="application/vnd.openxmlformats-officedocument.themeOverride+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notesSlides/notesSlide43.xml" ContentType="application/vnd.openxmlformats-officedocument.presentationml.notesSlide+xml"/>
  <Override PartName="/ppt/theme/themeOverride13.xml" ContentType="application/vnd.openxmlformats-officedocument.themeOverride+xml"/>
  <Override PartName="/ppt/notesSlides/notesSlide44.xml" ContentType="application/vnd.openxmlformats-officedocument.presentationml.notesSlide+xml"/>
  <Override PartName="/ppt/theme/themeOverride14.xml" ContentType="application/vnd.openxmlformats-officedocument.themeOverride+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Lst>
  <p:notesMasterIdLst>
    <p:notesMasterId r:id="rId55"/>
  </p:notesMasterIdLst>
  <p:sldIdLst>
    <p:sldId id="320" r:id="rId3"/>
    <p:sldId id="602" r:id="rId4"/>
    <p:sldId id="357" r:id="rId5"/>
    <p:sldId id="429" r:id="rId6"/>
    <p:sldId id="615" r:id="rId7"/>
    <p:sldId id="616" r:id="rId8"/>
    <p:sldId id="542" r:id="rId9"/>
    <p:sldId id="617" r:id="rId10"/>
    <p:sldId id="618" r:id="rId11"/>
    <p:sldId id="619" r:id="rId12"/>
    <p:sldId id="620" r:id="rId13"/>
    <p:sldId id="622" r:id="rId14"/>
    <p:sldId id="547" r:id="rId15"/>
    <p:sldId id="548" r:id="rId16"/>
    <p:sldId id="549" r:id="rId17"/>
    <p:sldId id="550" r:id="rId18"/>
    <p:sldId id="551" r:id="rId19"/>
    <p:sldId id="553" r:id="rId20"/>
    <p:sldId id="554" r:id="rId21"/>
    <p:sldId id="555" r:id="rId22"/>
    <p:sldId id="556" r:id="rId23"/>
    <p:sldId id="624" r:id="rId24"/>
    <p:sldId id="625" r:id="rId25"/>
    <p:sldId id="626" r:id="rId26"/>
    <p:sldId id="559" r:id="rId27"/>
    <p:sldId id="627" r:id="rId28"/>
    <p:sldId id="629" r:id="rId29"/>
    <p:sldId id="630" r:id="rId30"/>
    <p:sldId id="631" r:id="rId31"/>
    <p:sldId id="633" r:id="rId32"/>
    <p:sldId id="634" r:id="rId33"/>
    <p:sldId id="635" r:id="rId34"/>
    <p:sldId id="636" r:id="rId35"/>
    <p:sldId id="637" r:id="rId36"/>
    <p:sldId id="638" r:id="rId37"/>
    <p:sldId id="639" r:id="rId38"/>
    <p:sldId id="640" r:id="rId39"/>
    <p:sldId id="641" r:id="rId40"/>
    <p:sldId id="643" r:id="rId41"/>
    <p:sldId id="644" r:id="rId42"/>
    <p:sldId id="645" r:id="rId43"/>
    <p:sldId id="503" r:id="rId44"/>
    <p:sldId id="647" r:id="rId45"/>
    <p:sldId id="648" r:id="rId46"/>
    <p:sldId id="649" r:id="rId47"/>
    <p:sldId id="650" r:id="rId48"/>
    <p:sldId id="651" r:id="rId49"/>
    <p:sldId id="652" r:id="rId50"/>
    <p:sldId id="653" r:id="rId51"/>
    <p:sldId id="654" r:id="rId52"/>
    <p:sldId id="560" r:id="rId53"/>
    <p:sldId id="5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0000"/>
    <a:srgbClr val="7F7F7F"/>
    <a:srgbClr val="CC0066"/>
    <a:srgbClr val="FF5050"/>
    <a:srgbClr val="FDE5D0"/>
    <a:srgbClr val="EA2123"/>
    <a:srgbClr val="FFFFFF"/>
    <a:srgbClr val="F22D1C"/>
    <a:srgbClr val="DF1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8B038-CD92-245F-D3C5-5F0127AA610C}" v="2" dt="2026-02-09T01:05:48.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61" Type="http://schemas.microsoft.com/office/2015/10/relationships/revisionInfo" Target="revisionInfo.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Carlos Guevara Hernandez" userId="946bcc4c-b146-4724-978c-751fab731e0a" providerId="ADAL" clId="{8D45B6E4-1233-4CBF-9F60-0793E96FE6AE}"/>
    <pc:docChg chg="undo custSel addSld delSld modSld sldOrd addSection delSection modSection">
      <pc:chgData name="Luis Carlos Guevara Hernandez" userId="946bcc4c-b146-4724-978c-751fab731e0a" providerId="ADAL" clId="{8D45B6E4-1233-4CBF-9F60-0793E96FE6AE}" dt="2026-02-04T14:57:14.293" v="4827"/>
      <pc:docMkLst>
        <pc:docMk/>
      </pc:docMkLst>
      <pc:sldChg chg="modSp mod">
        <pc:chgData name="Luis Carlos Guevara Hernandez" userId="946bcc4c-b146-4724-978c-751fab731e0a" providerId="ADAL" clId="{8D45B6E4-1233-4CBF-9F60-0793E96FE6AE}" dt="2026-02-02T14:38:53.968" v="3350" actId="790"/>
        <pc:sldMkLst>
          <pc:docMk/>
          <pc:sldMk cId="1621188839" sldId="320"/>
        </pc:sldMkLst>
        <pc:spChg chg="mod">
          <ac:chgData name="Luis Carlos Guevara Hernandez" userId="946bcc4c-b146-4724-978c-751fab731e0a" providerId="ADAL" clId="{8D45B6E4-1233-4CBF-9F60-0793E96FE6AE}" dt="2026-02-02T14:38:53.968" v="3350" actId="790"/>
          <ac:spMkLst>
            <pc:docMk/>
            <pc:sldMk cId="1621188839" sldId="320"/>
            <ac:spMk id="3" creationId="{D4097998-24A6-E58B-7427-10108A76C4DB}"/>
          </ac:spMkLst>
        </pc:spChg>
        <pc:spChg chg="mod">
          <ac:chgData name="Luis Carlos Guevara Hernandez" userId="946bcc4c-b146-4724-978c-751fab731e0a" providerId="ADAL" clId="{8D45B6E4-1233-4CBF-9F60-0793E96FE6AE}" dt="2026-02-02T14:38:53.968" v="3350" actId="790"/>
          <ac:spMkLst>
            <pc:docMk/>
            <pc:sldMk cId="1621188839" sldId="320"/>
            <ac:spMk id="4" creationId="{C3D85BBE-6A3C-76BC-1E4E-4633B31CBE9B}"/>
          </ac:spMkLst>
        </pc:spChg>
        <pc:spChg chg="mod">
          <ac:chgData name="Luis Carlos Guevara Hernandez" userId="946bcc4c-b146-4724-978c-751fab731e0a" providerId="ADAL" clId="{8D45B6E4-1233-4CBF-9F60-0793E96FE6AE}" dt="2026-02-02T14:38:53.968" v="3350" actId="790"/>
          <ac:spMkLst>
            <pc:docMk/>
            <pc:sldMk cId="1621188839" sldId="320"/>
            <ac:spMk id="5" creationId="{31BF3657-58D6-DBBE-F1CE-E5426413E8A5}"/>
          </ac:spMkLst>
        </pc:spChg>
        <pc:spChg chg="mod">
          <ac:chgData name="Luis Carlos Guevara Hernandez" userId="946bcc4c-b146-4724-978c-751fab731e0a" providerId="ADAL" clId="{8D45B6E4-1233-4CBF-9F60-0793E96FE6AE}" dt="2026-02-02T14:38:53.968" v="3350" actId="790"/>
          <ac:spMkLst>
            <pc:docMk/>
            <pc:sldMk cId="1621188839" sldId="320"/>
            <ac:spMk id="9" creationId="{5666C288-8C3D-F6F4-52D9-66CA6570B7E9}"/>
          </ac:spMkLst>
        </pc:spChg>
        <pc:spChg chg="mod">
          <ac:chgData name="Luis Carlos Guevara Hernandez" userId="946bcc4c-b146-4724-978c-751fab731e0a" providerId="ADAL" clId="{8D45B6E4-1233-4CBF-9F60-0793E96FE6AE}" dt="2026-02-02T14:38:53.968" v="3350" actId="790"/>
          <ac:spMkLst>
            <pc:docMk/>
            <pc:sldMk cId="1621188839" sldId="320"/>
            <ac:spMk id="10" creationId="{A8BC9B29-8E8B-E72B-CDF0-B164A72AA9EA}"/>
          </ac:spMkLst>
        </pc:spChg>
        <pc:spChg chg="mod">
          <ac:chgData name="Luis Carlos Guevara Hernandez" userId="946bcc4c-b146-4724-978c-751fab731e0a" providerId="ADAL" clId="{8D45B6E4-1233-4CBF-9F60-0793E96FE6AE}" dt="2026-02-02T14:38:53.968" v="3350" actId="790"/>
          <ac:spMkLst>
            <pc:docMk/>
            <pc:sldMk cId="1621188839" sldId="320"/>
            <ac:spMk id="16" creationId="{FAE1E167-E5FC-5136-BA5F-036AD5F1438E}"/>
          </ac:spMkLst>
        </pc:spChg>
        <pc:spChg chg="mod">
          <ac:chgData name="Luis Carlos Guevara Hernandez" userId="946bcc4c-b146-4724-978c-751fab731e0a" providerId="ADAL" clId="{8D45B6E4-1233-4CBF-9F60-0793E96FE6AE}" dt="2026-02-02T14:38:53.968" v="3350" actId="790"/>
          <ac:spMkLst>
            <pc:docMk/>
            <pc:sldMk cId="1621188839" sldId="320"/>
            <ac:spMk id="17" creationId="{6082B1AA-2EB1-99B4-4581-9B66D039E6F6}"/>
          </ac:spMkLst>
        </pc:spChg>
        <pc:spChg chg="mod">
          <ac:chgData name="Luis Carlos Guevara Hernandez" userId="946bcc4c-b146-4724-978c-751fab731e0a" providerId="ADAL" clId="{8D45B6E4-1233-4CBF-9F60-0793E96FE6AE}" dt="2026-02-02T14:38:53.968" v="3350" actId="790"/>
          <ac:spMkLst>
            <pc:docMk/>
            <pc:sldMk cId="1621188839" sldId="320"/>
            <ac:spMk id="18" creationId="{F8E4C797-F63C-9B00-DFDE-05C361538F50}"/>
          </ac:spMkLst>
        </pc:spChg>
        <pc:spChg chg="mod">
          <ac:chgData name="Luis Carlos Guevara Hernandez" userId="946bcc4c-b146-4724-978c-751fab731e0a" providerId="ADAL" clId="{8D45B6E4-1233-4CBF-9F60-0793E96FE6AE}" dt="2026-02-02T14:38:53.968" v="3350" actId="790"/>
          <ac:spMkLst>
            <pc:docMk/>
            <pc:sldMk cId="1621188839" sldId="320"/>
            <ac:spMk id="19" creationId="{B46CE886-DF80-E6D9-2F50-B3620DC12149}"/>
          </ac:spMkLst>
        </pc:spChg>
        <pc:spChg chg="mod">
          <ac:chgData name="Luis Carlos Guevara Hernandez" userId="946bcc4c-b146-4724-978c-751fab731e0a" providerId="ADAL" clId="{8D45B6E4-1233-4CBF-9F60-0793E96FE6AE}" dt="2026-02-02T14:38:53.968" v="3350" actId="790"/>
          <ac:spMkLst>
            <pc:docMk/>
            <pc:sldMk cId="1621188839" sldId="320"/>
            <ac:spMk id="21" creationId="{35758066-8FBA-CB7E-D1F0-6013F158284B}"/>
          </ac:spMkLst>
        </pc:spChg>
      </pc:sldChg>
      <pc:sldChg chg="addSp delSp modSp add del mod setBg delAnim modAnim">
        <pc:chgData name="Luis Carlos Guevara Hernandez" userId="946bcc4c-b146-4724-978c-751fab731e0a" providerId="ADAL" clId="{8D45B6E4-1233-4CBF-9F60-0793E96FE6AE}" dt="2026-02-04T14:45:06.578" v="4694"/>
        <pc:sldMkLst>
          <pc:docMk/>
          <pc:sldMk cId="2707476695" sldId="357"/>
        </pc:sldMkLst>
        <pc:spChg chg="mod">
          <ac:chgData name="Luis Carlos Guevara Hernandez" userId="946bcc4c-b146-4724-978c-751fab731e0a" providerId="ADAL" clId="{8D45B6E4-1233-4CBF-9F60-0793E96FE6AE}" dt="2026-02-02T14:38:53.968" v="3350" actId="790"/>
          <ac:spMkLst>
            <pc:docMk/>
            <pc:sldMk cId="2707476695" sldId="357"/>
            <ac:spMk id="3" creationId="{7F9F59B1-E0DF-17D2-7508-EF7C3AE214E4}"/>
          </ac:spMkLst>
        </pc:spChg>
        <pc:spChg chg="mod">
          <ac:chgData name="Luis Carlos Guevara Hernandez" userId="946bcc4c-b146-4724-978c-751fab731e0a" providerId="ADAL" clId="{8D45B6E4-1233-4CBF-9F60-0793E96FE6AE}" dt="2026-02-02T14:38:53.968" v="3350" actId="790"/>
          <ac:spMkLst>
            <pc:docMk/>
            <pc:sldMk cId="2707476695" sldId="357"/>
            <ac:spMk id="4" creationId="{2F17A1BE-1277-DA7F-5466-EB7367EE0136}"/>
          </ac:spMkLst>
        </pc:spChg>
        <pc:spChg chg="mod">
          <ac:chgData name="Luis Carlos Guevara Hernandez" userId="946bcc4c-b146-4724-978c-751fab731e0a" providerId="ADAL" clId="{8D45B6E4-1233-4CBF-9F60-0793E96FE6AE}" dt="2026-02-02T14:38:53.968" v="3350" actId="790"/>
          <ac:spMkLst>
            <pc:docMk/>
            <pc:sldMk cId="2707476695" sldId="357"/>
            <ac:spMk id="7" creationId="{8F8B7CA7-7297-DD62-BEF9-CCE4BEE51982}"/>
          </ac:spMkLst>
        </pc:spChg>
        <pc:spChg chg="mod">
          <ac:chgData name="Luis Carlos Guevara Hernandez" userId="946bcc4c-b146-4724-978c-751fab731e0a" providerId="ADAL" clId="{8D45B6E4-1233-4CBF-9F60-0793E96FE6AE}" dt="2026-01-26T13:46:27.834" v="372" actId="1035"/>
          <ac:spMkLst>
            <pc:docMk/>
            <pc:sldMk cId="2707476695" sldId="357"/>
            <ac:spMk id="8" creationId="{564E502A-2DCC-4242-A153-297221BD11C4}"/>
          </ac:spMkLst>
        </pc:spChg>
        <pc:spChg chg="mod">
          <ac:chgData name="Luis Carlos Guevara Hernandez" userId="946bcc4c-b146-4724-978c-751fab731e0a" providerId="ADAL" clId="{8D45B6E4-1233-4CBF-9F60-0793E96FE6AE}" dt="2026-02-02T14:38:53.968" v="3350" actId="790"/>
          <ac:spMkLst>
            <pc:docMk/>
            <pc:sldMk cId="2707476695" sldId="357"/>
            <ac:spMk id="25" creationId="{96F6967E-0918-ACD2-43C1-3FD5824D4EA6}"/>
          </ac:spMkLst>
        </pc:spChg>
        <pc:spChg chg="mod">
          <ac:chgData name="Luis Carlos Guevara Hernandez" userId="946bcc4c-b146-4724-978c-751fab731e0a" providerId="ADAL" clId="{8D45B6E4-1233-4CBF-9F60-0793E96FE6AE}" dt="2026-01-26T13:46:27.834" v="372" actId="1035"/>
          <ac:spMkLst>
            <pc:docMk/>
            <pc:sldMk cId="2707476695" sldId="357"/>
            <ac:spMk id="32" creationId="{E0D1CBDA-557A-7B45-4281-8177B12A4F17}"/>
          </ac:spMkLst>
        </pc:spChg>
        <pc:spChg chg="mod">
          <ac:chgData name="Luis Carlos Guevara Hernandez" userId="946bcc4c-b146-4724-978c-751fab731e0a" providerId="ADAL" clId="{8D45B6E4-1233-4CBF-9F60-0793E96FE6AE}" dt="2026-02-02T14:38:53.968" v="3350" actId="790"/>
          <ac:spMkLst>
            <pc:docMk/>
            <pc:sldMk cId="2707476695" sldId="357"/>
            <ac:spMk id="36" creationId="{9C4027DE-9A5C-AB99-98E4-ECC525DBBE61}"/>
          </ac:spMkLst>
        </pc:spChg>
        <pc:spChg chg="mod">
          <ac:chgData name="Luis Carlos Guevara Hernandez" userId="946bcc4c-b146-4724-978c-751fab731e0a" providerId="ADAL" clId="{8D45B6E4-1233-4CBF-9F60-0793E96FE6AE}" dt="2026-02-02T14:38:53.968" v="3350" actId="790"/>
          <ac:spMkLst>
            <pc:docMk/>
            <pc:sldMk cId="2707476695" sldId="357"/>
            <ac:spMk id="39" creationId="{B390ED84-73E7-5048-C205-382F8E418AA3}"/>
          </ac:spMkLst>
        </pc:spChg>
        <pc:spChg chg="mod">
          <ac:chgData name="Luis Carlos Guevara Hernandez" userId="946bcc4c-b146-4724-978c-751fab731e0a" providerId="ADAL" clId="{8D45B6E4-1233-4CBF-9F60-0793E96FE6AE}" dt="2026-02-02T14:38:53.968" v="3350" actId="790"/>
          <ac:spMkLst>
            <pc:docMk/>
            <pc:sldMk cId="2707476695" sldId="357"/>
            <ac:spMk id="41" creationId="{E81D45B3-CD8E-567A-8C17-4211A9109521}"/>
          </ac:spMkLst>
        </pc:spChg>
        <pc:spChg chg="mod">
          <ac:chgData name="Luis Carlos Guevara Hernandez" userId="946bcc4c-b146-4724-978c-751fab731e0a" providerId="ADAL" clId="{8D45B6E4-1233-4CBF-9F60-0793E96FE6AE}" dt="2026-01-26T13:40:32.993" v="255"/>
          <ac:spMkLst>
            <pc:docMk/>
            <pc:sldMk cId="2707476695" sldId="357"/>
            <ac:spMk id="47" creationId="{1940BDCC-F7AD-C3F3-C780-77AF01D14748}"/>
          </ac:spMkLst>
        </pc:spChg>
        <pc:spChg chg="mod">
          <ac:chgData name="Luis Carlos Guevara Hernandez" userId="946bcc4c-b146-4724-978c-751fab731e0a" providerId="ADAL" clId="{8D45B6E4-1233-4CBF-9F60-0793E96FE6AE}" dt="2026-01-26T14:11:06.535" v="1117" actId="790"/>
          <ac:spMkLst>
            <pc:docMk/>
            <pc:sldMk cId="2707476695" sldId="357"/>
            <ac:spMk id="48" creationId="{5F89659B-ECD5-F675-0855-2731AC9090F8}"/>
          </ac:spMkLst>
        </pc:spChg>
        <pc:spChg chg="add mod">
          <ac:chgData name="Luis Carlos Guevara Hernandez" userId="946bcc4c-b146-4724-978c-751fab731e0a" providerId="ADAL" clId="{8D45B6E4-1233-4CBF-9F60-0793E96FE6AE}" dt="2026-02-02T14:38:53.968" v="3350" actId="790"/>
          <ac:spMkLst>
            <pc:docMk/>
            <pc:sldMk cId="2707476695" sldId="357"/>
            <ac:spMk id="63" creationId="{CBEF8548-FD43-16F5-DD18-806A675E3B1F}"/>
          </ac:spMkLst>
        </pc:spChg>
        <pc:spChg chg="mod">
          <ac:chgData name="Luis Carlos Guevara Hernandez" userId="946bcc4c-b146-4724-978c-751fab731e0a" providerId="ADAL" clId="{8D45B6E4-1233-4CBF-9F60-0793E96FE6AE}" dt="2026-01-26T14:11:06.535" v="1117" actId="790"/>
          <ac:spMkLst>
            <pc:docMk/>
            <pc:sldMk cId="2707476695" sldId="357"/>
            <ac:spMk id="67" creationId="{EB8C6C18-2E28-E267-6A2C-AF3352759558}"/>
          </ac:spMkLst>
        </pc:spChg>
        <pc:spChg chg="add mod">
          <ac:chgData name="Luis Carlos Guevara Hernandez" userId="946bcc4c-b146-4724-978c-751fab731e0a" providerId="ADAL" clId="{8D45B6E4-1233-4CBF-9F60-0793E96FE6AE}" dt="2026-02-02T14:38:53.968" v="3350" actId="790"/>
          <ac:spMkLst>
            <pc:docMk/>
            <pc:sldMk cId="2707476695" sldId="357"/>
            <ac:spMk id="70" creationId="{87D11DF6-B01D-A008-A983-3070DF5F5E12}"/>
          </ac:spMkLst>
        </pc:spChg>
        <pc:spChg chg="mod">
          <ac:chgData name="Luis Carlos Guevara Hernandez" userId="946bcc4c-b146-4724-978c-751fab731e0a" providerId="ADAL" clId="{8D45B6E4-1233-4CBF-9F60-0793E96FE6AE}" dt="2026-01-26T13:42:46.689" v="308" actId="108"/>
          <ac:spMkLst>
            <pc:docMk/>
            <pc:sldMk cId="2707476695" sldId="357"/>
            <ac:spMk id="74" creationId="{D720B48D-C26A-754B-2511-C0F32EA45EC2}"/>
          </ac:spMkLst>
        </pc:spChg>
        <pc:spChg chg="mod">
          <ac:chgData name="Luis Carlos Guevara Hernandez" userId="946bcc4c-b146-4724-978c-751fab731e0a" providerId="ADAL" clId="{8D45B6E4-1233-4CBF-9F60-0793E96FE6AE}" dt="2026-02-02T14:38:53.968" v="3350" actId="790"/>
          <ac:spMkLst>
            <pc:docMk/>
            <pc:sldMk cId="2707476695" sldId="357"/>
            <ac:spMk id="75" creationId="{D18AF9D5-DF90-CC6E-706E-F9D1B953781A}"/>
          </ac:spMkLst>
        </pc:spChg>
        <pc:cxnChg chg="mod">
          <ac:chgData name="Luis Carlos Guevara Hernandez" userId="946bcc4c-b146-4724-978c-751fab731e0a" providerId="ADAL" clId="{8D45B6E4-1233-4CBF-9F60-0793E96FE6AE}" dt="2026-01-26T13:40:55.274" v="284" actId="1076"/>
          <ac:cxnSpMkLst>
            <pc:docMk/>
            <pc:sldMk cId="2707476695" sldId="357"/>
            <ac:cxnSpMk id="19" creationId="{276A6B37-56D5-9BF4-D9A7-4AEB8252D70B}"/>
          </ac:cxnSpMkLst>
        </pc:cxnChg>
        <pc:cxnChg chg="mod">
          <ac:chgData name="Luis Carlos Guevara Hernandez" userId="946bcc4c-b146-4724-978c-751fab731e0a" providerId="ADAL" clId="{8D45B6E4-1233-4CBF-9F60-0793E96FE6AE}" dt="2026-01-26T13:39:57.003" v="201" actId="20577"/>
          <ac:cxnSpMkLst>
            <pc:docMk/>
            <pc:sldMk cId="2707476695" sldId="357"/>
            <ac:cxnSpMk id="23" creationId="{7845065E-6739-8AD8-920F-79120CDF67AF}"/>
          </ac:cxnSpMkLst>
        </pc:cxnChg>
        <pc:cxnChg chg="mod">
          <ac:chgData name="Luis Carlos Guevara Hernandez" userId="946bcc4c-b146-4724-978c-751fab731e0a" providerId="ADAL" clId="{8D45B6E4-1233-4CBF-9F60-0793E96FE6AE}" dt="2026-01-26T13:41:24.095" v="290" actId="14100"/>
          <ac:cxnSpMkLst>
            <pc:docMk/>
            <pc:sldMk cId="2707476695" sldId="357"/>
            <ac:cxnSpMk id="33" creationId="{FA688729-7AFA-8000-57D9-A23C20901609}"/>
          </ac:cxnSpMkLst>
        </pc:cxnChg>
        <pc:cxnChg chg="add mod">
          <ac:chgData name="Luis Carlos Guevara Hernandez" userId="946bcc4c-b146-4724-978c-751fab731e0a" providerId="ADAL" clId="{8D45B6E4-1233-4CBF-9F60-0793E96FE6AE}" dt="2026-01-26T13:42:37.810" v="307" actId="14100"/>
          <ac:cxnSpMkLst>
            <pc:docMk/>
            <pc:sldMk cId="2707476695" sldId="357"/>
            <ac:cxnSpMk id="35" creationId="{C7C1C7B6-9E8F-E060-9423-9CD7360256F2}"/>
          </ac:cxnSpMkLst>
        </pc:cxnChg>
        <pc:cxnChg chg="mod">
          <ac:chgData name="Luis Carlos Guevara Hernandez" userId="946bcc4c-b146-4724-978c-751fab731e0a" providerId="ADAL" clId="{8D45B6E4-1233-4CBF-9F60-0793E96FE6AE}" dt="2026-01-26T13:41:28.589" v="291" actId="14100"/>
          <ac:cxnSpMkLst>
            <pc:docMk/>
            <pc:sldMk cId="2707476695" sldId="357"/>
            <ac:cxnSpMk id="40" creationId="{433666A0-8DCA-E62E-D3CB-ABBA4ECD1766}"/>
          </ac:cxnSpMkLst>
        </pc:cxnChg>
        <pc:cxnChg chg="mod">
          <ac:chgData name="Luis Carlos Guevara Hernandez" userId="946bcc4c-b146-4724-978c-751fab731e0a" providerId="ADAL" clId="{8D45B6E4-1233-4CBF-9F60-0793E96FE6AE}" dt="2026-01-26T13:41:28.589" v="291" actId="14100"/>
          <ac:cxnSpMkLst>
            <pc:docMk/>
            <pc:sldMk cId="2707476695" sldId="357"/>
            <ac:cxnSpMk id="42" creationId="{A7016BA4-8F82-23D9-F8A5-B3F38FEA42C2}"/>
          </ac:cxnSpMkLst>
        </pc:cxnChg>
        <pc:cxnChg chg="mod">
          <ac:chgData name="Luis Carlos Guevara Hernandez" userId="946bcc4c-b146-4724-978c-751fab731e0a" providerId="ADAL" clId="{8D45B6E4-1233-4CBF-9F60-0793E96FE6AE}" dt="2026-01-26T13:43:10.563" v="317" actId="14100"/>
          <ac:cxnSpMkLst>
            <pc:docMk/>
            <pc:sldMk cId="2707476695" sldId="357"/>
            <ac:cxnSpMk id="50" creationId="{832E2922-8344-969D-D48E-C68715DF90FC}"/>
          </ac:cxnSpMkLst>
        </pc:cxnChg>
        <pc:cxnChg chg="mod">
          <ac:chgData name="Luis Carlos Guevara Hernandez" userId="946bcc4c-b146-4724-978c-751fab731e0a" providerId="ADAL" clId="{8D45B6E4-1233-4CBF-9F60-0793E96FE6AE}" dt="2026-01-26T13:43:10.877" v="318" actId="14100"/>
          <ac:cxnSpMkLst>
            <pc:docMk/>
            <pc:sldMk cId="2707476695" sldId="357"/>
            <ac:cxnSpMk id="51" creationId="{CCCCCC5F-3303-7B09-D4F7-301FEB83B283}"/>
          </ac:cxnSpMkLst>
        </pc:cxnChg>
        <pc:cxnChg chg="mod">
          <ac:chgData name="Luis Carlos Guevara Hernandez" userId="946bcc4c-b146-4724-978c-751fab731e0a" providerId="ADAL" clId="{8D45B6E4-1233-4CBF-9F60-0793E96FE6AE}" dt="2026-01-26T13:43:10.248" v="316" actId="14100"/>
          <ac:cxnSpMkLst>
            <pc:docMk/>
            <pc:sldMk cId="2707476695" sldId="357"/>
            <ac:cxnSpMk id="54" creationId="{8C3013D6-34BE-1663-8FE6-5EBE40AA6908}"/>
          </ac:cxnSpMkLst>
        </pc:cxnChg>
        <pc:cxnChg chg="add mod">
          <ac:chgData name="Luis Carlos Guevara Hernandez" userId="946bcc4c-b146-4724-978c-751fab731e0a" providerId="ADAL" clId="{8D45B6E4-1233-4CBF-9F60-0793E96FE6AE}" dt="2026-01-26T13:45:33.709" v="337" actId="14100"/>
          <ac:cxnSpMkLst>
            <pc:docMk/>
            <pc:sldMk cId="2707476695" sldId="357"/>
            <ac:cxnSpMk id="56" creationId="{AB28B405-0ACA-A75B-8E6F-4DBCDAA21164}"/>
          </ac:cxnSpMkLst>
        </pc:cxnChg>
        <pc:cxnChg chg="add mod">
          <ac:chgData name="Luis Carlos Guevara Hernandez" userId="946bcc4c-b146-4724-978c-751fab731e0a" providerId="ADAL" clId="{8D45B6E4-1233-4CBF-9F60-0793E96FE6AE}" dt="2026-01-26T13:46:03.784" v="345" actId="14100"/>
          <ac:cxnSpMkLst>
            <pc:docMk/>
            <pc:sldMk cId="2707476695" sldId="357"/>
            <ac:cxnSpMk id="65" creationId="{E5B050BB-2E2E-BC50-9C63-67AEDD864146}"/>
          </ac:cxnSpMkLst>
        </pc:cxnChg>
        <pc:cxnChg chg="mod">
          <ac:chgData name="Luis Carlos Guevara Hernandez" userId="946bcc4c-b146-4724-978c-751fab731e0a" providerId="ADAL" clId="{8D45B6E4-1233-4CBF-9F60-0793E96FE6AE}" dt="2026-01-26T13:39:57.003" v="201" actId="20577"/>
          <ac:cxnSpMkLst>
            <pc:docMk/>
            <pc:sldMk cId="2707476695" sldId="357"/>
            <ac:cxnSpMk id="71" creationId="{6BC0D8C3-E68C-DBE5-4B03-7C465DFBBFC9}"/>
          </ac:cxnSpMkLst>
        </pc:cxnChg>
      </pc:sldChg>
      <pc:sldChg chg="addSp modSp mod modAnim">
        <pc:chgData name="Luis Carlos Guevara Hernandez" userId="946bcc4c-b146-4724-978c-751fab731e0a" providerId="ADAL" clId="{8D45B6E4-1233-4CBF-9F60-0793E96FE6AE}" dt="2026-02-04T14:45:59.428" v="4699"/>
        <pc:sldMkLst>
          <pc:docMk/>
          <pc:sldMk cId="2178594256" sldId="429"/>
        </pc:sldMkLst>
        <pc:spChg chg="mod">
          <ac:chgData name="Luis Carlos Guevara Hernandez" userId="946bcc4c-b146-4724-978c-751fab731e0a" providerId="ADAL" clId="{8D45B6E4-1233-4CBF-9F60-0793E96FE6AE}" dt="2026-02-02T14:38:53.968" v="3350" actId="790"/>
          <ac:spMkLst>
            <pc:docMk/>
            <pc:sldMk cId="2178594256" sldId="429"/>
            <ac:spMk id="4" creationId="{F0A5D127-D8DB-4A9A-D982-9D797CD92853}"/>
          </ac:spMkLst>
        </pc:spChg>
        <pc:spChg chg="mod">
          <ac:chgData name="Luis Carlos Guevara Hernandez" userId="946bcc4c-b146-4724-978c-751fab731e0a" providerId="ADAL" clId="{8D45B6E4-1233-4CBF-9F60-0793E96FE6AE}" dt="2026-02-02T14:38:53.968" v="3350" actId="790"/>
          <ac:spMkLst>
            <pc:docMk/>
            <pc:sldMk cId="2178594256" sldId="429"/>
            <ac:spMk id="5" creationId="{7B8614AD-55CA-3CE1-40AE-B6E1B54631C7}"/>
          </ac:spMkLst>
        </pc:spChg>
        <pc:spChg chg="mod">
          <ac:chgData name="Luis Carlos Guevara Hernandez" userId="946bcc4c-b146-4724-978c-751fab731e0a" providerId="ADAL" clId="{8D45B6E4-1233-4CBF-9F60-0793E96FE6AE}" dt="2026-02-02T14:38:53.968" v="3350" actId="790"/>
          <ac:spMkLst>
            <pc:docMk/>
            <pc:sldMk cId="2178594256" sldId="429"/>
            <ac:spMk id="10" creationId="{FD90BA18-5DB8-6458-E2DA-823C66057A9D}"/>
          </ac:spMkLst>
        </pc:spChg>
        <pc:spChg chg="mod">
          <ac:chgData name="Luis Carlos Guevara Hernandez" userId="946bcc4c-b146-4724-978c-751fab731e0a" providerId="ADAL" clId="{8D45B6E4-1233-4CBF-9F60-0793E96FE6AE}" dt="2026-02-04T14:45:52.427" v="4697" actId="164"/>
          <ac:spMkLst>
            <pc:docMk/>
            <pc:sldMk cId="2178594256" sldId="429"/>
            <ac:spMk id="12" creationId="{04A045D8-F7D7-6E69-57E9-3FEDA02B705B}"/>
          </ac:spMkLst>
        </pc:spChg>
        <pc:spChg chg="mod">
          <ac:chgData name="Luis Carlos Guevara Hernandez" userId="946bcc4c-b146-4724-978c-751fab731e0a" providerId="ADAL" clId="{8D45B6E4-1233-4CBF-9F60-0793E96FE6AE}" dt="2026-02-04T14:45:52.427" v="4697" actId="164"/>
          <ac:spMkLst>
            <pc:docMk/>
            <pc:sldMk cId="2178594256" sldId="429"/>
            <ac:spMk id="17" creationId="{CF49C854-E561-4FD6-9964-8AD01C1998A5}"/>
          </ac:spMkLst>
        </pc:spChg>
        <pc:spChg chg="mod">
          <ac:chgData name="Luis Carlos Guevara Hernandez" userId="946bcc4c-b146-4724-978c-751fab731e0a" providerId="ADAL" clId="{8D45B6E4-1233-4CBF-9F60-0793E96FE6AE}" dt="2026-02-02T14:38:53.968" v="3350" actId="790"/>
          <ac:spMkLst>
            <pc:docMk/>
            <pc:sldMk cId="2178594256" sldId="429"/>
            <ac:spMk id="20" creationId="{65BD9529-A30F-9870-E763-C4BEA04454FD}"/>
          </ac:spMkLst>
        </pc:spChg>
        <pc:spChg chg="mod">
          <ac:chgData name="Luis Carlos Guevara Hernandez" userId="946bcc4c-b146-4724-978c-751fab731e0a" providerId="ADAL" clId="{8D45B6E4-1233-4CBF-9F60-0793E96FE6AE}" dt="2026-02-04T14:45:52.427" v="4697" actId="164"/>
          <ac:spMkLst>
            <pc:docMk/>
            <pc:sldMk cId="2178594256" sldId="429"/>
            <ac:spMk id="21" creationId="{505D1321-009E-D49F-DAE8-FCFD6647260E}"/>
          </ac:spMkLst>
        </pc:spChg>
        <pc:spChg chg="mod">
          <ac:chgData name="Luis Carlos Guevara Hernandez" userId="946bcc4c-b146-4724-978c-751fab731e0a" providerId="ADAL" clId="{8D45B6E4-1233-4CBF-9F60-0793E96FE6AE}" dt="2026-02-04T14:45:52.427" v="4697" actId="164"/>
          <ac:spMkLst>
            <pc:docMk/>
            <pc:sldMk cId="2178594256" sldId="429"/>
            <ac:spMk id="22" creationId="{BB47A9E2-EFE9-632A-7F4A-145033502A23}"/>
          </ac:spMkLst>
        </pc:spChg>
        <pc:spChg chg="mod">
          <ac:chgData name="Luis Carlos Guevara Hernandez" userId="946bcc4c-b146-4724-978c-751fab731e0a" providerId="ADAL" clId="{8D45B6E4-1233-4CBF-9F60-0793E96FE6AE}" dt="2026-02-02T14:38:53.968" v="3350" actId="790"/>
          <ac:spMkLst>
            <pc:docMk/>
            <pc:sldMk cId="2178594256" sldId="429"/>
            <ac:spMk id="32" creationId="{6C648AFE-32E2-11C5-7C87-55FBBDF6EEC4}"/>
          </ac:spMkLst>
        </pc:spChg>
        <pc:spChg chg="mod">
          <ac:chgData name="Luis Carlos Guevara Hernandez" userId="946bcc4c-b146-4724-978c-751fab731e0a" providerId="ADAL" clId="{8D45B6E4-1233-4CBF-9F60-0793E96FE6AE}" dt="2026-02-02T14:38:53.968" v="3350" actId="790"/>
          <ac:spMkLst>
            <pc:docMk/>
            <pc:sldMk cId="2178594256" sldId="429"/>
            <ac:spMk id="36" creationId="{6E606454-B0D4-AF96-58C4-756C89B1153C}"/>
          </ac:spMkLst>
        </pc:spChg>
        <pc:spChg chg="mod">
          <ac:chgData name="Luis Carlos Guevara Hernandez" userId="946bcc4c-b146-4724-978c-751fab731e0a" providerId="ADAL" clId="{8D45B6E4-1233-4CBF-9F60-0793E96FE6AE}" dt="2026-02-02T14:38:53.968" v="3350" actId="790"/>
          <ac:spMkLst>
            <pc:docMk/>
            <pc:sldMk cId="2178594256" sldId="429"/>
            <ac:spMk id="38" creationId="{5B3A9E59-627A-7997-BF2B-95716AAD6442}"/>
          </ac:spMkLst>
        </pc:spChg>
        <pc:grpChg chg="add mod">
          <ac:chgData name="Luis Carlos Guevara Hernandez" userId="946bcc4c-b146-4724-978c-751fab731e0a" providerId="ADAL" clId="{8D45B6E4-1233-4CBF-9F60-0793E96FE6AE}" dt="2026-02-04T14:45:52.427" v="4697" actId="164"/>
          <ac:grpSpMkLst>
            <pc:docMk/>
            <pc:sldMk cId="2178594256" sldId="429"/>
            <ac:grpSpMk id="3" creationId="{C75196ED-564A-D510-3F8B-575E7AE01D70}"/>
          </ac:grpSpMkLst>
        </pc:grpChg>
      </pc:sldChg>
      <pc:sldChg chg="modAnim">
        <pc:chgData name="Luis Carlos Guevara Hernandez" userId="946bcc4c-b146-4724-978c-751fab731e0a" providerId="ADAL" clId="{8D45B6E4-1233-4CBF-9F60-0793E96FE6AE}" dt="2026-02-04T14:56:19.893" v="4816"/>
        <pc:sldMkLst>
          <pc:docMk/>
          <pc:sldMk cId="1230706700" sldId="503"/>
        </pc:sldMkLst>
      </pc:sldChg>
      <pc:sldChg chg="modSp mod modAnim">
        <pc:chgData name="Luis Carlos Guevara Hernandez" userId="946bcc4c-b146-4724-978c-751fab731e0a" providerId="ADAL" clId="{8D45B6E4-1233-4CBF-9F60-0793E96FE6AE}" dt="2026-02-04T14:46:29.191" v="4702"/>
        <pc:sldMkLst>
          <pc:docMk/>
          <pc:sldMk cId="185445639" sldId="542"/>
        </pc:sldMkLst>
        <pc:spChg chg="mod">
          <ac:chgData name="Luis Carlos Guevara Hernandez" userId="946bcc4c-b146-4724-978c-751fab731e0a" providerId="ADAL" clId="{8D45B6E4-1233-4CBF-9F60-0793E96FE6AE}" dt="2026-02-02T14:38:53.968" v="3350" actId="790"/>
          <ac:spMkLst>
            <pc:docMk/>
            <pc:sldMk cId="185445639" sldId="542"/>
            <ac:spMk id="2" creationId="{352BC78C-C01D-B290-4330-8CAA10935E8E}"/>
          </ac:spMkLst>
        </pc:spChg>
        <pc:spChg chg="mod">
          <ac:chgData name="Luis Carlos Guevara Hernandez" userId="946bcc4c-b146-4724-978c-751fab731e0a" providerId="ADAL" clId="{8D45B6E4-1233-4CBF-9F60-0793E96FE6AE}" dt="2026-02-02T14:38:53.968" v="3350" actId="790"/>
          <ac:spMkLst>
            <pc:docMk/>
            <pc:sldMk cId="185445639" sldId="542"/>
            <ac:spMk id="4" creationId="{03E25881-4446-7F34-9465-014399599C53}"/>
          </ac:spMkLst>
        </pc:spChg>
        <pc:spChg chg="mod">
          <ac:chgData name="Luis Carlos Guevara Hernandez" userId="946bcc4c-b146-4724-978c-751fab731e0a" providerId="ADAL" clId="{8D45B6E4-1233-4CBF-9F60-0793E96FE6AE}" dt="2026-02-02T14:38:53.968" v="3350" actId="790"/>
          <ac:spMkLst>
            <pc:docMk/>
            <pc:sldMk cId="185445639" sldId="542"/>
            <ac:spMk id="5" creationId="{50AF91E2-9C07-E1DA-E833-56903CB6C53E}"/>
          </ac:spMkLst>
        </pc:spChg>
        <pc:spChg chg="mod">
          <ac:chgData name="Luis Carlos Guevara Hernandez" userId="946bcc4c-b146-4724-978c-751fab731e0a" providerId="ADAL" clId="{8D45B6E4-1233-4CBF-9F60-0793E96FE6AE}" dt="2026-02-02T14:38:53.968" v="3350" actId="790"/>
          <ac:spMkLst>
            <pc:docMk/>
            <pc:sldMk cId="185445639" sldId="542"/>
            <ac:spMk id="6" creationId="{3EA24920-4A57-4F70-1C38-9F2CB5C04B20}"/>
          </ac:spMkLst>
        </pc:spChg>
        <pc:spChg chg="mod">
          <ac:chgData name="Luis Carlos Guevara Hernandez" userId="946bcc4c-b146-4724-978c-751fab731e0a" providerId="ADAL" clId="{8D45B6E4-1233-4CBF-9F60-0793E96FE6AE}" dt="2026-02-02T14:38:53.968" v="3350" actId="790"/>
          <ac:spMkLst>
            <pc:docMk/>
            <pc:sldMk cId="185445639" sldId="542"/>
            <ac:spMk id="7" creationId="{B024FD73-68AE-31E6-2051-3DB28B07C69C}"/>
          </ac:spMkLst>
        </pc:spChg>
        <pc:spChg chg="mod">
          <ac:chgData name="Luis Carlos Guevara Hernandez" userId="946bcc4c-b146-4724-978c-751fab731e0a" providerId="ADAL" clId="{8D45B6E4-1233-4CBF-9F60-0793E96FE6AE}" dt="2026-02-02T14:38:53.968" v="3350" actId="790"/>
          <ac:spMkLst>
            <pc:docMk/>
            <pc:sldMk cId="185445639" sldId="542"/>
            <ac:spMk id="10" creationId="{A31AF7DF-C4A1-3358-589A-158BF4041F98}"/>
          </ac:spMkLst>
        </pc:spChg>
        <pc:spChg chg="mod">
          <ac:chgData name="Luis Carlos Guevara Hernandez" userId="946bcc4c-b146-4724-978c-751fab731e0a" providerId="ADAL" clId="{8D45B6E4-1233-4CBF-9F60-0793E96FE6AE}" dt="2026-02-02T14:38:53.968" v="3350" actId="790"/>
          <ac:spMkLst>
            <pc:docMk/>
            <pc:sldMk cId="185445639" sldId="542"/>
            <ac:spMk id="12" creationId="{43ECB293-BEAB-88E9-F3A5-1F916BFBE067}"/>
          </ac:spMkLst>
        </pc:spChg>
        <pc:spChg chg="mod">
          <ac:chgData name="Luis Carlos Guevara Hernandez" userId="946bcc4c-b146-4724-978c-751fab731e0a" providerId="ADAL" clId="{8D45B6E4-1233-4CBF-9F60-0793E96FE6AE}" dt="2026-02-02T14:38:53.968" v="3350" actId="790"/>
          <ac:spMkLst>
            <pc:docMk/>
            <pc:sldMk cId="185445639" sldId="542"/>
            <ac:spMk id="38" creationId="{57B9C7F8-6B33-7D0B-11EC-AF5B8B3E819B}"/>
          </ac:spMkLst>
        </pc:spChg>
        <pc:spChg chg="mod">
          <ac:chgData name="Luis Carlos Guevara Hernandez" userId="946bcc4c-b146-4724-978c-751fab731e0a" providerId="ADAL" clId="{8D45B6E4-1233-4CBF-9F60-0793E96FE6AE}" dt="2026-02-02T14:38:53.968" v="3350" actId="790"/>
          <ac:spMkLst>
            <pc:docMk/>
            <pc:sldMk cId="185445639" sldId="542"/>
            <ac:spMk id="39" creationId="{30D1938F-E596-3E50-F220-22FFF06D8CC4}"/>
          </ac:spMkLst>
        </pc:spChg>
        <pc:spChg chg="mod">
          <ac:chgData name="Luis Carlos Guevara Hernandez" userId="946bcc4c-b146-4724-978c-751fab731e0a" providerId="ADAL" clId="{8D45B6E4-1233-4CBF-9F60-0793E96FE6AE}" dt="2026-02-02T14:38:53.968" v="3350" actId="790"/>
          <ac:spMkLst>
            <pc:docMk/>
            <pc:sldMk cId="185445639" sldId="542"/>
            <ac:spMk id="40" creationId="{85C040F3-01F3-5D62-C178-3E691674BBB4}"/>
          </ac:spMkLst>
        </pc:spChg>
      </pc:sldChg>
      <pc:sldChg chg="addSp modSp mod modAnim">
        <pc:chgData name="Luis Carlos Guevara Hernandez" userId="946bcc4c-b146-4724-978c-751fab731e0a" providerId="ADAL" clId="{8D45B6E4-1233-4CBF-9F60-0793E96FE6AE}" dt="2026-02-04T14:47:27.113" v="4714"/>
        <pc:sldMkLst>
          <pc:docMk/>
          <pc:sldMk cId="399987579" sldId="547"/>
        </pc:sldMkLst>
        <pc:spChg chg="mod">
          <ac:chgData name="Luis Carlos Guevara Hernandez" userId="946bcc4c-b146-4724-978c-751fab731e0a" providerId="ADAL" clId="{8D45B6E4-1233-4CBF-9F60-0793E96FE6AE}" dt="2026-02-02T14:38:53.968" v="3350" actId="790"/>
          <ac:spMkLst>
            <pc:docMk/>
            <pc:sldMk cId="399987579" sldId="547"/>
            <ac:spMk id="3" creationId="{92CCA5B7-9807-917B-0F3F-004C8551D424}"/>
          </ac:spMkLst>
        </pc:spChg>
        <pc:spChg chg="mod">
          <ac:chgData name="Luis Carlos Guevara Hernandez" userId="946bcc4c-b146-4724-978c-751fab731e0a" providerId="ADAL" clId="{8D45B6E4-1233-4CBF-9F60-0793E96FE6AE}" dt="2026-02-02T14:38:53.968" v="3350" actId="790"/>
          <ac:spMkLst>
            <pc:docMk/>
            <pc:sldMk cId="399987579" sldId="547"/>
            <ac:spMk id="5" creationId="{A4D26070-FF5C-0017-3C99-0878C8DA47CF}"/>
          </ac:spMkLst>
        </pc:spChg>
        <pc:spChg chg="mod">
          <ac:chgData name="Luis Carlos Guevara Hernandez" userId="946bcc4c-b146-4724-978c-751fab731e0a" providerId="ADAL" clId="{8D45B6E4-1233-4CBF-9F60-0793E96FE6AE}" dt="2026-02-04T14:47:22.445" v="4712" actId="164"/>
          <ac:spMkLst>
            <pc:docMk/>
            <pc:sldMk cId="399987579" sldId="547"/>
            <ac:spMk id="9" creationId="{1BB04E3F-0410-ACBA-E564-D73848DEBDE2}"/>
          </ac:spMkLst>
        </pc:spChg>
        <pc:spChg chg="mod">
          <ac:chgData name="Luis Carlos Guevara Hernandez" userId="946bcc4c-b146-4724-978c-751fab731e0a" providerId="ADAL" clId="{8D45B6E4-1233-4CBF-9F60-0793E96FE6AE}" dt="2026-02-02T14:38:53.968" v="3350" actId="790"/>
          <ac:spMkLst>
            <pc:docMk/>
            <pc:sldMk cId="399987579" sldId="547"/>
            <ac:spMk id="19" creationId="{5D32914B-152E-C8CA-881F-B18B1406EA5A}"/>
          </ac:spMkLst>
        </pc:spChg>
        <pc:spChg chg="mod">
          <ac:chgData name="Luis Carlos Guevara Hernandez" userId="946bcc4c-b146-4724-978c-751fab731e0a" providerId="ADAL" clId="{8D45B6E4-1233-4CBF-9F60-0793E96FE6AE}" dt="2026-02-02T14:38:53.968" v="3350" actId="790"/>
          <ac:spMkLst>
            <pc:docMk/>
            <pc:sldMk cId="399987579" sldId="547"/>
            <ac:spMk id="20" creationId="{7A61B418-07F5-A7F0-D5E4-20DFFD95F08F}"/>
          </ac:spMkLst>
        </pc:spChg>
        <pc:spChg chg="mod">
          <ac:chgData name="Luis Carlos Guevara Hernandez" userId="946bcc4c-b146-4724-978c-751fab731e0a" providerId="ADAL" clId="{8D45B6E4-1233-4CBF-9F60-0793E96FE6AE}" dt="2026-02-04T14:47:22.445" v="4712" actId="164"/>
          <ac:spMkLst>
            <pc:docMk/>
            <pc:sldMk cId="399987579" sldId="547"/>
            <ac:spMk id="23" creationId="{BD9A8D6B-8B1A-0134-27E6-2FDDD76AD39E}"/>
          </ac:spMkLst>
        </pc:spChg>
        <pc:spChg chg="mod">
          <ac:chgData name="Luis Carlos Guevara Hernandez" userId="946bcc4c-b146-4724-978c-751fab731e0a" providerId="ADAL" clId="{8D45B6E4-1233-4CBF-9F60-0793E96FE6AE}" dt="2026-02-04T14:47:22.445" v="4712" actId="164"/>
          <ac:spMkLst>
            <pc:docMk/>
            <pc:sldMk cId="399987579" sldId="547"/>
            <ac:spMk id="24" creationId="{2DCE1C0D-3AE1-EF56-A767-7A62C614CD87}"/>
          </ac:spMkLst>
        </pc:spChg>
        <pc:spChg chg="mod">
          <ac:chgData name="Luis Carlos Guevara Hernandez" userId="946bcc4c-b146-4724-978c-751fab731e0a" providerId="ADAL" clId="{8D45B6E4-1233-4CBF-9F60-0793E96FE6AE}" dt="2026-02-04T14:47:22.445" v="4712" actId="164"/>
          <ac:spMkLst>
            <pc:docMk/>
            <pc:sldMk cId="399987579" sldId="547"/>
            <ac:spMk id="25" creationId="{3ABE6185-45B7-8578-2C12-89582192906F}"/>
          </ac:spMkLst>
        </pc:spChg>
        <pc:spChg chg="mod">
          <ac:chgData name="Luis Carlos Guevara Hernandez" userId="946bcc4c-b146-4724-978c-751fab731e0a" providerId="ADAL" clId="{8D45B6E4-1233-4CBF-9F60-0793E96FE6AE}" dt="2026-02-02T14:38:53.968" v="3350" actId="790"/>
          <ac:spMkLst>
            <pc:docMk/>
            <pc:sldMk cId="399987579" sldId="547"/>
            <ac:spMk id="27" creationId="{D0040CD3-A796-885C-D301-F5485D9AD09E}"/>
          </ac:spMkLst>
        </pc:spChg>
        <pc:spChg chg="mod">
          <ac:chgData name="Luis Carlos Guevara Hernandez" userId="946bcc4c-b146-4724-978c-751fab731e0a" providerId="ADAL" clId="{8D45B6E4-1233-4CBF-9F60-0793E96FE6AE}" dt="2026-02-02T14:38:53.968" v="3350" actId="790"/>
          <ac:spMkLst>
            <pc:docMk/>
            <pc:sldMk cId="399987579" sldId="547"/>
            <ac:spMk id="147" creationId="{7411DC04-589D-EE3D-17BE-3233F1A962D1}"/>
          </ac:spMkLst>
        </pc:spChg>
        <pc:spChg chg="mod">
          <ac:chgData name="Luis Carlos Guevara Hernandez" userId="946bcc4c-b146-4724-978c-751fab731e0a" providerId="ADAL" clId="{8D45B6E4-1233-4CBF-9F60-0793E96FE6AE}" dt="2026-02-02T14:38:53.968" v="3350" actId="790"/>
          <ac:spMkLst>
            <pc:docMk/>
            <pc:sldMk cId="399987579" sldId="547"/>
            <ac:spMk id="151" creationId="{A27198FA-EF36-32E4-5A4E-11BD50F44C1D}"/>
          </ac:spMkLst>
        </pc:spChg>
        <pc:spChg chg="mod">
          <ac:chgData name="Luis Carlos Guevara Hernandez" userId="946bcc4c-b146-4724-978c-751fab731e0a" providerId="ADAL" clId="{8D45B6E4-1233-4CBF-9F60-0793E96FE6AE}" dt="2026-02-02T14:38:53.968" v="3350" actId="790"/>
          <ac:spMkLst>
            <pc:docMk/>
            <pc:sldMk cId="399987579" sldId="547"/>
            <ac:spMk id="155" creationId="{4BE506E7-0EC6-0DE2-CF5F-9769BE1E95C2}"/>
          </ac:spMkLst>
        </pc:spChg>
        <pc:grpChg chg="add mod">
          <ac:chgData name="Luis Carlos Guevara Hernandez" userId="946bcc4c-b146-4724-978c-751fab731e0a" providerId="ADAL" clId="{8D45B6E4-1233-4CBF-9F60-0793E96FE6AE}" dt="2026-02-04T14:47:22.445" v="4712" actId="164"/>
          <ac:grpSpMkLst>
            <pc:docMk/>
            <pc:sldMk cId="399987579" sldId="547"/>
            <ac:grpSpMk id="2" creationId="{4555060C-6A4B-8C37-4E7B-C346992FC069}"/>
          </ac:grpSpMkLst>
        </pc:grpChg>
      </pc:sldChg>
      <pc:sldChg chg="addSp modSp mod modAnim">
        <pc:chgData name="Luis Carlos Guevara Hernandez" userId="946bcc4c-b146-4724-978c-751fab731e0a" providerId="ADAL" clId="{8D45B6E4-1233-4CBF-9F60-0793E96FE6AE}" dt="2026-02-04T14:48:09.527" v="4718"/>
        <pc:sldMkLst>
          <pc:docMk/>
          <pc:sldMk cId="1286297344" sldId="548"/>
        </pc:sldMkLst>
        <pc:spChg chg="mod">
          <ac:chgData name="Luis Carlos Guevara Hernandez" userId="946bcc4c-b146-4724-978c-751fab731e0a" providerId="ADAL" clId="{8D45B6E4-1233-4CBF-9F60-0793E96FE6AE}" dt="2026-02-02T14:38:53.968" v="3350" actId="790"/>
          <ac:spMkLst>
            <pc:docMk/>
            <pc:sldMk cId="1286297344" sldId="548"/>
            <ac:spMk id="5" creationId="{7CE7553C-A0FE-7ED7-9068-F30F09C9E7CE}"/>
          </ac:spMkLst>
        </pc:spChg>
        <pc:spChg chg="mod">
          <ac:chgData name="Luis Carlos Guevara Hernandez" userId="946bcc4c-b146-4724-978c-751fab731e0a" providerId="ADAL" clId="{8D45B6E4-1233-4CBF-9F60-0793E96FE6AE}" dt="2026-02-04T14:48:08.137" v="4717" actId="164"/>
          <ac:spMkLst>
            <pc:docMk/>
            <pc:sldMk cId="1286297344" sldId="548"/>
            <ac:spMk id="7" creationId="{2480DC55-B272-8A32-DA4C-3D3424E4FC04}"/>
          </ac:spMkLst>
        </pc:spChg>
        <pc:spChg chg="mod">
          <ac:chgData name="Luis Carlos Guevara Hernandez" userId="946bcc4c-b146-4724-978c-751fab731e0a" providerId="ADAL" clId="{8D45B6E4-1233-4CBF-9F60-0793E96FE6AE}" dt="2026-02-02T14:38:53.968" v="3350" actId="790"/>
          <ac:spMkLst>
            <pc:docMk/>
            <pc:sldMk cId="1286297344" sldId="548"/>
            <ac:spMk id="10" creationId="{AC4843B7-DA00-E842-20F6-B75D436E5242}"/>
          </ac:spMkLst>
        </pc:spChg>
        <pc:spChg chg="mod">
          <ac:chgData name="Luis Carlos Guevara Hernandez" userId="946bcc4c-b146-4724-978c-751fab731e0a" providerId="ADAL" clId="{8D45B6E4-1233-4CBF-9F60-0793E96FE6AE}" dt="2026-02-04T14:48:08.137" v="4717" actId="164"/>
          <ac:spMkLst>
            <pc:docMk/>
            <pc:sldMk cId="1286297344" sldId="548"/>
            <ac:spMk id="14" creationId="{0267DD9D-001D-C0E4-59D6-2BC0074217A9}"/>
          </ac:spMkLst>
        </pc:spChg>
        <pc:spChg chg="mod">
          <ac:chgData name="Luis Carlos Guevara Hernandez" userId="946bcc4c-b146-4724-978c-751fab731e0a" providerId="ADAL" clId="{8D45B6E4-1233-4CBF-9F60-0793E96FE6AE}" dt="2026-02-02T14:38:53.968" v="3350" actId="790"/>
          <ac:spMkLst>
            <pc:docMk/>
            <pc:sldMk cId="1286297344" sldId="548"/>
            <ac:spMk id="15" creationId="{88957A44-74BE-B3AD-E2E1-ADC0DB5DCA19}"/>
          </ac:spMkLst>
        </pc:spChg>
        <pc:spChg chg="mod">
          <ac:chgData name="Luis Carlos Guevara Hernandez" userId="946bcc4c-b146-4724-978c-751fab731e0a" providerId="ADAL" clId="{8D45B6E4-1233-4CBF-9F60-0793E96FE6AE}" dt="2026-02-02T14:38:53.968" v="3350" actId="790"/>
          <ac:spMkLst>
            <pc:docMk/>
            <pc:sldMk cId="1286297344" sldId="548"/>
            <ac:spMk id="22" creationId="{C77F9382-2A6D-64C0-CC9F-512E9E9074B2}"/>
          </ac:spMkLst>
        </pc:spChg>
        <pc:spChg chg="mod">
          <ac:chgData name="Luis Carlos Guevara Hernandez" userId="946bcc4c-b146-4724-978c-751fab731e0a" providerId="ADAL" clId="{8D45B6E4-1233-4CBF-9F60-0793E96FE6AE}" dt="2026-02-02T14:38:53.968" v="3350" actId="790"/>
          <ac:spMkLst>
            <pc:docMk/>
            <pc:sldMk cId="1286297344" sldId="548"/>
            <ac:spMk id="23" creationId="{03CA7217-C136-911B-B0E3-96E544AB635E}"/>
          </ac:spMkLst>
        </pc:spChg>
        <pc:spChg chg="mod">
          <ac:chgData name="Luis Carlos Guevara Hernandez" userId="946bcc4c-b146-4724-978c-751fab731e0a" providerId="ADAL" clId="{8D45B6E4-1233-4CBF-9F60-0793E96FE6AE}" dt="2026-02-02T14:38:53.968" v="3350" actId="790"/>
          <ac:spMkLst>
            <pc:docMk/>
            <pc:sldMk cId="1286297344" sldId="548"/>
            <ac:spMk id="24" creationId="{F71D2DBB-EFDD-5E48-7896-C6BE034364E4}"/>
          </ac:spMkLst>
        </pc:spChg>
        <pc:spChg chg="mod">
          <ac:chgData name="Luis Carlos Guevara Hernandez" userId="946bcc4c-b146-4724-978c-751fab731e0a" providerId="ADAL" clId="{8D45B6E4-1233-4CBF-9F60-0793E96FE6AE}" dt="2026-02-02T14:38:53.968" v="3350" actId="790"/>
          <ac:spMkLst>
            <pc:docMk/>
            <pc:sldMk cId="1286297344" sldId="548"/>
            <ac:spMk id="25" creationId="{828767CB-1A59-6A76-39B3-52150CF4F3A7}"/>
          </ac:spMkLst>
        </pc:spChg>
        <pc:spChg chg="mod">
          <ac:chgData name="Luis Carlos Guevara Hernandez" userId="946bcc4c-b146-4724-978c-751fab731e0a" providerId="ADAL" clId="{8D45B6E4-1233-4CBF-9F60-0793E96FE6AE}" dt="2026-02-02T14:38:53.968" v="3350" actId="790"/>
          <ac:spMkLst>
            <pc:docMk/>
            <pc:sldMk cId="1286297344" sldId="548"/>
            <ac:spMk id="155" creationId="{CD93D019-0166-ED67-1942-AEACD9C44069}"/>
          </ac:spMkLst>
        </pc:spChg>
        <pc:grpChg chg="add mod">
          <ac:chgData name="Luis Carlos Guevara Hernandez" userId="946bcc4c-b146-4724-978c-751fab731e0a" providerId="ADAL" clId="{8D45B6E4-1233-4CBF-9F60-0793E96FE6AE}" dt="2026-02-04T14:48:08.137" v="4717" actId="164"/>
          <ac:grpSpMkLst>
            <pc:docMk/>
            <pc:sldMk cId="1286297344" sldId="548"/>
            <ac:grpSpMk id="6" creationId="{177FA2F8-407A-5994-E696-3CF7CC6001C9}"/>
          </ac:grpSpMkLst>
        </pc:grpChg>
        <pc:picChg chg="mod">
          <ac:chgData name="Luis Carlos Guevara Hernandez" userId="946bcc4c-b146-4724-978c-751fab731e0a" providerId="ADAL" clId="{8D45B6E4-1233-4CBF-9F60-0793E96FE6AE}" dt="2026-02-04T14:48:08.137" v="4717" actId="164"/>
          <ac:picMkLst>
            <pc:docMk/>
            <pc:sldMk cId="1286297344" sldId="548"/>
            <ac:picMk id="13" creationId="{6B6942AE-4624-19CE-020E-9A0373ED729B}"/>
          </ac:picMkLst>
        </pc:picChg>
      </pc:sldChg>
      <pc:sldChg chg="modSp mod modAnim">
        <pc:chgData name="Luis Carlos Guevara Hernandez" userId="946bcc4c-b146-4724-978c-751fab731e0a" providerId="ADAL" clId="{8D45B6E4-1233-4CBF-9F60-0793E96FE6AE}" dt="2026-02-04T14:48:31.080" v="4722"/>
        <pc:sldMkLst>
          <pc:docMk/>
          <pc:sldMk cId="1289207180" sldId="549"/>
        </pc:sldMkLst>
        <pc:spChg chg="mod">
          <ac:chgData name="Luis Carlos Guevara Hernandez" userId="946bcc4c-b146-4724-978c-751fab731e0a" providerId="ADAL" clId="{8D45B6E4-1233-4CBF-9F60-0793E96FE6AE}" dt="2026-02-02T14:38:53.968" v="3350" actId="790"/>
          <ac:spMkLst>
            <pc:docMk/>
            <pc:sldMk cId="1289207180" sldId="549"/>
            <ac:spMk id="3" creationId="{2865A8C4-8AB3-CEA1-57B3-92040B262156}"/>
          </ac:spMkLst>
        </pc:spChg>
        <pc:spChg chg="mod">
          <ac:chgData name="Luis Carlos Guevara Hernandez" userId="946bcc4c-b146-4724-978c-751fab731e0a" providerId="ADAL" clId="{8D45B6E4-1233-4CBF-9F60-0793E96FE6AE}" dt="2026-02-02T14:38:53.968" v="3350" actId="790"/>
          <ac:spMkLst>
            <pc:docMk/>
            <pc:sldMk cId="1289207180" sldId="549"/>
            <ac:spMk id="4" creationId="{587A5865-9D62-66BD-EFF5-AED37D80BDED}"/>
          </ac:spMkLst>
        </pc:spChg>
        <pc:spChg chg="mod">
          <ac:chgData name="Luis Carlos Guevara Hernandez" userId="946bcc4c-b146-4724-978c-751fab731e0a" providerId="ADAL" clId="{8D45B6E4-1233-4CBF-9F60-0793E96FE6AE}" dt="2026-02-02T14:38:53.968" v="3350" actId="790"/>
          <ac:spMkLst>
            <pc:docMk/>
            <pc:sldMk cId="1289207180" sldId="549"/>
            <ac:spMk id="5" creationId="{001F7BA3-BDA8-2FA9-57D2-26F511C8640E}"/>
          </ac:spMkLst>
        </pc:spChg>
        <pc:spChg chg="mod">
          <ac:chgData name="Luis Carlos Guevara Hernandez" userId="946bcc4c-b146-4724-978c-751fab731e0a" providerId="ADAL" clId="{8D45B6E4-1233-4CBF-9F60-0793E96FE6AE}" dt="2026-02-02T14:38:53.968" v="3350" actId="790"/>
          <ac:spMkLst>
            <pc:docMk/>
            <pc:sldMk cId="1289207180" sldId="549"/>
            <ac:spMk id="7" creationId="{9052330E-353D-7FB3-44C8-E2FE345A4032}"/>
          </ac:spMkLst>
        </pc:spChg>
        <pc:spChg chg="mod">
          <ac:chgData name="Luis Carlos Guevara Hernandez" userId="946bcc4c-b146-4724-978c-751fab731e0a" providerId="ADAL" clId="{8D45B6E4-1233-4CBF-9F60-0793E96FE6AE}" dt="2026-02-02T14:38:53.968" v="3350" actId="790"/>
          <ac:spMkLst>
            <pc:docMk/>
            <pc:sldMk cId="1289207180" sldId="549"/>
            <ac:spMk id="10" creationId="{F8044171-D1BE-F7F8-3E22-9454DE0B97C9}"/>
          </ac:spMkLst>
        </pc:spChg>
        <pc:spChg chg="mod">
          <ac:chgData name="Luis Carlos Guevara Hernandez" userId="946bcc4c-b146-4724-978c-751fab731e0a" providerId="ADAL" clId="{8D45B6E4-1233-4CBF-9F60-0793E96FE6AE}" dt="2026-02-02T14:38:53.968" v="3350" actId="790"/>
          <ac:spMkLst>
            <pc:docMk/>
            <pc:sldMk cId="1289207180" sldId="549"/>
            <ac:spMk id="155" creationId="{EBB8C0F1-ADF0-68A4-EE43-057152E1D222}"/>
          </ac:spMkLst>
        </pc:spChg>
      </pc:sldChg>
      <pc:sldChg chg="modSp mod modAnim">
        <pc:chgData name="Luis Carlos Guevara Hernandez" userId="946bcc4c-b146-4724-978c-751fab731e0a" providerId="ADAL" clId="{8D45B6E4-1233-4CBF-9F60-0793E96FE6AE}" dt="2026-02-04T14:48:44.137" v="4726"/>
        <pc:sldMkLst>
          <pc:docMk/>
          <pc:sldMk cId="1227792092" sldId="550"/>
        </pc:sldMkLst>
        <pc:spChg chg="mod">
          <ac:chgData name="Luis Carlos Guevara Hernandez" userId="946bcc4c-b146-4724-978c-751fab731e0a" providerId="ADAL" clId="{8D45B6E4-1233-4CBF-9F60-0793E96FE6AE}" dt="2026-02-02T14:38:53.968" v="3350" actId="790"/>
          <ac:spMkLst>
            <pc:docMk/>
            <pc:sldMk cId="1227792092" sldId="550"/>
            <ac:spMk id="4" creationId="{D0367BFE-AD83-BBD5-4892-F61161A3A7BD}"/>
          </ac:spMkLst>
        </pc:spChg>
        <pc:spChg chg="mod">
          <ac:chgData name="Luis Carlos Guevara Hernandez" userId="946bcc4c-b146-4724-978c-751fab731e0a" providerId="ADAL" clId="{8D45B6E4-1233-4CBF-9F60-0793E96FE6AE}" dt="2026-02-02T14:38:53.968" v="3350" actId="790"/>
          <ac:spMkLst>
            <pc:docMk/>
            <pc:sldMk cId="1227792092" sldId="550"/>
            <ac:spMk id="5" creationId="{B9AE5A21-C019-8A33-3661-F50C667E9CFD}"/>
          </ac:spMkLst>
        </pc:spChg>
        <pc:spChg chg="mod">
          <ac:chgData name="Luis Carlos Guevara Hernandez" userId="946bcc4c-b146-4724-978c-751fab731e0a" providerId="ADAL" clId="{8D45B6E4-1233-4CBF-9F60-0793E96FE6AE}" dt="2026-02-02T14:38:53.968" v="3350" actId="790"/>
          <ac:spMkLst>
            <pc:docMk/>
            <pc:sldMk cId="1227792092" sldId="550"/>
            <ac:spMk id="9" creationId="{FADD5E40-5673-1031-5F06-FD3DCC5F6427}"/>
          </ac:spMkLst>
        </pc:spChg>
        <pc:spChg chg="mod">
          <ac:chgData name="Luis Carlos Guevara Hernandez" userId="946bcc4c-b146-4724-978c-751fab731e0a" providerId="ADAL" clId="{8D45B6E4-1233-4CBF-9F60-0793E96FE6AE}" dt="2026-02-02T14:38:53.968" v="3350" actId="790"/>
          <ac:spMkLst>
            <pc:docMk/>
            <pc:sldMk cId="1227792092" sldId="550"/>
            <ac:spMk id="10" creationId="{775FDA01-1C05-4F0C-40A4-65F29E789E6A}"/>
          </ac:spMkLst>
        </pc:spChg>
        <pc:spChg chg="mod">
          <ac:chgData name="Luis Carlos Guevara Hernandez" userId="946bcc4c-b146-4724-978c-751fab731e0a" providerId="ADAL" clId="{8D45B6E4-1233-4CBF-9F60-0793E96FE6AE}" dt="2026-02-02T14:38:53.968" v="3350" actId="790"/>
          <ac:spMkLst>
            <pc:docMk/>
            <pc:sldMk cId="1227792092" sldId="550"/>
            <ac:spMk id="15" creationId="{A1CE742F-A3C7-FAEF-F01D-53B6DA5379E4}"/>
          </ac:spMkLst>
        </pc:spChg>
        <pc:spChg chg="mod">
          <ac:chgData name="Luis Carlos Guevara Hernandez" userId="946bcc4c-b146-4724-978c-751fab731e0a" providerId="ADAL" clId="{8D45B6E4-1233-4CBF-9F60-0793E96FE6AE}" dt="2026-02-02T14:38:53.968" v="3350" actId="790"/>
          <ac:spMkLst>
            <pc:docMk/>
            <pc:sldMk cId="1227792092" sldId="550"/>
            <ac:spMk id="155" creationId="{4E92B57E-A37C-F2D8-2410-4FEA827A0E79}"/>
          </ac:spMkLst>
        </pc:spChg>
      </pc:sldChg>
      <pc:sldChg chg="modSp mod modAnim">
        <pc:chgData name="Luis Carlos Guevara Hernandez" userId="946bcc4c-b146-4724-978c-751fab731e0a" providerId="ADAL" clId="{8D45B6E4-1233-4CBF-9F60-0793E96FE6AE}" dt="2026-02-04T14:49:19.739" v="4734"/>
        <pc:sldMkLst>
          <pc:docMk/>
          <pc:sldMk cId="2968802784" sldId="551"/>
        </pc:sldMkLst>
        <pc:spChg chg="mod">
          <ac:chgData name="Luis Carlos Guevara Hernandez" userId="946bcc4c-b146-4724-978c-751fab731e0a" providerId="ADAL" clId="{8D45B6E4-1233-4CBF-9F60-0793E96FE6AE}" dt="2026-02-02T14:38:53.968" v="3350" actId="790"/>
          <ac:spMkLst>
            <pc:docMk/>
            <pc:sldMk cId="2968802784" sldId="551"/>
            <ac:spMk id="2" creationId="{30915F75-E1C3-4242-005F-1CB145B79178}"/>
          </ac:spMkLst>
        </pc:spChg>
        <pc:spChg chg="mod">
          <ac:chgData name="Luis Carlos Guevara Hernandez" userId="946bcc4c-b146-4724-978c-751fab731e0a" providerId="ADAL" clId="{8D45B6E4-1233-4CBF-9F60-0793E96FE6AE}" dt="2026-02-02T14:38:53.968" v="3350" actId="790"/>
          <ac:spMkLst>
            <pc:docMk/>
            <pc:sldMk cId="2968802784" sldId="551"/>
            <ac:spMk id="150" creationId="{0807038A-C0A4-5868-DCB8-DEC29B51636B}"/>
          </ac:spMkLst>
        </pc:spChg>
        <pc:spChg chg="mod">
          <ac:chgData name="Luis Carlos Guevara Hernandez" userId="946bcc4c-b146-4724-978c-751fab731e0a" providerId="ADAL" clId="{8D45B6E4-1233-4CBF-9F60-0793E96FE6AE}" dt="2026-02-02T14:38:53.968" v="3350" actId="790"/>
          <ac:spMkLst>
            <pc:docMk/>
            <pc:sldMk cId="2968802784" sldId="551"/>
            <ac:spMk id="152" creationId="{8E9204AB-61BF-9064-6CAF-B666506156DE}"/>
          </ac:spMkLst>
        </pc:spChg>
        <pc:spChg chg="mod">
          <ac:chgData name="Luis Carlos Guevara Hernandez" userId="946bcc4c-b146-4724-978c-751fab731e0a" providerId="ADAL" clId="{8D45B6E4-1233-4CBF-9F60-0793E96FE6AE}" dt="2026-02-02T14:38:53.968" v="3350" actId="790"/>
          <ac:spMkLst>
            <pc:docMk/>
            <pc:sldMk cId="2968802784" sldId="551"/>
            <ac:spMk id="156" creationId="{C21B14A6-70E0-976D-D001-C2B291506D3A}"/>
          </ac:spMkLst>
        </pc:spChg>
        <pc:spChg chg="mod">
          <ac:chgData name="Luis Carlos Guevara Hernandez" userId="946bcc4c-b146-4724-978c-751fab731e0a" providerId="ADAL" clId="{8D45B6E4-1233-4CBF-9F60-0793E96FE6AE}" dt="2026-02-02T14:38:53.968" v="3350" actId="790"/>
          <ac:spMkLst>
            <pc:docMk/>
            <pc:sldMk cId="2968802784" sldId="551"/>
            <ac:spMk id="157" creationId="{F7A86636-A144-5015-CBC1-2AA951A3234A}"/>
          </ac:spMkLst>
        </pc:spChg>
        <pc:spChg chg="mod">
          <ac:chgData name="Luis Carlos Guevara Hernandez" userId="946bcc4c-b146-4724-978c-751fab731e0a" providerId="ADAL" clId="{8D45B6E4-1233-4CBF-9F60-0793E96FE6AE}" dt="2026-02-02T14:38:53.968" v="3350" actId="790"/>
          <ac:spMkLst>
            <pc:docMk/>
            <pc:sldMk cId="2968802784" sldId="551"/>
            <ac:spMk id="161" creationId="{0C6FA75A-A7FD-11F9-0E4D-2550D43BCE0E}"/>
          </ac:spMkLst>
        </pc:spChg>
        <pc:spChg chg="mod">
          <ac:chgData name="Luis Carlos Guevara Hernandez" userId="946bcc4c-b146-4724-978c-751fab731e0a" providerId="ADAL" clId="{8D45B6E4-1233-4CBF-9F60-0793E96FE6AE}" dt="2026-02-02T14:38:53.968" v="3350" actId="790"/>
          <ac:spMkLst>
            <pc:docMk/>
            <pc:sldMk cId="2968802784" sldId="551"/>
            <ac:spMk id="163" creationId="{C1AA072C-D4FD-96E7-384B-66EAF5DCBC0A}"/>
          </ac:spMkLst>
        </pc:spChg>
        <pc:spChg chg="mod">
          <ac:chgData name="Luis Carlos Guevara Hernandez" userId="946bcc4c-b146-4724-978c-751fab731e0a" providerId="ADAL" clId="{8D45B6E4-1233-4CBF-9F60-0793E96FE6AE}" dt="2026-02-02T14:38:53.968" v="3350" actId="790"/>
          <ac:spMkLst>
            <pc:docMk/>
            <pc:sldMk cId="2968802784" sldId="551"/>
            <ac:spMk id="165" creationId="{2AEFD58B-BEB0-CD18-EA04-F648FCED974C}"/>
          </ac:spMkLst>
        </pc:spChg>
        <pc:spChg chg="mod">
          <ac:chgData name="Luis Carlos Guevara Hernandez" userId="946bcc4c-b146-4724-978c-751fab731e0a" providerId="ADAL" clId="{8D45B6E4-1233-4CBF-9F60-0793E96FE6AE}" dt="2026-02-02T14:38:53.968" v="3350" actId="790"/>
          <ac:spMkLst>
            <pc:docMk/>
            <pc:sldMk cId="2968802784" sldId="551"/>
            <ac:spMk id="167" creationId="{991AD368-9505-5033-413F-70BA8609EB0A}"/>
          </ac:spMkLst>
        </pc:spChg>
        <pc:spChg chg="mod">
          <ac:chgData name="Luis Carlos Guevara Hernandez" userId="946bcc4c-b146-4724-978c-751fab731e0a" providerId="ADAL" clId="{8D45B6E4-1233-4CBF-9F60-0793E96FE6AE}" dt="2026-02-02T14:38:53.968" v="3350" actId="790"/>
          <ac:spMkLst>
            <pc:docMk/>
            <pc:sldMk cId="2968802784" sldId="551"/>
            <ac:spMk id="168" creationId="{FFD59A2B-F777-1528-585B-1142F01D0049}"/>
          </ac:spMkLst>
        </pc:spChg>
      </pc:sldChg>
      <pc:sldChg chg="modSp mod modAnim">
        <pc:chgData name="Luis Carlos Guevara Hernandez" userId="946bcc4c-b146-4724-978c-751fab731e0a" providerId="ADAL" clId="{8D45B6E4-1233-4CBF-9F60-0793E96FE6AE}" dt="2026-02-04T14:49:40.530" v="4740"/>
        <pc:sldMkLst>
          <pc:docMk/>
          <pc:sldMk cId="1936215075" sldId="553"/>
        </pc:sldMkLst>
        <pc:spChg chg="mod">
          <ac:chgData name="Luis Carlos Guevara Hernandez" userId="946bcc4c-b146-4724-978c-751fab731e0a" providerId="ADAL" clId="{8D45B6E4-1233-4CBF-9F60-0793E96FE6AE}" dt="2026-02-02T14:38:53.968" v="3350" actId="790"/>
          <ac:spMkLst>
            <pc:docMk/>
            <pc:sldMk cId="1936215075" sldId="553"/>
            <ac:spMk id="3" creationId="{47094AE0-4C3F-D1CF-88F1-0D9934AC6466}"/>
          </ac:spMkLst>
        </pc:spChg>
        <pc:spChg chg="mod">
          <ac:chgData name="Luis Carlos Guevara Hernandez" userId="946bcc4c-b146-4724-978c-751fab731e0a" providerId="ADAL" clId="{8D45B6E4-1233-4CBF-9F60-0793E96FE6AE}" dt="2026-02-02T14:38:53.968" v="3350" actId="790"/>
          <ac:spMkLst>
            <pc:docMk/>
            <pc:sldMk cId="1936215075" sldId="553"/>
            <ac:spMk id="4" creationId="{EE257A2B-616C-F9A1-E978-70C6EF87935E}"/>
          </ac:spMkLst>
        </pc:spChg>
        <pc:spChg chg="mod">
          <ac:chgData name="Luis Carlos Guevara Hernandez" userId="946bcc4c-b146-4724-978c-751fab731e0a" providerId="ADAL" clId="{8D45B6E4-1233-4CBF-9F60-0793E96FE6AE}" dt="2026-02-02T14:38:53.968" v="3350" actId="790"/>
          <ac:spMkLst>
            <pc:docMk/>
            <pc:sldMk cId="1936215075" sldId="553"/>
            <ac:spMk id="5" creationId="{85EC1183-1D51-723D-F908-F50AC6F501B1}"/>
          </ac:spMkLst>
        </pc:spChg>
        <pc:spChg chg="mod">
          <ac:chgData name="Luis Carlos Guevara Hernandez" userId="946bcc4c-b146-4724-978c-751fab731e0a" providerId="ADAL" clId="{8D45B6E4-1233-4CBF-9F60-0793E96FE6AE}" dt="2026-02-02T14:38:53.968" v="3350" actId="790"/>
          <ac:spMkLst>
            <pc:docMk/>
            <pc:sldMk cId="1936215075" sldId="553"/>
            <ac:spMk id="6" creationId="{3BF3E7FC-25D2-8F9C-B0CA-1F9E272E29A2}"/>
          </ac:spMkLst>
        </pc:spChg>
        <pc:spChg chg="mod">
          <ac:chgData name="Luis Carlos Guevara Hernandez" userId="946bcc4c-b146-4724-978c-751fab731e0a" providerId="ADAL" clId="{8D45B6E4-1233-4CBF-9F60-0793E96FE6AE}" dt="2026-02-02T14:38:53.968" v="3350" actId="790"/>
          <ac:spMkLst>
            <pc:docMk/>
            <pc:sldMk cId="1936215075" sldId="553"/>
            <ac:spMk id="7" creationId="{D8F20FD1-2836-10B2-9E20-6430D9EF8648}"/>
          </ac:spMkLst>
        </pc:spChg>
        <pc:spChg chg="mod">
          <ac:chgData name="Luis Carlos Guevara Hernandez" userId="946bcc4c-b146-4724-978c-751fab731e0a" providerId="ADAL" clId="{8D45B6E4-1233-4CBF-9F60-0793E96FE6AE}" dt="2026-02-02T14:38:53.968" v="3350" actId="790"/>
          <ac:spMkLst>
            <pc:docMk/>
            <pc:sldMk cId="1936215075" sldId="553"/>
            <ac:spMk id="9" creationId="{08044AD2-29C1-5DA2-D1C5-EF22CF698462}"/>
          </ac:spMkLst>
        </pc:spChg>
        <pc:spChg chg="mod">
          <ac:chgData name="Luis Carlos Guevara Hernandez" userId="946bcc4c-b146-4724-978c-751fab731e0a" providerId="ADAL" clId="{8D45B6E4-1233-4CBF-9F60-0793E96FE6AE}" dt="2026-02-02T14:38:53.968" v="3350" actId="790"/>
          <ac:spMkLst>
            <pc:docMk/>
            <pc:sldMk cId="1936215075" sldId="553"/>
            <ac:spMk id="10" creationId="{5E6DF9E8-4359-44E1-79B5-9CE31691D2F2}"/>
          </ac:spMkLst>
        </pc:spChg>
        <pc:spChg chg="mod">
          <ac:chgData name="Luis Carlos Guevara Hernandez" userId="946bcc4c-b146-4724-978c-751fab731e0a" providerId="ADAL" clId="{8D45B6E4-1233-4CBF-9F60-0793E96FE6AE}" dt="2026-02-02T14:38:53.968" v="3350" actId="790"/>
          <ac:spMkLst>
            <pc:docMk/>
            <pc:sldMk cId="1936215075" sldId="553"/>
            <ac:spMk id="13" creationId="{081EBBAD-214C-2006-92E7-1F850631AA09}"/>
          </ac:spMkLst>
        </pc:spChg>
        <pc:graphicFrameChg chg="modGraphic">
          <ac:chgData name="Luis Carlos Guevara Hernandez" userId="946bcc4c-b146-4724-978c-751fab731e0a" providerId="ADAL" clId="{8D45B6E4-1233-4CBF-9F60-0793E96FE6AE}" dt="2026-02-02T14:38:53.968" v="3350" actId="790"/>
          <ac:graphicFrameMkLst>
            <pc:docMk/>
            <pc:sldMk cId="1936215075" sldId="553"/>
            <ac:graphicFrameMk id="12" creationId="{44380EBE-7995-998F-3BBC-A4BA804DFE40}"/>
          </ac:graphicFrameMkLst>
        </pc:graphicFrameChg>
      </pc:sldChg>
      <pc:sldChg chg="modSp mod modAnim">
        <pc:chgData name="Luis Carlos Guevara Hernandez" userId="946bcc4c-b146-4724-978c-751fab731e0a" providerId="ADAL" clId="{8D45B6E4-1233-4CBF-9F60-0793E96FE6AE}" dt="2026-02-04T14:50:13.722" v="4755"/>
        <pc:sldMkLst>
          <pc:docMk/>
          <pc:sldMk cId="249344862" sldId="554"/>
        </pc:sldMkLst>
        <pc:spChg chg="mod">
          <ac:chgData name="Luis Carlos Guevara Hernandez" userId="946bcc4c-b146-4724-978c-751fab731e0a" providerId="ADAL" clId="{8D45B6E4-1233-4CBF-9F60-0793E96FE6AE}" dt="2026-02-02T14:38:53.968" v="3350" actId="790"/>
          <ac:spMkLst>
            <pc:docMk/>
            <pc:sldMk cId="249344862" sldId="554"/>
            <ac:spMk id="4" creationId="{0EE372F8-F38D-3C83-0997-06B48EA497E3}"/>
          </ac:spMkLst>
        </pc:spChg>
        <pc:spChg chg="mod">
          <ac:chgData name="Luis Carlos Guevara Hernandez" userId="946bcc4c-b146-4724-978c-751fab731e0a" providerId="ADAL" clId="{8D45B6E4-1233-4CBF-9F60-0793E96FE6AE}" dt="2026-02-02T14:38:53.968" v="3350" actId="790"/>
          <ac:spMkLst>
            <pc:docMk/>
            <pc:sldMk cId="249344862" sldId="554"/>
            <ac:spMk id="5" creationId="{3AAA2E7E-068D-3854-2FA6-D60DC7A50D79}"/>
          </ac:spMkLst>
        </pc:spChg>
        <pc:spChg chg="mod">
          <ac:chgData name="Luis Carlos Guevara Hernandez" userId="946bcc4c-b146-4724-978c-751fab731e0a" providerId="ADAL" clId="{8D45B6E4-1233-4CBF-9F60-0793E96FE6AE}" dt="2026-02-04T14:50:02.899" v="4752" actId="1076"/>
          <ac:spMkLst>
            <pc:docMk/>
            <pc:sldMk cId="249344862" sldId="554"/>
            <ac:spMk id="6" creationId="{460F2A58-6B3F-174C-376B-4A8DB4542E1B}"/>
          </ac:spMkLst>
        </pc:spChg>
        <pc:spChg chg="mod">
          <ac:chgData name="Luis Carlos Guevara Hernandez" userId="946bcc4c-b146-4724-978c-751fab731e0a" providerId="ADAL" clId="{8D45B6E4-1233-4CBF-9F60-0793E96FE6AE}" dt="2026-02-02T14:38:53.968" v="3350" actId="790"/>
          <ac:spMkLst>
            <pc:docMk/>
            <pc:sldMk cId="249344862" sldId="554"/>
            <ac:spMk id="10" creationId="{E4678F61-98D8-7FD9-E8FF-714B2D674DBA}"/>
          </ac:spMkLst>
        </pc:spChg>
        <pc:spChg chg="mod">
          <ac:chgData name="Luis Carlos Guevara Hernandez" userId="946bcc4c-b146-4724-978c-751fab731e0a" providerId="ADAL" clId="{8D45B6E4-1233-4CBF-9F60-0793E96FE6AE}" dt="2026-02-02T14:38:53.968" v="3350" actId="790"/>
          <ac:spMkLst>
            <pc:docMk/>
            <pc:sldMk cId="249344862" sldId="554"/>
            <ac:spMk id="12" creationId="{98A23764-6694-7CE2-8F1B-9F320DEF5C7D}"/>
          </ac:spMkLst>
        </pc:spChg>
        <pc:spChg chg="mod">
          <ac:chgData name="Luis Carlos Guevara Hernandez" userId="946bcc4c-b146-4724-978c-751fab731e0a" providerId="ADAL" clId="{8D45B6E4-1233-4CBF-9F60-0793E96FE6AE}" dt="2026-02-02T14:38:53.968" v="3350" actId="790"/>
          <ac:spMkLst>
            <pc:docMk/>
            <pc:sldMk cId="249344862" sldId="554"/>
            <ac:spMk id="16" creationId="{4E8A61EB-54EA-D1B3-D2C7-EFF35C56C12E}"/>
          </ac:spMkLst>
        </pc:spChg>
        <pc:spChg chg="mod">
          <ac:chgData name="Luis Carlos Guevara Hernandez" userId="946bcc4c-b146-4724-978c-751fab731e0a" providerId="ADAL" clId="{8D45B6E4-1233-4CBF-9F60-0793E96FE6AE}" dt="2026-02-02T14:38:53.968" v="3350" actId="790"/>
          <ac:spMkLst>
            <pc:docMk/>
            <pc:sldMk cId="249344862" sldId="554"/>
            <ac:spMk id="20" creationId="{69ED1AF3-ADA5-3D95-9CA8-17E96FBC4D4A}"/>
          </ac:spMkLst>
        </pc:spChg>
        <pc:spChg chg="mod">
          <ac:chgData name="Luis Carlos Guevara Hernandez" userId="946bcc4c-b146-4724-978c-751fab731e0a" providerId="ADAL" clId="{8D45B6E4-1233-4CBF-9F60-0793E96FE6AE}" dt="2026-02-02T14:38:53.968" v="3350" actId="790"/>
          <ac:spMkLst>
            <pc:docMk/>
            <pc:sldMk cId="249344862" sldId="554"/>
            <ac:spMk id="25" creationId="{4EF8A8A7-1513-E502-F82B-041A8921BE8E}"/>
          </ac:spMkLst>
        </pc:spChg>
        <pc:spChg chg="mod">
          <ac:chgData name="Luis Carlos Guevara Hernandez" userId="946bcc4c-b146-4724-978c-751fab731e0a" providerId="ADAL" clId="{8D45B6E4-1233-4CBF-9F60-0793E96FE6AE}" dt="2026-02-02T14:38:53.968" v="3350" actId="790"/>
          <ac:spMkLst>
            <pc:docMk/>
            <pc:sldMk cId="249344862" sldId="554"/>
            <ac:spMk id="30" creationId="{7F44CFA7-826B-4DB9-A90D-F4A5367513AE}"/>
          </ac:spMkLst>
        </pc:spChg>
        <pc:spChg chg="mod">
          <ac:chgData name="Luis Carlos Guevara Hernandez" userId="946bcc4c-b146-4724-978c-751fab731e0a" providerId="ADAL" clId="{8D45B6E4-1233-4CBF-9F60-0793E96FE6AE}" dt="2026-02-02T14:38:53.968" v="3350" actId="790"/>
          <ac:spMkLst>
            <pc:docMk/>
            <pc:sldMk cId="249344862" sldId="554"/>
            <ac:spMk id="32" creationId="{FAA276EF-48F9-B7B3-56A9-C5B9D6C6F2E3}"/>
          </ac:spMkLst>
        </pc:spChg>
        <pc:spChg chg="mod">
          <ac:chgData name="Luis Carlos Guevara Hernandez" userId="946bcc4c-b146-4724-978c-751fab731e0a" providerId="ADAL" clId="{8D45B6E4-1233-4CBF-9F60-0793E96FE6AE}" dt="2026-02-02T14:38:53.968" v="3350" actId="790"/>
          <ac:spMkLst>
            <pc:docMk/>
            <pc:sldMk cId="249344862" sldId="554"/>
            <ac:spMk id="35" creationId="{3E9222E9-23AE-EC05-2016-AC1E30915E3A}"/>
          </ac:spMkLst>
        </pc:spChg>
      </pc:sldChg>
      <pc:sldChg chg="modSp mod modAnim">
        <pc:chgData name="Luis Carlos Guevara Hernandez" userId="946bcc4c-b146-4724-978c-751fab731e0a" providerId="ADAL" clId="{8D45B6E4-1233-4CBF-9F60-0793E96FE6AE}" dt="2026-02-04T14:50:25.785" v="4759"/>
        <pc:sldMkLst>
          <pc:docMk/>
          <pc:sldMk cId="3018169007" sldId="555"/>
        </pc:sldMkLst>
        <pc:spChg chg="mod">
          <ac:chgData name="Luis Carlos Guevara Hernandez" userId="946bcc4c-b146-4724-978c-751fab731e0a" providerId="ADAL" clId="{8D45B6E4-1233-4CBF-9F60-0793E96FE6AE}" dt="2026-02-02T14:38:53.968" v="3350" actId="790"/>
          <ac:spMkLst>
            <pc:docMk/>
            <pc:sldMk cId="3018169007" sldId="555"/>
            <ac:spMk id="3" creationId="{04CECEA9-A7E9-EFB8-0C04-FBF4ED1F06FA}"/>
          </ac:spMkLst>
        </pc:spChg>
        <pc:spChg chg="mod">
          <ac:chgData name="Luis Carlos Guevara Hernandez" userId="946bcc4c-b146-4724-978c-751fab731e0a" providerId="ADAL" clId="{8D45B6E4-1233-4CBF-9F60-0793E96FE6AE}" dt="2026-02-02T14:38:53.968" v="3350" actId="790"/>
          <ac:spMkLst>
            <pc:docMk/>
            <pc:sldMk cId="3018169007" sldId="555"/>
            <ac:spMk id="4" creationId="{F32F30EF-A76C-9D4D-8571-719708048559}"/>
          </ac:spMkLst>
        </pc:spChg>
        <pc:spChg chg="mod">
          <ac:chgData name="Luis Carlos Guevara Hernandez" userId="946bcc4c-b146-4724-978c-751fab731e0a" providerId="ADAL" clId="{8D45B6E4-1233-4CBF-9F60-0793E96FE6AE}" dt="2026-02-02T14:38:53.968" v="3350" actId="790"/>
          <ac:spMkLst>
            <pc:docMk/>
            <pc:sldMk cId="3018169007" sldId="555"/>
            <ac:spMk id="5" creationId="{6B985E6A-FC30-2FF9-D41F-1FE2DFBFD11B}"/>
          </ac:spMkLst>
        </pc:spChg>
        <pc:spChg chg="mod">
          <ac:chgData name="Luis Carlos Guevara Hernandez" userId="946bcc4c-b146-4724-978c-751fab731e0a" providerId="ADAL" clId="{8D45B6E4-1233-4CBF-9F60-0793E96FE6AE}" dt="2026-02-02T14:38:53.968" v="3350" actId="790"/>
          <ac:spMkLst>
            <pc:docMk/>
            <pc:sldMk cId="3018169007" sldId="555"/>
            <ac:spMk id="6" creationId="{14144316-D189-9A83-3AF4-44EA01169353}"/>
          </ac:spMkLst>
        </pc:spChg>
        <pc:spChg chg="mod">
          <ac:chgData name="Luis Carlos Guevara Hernandez" userId="946bcc4c-b146-4724-978c-751fab731e0a" providerId="ADAL" clId="{8D45B6E4-1233-4CBF-9F60-0793E96FE6AE}" dt="2026-02-02T14:38:53.968" v="3350" actId="790"/>
          <ac:spMkLst>
            <pc:docMk/>
            <pc:sldMk cId="3018169007" sldId="555"/>
            <ac:spMk id="10" creationId="{F3CF25BE-8E39-21F4-1300-C299C3D929F3}"/>
          </ac:spMkLst>
        </pc:spChg>
        <pc:spChg chg="mod">
          <ac:chgData name="Luis Carlos Guevara Hernandez" userId="946bcc4c-b146-4724-978c-751fab731e0a" providerId="ADAL" clId="{8D45B6E4-1233-4CBF-9F60-0793E96FE6AE}" dt="2026-02-02T14:38:53.968" v="3350" actId="790"/>
          <ac:spMkLst>
            <pc:docMk/>
            <pc:sldMk cId="3018169007" sldId="555"/>
            <ac:spMk id="14" creationId="{0AB896B1-4B03-3C9A-4AC2-1103959A9013}"/>
          </ac:spMkLst>
        </pc:spChg>
        <pc:spChg chg="mod">
          <ac:chgData name="Luis Carlos Guevara Hernandez" userId="946bcc4c-b146-4724-978c-751fab731e0a" providerId="ADAL" clId="{8D45B6E4-1233-4CBF-9F60-0793E96FE6AE}" dt="2026-02-02T14:38:53.968" v="3350" actId="790"/>
          <ac:spMkLst>
            <pc:docMk/>
            <pc:sldMk cId="3018169007" sldId="555"/>
            <ac:spMk id="18" creationId="{6B14993C-31E0-32DD-D2B7-42EC406ED3B9}"/>
          </ac:spMkLst>
        </pc:spChg>
        <pc:spChg chg="mod">
          <ac:chgData name="Luis Carlos Guevara Hernandez" userId="946bcc4c-b146-4724-978c-751fab731e0a" providerId="ADAL" clId="{8D45B6E4-1233-4CBF-9F60-0793E96FE6AE}" dt="2026-02-02T14:38:53.968" v="3350" actId="790"/>
          <ac:spMkLst>
            <pc:docMk/>
            <pc:sldMk cId="3018169007" sldId="555"/>
            <ac:spMk id="32" creationId="{2ECA9F9F-340A-9178-C576-9362FFE364CE}"/>
          </ac:spMkLst>
        </pc:spChg>
        <pc:spChg chg="mod">
          <ac:chgData name="Luis Carlos Guevara Hernandez" userId="946bcc4c-b146-4724-978c-751fab731e0a" providerId="ADAL" clId="{8D45B6E4-1233-4CBF-9F60-0793E96FE6AE}" dt="2026-02-02T14:38:53.968" v="3350" actId="790"/>
          <ac:spMkLst>
            <pc:docMk/>
            <pc:sldMk cId="3018169007" sldId="555"/>
            <ac:spMk id="35" creationId="{3F6A492C-D2E4-D022-6AA6-DFA461760BB6}"/>
          </ac:spMkLst>
        </pc:spChg>
        <pc:picChg chg="mod">
          <ac:chgData name="Luis Carlos Guevara Hernandez" userId="946bcc4c-b146-4724-978c-751fab731e0a" providerId="ADAL" clId="{8D45B6E4-1233-4CBF-9F60-0793E96FE6AE}" dt="2026-02-02T12:49:37.882" v="1680" actId="1076"/>
          <ac:picMkLst>
            <pc:docMk/>
            <pc:sldMk cId="3018169007" sldId="555"/>
            <ac:picMk id="12" creationId="{44427CA0-0BB4-8E05-F1EA-57C43D3474DE}"/>
          </ac:picMkLst>
        </pc:picChg>
        <pc:picChg chg="mod">
          <ac:chgData name="Luis Carlos Guevara Hernandez" userId="946bcc4c-b146-4724-978c-751fab731e0a" providerId="ADAL" clId="{8D45B6E4-1233-4CBF-9F60-0793E96FE6AE}" dt="2026-02-02T12:49:31.599" v="1679" actId="1076"/>
          <ac:picMkLst>
            <pc:docMk/>
            <pc:sldMk cId="3018169007" sldId="555"/>
            <ac:picMk id="27" creationId="{436B313C-F690-7EC5-CC97-5F2CD06F0C50}"/>
          </ac:picMkLst>
        </pc:picChg>
      </pc:sldChg>
      <pc:sldChg chg="delSp modSp mod modAnim">
        <pc:chgData name="Luis Carlos Guevara Hernandez" userId="946bcc4c-b146-4724-978c-751fab731e0a" providerId="ADAL" clId="{8D45B6E4-1233-4CBF-9F60-0793E96FE6AE}" dt="2026-02-04T14:50:41.021" v="4763"/>
        <pc:sldMkLst>
          <pc:docMk/>
          <pc:sldMk cId="783125144" sldId="556"/>
        </pc:sldMkLst>
        <pc:spChg chg="mod">
          <ac:chgData name="Luis Carlos Guevara Hernandez" userId="946bcc4c-b146-4724-978c-751fab731e0a" providerId="ADAL" clId="{8D45B6E4-1233-4CBF-9F60-0793E96FE6AE}" dt="2026-02-02T14:38:53.968" v="3350" actId="790"/>
          <ac:spMkLst>
            <pc:docMk/>
            <pc:sldMk cId="783125144" sldId="556"/>
            <ac:spMk id="5" creationId="{9F13B35C-1513-2F3A-BC3A-DD0DC6DC3066}"/>
          </ac:spMkLst>
        </pc:spChg>
        <pc:spChg chg="mod">
          <ac:chgData name="Luis Carlos Guevara Hernandez" userId="946bcc4c-b146-4724-978c-751fab731e0a" providerId="ADAL" clId="{8D45B6E4-1233-4CBF-9F60-0793E96FE6AE}" dt="2026-02-02T14:38:53.968" v="3350" actId="790"/>
          <ac:spMkLst>
            <pc:docMk/>
            <pc:sldMk cId="783125144" sldId="556"/>
            <ac:spMk id="6" creationId="{875EF197-FC42-475E-A071-78DBF029293F}"/>
          </ac:spMkLst>
        </pc:spChg>
        <pc:spChg chg="mod">
          <ac:chgData name="Luis Carlos Guevara Hernandez" userId="946bcc4c-b146-4724-978c-751fab731e0a" providerId="ADAL" clId="{8D45B6E4-1233-4CBF-9F60-0793E96FE6AE}" dt="2026-02-02T14:38:53.968" v="3350" actId="790"/>
          <ac:spMkLst>
            <pc:docMk/>
            <pc:sldMk cId="783125144" sldId="556"/>
            <ac:spMk id="13" creationId="{063AFACB-66BD-B70D-EE8B-15796E5548AE}"/>
          </ac:spMkLst>
        </pc:spChg>
        <pc:spChg chg="mod">
          <ac:chgData name="Luis Carlos Guevara Hernandez" userId="946bcc4c-b146-4724-978c-751fab731e0a" providerId="ADAL" clId="{8D45B6E4-1233-4CBF-9F60-0793E96FE6AE}" dt="2026-02-02T14:38:53.968" v="3350" actId="790"/>
          <ac:spMkLst>
            <pc:docMk/>
            <pc:sldMk cId="783125144" sldId="556"/>
            <ac:spMk id="15" creationId="{40C25BA3-3A9E-EBF0-474E-CDE0F3C94E01}"/>
          </ac:spMkLst>
        </pc:spChg>
        <pc:spChg chg="mod">
          <ac:chgData name="Luis Carlos Guevara Hernandez" userId="946bcc4c-b146-4724-978c-751fab731e0a" providerId="ADAL" clId="{8D45B6E4-1233-4CBF-9F60-0793E96FE6AE}" dt="2026-02-02T14:38:53.968" v="3350" actId="790"/>
          <ac:spMkLst>
            <pc:docMk/>
            <pc:sldMk cId="783125144" sldId="556"/>
            <ac:spMk id="18" creationId="{C38B1FCE-F134-6297-2B94-AD38218C67DD}"/>
          </ac:spMkLst>
        </pc:spChg>
        <pc:spChg chg="mod">
          <ac:chgData name="Luis Carlos Guevara Hernandez" userId="946bcc4c-b146-4724-978c-751fab731e0a" providerId="ADAL" clId="{8D45B6E4-1233-4CBF-9F60-0793E96FE6AE}" dt="2026-02-02T14:38:53.968" v="3350" actId="790"/>
          <ac:spMkLst>
            <pc:docMk/>
            <pc:sldMk cId="783125144" sldId="556"/>
            <ac:spMk id="23" creationId="{45B1ADD0-D95A-9E1D-DD5A-E18AC51E7577}"/>
          </ac:spMkLst>
        </pc:spChg>
        <pc:spChg chg="mod">
          <ac:chgData name="Luis Carlos Guevara Hernandez" userId="946bcc4c-b146-4724-978c-751fab731e0a" providerId="ADAL" clId="{8D45B6E4-1233-4CBF-9F60-0793E96FE6AE}" dt="2026-02-02T14:38:53.968" v="3350" actId="790"/>
          <ac:spMkLst>
            <pc:docMk/>
            <pc:sldMk cId="783125144" sldId="556"/>
            <ac:spMk id="25" creationId="{3EA2945F-CB17-A559-1261-0F96DD7973ED}"/>
          </ac:spMkLst>
        </pc:spChg>
        <pc:spChg chg="mod">
          <ac:chgData name="Luis Carlos Guevara Hernandez" userId="946bcc4c-b146-4724-978c-751fab731e0a" providerId="ADAL" clId="{8D45B6E4-1233-4CBF-9F60-0793E96FE6AE}" dt="2026-02-02T14:38:53.968" v="3350" actId="790"/>
          <ac:spMkLst>
            <pc:docMk/>
            <pc:sldMk cId="783125144" sldId="556"/>
            <ac:spMk id="30" creationId="{A549B66C-94A3-425D-5EF3-E5FF8A8BA771}"/>
          </ac:spMkLst>
        </pc:spChg>
        <pc:picChg chg="mod">
          <ac:chgData name="Luis Carlos Guevara Hernandez" userId="946bcc4c-b146-4724-978c-751fab731e0a" providerId="ADAL" clId="{8D45B6E4-1233-4CBF-9F60-0793E96FE6AE}" dt="2026-02-02T13:26:25.243" v="2221" actId="1035"/>
          <ac:picMkLst>
            <pc:docMk/>
            <pc:sldMk cId="783125144" sldId="556"/>
            <ac:picMk id="19" creationId="{785306A3-D7B1-C760-61EA-99804CEAD1F4}"/>
          </ac:picMkLst>
        </pc:picChg>
        <pc:cxnChg chg="mod">
          <ac:chgData name="Luis Carlos Guevara Hernandez" userId="946bcc4c-b146-4724-978c-751fab731e0a" providerId="ADAL" clId="{8D45B6E4-1233-4CBF-9F60-0793E96FE6AE}" dt="2026-02-02T13:26:25.243" v="2221" actId="1035"/>
          <ac:cxnSpMkLst>
            <pc:docMk/>
            <pc:sldMk cId="783125144" sldId="556"/>
            <ac:cxnSpMk id="20" creationId="{1ED6E397-E28A-85A1-3ACF-B13E83A7D194}"/>
          </ac:cxnSpMkLst>
        </pc:cxnChg>
      </pc:sldChg>
      <pc:sldChg chg="addSp delSp modSp add del mod setBg">
        <pc:chgData name="Luis Carlos Guevara Hernandez" userId="946bcc4c-b146-4724-978c-751fab731e0a" providerId="ADAL" clId="{8D45B6E4-1233-4CBF-9F60-0793E96FE6AE}" dt="2026-02-02T14:38:53.968" v="3350" actId="790"/>
        <pc:sldMkLst>
          <pc:docMk/>
          <pc:sldMk cId="1174601972" sldId="559"/>
        </pc:sldMkLst>
        <pc:spChg chg="mod">
          <ac:chgData name="Luis Carlos Guevara Hernandez" userId="946bcc4c-b146-4724-978c-751fab731e0a" providerId="ADAL" clId="{8D45B6E4-1233-4CBF-9F60-0793E96FE6AE}" dt="2026-02-02T14:38:53.968" v="3350" actId="790"/>
          <ac:spMkLst>
            <pc:docMk/>
            <pc:sldMk cId="1174601972" sldId="559"/>
            <ac:spMk id="5" creationId="{91CE9EDB-9777-B819-4DB2-C3E4FA2DF858}"/>
          </ac:spMkLst>
        </pc:spChg>
        <pc:spChg chg="mod">
          <ac:chgData name="Luis Carlos Guevara Hernandez" userId="946bcc4c-b146-4724-978c-751fab731e0a" providerId="ADAL" clId="{8D45B6E4-1233-4CBF-9F60-0793E96FE6AE}" dt="2026-02-02T14:38:53.968" v="3350" actId="790"/>
          <ac:spMkLst>
            <pc:docMk/>
            <pc:sldMk cId="1174601972" sldId="559"/>
            <ac:spMk id="13" creationId="{BC996F1A-CCD7-CA92-24C9-3F32DA86F579}"/>
          </ac:spMkLst>
        </pc:spChg>
        <pc:spChg chg="mod">
          <ac:chgData name="Luis Carlos Guevara Hernandez" userId="946bcc4c-b146-4724-978c-751fab731e0a" providerId="ADAL" clId="{8D45B6E4-1233-4CBF-9F60-0793E96FE6AE}" dt="2026-02-02T14:38:53.968" v="3350" actId="790"/>
          <ac:spMkLst>
            <pc:docMk/>
            <pc:sldMk cId="1174601972" sldId="559"/>
            <ac:spMk id="14" creationId="{DDBCB033-AEC4-800F-8584-4252DD5FDA3A}"/>
          </ac:spMkLst>
        </pc:spChg>
        <pc:spChg chg="mod">
          <ac:chgData name="Luis Carlos Guevara Hernandez" userId="946bcc4c-b146-4724-978c-751fab731e0a" providerId="ADAL" clId="{8D45B6E4-1233-4CBF-9F60-0793E96FE6AE}" dt="2026-02-02T14:38:53.968" v="3350" actId="790"/>
          <ac:spMkLst>
            <pc:docMk/>
            <pc:sldMk cId="1174601972" sldId="559"/>
            <ac:spMk id="15" creationId="{098828FB-E60C-FF0F-ACC3-AB790B5D2F67}"/>
          </ac:spMkLst>
        </pc:spChg>
        <pc:spChg chg="mod">
          <ac:chgData name="Luis Carlos Guevara Hernandez" userId="946bcc4c-b146-4724-978c-751fab731e0a" providerId="ADAL" clId="{8D45B6E4-1233-4CBF-9F60-0793E96FE6AE}" dt="2026-02-02T14:38:53.968" v="3350" actId="790"/>
          <ac:spMkLst>
            <pc:docMk/>
            <pc:sldMk cId="1174601972" sldId="559"/>
            <ac:spMk id="16" creationId="{1B9330EB-A24E-D87D-DF31-AE372A552CC6}"/>
          </ac:spMkLst>
        </pc:spChg>
        <pc:spChg chg="mod">
          <ac:chgData name="Luis Carlos Guevara Hernandez" userId="946bcc4c-b146-4724-978c-751fab731e0a" providerId="ADAL" clId="{8D45B6E4-1233-4CBF-9F60-0793E96FE6AE}" dt="2026-02-02T14:38:53.968" v="3350" actId="790"/>
          <ac:spMkLst>
            <pc:docMk/>
            <pc:sldMk cId="1174601972" sldId="559"/>
            <ac:spMk id="18" creationId="{F3F5335C-0CAB-FB89-89A9-2DF8360D19AB}"/>
          </ac:spMkLst>
        </pc:spChg>
        <pc:spChg chg="mod">
          <ac:chgData name="Luis Carlos Guevara Hernandez" userId="946bcc4c-b146-4724-978c-751fab731e0a" providerId="ADAL" clId="{8D45B6E4-1233-4CBF-9F60-0793E96FE6AE}" dt="2026-02-02T14:38:53.968" v="3350" actId="790"/>
          <ac:spMkLst>
            <pc:docMk/>
            <pc:sldMk cId="1174601972" sldId="559"/>
            <ac:spMk id="25" creationId="{AC600CBA-94E3-EDAF-2450-D5F05829F378}"/>
          </ac:spMkLst>
        </pc:spChg>
        <pc:spChg chg="mod">
          <ac:chgData name="Luis Carlos Guevara Hernandez" userId="946bcc4c-b146-4724-978c-751fab731e0a" providerId="ADAL" clId="{8D45B6E4-1233-4CBF-9F60-0793E96FE6AE}" dt="2026-02-02T14:38:53.968" v="3350" actId="790"/>
          <ac:spMkLst>
            <pc:docMk/>
            <pc:sldMk cId="1174601972" sldId="559"/>
            <ac:spMk id="30" creationId="{AA50DF1F-C4F6-CD15-4553-8B7A13E73920}"/>
          </ac:spMkLst>
        </pc:spChg>
        <pc:picChg chg="add mod">
          <ac:chgData name="Luis Carlos Guevara Hernandez" userId="946bcc4c-b146-4724-978c-751fab731e0a" providerId="ADAL" clId="{8D45B6E4-1233-4CBF-9F60-0793E96FE6AE}" dt="2026-02-02T14:19:59.131" v="3176"/>
          <ac:picMkLst>
            <pc:docMk/>
            <pc:sldMk cId="1174601972" sldId="559"/>
            <ac:picMk id="4" creationId="{632D1132-3381-405B-862A-3A7E8BF2BEEA}"/>
          </ac:picMkLst>
        </pc:picChg>
      </pc:sldChg>
      <pc:sldChg chg="addSp delSp modSp add del mod modAnim">
        <pc:chgData name="Luis Carlos Guevara Hernandez" userId="946bcc4c-b146-4724-978c-751fab731e0a" providerId="ADAL" clId="{8D45B6E4-1233-4CBF-9F60-0793E96FE6AE}" dt="2026-02-04T14:40:40.091" v="4675"/>
        <pc:sldMkLst>
          <pc:docMk/>
          <pc:sldMk cId="2313054047" sldId="560"/>
        </pc:sldMkLst>
        <pc:spChg chg="mod">
          <ac:chgData name="Luis Carlos Guevara Hernandez" userId="946bcc4c-b146-4724-978c-751fab731e0a" providerId="ADAL" clId="{8D45B6E4-1233-4CBF-9F60-0793E96FE6AE}" dt="2026-02-02T14:38:53.968" v="3350" actId="790"/>
          <ac:spMkLst>
            <pc:docMk/>
            <pc:sldMk cId="2313054047" sldId="560"/>
            <ac:spMk id="4" creationId="{B1375C0A-ECBE-FFAB-23B2-7F50AFD506A8}"/>
          </ac:spMkLst>
        </pc:spChg>
        <pc:spChg chg="mod">
          <ac:chgData name="Luis Carlos Guevara Hernandez" userId="946bcc4c-b146-4724-978c-751fab731e0a" providerId="ADAL" clId="{8D45B6E4-1233-4CBF-9F60-0793E96FE6AE}" dt="2026-02-02T14:38:53.968" v="3350" actId="790"/>
          <ac:spMkLst>
            <pc:docMk/>
            <pc:sldMk cId="2313054047" sldId="560"/>
            <ac:spMk id="5" creationId="{F0A13E72-7C61-DDD9-6817-25E5FB33083D}"/>
          </ac:spMkLst>
        </pc:spChg>
        <pc:spChg chg="add mod">
          <ac:chgData name="Luis Carlos Guevara Hernandez" userId="946bcc4c-b146-4724-978c-751fab731e0a" providerId="ADAL" clId="{8D45B6E4-1233-4CBF-9F60-0793E96FE6AE}" dt="2026-02-04T14:34:27.037" v="4555" actId="14100"/>
          <ac:spMkLst>
            <pc:docMk/>
            <pc:sldMk cId="2313054047" sldId="560"/>
            <ac:spMk id="6" creationId="{40A83050-A79A-352B-7F2F-C95B8B361001}"/>
          </ac:spMkLst>
        </pc:spChg>
        <pc:spChg chg="add mod">
          <ac:chgData name="Luis Carlos Guevara Hernandez" userId="946bcc4c-b146-4724-978c-751fab731e0a" providerId="ADAL" clId="{8D45B6E4-1233-4CBF-9F60-0793E96FE6AE}" dt="2026-02-04T14:32:47.388" v="4538"/>
          <ac:spMkLst>
            <pc:docMk/>
            <pc:sldMk cId="2313054047" sldId="560"/>
            <ac:spMk id="7" creationId="{5894DB43-BCAA-DF95-438D-68350C7AE0BB}"/>
          </ac:spMkLst>
        </pc:spChg>
        <pc:spChg chg="mod">
          <ac:chgData name="Luis Carlos Guevara Hernandez" userId="946bcc4c-b146-4724-978c-751fab731e0a" providerId="ADAL" clId="{8D45B6E4-1233-4CBF-9F60-0793E96FE6AE}" dt="2026-02-02T14:38:53.968" v="3350" actId="790"/>
          <ac:spMkLst>
            <pc:docMk/>
            <pc:sldMk cId="2313054047" sldId="560"/>
            <ac:spMk id="10" creationId="{863E414F-4AE6-A7BB-6C4E-316046AEFFB4}"/>
          </ac:spMkLst>
        </pc:spChg>
        <pc:spChg chg="mod">
          <ac:chgData name="Luis Carlos Guevara Hernandez" userId="946bcc4c-b146-4724-978c-751fab731e0a" providerId="ADAL" clId="{8D45B6E4-1233-4CBF-9F60-0793E96FE6AE}" dt="2026-02-04T14:40:10.929" v="4668" actId="1076"/>
          <ac:spMkLst>
            <pc:docMk/>
            <pc:sldMk cId="2313054047" sldId="560"/>
            <ac:spMk id="14" creationId="{46769E27-0AC6-E64F-965F-E52AC8B857CF}"/>
          </ac:spMkLst>
        </pc:spChg>
      </pc:sldChg>
      <pc:sldChg chg="addSp delSp modSp add del mod modTransition addAnim delAnim modAnim">
        <pc:chgData name="Luis Carlos Guevara Hernandez" userId="946bcc4c-b146-4724-978c-751fab731e0a" providerId="ADAL" clId="{8D45B6E4-1233-4CBF-9F60-0793E96FE6AE}" dt="2026-02-04T14:44:28.514" v="4693"/>
        <pc:sldMkLst>
          <pc:docMk/>
          <pc:sldMk cId="4084343689" sldId="562"/>
        </pc:sldMkLst>
        <pc:spChg chg="add mod">
          <ac:chgData name="Luis Carlos Guevara Hernandez" userId="946bcc4c-b146-4724-978c-751fab731e0a" providerId="ADAL" clId="{8D45B6E4-1233-4CBF-9F60-0793E96FE6AE}" dt="2026-02-04T14:35:55.777" v="4601"/>
          <ac:spMkLst>
            <pc:docMk/>
            <pc:sldMk cId="4084343689" sldId="562"/>
            <ac:spMk id="2" creationId="{8F70BE4E-5D1D-B51F-A45D-1703FDC9F05E}"/>
          </ac:spMkLst>
        </pc:spChg>
        <pc:spChg chg="add mod">
          <ac:chgData name="Luis Carlos Guevara Hernandez" userId="946bcc4c-b146-4724-978c-751fab731e0a" providerId="ADAL" clId="{8D45B6E4-1233-4CBF-9F60-0793E96FE6AE}" dt="2026-02-04T14:35:55.777" v="4601"/>
          <ac:spMkLst>
            <pc:docMk/>
            <pc:sldMk cId="4084343689" sldId="562"/>
            <ac:spMk id="3" creationId="{E8CB47EF-1BC1-919F-D592-550F895940C6}"/>
          </ac:spMkLst>
        </pc:spChg>
        <pc:spChg chg="mod">
          <ac:chgData name="Luis Carlos Guevara Hernandez" userId="946bcc4c-b146-4724-978c-751fab731e0a" providerId="ADAL" clId="{8D45B6E4-1233-4CBF-9F60-0793E96FE6AE}" dt="2026-02-02T14:38:53.968" v="3350" actId="790"/>
          <ac:spMkLst>
            <pc:docMk/>
            <pc:sldMk cId="4084343689" sldId="562"/>
            <ac:spMk id="4" creationId="{A4C0A893-EC4A-D932-913B-B943830BDEE5}"/>
          </ac:spMkLst>
        </pc:spChg>
        <pc:spChg chg="mod">
          <ac:chgData name="Luis Carlos Guevara Hernandez" userId="946bcc4c-b146-4724-978c-751fab731e0a" providerId="ADAL" clId="{8D45B6E4-1233-4CBF-9F60-0793E96FE6AE}" dt="2026-02-02T14:38:53.968" v="3350" actId="790"/>
          <ac:spMkLst>
            <pc:docMk/>
            <pc:sldMk cId="4084343689" sldId="562"/>
            <ac:spMk id="5" creationId="{B287AA6C-8F97-7BB6-8B0D-D239C202B1BB}"/>
          </ac:spMkLst>
        </pc:spChg>
        <pc:spChg chg="mod">
          <ac:chgData name="Luis Carlos Guevara Hernandez" userId="946bcc4c-b146-4724-978c-751fab731e0a" providerId="ADAL" clId="{8D45B6E4-1233-4CBF-9F60-0793E96FE6AE}" dt="2026-02-02T14:38:53.968" v="3350" actId="790"/>
          <ac:spMkLst>
            <pc:docMk/>
            <pc:sldMk cId="4084343689" sldId="562"/>
            <ac:spMk id="10" creationId="{25BB137F-4824-8280-1F47-698FBF9DCC40}"/>
          </ac:spMkLst>
        </pc:spChg>
        <pc:spChg chg="mod">
          <ac:chgData name="Luis Carlos Guevara Hernandez" userId="946bcc4c-b146-4724-978c-751fab731e0a" providerId="ADAL" clId="{8D45B6E4-1233-4CBF-9F60-0793E96FE6AE}" dt="2026-02-04T14:43:30.516" v="4687" actId="1076"/>
          <ac:spMkLst>
            <pc:docMk/>
            <pc:sldMk cId="4084343689" sldId="562"/>
            <ac:spMk id="14" creationId="{70E6F5B9-8537-BE06-FD9E-DC9A89F68546}"/>
          </ac:spMkLst>
        </pc:spChg>
        <pc:picChg chg="add del">
          <ac:chgData name="Luis Carlos Guevara Hernandez" userId="946bcc4c-b146-4724-978c-751fab731e0a" providerId="ADAL" clId="{8D45B6E4-1233-4CBF-9F60-0793E96FE6AE}" dt="2026-02-04T14:42:02.206" v="4677" actId="478"/>
          <ac:picMkLst>
            <pc:docMk/>
            <pc:sldMk cId="4084343689" sldId="562"/>
            <ac:picMk id="8" creationId="{93108767-8B82-1CBD-D36A-87114B803995}"/>
          </ac:picMkLst>
        </pc:picChg>
        <pc:cxnChg chg="add del">
          <ac:chgData name="Luis Carlos Guevara Hernandez" userId="946bcc4c-b146-4724-978c-751fab731e0a" providerId="ADAL" clId="{8D45B6E4-1233-4CBF-9F60-0793E96FE6AE}" dt="2026-02-04T14:42:38.894" v="4680" actId="21"/>
          <ac:cxnSpMkLst>
            <pc:docMk/>
            <pc:sldMk cId="4084343689" sldId="562"/>
            <ac:cxnSpMk id="18" creationId="{9C0E6B33-0240-1FA4-F3C0-0EC0F53C3282}"/>
          </ac:cxnSpMkLst>
        </pc:cxnChg>
      </pc:sldChg>
      <pc:sldChg chg="addSp modSp add mod modAnim">
        <pc:chgData name="Luis Carlos Guevara Hernandez" userId="946bcc4c-b146-4724-978c-751fab731e0a" providerId="ADAL" clId="{8D45B6E4-1233-4CBF-9F60-0793E96FE6AE}" dt="2026-02-02T14:38:53.968" v="3350" actId="790"/>
        <pc:sldMkLst>
          <pc:docMk/>
          <pc:sldMk cId="2934098230" sldId="602"/>
        </pc:sldMkLst>
        <pc:spChg chg="mod">
          <ac:chgData name="Luis Carlos Guevara Hernandez" userId="946bcc4c-b146-4724-978c-751fab731e0a" providerId="ADAL" clId="{8D45B6E4-1233-4CBF-9F60-0793E96FE6AE}" dt="2026-02-02T14:38:53.968" v="3350" actId="790"/>
          <ac:spMkLst>
            <pc:docMk/>
            <pc:sldMk cId="2934098230" sldId="602"/>
            <ac:spMk id="2" creationId="{9B51047D-935F-AF36-6C7E-1FFCCF942653}"/>
          </ac:spMkLst>
        </pc:spChg>
        <pc:spChg chg="mod">
          <ac:chgData name="Luis Carlos Guevara Hernandez" userId="946bcc4c-b146-4724-978c-751fab731e0a" providerId="ADAL" clId="{8D45B6E4-1233-4CBF-9F60-0793E96FE6AE}" dt="2026-02-02T14:38:53.968" v="3350" actId="790"/>
          <ac:spMkLst>
            <pc:docMk/>
            <pc:sldMk cId="2934098230" sldId="602"/>
            <ac:spMk id="3" creationId="{4BAB12AE-2C65-A55C-F4D0-36ACB33CAEC3}"/>
          </ac:spMkLst>
        </pc:spChg>
        <pc:spChg chg="mod">
          <ac:chgData name="Luis Carlos Guevara Hernandez" userId="946bcc4c-b146-4724-978c-751fab731e0a" providerId="ADAL" clId="{8D45B6E4-1233-4CBF-9F60-0793E96FE6AE}" dt="2026-02-02T14:38:53.968" v="3350" actId="790"/>
          <ac:spMkLst>
            <pc:docMk/>
            <pc:sldMk cId="2934098230" sldId="602"/>
            <ac:spMk id="4" creationId="{52767F66-C804-0243-0C5F-93631C3FF2C6}"/>
          </ac:spMkLst>
        </pc:spChg>
        <pc:spChg chg="add mod">
          <ac:chgData name="Luis Carlos Guevara Hernandez" userId="946bcc4c-b146-4724-978c-751fab731e0a" providerId="ADAL" clId="{8D45B6E4-1233-4CBF-9F60-0793E96FE6AE}" dt="2026-02-02T14:38:53.968" v="3350" actId="790"/>
          <ac:spMkLst>
            <pc:docMk/>
            <pc:sldMk cId="2934098230" sldId="602"/>
            <ac:spMk id="5" creationId="{381172A9-76D1-98ED-666F-783A589B8F11}"/>
          </ac:spMkLst>
        </pc:spChg>
        <pc:spChg chg="add mod">
          <ac:chgData name="Luis Carlos Guevara Hernandez" userId="946bcc4c-b146-4724-978c-751fab731e0a" providerId="ADAL" clId="{8D45B6E4-1233-4CBF-9F60-0793E96FE6AE}" dt="2026-02-02T14:38:53.968" v="3350" actId="790"/>
          <ac:spMkLst>
            <pc:docMk/>
            <pc:sldMk cId="2934098230" sldId="602"/>
            <ac:spMk id="6" creationId="{B322185B-EFC4-FA1F-E256-119927F1FD56}"/>
          </ac:spMkLst>
        </pc:spChg>
        <pc:spChg chg="mod">
          <ac:chgData name="Luis Carlos Guevara Hernandez" userId="946bcc4c-b146-4724-978c-751fab731e0a" providerId="ADAL" clId="{8D45B6E4-1233-4CBF-9F60-0793E96FE6AE}" dt="2026-02-02T14:38:53.968" v="3350" actId="790"/>
          <ac:spMkLst>
            <pc:docMk/>
            <pc:sldMk cId="2934098230" sldId="602"/>
            <ac:spMk id="7" creationId="{CCA065FA-8C59-11E9-28ED-79A95421A32E}"/>
          </ac:spMkLst>
        </pc:spChg>
        <pc:spChg chg="mod">
          <ac:chgData name="Luis Carlos Guevara Hernandez" userId="946bcc4c-b146-4724-978c-751fab731e0a" providerId="ADAL" clId="{8D45B6E4-1233-4CBF-9F60-0793E96FE6AE}" dt="2026-01-26T14:11:06.535" v="1117" actId="790"/>
          <ac:spMkLst>
            <pc:docMk/>
            <pc:sldMk cId="2934098230" sldId="602"/>
            <ac:spMk id="8" creationId="{74A08134-45FE-324D-0EE2-8B55013B794A}"/>
          </ac:spMkLst>
        </pc:spChg>
        <pc:spChg chg="mod">
          <ac:chgData name="Luis Carlos Guevara Hernandez" userId="946bcc4c-b146-4724-978c-751fab731e0a" providerId="ADAL" clId="{8D45B6E4-1233-4CBF-9F60-0793E96FE6AE}" dt="2026-02-02T14:38:53.968" v="3350" actId="790"/>
          <ac:spMkLst>
            <pc:docMk/>
            <pc:sldMk cId="2934098230" sldId="602"/>
            <ac:spMk id="10" creationId="{AEA103D3-1822-42A4-D8B4-9E4396C30463}"/>
          </ac:spMkLst>
        </pc:spChg>
        <pc:spChg chg="mod">
          <ac:chgData name="Luis Carlos Guevara Hernandez" userId="946bcc4c-b146-4724-978c-751fab731e0a" providerId="ADAL" clId="{8D45B6E4-1233-4CBF-9F60-0793E96FE6AE}" dt="2026-02-02T14:38:53.968" v="3350" actId="790"/>
          <ac:spMkLst>
            <pc:docMk/>
            <pc:sldMk cId="2934098230" sldId="602"/>
            <ac:spMk id="13" creationId="{34424CCC-CD99-176E-30D5-81AB210C9A01}"/>
          </ac:spMkLst>
        </pc:spChg>
        <pc:spChg chg="mod">
          <ac:chgData name="Luis Carlos Guevara Hernandez" userId="946bcc4c-b146-4724-978c-751fab731e0a" providerId="ADAL" clId="{8D45B6E4-1233-4CBF-9F60-0793E96FE6AE}" dt="2026-01-26T14:11:06.535" v="1117" actId="790"/>
          <ac:spMkLst>
            <pc:docMk/>
            <pc:sldMk cId="2934098230" sldId="602"/>
            <ac:spMk id="18" creationId="{56D641D4-8608-B4FF-5870-CCD0DD120B2F}"/>
          </ac:spMkLst>
        </pc:spChg>
        <pc:spChg chg="add mod">
          <ac:chgData name="Luis Carlos Guevara Hernandez" userId="946bcc4c-b146-4724-978c-751fab731e0a" providerId="ADAL" clId="{8D45B6E4-1233-4CBF-9F60-0793E96FE6AE}" dt="2026-01-26T14:11:06.535" v="1117" actId="790"/>
          <ac:spMkLst>
            <pc:docMk/>
            <pc:sldMk cId="2934098230" sldId="602"/>
            <ac:spMk id="27" creationId="{9F398DA6-7382-0927-23EB-B74BAB58E10E}"/>
          </ac:spMkLst>
        </pc:spChg>
        <pc:spChg chg="mod">
          <ac:chgData name="Luis Carlos Guevara Hernandez" userId="946bcc4c-b146-4724-978c-751fab731e0a" providerId="ADAL" clId="{8D45B6E4-1233-4CBF-9F60-0793E96FE6AE}" dt="2026-02-02T14:38:53.968" v="3350" actId="790"/>
          <ac:spMkLst>
            <pc:docMk/>
            <pc:sldMk cId="2934098230" sldId="602"/>
            <ac:spMk id="31" creationId="{15DDD9B7-9054-8848-F5A6-649E2795994A}"/>
          </ac:spMkLst>
        </pc:spChg>
        <pc:spChg chg="mod">
          <ac:chgData name="Luis Carlos Guevara Hernandez" userId="946bcc4c-b146-4724-978c-751fab731e0a" providerId="ADAL" clId="{8D45B6E4-1233-4CBF-9F60-0793E96FE6AE}" dt="2026-02-02T14:38:53.968" v="3350" actId="790"/>
          <ac:spMkLst>
            <pc:docMk/>
            <pc:sldMk cId="2934098230" sldId="602"/>
            <ac:spMk id="36" creationId="{ED493A15-B354-177B-A641-AE5F46E18F29}"/>
          </ac:spMkLst>
        </pc:spChg>
        <pc:cxnChg chg="add mod">
          <ac:chgData name="Luis Carlos Guevara Hernandez" userId="946bcc4c-b146-4724-978c-751fab731e0a" providerId="ADAL" clId="{8D45B6E4-1233-4CBF-9F60-0793E96FE6AE}" dt="2026-01-26T13:31:28.316" v="131" actId="1076"/>
          <ac:cxnSpMkLst>
            <pc:docMk/>
            <pc:sldMk cId="2934098230" sldId="602"/>
            <ac:cxnSpMk id="9" creationId="{9A455FD5-15BF-88E4-D9BD-A3D7A783C43B}"/>
          </ac:cxnSpMkLst>
        </pc:cxnChg>
        <pc:cxnChg chg="add mod">
          <ac:chgData name="Luis Carlos Guevara Hernandez" userId="946bcc4c-b146-4724-978c-751fab731e0a" providerId="ADAL" clId="{8D45B6E4-1233-4CBF-9F60-0793E96FE6AE}" dt="2026-01-26T13:31:01.008" v="126" actId="1038"/>
          <ac:cxnSpMkLst>
            <pc:docMk/>
            <pc:sldMk cId="2934098230" sldId="602"/>
            <ac:cxnSpMk id="24" creationId="{0673DD61-1C11-7FEB-6EE6-88FFEE9B5DAE}"/>
          </ac:cxnSpMkLst>
        </pc:cxnChg>
        <pc:cxnChg chg="add mod">
          <ac:chgData name="Luis Carlos Guevara Hernandez" userId="946bcc4c-b146-4724-978c-751fab731e0a" providerId="ADAL" clId="{8D45B6E4-1233-4CBF-9F60-0793E96FE6AE}" dt="2026-01-26T13:31:44.390" v="153" actId="20577"/>
          <ac:cxnSpMkLst>
            <pc:docMk/>
            <pc:sldMk cId="2934098230" sldId="602"/>
            <ac:cxnSpMk id="32" creationId="{2285CFC5-2DF8-9464-5168-A0C6E3F91E9B}"/>
          </ac:cxnSpMkLst>
        </pc:cxnChg>
      </pc:sldChg>
      <pc:sldChg chg="modSp mod modAnim">
        <pc:chgData name="Luis Carlos Guevara Hernandez" userId="946bcc4c-b146-4724-978c-751fab731e0a" providerId="ADAL" clId="{8D45B6E4-1233-4CBF-9F60-0793E96FE6AE}" dt="2026-02-04T14:46:17.948" v="4701"/>
        <pc:sldMkLst>
          <pc:docMk/>
          <pc:sldMk cId="1168750057" sldId="615"/>
        </pc:sldMkLst>
        <pc:spChg chg="mod">
          <ac:chgData name="Luis Carlos Guevara Hernandez" userId="946bcc4c-b146-4724-978c-751fab731e0a" providerId="ADAL" clId="{8D45B6E4-1233-4CBF-9F60-0793E96FE6AE}" dt="2026-02-02T14:38:53.968" v="3350" actId="790"/>
          <ac:spMkLst>
            <pc:docMk/>
            <pc:sldMk cId="1168750057" sldId="615"/>
            <ac:spMk id="4" creationId="{4C3D8355-DD4B-2146-70D3-EC7FB8CEEB48}"/>
          </ac:spMkLst>
        </pc:spChg>
        <pc:spChg chg="mod">
          <ac:chgData name="Luis Carlos Guevara Hernandez" userId="946bcc4c-b146-4724-978c-751fab731e0a" providerId="ADAL" clId="{8D45B6E4-1233-4CBF-9F60-0793E96FE6AE}" dt="2026-02-02T14:38:53.968" v="3350" actId="790"/>
          <ac:spMkLst>
            <pc:docMk/>
            <pc:sldMk cId="1168750057" sldId="615"/>
            <ac:spMk id="5" creationId="{51149098-7767-B84C-52A4-03B5E9304EAA}"/>
          </ac:spMkLst>
        </pc:spChg>
        <pc:spChg chg="mod">
          <ac:chgData name="Luis Carlos Guevara Hernandez" userId="946bcc4c-b146-4724-978c-751fab731e0a" providerId="ADAL" clId="{8D45B6E4-1233-4CBF-9F60-0793E96FE6AE}" dt="2026-02-02T14:38:53.968" v="3350" actId="790"/>
          <ac:spMkLst>
            <pc:docMk/>
            <pc:sldMk cId="1168750057" sldId="615"/>
            <ac:spMk id="6" creationId="{9F5BB3B6-0EAE-E1A9-DB2B-9958F04D4A66}"/>
          </ac:spMkLst>
        </pc:spChg>
        <pc:spChg chg="mod">
          <ac:chgData name="Luis Carlos Guevara Hernandez" userId="946bcc4c-b146-4724-978c-751fab731e0a" providerId="ADAL" clId="{8D45B6E4-1233-4CBF-9F60-0793E96FE6AE}" dt="2026-02-02T14:38:53.968" v="3350" actId="790"/>
          <ac:spMkLst>
            <pc:docMk/>
            <pc:sldMk cId="1168750057" sldId="615"/>
            <ac:spMk id="7" creationId="{C778E406-25E5-0BB7-6C19-257607D1342A}"/>
          </ac:spMkLst>
        </pc:spChg>
        <pc:spChg chg="mod">
          <ac:chgData name="Luis Carlos Guevara Hernandez" userId="946bcc4c-b146-4724-978c-751fab731e0a" providerId="ADAL" clId="{8D45B6E4-1233-4CBF-9F60-0793E96FE6AE}" dt="2026-02-02T14:38:53.968" v="3350" actId="790"/>
          <ac:spMkLst>
            <pc:docMk/>
            <pc:sldMk cId="1168750057" sldId="615"/>
            <ac:spMk id="25" creationId="{4CB6CF38-A395-8254-A912-B8CDA9E7C97F}"/>
          </ac:spMkLst>
        </pc:spChg>
        <pc:spChg chg="mod">
          <ac:chgData name="Luis Carlos Guevara Hernandez" userId="946bcc4c-b146-4724-978c-751fab731e0a" providerId="ADAL" clId="{8D45B6E4-1233-4CBF-9F60-0793E96FE6AE}" dt="2026-02-02T14:38:53.968" v="3350" actId="790"/>
          <ac:spMkLst>
            <pc:docMk/>
            <pc:sldMk cId="1168750057" sldId="615"/>
            <ac:spMk id="27" creationId="{84672D0E-8012-3827-23A7-C15BBF42C7DC}"/>
          </ac:spMkLst>
        </pc:spChg>
        <pc:spChg chg="mod">
          <ac:chgData name="Luis Carlos Guevara Hernandez" userId="946bcc4c-b146-4724-978c-751fab731e0a" providerId="ADAL" clId="{8D45B6E4-1233-4CBF-9F60-0793E96FE6AE}" dt="2026-02-02T14:38:53.968" v="3350" actId="790"/>
          <ac:spMkLst>
            <pc:docMk/>
            <pc:sldMk cId="1168750057" sldId="615"/>
            <ac:spMk id="28" creationId="{89F9C57F-D0B7-2463-BF13-E03D892FFEC3}"/>
          </ac:spMkLst>
        </pc:spChg>
        <pc:spChg chg="mod">
          <ac:chgData name="Luis Carlos Guevara Hernandez" userId="946bcc4c-b146-4724-978c-751fab731e0a" providerId="ADAL" clId="{8D45B6E4-1233-4CBF-9F60-0793E96FE6AE}" dt="2026-02-02T14:38:53.968" v="3350" actId="790"/>
          <ac:spMkLst>
            <pc:docMk/>
            <pc:sldMk cId="1168750057" sldId="615"/>
            <ac:spMk id="30" creationId="{201A406B-E750-B553-A8B8-5849DB65ECBF}"/>
          </ac:spMkLst>
        </pc:spChg>
        <pc:spChg chg="mod">
          <ac:chgData name="Luis Carlos Guevara Hernandez" userId="946bcc4c-b146-4724-978c-751fab731e0a" providerId="ADAL" clId="{8D45B6E4-1233-4CBF-9F60-0793E96FE6AE}" dt="2026-02-02T14:38:53.968" v="3350" actId="790"/>
          <ac:spMkLst>
            <pc:docMk/>
            <pc:sldMk cId="1168750057" sldId="615"/>
            <ac:spMk id="34" creationId="{3051CD9C-4AE0-9E97-4CC2-9B524D63B4E9}"/>
          </ac:spMkLst>
        </pc:spChg>
        <pc:spChg chg="mod">
          <ac:chgData name="Luis Carlos Guevara Hernandez" userId="946bcc4c-b146-4724-978c-751fab731e0a" providerId="ADAL" clId="{8D45B6E4-1233-4CBF-9F60-0793E96FE6AE}" dt="2026-02-02T14:38:53.968" v="3350" actId="790"/>
          <ac:spMkLst>
            <pc:docMk/>
            <pc:sldMk cId="1168750057" sldId="615"/>
            <ac:spMk id="37" creationId="{29AB6F24-3F19-1411-D4E5-D65C7613D508}"/>
          </ac:spMkLst>
        </pc:spChg>
      </pc:sldChg>
      <pc:sldChg chg="modSp mod">
        <pc:chgData name="Luis Carlos Guevara Hernandez" userId="946bcc4c-b146-4724-978c-751fab731e0a" providerId="ADAL" clId="{8D45B6E4-1233-4CBF-9F60-0793E96FE6AE}" dt="2026-02-02T14:38:53.968" v="3350" actId="790"/>
        <pc:sldMkLst>
          <pc:docMk/>
          <pc:sldMk cId="3764078614" sldId="616"/>
        </pc:sldMkLst>
        <pc:spChg chg="mod">
          <ac:chgData name="Luis Carlos Guevara Hernandez" userId="946bcc4c-b146-4724-978c-751fab731e0a" providerId="ADAL" clId="{8D45B6E4-1233-4CBF-9F60-0793E96FE6AE}" dt="2026-02-02T14:38:53.968" v="3350" actId="790"/>
          <ac:spMkLst>
            <pc:docMk/>
            <pc:sldMk cId="3764078614" sldId="616"/>
            <ac:spMk id="5" creationId="{6671D2C8-D71E-80E5-63A6-E10952EFDCA8}"/>
          </ac:spMkLst>
        </pc:spChg>
        <pc:spChg chg="mod">
          <ac:chgData name="Luis Carlos Guevara Hernandez" userId="946bcc4c-b146-4724-978c-751fab731e0a" providerId="ADAL" clId="{8D45B6E4-1233-4CBF-9F60-0793E96FE6AE}" dt="2026-02-02T14:38:53.968" v="3350" actId="790"/>
          <ac:spMkLst>
            <pc:docMk/>
            <pc:sldMk cId="3764078614" sldId="616"/>
            <ac:spMk id="6" creationId="{76C48BA8-FC66-05FF-E127-733324DC2DFD}"/>
          </ac:spMkLst>
        </pc:spChg>
        <pc:spChg chg="mod">
          <ac:chgData name="Luis Carlos Guevara Hernandez" userId="946bcc4c-b146-4724-978c-751fab731e0a" providerId="ADAL" clId="{8D45B6E4-1233-4CBF-9F60-0793E96FE6AE}" dt="2026-02-02T14:38:53.968" v="3350" actId="790"/>
          <ac:spMkLst>
            <pc:docMk/>
            <pc:sldMk cId="3764078614" sldId="616"/>
            <ac:spMk id="13" creationId="{D1081709-E1DC-8D2B-2900-8456407CE3AE}"/>
          </ac:spMkLst>
        </pc:spChg>
        <pc:spChg chg="mod">
          <ac:chgData name="Luis Carlos Guevara Hernandez" userId="946bcc4c-b146-4724-978c-751fab731e0a" providerId="ADAL" clId="{8D45B6E4-1233-4CBF-9F60-0793E96FE6AE}" dt="2026-02-02T14:38:53.968" v="3350" actId="790"/>
          <ac:spMkLst>
            <pc:docMk/>
            <pc:sldMk cId="3764078614" sldId="616"/>
            <ac:spMk id="25" creationId="{C548722F-5CB7-5DED-66BB-17911D7D7BBE}"/>
          </ac:spMkLst>
        </pc:spChg>
        <pc:graphicFrameChg chg="modGraphic">
          <ac:chgData name="Luis Carlos Guevara Hernandez" userId="946bcc4c-b146-4724-978c-751fab731e0a" providerId="ADAL" clId="{8D45B6E4-1233-4CBF-9F60-0793E96FE6AE}" dt="2026-02-02T14:38:53.968" v="3350" actId="790"/>
          <ac:graphicFrameMkLst>
            <pc:docMk/>
            <pc:sldMk cId="3764078614" sldId="616"/>
            <ac:graphicFrameMk id="4" creationId="{C3DB34B3-BCE4-85DA-A6D4-E8AEF7E7E913}"/>
          </ac:graphicFrameMkLst>
        </pc:graphicFrameChg>
      </pc:sldChg>
      <pc:sldChg chg="modSp mod modAnim">
        <pc:chgData name="Luis Carlos Guevara Hernandez" userId="946bcc4c-b146-4724-978c-751fab731e0a" providerId="ADAL" clId="{8D45B6E4-1233-4CBF-9F60-0793E96FE6AE}" dt="2026-02-04T14:46:37.753" v="4703"/>
        <pc:sldMkLst>
          <pc:docMk/>
          <pc:sldMk cId="162871051" sldId="617"/>
        </pc:sldMkLst>
        <pc:spChg chg="mod">
          <ac:chgData name="Luis Carlos Guevara Hernandez" userId="946bcc4c-b146-4724-978c-751fab731e0a" providerId="ADAL" clId="{8D45B6E4-1233-4CBF-9F60-0793E96FE6AE}" dt="2026-02-02T14:38:53.968" v="3350" actId="790"/>
          <ac:spMkLst>
            <pc:docMk/>
            <pc:sldMk cId="162871051" sldId="617"/>
            <ac:spMk id="5" creationId="{70E22987-495A-95CE-98E7-F97DF8623C05}"/>
          </ac:spMkLst>
        </pc:spChg>
        <pc:spChg chg="mod">
          <ac:chgData name="Luis Carlos Guevara Hernandez" userId="946bcc4c-b146-4724-978c-751fab731e0a" providerId="ADAL" clId="{8D45B6E4-1233-4CBF-9F60-0793E96FE6AE}" dt="2026-02-02T14:38:53.968" v="3350" actId="790"/>
          <ac:spMkLst>
            <pc:docMk/>
            <pc:sldMk cId="162871051" sldId="617"/>
            <ac:spMk id="6" creationId="{1CEEBE8B-7E51-648E-5775-0723209791FB}"/>
          </ac:spMkLst>
        </pc:spChg>
        <pc:spChg chg="mod">
          <ac:chgData name="Luis Carlos Guevara Hernandez" userId="946bcc4c-b146-4724-978c-751fab731e0a" providerId="ADAL" clId="{8D45B6E4-1233-4CBF-9F60-0793E96FE6AE}" dt="2026-02-02T14:38:53.968" v="3350" actId="790"/>
          <ac:spMkLst>
            <pc:docMk/>
            <pc:sldMk cId="162871051" sldId="617"/>
            <ac:spMk id="7" creationId="{2D01A0A7-B1C9-0D09-5CF8-9F37012768C5}"/>
          </ac:spMkLst>
        </pc:spChg>
        <pc:spChg chg="mod">
          <ac:chgData name="Luis Carlos Guevara Hernandez" userId="946bcc4c-b146-4724-978c-751fab731e0a" providerId="ADAL" clId="{8D45B6E4-1233-4CBF-9F60-0793E96FE6AE}" dt="2026-02-02T14:38:53.968" v="3350" actId="790"/>
          <ac:spMkLst>
            <pc:docMk/>
            <pc:sldMk cId="162871051" sldId="617"/>
            <ac:spMk id="8" creationId="{E58B6FEE-52C0-2249-AE10-82F2C70D41DA}"/>
          </ac:spMkLst>
        </pc:spChg>
        <pc:spChg chg="mod">
          <ac:chgData name="Luis Carlos Guevara Hernandez" userId="946bcc4c-b146-4724-978c-751fab731e0a" providerId="ADAL" clId="{8D45B6E4-1233-4CBF-9F60-0793E96FE6AE}" dt="2026-02-02T14:38:53.968" v="3350" actId="790"/>
          <ac:spMkLst>
            <pc:docMk/>
            <pc:sldMk cId="162871051" sldId="617"/>
            <ac:spMk id="10" creationId="{727E8A60-3F44-CF3D-7C39-C752222A5691}"/>
          </ac:spMkLst>
        </pc:spChg>
        <pc:spChg chg="mod">
          <ac:chgData name="Luis Carlos Guevara Hernandez" userId="946bcc4c-b146-4724-978c-751fab731e0a" providerId="ADAL" clId="{8D45B6E4-1233-4CBF-9F60-0793E96FE6AE}" dt="2026-02-02T14:38:53.968" v="3350" actId="790"/>
          <ac:spMkLst>
            <pc:docMk/>
            <pc:sldMk cId="162871051" sldId="617"/>
            <ac:spMk id="11" creationId="{FEECABBC-DA7E-89C2-BF2E-4590BEA81145}"/>
          </ac:spMkLst>
        </pc:spChg>
        <pc:spChg chg="mod">
          <ac:chgData name="Luis Carlos Guevara Hernandez" userId="946bcc4c-b146-4724-978c-751fab731e0a" providerId="ADAL" clId="{8D45B6E4-1233-4CBF-9F60-0793E96FE6AE}" dt="2026-02-02T14:38:53.968" v="3350" actId="790"/>
          <ac:spMkLst>
            <pc:docMk/>
            <pc:sldMk cId="162871051" sldId="617"/>
            <ac:spMk id="12" creationId="{E80F2226-58D3-EB1D-7EF7-7D18802A4560}"/>
          </ac:spMkLst>
        </pc:spChg>
        <pc:spChg chg="mod">
          <ac:chgData name="Luis Carlos Guevara Hernandez" userId="946bcc4c-b146-4724-978c-751fab731e0a" providerId="ADAL" clId="{8D45B6E4-1233-4CBF-9F60-0793E96FE6AE}" dt="2026-02-02T14:38:53.968" v="3350" actId="790"/>
          <ac:spMkLst>
            <pc:docMk/>
            <pc:sldMk cId="162871051" sldId="617"/>
            <ac:spMk id="38" creationId="{4B26BF83-40F1-6AB8-84D8-DBDED42340D0}"/>
          </ac:spMkLst>
        </pc:spChg>
        <pc:spChg chg="mod">
          <ac:chgData name="Luis Carlos Guevara Hernandez" userId="946bcc4c-b146-4724-978c-751fab731e0a" providerId="ADAL" clId="{8D45B6E4-1233-4CBF-9F60-0793E96FE6AE}" dt="2026-02-02T14:38:53.968" v="3350" actId="790"/>
          <ac:spMkLst>
            <pc:docMk/>
            <pc:sldMk cId="162871051" sldId="617"/>
            <ac:spMk id="39" creationId="{A53C1A10-91FD-0CCC-0888-51D5928475A0}"/>
          </ac:spMkLst>
        </pc:spChg>
        <pc:spChg chg="mod">
          <ac:chgData name="Luis Carlos Guevara Hernandez" userId="946bcc4c-b146-4724-978c-751fab731e0a" providerId="ADAL" clId="{8D45B6E4-1233-4CBF-9F60-0793E96FE6AE}" dt="2026-02-02T14:38:53.968" v="3350" actId="790"/>
          <ac:spMkLst>
            <pc:docMk/>
            <pc:sldMk cId="162871051" sldId="617"/>
            <ac:spMk id="40" creationId="{06EEBCC9-31FD-E2F6-A7AF-8CF272DB294C}"/>
          </ac:spMkLst>
        </pc:spChg>
      </pc:sldChg>
      <pc:sldChg chg="modSp mod modAnim">
        <pc:chgData name="Luis Carlos Guevara Hernandez" userId="946bcc4c-b146-4724-978c-751fab731e0a" providerId="ADAL" clId="{8D45B6E4-1233-4CBF-9F60-0793E96FE6AE}" dt="2026-02-04T14:46:44.236" v="4704"/>
        <pc:sldMkLst>
          <pc:docMk/>
          <pc:sldMk cId="4164722186" sldId="618"/>
        </pc:sldMkLst>
        <pc:spChg chg="mod">
          <ac:chgData name="Luis Carlos Guevara Hernandez" userId="946bcc4c-b146-4724-978c-751fab731e0a" providerId="ADAL" clId="{8D45B6E4-1233-4CBF-9F60-0793E96FE6AE}" dt="2026-02-02T14:38:53.968" v="3350" actId="790"/>
          <ac:spMkLst>
            <pc:docMk/>
            <pc:sldMk cId="4164722186" sldId="618"/>
            <ac:spMk id="4" creationId="{9CF93FDE-3CFD-9F1E-2697-0C62C5FD72AE}"/>
          </ac:spMkLst>
        </pc:spChg>
        <pc:spChg chg="mod">
          <ac:chgData name="Luis Carlos Guevara Hernandez" userId="946bcc4c-b146-4724-978c-751fab731e0a" providerId="ADAL" clId="{8D45B6E4-1233-4CBF-9F60-0793E96FE6AE}" dt="2026-02-02T14:38:53.968" v="3350" actId="790"/>
          <ac:spMkLst>
            <pc:docMk/>
            <pc:sldMk cId="4164722186" sldId="618"/>
            <ac:spMk id="5" creationId="{6AB44432-E38D-DAF0-AC5E-8A2386F4B6BE}"/>
          </ac:spMkLst>
        </pc:spChg>
        <pc:spChg chg="mod">
          <ac:chgData name="Luis Carlos Guevara Hernandez" userId="946bcc4c-b146-4724-978c-751fab731e0a" providerId="ADAL" clId="{8D45B6E4-1233-4CBF-9F60-0793E96FE6AE}" dt="2026-02-02T14:38:53.968" v="3350" actId="790"/>
          <ac:spMkLst>
            <pc:docMk/>
            <pc:sldMk cId="4164722186" sldId="618"/>
            <ac:spMk id="6" creationId="{F8BAFD83-4576-0F0D-37FB-1B76E13346E0}"/>
          </ac:spMkLst>
        </pc:spChg>
        <pc:spChg chg="mod">
          <ac:chgData name="Luis Carlos Guevara Hernandez" userId="946bcc4c-b146-4724-978c-751fab731e0a" providerId="ADAL" clId="{8D45B6E4-1233-4CBF-9F60-0793E96FE6AE}" dt="2026-02-02T14:38:53.968" v="3350" actId="790"/>
          <ac:spMkLst>
            <pc:docMk/>
            <pc:sldMk cId="4164722186" sldId="618"/>
            <ac:spMk id="7" creationId="{52E41A87-8C5A-8E31-8288-09A606D30F7C}"/>
          </ac:spMkLst>
        </pc:spChg>
        <pc:spChg chg="mod">
          <ac:chgData name="Luis Carlos Guevara Hernandez" userId="946bcc4c-b146-4724-978c-751fab731e0a" providerId="ADAL" clId="{8D45B6E4-1233-4CBF-9F60-0793E96FE6AE}" dt="2026-02-02T14:38:53.968" v="3350" actId="790"/>
          <ac:spMkLst>
            <pc:docMk/>
            <pc:sldMk cId="4164722186" sldId="618"/>
            <ac:spMk id="10" creationId="{8FD9147A-C504-529C-AC1D-223CD8D48928}"/>
          </ac:spMkLst>
        </pc:spChg>
        <pc:spChg chg="mod">
          <ac:chgData name="Luis Carlos Guevara Hernandez" userId="946bcc4c-b146-4724-978c-751fab731e0a" providerId="ADAL" clId="{8D45B6E4-1233-4CBF-9F60-0793E96FE6AE}" dt="2026-02-02T14:38:53.968" v="3350" actId="790"/>
          <ac:spMkLst>
            <pc:docMk/>
            <pc:sldMk cId="4164722186" sldId="618"/>
            <ac:spMk id="11" creationId="{3E50FCF2-CAF6-F9D1-22F5-FB59656C0424}"/>
          </ac:spMkLst>
        </pc:spChg>
        <pc:spChg chg="mod">
          <ac:chgData name="Luis Carlos Guevara Hernandez" userId="946bcc4c-b146-4724-978c-751fab731e0a" providerId="ADAL" clId="{8D45B6E4-1233-4CBF-9F60-0793E96FE6AE}" dt="2026-02-02T14:38:53.968" v="3350" actId="790"/>
          <ac:spMkLst>
            <pc:docMk/>
            <pc:sldMk cId="4164722186" sldId="618"/>
            <ac:spMk id="12" creationId="{BF037018-32BD-86D4-86FD-D1BEC94F225A}"/>
          </ac:spMkLst>
        </pc:spChg>
        <pc:spChg chg="mod">
          <ac:chgData name="Luis Carlos Guevara Hernandez" userId="946bcc4c-b146-4724-978c-751fab731e0a" providerId="ADAL" clId="{8D45B6E4-1233-4CBF-9F60-0793E96FE6AE}" dt="2026-02-02T14:38:53.968" v="3350" actId="790"/>
          <ac:spMkLst>
            <pc:docMk/>
            <pc:sldMk cId="4164722186" sldId="618"/>
            <ac:spMk id="38" creationId="{810B7C09-D9B9-7525-2AB1-7E6A085DE926}"/>
          </ac:spMkLst>
        </pc:spChg>
        <pc:spChg chg="mod">
          <ac:chgData name="Luis Carlos Guevara Hernandez" userId="946bcc4c-b146-4724-978c-751fab731e0a" providerId="ADAL" clId="{8D45B6E4-1233-4CBF-9F60-0793E96FE6AE}" dt="2026-02-02T14:38:53.968" v="3350" actId="790"/>
          <ac:spMkLst>
            <pc:docMk/>
            <pc:sldMk cId="4164722186" sldId="618"/>
            <ac:spMk id="39" creationId="{6FCBFEC9-39B3-962E-B3D7-F65283256BE9}"/>
          </ac:spMkLst>
        </pc:spChg>
        <pc:spChg chg="mod">
          <ac:chgData name="Luis Carlos Guevara Hernandez" userId="946bcc4c-b146-4724-978c-751fab731e0a" providerId="ADAL" clId="{8D45B6E4-1233-4CBF-9F60-0793E96FE6AE}" dt="2026-02-02T14:38:53.968" v="3350" actId="790"/>
          <ac:spMkLst>
            <pc:docMk/>
            <pc:sldMk cId="4164722186" sldId="618"/>
            <ac:spMk id="40" creationId="{E3F20BC8-326F-B297-403D-AD6FA2A5F835}"/>
          </ac:spMkLst>
        </pc:spChg>
      </pc:sldChg>
      <pc:sldChg chg="modSp mod modAnim">
        <pc:chgData name="Luis Carlos Guevara Hernandez" userId="946bcc4c-b146-4724-978c-751fab731e0a" providerId="ADAL" clId="{8D45B6E4-1233-4CBF-9F60-0793E96FE6AE}" dt="2026-02-04T14:46:47.834" v="4705"/>
        <pc:sldMkLst>
          <pc:docMk/>
          <pc:sldMk cId="2382682353" sldId="619"/>
        </pc:sldMkLst>
        <pc:spChg chg="mod">
          <ac:chgData name="Luis Carlos Guevara Hernandez" userId="946bcc4c-b146-4724-978c-751fab731e0a" providerId="ADAL" clId="{8D45B6E4-1233-4CBF-9F60-0793E96FE6AE}" dt="2026-02-02T14:38:53.968" v="3350" actId="790"/>
          <ac:spMkLst>
            <pc:docMk/>
            <pc:sldMk cId="2382682353" sldId="619"/>
            <ac:spMk id="4" creationId="{DC64A2CA-19FD-A58F-75B0-D8548B0370C1}"/>
          </ac:spMkLst>
        </pc:spChg>
        <pc:spChg chg="mod">
          <ac:chgData name="Luis Carlos Guevara Hernandez" userId="946bcc4c-b146-4724-978c-751fab731e0a" providerId="ADAL" clId="{8D45B6E4-1233-4CBF-9F60-0793E96FE6AE}" dt="2026-02-02T14:38:53.968" v="3350" actId="790"/>
          <ac:spMkLst>
            <pc:docMk/>
            <pc:sldMk cId="2382682353" sldId="619"/>
            <ac:spMk id="5" creationId="{84876147-DA0B-D18C-4DE8-8DE85C4F95D3}"/>
          </ac:spMkLst>
        </pc:spChg>
        <pc:spChg chg="mod">
          <ac:chgData name="Luis Carlos Guevara Hernandez" userId="946bcc4c-b146-4724-978c-751fab731e0a" providerId="ADAL" clId="{8D45B6E4-1233-4CBF-9F60-0793E96FE6AE}" dt="2026-02-02T14:38:53.968" v="3350" actId="790"/>
          <ac:spMkLst>
            <pc:docMk/>
            <pc:sldMk cId="2382682353" sldId="619"/>
            <ac:spMk id="6" creationId="{80C883CD-4FF8-E2A3-630A-126E115BEE09}"/>
          </ac:spMkLst>
        </pc:spChg>
        <pc:spChg chg="mod">
          <ac:chgData name="Luis Carlos Guevara Hernandez" userId="946bcc4c-b146-4724-978c-751fab731e0a" providerId="ADAL" clId="{8D45B6E4-1233-4CBF-9F60-0793E96FE6AE}" dt="2026-02-02T14:38:53.968" v="3350" actId="790"/>
          <ac:spMkLst>
            <pc:docMk/>
            <pc:sldMk cId="2382682353" sldId="619"/>
            <ac:spMk id="10" creationId="{E89291F4-83E9-D9F5-A272-86C407A619EB}"/>
          </ac:spMkLst>
        </pc:spChg>
        <pc:spChg chg="mod">
          <ac:chgData name="Luis Carlos Guevara Hernandez" userId="946bcc4c-b146-4724-978c-751fab731e0a" providerId="ADAL" clId="{8D45B6E4-1233-4CBF-9F60-0793E96FE6AE}" dt="2026-02-02T14:38:53.968" v="3350" actId="790"/>
          <ac:spMkLst>
            <pc:docMk/>
            <pc:sldMk cId="2382682353" sldId="619"/>
            <ac:spMk id="11" creationId="{A364F429-3F33-A2B2-17FB-F9B60341C348}"/>
          </ac:spMkLst>
        </pc:spChg>
        <pc:spChg chg="mod">
          <ac:chgData name="Luis Carlos Guevara Hernandez" userId="946bcc4c-b146-4724-978c-751fab731e0a" providerId="ADAL" clId="{8D45B6E4-1233-4CBF-9F60-0793E96FE6AE}" dt="2026-02-02T14:38:53.968" v="3350" actId="790"/>
          <ac:spMkLst>
            <pc:docMk/>
            <pc:sldMk cId="2382682353" sldId="619"/>
            <ac:spMk id="12" creationId="{5C5392F2-8F3C-1534-26D7-28E1F314FC27}"/>
          </ac:spMkLst>
        </pc:spChg>
        <pc:spChg chg="mod">
          <ac:chgData name="Luis Carlos Guevara Hernandez" userId="946bcc4c-b146-4724-978c-751fab731e0a" providerId="ADAL" clId="{8D45B6E4-1233-4CBF-9F60-0793E96FE6AE}" dt="2026-02-02T14:38:53.968" v="3350" actId="790"/>
          <ac:spMkLst>
            <pc:docMk/>
            <pc:sldMk cId="2382682353" sldId="619"/>
            <ac:spMk id="38" creationId="{FD9F9591-A748-44DE-1AC3-BF6D464CC973}"/>
          </ac:spMkLst>
        </pc:spChg>
        <pc:spChg chg="mod">
          <ac:chgData name="Luis Carlos Guevara Hernandez" userId="946bcc4c-b146-4724-978c-751fab731e0a" providerId="ADAL" clId="{8D45B6E4-1233-4CBF-9F60-0793E96FE6AE}" dt="2026-02-02T14:38:53.968" v="3350" actId="790"/>
          <ac:spMkLst>
            <pc:docMk/>
            <pc:sldMk cId="2382682353" sldId="619"/>
            <ac:spMk id="39" creationId="{6092154C-FDBA-DAAC-0A66-3D669348D9A7}"/>
          </ac:spMkLst>
        </pc:spChg>
        <pc:spChg chg="mod">
          <ac:chgData name="Luis Carlos Guevara Hernandez" userId="946bcc4c-b146-4724-978c-751fab731e0a" providerId="ADAL" clId="{8D45B6E4-1233-4CBF-9F60-0793E96FE6AE}" dt="2026-02-02T14:38:53.968" v="3350" actId="790"/>
          <ac:spMkLst>
            <pc:docMk/>
            <pc:sldMk cId="2382682353" sldId="619"/>
            <ac:spMk id="40" creationId="{528DD8F5-D40D-813F-F032-71E6FD7527CE}"/>
          </ac:spMkLst>
        </pc:spChg>
      </pc:sldChg>
      <pc:sldChg chg="modSp mod modAnim">
        <pc:chgData name="Luis Carlos Guevara Hernandez" userId="946bcc4c-b146-4724-978c-751fab731e0a" providerId="ADAL" clId="{8D45B6E4-1233-4CBF-9F60-0793E96FE6AE}" dt="2026-02-04T14:46:52.306" v="4706"/>
        <pc:sldMkLst>
          <pc:docMk/>
          <pc:sldMk cId="1517646091" sldId="620"/>
        </pc:sldMkLst>
        <pc:spChg chg="mod">
          <ac:chgData name="Luis Carlos Guevara Hernandez" userId="946bcc4c-b146-4724-978c-751fab731e0a" providerId="ADAL" clId="{8D45B6E4-1233-4CBF-9F60-0793E96FE6AE}" dt="2026-02-02T14:38:53.968" v="3350" actId="790"/>
          <ac:spMkLst>
            <pc:docMk/>
            <pc:sldMk cId="1517646091" sldId="620"/>
            <ac:spMk id="4" creationId="{2F1477E6-1446-F29C-81B6-8029B0ED4370}"/>
          </ac:spMkLst>
        </pc:spChg>
        <pc:spChg chg="mod">
          <ac:chgData name="Luis Carlos Guevara Hernandez" userId="946bcc4c-b146-4724-978c-751fab731e0a" providerId="ADAL" clId="{8D45B6E4-1233-4CBF-9F60-0793E96FE6AE}" dt="2026-02-02T14:38:53.968" v="3350" actId="790"/>
          <ac:spMkLst>
            <pc:docMk/>
            <pc:sldMk cId="1517646091" sldId="620"/>
            <ac:spMk id="5" creationId="{35247EA9-A661-DAD7-EFFB-BC521D9A37D7}"/>
          </ac:spMkLst>
        </pc:spChg>
        <pc:spChg chg="mod">
          <ac:chgData name="Luis Carlos Guevara Hernandez" userId="946bcc4c-b146-4724-978c-751fab731e0a" providerId="ADAL" clId="{8D45B6E4-1233-4CBF-9F60-0793E96FE6AE}" dt="2026-02-02T14:38:53.968" v="3350" actId="790"/>
          <ac:spMkLst>
            <pc:docMk/>
            <pc:sldMk cId="1517646091" sldId="620"/>
            <ac:spMk id="6" creationId="{2B1B06B8-9473-C950-F16B-369819B2BE0B}"/>
          </ac:spMkLst>
        </pc:spChg>
        <pc:spChg chg="mod">
          <ac:chgData name="Luis Carlos Guevara Hernandez" userId="946bcc4c-b146-4724-978c-751fab731e0a" providerId="ADAL" clId="{8D45B6E4-1233-4CBF-9F60-0793E96FE6AE}" dt="2026-02-02T14:38:53.968" v="3350" actId="790"/>
          <ac:spMkLst>
            <pc:docMk/>
            <pc:sldMk cId="1517646091" sldId="620"/>
            <ac:spMk id="8" creationId="{AD26A25A-8B4C-D555-C8A5-2DBE22588482}"/>
          </ac:spMkLst>
        </pc:spChg>
        <pc:spChg chg="mod">
          <ac:chgData name="Luis Carlos Guevara Hernandez" userId="946bcc4c-b146-4724-978c-751fab731e0a" providerId="ADAL" clId="{8D45B6E4-1233-4CBF-9F60-0793E96FE6AE}" dt="2026-02-02T14:38:53.968" v="3350" actId="790"/>
          <ac:spMkLst>
            <pc:docMk/>
            <pc:sldMk cId="1517646091" sldId="620"/>
            <ac:spMk id="10" creationId="{A106370B-4460-11D8-5674-B36C82398739}"/>
          </ac:spMkLst>
        </pc:spChg>
        <pc:spChg chg="mod">
          <ac:chgData name="Luis Carlos Guevara Hernandez" userId="946bcc4c-b146-4724-978c-751fab731e0a" providerId="ADAL" clId="{8D45B6E4-1233-4CBF-9F60-0793E96FE6AE}" dt="2026-02-02T14:38:53.968" v="3350" actId="790"/>
          <ac:spMkLst>
            <pc:docMk/>
            <pc:sldMk cId="1517646091" sldId="620"/>
            <ac:spMk id="12" creationId="{CF819F14-4E15-B12F-8E9D-5027E0689E42}"/>
          </ac:spMkLst>
        </pc:spChg>
        <pc:spChg chg="mod">
          <ac:chgData name="Luis Carlos Guevara Hernandez" userId="946bcc4c-b146-4724-978c-751fab731e0a" providerId="ADAL" clId="{8D45B6E4-1233-4CBF-9F60-0793E96FE6AE}" dt="2026-02-02T14:38:53.968" v="3350" actId="790"/>
          <ac:spMkLst>
            <pc:docMk/>
            <pc:sldMk cId="1517646091" sldId="620"/>
            <ac:spMk id="38" creationId="{600EC8B5-E846-0F54-B674-BB096F38647C}"/>
          </ac:spMkLst>
        </pc:spChg>
        <pc:spChg chg="mod">
          <ac:chgData name="Luis Carlos Guevara Hernandez" userId="946bcc4c-b146-4724-978c-751fab731e0a" providerId="ADAL" clId="{8D45B6E4-1233-4CBF-9F60-0793E96FE6AE}" dt="2026-02-02T14:38:53.968" v="3350" actId="790"/>
          <ac:spMkLst>
            <pc:docMk/>
            <pc:sldMk cId="1517646091" sldId="620"/>
            <ac:spMk id="39" creationId="{B05313A4-2396-58D4-F548-81C8D1D9DDA2}"/>
          </ac:spMkLst>
        </pc:spChg>
        <pc:spChg chg="mod">
          <ac:chgData name="Luis Carlos Guevara Hernandez" userId="946bcc4c-b146-4724-978c-751fab731e0a" providerId="ADAL" clId="{8D45B6E4-1233-4CBF-9F60-0793E96FE6AE}" dt="2026-02-02T14:38:53.968" v="3350" actId="790"/>
          <ac:spMkLst>
            <pc:docMk/>
            <pc:sldMk cId="1517646091" sldId="620"/>
            <ac:spMk id="40" creationId="{70CCEAC1-8A0A-1EFC-15A6-4115E35883EB}"/>
          </ac:spMkLst>
        </pc:spChg>
      </pc:sldChg>
      <pc:sldChg chg="modSp mod">
        <pc:chgData name="Luis Carlos Guevara Hernandez" userId="946bcc4c-b146-4724-978c-751fab731e0a" providerId="ADAL" clId="{8D45B6E4-1233-4CBF-9F60-0793E96FE6AE}" dt="2026-02-04T14:47:00.497" v="4707" actId="313"/>
        <pc:sldMkLst>
          <pc:docMk/>
          <pc:sldMk cId="2608462696" sldId="622"/>
        </pc:sldMkLst>
        <pc:spChg chg="mod">
          <ac:chgData name="Luis Carlos Guevara Hernandez" userId="946bcc4c-b146-4724-978c-751fab731e0a" providerId="ADAL" clId="{8D45B6E4-1233-4CBF-9F60-0793E96FE6AE}" dt="2026-02-02T14:38:53.968" v="3350" actId="790"/>
          <ac:spMkLst>
            <pc:docMk/>
            <pc:sldMk cId="2608462696" sldId="622"/>
            <ac:spMk id="5" creationId="{C1049E43-7412-D25F-E228-784E63C1FF32}"/>
          </ac:spMkLst>
        </pc:spChg>
        <pc:spChg chg="mod">
          <ac:chgData name="Luis Carlos Guevara Hernandez" userId="946bcc4c-b146-4724-978c-751fab731e0a" providerId="ADAL" clId="{8D45B6E4-1233-4CBF-9F60-0793E96FE6AE}" dt="2026-02-02T14:38:53.968" v="3350" actId="790"/>
          <ac:spMkLst>
            <pc:docMk/>
            <pc:sldMk cId="2608462696" sldId="622"/>
            <ac:spMk id="6" creationId="{F6904396-C488-AB44-1EAE-C6B6EF27A857}"/>
          </ac:spMkLst>
        </pc:spChg>
        <pc:spChg chg="mod">
          <ac:chgData name="Luis Carlos Guevara Hernandez" userId="946bcc4c-b146-4724-978c-751fab731e0a" providerId="ADAL" clId="{8D45B6E4-1233-4CBF-9F60-0793E96FE6AE}" dt="2026-02-02T14:38:53.968" v="3350" actId="790"/>
          <ac:spMkLst>
            <pc:docMk/>
            <pc:sldMk cId="2608462696" sldId="622"/>
            <ac:spMk id="13" creationId="{BDB481A9-F5BF-8F7E-28B5-31DA4F1A0C19}"/>
          </ac:spMkLst>
        </pc:spChg>
        <pc:spChg chg="mod">
          <ac:chgData name="Luis Carlos Guevara Hernandez" userId="946bcc4c-b146-4724-978c-751fab731e0a" providerId="ADAL" clId="{8D45B6E4-1233-4CBF-9F60-0793E96FE6AE}" dt="2026-02-04T14:47:00.497" v="4707" actId="313"/>
          <ac:spMkLst>
            <pc:docMk/>
            <pc:sldMk cId="2608462696" sldId="622"/>
            <ac:spMk id="14" creationId="{8487F6BA-5E9B-4E59-68EC-D58C70EE9CF6}"/>
          </ac:spMkLst>
        </pc:spChg>
        <pc:spChg chg="mod">
          <ac:chgData name="Luis Carlos Guevara Hernandez" userId="946bcc4c-b146-4724-978c-751fab731e0a" providerId="ADAL" clId="{8D45B6E4-1233-4CBF-9F60-0793E96FE6AE}" dt="2026-02-02T14:38:53.968" v="3350" actId="790"/>
          <ac:spMkLst>
            <pc:docMk/>
            <pc:sldMk cId="2608462696" sldId="622"/>
            <ac:spMk id="25" creationId="{F944A08B-425B-C60F-01CB-4F7B6754AADE}"/>
          </ac:spMkLst>
        </pc:spChg>
        <pc:graphicFrameChg chg="modGraphic">
          <ac:chgData name="Luis Carlos Guevara Hernandez" userId="946bcc4c-b146-4724-978c-751fab731e0a" providerId="ADAL" clId="{8D45B6E4-1233-4CBF-9F60-0793E96FE6AE}" dt="2026-02-02T14:38:53.968" v="3350" actId="790"/>
          <ac:graphicFrameMkLst>
            <pc:docMk/>
            <pc:sldMk cId="2608462696" sldId="622"/>
            <ac:graphicFrameMk id="12" creationId="{FC38F77B-241B-D418-77AD-D5E50C4674EB}"/>
          </ac:graphicFrameMkLst>
        </pc:graphicFrameChg>
      </pc:sldChg>
      <pc:sldChg chg="addSp delSp modSp add mod addAnim delAnim modAnim">
        <pc:chgData name="Luis Carlos Guevara Hernandez" userId="946bcc4c-b146-4724-978c-751fab731e0a" providerId="ADAL" clId="{8D45B6E4-1233-4CBF-9F60-0793E96FE6AE}" dt="2026-02-04T14:52:35.887" v="4787"/>
        <pc:sldMkLst>
          <pc:docMk/>
          <pc:sldMk cId="1243547277" sldId="624"/>
        </pc:sldMkLst>
        <pc:spChg chg="add mod">
          <ac:chgData name="Luis Carlos Guevara Hernandez" userId="946bcc4c-b146-4724-978c-751fab731e0a" providerId="ADAL" clId="{8D45B6E4-1233-4CBF-9F60-0793E96FE6AE}" dt="2026-02-02T14:38:53.968" v="3350" actId="790"/>
          <ac:spMkLst>
            <pc:docMk/>
            <pc:sldMk cId="1243547277" sldId="624"/>
            <ac:spMk id="2" creationId="{96A38C7A-3968-46EA-1722-002CC171BDF3}"/>
          </ac:spMkLst>
        </pc:spChg>
        <pc:spChg chg="add mod">
          <ac:chgData name="Luis Carlos Guevara Hernandez" userId="946bcc4c-b146-4724-978c-751fab731e0a" providerId="ADAL" clId="{8D45B6E4-1233-4CBF-9F60-0793E96FE6AE}" dt="2026-02-04T14:52:03.605" v="4782"/>
          <ac:spMkLst>
            <pc:docMk/>
            <pc:sldMk cId="1243547277" sldId="624"/>
            <ac:spMk id="5" creationId="{7D57E123-DBE6-859C-E892-EE861AF663EA}"/>
          </ac:spMkLst>
        </pc:spChg>
        <pc:spChg chg="add mod">
          <ac:chgData name="Luis Carlos Guevara Hernandez" userId="946bcc4c-b146-4724-978c-751fab731e0a" providerId="ADAL" clId="{8D45B6E4-1233-4CBF-9F60-0793E96FE6AE}" dt="2026-02-04T14:50:46.840" v="4764" actId="1076"/>
          <ac:spMkLst>
            <pc:docMk/>
            <pc:sldMk cId="1243547277" sldId="624"/>
            <ac:spMk id="9" creationId="{74D5C4FA-F670-FAAD-AF26-CAFD1C9B4280}"/>
          </ac:spMkLst>
        </pc:spChg>
        <pc:spChg chg="mod">
          <ac:chgData name="Luis Carlos Guevara Hernandez" userId="946bcc4c-b146-4724-978c-751fab731e0a" providerId="ADAL" clId="{8D45B6E4-1233-4CBF-9F60-0793E96FE6AE}" dt="2026-02-04T14:50:48.513" v="4765" actId="14100"/>
          <ac:spMkLst>
            <pc:docMk/>
            <pc:sldMk cId="1243547277" sldId="624"/>
            <ac:spMk id="11" creationId="{E6E3BA55-30F8-E1DE-F9A2-2DF2C4A1F82D}"/>
          </ac:spMkLst>
        </pc:spChg>
        <pc:spChg chg="mod topLvl">
          <ac:chgData name="Luis Carlos Guevara Hernandez" userId="946bcc4c-b146-4724-978c-751fab731e0a" providerId="ADAL" clId="{8D45B6E4-1233-4CBF-9F60-0793E96FE6AE}" dt="2026-02-04T14:50:57.107" v="4767" actId="165"/>
          <ac:spMkLst>
            <pc:docMk/>
            <pc:sldMk cId="1243547277" sldId="624"/>
            <ac:spMk id="15" creationId="{0A46C1E9-BFF6-14F2-9C8A-9773FA3C9438}"/>
          </ac:spMkLst>
        </pc:spChg>
        <pc:spChg chg="mod topLvl">
          <ac:chgData name="Luis Carlos Guevara Hernandez" userId="946bcc4c-b146-4724-978c-751fab731e0a" providerId="ADAL" clId="{8D45B6E4-1233-4CBF-9F60-0793E96FE6AE}" dt="2026-02-04T14:50:57.107" v="4767" actId="165"/>
          <ac:spMkLst>
            <pc:docMk/>
            <pc:sldMk cId="1243547277" sldId="624"/>
            <ac:spMk id="16" creationId="{E0179BF7-4409-7057-5B21-057BF18F617F}"/>
          </ac:spMkLst>
        </pc:spChg>
        <pc:spChg chg="mod topLvl">
          <ac:chgData name="Luis Carlos Guevara Hernandez" userId="946bcc4c-b146-4724-978c-751fab731e0a" providerId="ADAL" clId="{8D45B6E4-1233-4CBF-9F60-0793E96FE6AE}" dt="2026-02-04T14:50:57.107" v="4767" actId="165"/>
          <ac:spMkLst>
            <pc:docMk/>
            <pc:sldMk cId="1243547277" sldId="624"/>
            <ac:spMk id="17" creationId="{802CD206-1EBC-31B9-C4C0-98AC87E513F2}"/>
          </ac:spMkLst>
        </pc:spChg>
        <pc:spChg chg="mod topLvl">
          <ac:chgData name="Luis Carlos Guevara Hernandez" userId="946bcc4c-b146-4724-978c-751fab731e0a" providerId="ADAL" clId="{8D45B6E4-1233-4CBF-9F60-0793E96FE6AE}" dt="2026-02-04T14:50:57.107" v="4767" actId="165"/>
          <ac:spMkLst>
            <pc:docMk/>
            <pc:sldMk cId="1243547277" sldId="624"/>
            <ac:spMk id="19" creationId="{9160400A-16E5-51A5-6082-17D352A17D6E}"/>
          </ac:spMkLst>
        </pc:spChg>
        <pc:spChg chg="mod topLvl">
          <ac:chgData name="Luis Carlos Guevara Hernandez" userId="946bcc4c-b146-4724-978c-751fab731e0a" providerId="ADAL" clId="{8D45B6E4-1233-4CBF-9F60-0793E96FE6AE}" dt="2026-02-04T14:50:57.107" v="4767" actId="165"/>
          <ac:spMkLst>
            <pc:docMk/>
            <pc:sldMk cId="1243547277" sldId="624"/>
            <ac:spMk id="20" creationId="{015FB31F-B113-F363-085F-2FF3E023A003}"/>
          </ac:spMkLst>
        </pc:spChg>
        <pc:spChg chg="mod topLvl">
          <ac:chgData name="Luis Carlos Guevara Hernandez" userId="946bcc4c-b146-4724-978c-751fab731e0a" providerId="ADAL" clId="{8D45B6E4-1233-4CBF-9F60-0793E96FE6AE}" dt="2026-02-04T14:50:57.107" v="4767" actId="165"/>
          <ac:spMkLst>
            <pc:docMk/>
            <pc:sldMk cId="1243547277" sldId="624"/>
            <ac:spMk id="21" creationId="{A402FF8C-01AE-1602-F7A7-66039E9527AC}"/>
          </ac:spMkLst>
        </pc:spChg>
        <pc:spChg chg="add mod">
          <ac:chgData name="Luis Carlos Guevara Hernandez" userId="946bcc4c-b146-4724-978c-751fab731e0a" providerId="ADAL" clId="{8D45B6E4-1233-4CBF-9F60-0793E96FE6AE}" dt="2026-02-02T14:38:53.968" v="3350" actId="790"/>
          <ac:spMkLst>
            <pc:docMk/>
            <pc:sldMk cId="1243547277" sldId="624"/>
            <ac:spMk id="22" creationId="{39B58003-8A69-5850-CA8A-23C48C62C014}"/>
          </ac:spMkLst>
        </pc:spChg>
        <pc:spChg chg="add mod">
          <ac:chgData name="Luis Carlos Guevara Hernandez" userId="946bcc4c-b146-4724-978c-751fab731e0a" providerId="ADAL" clId="{8D45B6E4-1233-4CBF-9F60-0793E96FE6AE}" dt="2026-02-02T14:38:53.968" v="3350" actId="790"/>
          <ac:spMkLst>
            <pc:docMk/>
            <pc:sldMk cId="1243547277" sldId="624"/>
            <ac:spMk id="24" creationId="{72155990-6654-93EB-381E-5895D61895CB}"/>
          </ac:spMkLst>
        </pc:spChg>
        <pc:spChg chg="mod">
          <ac:chgData name="Luis Carlos Guevara Hernandez" userId="946bcc4c-b146-4724-978c-751fab731e0a" providerId="ADAL" clId="{8D45B6E4-1233-4CBF-9F60-0793E96FE6AE}" dt="2026-02-02T14:05:01.360" v="3044" actId="20577"/>
          <ac:spMkLst>
            <pc:docMk/>
            <pc:sldMk cId="1243547277" sldId="624"/>
            <ac:spMk id="25" creationId="{5ABD3868-DF42-E426-E776-9616C3555CB9}"/>
          </ac:spMkLst>
        </pc:spChg>
        <pc:spChg chg="mod">
          <ac:chgData name="Luis Carlos Guevara Hernandez" userId="946bcc4c-b146-4724-978c-751fab731e0a" providerId="ADAL" clId="{8D45B6E4-1233-4CBF-9F60-0793E96FE6AE}" dt="2026-02-02T14:04:54.087" v="3024" actId="1076"/>
          <ac:spMkLst>
            <pc:docMk/>
            <pc:sldMk cId="1243547277" sldId="624"/>
            <ac:spMk id="26" creationId="{EF68F76F-E758-3029-074E-35261CEB37A2}"/>
          </ac:spMkLst>
        </pc:spChg>
        <pc:spChg chg="add mod">
          <ac:chgData name="Luis Carlos Guevara Hernandez" userId="946bcc4c-b146-4724-978c-751fab731e0a" providerId="ADAL" clId="{8D45B6E4-1233-4CBF-9F60-0793E96FE6AE}" dt="2026-02-02T14:38:53.968" v="3350" actId="790"/>
          <ac:spMkLst>
            <pc:docMk/>
            <pc:sldMk cId="1243547277" sldId="624"/>
            <ac:spMk id="28" creationId="{66E74379-8A69-6D49-44BF-E779021070A0}"/>
          </ac:spMkLst>
        </pc:spChg>
        <pc:spChg chg="add mod">
          <ac:chgData name="Luis Carlos Guevara Hernandez" userId="946bcc4c-b146-4724-978c-751fab731e0a" providerId="ADAL" clId="{8D45B6E4-1233-4CBF-9F60-0793E96FE6AE}" dt="2026-02-02T14:38:53.968" v="3350" actId="790"/>
          <ac:spMkLst>
            <pc:docMk/>
            <pc:sldMk cId="1243547277" sldId="624"/>
            <ac:spMk id="31" creationId="{E724C2B5-459A-67FC-83A9-94AA202CCA08}"/>
          </ac:spMkLst>
        </pc:spChg>
        <pc:spChg chg="mod">
          <ac:chgData name="Luis Carlos Guevara Hernandez" userId="946bcc4c-b146-4724-978c-751fab731e0a" providerId="ADAL" clId="{8D45B6E4-1233-4CBF-9F60-0793E96FE6AE}" dt="2026-02-02T14:05:13.065" v="3064" actId="20577"/>
          <ac:spMkLst>
            <pc:docMk/>
            <pc:sldMk cId="1243547277" sldId="624"/>
            <ac:spMk id="33" creationId="{77A97081-D2F2-61AB-72CA-6E93738DEB58}"/>
          </ac:spMkLst>
        </pc:spChg>
        <pc:spChg chg="add mod">
          <ac:chgData name="Luis Carlos Guevara Hernandez" userId="946bcc4c-b146-4724-978c-751fab731e0a" providerId="ADAL" clId="{8D45B6E4-1233-4CBF-9F60-0793E96FE6AE}" dt="2026-02-02T14:38:53.968" v="3350" actId="790"/>
          <ac:spMkLst>
            <pc:docMk/>
            <pc:sldMk cId="1243547277" sldId="624"/>
            <ac:spMk id="34" creationId="{0CE8E14B-8DCE-6EF7-64E2-D1783711D4D9}"/>
          </ac:spMkLst>
        </pc:spChg>
      </pc:sldChg>
      <pc:sldChg chg="addSp delSp modSp add mod modAnim">
        <pc:chgData name="Luis Carlos Guevara Hernandez" userId="946bcc4c-b146-4724-978c-751fab731e0a" providerId="ADAL" clId="{8D45B6E4-1233-4CBF-9F60-0793E96FE6AE}" dt="2026-02-04T14:55:25.424" v="4810"/>
        <pc:sldMkLst>
          <pc:docMk/>
          <pc:sldMk cId="2087681209" sldId="625"/>
        </pc:sldMkLst>
        <pc:spChg chg="mod">
          <ac:chgData name="Luis Carlos Guevara Hernandez" userId="946bcc4c-b146-4724-978c-751fab731e0a" providerId="ADAL" clId="{8D45B6E4-1233-4CBF-9F60-0793E96FE6AE}" dt="2026-02-02T14:06:25.765" v="3066" actId="20577"/>
          <ac:spMkLst>
            <pc:docMk/>
            <pc:sldMk cId="2087681209" sldId="625"/>
            <ac:spMk id="11" creationId="{C3F9F99F-95D4-DA18-22CF-38B7024CC6D9}"/>
          </ac:spMkLst>
        </pc:spChg>
        <pc:spChg chg="mod">
          <ac:chgData name="Luis Carlos Guevara Hernandez" userId="946bcc4c-b146-4724-978c-751fab731e0a" providerId="ADAL" clId="{8D45B6E4-1233-4CBF-9F60-0793E96FE6AE}" dt="2026-02-02T13:58:31.852" v="2915" actId="1076"/>
          <ac:spMkLst>
            <pc:docMk/>
            <pc:sldMk cId="2087681209" sldId="625"/>
            <ac:spMk id="32" creationId="{2BDE8AB9-7345-BC3C-D9C6-422861D45C26}"/>
          </ac:spMkLst>
        </pc:spChg>
        <pc:spChg chg="add del mod">
          <ac:chgData name="Luis Carlos Guevara Hernandez" userId="946bcc4c-b146-4724-978c-751fab731e0a" providerId="ADAL" clId="{8D45B6E4-1233-4CBF-9F60-0793E96FE6AE}" dt="2026-02-02T13:58:44.991" v="2919" actId="1076"/>
          <ac:spMkLst>
            <pc:docMk/>
            <pc:sldMk cId="2087681209" sldId="625"/>
            <ac:spMk id="41" creationId="{7B6F0DD8-21DA-B5B1-21B3-F4123F8A87B0}"/>
          </ac:spMkLst>
        </pc:spChg>
        <pc:spChg chg="add mod">
          <ac:chgData name="Luis Carlos Guevara Hernandez" userId="946bcc4c-b146-4724-978c-751fab731e0a" providerId="ADAL" clId="{8D45B6E4-1233-4CBF-9F60-0793E96FE6AE}" dt="2026-02-02T14:38:53.968" v="3350" actId="790"/>
          <ac:spMkLst>
            <pc:docMk/>
            <pc:sldMk cId="2087681209" sldId="625"/>
            <ac:spMk id="45" creationId="{589A2934-6D82-C555-B888-8E2FE00B1342}"/>
          </ac:spMkLst>
        </pc:spChg>
        <pc:spChg chg="add mod">
          <ac:chgData name="Luis Carlos Guevara Hernandez" userId="946bcc4c-b146-4724-978c-751fab731e0a" providerId="ADAL" clId="{8D45B6E4-1233-4CBF-9F60-0793E96FE6AE}" dt="2026-02-02T14:38:53.968" v="3350" actId="790"/>
          <ac:spMkLst>
            <pc:docMk/>
            <pc:sldMk cId="2087681209" sldId="625"/>
            <ac:spMk id="47" creationId="{40779F04-DEB3-2898-4EB4-99289F3A948F}"/>
          </ac:spMkLst>
        </pc:spChg>
        <pc:spChg chg="add mod">
          <ac:chgData name="Luis Carlos Guevara Hernandez" userId="946bcc4c-b146-4724-978c-751fab731e0a" providerId="ADAL" clId="{8D45B6E4-1233-4CBF-9F60-0793E96FE6AE}" dt="2026-02-02T13:31:49.669" v="2417" actId="1037"/>
          <ac:spMkLst>
            <pc:docMk/>
            <pc:sldMk cId="2087681209" sldId="625"/>
            <ac:spMk id="49" creationId="{0C830ABC-961B-4550-52E2-FC712EC0E989}"/>
          </ac:spMkLst>
        </pc:spChg>
        <pc:spChg chg="add mod">
          <ac:chgData name="Luis Carlos Guevara Hernandez" userId="946bcc4c-b146-4724-978c-751fab731e0a" providerId="ADAL" clId="{8D45B6E4-1233-4CBF-9F60-0793E96FE6AE}" dt="2026-02-02T14:38:53.968" v="3350" actId="790"/>
          <ac:spMkLst>
            <pc:docMk/>
            <pc:sldMk cId="2087681209" sldId="625"/>
            <ac:spMk id="50" creationId="{4000E02F-B78A-6CA0-14C3-F8BC3C259CD5}"/>
          </ac:spMkLst>
        </pc:spChg>
        <pc:spChg chg="mod">
          <ac:chgData name="Luis Carlos Guevara Hernandez" userId="946bcc4c-b146-4724-978c-751fab731e0a" providerId="ADAL" clId="{8D45B6E4-1233-4CBF-9F60-0793E96FE6AE}" dt="2026-02-02T13:50:25.925" v="2750" actId="1076"/>
          <ac:spMkLst>
            <pc:docMk/>
            <pc:sldMk cId="2087681209" sldId="625"/>
            <ac:spMk id="56" creationId="{4C030DDC-68B9-FEEE-689F-CECC36B78F9E}"/>
          </ac:spMkLst>
        </pc:spChg>
        <pc:spChg chg="add mod">
          <ac:chgData name="Luis Carlos Guevara Hernandez" userId="946bcc4c-b146-4724-978c-751fab731e0a" providerId="ADAL" clId="{8D45B6E4-1233-4CBF-9F60-0793E96FE6AE}" dt="2026-02-02T13:57:12.188" v="2897" actId="20577"/>
          <ac:spMkLst>
            <pc:docMk/>
            <pc:sldMk cId="2087681209" sldId="625"/>
            <ac:spMk id="57" creationId="{D24863B7-CD6D-1A69-DFFF-BAE518F943FF}"/>
          </ac:spMkLst>
        </pc:spChg>
        <pc:spChg chg="mod">
          <ac:chgData name="Luis Carlos Guevara Hernandez" userId="946bcc4c-b146-4724-978c-751fab731e0a" providerId="ADAL" clId="{8D45B6E4-1233-4CBF-9F60-0793E96FE6AE}" dt="2026-02-02T13:57:04.723" v="2895" actId="1076"/>
          <ac:spMkLst>
            <pc:docMk/>
            <pc:sldMk cId="2087681209" sldId="625"/>
            <ac:spMk id="58" creationId="{AD796FD8-8280-65FA-E647-C9553F4B29EB}"/>
          </ac:spMkLst>
        </pc:spChg>
        <pc:spChg chg="add mod">
          <ac:chgData name="Luis Carlos Guevara Hernandez" userId="946bcc4c-b146-4724-978c-751fab731e0a" providerId="ADAL" clId="{8D45B6E4-1233-4CBF-9F60-0793E96FE6AE}" dt="2026-02-02T14:03:55.979" v="2959" actId="20577"/>
          <ac:spMkLst>
            <pc:docMk/>
            <pc:sldMk cId="2087681209" sldId="625"/>
            <ac:spMk id="67" creationId="{13675F0B-8746-620A-7777-15D12FA56EA2}"/>
          </ac:spMkLst>
        </pc:spChg>
        <pc:spChg chg="add mod">
          <ac:chgData name="Luis Carlos Guevara Hernandez" userId="946bcc4c-b146-4724-978c-751fab731e0a" providerId="ADAL" clId="{8D45B6E4-1233-4CBF-9F60-0793E96FE6AE}" dt="2026-02-02T14:04:02.254" v="2974" actId="20577"/>
          <ac:spMkLst>
            <pc:docMk/>
            <pc:sldMk cId="2087681209" sldId="625"/>
            <ac:spMk id="68" creationId="{6BBBFB75-5D3D-2B77-51E3-0F936B38E67C}"/>
          </ac:spMkLst>
        </pc:spChg>
        <pc:spChg chg="add mod">
          <ac:chgData name="Luis Carlos Guevara Hernandez" userId="946bcc4c-b146-4724-978c-751fab731e0a" providerId="ADAL" clId="{8D45B6E4-1233-4CBF-9F60-0793E96FE6AE}" dt="2026-02-02T13:38:06.228" v="2618" actId="108"/>
          <ac:spMkLst>
            <pc:docMk/>
            <pc:sldMk cId="2087681209" sldId="625"/>
            <ac:spMk id="74" creationId="{A4F7D98A-03A1-4C94-57D6-40704622EFEA}"/>
          </ac:spMkLst>
        </pc:spChg>
        <pc:spChg chg="add mod">
          <ac:chgData name="Luis Carlos Guevara Hernandez" userId="946bcc4c-b146-4724-978c-751fab731e0a" providerId="ADAL" clId="{8D45B6E4-1233-4CBF-9F60-0793E96FE6AE}" dt="2026-02-02T14:38:53.968" v="3350" actId="790"/>
          <ac:spMkLst>
            <pc:docMk/>
            <pc:sldMk cId="2087681209" sldId="625"/>
            <ac:spMk id="75" creationId="{8E53D1B8-A240-9250-B94F-F57891D045AF}"/>
          </ac:spMkLst>
        </pc:spChg>
        <pc:spChg chg="add mod">
          <ac:chgData name="Luis Carlos Guevara Hernandez" userId="946bcc4c-b146-4724-978c-751fab731e0a" providerId="ADAL" clId="{8D45B6E4-1233-4CBF-9F60-0793E96FE6AE}" dt="2026-02-02T13:37:48.703" v="2611" actId="1076"/>
          <ac:spMkLst>
            <pc:docMk/>
            <pc:sldMk cId="2087681209" sldId="625"/>
            <ac:spMk id="87" creationId="{C43EF607-0666-AB21-C8F1-5E7537F66616}"/>
          </ac:spMkLst>
        </pc:spChg>
        <pc:spChg chg="add mod">
          <ac:chgData name="Luis Carlos Guevara Hernandez" userId="946bcc4c-b146-4724-978c-751fab731e0a" providerId="ADAL" clId="{8D45B6E4-1233-4CBF-9F60-0793E96FE6AE}" dt="2026-02-02T14:38:53.968" v="3350" actId="790"/>
          <ac:spMkLst>
            <pc:docMk/>
            <pc:sldMk cId="2087681209" sldId="625"/>
            <ac:spMk id="88" creationId="{6906E4A3-8C50-2803-5859-3C6848330D64}"/>
          </ac:spMkLst>
        </pc:spChg>
        <pc:spChg chg="add mod">
          <ac:chgData name="Luis Carlos Guevara Hernandez" userId="946bcc4c-b146-4724-978c-751fab731e0a" providerId="ADAL" clId="{8D45B6E4-1233-4CBF-9F60-0793E96FE6AE}" dt="2026-02-02T13:57:45.093" v="2903" actId="1076"/>
          <ac:spMkLst>
            <pc:docMk/>
            <pc:sldMk cId="2087681209" sldId="625"/>
            <ac:spMk id="102" creationId="{0DF25486-94B6-4231-717F-D0DFB3B28DAB}"/>
          </ac:spMkLst>
        </pc:spChg>
        <pc:spChg chg="add mod">
          <ac:chgData name="Luis Carlos Guevara Hernandez" userId="946bcc4c-b146-4724-978c-751fab731e0a" providerId="ADAL" clId="{8D45B6E4-1233-4CBF-9F60-0793E96FE6AE}" dt="2026-02-02T14:38:53.968" v="3350" actId="790"/>
          <ac:spMkLst>
            <pc:docMk/>
            <pc:sldMk cId="2087681209" sldId="625"/>
            <ac:spMk id="103" creationId="{5FCD9817-D8D0-F60B-C8C3-E9F0EE7BC077}"/>
          </ac:spMkLst>
        </pc:spChg>
        <pc:spChg chg="add mod">
          <ac:chgData name="Luis Carlos Guevara Hernandez" userId="946bcc4c-b146-4724-978c-751fab731e0a" providerId="ADAL" clId="{8D45B6E4-1233-4CBF-9F60-0793E96FE6AE}" dt="2026-02-04T14:55:12.578" v="4808" actId="164"/>
          <ac:spMkLst>
            <pc:docMk/>
            <pc:sldMk cId="2087681209" sldId="625"/>
            <ac:spMk id="109" creationId="{87490726-C132-AD71-CBF7-E305A9CA97E4}"/>
          </ac:spMkLst>
        </pc:spChg>
        <pc:spChg chg="add mod">
          <ac:chgData name="Luis Carlos Guevara Hernandez" userId="946bcc4c-b146-4724-978c-751fab731e0a" providerId="ADAL" clId="{8D45B6E4-1233-4CBF-9F60-0793E96FE6AE}" dt="2026-02-02T13:44:12.496" v="2688"/>
          <ac:spMkLst>
            <pc:docMk/>
            <pc:sldMk cId="2087681209" sldId="625"/>
            <ac:spMk id="113" creationId="{05536915-15D8-2AC1-AA78-285415E7BD43}"/>
          </ac:spMkLst>
        </pc:spChg>
        <pc:spChg chg="add mod">
          <ac:chgData name="Luis Carlos Guevara Hernandez" userId="946bcc4c-b146-4724-978c-751fab731e0a" providerId="ADAL" clId="{8D45B6E4-1233-4CBF-9F60-0793E96FE6AE}" dt="2026-02-02T14:38:53.968" v="3350" actId="790"/>
          <ac:spMkLst>
            <pc:docMk/>
            <pc:sldMk cId="2087681209" sldId="625"/>
            <ac:spMk id="119" creationId="{D0CDFDB6-9D9A-7E92-8FF5-1952639362C5}"/>
          </ac:spMkLst>
        </pc:spChg>
        <pc:spChg chg="add mod">
          <ac:chgData name="Luis Carlos Guevara Hernandez" userId="946bcc4c-b146-4724-978c-751fab731e0a" providerId="ADAL" clId="{8D45B6E4-1233-4CBF-9F60-0793E96FE6AE}" dt="2026-02-04T14:55:12.578" v="4808" actId="164"/>
          <ac:spMkLst>
            <pc:docMk/>
            <pc:sldMk cId="2087681209" sldId="625"/>
            <ac:spMk id="124" creationId="{681688E6-A594-B164-3DEA-6CE30DBEBDD9}"/>
          </ac:spMkLst>
        </pc:spChg>
        <pc:spChg chg="add mod">
          <ac:chgData name="Luis Carlos Guevara Hernandez" userId="946bcc4c-b146-4724-978c-751fab731e0a" providerId="ADAL" clId="{8D45B6E4-1233-4CBF-9F60-0793E96FE6AE}" dt="2026-02-02T14:38:53.968" v="3350" actId="790"/>
          <ac:spMkLst>
            <pc:docMk/>
            <pc:sldMk cId="2087681209" sldId="625"/>
            <ac:spMk id="129" creationId="{290B8B60-3942-1A8B-BFA9-373F6A6A6367}"/>
          </ac:spMkLst>
        </pc:spChg>
        <pc:spChg chg="add mod">
          <ac:chgData name="Luis Carlos Guevara Hernandez" userId="946bcc4c-b146-4724-978c-751fab731e0a" providerId="ADAL" clId="{8D45B6E4-1233-4CBF-9F60-0793E96FE6AE}" dt="2026-02-04T14:55:12.578" v="4808" actId="164"/>
          <ac:spMkLst>
            <pc:docMk/>
            <pc:sldMk cId="2087681209" sldId="625"/>
            <ac:spMk id="134" creationId="{E8147F02-2B3E-15CF-C860-E2EA4DED2456}"/>
          </ac:spMkLst>
        </pc:spChg>
        <pc:spChg chg="add mod">
          <ac:chgData name="Luis Carlos Guevara Hernandez" userId="946bcc4c-b146-4724-978c-751fab731e0a" providerId="ADAL" clId="{8D45B6E4-1233-4CBF-9F60-0793E96FE6AE}" dt="2026-02-02T13:53:43.864" v="2813" actId="1076"/>
          <ac:spMkLst>
            <pc:docMk/>
            <pc:sldMk cId="2087681209" sldId="625"/>
            <ac:spMk id="136" creationId="{3A2845A5-7CD6-7217-774F-876352F44FC9}"/>
          </ac:spMkLst>
        </pc:spChg>
        <pc:spChg chg="add mod">
          <ac:chgData name="Luis Carlos Guevara Hernandez" userId="946bcc4c-b146-4724-978c-751fab731e0a" providerId="ADAL" clId="{8D45B6E4-1233-4CBF-9F60-0793E96FE6AE}" dt="2026-02-02T13:56:10.946" v="2876" actId="207"/>
          <ac:spMkLst>
            <pc:docMk/>
            <pc:sldMk cId="2087681209" sldId="625"/>
            <ac:spMk id="147" creationId="{835C4CDF-EF66-339C-76A3-D8687B8EB248}"/>
          </ac:spMkLst>
        </pc:spChg>
        <pc:spChg chg="add mod">
          <ac:chgData name="Luis Carlos Guevara Hernandez" userId="946bcc4c-b146-4724-978c-751fab731e0a" providerId="ADAL" clId="{8D45B6E4-1233-4CBF-9F60-0793E96FE6AE}" dt="2026-02-02T13:56:10.946" v="2876" actId="207"/>
          <ac:spMkLst>
            <pc:docMk/>
            <pc:sldMk cId="2087681209" sldId="625"/>
            <ac:spMk id="151" creationId="{EE6DE10C-58F5-27CF-82F2-0C36006A606C}"/>
          </ac:spMkLst>
        </pc:spChg>
        <pc:spChg chg="add mod">
          <ac:chgData name="Luis Carlos Guevara Hernandez" userId="946bcc4c-b146-4724-978c-751fab731e0a" providerId="ADAL" clId="{8D45B6E4-1233-4CBF-9F60-0793E96FE6AE}" dt="2026-02-02T13:56:10.946" v="2876" actId="207"/>
          <ac:spMkLst>
            <pc:docMk/>
            <pc:sldMk cId="2087681209" sldId="625"/>
            <ac:spMk id="152" creationId="{9205989B-4707-023E-A5A5-4D63EF65C4B8}"/>
          </ac:spMkLst>
        </pc:spChg>
        <pc:spChg chg="add mod">
          <ac:chgData name="Luis Carlos Guevara Hernandez" userId="946bcc4c-b146-4724-978c-751fab731e0a" providerId="ADAL" clId="{8D45B6E4-1233-4CBF-9F60-0793E96FE6AE}" dt="2026-02-02T13:56:10.946" v="2876" actId="207"/>
          <ac:spMkLst>
            <pc:docMk/>
            <pc:sldMk cId="2087681209" sldId="625"/>
            <ac:spMk id="153" creationId="{0E0732A6-D82E-73A7-145F-DC0491300086}"/>
          </ac:spMkLst>
        </pc:spChg>
        <pc:spChg chg="add mod">
          <ac:chgData name="Luis Carlos Guevara Hernandez" userId="946bcc4c-b146-4724-978c-751fab731e0a" providerId="ADAL" clId="{8D45B6E4-1233-4CBF-9F60-0793E96FE6AE}" dt="2026-02-02T14:38:53.968" v="3350" actId="790"/>
          <ac:spMkLst>
            <pc:docMk/>
            <pc:sldMk cId="2087681209" sldId="625"/>
            <ac:spMk id="181" creationId="{12AE2FD4-EDF5-0072-377B-85DCA5C0A610}"/>
          </ac:spMkLst>
        </pc:spChg>
        <pc:spChg chg="add mod">
          <ac:chgData name="Luis Carlos Guevara Hernandez" userId="946bcc4c-b146-4724-978c-751fab731e0a" providerId="ADAL" clId="{8D45B6E4-1233-4CBF-9F60-0793E96FE6AE}" dt="2026-02-02T14:38:53.968" v="3350" actId="790"/>
          <ac:spMkLst>
            <pc:docMk/>
            <pc:sldMk cId="2087681209" sldId="625"/>
            <ac:spMk id="192" creationId="{42BB119F-95A9-5BFE-C14A-AE17E1B25F57}"/>
          </ac:spMkLst>
        </pc:spChg>
        <pc:spChg chg="add mod">
          <ac:chgData name="Luis Carlos Guevara Hernandez" userId="946bcc4c-b146-4724-978c-751fab731e0a" providerId="ADAL" clId="{8D45B6E4-1233-4CBF-9F60-0793E96FE6AE}" dt="2026-02-04T14:55:12.578" v="4808" actId="164"/>
          <ac:spMkLst>
            <pc:docMk/>
            <pc:sldMk cId="2087681209" sldId="625"/>
            <ac:spMk id="193" creationId="{66C717BD-36B1-3239-2DDB-032D5DF7F207}"/>
          </ac:spMkLst>
        </pc:spChg>
        <pc:grpChg chg="add mod">
          <ac:chgData name="Luis Carlos Guevara Hernandez" userId="946bcc4c-b146-4724-978c-751fab731e0a" providerId="ADAL" clId="{8D45B6E4-1233-4CBF-9F60-0793E96FE6AE}" dt="2026-02-04T14:55:12.578" v="4808" actId="164"/>
          <ac:grpSpMkLst>
            <pc:docMk/>
            <pc:sldMk cId="2087681209" sldId="625"/>
            <ac:grpSpMk id="3" creationId="{38FA36A8-4CDC-463A-24E3-B4CFDB248AFC}"/>
          </ac:grpSpMkLst>
        </pc:grpChg>
        <pc:cxnChg chg="mod">
          <ac:chgData name="Luis Carlos Guevara Hernandez" userId="946bcc4c-b146-4724-978c-751fab731e0a" providerId="ADAL" clId="{8D45B6E4-1233-4CBF-9F60-0793E96FE6AE}" dt="2026-02-02T13:56:57.119" v="2894" actId="14100"/>
          <ac:cxnSpMkLst>
            <pc:docMk/>
            <pc:sldMk cId="2087681209" sldId="625"/>
            <ac:cxnSpMk id="6" creationId="{5E933C50-ED1D-2EE1-CB9F-2882EF706D16}"/>
          </ac:cxnSpMkLst>
        </pc:cxnChg>
        <pc:cxnChg chg="mod">
          <ac:chgData name="Luis Carlos Guevara Hernandez" userId="946bcc4c-b146-4724-978c-751fab731e0a" providerId="ADAL" clId="{8D45B6E4-1233-4CBF-9F60-0793E96FE6AE}" dt="2026-02-02T13:57:04.723" v="2895" actId="1076"/>
          <ac:cxnSpMkLst>
            <pc:docMk/>
            <pc:sldMk cId="2087681209" sldId="625"/>
            <ac:cxnSpMk id="10" creationId="{73CFCEC3-E205-EEF3-6C90-5A79AA67B92E}"/>
          </ac:cxnSpMkLst>
        </pc:cxnChg>
        <pc:cxnChg chg="mod">
          <ac:chgData name="Luis Carlos Guevara Hernandez" userId="946bcc4c-b146-4724-978c-751fab731e0a" providerId="ADAL" clId="{8D45B6E4-1233-4CBF-9F60-0793E96FE6AE}" dt="2026-02-02T13:32:22.514" v="2429" actId="478"/>
          <ac:cxnSpMkLst>
            <pc:docMk/>
            <pc:sldMk cId="2087681209" sldId="625"/>
            <ac:cxnSpMk id="18" creationId="{CD48B42F-A20C-D09F-5630-B9015980ED9C}"/>
          </ac:cxnSpMkLst>
        </pc:cxnChg>
        <pc:cxnChg chg="mod">
          <ac:chgData name="Luis Carlos Guevara Hernandez" userId="946bcc4c-b146-4724-978c-751fab731e0a" providerId="ADAL" clId="{8D45B6E4-1233-4CBF-9F60-0793E96FE6AE}" dt="2026-02-02T13:32:25.312" v="2432" actId="478"/>
          <ac:cxnSpMkLst>
            <pc:docMk/>
            <pc:sldMk cId="2087681209" sldId="625"/>
            <ac:cxnSpMk id="27" creationId="{C3EB4A73-3E68-93D7-0E8E-866F103DBCB2}"/>
          </ac:cxnSpMkLst>
        </pc:cxnChg>
        <pc:cxnChg chg="mod">
          <ac:chgData name="Luis Carlos Guevara Hernandez" userId="946bcc4c-b146-4724-978c-751fab731e0a" providerId="ADAL" clId="{8D45B6E4-1233-4CBF-9F60-0793E96FE6AE}" dt="2026-02-02T13:58:44.991" v="2919" actId="1076"/>
          <ac:cxnSpMkLst>
            <pc:docMk/>
            <pc:sldMk cId="2087681209" sldId="625"/>
            <ac:cxnSpMk id="42" creationId="{67AB79AE-39F9-87E4-1EAA-0EACBAABA460}"/>
          </ac:cxnSpMkLst>
        </pc:cxnChg>
        <pc:cxnChg chg="mod">
          <ac:chgData name="Luis Carlos Guevara Hernandez" userId="946bcc4c-b146-4724-978c-751fab731e0a" providerId="ADAL" clId="{8D45B6E4-1233-4CBF-9F60-0793E96FE6AE}" dt="2026-02-04T14:55:12.578" v="4808" actId="164"/>
          <ac:cxnSpMkLst>
            <pc:docMk/>
            <pc:sldMk cId="2087681209" sldId="625"/>
            <ac:cxnSpMk id="48" creationId="{45791939-0C3E-C42B-F797-BE0048372AD9}"/>
          </ac:cxnSpMkLst>
        </pc:cxnChg>
        <pc:cxnChg chg="add mod">
          <ac:chgData name="Luis Carlos Guevara Hernandez" userId="946bcc4c-b146-4724-978c-751fab731e0a" providerId="ADAL" clId="{8D45B6E4-1233-4CBF-9F60-0793E96FE6AE}" dt="2026-02-02T13:37:41.947" v="2610" actId="1076"/>
          <ac:cxnSpMkLst>
            <pc:docMk/>
            <pc:sldMk cId="2087681209" sldId="625"/>
            <ac:cxnSpMk id="76" creationId="{40423ACB-0AD6-4D8F-CF19-700F64A362E2}"/>
          </ac:cxnSpMkLst>
        </pc:cxnChg>
        <pc:cxnChg chg="add mod">
          <ac:chgData name="Luis Carlos Guevara Hernandez" userId="946bcc4c-b146-4724-978c-751fab731e0a" providerId="ADAL" clId="{8D45B6E4-1233-4CBF-9F60-0793E96FE6AE}" dt="2026-02-02T13:34:00.449" v="2469" actId="14100"/>
          <ac:cxnSpMkLst>
            <pc:docMk/>
            <pc:sldMk cId="2087681209" sldId="625"/>
            <ac:cxnSpMk id="79" creationId="{63567063-6520-16E9-2BFE-6B6A9193062F}"/>
          </ac:cxnSpMkLst>
        </pc:cxnChg>
        <pc:cxnChg chg="add mod">
          <ac:chgData name="Luis Carlos Guevara Hernandez" userId="946bcc4c-b146-4724-978c-751fab731e0a" providerId="ADAL" clId="{8D45B6E4-1233-4CBF-9F60-0793E96FE6AE}" dt="2026-02-02T13:37:54.410" v="2614" actId="14100"/>
          <ac:cxnSpMkLst>
            <pc:docMk/>
            <pc:sldMk cId="2087681209" sldId="625"/>
            <ac:cxnSpMk id="93" creationId="{1B7359F4-3D2D-FEDF-3267-4FE088EDB13C}"/>
          </ac:cxnSpMkLst>
        </pc:cxnChg>
        <pc:cxnChg chg="add mod">
          <ac:chgData name="Luis Carlos Guevara Hernandez" userId="946bcc4c-b146-4724-978c-751fab731e0a" providerId="ADAL" clId="{8D45B6E4-1233-4CBF-9F60-0793E96FE6AE}" dt="2026-02-02T13:38:00.823" v="2617" actId="14100"/>
          <ac:cxnSpMkLst>
            <pc:docMk/>
            <pc:sldMk cId="2087681209" sldId="625"/>
            <ac:cxnSpMk id="96" creationId="{9323F2D3-0260-AE37-1F60-1C2501E467DB}"/>
          </ac:cxnSpMkLst>
        </pc:cxnChg>
        <pc:cxnChg chg="add mod">
          <ac:chgData name="Luis Carlos Guevara Hernandez" userId="946bcc4c-b146-4724-978c-751fab731e0a" providerId="ADAL" clId="{8D45B6E4-1233-4CBF-9F60-0793E96FE6AE}" dt="2026-02-04T14:55:12.578" v="4808" actId="164"/>
          <ac:cxnSpMkLst>
            <pc:docMk/>
            <pc:sldMk cId="2087681209" sldId="625"/>
            <ac:cxnSpMk id="106" creationId="{C8B476FC-80FA-A007-6BD0-372460EC5ED0}"/>
          </ac:cxnSpMkLst>
        </pc:cxnChg>
        <pc:cxnChg chg="add mod">
          <ac:chgData name="Luis Carlos Guevara Hernandez" userId="946bcc4c-b146-4724-978c-751fab731e0a" providerId="ADAL" clId="{8D45B6E4-1233-4CBF-9F60-0793E96FE6AE}" dt="2026-02-04T14:55:12.578" v="4808" actId="164"/>
          <ac:cxnSpMkLst>
            <pc:docMk/>
            <pc:sldMk cId="2087681209" sldId="625"/>
            <ac:cxnSpMk id="110" creationId="{E6A57C69-151B-A805-365F-C4597749F100}"/>
          </ac:cxnSpMkLst>
        </pc:cxnChg>
        <pc:cxnChg chg="add mod">
          <ac:chgData name="Luis Carlos Guevara Hernandez" userId="946bcc4c-b146-4724-978c-751fab731e0a" providerId="ADAL" clId="{8D45B6E4-1233-4CBF-9F60-0793E96FE6AE}" dt="2026-02-02T13:44:04.105" v="2685" actId="1076"/>
          <ac:cxnSpMkLst>
            <pc:docMk/>
            <pc:sldMk cId="2087681209" sldId="625"/>
            <ac:cxnSpMk id="114" creationId="{102596EC-ECDC-653F-B93C-6E43495AD182}"/>
          </ac:cxnSpMkLst>
        </pc:cxnChg>
        <pc:cxnChg chg="add mod">
          <ac:chgData name="Luis Carlos Guevara Hernandez" userId="946bcc4c-b146-4724-978c-751fab731e0a" providerId="ADAL" clId="{8D45B6E4-1233-4CBF-9F60-0793E96FE6AE}" dt="2026-02-02T13:44:35.388" v="2696" actId="14100"/>
          <ac:cxnSpMkLst>
            <pc:docMk/>
            <pc:sldMk cId="2087681209" sldId="625"/>
            <ac:cxnSpMk id="120" creationId="{D1C0B51E-E1BE-E5A9-D7D1-3D05B8D31F94}"/>
          </ac:cxnSpMkLst>
        </pc:cxnChg>
        <pc:cxnChg chg="add mod">
          <ac:chgData name="Luis Carlos Guevara Hernandez" userId="946bcc4c-b146-4724-978c-751fab731e0a" providerId="ADAL" clId="{8D45B6E4-1233-4CBF-9F60-0793E96FE6AE}" dt="2026-02-04T14:55:12.578" v="4808" actId="164"/>
          <ac:cxnSpMkLst>
            <pc:docMk/>
            <pc:sldMk cId="2087681209" sldId="625"/>
            <ac:cxnSpMk id="125" creationId="{EEDAB8D2-860D-1D13-B55E-DDD89644CBE6}"/>
          </ac:cxnSpMkLst>
        </pc:cxnChg>
        <pc:cxnChg chg="add mod">
          <ac:chgData name="Luis Carlos Guevara Hernandez" userId="946bcc4c-b146-4724-978c-751fab731e0a" providerId="ADAL" clId="{8D45B6E4-1233-4CBF-9F60-0793E96FE6AE}" dt="2026-02-02T13:46:25.413" v="2730" actId="14100"/>
          <ac:cxnSpMkLst>
            <pc:docMk/>
            <pc:sldMk cId="2087681209" sldId="625"/>
            <ac:cxnSpMk id="131" creationId="{9F42703F-3CBE-4F9E-712A-BE3C1754012C}"/>
          </ac:cxnSpMkLst>
        </pc:cxnChg>
        <pc:cxnChg chg="add mod">
          <ac:chgData name="Luis Carlos Guevara Hernandez" userId="946bcc4c-b146-4724-978c-751fab731e0a" providerId="ADAL" clId="{8D45B6E4-1233-4CBF-9F60-0793E96FE6AE}" dt="2026-02-02T13:53:43.864" v="2813" actId="1076"/>
          <ac:cxnSpMkLst>
            <pc:docMk/>
            <pc:sldMk cId="2087681209" sldId="625"/>
            <ac:cxnSpMk id="138" creationId="{823D7340-1375-EB09-0333-BC7CFEB6DC04}"/>
          </ac:cxnSpMkLst>
        </pc:cxnChg>
        <pc:cxnChg chg="add mod">
          <ac:chgData name="Luis Carlos Guevara Hernandez" userId="946bcc4c-b146-4724-978c-751fab731e0a" providerId="ADAL" clId="{8D45B6E4-1233-4CBF-9F60-0793E96FE6AE}" dt="2026-02-02T13:56:25.312" v="2883" actId="14100"/>
          <ac:cxnSpMkLst>
            <pc:docMk/>
            <pc:sldMk cId="2087681209" sldId="625"/>
            <ac:cxnSpMk id="157" creationId="{A0DD67E1-8C36-08C0-3851-9AC105CFC350}"/>
          </ac:cxnSpMkLst>
        </pc:cxnChg>
        <pc:cxnChg chg="add mod">
          <ac:chgData name="Luis Carlos Guevara Hernandez" userId="946bcc4c-b146-4724-978c-751fab731e0a" providerId="ADAL" clId="{8D45B6E4-1233-4CBF-9F60-0793E96FE6AE}" dt="2026-02-02T13:56:32.722" v="2886" actId="14100"/>
          <ac:cxnSpMkLst>
            <pc:docMk/>
            <pc:sldMk cId="2087681209" sldId="625"/>
            <ac:cxnSpMk id="160" creationId="{F5E89FB9-76C2-3AFB-C687-023F3E2912AA}"/>
          </ac:cxnSpMkLst>
        </pc:cxnChg>
        <pc:cxnChg chg="add mod">
          <ac:chgData name="Luis Carlos Guevara Hernandez" userId="946bcc4c-b146-4724-978c-751fab731e0a" providerId="ADAL" clId="{8D45B6E4-1233-4CBF-9F60-0793E96FE6AE}" dt="2026-02-02T13:56:38.580" v="2889" actId="14100"/>
          <ac:cxnSpMkLst>
            <pc:docMk/>
            <pc:sldMk cId="2087681209" sldId="625"/>
            <ac:cxnSpMk id="163" creationId="{8BE8F8E1-E3D0-717C-E39C-C725712C12A6}"/>
          </ac:cxnSpMkLst>
        </pc:cxnChg>
        <pc:cxnChg chg="add mod">
          <ac:chgData name="Luis Carlos Guevara Hernandez" userId="946bcc4c-b146-4724-978c-751fab731e0a" providerId="ADAL" clId="{8D45B6E4-1233-4CBF-9F60-0793E96FE6AE}" dt="2026-02-02T13:56:43.688" v="2892" actId="14100"/>
          <ac:cxnSpMkLst>
            <pc:docMk/>
            <pc:sldMk cId="2087681209" sldId="625"/>
            <ac:cxnSpMk id="166" creationId="{C504B4C8-9907-B74B-2638-62C5F35DBDD0}"/>
          </ac:cxnSpMkLst>
        </pc:cxnChg>
        <pc:cxnChg chg="add mod">
          <ac:chgData name="Luis Carlos Guevara Hernandez" userId="946bcc4c-b146-4724-978c-751fab731e0a" providerId="ADAL" clId="{8D45B6E4-1233-4CBF-9F60-0793E96FE6AE}" dt="2026-02-02T13:57:45.093" v="2903" actId="1076"/>
          <ac:cxnSpMkLst>
            <pc:docMk/>
            <pc:sldMk cId="2087681209" sldId="625"/>
            <ac:cxnSpMk id="173" creationId="{08BBE525-E4CB-D233-D39B-0EFF05CD8BD1}"/>
          </ac:cxnSpMkLst>
        </pc:cxnChg>
        <pc:cxnChg chg="add mod">
          <ac:chgData name="Luis Carlos Guevara Hernandez" userId="946bcc4c-b146-4724-978c-751fab731e0a" providerId="ADAL" clId="{8D45B6E4-1233-4CBF-9F60-0793E96FE6AE}" dt="2026-02-02T13:58:37.041" v="2918" actId="14100"/>
          <ac:cxnSpMkLst>
            <pc:docMk/>
            <pc:sldMk cId="2087681209" sldId="625"/>
            <ac:cxnSpMk id="184" creationId="{B97A0BA2-BE77-70A5-9F71-DE6F254A0BD0}"/>
          </ac:cxnSpMkLst>
        </pc:cxnChg>
        <pc:cxnChg chg="add mod">
          <ac:chgData name="Luis Carlos Guevara Hernandez" userId="946bcc4c-b146-4724-978c-751fab731e0a" providerId="ADAL" clId="{8D45B6E4-1233-4CBF-9F60-0793E96FE6AE}" dt="2026-02-02T13:58:55.100" v="2923" actId="14100"/>
          <ac:cxnSpMkLst>
            <pc:docMk/>
            <pc:sldMk cId="2087681209" sldId="625"/>
            <ac:cxnSpMk id="188" creationId="{19D369CD-E633-CD99-DAE1-1F1D6D266BEA}"/>
          </ac:cxnSpMkLst>
        </pc:cxnChg>
        <pc:cxnChg chg="add mod">
          <ac:chgData name="Luis Carlos Guevara Hernandez" userId="946bcc4c-b146-4724-978c-751fab731e0a" providerId="ADAL" clId="{8D45B6E4-1233-4CBF-9F60-0793E96FE6AE}" dt="2026-02-02T14:04:25.550" v="2989" actId="14100"/>
          <ac:cxnSpMkLst>
            <pc:docMk/>
            <pc:sldMk cId="2087681209" sldId="625"/>
            <ac:cxnSpMk id="195" creationId="{2451CB60-FA02-0A98-9D6F-707D349C2EA1}"/>
          </ac:cxnSpMkLst>
        </pc:cxnChg>
      </pc:sldChg>
      <pc:sldChg chg="modSp add mod">
        <pc:chgData name="Luis Carlos Guevara Hernandez" userId="946bcc4c-b146-4724-978c-751fab731e0a" providerId="ADAL" clId="{8D45B6E4-1233-4CBF-9F60-0793E96FE6AE}" dt="2026-02-02T14:38:53.968" v="3350" actId="790"/>
        <pc:sldMkLst>
          <pc:docMk/>
          <pc:sldMk cId="2909916314" sldId="626"/>
        </pc:sldMkLst>
        <pc:spChg chg="mod">
          <ac:chgData name="Luis Carlos Guevara Hernandez" userId="946bcc4c-b146-4724-978c-751fab731e0a" providerId="ADAL" clId="{8D45B6E4-1233-4CBF-9F60-0793E96FE6AE}" dt="2026-02-02T14:38:53.968" v="3350" actId="790"/>
          <ac:spMkLst>
            <pc:docMk/>
            <pc:sldMk cId="2909916314" sldId="626"/>
            <ac:spMk id="3" creationId="{F1E9FCAD-94F2-AD80-C7C0-3F056E718ADF}"/>
          </ac:spMkLst>
        </pc:spChg>
        <pc:spChg chg="mod">
          <ac:chgData name="Luis Carlos Guevara Hernandez" userId="946bcc4c-b146-4724-978c-751fab731e0a" providerId="ADAL" clId="{8D45B6E4-1233-4CBF-9F60-0793E96FE6AE}" dt="2026-02-02T14:38:53.968" v="3350" actId="790"/>
          <ac:spMkLst>
            <pc:docMk/>
            <pc:sldMk cId="2909916314" sldId="626"/>
            <ac:spMk id="4" creationId="{55B41E5C-8DDA-C138-F5DC-4D6E6AC410EE}"/>
          </ac:spMkLst>
        </pc:spChg>
        <pc:spChg chg="mod">
          <ac:chgData name="Luis Carlos Guevara Hernandez" userId="946bcc4c-b146-4724-978c-751fab731e0a" providerId="ADAL" clId="{8D45B6E4-1233-4CBF-9F60-0793E96FE6AE}" dt="2026-02-02T14:38:53.968" v="3350" actId="790"/>
          <ac:spMkLst>
            <pc:docMk/>
            <pc:sldMk cId="2909916314" sldId="626"/>
            <ac:spMk id="5" creationId="{A8A5DD33-785E-7CB1-1A9B-FA8EEC6B0422}"/>
          </ac:spMkLst>
        </pc:spChg>
        <pc:spChg chg="mod">
          <ac:chgData name="Luis Carlos Guevara Hernandez" userId="946bcc4c-b146-4724-978c-751fab731e0a" providerId="ADAL" clId="{8D45B6E4-1233-4CBF-9F60-0793E96FE6AE}" dt="2026-02-02T14:38:53.968" v="3350" actId="790"/>
          <ac:spMkLst>
            <pc:docMk/>
            <pc:sldMk cId="2909916314" sldId="626"/>
            <ac:spMk id="9" creationId="{000C1064-E73A-3D85-668B-0050452AFC64}"/>
          </ac:spMkLst>
        </pc:spChg>
        <pc:spChg chg="mod">
          <ac:chgData name="Luis Carlos Guevara Hernandez" userId="946bcc4c-b146-4724-978c-751fab731e0a" providerId="ADAL" clId="{8D45B6E4-1233-4CBF-9F60-0793E96FE6AE}" dt="2026-02-02T14:38:53.968" v="3350" actId="790"/>
          <ac:spMkLst>
            <pc:docMk/>
            <pc:sldMk cId="2909916314" sldId="626"/>
            <ac:spMk id="10" creationId="{9F87C5DD-CCE3-ED89-CD7A-D8C1A0DDBAAA}"/>
          </ac:spMkLst>
        </pc:spChg>
        <pc:spChg chg="mod">
          <ac:chgData name="Luis Carlos Guevara Hernandez" userId="946bcc4c-b146-4724-978c-751fab731e0a" providerId="ADAL" clId="{8D45B6E4-1233-4CBF-9F60-0793E96FE6AE}" dt="2026-02-02T14:38:53.968" v="3350" actId="790"/>
          <ac:spMkLst>
            <pc:docMk/>
            <pc:sldMk cId="2909916314" sldId="626"/>
            <ac:spMk id="16" creationId="{7983CA60-FCF5-743E-F7A3-9B8FBEA38858}"/>
          </ac:spMkLst>
        </pc:spChg>
        <pc:spChg chg="mod">
          <ac:chgData name="Luis Carlos Guevara Hernandez" userId="946bcc4c-b146-4724-978c-751fab731e0a" providerId="ADAL" clId="{8D45B6E4-1233-4CBF-9F60-0793E96FE6AE}" dt="2026-02-02T14:38:53.968" v="3350" actId="790"/>
          <ac:spMkLst>
            <pc:docMk/>
            <pc:sldMk cId="2909916314" sldId="626"/>
            <ac:spMk id="17" creationId="{2297EC5B-BD00-12A7-7477-D4E40C295507}"/>
          </ac:spMkLst>
        </pc:spChg>
        <pc:spChg chg="mod">
          <ac:chgData name="Luis Carlos Guevara Hernandez" userId="946bcc4c-b146-4724-978c-751fab731e0a" providerId="ADAL" clId="{8D45B6E4-1233-4CBF-9F60-0793E96FE6AE}" dt="2026-02-02T14:38:53.968" v="3350" actId="790"/>
          <ac:spMkLst>
            <pc:docMk/>
            <pc:sldMk cId="2909916314" sldId="626"/>
            <ac:spMk id="18" creationId="{25474CEA-159F-1800-27CF-E5AC624DC047}"/>
          </ac:spMkLst>
        </pc:spChg>
        <pc:spChg chg="mod">
          <ac:chgData name="Luis Carlos Guevara Hernandez" userId="946bcc4c-b146-4724-978c-751fab731e0a" providerId="ADAL" clId="{8D45B6E4-1233-4CBF-9F60-0793E96FE6AE}" dt="2026-02-02T14:38:53.968" v="3350" actId="790"/>
          <ac:spMkLst>
            <pc:docMk/>
            <pc:sldMk cId="2909916314" sldId="626"/>
            <ac:spMk id="19" creationId="{70236C50-7756-B949-DCF4-1F724D7397E9}"/>
          </ac:spMkLst>
        </pc:spChg>
        <pc:spChg chg="mod">
          <ac:chgData name="Luis Carlos Guevara Hernandez" userId="946bcc4c-b146-4724-978c-751fab731e0a" providerId="ADAL" clId="{8D45B6E4-1233-4CBF-9F60-0793E96FE6AE}" dt="2026-02-02T14:38:53.968" v="3350" actId="790"/>
          <ac:spMkLst>
            <pc:docMk/>
            <pc:sldMk cId="2909916314" sldId="626"/>
            <ac:spMk id="21" creationId="{64BD1273-D393-2C57-6DF2-02B9B8082213}"/>
          </ac:spMkLst>
        </pc:spChg>
      </pc:sldChg>
      <pc:sldChg chg="addSp delSp modSp add mod delAnim modAnim">
        <pc:chgData name="Luis Carlos Guevara Hernandez" userId="946bcc4c-b146-4724-978c-751fab731e0a" providerId="ADAL" clId="{8D45B6E4-1233-4CBF-9F60-0793E96FE6AE}" dt="2026-02-04T14:55:47.157" v="4811"/>
        <pc:sldMkLst>
          <pc:docMk/>
          <pc:sldMk cId="670537455" sldId="627"/>
        </pc:sldMkLst>
        <pc:spChg chg="mod">
          <ac:chgData name="Luis Carlos Guevara Hernandez" userId="946bcc4c-b146-4724-978c-751fab731e0a" providerId="ADAL" clId="{8D45B6E4-1233-4CBF-9F60-0793E96FE6AE}" dt="2026-02-02T14:38:53.968" v="3350" actId="790"/>
          <ac:spMkLst>
            <pc:docMk/>
            <pc:sldMk cId="670537455" sldId="627"/>
            <ac:spMk id="2" creationId="{764C567D-2A44-F3A6-A547-D775188E8E3D}"/>
          </ac:spMkLst>
        </pc:spChg>
        <pc:spChg chg="add mod">
          <ac:chgData name="Luis Carlos Guevara Hernandez" userId="946bcc4c-b146-4724-978c-751fab731e0a" providerId="ADAL" clId="{8D45B6E4-1233-4CBF-9F60-0793E96FE6AE}" dt="2026-02-02T14:40:33.394" v="3387" actId="1076"/>
          <ac:spMkLst>
            <pc:docMk/>
            <pc:sldMk cId="670537455" sldId="627"/>
            <ac:spMk id="3" creationId="{92DD92B9-21A7-4B7B-6859-26633AD39B9F}"/>
          </ac:spMkLst>
        </pc:spChg>
        <pc:spChg chg="mod">
          <ac:chgData name="Luis Carlos Guevara Hernandez" userId="946bcc4c-b146-4724-978c-751fab731e0a" providerId="ADAL" clId="{8D45B6E4-1233-4CBF-9F60-0793E96FE6AE}" dt="2026-02-02T14:38:53.968" v="3350" actId="790"/>
          <ac:spMkLst>
            <pc:docMk/>
            <pc:sldMk cId="670537455" sldId="627"/>
            <ac:spMk id="7" creationId="{EA0DC9FA-E33C-344B-26F3-AFDDE4AB7EA8}"/>
          </ac:spMkLst>
        </pc:spChg>
        <pc:spChg chg="mod">
          <ac:chgData name="Luis Carlos Guevara Hernandez" userId="946bcc4c-b146-4724-978c-751fab731e0a" providerId="ADAL" clId="{8D45B6E4-1233-4CBF-9F60-0793E96FE6AE}" dt="2026-02-02T14:38:53.968" v="3350" actId="790"/>
          <ac:spMkLst>
            <pc:docMk/>
            <pc:sldMk cId="670537455" sldId="627"/>
            <ac:spMk id="8" creationId="{136BFE74-1391-1230-A0C8-D80D8E516B0E}"/>
          </ac:spMkLst>
        </pc:spChg>
        <pc:spChg chg="mod">
          <ac:chgData name="Luis Carlos Guevara Hernandez" userId="946bcc4c-b146-4724-978c-751fab731e0a" providerId="ADAL" clId="{8D45B6E4-1233-4CBF-9F60-0793E96FE6AE}" dt="2026-02-02T14:38:53.968" v="3350" actId="790"/>
          <ac:spMkLst>
            <pc:docMk/>
            <pc:sldMk cId="670537455" sldId="627"/>
            <ac:spMk id="11" creationId="{EC9C08D9-C5A1-CAD8-4547-14855ACE3B87}"/>
          </ac:spMkLst>
        </pc:spChg>
        <pc:spChg chg="mod">
          <ac:chgData name="Luis Carlos Guevara Hernandez" userId="946bcc4c-b146-4724-978c-751fab731e0a" providerId="ADAL" clId="{8D45B6E4-1233-4CBF-9F60-0793E96FE6AE}" dt="2026-02-02T14:40:34.831" v="3388" actId="313"/>
          <ac:spMkLst>
            <pc:docMk/>
            <pc:sldMk cId="670537455" sldId="627"/>
            <ac:spMk id="13" creationId="{5AFB8B54-6638-9FFA-D7C2-0E88FC454AD6}"/>
          </ac:spMkLst>
        </pc:spChg>
        <pc:spChg chg="mod">
          <ac:chgData name="Luis Carlos Guevara Hernandez" userId="946bcc4c-b146-4724-978c-751fab731e0a" providerId="ADAL" clId="{8D45B6E4-1233-4CBF-9F60-0793E96FE6AE}" dt="2026-02-02T14:40:40.842" v="3389" actId="1076"/>
          <ac:spMkLst>
            <pc:docMk/>
            <pc:sldMk cId="670537455" sldId="627"/>
            <ac:spMk id="14" creationId="{5AA4DA55-7C50-AC20-19FF-9A769880A965}"/>
          </ac:spMkLst>
        </pc:spChg>
        <pc:spChg chg="add mod">
          <ac:chgData name="Luis Carlos Guevara Hernandez" userId="946bcc4c-b146-4724-978c-751fab731e0a" providerId="ADAL" clId="{8D45B6E4-1233-4CBF-9F60-0793E96FE6AE}" dt="2026-02-02T14:40:22.528" v="3384" actId="13926"/>
          <ac:spMkLst>
            <pc:docMk/>
            <pc:sldMk cId="670537455" sldId="627"/>
            <ac:spMk id="16" creationId="{D4F8417E-9126-3417-019A-4227D4F0A77A}"/>
          </ac:spMkLst>
        </pc:spChg>
        <pc:spChg chg="add mod">
          <ac:chgData name="Luis Carlos Guevara Hernandez" userId="946bcc4c-b146-4724-978c-751fab731e0a" providerId="ADAL" clId="{8D45B6E4-1233-4CBF-9F60-0793E96FE6AE}" dt="2026-02-02T14:39:41.210" v="3362" actId="1076"/>
          <ac:spMkLst>
            <pc:docMk/>
            <pc:sldMk cId="670537455" sldId="627"/>
            <ac:spMk id="19" creationId="{2FBA6DE9-F6DC-D62E-DBE6-1AA473627307}"/>
          </ac:spMkLst>
        </pc:spChg>
        <pc:spChg chg="add mod">
          <ac:chgData name="Luis Carlos Guevara Hernandez" userId="946bcc4c-b146-4724-978c-751fab731e0a" providerId="ADAL" clId="{8D45B6E4-1233-4CBF-9F60-0793E96FE6AE}" dt="2026-02-02T14:40:08.009" v="3374" actId="1076"/>
          <ac:spMkLst>
            <pc:docMk/>
            <pc:sldMk cId="670537455" sldId="627"/>
            <ac:spMk id="20" creationId="{414297A5-2F3C-C518-2BE8-114D81CB6A3E}"/>
          </ac:spMkLst>
        </pc:spChg>
        <pc:spChg chg="add mod">
          <ac:chgData name="Luis Carlos Guevara Hernandez" userId="946bcc4c-b146-4724-978c-751fab731e0a" providerId="ADAL" clId="{8D45B6E4-1233-4CBF-9F60-0793E96FE6AE}" dt="2026-02-02T14:40:10.889" v="3376" actId="1076"/>
          <ac:spMkLst>
            <pc:docMk/>
            <pc:sldMk cId="670537455" sldId="627"/>
            <ac:spMk id="21" creationId="{630F50C0-0B95-6D0C-F859-BAFCED814EBB}"/>
          </ac:spMkLst>
        </pc:spChg>
        <pc:spChg chg="mod">
          <ac:chgData name="Luis Carlos Guevara Hernandez" userId="946bcc4c-b146-4724-978c-751fab731e0a" providerId="ADAL" clId="{8D45B6E4-1233-4CBF-9F60-0793E96FE6AE}" dt="2026-02-02T14:38:53.968" v="3350" actId="790"/>
          <ac:spMkLst>
            <pc:docMk/>
            <pc:sldMk cId="670537455" sldId="627"/>
            <ac:spMk id="34" creationId="{572F1A54-B38D-D012-2C6D-663842F2EF96}"/>
          </ac:spMkLst>
        </pc:spChg>
        <pc:grpChg chg="add mod">
          <ac:chgData name="Luis Carlos Guevara Hernandez" userId="946bcc4c-b146-4724-978c-751fab731e0a" providerId="ADAL" clId="{8D45B6E4-1233-4CBF-9F60-0793E96FE6AE}" dt="2026-02-02T14:38:59.863" v="3352" actId="1076"/>
          <ac:grpSpMkLst>
            <pc:docMk/>
            <pc:sldMk cId="670537455" sldId="627"/>
            <ac:grpSpMk id="12" creationId="{565F8D27-D57E-B19D-66BD-F71C7C834AB8}"/>
          </ac:grpSpMkLst>
        </pc:grpChg>
      </pc:sldChg>
      <pc:sldChg chg="addSp delSp modSp add mod modAnim">
        <pc:chgData name="Luis Carlos Guevara Hernandez" userId="946bcc4c-b146-4724-978c-751fab731e0a" providerId="ADAL" clId="{8D45B6E4-1233-4CBF-9F60-0793E96FE6AE}" dt="2026-02-04T14:55:50.322" v="4812"/>
        <pc:sldMkLst>
          <pc:docMk/>
          <pc:sldMk cId="2608105576" sldId="629"/>
        </pc:sldMkLst>
        <pc:spChg chg="mod">
          <ac:chgData name="Luis Carlos Guevara Hernandez" userId="946bcc4c-b146-4724-978c-751fab731e0a" providerId="ADAL" clId="{8D45B6E4-1233-4CBF-9F60-0793E96FE6AE}" dt="2026-02-02T14:49:24.705" v="3545"/>
          <ac:spMkLst>
            <pc:docMk/>
            <pc:sldMk cId="2608105576" sldId="629"/>
            <ac:spMk id="21" creationId="{F5D8B545-A71C-9807-7235-E9603553187C}"/>
          </ac:spMkLst>
        </pc:spChg>
        <pc:spChg chg="mod">
          <ac:chgData name="Luis Carlos Guevara Hernandez" userId="946bcc4c-b146-4724-978c-751fab731e0a" providerId="ADAL" clId="{8D45B6E4-1233-4CBF-9F60-0793E96FE6AE}" dt="2026-02-02T14:48:23.853" v="3537" actId="1076"/>
          <ac:spMkLst>
            <pc:docMk/>
            <pc:sldMk cId="2608105576" sldId="629"/>
            <ac:spMk id="25" creationId="{1B064B5F-E7B5-DA6B-7AF8-EAB0FB947F3A}"/>
          </ac:spMkLst>
        </pc:spChg>
        <pc:spChg chg="mod">
          <ac:chgData name="Luis Carlos Guevara Hernandez" userId="946bcc4c-b146-4724-978c-751fab731e0a" providerId="ADAL" clId="{8D45B6E4-1233-4CBF-9F60-0793E96FE6AE}" dt="2026-02-02T14:49:37.239" v="3549" actId="13926"/>
          <ac:spMkLst>
            <pc:docMk/>
            <pc:sldMk cId="2608105576" sldId="629"/>
            <ac:spMk id="27" creationId="{2DB8E9EE-AEBD-E1E1-5E6F-9DB329D4197F}"/>
          </ac:spMkLst>
        </pc:spChg>
        <pc:spChg chg="mod">
          <ac:chgData name="Luis Carlos Guevara Hernandez" userId="946bcc4c-b146-4724-978c-751fab731e0a" providerId="ADAL" clId="{8D45B6E4-1233-4CBF-9F60-0793E96FE6AE}" dt="2026-02-02T14:49:24.705" v="3545"/>
          <ac:spMkLst>
            <pc:docMk/>
            <pc:sldMk cId="2608105576" sldId="629"/>
            <ac:spMk id="28" creationId="{31A28458-9176-5CF4-75C8-8C52D4585E54}"/>
          </ac:spMkLst>
        </pc:spChg>
        <pc:spChg chg="mod">
          <ac:chgData name="Luis Carlos Guevara Hernandez" userId="946bcc4c-b146-4724-978c-751fab731e0a" providerId="ADAL" clId="{8D45B6E4-1233-4CBF-9F60-0793E96FE6AE}" dt="2026-02-02T14:56:02.268" v="3584" actId="114"/>
          <ac:spMkLst>
            <pc:docMk/>
            <pc:sldMk cId="2608105576" sldId="629"/>
            <ac:spMk id="29" creationId="{D6E8C0D8-81CC-411B-9CDE-11A4F3DDA203}"/>
          </ac:spMkLst>
        </pc:spChg>
        <pc:spChg chg="mod">
          <ac:chgData name="Luis Carlos Guevara Hernandez" userId="946bcc4c-b146-4724-978c-751fab731e0a" providerId="ADAL" clId="{8D45B6E4-1233-4CBF-9F60-0793E96FE6AE}" dt="2026-02-02T14:48:23.853" v="3537" actId="1076"/>
          <ac:spMkLst>
            <pc:docMk/>
            <pc:sldMk cId="2608105576" sldId="629"/>
            <ac:spMk id="30" creationId="{1DD820D2-B456-4C56-BBCB-E318FCAF3DCB}"/>
          </ac:spMkLst>
        </pc:spChg>
        <pc:spChg chg="mod">
          <ac:chgData name="Luis Carlos Guevara Hernandez" userId="946bcc4c-b146-4724-978c-751fab731e0a" providerId="ADAL" clId="{8D45B6E4-1233-4CBF-9F60-0793E96FE6AE}" dt="2026-02-02T14:48:23.853" v="3537" actId="1076"/>
          <ac:spMkLst>
            <pc:docMk/>
            <pc:sldMk cId="2608105576" sldId="629"/>
            <ac:spMk id="31" creationId="{88646764-1B54-CB9E-0824-4C5873DDF64E}"/>
          </ac:spMkLst>
        </pc:spChg>
        <pc:spChg chg="mod">
          <ac:chgData name="Luis Carlos Guevara Hernandez" userId="946bcc4c-b146-4724-978c-751fab731e0a" providerId="ADAL" clId="{8D45B6E4-1233-4CBF-9F60-0793E96FE6AE}" dt="2026-02-02T14:55:59.626" v="3583" actId="114"/>
          <ac:spMkLst>
            <pc:docMk/>
            <pc:sldMk cId="2608105576" sldId="629"/>
            <ac:spMk id="32" creationId="{F6D920D3-C247-2400-1224-14A2D0DD9265}"/>
          </ac:spMkLst>
        </pc:spChg>
        <pc:spChg chg="mod">
          <ac:chgData name="Luis Carlos Guevara Hernandez" userId="946bcc4c-b146-4724-978c-751fab731e0a" providerId="ADAL" clId="{8D45B6E4-1233-4CBF-9F60-0793E96FE6AE}" dt="2026-02-02T14:49:24.705" v="3545"/>
          <ac:spMkLst>
            <pc:docMk/>
            <pc:sldMk cId="2608105576" sldId="629"/>
            <ac:spMk id="35" creationId="{D384AF93-8061-5699-9378-8F5E3D1E5EBC}"/>
          </ac:spMkLst>
        </pc:spChg>
        <pc:spChg chg="mod">
          <ac:chgData name="Luis Carlos Guevara Hernandez" userId="946bcc4c-b146-4724-978c-751fab731e0a" providerId="ADAL" clId="{8D45B6E4-1233-4CBF-9F60-0793E96FE6AE}" dt="2026-02-02T14:49:24.705" v="3545"/>
          <ac:spMkLst>
            <pc:docMk/>
            <pc:sldMk cId="2608105576" sldId="629"/>
            <ac:spMk id="36" creationId="{578E5600-5B6C-587C-BE0E-89851743EDEB}"/>
          </ac:spMkLst>
        </pc:spChg>
        <pc:spChg chg="mod">
          <ac:chgData name="Luis Carlos Guevara Hernandez" userId="946bcc4c-b146-4724-978c-751fab731e0a" providerId="ADAL" clId="{8D45B6E4-1233-4CBF-9F60-0793E96FE6AE}" dt="2026-02-02T14:49:24.705" v="3545"/>
          <ac:spMkLst>
            <pc:docMk/>
            <pc:sldMk cId="2608105576" sldId="629"/>
            <ac:spMk id="37" creationId="{24E3DA32-6E75-159B-DCB9-DA6918B0CCE4}"/>
          </ac:spMkLst>
        </pc:spChg>
        <pc:spChg chg="mod">
          <ac:chgData name="Luis Carlos Guevara Hernandez" userId="946bcc4c-b146-4724-978c-751fab731e0a" providerId="ADAL" clId="{8D45B6E4-1233-4CBF-9F60-0793E96FE6AE}" dt="2026-02-02T14:49:24.705" v="3545"/>
          <ac:spMkLst>
            <pc:docMk/>
            <pc:sldMk cId="2608105576" sldId="629"/>
            <ac:spMk id="39" creationId="{08603611-935B-E41C-39B1-9223FF4CD325}"/>
          </ac:spMkLst>
        </pc:spChg>
        <pc:spChg chg="mod">
          <ac:chgData name="Luis Carlos Guevara Hernandez" userId="946bcc4c-b146-4724-978c-751fab731e0a" providerId="ADAL" clId="{8D45B6E4-1233-4CBF-9F60-0793E96FE6AE}" dt="2026-02-02T14:49:24.705" v="3545"/>
          <ac:spMkLst>
            <pc:docMk/>
            <pc:sldMk cId="2608105576" sldId="629"/>
            <ac:spMk id="40" creationId="{7D49D545-A791-F54F-FBE5-CDAEA847CC70}"/>
          </ac:spMkLst>
        </pc:spChg>
        <pc:spChg chg="mod">
          <ac:chgData name="Luis Carlos Guevara Hernandez" userId="946bcc4c-b146-4724-978c-751fab731e0a" providerId="ADAL" clId="{8D45B6E4-1233-4CBF-9F60-0793E96FE6AE}" dt="2026-02-02T14:49:24.705" v="3545"/>
          <ac:spMkLst>
            <pc:docMk/>
            <pc:sldMk cId="2608105576" sldId="629"/>
            <ac:spMk id="43" creationId="{DBC23320-7F79-5A9F-377F-1949C438FDF7}"/>
          </ac:spMkLst>
        </pc:spChg>
        <pc:spChg chg="mod">
          <ac:chgData name="Luis Carlos Guevara Hernandez" userId="946bcc4c-b146-4724-978c-751fab731e0a" providerId="ADAL" clId="{8D45B6E4-1233-4CBF-9F60-0793E96FE6AE}" dt="2026-02-02T14:49:24.705" v="3545"/>
          <ac:spMkLst>
            <pc:docMk/>
            <pc:sldMk cId="2608105576" sldId="629"/>
            <ac:spMk id="44" creationId="{CF0C9F3C-FA23-3477-B7E2-D0BBB98E8D5F}"/>
          </ac:spMkLst>
        </pc:spChg>
        <pc:spChg chg="mod">
          <ac:chgData name="Luis Carlos Guevara Hernandez" userId="946bcc4c-b146-4724-978c-751fab731e0a" providerId="ADAL" clId="{8D45B6E4-1233-4CBF-9F60-0793E96FE6AE}" dt="2026-02-02T14:49:24.705" v="3545"/>
          <ac:spMkLst>
            <pc:docMk/>
            <pc:sldMk cId="2608105576" sldId="629"/>
            <ac:spMk id="48" creationId="{31B60491-A3C1-E1B9-C01A-540A5AE0CEFD}"/>
          </ac:spMkLst>
        </pc:spChg>
        <pc:spChg chg="add mod">
          <ac:chgData name="Luis Carlos Guevara Hernandez" userId="946bcc4c-b146-4724-978c-751fab731e0a" providerId="ADAL" clId="{8D45B6E4-1233-4CBF-9F60-0793E96FE6AE}" dt="2026-02-02T14:51:55.585" v="3580" actId="1035"/>
          <ac:spMkLst>
            <pc:docMk/>
            <pc:sldMk cId="2608105576" sldId="629"/>
            <ac:spMk id="50" creationId="{ADBFE9FD-1281-65E3-6787-E0308BA12E9F}"/>
          </ac:spMkLst>
        </pc:spChg>
        <pc:grpChg chg="mod">
          <ac:chgData name="Luis Carlos Guevara Hernandez" userId="946bcc4c-b146-4724-978c-751fab731e0a" providerId="ADAL" clId="{8D45B6E4-1233-4CBF-9F60-0793E96FE6AE}" dt="2026-02-02T15:09:52.827" v="3749" actId="1076"/>
          <ac:grpSpMkLst>
            <pc:docMk/>
            <pc:sldMk cId="2608105576" sldId="629"/>
            <ac:grpSpMk id="3" creationId="{06634D53-F262-14E8-59A8-10C9A662F7D9}"/>
          </ac:grpSpMkLst>
        </pc:grpChg>
        <pc:grpChg chg="mod">
          <ac:chgData name="Luis Carlos Guevara Hernandez" userId="946bcc4c-b146-4724-978c-751fab731e0a" providerId="ADAL" clId="{8D45B6E4-1233-4CBF-9F60-0793E96FE6AE}" dt="2026-02-02T14:48:23.853" v="3537" actId="1076"/>
          <ac:grpSpMkLst>
            <pc:docMk/>
            <pc:sldMk cId="2608105576" sldId="629"/>
            <ac:grpSpMk id="4" creationId="{DA93B509-67B8-E849-FECC-00A34E64BD29}"/>
          </ac:grpSpMkLst>
        </pc:grpChg>
        <pc:grpChg chg="mod">
          <ac:chgData name="Luis Carlos Guevara Hernandez" userId="946bcc4c-b146-4724-978c-751fab731e0a" providerId="ADAL" clId="{8D45B6E4-1233-4CBF-9F60-0793E96FE6AE}" dt="2026-02-02T15:09:49.885" v="3748" actId="1076"/>
          <ac:grpSpMkLst>
            <pc:docMk/>
            <pc:sldMk cId="2608105576" sldId="629"/>
            <ac:grpSpMk id="42" creationId="{DB670689-57D2-3506-F73D-3EB82BB55D41}"/>
          </ac:grpSpMkLst>
        </pc:grpChg>
        <pc:cxnChg chg="add mod">
          <ac:chgData name="Luis Carlos Guevara Hernandez" userId="946bcc4c-b146-4724-978c-751fab731e0a" providerId="ADAL" clId="{8D45B6E4-1233-4CBF-9F60-0793E96FE6AE}" dt="2026-02-02T14:51:55.585" v="3580" actId="1035"/>
          <ac:cxnSpMkLst>
            <pc:docMk/>
            <pc:sldMk cId="2608105576" sldId="629"/>
            <ac:cxnSpMk id="51" creationId="{30602C5E-AA29-7546-1EE1-4C6C97DFC66C}"/>
          </ac:cxnSpMkLst>
        </pc:cxnChg>
      </pc:sldChg>
      <pc:sldChg chg="addSp delSp modSp add mod delAnim modAnim">
        <pc:chgData name="Luis Carlos Guevara Hernandez" userId="946bcc4c-b146-4724-978c-751fab731e0a" providerId="ADAL" clId="{8D45B6E4-1233-4CBF-9F60-0793E96FE6AE}" dt="2026-02-04T14:55:52.994" v="4813"/>
        <pc:sldMkLst>
          <pc:docMk/>
          <pc:sldMk cId="3110693800" sldId="630"/>
        </pc:sldMkLst>
        <pc:spChg chg="mod">
          <ac:chgData name="Luis Carlos Guevara Hernandez" userId="946bcc4c-b146-4724-978c-751fab731e0a" providerId="ADAL" clId="{8D45B6E4-1233-4CBF-9F60-0793E96FE6AE}" dt="2026-02-02T15:04:35.638" v="3671" actId="14100"/>
          <ac:spMkLst>
            <pc:docMk/>
            <pc:sldMk cId="3110693800" sldId="630"/>
            <ac:spMk id="25" creationId="{49C63A5E-1657-1A13-215A-7DDC094CF045}"/>
          </ac:spMkLst>
        </pc:spChg>
        <pc:spChg chg="mod">
          <ac:chgData name="Luis Carlos Guevara Hernandez" userId="946bcc4c-b146-4724-978c-751fab731e0a" providerId="ADAL" clId="{8D45B6E4-1233-4CBF-9F60-0793E96FE6AE}" dt="2026-02-02T15:04:49.312" v="3674" actId="14100"/>
          <ac:spMkLst>
            <pc:docMk/>
            <pc:sldMk cId="3110693800" sldId="630"/>
            <ac:spMk id="27" creationId="{A07D20CD-4DAC-45A1-DF90-0891D79C8890}"/>
          </ac:spMkLst>
        </pc:spChg>
        <pc:spChg chg="add mod">
          <ac:chgData name="Luis Carlos Guevara Hernandez" userId="946bcc4c-b146-4724-978c-751fab731e0a" providerId="ADAL" clId="{8D45B6E4-1233-4CBF-9F60-0793E96FE6AE}" dt="2026-02-02T15:05:07.337" v="3677" actId="1076"/>
          <ac:spMkLst>
            <pc:docMk/>
            <pc:sldMk cId="3110693800" sldId="630"/>
            <ac:spMk id="162" creationId="{BAEFB958-5107-6B7A-73A2-6B1DF075C0F2}"/>
          </ac:spMkLst>
        </pc:spChg>
        <pc:spChg chg="add mod">
          <ac:chgData name="Luis Carlos Guevara Hernandez" userId="946bcc4c-b146-4724-978c-751fab731e0a" providerId="ADAL" clId="{8D45B6E4-1233-4CBF-9F60-0793E96FE6AE}" dt="2026-02-02T15:05:15.821" v="3680" actId="1076"/>
          <ac:spMkLst>
            <pc:docMk/>
            <pc:sldMk cId="3110693800" sldId="630"/>
            <ac:spMk id="163" creationId="{77F5EB57-D7CE-7AAD-5A24-33C45CDCA029}"/>
          </ac:spMkLst>
        </pc:spChg>
        <pc:spChg chg="add mod">
          <ac:chgData name="Luis Carlos Guevara Hernandez" userId="946bcc4c-b146-4724-978c-751fab731e0a" providerId="ADAL" clId="{8D45B6E4-1233-4CBF-9F60-0793E96FE6AE}" dt="2026-02-02T15:16:12.824" v="3834" actId="1076"/>
          <ac:spMkLst>
            <pc:docMk/>
            <pc:sldMk cId="3110693800" sldId="630"/>
            <ac:spMk id="166" creationId="{FC9A6F88-6BE2-0AAA-9B12-4D67C589F8BC}"/>
          </ac:spMkLst>
        </pc:spChg>
        <pc:spChg chg="add mod">
          <ac:chgData name="Luis Carlos Guevara Hernandez" userId="946bcc4c-b146-4724-978c-751fab731e0a" providerId="ADAL" clId="{8D45B6E4-1233-4CBF-9F60-0793E96FE6AE}" dt="2026-02-02T15:08:10.360" v="3730" actId="1076"/>
          <ac:spMkLst>
            <pc:docMk/>
            <pc:sldMk cId="3110693800" sldId="630"/>
            <ac:spMk id="170" creationId="{A4E1992D-7C20-71C5-C416-51189013BBC7}"/>
          </ac:spMkLst>
        </pc:spChg>
        <pc:spChg chg="mod">
          <ac:chgData name="Luis Carlos Guevara Hernandez" userId="946bcc4c-b146-4724-978c-751fab731e0a" providerId="ADAL" clId="{8D45B6E4-1233-4CBF-9F60-0793E96FE6AE}" dt="2026-02-02T15:07:09.997" v="3714"/>
          <ac:spMkLst>
            <pc:docMk/>
            <pc:sldMk cId="3110693800" sldId="630"/>
            <ac:spMk id="172" creationId="{A9779DCE-96B7-76B2-ABE0-7ED0FD75B4C9}"/>
          </ac:spMkLst>
        </pc:spChg>
        <pc:spChg chg="mod">
          <ac:chgData name="Luis Carlos Guevara Hernandez" userId="946bcc4c-b146-4724-978c-751fab731e0a" providerId="ADAL" clId="{8D45B6E4-1233-4CBF-9F60-0793E96FE6AE}" dt="2026-02-02T15:07:09.997" v="3714"/>
          <ac:spMkLst>
            <pc:docMk/>
            <pc:sldMk cId="3110693800" sldId="630"/>
            <ac:spMk id="173" creationId="{AF6335CD-0E7A-4FB8-F2D7-A623B1CF7EA8}"/>
          </ac:spMkLst>
        </pc:spChg>
        <pc:spChg chg="mod">
          <ac:chgData name="Luis Carlos Guevara Hernandez" userId="946bcc4c-b146-4724-978c-751fab731e0a" providerId="ADAL" clId="{8D45B6E4-1233-4CBF-9F60-0793E96FE6AE}" dt="2026-02-02T15:07:09.997" v="3714"/>
          <ac:spMkLst>
            <pc:docMk/>
            <pc:sldMk cId="3110693800" sldId="630"/>
            <ac:spMk id="174" creationId="{B762C2B9-A005-BEC3-0407-30A31014042B}"/>
          </ac:spMkLst>
        </pc:spChg>
        <pc:spChg chg="mod">
          <ac:chgData name="Luis Carlos Guevara Hernandez" userId="946bcc4c-b146-4724-978c-751fab731e0a" providerId="ADAL" clId="{8D45B6E4-1233-4CBF-9F60-0793E96FE6AE}" dt="2026-02-02T15:07:09.997" v="3714"/>
          <ac:spMkLst>
            <pc:docMk/>
            <pc:sldMk cId="3110693800" sldId="630"/>
            <ac:spMk id="175" creationId="{A8263CC1-35EE-EDFD-ED36-F90B634C6745}"/>
          </ac:spMkLst>
        </pc:spChg>
        <pc:spChg chg="mod">
          <ac:chgData name="Luis Carlos Guevara Hernandez" userId="946bcc4c-b146-4724-978c-751fab731e0a" providerId="ADAL" clId="{8D45B6E4-1233-4CBF-9F60-0793E96FE6AE}" dt="2026-02-02T15:07:09.997" v="3714"/>
          <ac:spMkLst>
            <pc:docMk/>
            <pc:sldMk cId="3110693800" sldId="630"/>
            <ac:spMk id="176" creationId="{A2EF75F0-27DD-8AD8-3725-063E9A59D899}"/>
          </ac:spMkLst>
        </pc:spChg>
        <pc:spChg chg="mod">
          <ac:chgData name="Luis Carlos Guevara Hernandez" userId="946bcc4c-b146-4724-978c-751fab731e0a" providerId="ADAL" clId="{8D45B6E4-1233-4CBF-9F60-0793E96FE6AE}" dt="2026-02-02T15:07:09.997" v="3714"/>
          <ac:spMkLst>
            <pc:docMk/>
            <pc:sldMk cId="3110693800" sldId="630"/>
            <ac:spMk id="177" creationId="{F5106A2B-EC7B-0B54-6750-38AE1A97F331}"/>
          </ac:spMkLst>
        </pc:spChg>
        <pc:spChg chg="mod">
          <ac:chgData name="Luis Carlos Guevara Hernandez" userId="946bcc4c-b146-4724-978c-751fab731e0a" providerId="ADAL" clId="{8D45B6E4-1233-4CBF-9F60-0793E96FE6AE}" dt="2026-02-02T15:07:09.997" v="3714"/>
          <ac:spMkLst>
            <pc:docMk/>
            <pc:sldMk cId="3110693800" sldId="630"/>
            <ac:spMk id="179" creationId="{324F1534-EFE2-6049-7C62-E3B6B25CB8A1}"/>
          </ac:spMkLst>
        </pc:spChg>
        <pc:spChg chg="mod">
          <ac:chgData name="Luis Carlos Guevara Hernandez" userId="946bcc4c-b146-4724-978c-751fab731e0a" providerId="ADAL" clId="{8D45B6E4-1233-4CBF-9F60-0793E96FE6AE}" dt="2026-02-02T15:07:09.997" v="3714"/>
          <ac:spMkLst>
            <pc:docMk/>
            <pc:sldMk cId="3110693800" sldId="630"/>
            <ac:spMk id="180" creationId="{44C2DBEC-8CE3-F4A2-3FDA-B03F8023203F}"/>
          </ac:spMkLst>
        </pc:spChg>
        <pc:spChg chg="mod">
          <ac:chgData name="Luis Carlos Guevara Hernandez" userId="946bcc4c-b146-4724-978c-751fab731e0a" providerId="ADAL" clId="{8D45B6E4-1233-4CBF-9F60-0793E96FE6AE}" dt="2026-02-02T15:07:09.997" v="3714"/>
          <ac:spMkLst>
            <pc:docMk/>
            <pc:sldMk cId="3110693800" sldId="630"/>
            <ac:spMk id="181" creationId="{735C611B-EE7D-DA60-1F2F-92FBB00C39DB}"/>
          </ac:spMkLst>
        </pc:spChg>
        <pc:spChg chg="mod">
          <ac:chgData name="Luis Carlos Guevara Hernandez" userId="946bcc4c-b146-4724-978c-751fab731e0a" providerId="ADAL" clId="{8D45B6E4-1233-4CBF-9F60-0793E96FE6AE}" dt="2026-02-02T15:07:09.997" v="3714"/>
          <ac:spMkLst>
            <pc:docMk/>
            <pc:sldMk cId="3110693800" sldId="630"/>
            <ac:spMk id="182" creationId="{C0B99D85-DB86-5DB5-45C3-4769466913EA}"/>
          </ac:spMkLst>
        </pc:spChg>
        <pc:spChg chg="mod">
          <ac:chgData name="Luis Carlos Guevara Hernandez" userId="946bcc4c-b146-4724-978c-751fab731e0a" providerId="ADAL" clId="{8D45B6E4-1233-4CBF-9F60-0793E96FE6AE}" dt="2026-02-02T15:08:33.918" v="3731"/>
          <ac:spMkLst>
            <pc:docMk/>
            <pc:sldMk cId="3110693800" sldId="630"/>
            <ac:spMk id="188" creationId="{E4421D5C-50AE-472F-1FE1-0BFDF663D668}"/>
          </ac:spMkLst>
        </pc:spChg>
        <pc:spChg chg="mod">
          <ac:chgData name="Luis Carlos Guevara Hernandez" userId="946bcc4c-b146-4724-978c-751fab731e0a" providerId="ADAL" clId="{8D45B6E4-1233-4CBF-9F60-0793E96FE6AE}" dt="2026-02-02T15:08:33.918" v="3731"/>
          <ac:spMkLst>
            <pc:docMk/>
            <pc:sldMk cId="3110693800" sldId="630"/>
            <ac:spMk id="189" creationId="{ADE677D3-57D6-CB05-91F4-FBEC0544B2ED}"/>
          </ac:spMkLst>
        </pc:spChg>
        <pc:spChg chg="mod">
          <ac:chgData name="Luis Carlos Guevara Hernandez" userId="946bcc4c-b146-4724-978c-751fab731e0a" providerId="ADAL" clId="{8D45B6E4-1233-4CBF-9F60-0793E96FE6AE}" dt="2026-02-02T15:08:33.918" v="3731"/>
          <ac:spMkLst>
            <pc:docMk/>
            <pc:sldMk cId="3110693800" sldId="630"/>
            <ac:spMk id="190" creationId="{80576C6E-B23A-7CC6-C773-5E9A121F85DF}"/>
          </ac:spMkLst>
        </pc:spChg>
        <pc:spChg chg="mod">
          <ac:chgData name="Luis Carlos Guevara Hernandez" userId="946bcc4c-b146-4724-978c-751fab731e0a" providerId="ADAL" clId="{8D45B6E4-1233-4CBF-9F60-0793E96FE6AE}" dt="2026-02-02T15:08:33.918" v="3731"/>
          <ac:spMkLst>
            <pc:docMk/>
            <pc:sldMk cId="3110693800" sldId="630"/>
            <ac:spMk id="191" creationId="{241F586E-B289-9B0A-DD44-EFFB7CB46CCB}"/>
          </ac:spMkLst>
        </pc:spChg>
        <pc:spChg chg="mod">
          <ac:chgData name="Luis Carlos Guevara Hernandez" userId="946bcc4c-b146-4724-978c-751fab731e0a" providerId="ADAL" clId="{8D45B6E4-1233-4CBF-9F60-0793E96FE6AE}" dt="2026-02-02T15:08:33.918" v="3731"/>
          <ac:spMkLst>
            <pc:docMk/>
            <pc:sldMk cId="3110693800" sldId="630"/>
            <ac:spMk id="192" creationId="{F354BF63-210F-C043-B4FD-4A01D1A63734}"/>
          </ac:spMkLst>
        </pc:spChg>
        <pc:spChg chg="mod">
          <ac:chgData name="Luis Carlos Guevara Hernandez" userId="946bcc4c-b146-4724-978c-751fab731e0a" providerId="ADAL" clId="{8D45B6E4-1233-4CBF-9F60-0793E96FE6AE}" dt="2026-02-02T15:08:33.918" v="3731"/>
          <ac:spMkLst>
            <pc:docMk/>
            <pc:sldMk cId="3110693800" sldId="630"/>
            <ac:spMk id="193" creationId="{01648A30-C37F-FD97-C5B4-D76490C7CBC4}"/>
          </ac:spMkLst>
        </pc:spChg>
        <pc:spChg chg="mod">
          <ac:chgData name="Luis Carlos Guevara Hernandez" userId="946bcc4c-b146-4724-978c-751fab731e0a" providerId="ADAL" clId="{8D45B6E4-1233-4CBF-9F60-0793E96FE6AE}" dt="2026-02-02T15:08:33.918" v="3731"/>
          <ac:spMkLst>
            <pc:docMk/>
            <pc:sldMk cId="3110693800" sldId="630"/>
            <ac:spMk id="194" creationId="{128B05A8-8ECC-E1D5-4319-EB7213007A54}"/>
          </ac:spMkLst>
        </pc:spChg>
        <pc:spChg chg="mod">
          <ac:chgData name="Luis Carlos Guevara Hernandez" userId="946bcc4c-b146-4724-978c-751fab731e0a" providerId="ADAL" clId="{8D45B6E4-1233-4CBF-9F60-0793E96FE6AE}" dt="2026-02-02T15:08:33.918" v="3731"/>
          <ac:spMkLst>
            <pc:docMk/>
            <pc:sldMk cId="3110693800" sldId="630"/>
            <ac:spMk id="195" creationId="{E5BC9D15-55DA-EC51-723A-3A39C86EA503}"/>
          </ac:spMkLst>
        </pc:spChg>
        <pc:spChg chg="add mod">
          <ac:chgData name="Luis Carlos Guevara Hernandez" userId="946bcc4c-b146-4724-978c-751fab731e0a" providerId="ADAL" clId="{8D45B6E4-1233-4CBF-9F60-0793E96FE6AE}" dt="2026-02-02T15:09:18.767" v="3746" actId="1076"/>
          <ac:spMkLst>
            <pc:docMk/>
            <pc:sldMk cId="3110693800" sldId="630"/>
            <ac:spMk id="198" creationId="{525A60DA-9BAB-DE79-FDC8-49D567EB87A8}"/>
          </ac:spMkLst>
        </pc:spChg>
        <pc:grpChg chg="mod">
          <ac:chgData name="Luis Carlos Guevara Hernandez" userId="946bcc4c-b146-4724-978c-751fab731e0a" providerId="ADAL" clId="{8D45B6E4-1233-4CBF-9F60-0793E96FE6AE}" dt="2026-02-02T15:08:10.360" v="3730" actId="1076"/>
          <ac:grpSpMkLst>
            <pc:docMk/>
            <pc:sldMk cId="3110693800" sldId="630"/>
            <ac:grpSpMk id="171" creationId="{EB99E7A5-625C-F142-3F83-DD427D39E658}"/>
          </ac:grpSpMkLst>
        </pc:grpChg>
        <pc:grpChg chg="add mod">
          <ac:chgData name="Luis Carlos Guevara Hernandez" userId="946bcc4c-b146-4724-978c-751fab731e0a" providerId="ADAL" clId="{8D45B6E4-1233-4CBF-9F60-0793E96FE6AE}" dt="2026-02-02T15:08:39.821" v="3732" actId="1076"/>
          <ac:grpSpMkLst>
            <pc:docMk/>
            <pc:sldMk cId="3110693800" sldId="630"/>
            <ac:grpSpMk id="187" creationId="{DF98406F-6D22-8ED9-2749-1A0A42CBA459}"/>
          </ac:grpSpMkLst>
        </pc:grpChg>
        <pc:cxnChg chg="mod">
          <ac:chgData name="Luis Carlos Guevara Hernandez" userId="946bcc4c-b146-4724-978c-751fab731e0a" providerId="ADAL" clId="{8D45B6E4-1233-4CBF-9F60-0793E96FE6AE}" dt="2026-02-02T15:08:10.360" v="3730" actId="1076"/>
          <ac:cxnSpMkLst>
            <pc:docMk/>
            <pc:sldMk cId="3110693800" sldId="630"/>
            <ac:cxnSpMk id="183" creationId="{6CBD8A69-CFDA-95BF-D2CF-4463326F827C}"/>
          </ac:cxnSpMkLst>
        </pc:cxnChg>
        <pc:cxnChg chg="add mod">
          <ac:chgData name="Luis Carlos Guevara Hernandez" userId="946bcc4c-b146-4724-978c-751fab731e0a" providerId="ADAL" clId="{8D45B6E4-1233-4CBF-9F60-0793E96FE6AE}" dt="2026-02-02T15:08:44.995" v="3734" actId="1076"/>
          <ac:cxnSpMkLst>
            <pc:docMk/>
            <pc:sldMk cId="3110693800" sldId="630"/>
            <ac:cxnSpMk id="196" creationId="{C6183412-1E4C-07BF-DF03-6F62E8D1D548}"/>
          </ac:cxnSpMkLst>
        </pc:cxnChg>
      </pc:sldChg>
      <pc:sldChg chg="addSp delSp modSp add mod modAnim">
        <pc:chgData name="Luis Carlos Guevara Hernandez" userId="946bcc4c-b146-4724-978c-751fab731e0a" providerId="ADAL" clId="{8D45B6E4-1233-4CBF-9F60-0793E96FE6AE}" dt="2026-02-04T14:55:55.554" v="4814"/>
        <pc:sldMkLst>
          <pc:docMk/>
          <pc:sldMk cId="735277892" sldId="631"/>
        </pc:sldMkLst>
        <pc:spChg chg="mod">
          <ac:chgData name="Luis Carlos Guevara Hernandez" userId="946bcc4c-b146-4724-978c-751fab731e0a" providerId="ADAL" clId="{8D45B6E4-1233-4CBF-9F60-0793E96FE6AE}" dt="2026-02-02T15:12:13.443" v="3753"/>
          <ac:spMkLst>
            <pc:docMk/>
            <pc:sldMk cId="735277892" sldId="631"/>
            <ac:spMk id="30" creationId="{CC98F2CB-D1CD-9AF1-EC54-1DC26D3FA710}"/>
          </ac:spMkLst>
        </pc:spChg>
        <pc:spChg chg="mod">
          <ac:chgData name="Luis Carlos Guevara Hernandez" userId="946bcc4c-b146-4724-978c-751fab731e0a" providerId="ADAL" clId="{8D45B6E4-1233-4CBF-9F60-0793E96FE6AE}" dt="2026-02-02T15:13:14.152" v="3786" actId="108"/>
          <ac:spMkLst>
            <pc:docMk/>
            <pc:sldMk cId="735277892" sldId="631"/>
            <ac:spMk id="34" creationId="{4E805A10-1550-016B-5049-6648E084809B}"/>
          </ac:spMkLst>
        </pc:spChg>
        <pc:spChg chg="mod">
          <ac:chgData name="Luis Carlos Guevara Hernandez" userId="946bcc4c-b146-4724-978c-751fab731e0a" providerId="ADAL" clId="{8D45B6E4-1233-4CBF-9F60-0793E96FE6AE}" dt="2026-02-02T15:13:14.153" v="3787" actId="108"/>
          <ac:spMkLst>
            <pc:docMk/>
            <pc:sldMk cId="735277892" sldId="631"/>
            <ac:spMk id="35" creationId="{91E93940-F59C-8A44-A053-EF649480B5C5}"/>
          </ac:spMkLst>
        </pc:spChg>
        <pc:spChg chg="mod">
          <ac:chgData name="Luis Carlos Guevara Hernandez" userId="946bcc4c-b146-4724-978c-751fab731e0a" providerId="ADAL" clId="{8D45B6E4-1233-4CBF-9F60-0793E96FE6AE}" dt="2026-02-02T15:13:14.154" v="3788" actId="108"/>
          <ac:spMkLst>
            <pc:docMk/>
            <pc:sldMk cId="735277892" sldId="631"/>
            <ac:spMk id="36" creationId="{5092653B-CEBE-2F91-D65C-1E3919924C2D}"/>
          </ac:spMkLst>
        </pc:spChg>
        <pc:spChg chg="mod">
          <ac:chgData name="Luis Carlos Guevara Hernandez" userId="946bcc4c-b146-4724-978c-751fab731e0a" providerId="ADAL" clId="{8D45B6E4-1233-4CBF-9F60-0793E96FE6AE}" dt="2026-02-02T15:13:14.155" v="3789" actId="108"/>
          <ac:spMkLst>
            <pc:docMk/>
            <pc:sldMk cId="735277892" sldId="631"/>
            <ac:spMk id="37" creationId="{81D55BEC-209E-53C0-1184-04703E69E294}"/>
          </ac:spMkLst>
        </pc:spChg>
        <pc:spChg chg="mod">
          <ac:chgData name="Luis Carlos Guevara Hernandez" userId="946bcc4c-b146-4724-978c-751fab731e0a" providerId="ADAL" clId="{8D45B6E4-1233-4CBF-9F60-0793E96FE6AE}" dt="2026-02-02T15:13:14.155" v="3790" actId="108"/>
          <ac:spMkLst>
            <pc:docMk/>
            <pc:sldMk cId="735277892" sldId="631"/>
            <ac:spMk id="38" creationId="{6B6BD539-4AFC-F85F-D3A0-8691404E986C}"/>
          </ac:spMkLst>
        </pc:spChg>
        <pc:spChg chg="mod">
          <ac:chgData name="Luis Carlos Guevara Hernandez" userId="946bcc4c-b146-4724-978c-751fab731e0a" providerId="ADAL" clId="{8D45B6E4-1233-4CBF-9F60-0793E96FE6AE}" dt="2026-02-02T15:13:14.156" v="3791" actId="108"/>
          <ac:spMkLst>
            <pc:docMk/>
            <pc:sldMk cId="735277892" sldId="631"/>
            <ac:spMk id="39" creationId="{929D326C-0C7A-F2E9-E9DB-7E301E24543E}"/>
          </ac:spMkLst>
        </pc:spChg>
        <pc:spChg chg="mod">
          <ac:chgData name="Luis Carlos Guevara Hernandez" userId="946bcc4c-b146-4724-978c-751fab731e0a" providerId="ADAL" clId="{8D45B6E4-1233-4CBF-9F60-0793E96FE6AE}" dt="2026-02-02T15:13:14.157" v="3792" actId="108"/>
          <ac:spMkLst>
            <pc:docMk/>
            <pc:sldMk cId="735277892" sldId="631"/>
            <ac:spMk id="40" creationId="{32B0DBA8-0652-C217-7211-6A8B4F980803}"/>
          </ac:spMkLst>
        </pc:spChg>
        <pc:spChg chg="mod">
          <ac:chgData name="Luis Carlos Guevara Hernandez" userId="946bcc4c-b146-4724-978c-751fab731e0a" providerId="ADAL" clId="{8D45B6E4-1233-4CBF-9F60-0793E96FE6AE}" dt="2026-02-02T15:13:14.158" v="3793" actId="108"/>
          <ac:spMkLst>
            <pc:docMk/>
            <pc:sldMk cId="735277892" sldId="631"/>
            <ac:spMk id="41" creationId="{37A549AB-E23A-E78D-ABB3-3366AC174CA7}"/>
          </ac:spMkLst>
        </pc:spChg>
        <pc:spChg chg="mod">
          <ac:chgData name="Luis Carlos Guevara Hernandez" userId="946bcc4c-b146-4724-978c-751fab731e0a" providerId="ADAL" clId="{8D45B6E4-1233-4CBF-9F60-0793E96FE6AE}" dt="2026-02-02T15:13:14.158" v="3794" actId="108"/>
          <ac:spMkLst>
            <pc:docMk/>
            <pc:sldMk cId="735277892" sldId="631"/>
            <ac:spMk id="42" creationId="{BE648BB7-2EAB-38D6-C6A6-97A63E1B4685}"/>
          </ac:spMkLst>
        </pc:spChg>
        <pc:spChg chg="mod">
          <ac:chgData name="Luis Carlos Guevara Hernandez" userId="946bcc4c-b146-4724-978c-751fab731e0a" providerId="ADAL" clId="{8D45B6E4-1233-4CBF-9F60-0793E96FE6AE}" dt="2026-02-02T15:13:14.159" v="3795" actId="108"/>
          <ac:spMkLst>
            <pc:docMk/>
            <pc:sldMk cId="735277892" sldId="631"/>
            <ac:spMk id="43" creationId="{E2B0A276-E676-C43F-AC86-237E3CE13F89}"/>
          </ac:spMkLst>
        </pc:spChg>
        <pc:spChg chg="mod">
          <ac:chgData name="Luis Carlos Guevara Hernandez" userId="946bcc4c-b146-4724-978c-751fab731e0a" providerId="ADAL" clId="{8D45B6E4-1233-4CBF-9F60-0793E96FE6AE}" dt="2026-02-02T15:13:14.161" v="3796" actId="108"/>
          <ac:spMkLst>
            <pc:docMk/>
            <pc:sldMk cId="735277892" sldId="631"/>
            <ac:spMk id="44" creationId="{D8637CC6-6EF1-86FB-7450-6564F515D52A}"/>
          </ac:spMkLst>
        </pc:spChg>
        <pc:spChg chg="mod">
          <ac:chgData name="Luis Carlos Guevara Hernandez" userId="946bcc4c-b146-4724-978c-751fab731e0a" providerId="ADAL" clId="{8D45B6E4-1233-4CBF-9F60-0793E96FE6AE}" dt="2026-02-02T15:13:14.162" v="3797" actId="108"/>
          <ac:spMkLst>
            <pc:docMk/>
            <pc:sldMk cId="735277892" sldId="631"/>
            <ac:spMk id="45" creationId="{6AEE0FEC-A63B-72E3-4231-8D89BAEA1265}"/>
          </ac:spMkLst>
        </pc:spChg>
        <pc:spChg chg="add mod">
          <ac:chgData name="Luis Carlos Guevara Hernandez" userId="946bcc4c-b146-4724-978c-751fab731e0a" providerId="ADAL" clId="{8D45B6E4-1233-4CBF-9F60-0793E96FE6AE}" dt="2026-02-02T15:23:41.977" v="4011" actId="14100"/>
          <ac:spMkLst>
            <pc:docMk/>
            <pc:sldMk cId="735277892" sldId="631"/>
            <ac:spMk id="3267" creationId="{60A1C138-E534-7008-EF2C-71E6261E85C8}"/>
          </ac:spMkLst>
        </pc:spChg>
        <pc:spChg chg="mod">
          <ac:chgData name="Luis Carlos Guevara Hernandez" userId="946bcc4c-b146-4724-978c-751fab731e0a" providerId="ADAL" clId="{8D45B6E4-1233-4CBF-9F60-0793E96FE6AE}" dt="2026-02-02T15:23:09.178" v="4001" actId="1076"/>
          <ac:spMkLst>
            <pc:docMk/>
            <pc:sldMk cId="735277892" sldId="631"/>
            <ac:spMk id="3269" creationId="{A9974B04-9DAA-B9FA-6051-9DB7117821F5}"/>
          </ac:spMkLst>
        </pc:spChg>
        <pc:spChg chg="mod">
          <ac:chgData name="Luis Carlos Guevara Hernandez" userId="946bcc4c-b146-4724-978c-751fab731e0a" providerId="ADAL" clId="{8D45B6E4-1233-4CBF-9F60-0793E96FE6AE}" dt="2026-02-02T15:15:37.634" v="3827" actId="207"/>
          <ac:spMkLst>
            <pc:docMk/>
            <pc:sldMk cId="735277892" sldId="631"/>
            <ac:spMk id="3275" creationId="{0FBB6707-949B-BA6C-166C-ED9F3B44852B}"/>
          </ac:spMkLst>
        </pc:spChg>
        <pc:spChg chg="mod">
          <ac:chgData name="Luis Carlos Guevara Hernandez" userId="946bcc4c-b146-4724-978c-751fab731e0a" providerId="ADAL" clId="{8D45B6E4-1233-4CBF-9F60-0793E96FE6AE}" dt="2026-02-02T15:15:37.634" v="3827" actId="207"/>
          <ac:spMkLst>
            <pc:docMk/>
            <pc:sldMk cId="735277892" sldId="631"/>
            <ac:spMk id="3277" creationId="{E984D213-0D59-5EEA-C818-08625248211A}"/>
          </ac:spMkLst>
        </pc:spChg>
        <pc:spChg chg="mod">
          <ac:chgData name="Luis Carlos Guevara Hernandez" userId="946bcc4c-b146-4724-978c-751fab731e0a" providerId="ADAL" clId="{8D45B6E4-1233-4CBF-9F60-0793E96FE6AE}" dt="2026-02-02T15:15:37.634" v="3827" actId="207"/>
          <ac:spMkLst>
            <pc:docMk/>
            <pc:sldMk cId="735277892" sldId="631"/>
            <ac:spMk id="3278" creationId="{12F10E1D-A8E6-D5E6-9A4A-59E5AD4B1EC7}"/>
          </ac:spMkLst>
        </pc:spChg>
        <pc:spChg chg="mod">
          <ac:chgData name="Luis Carlos Guevara Hernandez" userId="946bcc4c-b146-4724-978c-751fab731e0a" providerId="ADAL" clId="{8D45B6E4-1233-4CBF-9F60-0793E96FE6AE}" dt="2026-02-02T15:15:37.634" v="3827" actId="207"/>
          <ac:spMkLst>
            <pc:docMk/>
            <pc:sldMk cId="735277892" sldId="631"/>
            <ac:spMk id="3284" creationId="{451977BD-A8FD-DD90-16AE-F8F1970730B0}"/>
          </ac:spMkLst>
        </pc:spChg>
        <pc:spChg chg="mod">
          <ac:chgData name="Luis Carlos Guevara Hernandez" userId="946bcc4c-b146-4724-978c-751fab731e0a" providerId="ADAL" clId="{8D45B6E4-1233-4CBF-9F60-0793E96FE6AE}" dt="2026-02-02T15:15:37.634" v="3827" actId="207"/>
          <ac:spMkLst>
            <pc:docMk/>
            <pc:sldMk cId="735277892" sldId="631"/>
            <ac:spMk id="3286" creationId="{3485FF7F-104F-289B-5CB4-DEB323913D97}"/>
          </ac:spMkLst>
        </pc:spChg>
        <pc:spChg chg="mod">
          <ac:chgData name="Luis Carlos Guevara Hernandez" userId="946bcc4c-b146-4724-978c-751fab731e0a" providerId="ADAL" clId="{8D45B6E4-1233-4CBF-9F60-0793E96FE6AE}" dt="2026-02-02T15:15:37.634" v="3827" actId="207"/>
          <ac:spMkLst>
            <pc:docMk/>
            <pc:sldMk cId="735277892" sldId="631"/>
            <ac:spMk id="3294" creationId="{8051AB53-D52D-394E-190F-96F7127F6A7C}"/>
          </ac:spMkLst>
        </pc:spChg>
        <pc:spChg chg="mod">
          <ac:chgData name="Luis Carlos Guevara Hernandez" userId="946bcc4c-b146-4724-978c-751fab731e0a" providerId="ADAL" clId="{8D45B6E4-1233-4CBF-9F60-0793E96FE6AE}" dt="2026-02-02T15:15:37.634" v="3827" actId="207"/>
          <ac:spMkLst>
            <pc:docMk/>
            <pc:sldMk cId="735277892" sldId="631"/>
            <ac:spMk id="3297" creationId="{C46DFB79-9C59-44DC-5F07-5433B1419988}"/>
          </ac:spMkLst>
        </pc:spChg>
        <pc:spChg chg="mod">
          <ac:chgData name="Luis Carlos Guevara Hernandez" userId="946bcc4c-b146-4724-978c-751fab731e0a" providerId="ADAL" clId="{8D45B6E4-1233-4CBF-9F60-0793E96FE6AE}" dt="2026-02-02T15:15:37.634" v="3827" actId="207"/>
          <ac:spMkLst>
            <pc:docMk/>
            <pc:sldMk cId="735277892" sldId="631"/>
            <ac:spMk id="3302" creationId="{815CF904-EF28-8435-B71B-F8D024DB5E35}"/>
          </ac:spMkLst>
        </pc:spChg>
        <pc:spChg chg="mod">
          <ac:chgData name="Luis Carlos Guevara Hernandez" userId="946bcc4c-b146-4724-978c-751fab731e0a" providerId="ADAL" clId="{8D45B6E4-1233-4CBF-9F60-0793E96FE6AE}" dt="2026-02-02T15:15:37.634" v="3827" actId="207"/>
          <ac:spMkLst>
            <pc:docMk/>
            <pc:sldMk cId="735277892" sldId="631"/>
            <ac:spMk id="3306" creationId="{7A368E32-054E-5417-CE19-4927C5681B09}"/>
          </ac:spMkLst>
        </pc:spChg>
        <pc:spChg chg="mod">
          <ac:chgData name="Luis Carlos Guevara Hernandez" userId="946bcc4c-b146-4724-978c-751fab731e0a" providerId="ADAL" clId="{8D45B6E4-1233-4CBF-9F60-0793E96FE6AE}" dt="2026-02-02T15:15:37.634" v="3827" actId="207"/>
          <ac:spMkLst>
            <pc:docMk/>
            <pc:sldMk cId="735277892" sldId="631"/>
            <ac:spMk id="3307" creationId="{5DA9CB73-F2C0-D95F-701C-0810B3453A68}"/>
          </ac:spMkLst>
        </pc:spChg>
        <pc:spChg chg="add mod">
          <ac:chgData name="Luis Carlos Guevara Hernandez" userId="946bcc4c-b146-4724-978c-751fab731e0a" providerId="ADAL" clId="{8D45B6E4-1233-4CBF-9F60-0793E96FE6AE}" dt="2026-02-02T15:23:25.656" v="4008" actId="14100"/>
          <ac:spMkLst>
            <pc:docMk/>
            <pc:sldMk cId="735277892" sldId="631"/>
            <ac:spMk id="3309" creationId="{F306ACCE-A736-655F-CEF2-558D6541C5CC}"/>
          </ac:spMkLst>
        </pc:spChg>
        <pc:spChg chg="add mod">
          <ac:chgData name="Luis Carlos Guevara Hernandez" userId="946bcc4c-b146-4724-978c-751fab731e0a" providerId="ADAL" clId="{8D45B6E4-1233-4CBF-9F60-0793E96FE6AE}" dt="2026-02-02T15:23:14.855" v="4003" actId="1076"/>
          <ac:spMkLst>
            <pc:docMk/>
            <pc:sldMk cId="735277892" sldId="631"/>
            <ac:spMk id="3310" creationId="{6827E6FA-D2B4-EAD8-DCA2-B75D744EF8C2}"/>
          </ac:spMkLst>
        </pc:spChg>
        <pc:spChg chg="mod">
          <ac:chgData name="Luis Carlos Guevara Hernandez" userId="946bcc4c-b146-4724-978c-751fab731e0a" providerId="ADAL" clId="{8D45B6E4-1233-4CBF-9F60-0793E96FE6AE}" dt="2026-02-02T15:22:44.225" v="3993"/>
          <ac:spMkLst>
            <pc:docMk/>
            <pc:sldMk cId="735277892" sldId="631"/>
            <ac:spMk id="3312" creationId="{A97A954F-B2B0-849F-9216-DF864738C7FC}"/>
          </ac:spMkLst>
        </pc:spChg>
        <pc:spChg chg="mod">
          <ac:chgData name="Luis Carlos Guevara Hernandez" userId="946bcc4c-b146-4724-978c-751fab731e0a" providerId="ADAL" clId="{8D45B6E4-1233-4CBF-9F60-0793E96FE6AE}" dt="2026-02-02T15:22:44.225" v="3993"/>
          <ac:spMkLst>
            <pc:docMk/>
            <pc:sldMk cId="735277892" sldId="631"/>
            <ac:spMk id="3313" creationId="{2806AF69-72AF-D071-2E06-10FD6508B6F5}"/>
          </ac:spMkLst>
        </pc:spChg>
        <pc:spChg chg="mod">
          <ac:chgData name="Luis Carlos Guevara Hernandez" userId="946bcc4c-b146-4724-978c-751fab731e0a" providerId="ADAL" clId="{8D45B6E4-1233-4CBF-9F60-0793E96FE6AE}" dt="2026-02-02T15:22:44.225" v="3993"/>
          <ac:spMkLst>
            <pc:docMk/>
            <pc:sldMk cId="735277892" sldId="631"/>
            <ac:spMk id="3314" creationId="{7EE1170D-08FE-F732-7E0F-082F3C7B9CB3}"/>
          </ac:spMkLst>
        </pc:spChg>
        <pc:spChg chg="mod">
          <ac:chgData name="Luis Carlos Guevara Hernandez" userId="946bcc4c-b146-4724-978c-751fab731e0a" providerId="ADAL" clId="{8D45B6E4-1233-4CBF-9F60-0793E96FE6AE}" dt="2026-02-02T15:22:44.225" v="3993"/>
          <ac:spMkLst>
            <pc:docMk/>
            <pc:sldMk cId="735277892" sldId="631"/>
            <ac:spMk id="3315" creationId="{1980991B-7898-3A05-FDDD-2324F32B01E8}"/>
          </ac:spMkLst>
        </pc:spChg>
        <pc:spChg chg="mod">
          <ac:chgData name="Luis Carlos Guevara Hernandez" userId="946bcc4c-b146-4724-978c-751fab731e0a" providerId="ADAL" clId="{8D45B6E4-1233-4CBF-9F60-0793E96FE6AE}" dt="2026-02-02T15:22:44.225" v="3993"/>
          <ac:spMkLst>
            <pc:docMk/>
            <pc:sldMk cId="735277892" sldId="631"/>
            <ac:spMk id="3316" creationId="{FB5DC7B1-4516-A003-C6F4-2EF0F6462E45}"/>
          </ac:spMkLst>
        </pc:spChg>
        <pc:spChg chg="mod">
          <ac:chgData name="Luis Carlos Guevara Hernandez" userId="946bcc4c-b146-4724-978c-751fab731e0a" providerId="ADAL" clId="{8D45B6E4-1233-4CBF-9F60-0793E96FE6AE}" dt="2026-02-02T15:22:44.225" v="3993"/>
          <ac:spMkLst>
            <pc:docMk/>
            <pc:sldMk cId="735277892" sldId="631"/>
            <ac:spMk id="3317" creationId="{853240F6-D816-C4B8-A268-416030E15D60}"/>
          </ac:spMkLst>
        </pc:spChg>
        <pc:spChg chg="mod">
          <ac:chgData name="Luis Carlos Guevara Hernandez" userId="946bcc4c-b146-4724-978c-751fab731e0a" providerId="ADAL" clId="{8D45B6E4-1233-4CBF-9F60-0793E96FE6AE}" dt="2026-02-02T15:22:44.225" v="3993"/>
          <ac:spMkLst>
            <pc:docMk/>
            <pc:sldMk cId="735277892" sldId="631"/>
            <ac:spMk id="3318" creationId="{C34ED1B8-E62D-8185-7B9F-671334B610A2}"/>
          </ac:spMkLst>
        </pc:spChg>
        <pc:spChg chg="mod">
          <ac:chgData name="Luis Carlos Guevara Hernandez" userId="946bcc4c-b146-4724-978c-751fab731e0a" providerId="ADAL" clId="{8D45B6E4-1233-4CBF-9F60-0793E96FE6AE}" dt="2026-02-02T15:22:44.225" v="3993"/>
          <ac:spMkLst>
            <pc:docMk/>
            <pc:sldMk cId="735277892" sldId="631"/>
            <ac:spMk id="3319" creationId="{DDB949EB-2599-DA18-AF86-FD499C98DB78}"/>
          </ac:spMkLst>
        </pc:spChg>
        <pc:grpChg chg="mod ord">
          <ac:chgData name="Luis Carlos Guevara Hernandez" userId="946bcc4c-b146-4724-978c-751fab731e0a" providerId="ADAL" clId="{8D45B6E4-1233-4CBF-9F60-0793E96FE6AE}" dt="2026-02-02T15:23:32.694" v="4009" actId="1076"/>
          <ac:grpSpMkLst>
            <pc:docMk/>
            <pc:sldMk cId="735277892" sldId="631"/>
            <ac:grpSpMk id="46" creationId="{6AEBCAE5-083E-9546-6894-19102DA4CC22}"/>
          </ac:grpSpMkLst>
        </pc:grpChg>
        <pc:grpChg chg="mod">
          <ac:chgData name="Luis Carlos Guevara Hernandez" userId="946bcc4c-b146-4724-978c-751fab731e0a" providerId="ADAL" clId="{8D45B6E4-1233-4CBF-9F60-0793E96FE6AE}" dt="2026-02-02T15:23:12.815" v="4002" actId="1076"/>
          <ac:grpSpMkLst>
            <pc:docMk/>
            <pc:sldMk cId="735277892" sldId="631"/>
            <ac:grpSpMk id="3270" creationId="{48156692-6E1B-6F9E-DA62-174C95F56D29}"/>
          </ac:grpSpMkLst>
        </pc:grpChg>
        <pc:grpChg chg="add mod">
          <ac:chgData name="Luis Carlos Guevara Hernandez" userId="946bcc4c-b146-4724-978c-751fab731e0a" providerId="ADAL" clId="{8D45B6E4-1233-4CBF-9F60-0793E96FE6AE}" dt="2026-02-02T15:23:17.431" v="4004" actId="1076"/>
          <ac:grpSpMkLst>
            <pc:docMk/>
            <pc:sldMk cId="735277892" sldId="631"/>
            <ac:grpSpMk id="3311" creationId="{652E0EF3-AFA4-CB95-4E47-9DC264DEB97F}"/>
          </ac:grpSpMkLst>
        </pc:grpChg>
        <pc:picChg chg="add del">
          <ac:chgData name="Luis Carlos Guevara Hernandez" userId="946bcc4c-b146-4724-978c-751fab731e0a" providerId="ADAL" clId="{8D45B6E4-1233-4CBF-9F60-0793E96FE6AE}" dt="2026-02-02T15:12:49.658" v="3755" actId="478"/>
          <ac:picMkLst>
            <pc:docMk/>
            <pc:sldMk cId="735277892" sldId="631"/>
            <ac:picMk id="4" creationId="{29691BAC-A625-D99D-41AA-96C17C1CF044}"/>
          </ac:picMkLst>
        </pc:picChg>
        <pc:cxnChg chg="mod">
          <ac:chgData name="Luis Carlos Guevara Hernandez" userId="946bcc4c-b146-4724-978c-751fab731e0a" providerId="ADAL" clId="{8D45B6E4-1233-4CBF-9F60-0793E96FE6AE}" dt="2026-02-02T15:23:06.407" v="4000" actId="1076"/>
          <ac:cxnSpMkLst>
            <pc:docMk/>
            <pc:sldMk cId="735277892" sldId="631"/>
            <ac:cxnSpMk id="3268" creationId="{EFB1B99E-61E0-070C-2FF6-9A829AD6E459}"/>
          </ac:cxnSpMkLst>
        </pc:cxnChg>
      </pc:sldChg>
      <pc:sldChg chg="addSp delSp modSp add mod delAnim modAnim">
        <pc:chgData name="Luis Carlos Guevara Hernandez" userId="946bcc4c-b146-4724-978c-751fab731e0a" providerId="ADAL" clId="{8D45B6E4-1233-4CBF-9F60-0793E96FE6AE}" dt="2026-02-04T14:56:01.594" v="4815"/>
        <pc:sldMkLst>
          <pc:docMk/>
          <pc:sldMk cId="2743380869" sldId="633"/>
        </pc:sldMkLst>
        <pc:spChg chg="mod">
          <ac:chgData name="Luis Carlos Guevara Hernandez" userId="946bcc4c-b146-4724-978c-751fab731e0a" providerId="ADAL" clId="{8D45B6E4-1233-4CBF-9F60-0793E96FE6AE}" dt="2026-02-02T15:19:18.215" v="3926"/>
          <ac:spMkLst>
            <pc:docMk/>
            <pc:sldMk cId="2743380869" sldId="633"/>
            <ac:spMk id="10" creationId="{F719664C-B40C-2C51-508A-26DAF9D654C4}"/>
          </ac:spMkLst>
        </pc:spChg>
        <pc:spChg chg="mod">
          <ac:chgData name="Luis Carlos Guevara Hernandez" userId="946bcc4c-b146-4724-978c-751fab731e0a" providerId="ADAL" clId="{8D45B6E4-1233-4CBF-9F60-0793E96FE6AE}" dt="2026-02-02T15:19:18.215" v="3926"/>
          <ac:spMkLst>
            <pc:docMk/>
            <pc:sldMk cId="2743380869" sldId="633"/>
            <ac:spMk id="12" creationId="{CB66CB32-F79F-4067-0718-4EAF0383A9BA}"/>
          </ac:spMkLst>
        </pc:spChg>
        <pc:spChg chg="mod">
          <ac:chgData name="Luis Carlos Guevara Hernandez" userId="946bcc4c-b146-4724-978c-751fab731e0a" providerId="ADAL" clId="{8D45B6E4-1233-4CBF-9F60-0793E96FE6AE}" dt="2026-02-02T15:19:31.176" v="3931" actId="207"/>
          <ac:spMkLst>
            <pc:docMk/>
            <pc:sldMk cId="2743380869" sldId="633"/>
            <ac:spMk id="16" creationId="{DACE813B-8CFC-D907-B075-599767745485}"/>
          </ac:spMkLst>
        </pc:spChg>
        <pc:spChg chg="mod">
          <ac:chgData name="Luis Carlos Guevara Hernandez" userId="946bcc4c-b146-4724-978c-751fab731e0a" providerId="ADAL" clId="{8D45B6E4-1233-4CBF-9F60-0793E96FE6AE}" dt="2026-02-02T15:19:18.215" v="3926"/>
          <ac:spMkLst>
            <pc:docMk/>
            <pc:sldMk cId="2743380869" sldId="633"/>
            <ac:spMk id="24" creationId="{1C68882B-8D38-49DC-BE36-2450D2FC9182}"/>
          </ac:spMkLst>
        </pc:spChg>
        <pc:spChg chg="mod">
          <ac:chgData name="Luis Carlos Guevara Hernandez" userId="946bcc4c-b146-4724-978c-751fab731e0a" providerId="ADAL" clId="{8D45B6E4-1233-4CBF-9F60-0793E96FE6AE}" dt="2026-02-02T15:19:09.575" v="3924" actId="20577"/>
          <ac:spMkLst>
            <pc:docMk/>
            <pc:sldMk cId="2743380869" sldId="633"/>
            <ac:spMk id="25" creationId="{F57784F5-2880-D10E-CA6C-3519C252A3C3}"/>
          </ac:spMkLst>
        </pc:spChg>
        <pc:spChg chg="mod">
          <ac:chgData name="Luis Carlos Guevara Hernandez" userId="946bcc4c-b146-4724-978c-751fab731e0a" providerId="ADAL" clId="{8D45B6E4-1233-4CBF-9F60-0793E96FE6AE}" dt="2026-02-02T15:19:18.215" v="3926"/>
          <ac:spMkLst>
            <pc:docMk/>
            <pc:sldMk cId="2743380869" sldId="633"/>
            <ac:spMk id="128" creationId="{BE3C2A58-2064-0ED8-FD93-4B977F220E98}"/>
          </ac:spMkLst>
        </pc:spChg>
        <pc:spChg chg="mod">
          <ac:chgData name="Luis Carlos Guevara Hernandez" userId="946bcc4c-b146-4724-978c-751fab731e0a" providerId="ADAL" clId="{8D45B6E4-1233-4CBF-9F60-0793E96FE6AE}" dt="2026-02-02T15:19:18.215" v="3926"/>
          <ac:spMkLst>
            <pc:docMk/>
            <pc:sldMk cId="2743380869" sldId="633"/>
            <ac:spMk id="129" creationId="{D4BBAA49-81D6-B9DF-0B4B-BA3DBBBC4363}"/>
          </ac:spMkLst>
        </pc:spChg>
        <pc:spChg chg="mod">
          <ac:chgData name="Luis Carlos Guevara Hernandez" userId="946bcc4c-b146-4724-978c-751fab731e0a" providerId="ADAL" clId="{8D45B6E4-1233-4CBF-9F60-0793E96FE6AE}" dt="2026-02-02T15:19:18.215" v="3926"/>
          <ac:spMkLst>
            <pc:docMk/>
            <pc:sldMk cId="2743380869" sldId="633"/>
            <ac:spMk id="134" creationId="{833D1843-F6B0-2BF7-005C-DF4C01D9FC74}"/>
          </ac:spMkLst>
        </pc:spChg>
        <pc:spChg chg="mod">
          <ac:chgData name="Luis Carlos Guevara Hernandez" userId="946bcc4c-b146-4724-978c-751fab731e0a" providerId="ADAL" clId="{8D45B6E4-1233-4CBF-9F60-0793E96FE6AE}" dt="2026-02-02T15:19:18.215" v="3926"/>
          <ac:spMkLst>
            <pc:docMk/>
            <pc:sldMk cId="2743380869" sldId="633"/>
            <ac:spMk id="135" creationId="{4E00D508-B717-4DBB-3338-927EDAE88131}"/>
          </ac:spMkLst>
        </pc:spChg>
        <pc:spChg chg="mod">
          <ac:chgData name="Luis Carlos Guevara Hernandez" userId="946bcc4c-b146-4724-978c-751fab731e0a" providerId="ADAL" clId="{8D45B6E4-1233-4CBF-9F60-0793E96FE6AE}" dt="2026-02-02T15:19:18.215" v="3926"/>
          <ac:spMkLst>
            <pc:docMk/>
            <pc:sldMk cId="2743380869" sldId="633"/>
            <ac:spMk id="160" creationId="{C8C742F0-4360-DA7B-4086-532FAE7446C9}"/>
          </ac:spMkLst>
        </pc:spChg>
        <pc:spChg chg="mod">
          <ac:chgData name="Luis Carlos Guevara Hernandez" userId="946bcc4c-b146-4724-978c-751fab731e0a" providerId="ADAL" clId="{8D45B6E4-1233-4CBF-9F60-0793E96FE6AE}" dt="2026-02-02T15:19:18.215" v="3926"/>
          <ac:spMkLst>
            <pc:docMk/>
            <pc:sldMk cId="2743380869" sldId="633"/>
            <ac:spMk id="169" creationId="{6DA57F7B-F4B8-8E88-EE5C-224EE9F6C40B}"/>
          </ac:spMkLst>
        </pc:spChg>
        <pc:spChg chg="mod">
          <ac:chgData name="Luis Carlos Guevara Hernandez" userId="946bcc4c-b146-4724-978c-751fab731e0a" providerId="ADAL" clId="{8D45B6E4-1233-4CBF-9F60-0793E96FE6AE}" dt="2026-02-02T15:19:18.215" v="3926"/>
          <ac:spMkLst>
            <pc:docMk/>
            <pc:sldMk cId="2743380869" sldId="633"/>
            <ac:spMk id="197" creationId="{B2504B71-3854-5733-999B-6DED00EECA56}"/>
          </ac:spMkLst>
        </pc:spChg>
        <pc:spChg chg="add mod">
          <ac:chgData name="Luis Carlos Guevara Hernandez" userId="946bcc4c-b146-4724-978c-751fab731e0a" providerId="ADAL" clId="{8D45B6E4-1233-4CBF-9F60-0793E96FE6AE}" dt="2026-02-02T15:21:43.292" v="3967"/>
          <ac:spMkLst>
            <pc:docMk/>
            <pc:sldMk cId="2743380869" sldId="633"/>
            <ac:spMk id="205" creationId="{84BE0E1F-C7DD-473D-A0E6-314D22F882AA}"/>
          </ac:spMkLst>
        </pc:spChg>
        <pc:spChg chg="add mod">
          <ac:chgData name="Luis Carlos Guevara Hernandez" userId="946bcc4c-b146-4724-978c-751fab731e0a" providerId="ADAL" clId="{8D45B6E4-1233-4CBF-9F60-0793E96FE6AE}" dt="2026-02-02T15:21:21.633" v="3963" actId="1076"/>
          <ac:spMkLst>
            <pc:docMk/>
            <pc:sldMk cId="2743380869" sldId="633"/>
            <ac:spMk id="206" creationId="{9476A07C-2337-2649-EF2A-C563C1AC4E17}"/>
          </ac:spMkLst>
        </pc:spChg>
        <pc:spChg chg="add mod">
          <ac:chgData name="Luis Carlos Guevara Hernandez" userId="946bcc4c-b146-4724-978c-751fab731e0a" providerId="ADAL" clId="{8D45B6E4-1233-4CBF-9F60-0793E96FE6AE}" dt="2026-02-02T15:21:27.034" v="3965" actId="1076"/>
          <ac:spMkLst>
            <pc:docMk/>
            <pc:sldMk cId="2743380869" sldId="633"/>
            <ac:spMk id="207" creationId="{DFD2FA81-B154-372E-7666-2872809DFB96}"/>
          </ac:spMkLst>
        </pc:spChg>
        <pc:grpChg chg="mod">
          <ac:chgData name="Luis Carlos Guevara Hernandez" userId="946bcc4c-b146-4724-978c-751fab731e0a" providerId="ADAL" clId="{8D45B6E4-1233-4CBF-9F60-0793E96FE6AE}" dt="2026-02-02T15:19:23.164" v="3928" actId="164"/>
          <ac:grpSpMkLst>
            <pc:docMk/>
            <pc:sldMk cId="2743380869" sldId="633"/>
            <ac:grpSpMk id="3" creationId="{16AE7DD8-DAA7-ED5C-9B14-9844770E76FD}"/>
          </ac:grpSpMkLst>
        </pc:grpChg>
        <pc:grpChg chg="mod">
          <ac:chgData name="Luis Carlos Guevara Hernandez" userId="946bcc4c-b146-4724-978c-751fab731e0a" providerId="ADAL" clId="{8D45B6E4-1233-4CBF-9F60-0793E96FE6AE}" dt="2026-02-02T15:19:23.164" v="3928" actId="164"/>
          <ac:grpSpMkLst>
            <pc:docMk/>
            <pc:sldMk cId="2743380869" sldId="633"/>
            <ac:grpSpMk id="17" creationId="{F33143A1-CD5D-5554-54FC-69EDD3F4F62E}"/>
          </ac:grpSpMkLst>
        </pc:grpChg>
        <pc:grpChg chg="mod">
          <ac:chgData name="Luis Carlos Guevara Hernandez" userId="946bcc4c-b146-4724-978c-751fab731e0a" providerId="ADAL" clId="{8D45B6E4-1233-4CBF-9F60-0793E96FE6AE}" dt="2026-02-02T15:19:23.164" v="3928" actId="164"/>
          <ac:grpSpMkLst>
            <pc:docMk/>
            <pc:sldMk cId="2743380869" sldId="633"/>
            <ac:grpSpMk id="41" creationId="{93C7984D-B569-FCB6-F03E-910E958F8D46}"/>
          </ac:grpSpMkLst>
        </pc:grpChg>
        <pc:grpChg chg="mod">
          <ac:chgData name="Luis Carlos Guevara Hernandez" userId="946bcc4c-b146-4724-978c-751fab731e0a" providerId="ADAL" clId="{8D45B6E4-1233-4CBF-9F60-0793E96FE6AE}" dt="2026-02-02T15:19:23.164" v="3928" actId="164"/>
          <ac:grpSpMkLst>
            <pc:docMk/>
            <pc:sldMk cId="2743380869" sldId="633"/>
            <ac:grpSpMk id="136" creationId="{9215E50F-0793-F069-B42C-AD90D2AB1E39}"/>
          </ac:grpSpMkLst>
        </pc:grpChg>
        <pc:grpChg chg="mod">
          <ac:chgData name="Luis Carlos Guevara Hernandez" userId="946bcc4c-b146-4724-978c-751fab731e0a" providerId="ADAL" clId="{8D45B6E4-1233-4CBF-9F60-0793E96FE6AE}" dt="2026-02-02T15:19:23.164" v="3928" actId="164"/>
          <ac:grpSpMkLst>
            <pc:docMk/>
            <pc:sldMk cId="2743380869" sldId="633"/>
            <ac:grpSpMk id="164" creationId="{54384F80-4397-BD40-F59D-96D06C9FE74B}"/>
          </ac:grpSpMkLst>
        </pc:grpChg>
        <pc:grpChg chg="add mod">
          <ac:chgData name="Luis Carlos Guevara Hernandez" userId="946bcc4c-b146-4724-978c-751fab731e0a" providerId="ADAL" clId="{8D45B6E4-1233-4CBF-9F60-0793E96FE6AE}" dt="2026-02-02T15:21:50.163" v="3968" actId="1076"/>
          <ac:grpSpMkLst>
            <pc:docMk/>
            <pc:sldMk cId="2743380869" sldId="633"/>
            <ac:grpSpMk id="204" creationId="{92943527-A0B4-0545-235A-8EE68635CBF1}"/>
          </ac:grpSpMkLst>
        </pc:grpChg>
      </pc:sldChg>
      <pc:sldChg chg="modAnim">
        <pc:chgData name="Luis Carlos Guevara Hernandez" userId="946bcc4c-b146-4724-978c-751fab731e0a" providerId="ADAL" clId="{8D45B6E4-1233-4CBF-9F60-0793E96FE6AE}" dt="2026-02-04T14:56:22.421" v="4817"/>
        <pc:sldMkLst>
          <pc:docMk/>
          <pc:sldMk cId="4266563691" sldId="647"/>
        </pc:sldMkLst>
      </pc:sldChg>
      <pc:sldChg chg="modAnim">
        <pc:chgData name="Luis Carlos Guevara Hernandez" userId="946bcc4c-b146-4724-978c-751fab731e0a" providerId="ADAL" clId="{8D45B6E4-1233-4CBF-9F60-0793E96FE6AE}" dt="2026-02-04T14:56:25.799" v="4818"/>
        <pc:sldMkLst>
          <pc:docMk/>
          <pc:sldMk cId="3961314702" sldId="648"/>
        </pc:sldMkLst>
      </pc:sldChg>
      <pc:sldChg chg="modAnim">
        <pc:chgData name="Luis Carlos Guevara Hernandez" userId="946bcc4c-b146-4724-978c-751fab731e0a" providerId="ADAL" clId="{8D45B6E4-1233-4CBF-9F60-0793E96FE6AE}" dt="2026-02-04T14:56:29.122" v="4819"/>
        <pc:sldMkLst>
          <pc:docMk/>
          <pc:sldMk cId="4170635115" sldId="649"/>
        </pc:sldMkLst>
      </pc:sldChg>
      <pc:sldChg chg="addSp delSp modSp mod modAnim">
        <pc:chgData name="Luis Carlos Guevara Hernandez" userId="946bcc4c-b146-4724-978c-751fab731e0a" providerId="ADAL" clId="{8D45B6E4-1233-4CBF-9F60-0793E96FE6AE}" dt="2026-02-04T14:56:41.884" v="4821"/>
        <pc:sldMkLst>
          <pc:docMk/>
          <pc:sldMk cId="820760438" sldId="651"/>
        </pc:sldMkLst>
        <pc:spChg chg="mod">
          <ac:chgData name="Luis Carlos Guevara Hernandez" userId="946bcc4c-b146-4724-978c-751fab731e0a" providerId="ADAL" clId="{8D45B6E4-1233-4CBF-9F60-0793E96FE6AE}" dt="2026-02-04T14:08:46.515" v="4147" actId="20577"/>
          <ac:spMkLst>
            <pc:docMk/>
            <pc:sldMk cId="820760438" sldId="651"/>
            <ac:spMk id="49" creationId="{5289BA78-6BE9-70B9-6813-62C8AB4A7BC7}"/>
          </ac:spMkLst>
        </pc:spChg>
        <pc:spChg chg="mod">
          <ac:chgData name="Luis Carlos Guevara Hernandez" userId="946bcc4c-b146-4724-978c-751fab731e0a" providerId="ADAL" clId="{8D45B6E4-1233-4CBF-9F60-0793E96FE6AE}" dt="2026-02-04T14:07:16.283" v="4027" actId="207"/>
          <ac:spMkLst>
            <pc:docMk/>
            <pc:sldMk cId="820760438" sldId="651"/>
            <ac:spMk id="50" creationId="{3DB81391-28F8-4499-EDAB-6F629B1C638C}"/>
          </ac:spMkLst>
        </pc:spChg>
        <pc:spChg chg="mod">
          <ac:chgData name="Luis Carlos Guevara Hernandez" userId="946bcc4c-b146-4724-978c-751fab731e0a" providerId="ADAL" clId="{8D45B6E4-1233-4CBF-9F60-0793E96FE6AE}" dt="2026-02-04T14:09:26.001" v="4159" actId="13926"/>
          <ac:spMkLst>
            <pc:docMk/>
            <pc:sldMk cId="820760438" sldId="651"/>
            <ac:spMk id="78" creationId="{01FA2053-102E-AE3B-3099-8182B21BD60A}"/>
          </ac:spMkLst>
        </pc:spChg>
        <pc:spChg chg="mod">
          <ac:chgData name="Luis Carlos Guevara Hernandez" userId="946bcc4c-b146-4724-978c-751fab731e0a" providerId="ADAL" clId="{8D45B6E4-1233-4CBF-9F60-0793E96FE6AE}" dt="2026-02-04T14:05:53.387" v="4013"/>
          <ac:spMkLst>
            <pc:docMk/>
            <pc:sldMk cId="820760438" sldId="651"/>
            <ac:spMk id="87" creationId="{C61DF979-A445-22CB-0C58-E38B268B6D74}"/>
          </ac:spMkLst>
        </pc:spChg>
        <pc:spChg chg="add mod">
          <ac:chgData name="Luis Carlos Guevara Hernandez" userId="946bcc4c-b146-4724-978c-751fab731e0a" providerId="ADAL" clId="{8D45B6E4-1233-4CBF-9F60-0793E96FE6AE}" dt="2026-02-04T14:08:57.658" v="4150" actId="13926"/>
          <ac:spMkLst>
            <pc:docMk/>
            <pc:sldMk cId="820760438" sldId="651"/>
            <ac:spMk id="89" creationId="{EA1F3CED-EA41-AE65-A3CF-3BE1E1354EB7}"/>
          </ac:spMkLst>
        </pc:spChg>
        <pc:spChg chg="add mod">
          <ac:chgData name="Luis Carlos Guevara Hernandez" userId="946bcc4c-b146-4724-978c-751fab731e0a" providerId="ADAL" clId="{8D45B6E4-1233-4CBF-9F60-0793E96FE6AE}" dt="2026-02-04T14:06:53.404" v="4021" actId="207"/>
          <ac:spMkLst>
            <pc:docMk/>
            <pc:sldMk cId="820760438" sldId="651"/>
            <ac:spMk id="90" creationId="{392011E8-BC51-5909-0960-84C2CED2E7D7}"/>
          </ac:spMkLst>
        </pc:spChg>
        <pc:spChg chg="mod">
          <ac:chgData name="Luis Carlos Guevara Hernandez" userId="946bcc4c-b146-4724-978c-751fab731e0a" providerId="ADAL" clId="{8D45B6E4-1233-4CBF-9F60-0793E96FE6AE}" dt="2026-02-04T14:07:34.463" v="4065" actId="108"/>
          <ac:spMkLst>
            <pc:docMk/>
            <pc:sldMk cId="820760438" sldId="651"/>
            <ac:spMk id="96" creationId="{94A149C6-D0D7-1C94-D2A2-302A86788E45}"/>
          </ac:spMkLst>
        </pc:spChg>
        <pc:spChg chg="mod">
          <ac:chgData name="Luis Carlos Guevara Hernandez" userId="946bcc4c-b146-4724-978c-751fab731e0a" providerId="ADAL" clId="{8D45B6E4-1233-4CBF-9F60-0793E96FE6AE}" dt="2026-02-04T14:07:34.464" v="4066" actId="108"/>
          <ac:spMkLst>
            <pc:docMk/>
            <pc:sldMk cId="820760438" sldId="651"/>
            <ac:spMk id="97" creationId="{7544C349-6642-CE85-5239-E3167B68DD86}"/>
          </ac:spMkLst>
        </pc:spChg>
        <pc:spChg chg="mod">
          <ac:chgData name="Luis Carlos Guevara Hernandez" userId="946bcc4c-b146-4724-978c-751fab731e0a" providerId="ADAL" clId="{8D45B6E4-1233-4CBF-9F60-0793E96FE6AE}" dt="2026-02-04T14:07:34.465" v="4067" actId="108"/>
          <ac:spMkLst>
            <pc:docMk/>
            <pc:sldMk cId="820760438" sldId="651"/>
            <ac:spMk id="98" creationId="{5D00FD00-263E-F029-6BCB-64386D717DBE}"/>
          </ac:spMkLst>
        </pc:spChg>
        <pc:spChg chg="mod">
          <ac:chgData name="Luis Carlos Guevara Hernandez" userId="946bcc4c-b146-4724-978c-751fab731e0a" providerId="ADAL" clId="{8D45B6E4-1233-4CBF-9F60-0793E96FE6AE}" dt="2026-02-04T14:07:34.465" v="4068" actId="108"/>
          <ac:spMkLst>
            <pc:docMk/>
            <pc:sldMk cId="820760438" sldId="651"/>
            <ac:spMk id="99" creationId="{C807CEAF-CFF7-B66B-3B19-2A01A39E46C8}"/>
          </ac:spMkLst>
        </pc:spChg>
        <pc:spChg chg="mod">
          <ac:chgData name="Luis Carlos Guevara Hernandez" userId="946bcc4c-b146-4724-978c-751fab731e0a" providerId="ADAL" clId="{8D45B6E4-1233-4CBF-9F60-0793E96FE6AE}" dt="2026-02-04T14:07:34.466" v="4069" actId="108"/>
          <ac:spMkLst>
            <pc:docMk/>
            <pc:sldMk cId="820760438" sldId="651"/>
            <ac:spMk id="100" creationId="{FD4F9BB4-BE97-008D-1AE4-39B59C4C721F}"/>
          </ac:spMkLst>
        </pc:spChg>
        <pc:spChg chg="mod">
          <ac:chgData name="Luis Carlos Guevara Hernandez" userId="946bcc4c-b146-4724-978c-751fab731e0a" providerId="ADAL" clId="{8D45B6E4-1233-4CBF-9F60-0793E96FE6AE}" dt="2026-02-04T14:07:34.467" v="4070" actId="108"/>
          <ac:spMkLst>
            <pc:docMk/>
            <pc:sldMk cId="820760438" sldId="651"/>
            <ac:spMk id="101" creationId="{05AD42A0-E74F-98F9-8DC4-6C5D1FFD7857}"/>
          </ac:spMkLst>
        </pc:spChg>
        <pc:spChg chg="mod">
          <ac:chgData name="Luis Carlos Guevara Hernandez" userId="946bcc4c-b146-4724-978c-751fab731e0a" providerId="ADAL" clId="{8D45B6E4-1233-4CBF-9F60-0793E96FE6AE}" dt="2026-02-04T14:07:34.467" v="4071" actId="108"/>
          <ac:spMkLst>
            <pc:docMk/>
            <pc:sldMk cId="820760438" sldId="651"/>
            <ac:spMk id="102" creationId="{561F0361-0134-D0E2-7FE2-CF7F4F10E420}"/>
          </ac:spMkLst>
        </pc:spChg>
        <pc:spChg chg="mod">
          <ac:chgData name="Luis Carlos Guevara Hernandez" userId="946bcc4c-b146-4724-978c-751fab731e0a" providerId="ADAL" clId="{8D45B6E4-1233-4CBF-9F60-0793E96FE6AE}" dt="2026-02-04T14:07:34.468" v="4072" actId="108"/>
          <ac:spMkLst>
            <pc:docMk/>
            <pc:sldMk cId="820760438" sldId="651"/>
            <ac:spMk id="103" creationId="{EF3163BE-BE3B-869E-E148-1E6743AA3D5E}"/>
          </ac:spMkLst>
        </pc:spChg>
        <pc:spChg chg="mod">
          <ac:chgData name="Luis Carlos Guevara Hernandez" userId="946bcc4c-b146-4724-978c-751fab731e0a" providerId="ADAL" clId="{8D45B6E4-1233-4CBF-9F60-0793E96FE6AE}" dt="2026-02-04T14:07:34.468" v="4073" actId="108"/>
          <ac:spMkLst>
            <pc:docMk/>
            <pc:sldMk cId="820760438" sldId="651"/>
            <ac:spMk id="104" creationId="{CE9A2F66-74F5-7C5D-9D7A-A04CCFB6F8BF}"/>
          </ac:spMkLst>
        </pc:spChg>
        <pc:spChg chg="mod">
          <ac:chgData name="Luis Carlos Guevara Hernandez" userId="946bcc4c-b146-4724-978c-751fab731e0a" providerId="ADAL" clId="{8D45B6E4-1233-4CBF-9F60-0793E96FE6AE}" dt="2026-02-04T14:07:34.469" v="4074" actId="108"/>
          <ac:spMkLst>
            <pc:docMk/>
            <pc:sldMk cId="820760438" sldId="651"/>
            <ac:spMk id="105" creationId="{0A125B45-337D-ED7E-E296-73EC3FA6EE9E}"/>
          </ac:spMkLst>
        </pc:spChg>
        <pc:spChg chg="mod">
          <ac:chgData name="Luis Carlos Guevara Hernandez" userId="946bcc4c-b146-4724-978c-751fab731e0a" providerId="ADAL" clId="{8D45B6E4-1233-4CBF-9F60-0793E96FE6AE}" dt="2026-02-04T14:07:34.470" v="4075" actId="108"/>
          <ac:spMkLst>
            <pc:docMk/>
            <pc:sldMk cId="820760438" sldId="651"/>
            <ac:spMk id="106" creationId="{4DA3B737-7074-D580-393A-886BB5F817D5}"/>
          </ac:spMkLst>
        </pc:spChg>
        <pc:spChg chg="mod">
          <ac:chgData name="Luis Carlos Guevara Hernandez" userId="946bcc4c-b146-4724-978c-751fab731e0a" providerId="ADAL" clId="{8D45B6E4-1233-4CBF-9F60-0793E96FE6AE}" dt="2026-02-04T14:07:34.470" v="4076" actId="108"/>
          <ac:spMkLst>
            <pc:docMk/>
            <pc:sldMk cId="820760438" sldId="651"/>
            <ac:spMk id="107" creationId="{F2B10D75-422F-0B1D-386C-6A4AE0F2728D}"/>
          </ac:spMkLst>
        </pc:spChg>
        <pc:spChg chg="mod">
          <ac:chgData name="Luis Carlos Guevara Hernandez" userId="946bcc4c-b146-4724-978c-751fab731e0a" providerId="ADAL" clId="{8D45B6E4-1233-4CBF-9F60-0793E96FE6AE}" dt="2026-02-04T14:07:34.471" v="4077" actId="108"/>
          <ac:spMkLst>
            <pc:docMk/>
            <pc:sldMk cId="820760438" sldId="651"/>
            <ac:spMk id="108" creationId="{54E5C747-023A-3A3D-B9CF-D5E177423648}"/>
          </ac:spMkLst>
        </pc:spChg>
        <pc:spChg chg="mod">
          <ac:chgData name="Luis Carlos Guevara Hernandez" userId="946bcc4c-b146-4724-978c-751fab731e0a" providerId="ADAL" clId="{8D45B6E4-1233-4CBF-9F60-0793E96FE6AE}" dt="2026-02-04T14:07:51.411" v="4142" actId="207"/>
          <ac:spMkLst>
            <pc:docMk/>
            <pc:sldMk cId="820760438" sldId="651"/>
            <ac:spMk id="134" creationId="{9A009EF6-DA4A-8BCD-8F69-76148E07BC11}"/>
          </ac:spMkLst>
        </pc:spChg>
        <pc:spChg chg="mod">
          <ac:chgData name="Luis Carlos Guevara Hernandez" userId="946bcc4c-b146-4724-978c-751fab731e0a" providerId="ADAL" clId="{8D45B6E4-1233-4CBF-9F60-0793E96FE6AE}" dt="2026-02-04T14:07:42.185" v="4125" actId="108"/>
          <ac:spMkLst>
            <pc:docMk/>
            <pc:sldMk cId="820760438" sldId="651"/>
            <ac:spMk id="135" creationId="{E86271B3-1C70-A72A-41C5-EF00AA3DFE5D}"/>
          </ac:spMkLst>
        </pc:spChg>
        <pc:spChg chg="mod">
          <ac:chgData name="Luis Carlos Guevara Hernandez" userId="946bcc4c-b146-4724-978c-751fab731e0a" providerId="ADAL" clId="{8D45B6E4-1233-4CBF-9F60-0793E96FE6AE}" dt="2026-02-04T14:07:51.411" v="4142" actId="207"/>
          <ac:spMkLst>
            <pc:docMk/>
            <pc:sldMk cId="820760438" sldId="651"/>
            <ac:spMk id="136" creationId="{D6C84798-6695-AD8C-06F4-728B1276CFD0}"/>
          </ac:spMkLst>
        </pc:spChg>
        <pc:spChg chg="mod">
          <ac:chgData name="Luis Carlos Guevara Hernandez" userId="946bcc4c-b146-4724-978c-751fab731e0a" providerId="ADAL" clId="{8D45B6E4-1233-4CBF-9F60-0793E96FE6AE}" dt="2026-02-04T14:07:42.185" v="4127" actId="108"/>
          <ac:spMkLst>
            <pc:docMk/>
            <pc:sldMk cId="820760438" sldId="651"/>
            <ac:spMk id="137" creationId="{1369C5BD-A20A-F57B-6242-F014A36FF62A}"/>
          </ac:spMkLst>
        </pc:spChg>
        <pc:spChg chg="mod">
          <ac:chgData name="Luis Carlos Guevara Hernandez" userId="946bcc4c-b146-4724-978c-751fab731e0a" providerId="ADAL" clId="{8D45B6E4-1233-4CBF-9F60-0793E96FE6AE}" dt="2026-02-04T14:07:51.411" v="4142" actId="207"/>
          <ac:spMkLst>
            <pc:docMk/>
            <pc:sldMk cId="820760438" sldId="651"/>
            <ac:spMk id="138" creationId="{8867BB51-5735-8EE4-BE3E-19FCA6EFD9F1}"/>
          </ac:spMkLst>
        </pc:spChg>
        <pc:spChg chg="mod">
          <ac:chgData name="Luis Carlos Guevara Hernandez" userId="946bcc4c-b146-4724-978c-751fab731e0a" providerId="ADAL" clId="{8D45B6E4-1233-4CBF-9F60-0793E96FE6AE}" dt="2026-02-04T14:07:51.411" v="4142" actId="207"/>
          <ac:spMkLst>
            <pc:docMk/>
            <pc:sldMk cId="820760438" sldId="651"/>
            <ac:spMk id="139" creationId="{86515613-1B8D-6730-4E5F-B631FA13E9E2}"/>
          </ac:spMkLst>
        </pc:spChg>
        <pc:spChg chg="mod">
          <ac:chgData name="Luis Carlos Guevara Hernandez" userId="946bcc4c-b146-4724-978c-751fab731e0a" providerId="ADAL" clId="{8D45B6E4-1233-4CBF-9F60-0793E96FE6AE}" dt="2026-02-04T14:07:51.411" v="4142" actId="207"/>
          <ac:spMkLst>
            <pc:docMk/>
            <pc:sldMk cId="820760438" sldId="651"/>
            <ac:spMk id="140" creationId="{CD9CF4FA-670D-03DA-6AD1-D27918EA2D52}"/>
          </ac:spMkLst>
        </pc:spChg>
        <pc:spChg chg="mod">
          <ac:chgData name="Luis Carlos Guevara Hernandez" userId="946bcc4c-b146-4724-978c-751fab731e0a" providerId="ADAL" clId="{8D45B6E4-1233-4CBF-9F60-0793E96FE6AE}" dt="2026-02-04T14:07:42.201" v="4131" actId="108"/>
          <ac:spMkLst>
            <pc:docMk/>
            <pc:sldMk cId="820760438" sldId="651"/>
            <ac:spMk id="141" creationId="{E950C97E-09C0-4476-D684-02A4B7BCC4A4}"/>
          </ac:spMkLst>
        </pc:spChg>
        <pc:spChg chg="mod">
          <ac:chgData name="Luis Carlos Guevara Hernandez" userId="946bcc4c-b146-4724-978c-751fab731e0a" providerId="ADAL" clId="{8D45B6E4-1233-4CBF-9F60-0793E96FE6AE}" dt="2026-02-04T14:07:42.201" v="4132" actId="108"/>
          <ac:spMkLst>
            <pc:docMk/>
            <pc:sldMk cId="820760438" sldId="651"/>
            <ac:spMk id="144" creationId="{2A6E58BD-3D91-E6DB-C3DD-81C85D2E7B6F}"/>
          </ac:spMkLst>
        </pc:spChg>
        <pc:spChg chg="mod">
          <ac:chgData name="Luis Carlos Guevara Hernandez" userId="946bcc4c-b146-4724-978c-751fab731e0a" providerId="ADAL" clId="{8D45B6E4-1233-4CBF-9F60-0793E96FE6AE}" dt="2026-02-04T14:07:51.411" v="4142" actId="207"/>
          <ac:spMkLst>
            <pc:docMk/>
            <pc:sldMk cId="820760438" sldId="651"/>
            <ac:spMk id="175" creationId="{13233CE1-619D-EA76-D39D-BC215255F970}"/>
          </ac:spMkLst>
        </pc:spChg>
        <pc:spChg chg="mod">
          <ac:chgData name="Luis Carlos Guevara Hernandez" userId="946bcc4c-b146-4724-978c-751fab731e0a" providerId="ADAL" clId="{8D45B6E4-1233-4CBF-9F60-0793E96FE6AE}" dt="2026-02-04T14:07:51.411" v="4142" actId="207"/>
          <ac:spMkLst>
            <pc:docMk/>
            <pc:sldMk cId="820760438" sldId="651"/>
            <ac:spMk id="176" creationId="{70E92FE3-52CE-A391-8AFC-95396E4795FF}"/>
          </ac:spMkLst>
        </pc:spChg>
        <pc:spChg chg="mod">
          <ac:chgData name="Luis Carlos Guevara Hernandez" userId="946bcc4c-b146-4724-978c-751fab731e0a" providerId="ADAL" clId="{8D45B6E4-1233-4CBF-9F60-0793E96FE6AE}" dt="2026-02-04T14:07:51.411" v="4142" actId="207"/>
          <ac:spMkLst>
            <pc:docMk/>
            <pc:sldMk cId="820760438" sldId="651"/>
            <ac:spMk id="177" creationId="{FB83F201-6E3F-20A3-AB13-E78FBC11603A}"/>
          </ac:spMkLst>
        </pc:spChg>
        <pc:spChg chg="mod">
          <ac:chgData name="Luis Carlos Guevara Hernandez" userId="946bcc4c-b146-4724-978c-751fab731e0a" providerId="ADAL" clId="{8D45B6E4-1233-4CBF-9F60-0793E96FE6AE}" dt="2026-02-04T14:07:51.411" v="4142" actId="207"/>
          <ac:spMkLst>
            <pc:docMk/>
            <pc:sldMk cId="820760438" sldId="651"/>
            <ac:spMk id="178" creationId="{111AC8CC-B02C-64BE-27D4-E99F5D42BF70}"/>
          </ac:spMkLst>
        </pc:spChg>
        <pc:spChg chg="mod">
          <ac:chgData name="Luis Carlos Guevara Hernandez" userId="946bcc4c-b146-4724-978c-751fab731e0a" providerId="ADAL" clId="{8D45B6E4-1233-4CBF-9F60-0793E96FE6AE}" dt="2026-02-04T14:07:51.411" v="4142" actId="207"/>
          <ac:spMkLst>
            <pc:docMk/>
            <pc:sldMk cId="820760438" sldId="651"/>
            <ac:spMk id="179" creationId="{C4210EAC-D205-C9C8-B136-D85D29D632D3}"/>
          </ac:spMkLst>
        </pc:spChg>
        <pc:grpChg chg="mod ord">
          <ac:chgData name="Luis Carlos Guevara Hernandez" userId="946bcc4c-b146-4724-978c-751fab731e0a" providerId="ADAL" clId="{8D45B6E4-1233-4CBF-9F60-0793E96FE6AE}" dt="2026-02-04T14:07:34.477" v="4081" actId="962"/>
          <ac:grpSpMkLst>
            <pc:docMk/>
            <pc:sldMk cId="820760438" sldId="651"/>
            <ac:grpSpMk id="109" creationId="{06BAB9E7-6263-AA9C-3573-8A2182DF40B6}"/>
          </ac:grpSpMkLst>
        </pc:grpChg>
        <pc:grpChg chg="mod ord">
          <ac:chgData name="Luis Carlos Guevara Hernandez" userId="946bcc4c-b146-4724-978c-751fab731e0a" providerId="ADAL" clId="{8D45B6E4-1233-4CBF-9F60-0793E96FE6AE}" dt="2026-02-04T14:07:42.201" v="4141" actId="962"/>
          <ac:grpSpMkLst>
            <pc:docMk/>
            <pc:sldMk cId="820760438" sldId="651"/>
            <ac:grpSpMk id="180" creationId="{92739D77-ADA3-C298-44D0-6ADF70048FD2}"/>
          </ac:grpSpMkLst>
        </pc:grpChg>
        <pc:cxnChg chg="mod">
          <ac:chgData name="Luis Carlos Guevara Hernandez" userId="946bcc4c-b146-4724-978c-751fab731e0a" providerId="ADAL" clId="{8D45B6E4-1233-4CBF-9F60-0793E96FE6AE}" dt="2026-02-04T14:08:01.949" v="4143" actId="208"/>
          <ac:cxnSpMkLst>
            <pc:docMk/>
            <pc:sldMk cId="820760438" sldId="651"/>
            <ac:cxnSpMk id="74" creationId="{BAE45789-D9D9-B4E0-8F97-041CB2B3EECD}"/>
          </ac:cxnSpMkLst>
        </pc:cxnChg>
        <pc:cxnChg chg="mod">
          <ac:chgData name="Luis Carlos Guevara Hernandez" userId="946bcc4c-b146-4724-978c-751fab731e0a" providerId="ADAL" clId="{8D45B6E4-1233-4CBF-9F60-0793E96FE6AE}" dt="2026-02-04T14:08:01.949" v="4143" actId="208"/>
          <ac:cxnSpMkLst>
            <pc:docMk/>
            <pc:sldMk cId="820760438" sldId="651"/>
            <ac:cxnSpMk id="76" creationId="{36E48711-3067-C9C4-2529-D6DD0FB7E802}"/>
          </ac:cxnSpMkLst>
        </pc:cxnChg>
      </pc:sldChg>
      <pc:sldChg chg="addSp delSp modSp add mod delAnim modAnim">
        <pc:chgData name="Luis Carlos Guevara Hernandez" userId="946bcc4c-b146-4724-978c-751fab731e0a" providerId="ADAL" clId="{8D45B6E4-1233-4CBF-9F60-0793E96FE6AE}" dt="2026-02-04T14:56:53.766" v="4823"/>
        <pc:sldMkLst>
          <pc:docMk/>
          <pc:sldMk cId="2019895639" sldId="652"/>
        </pc:sldMkLst>
        <pc:spChg chg="add mod">
          <ac:chgData name="Luis Carlos Guevara Hernandez" userId="946bcc4c-b146-4724-978c-751fab731e0a" providerId="ADAL" clId="{8D45B6E4-1233-4CBF-9F60-0793E96FE6AE}" dt="2026-02-04T14:18:54.256" v="4269" actId="20577"/>
          <ac:spMkLst>
            <pc:docMk/>
            <pc:sldMk cId="2019895639" sldId="652"/>
            <ac:spMk id="3" creationId="{0C598D83-CE40-F51F-8275-B36D8D08D70D}"/>
          </ac:spMkLst>
        </pc:spChg>
        <pc:spChg chg="add mod">
          <ac:chgData name="Luis Carlos Guevara Hernandez" userId="946bcc4c-b146-4724-978c-751fab731e0a" providerId="ADAL" clId="{8D45B6E4-1233-4CBF-9F60-0793E96FE6AE}" dt="2026-02-04T14:11:54.803" v="4198" actId="404"/>
          <ac:spMkLst>
            <pc:docMk/>
            <pc:sldMk cId="2019895639" sldId="652"/>
            <ac:spMk id="6" creationId="{4FAAA6FE-41CF-5E69-AA82-F9BE4E057E46}"/>
          </ac:spMkLst>
        </pc:spChg>
        <pc:spChg chg="add mod">
          <ac:chgData name="Luis Carlos Guevara Hernandez" userId="946bcc4c-b146-4724-978c-751fab731e0a" providerId="ADAL" clId="{8D45B6E4-1233-4CBF-9F60-0793E96FE6AE}" dt="2026-02-04T14:18:57.968" v="4271" actId="20577"/>
          <ac:spMkLst>
            <pc:docMk/>
            <pc:sldMk cId="2019895639" sldId="652"/>
            <ac:spMk id="7" creationId="{836BE326-E81A-2B4E-D490-CBF0C4B389B6}"/>
          </ac:spMkLst>
        </pc:spChg>
        <pc:spChg chg="add mod">
          <ac:chgData name="Luis Carlos Guevara Hernandez" userId="946bcc4c-b146-4724-978c-751fab731e0a" providerId="ADAL" clId="{8D45B6E4-1233-4CBF-9F60-0793E96FE6AE}" dt="2026-02-04T14:11:54.803" v="4198" actId="404"/>
          <ac:spMkLst>
            <pc:docMk/>
            <pc:sldMk cId="2019895639" sldId="652"/>
            <ac:spMk id="8" creationId="{E3AC8F2D-7384-9F1C-598C-3285966C1E95}"/>
          </ac:spMkLst>
        </pc:spChg>
        <pc:spChg chg="add mod">
          <ac:chgData name="Luis Carlos Guevara Hernandez" userId="946bcc4c-b146-4724-978c-751fab731e0a" providerId="ADAL" clId="{8D45B6E4-1233-4CBF-9F60-0793E96FE6AE}" dt="2026-02-04T14:19:04.120" v="4273" actId="20577"/>
          <ac:spMkLst>
            <pc:docMk/>
            <pc:sldMk cId="2019895639" sldId="652"/>
            <ac:spMk id="9" creationId="{3E7A6FC1-9F3E-6A69-F7A1-53ECFC187DE3}"/>
          </ac:spMkLst>
        </pc:spChg>
        <pc:spChg chg="add mod">
          <ac:chgData name="Luis Carlos Guevara Hernandez" userId="946bcc4c-b146-4724-978c-751fab731e0a" providerId="ADAL" clId="{8D45B6E4-1233-4CBF-9F60-0793E96FE6AE}" dt="2026-02-04T14:11:54.803" v="4198" actId="404"/>
          <ac:spMkLst>
            <pc:docMk/>
            <pc:sldMk cId="2019895639" sldId="652"/>
            <ac:spMk id="10" creationId="{D3175DFA-247F-AD8B-2216-FE91EAA8C5D2}"/>
          </ac:spMkLst>
        </pc:spChg>
        <pc:spChg chg="add mod">
          <ac:chgData name="Luis Carlos Guevara Hernandez" userId="946bcc4c-b146-4724-978c-751fab731e0a" providerId="ADAL" clId="{8D45B6E4-1233-4CBF-9F60-0793E96FE6AE}" dt="2026-02-04T14:19:07.028" v="4275" actId="20577"/>
          <ac:spMkLst>
            <pc:docMk/>
            <pc:sldMk cId="2019895639" sldId="652"/>
            <ac:spMk id="11" creationId="{ED6C6553-90D8-D603-EA5E-FF4B252DB59C}"/>
          </ac:spMkLst>
        </pc:spChg>
        <pc:spChg chg="add mod">
          <ac:chgData name="Luis Carlos Guevara Hernandez" userId="946bcc4c-b146-4724-978c-751fab731e0a" providerId="ADAL" clId="{8D45B6E4-1233-4CBF-9F60-0793E96FE6AE}" dt="2026-02-04T14:11:54.803" v="4198" actId="404"/>
          <ac:spMkLst>
            <pc:docMk/>
            <pc:sldMk cId="2019895639" sldId="652"/>
            <ac:spMk id="12" creationId="{C9ACE3D6-AE94-07A1-5745-3E74FEF5E66D}"/>
          </ac:spMkLst>
        </pc:spChg>
        <pc:spChg chg="add mod">
          <ac:chgData name="Luis Carlos Guevara Hernandez" userId="946bcc4c-b146-4724-978c-751fab731e0a" providerId="ADAL" clId="{8D45B6E4-1233-4CBF-9F60-0793E96FE6AE}" dt="2026-02-04T14:11:40.492" v="4193"/>
          <ac:spMkLst>
            <pc:docMk/>
            <pc:sldMk cId="2019895639" sldId="652"/>
            <ac:spMk id="13" creationId="{EBF82D4C-8DC7-33CB-B6B7-C9E53283D72C}"/>
          </ac:spMkLst>
        </pc:spChg>
        <pc:spChg chg="add mod">
          <ac:chgData name="Luis Carlos Guevara Hernandez" userId="946bcc4c-b146-4724-978c-751fab731e0a" providerId="ADAL" clId="{8D45B6E4-1233-4CBF-9F60-0793E96FE6AE}" dt="2026-02-04T14:19:51.987" v="4392" actId="1036"/>
          <ac:spMkLst>
            <pc:docMk/>
            <pc:sldMk cId="2019895639" sldId="652"/>
            <ac:spMk id="15" creationId="{F0AB4C97-377B-7BF1-4CCB-844118395F3B}"/>
          </ac:spMkLst>
        </pc:spChg>
        <pc:spChg chg="mod">
          <ac:chgData name="Luis Carlos Guevara Hernandez" userId="946bcc4c-b146-4724-978c-751fab731e0a" providerId="ADAL" clId="{8D45B6E4-1233-4CBF-9F60-0793E96FE6AE}" dt="2026-02-04T14:14:01.518" v="4214"/>
          <ac:spMkLst>
            <pc:docMk/>
            <pc:sldMk cId="2019895639" sldId="652"/>
            <ac:spMk id="40" creationId="{5C5B1F2E-E4ED-437D-66FD-39DAF318D3D1}"/>
          </ac:spMkLst>
        </pc:spChg>
        <pc:spChg chg="mod">
          <ac:chgData name="Luis Carlos Guevara Hernandez" userId="946bcc4c-b146-4724-978c-751fab731e0a" providerId="ADAL" clId="{8D45B6E4-1233-4CBF-9F60-0793E96FE6AE}" dt="2026-02-04T14:14:01.518" v="4214"/>
          <ac:spMkLst>
            <pc:docMk/>
            <pc:sldMk cId="2019895639" sldId="652"/>
            <ac:spMk id="42" creationId="{0AF2205E-739F-A364-7A70-A4139081C03D}"/>
          </ac:spMkLst>
        </pc:spChg>
        <pc:spChg chg="mod">
          <ac:chgData name="Luis Carlos Guevara Hernandez" userId="946bcc4c-b146-4724-978c-751fab731e0a" providerId="ADAL" clId="{8D45B6E4-1233-4CBF-9F60-0793E96FE6AE}" dt="2026-02-04T14:14:01.518" v="4214"/>
          <ac:spMkLst>
            <pc:docMk/>
            <pc:sldMk cId="2019895639" sldId="652"/>
            <ac:spMk id="44" creationId="{56BA7BE7-CBFF-5CAA-36F3-6B63814847A1}"/>
          </ac:spMkLst>
        </pc:spChg>
        <pc:spChg chg="mod">
          <ac:chgData name="Luis Carlos Guevara Hernandez" userId="946bcc4c-b146-4724-978c-751fab731e0a" providerId="ADAL" clId="{8D45B6E4-1233-4CBF-9F60-0793E96FE6AE}" dt="2026-02-04T14:14:01.518" v="4214"/>
          <ac:spMkLst>
            <pc:docMk/>
            <pc:sldMk cId="2019895639" sldId="652"/>
            <ac:spMk id="46" creationId="{F9D2A1E1-F828-F432-4979-E37B373049E3}"/>
          </ac:spMkLst>
        </pc:spChg>
        <pc:spChg chg="mod">
          <ac:chgData name="Luis Carlos Guevara Hernandez" userId="946bcc4c-b146-4724-978c-751fab731e0a" providerId="ADAL" clId="{8D45B6E4-1233-4CBF-9F60-0793E96FE6AE}" dt="2026-02-04T14:14:01.518" v="4214"/>
          <ac:spMkLst>
            <pc:docMk/>
            <pc:sldMk cId="2019895639" sldId="652"/>
            <ac:spMk id="47" creationId="{FC4FB3CF-0475-F3AB-0E55-05B6DFB425EE}"/>
          </ac:spMkLst>
        </pc:spChg>
        <pc:spChg chg="mod">
          <ac:chgData name="Luis Carlos Guevara Hernandez" userId="946bcc4c-b146-4724-978c-751fab731e0a" providerId="ADAL" clId="{8D45B6E4-1233-4CBF-9F60-0793E96FE6AE}" dt="2026-02-04T14:14:01.518" v="4214"/>
          <ac:spMkLst>
            <pc:docMk/>
            <pc:sldMk cId="2019895639" sldId="652"/>
            <ac:spMk id="52" creationId="{6D4CC34F-5502-BC06-351B-5A8EA4074532}"/>
          </ac:spMkLst>
        </pc:spChg>
        <pc:spChg chg="mod">
          <ac:chgData name="Luis Carlos Guevara Hernandez" userId="946bcc4c-b146-4724-978c-751fab731e0a" providerId="ADAL" clId="{8D45B6E4-1233-4CBF-9F60-0793E96FE6AE}" dt="2026-02-04T14:14:01.518" v="4214"/>
          <ac:spMkLst>
            <pc:docMk/>
            <pc:sldMk cId="2019895639" sldId="652"/>
            <ac:spMk id="53" creationId="{F69A9667-EAFD-B652-E242-5569E0609246}"/>
          </ac:spMkLst>
        </pc:spChg>
        <pc:spChg chg="mod">
          <ac:chgData name="Luis Carlos Guevara Hernandez" userId="946bcc4c-b146-4724-978c-751fab731e0a" providerId="ADAL" clId="{8D45B6E4-1233-4CBF-9F60-0793E96FE6AE}" dt="2026-02-04T14:14:01.518" v="4214"/>
          <ac:spMkLst>
            <pc:docMk/>
            <pc:sldMk cId="2019895639" sldId="652"/>
            <ac:spMk id="54" creationId="{9C699FA7-E201-8A68-BF40-DA8BBB860113}"/>
          </ac:spMkLst>
        </pc:spChg>
        <pc:spChg chg="mod">
          <ac:chgData name="Luis Carlos Guevara Hernandez" userId="946bcc4c-b146-4724-978c-751fab731e0a" providerId="ADAL" clId="{8D45B6E4-1233-4CBF-9F60-0793E96FE6AE}" dt="2026-02-04T14:14:01.518" v="4214"/>
          <ac:spMkLst>
            <pc:docMk/>
            <pc:sldMk cId="2019895639" sldId="652"/>
            <ac:spMk id="57" creationId="{741186D6-A00C-D03F-9C4C-FA8531F2CA3D}"/>
          </ac:spMkLst>
        </pc:spChg>
        <pc:spChg chg="mod">
          <ac:chgData name="Luis Carlos Guevara Hernandez" userId="946bcc4c-b146-4724-978c-751fab731e0a" providerId="ADAL" clId="{8D45B6E4-1233-4CBF-9F60-0793E96FE6AE}" dt="2026-02-04T14:14:01.518" v="4214"/>
          <ac:spMkLst>
            <pc:docMk/>
            <pc:sldMk cId="2019895639" sldId="652"/>
            <ac:spMk id="58" creationId="{0DBD4403-27FF-47D5-1FC9-42138D3A7E10}"/>
          </ac:spMkLst>
        </pc:spChg>
        <pc:spChg chg="add mod">
          <ac:chgData name="Luis Carlos Guevara Hernandez" userId="946bcc4c-b146-4724-978c-751fab731e0a" providerId="ADAL" clId="{8D45B6E4-1233-4CBF-9F60-0793E96FE6AE}" dt="2026-02-04T14:19:51.987" v="4392" actId="1036"/>
          <ac:spMkLst>
            <pc:docMk/>
            <pc:sldMk cId="2019895639" sldId="652"/>
            <ac:spMk id="65" creationId="{692FC117-EEE4-AAA5-C0B2-E780F00B5475}"/>
          </ac:spMkLst>
        </pc:spChg>
        <pc:grpChg chg="add mod">
          <ac:chgData name="Luis Carlos Guevara Hernandez" userId="946bcc4c-b146-4724-978c-751fab731e0a" providerId="ADAL" clId="{8D45B6E4-1233-4CBF-9F60-0793E96FE6AE}" dt="2026-02-04T14:14:00.263" v="4212" actId="1076"/>
          <ac:grpSpMkLst>
            <pc:docMk/>
            <pc:sldMk cId="2019895639" sldId="652"/>
            <ac:grpSpMk id="14" creationId="{009EA3B6-C04F-909B-13F2-90392ADA2E7A}"/>
          </ac:grpSpMkLst>
        </pc:grpChg>
        <pc:grpChg chg="mod">
          <ac:chgData name="Luis Carlos Guevara Hernandez" userId="946bcc4c-b146-4724-978c-751fab731e0a" providerId="ADAL" clId="{8D45B6E4-1233-4CBF-9F60-0793E96FE6AE}" dt="2026-02-04T14:14:10.580" v="4216" actId="164"/>
          <ac:grpSpMkLst>
            <pc:docMk/>
            <pc:sldMk cId="2019895639" sldId="652"/>
            <ac:grpSpMk id="39" creationId="{51A71797-8A42-7C88-93DA-0C19C06710DB}"/>
          </ac:grpSpMkLst>
        </pc:grpChg>
        <pc:grpChg chg="mod">
          <ac:chgData name="Luis Carlos Guevara Hernandez" userId="946bcc4c-b146-4724-978c-751fab731e0a" providerId="ADAL" clId="{8D45B6E4-1233-4CBF-9F60-0793E96FE6AE}" dt="2026-02-04T14:14:10.580" v="4216" actId="164"/>
          <ac:grpSpMkLst>
            <pc:docMk/>
            <pc:sldMk cId="2019895639" sldId="652"/>
            <ac:grpSpMk id="51" creationId="{868F0129-B0D6-A1AF-8195-01021578AE51}"/>
          </ac:grpSpMkLst>
        </pc:grpChg>
        <pc:grpChg chg="add mod">
          <ac:chgData name="Luis Carlos Guevara Hernandez" userId="946bcc4c-b146-4724-978c-751fab731e0a" providerId="ADAL" clId="{8D45B6E4-1233-4CBF-9F60-0793E96FE6AE}" dt="2026-02-04T14:19:51.987" v="4392" actId="1036"/>
          <ac:grpSpMkLst>
            <pc:docMk/>
            <pc:sldMk cId="2019895639" sldId="652"/>
            <ac:grpSpMk id="62" creationId="{74932810-9F78-D8DD-E7B7-6EDFCDC2CC7F}"/>
          </ac:grpSpMkLst>
        </pc:grpChg>
        <pc:cxnChg chg="mod">
          <ac:chgData name="Luis Carlos Guevara Hernandez" userId="946bcc4c-b146-4724-978c-751fab731e0a" providerId="ADAL" clId="{8D45B6E4-1233-4CBF-9F60-0793E96FE6AE}" dt="2026-02-04T14:14:10.580" v="4216" actId="164"/>
          <ac:cxnSpMkLst>
            <pc:docMk/>
            <pc:sldMk cId="2019895639" sldId="652"/>
            <ac:cxnSpMk id="61" creationId="{21BAD2B9-A443-66B5-4F41-4087AA673095}"/>
          </ac:cxnSpMkLst>
        </pc:cxnChg>
      </pc:sldChg>
      <pc:sldChg chg="addSp delSp modSp add mod">
        <pc:chgData name="Luis Carlos Guevara Hernandez" userId="946bcc4c-b146-4724-978c-751fab731e0a" providerId="ADAL" clId="{8D45B6E4-1233-4CBF-9F60-0793E96FE6AE}" dt="2026-02-04T14:23:05.496" v="4450" actId="404"/>
        <pc:sldMkLst>
          <pc:docMk/>
          <pc:sldMk cId="1360010401" sldId="653"/>
        </pc:sldMkLst>
        <pc:spChg chg="mod">
          <ac:chgData name="Luis Carlos Guevara Hernandez" userId="946bcc4c-b146-4724-978c-751fab731e0a" providerId="ADAL" clId="{8D45B6E4-1233-4CBF-9F60-0793E96FE6AE}" dt="2026-02-04T14:20:00.363" v="4396" actId="6549"/>
          <ac:spMkLst>
            <pc:docMk/>
            <pc:sldMk cId="1360010401" sldId="653"/>
            <ac:spMk id="65" creationId="{AB3431C7-3CF7-AF25-E92F-3F28D6A6EEA7}"/>
          </ac:spMkLst>
        </pc:spChg>
        <pc:graphicFrameChg chg="add mod modGraphic">
          <ac:chgData name="Luis Carlos Guevara Hernandez" userId="946bcc4c-b146-4724-978c-751fab731e0a" providerId="ADAL" clId="{8D45B6E4-1233-4CBF-9F60-0793E96FE6AE}" dt="2026-02-04T14:23:05.496" v="4450" actId="404"/>
          <ac:graphicFrameMkLst>
            <pc:docMk/>
            <pc:sldMk cId="1360010401" sldId="653"/>
            <ac:graphicFrameMk id="2" creationId="{9C29587D-0B64-38E9-49A5-323B4D47BF68}"/>
          </ac:graphicFrameMkLst>
        </pc:graphicFrameChg>
      </pc:sldChg>
      <pc:sldChg chg="addSp delSp modSp add mod modAnim">
        <pc:chgData name="Luis Carlos Guevara Hernandez" userId="946bcc4c-b146-4724-978c-751fab731e0a" providerId="ADAL" clId="{8D45B6E4-1233-4CBF-9F60-0793E96FE6AE}" dt="2026-02-04T14:57:14.293" v="4827"/>
        <pc:sldMkLst>
          <pc:docMk/>
          <pc:sldMk cId="260929382" sldId="654"/>
        </pc:sldMkLst>
        <pc:spChg chg="mod topLvl">
          <ac:chgData name="Luis Carlos Guevara Hernandez" userId="946bcc4c-b146-4724-978c-751fab731e0a" providerId="ADAL" clId="{8D45B6E4-1233-4CBF-9F60-0793E96FE6AE}" dt="2026-02-04T14:30:11.724" v="4533" actId="1076"/>
          <ac:spMkLst>
            <pc:docMk/>
            <pc:sldMk cId="260929382" sldId="654"/>
            <ac:spMk id="3" creationId="{4E9FE18D-114F-3B5C-7D6C-86D26798191D}"/>
          </ac:spMkLst>
        </pc:spChg>
        <pc:spChg chg="mod topLvl">
          <ac:chgData name="Luis Carlos Guevara Hernandez" userId="946bcc4c-b146-4724-978c-751fab731e0a" providerId="ADAL" clId="{8D45B6E4-1233-4CBF-9F60-0793E96FE6AE}" dt="2026-02-04T14:30:11.724" v="4533" actId="1076"/>
          <ac:spMkLst>
            <pc:docMk/>
            <pc:sldMk cId="260929382" sldId="654"/>
            <ac:spMk id="6" creationId="{CB198CBB-3C0E-0E4A-7F31-C1324F0EC0EA}"/>
          </ac:spMkLst>
        </pc:spChg>
        <pc:spChg chg="mod">
          <ac:chgData name="Luis Carlos Guevara Hernandez" userId="946bcc4c-b146-4724-978c-751fab731e0a" providerId="ADAL" clId="{8D45B6E4-1233-4CBF-9F60-0793E96FE6AE}" dt="2026-02-04T14:32:15.732" v="4534" actId="1076"/>
          <ac:spMkLst>
            <pc:docMk/>
            <pc:sldMk cId="260929382" sldId="654"/>
            <ac:spMk id="13" creationId="{62DB50D2-CA71-3AFB-9013-FBF1CE9F9B23}"/>
          </ac:spMkLst>
        </pc:spChg>
        <pc:spChg chg="mod">
          <ac:chgData name="Luis Carlos Guevara Hernandez" userId="946bcc4c-b146-4724-978c-751fab731e0a" providerId="ADAL" clId="{8D45B6E4-1233-4CBF-9F60-0793E96FE6AE}" dt="2026-02-04T14:26:41.589" v="4497" actId="1076"/>
          <ac:spMkLst>
            <pc:docMk/>
            <pc:sldMk cId="260929382" sldId="654"/>
            <ac:spMk id="15" creationId="{A3B87D85-5645-B816-ED99-C80523E62BE5}"/>
          </ac:spMkLst>
        </pc:spChg>
        <pc:spChg chg="mod">
          <ac:chgData name="Luis Carlos Guevara Hernandez" userId="946bcc4c-b146-4724-978c-751fab731e0a" providerId="ADAL" clId="{8D45B6E4-1233-4CBF-9F60-0793E96FE6AE}" dt="2026-02-04T14:25:33.388" v="4484" actId="207"/>
          <ac:spMkLst>
            <pc:docMk/>
            <pc:sldMk cId="260929382" sldId="654"/>
            <ac:spMk id="17" creationId="{5FE4C7C4-74FB-EF9C-A918-010CCE3C172A}"/>
          </ac:spMkLst>
        </pc:spChg>
        <pc:spChg chg="mod">
          <ac:chgData name="Luis Carlos Guevara Hernandez" userId="946bcc4c-b146-4724-978c-751fab731e0a" providerId="ADAL" clId="{8D45B6E4-1233-4CBF-9F60-0793E96FE6AE}" dt="2026-02-04T14:25:33.388" v="4484" actId="207"/>
          <ac:spMkLst>
            <pc:docMk/>
            <pc:sldMk cId="260929382" sldId="654"/>
            <ac:spMk id="18" creationId="{20527435-25CA-3D23-465B-A3B86F127FC2}"/>
          </ac:spMkLst>
        </pc:spChg>
        <pc:spChg chg="mod">
          <ac:chgData name="Luis Carlos Guevara Hernandez" userId="946bcc4c-b146-4724-978c-751fab731e0a" providerId="ADAL" clId="{8D45B6E4-1233-4CBF-9F60-0793E96FE6AE}" dt="2026-02-04T14:25:33.388" v="4484" actId="207"/>
          <ac:spMkLst>
            <pc:docMk/>
            <pc:sldMk cId="260929382" sldId="654"/>
            <ac:spMk id="19" creationId="{AFB6CAFE-0414-D412-CADB-B992F66BB22D}"/>
          </ac:spMkLst>
        </pc:spChg>
        <pc:spChg chg="mod">
          <ac:chgData name="Luis Carlos Guevara Hernandez" userId="946bcc4c-b146-4724-978c-751fab731e0a" providerId="ADAL" clId="{8D45B6E4-1233-4CBF-9F60-0793E96FE6AE}" dt="2026-02-04T14:25:33.388" v="4484" actId="207"/>
          <ac:spMkLst>
            <pc:docMk/>
            <pc:sldMk cId="260929382" sldId="654"/>
            <ac:spMk id="20" creationId="{F04E7A55-800E-1373-7394-C98EEDDD9024}"/>
          </ac:spMkLst>
        </pc:spChg>
        <pc:spChg chg="mod">
          <ac:chgData name="Luis Carlos Guevara Hernandez" userId="946bcc4c-b146-4724-978c-751fab731e0a" providerId="ADAL" clId="{8D45B6E4-1233-4CBF-9F60-0793E96FE6AE}" dt="2026-02-04T14:25:33.388" v="4484" actId="207"/>
          <ac:spMkLst>
            <pc:docMk/>
            <pc:sldMk cId="260929382" sldId="654"/>
            <ac:spMk id="21" creationId="{17F62059-C3A1-E9FE-5DA5-35D427874CA5}"/>
          </ac:spMkLst>
        </pc:spChg>
        <pc:spChg chg="mod">
          <ac:chgData name="Luis Carlos Guevara Hernandez" userId="946bcc4c-b146-4724-978c-751fab731e0a" providerId="ADAL" clId="{8D45B6E4-1233-4CBF-9F60-0793E96FE6AE}" dt="2026-02-04T14:25:33.388" v="4484" actId="207"/>
          <ac:spMkLst>
            <pc:docMk/>
            <pc:sldMk cId="260929382" sldId="654"/>
            <ac:spMk id="22" creationId="{F0AFDD66-9761-48F8-38C6-09ABBCB3A1AC}"/>
          </ac:spMkLst>
        </pc:spChg>
        <pc:spChg chg="mod">
          <ac:chgData name="Luis Carlos Guevara Hernandez" userId="946bcc4c-b146-4724-978c-751fab731e0a" providerId="ADAL" clId="{8D45B6E4-1233-4CBF-9F60-0793E96FE6AE}" dt="2026-02-04T14:25:33.388" v="4484" actId="207"/>
          <ac:spMkLst>
            <pc:docMk/>
            <pc:sldMk cId="260929382" sldId="654"/>
            <ac:spMk id="23" creationId="{6554E593-82B4-63A3-4319-D949CE1A5C65}"/>
          </ac:spMkLst>
        </pc:spChg>
        <pc:spChg chg="mod">
          <ac:chgData name="Luis Carlos Guevara Hernandez" userId="946bcc4c-b146-4724-978c-751fab731e0a" providerId="ADAL" clId="{8D45B6E4-1233-4CBF-9F60-0793E96FE6AE}" dt="2026-02-04T14:25:33.388" v="4484" actId="207"/>
          <ac:spMkLst>
            <pc:docMk/>
            <pc:sldMk cId="260929382" sldId="654"/>
            <ac:spMk id="24" creationId="{8DBFB8D4-CB81-2CFF-A0F4-51DD32E42942}"/>
          </ac:spMkLst>
        </pc:spChg>
        <pc:spChg chg="mod">
          <ac:chgData name="Luis Carlos Guevara Hernandez" userId="946bcc4c-b146-4724-978c-751fab731e0a" providerId="ADAL" clId="{8D45B6E4-1233-4CBF-9F60-0793E96FE6AE}" dt="2026-02-04T14:25:33.388" v="4484" actId="207"/>
          <ac:spMkLst>
            <pc:docMk/>
            <pc:sldMk cId="260929382" sldId="654"/>
            <ac:spMk id="26" creationId="{C4E5AA46-7705-F75E-5194-8AAF366BB078}"/>
          </ac:spMkLst>
        </pc:spChg>
        <pc:spChg chg="mod">
          <ac:chgData name="Luis Carlos Guevara Hernandez" userId="946bcc4c-b146-4724-978c-751fab731e0a" providerId="ADAL" clId="{8D45B6E4-1233-4CBF-9F60-0793E96FE6AE}" dt="2026-02-04T14:25:33.388" v="4484" actId="207"/>
          <ac:spMkLst>
            <pc:docMk/>
            <pc:sldMk cId="260929382" sldId="654"/>
            <ac:spMk id="28" creationId="{12E84D59-00C8-2F20-F9CD-AA5B51442D9F}"/>
          </ac:spMkLst>
        </pc:spChg>
        <pc:spChg chg="mod">
          <ac:chgData name="Luis Carlos Guevara Hernandez" userId="946bcc4c-b146-4724-978c-751fab731e0a" providerId="ADAL" clId="{8D45B6E4-1233-4CBF-9F60-0793E96FE6AE}" dt="2026-02-04T14:29:35.327" v="4526" actId="1076"/>
          <ac:spMkLst>
            <pc:docMk/>
            <pc:sldMk cId="260929382" sldId="654"/>
            <ac:spMk id="33" creationId="{472ACC28-639F-2DE6-0645-059094D3D798}"/>
          </ac:spMkLst>
        </pc:spChg>
        <pc:spChg chg="mod">
          <ac:chgData name="Luis Carlos Guevara Hernandez" userId="946bcc4c-b146-4724-978c-751fab731e0a" providerId="ADAL" clId="{8D45B6E4-1233-4CBF-9F60-0793E96FE6AE}" dt="2026-02-04T14:27:52.298" v="4507" actId="207"/>
          <ac:spMkLst>
            <pc:docMk/>
            <pc:sldMk cId="260929382" sldId="654"/>
            <ac:spMk id="36" creationId="{E743F7CF-49F6-D8A9-4792-C83A28D46C14}"/>
          </ac:spMkLst>
        </pc:spChg>
        <pc:spChg chg="mod">
          <ac:chgData name="Luis Carlos Guevara Hernandez" userId="946bcc4c-b146-4724-978c-751fab731e0a" providerId="ADAL" clId="{8D45B6E4-1233-4CBF-9F60-0793E96FE6AE}" dt="2026-02-04T14:29:48.401" v="4529" actId="1076"/>
          <ac:spMkLst>
            <pc:docMk/>
            <pc:sldMk cId="260929382" sldId="654"/>
            <ac:spMk id="65" creationId="{899132DF-0A4B-6E22-5C23-06425822C20F}"/>
          </ac:spMkLst>
        </pc:spChg>
        <pc:spChg chg="mod">
          <ac:chgData name="Luis Carlos Guevara Hernandez" userId="946bcc4c-b146-4724-978c-751fab731e0a" providerId="ADAL" clId="{8D45B6E4-1233-4CBF-9F60-0793E96FE6AE}" dt="2026-02-04T14:27:52.298" v="4507" actId="207"/>
          <ac:spMkLst>
            <pc:docMk/>
            <pc:sldMk cId="260929382" sldId="654"/>
            <ac:spMk id="68" creationId="{A86E24B1-3C33-8BAE-70B3-9458432F1F8F}"/>
          </ac:spMkLst>
        </pc:spChg>
        <pc:spChg chg="mod">
          <ac:chgData name="Luis Carlos Guevara Hernandez" userId="946bcc4c-b146-4724-978c-751fab731e0a" providerId="ADAL" clId="{8D45B6E4-1233-4CBF-9F60-0793E96FE6AE}" dt="2026-02-04T14:27:52.298" v="4507" actId="207"/>
          <ac:spMkLst>
            <pc:docMk/>
            <pc:sldMk cId="260929382" sldId="654"/>
            <ac:spMk id="83" creationId="{A8BDD8DE-8868-FC86-7D80-69ABC7733244}"/>
          </ac:spMkLst>
        </pc:spChg>
        <pc:spChg chg="mod">
          <ac:chgData name="Luis Carlos Guevara Hernandez" userId="946bcc4c-b146-4724-978c-751fab731e0a" providerId="ADAL" clId="{8D45B6E4-1233-4CBF-9F60-0793E96FE6AE}" dt="2026-02-04T14:27:52.298" v="4507" actId="207"/>
          <ac:spMkLst>
            <pc:docMk/>
            <pc:sldMk cId="260929382" sldId="654"/>
            <ac:spMk id="106" creationId="{29D856E4-D477-C2DB-FB58-A0BA8F61363C}"/>
          </ac:spMkLst>
        </pc:spChg>
        <pc:spChg chg="mod">
          <ac:chgData name="Luis Carlos Guevara Hernandez" userId="946bcc4c-b146-4724-978c-751fab731e0a" providerId="ADAL" clId="{8D45B6E4-1233-4CBF-9F60-0793E96FE6AE}" dt="2026-02-04T14:27:52.298" v="4507" actId="207"/>
          <ac:spMkLst>
            <pc:docMk/>
            <pc:sldMk cId="260929382" sldId="654"/>
            <ac:spMk id="111" creationId="{1B616DD6-C389-78B3-109A-4DC883C7B111}"/>
          </ac:spMkLst>
        </pc:spChg>
        <pc:spChg chg="mod">
          <ac:chgData name="Luis Carlos Guevara Hernandez" userId="946bcc4c-b146-4724-978c-751fab731e0a" providerId="ADAL" clId="{8D45B6E4-1233-4CBF-9F60-0793E96FE6AE}" dt="2026-02-04T14:27:52.298" v="4507" actId="207"/>
          <ac:spMkLst>
            <pc:docMk/>
            <pc:sldMk cId="260929382" sldId="654"/>
            <ac:spMk id="132" creationId="{7C38BBDA-F0B5-EB06-B35E-C7B6AAED2C0B}"/>
          </ac:spMkLst>
        </pc:spChg>
        <pc:spChg chg="mod">
          <ac:chgData name="Luis Carlos Guevara Hernandez" userId="946bcc4c-b146-4724-978c-751fab731e0a" providerId="ADAL" clId="{8D45B6E4-1233-4CBF-9F60-0793E96FE6AE}" dt="2026-02-04T14:29:35.327" v="4526" actId="1076"/>
          <ac:spMkLst>
            <pc:docMk/>
            <pc:sldMk cId="260929382" sldId="654"/>
            <ac:spMk id="141" creationId="{E86D4D7F-44F8-ED1C-7E8D-EFA72C7B2360}"/>
          </ac:spMkLst>
        </pc:spChg>
        <pc:spChg chg="mod">
          <ac:chgData name="Luis Carlos Guevara Hernandez" userId="946bcc4c-b146-4724-978c-751fab731e0a" providerId="ADAL" clId="{8D45B6E4-1233-4CBF-9F60-0793E96FE6AE}" dt="2026-02-04T14:27:52.298" v="4507" actId="207"/>
          <ac:spMkLst>
            <pc:docMk/>
            <pc:sldMk cId="260929382" sldId="654"/>
            <ac:spMk id="160" creationId="{0413147C-6728-3129-C0CD-297C159912C8}"/>
          </ac:spMkLst>
        </pc:spChg>
        <pc:spChg chg="mod">
          <ac:chgData name="Luis Carlos Guevara Hernandez" userId="946bcc4c-b146-4724-978c-751fab731e0a" providerId="ADAL" clId="{8D45B6E4-1233-4CBF-9F60-0793E96FE6AE}" dt="2026-02-04T14:27:52.298" v="4507" actId="207"/>
          <ac:spMkLst>
            <pc:docMk/>
            <pc:sldMk cId="260929382" sldId="654"/>
            <ac:spMk id="188" creationId="{A2EF3928-5FFB-2976-F61F-B9D560A51EED}"/>
          </ac:spMkLst>
        </pc:spChg>
        <pc:spChg chg="mod">
          <ac:chgData name="Luis Carlos Guevara Hernandez" userId="946bcc4c-b146-4724-978c-751fab731e0a" providerId="ADAL" clId="{8D45B6E4-1233-4CBF-9F60-0793E96FE6AE}" dt="2026-02-04T14:27:52.298" v="4507" actId="207"/>
          <ac:spMkLst>
            <pc:docMk/>
            <pc:sldMk cId="260929382" sldId="654"/>
            <ac:spMk id="196" creationId="{53D998CE-56DD-2178-E98F-1FB0076A6DC5}"/>
          </ac:spMkLst>
        </pc:spChg>
        <pc:spChg chg="mod">
          <ac:chgData name="Luis Carlos Guevara Hernandez" userId="946bcc4c-b146-4724-978c-751fab731e0a" providerId="ADAL" clId="{8D45B6E4-1233-4CBF-9F60-0793E96FE6AE}" dt="2026-02-04T14:27:52.298" v="4507" actId="207"/>
          <ac:spMkLst>
            <pc:docMk/>
            <pc:sldMk cId="260929382" sldId="654"/>
            <ac:spMk id="212" creationId="{21CDBDFB-14D8-8094-B5B9-710B104B7F3D}"/>
          </ac:spMkLst>
        </pc:spChg>
        <pc:grpChg chg="mod">
          <ac:chgData name="Luis Carlos Guevara Hernandez" userId="946bcc4c-b146-4724-978c-751fab731e0a" providerId="ADAL" clId="{8D45B6E4-1233-4CBF-9F60-0793E96FE6AE}" dt="2026-02-04T14:29:52.551" v="4530" actId="1076"/>
          <ac:grpSpMkLst>
            <pc:docMk/>
            <pc:sldMk cId="260929382" sldId="654"/>
            <ac:grpSpMk id="16" creationId="{2663705E-F137-6DE1-DC62-71EAA30A9F72}"/>
          </ac:grpSpMkLst>
        </pc:grpChg>
        <pc:grpChg chg="mod">
          <ac:chgData name="Luis Carlos Guevara Hernandez" userId="946bcc4c-b146-4724-978c-751fab731e0a" providerId="ADAL" clId="{8D45B6E4-1233-4CBF-9F60-0793E96FE6AE}" dt="2026-02-04T14:29:35.327" v="4526" actId="1076"/>
          <ac:grpSpMkLst>
            <pc:docMk/>
            <pc:sldMk cId="260929382" sldId="654"/>
            <ac:grpSpMk id="34" creationId="{8093F0A7-0172-951A-6180-C859ED5EE549}"/>
          </ac:grpSpMkLst>
        </pc:grpChg>
        <pc:grpChg chg="mod">
          <ac:chgData name="Luis Carlos Guevara Hernandez" userId="946bcc4c-b146-4724-978c-751fab731e0a" providerId="ADAL" clId="{8D45B6E4-1233-4CBF-9F60-0793E96FE6AE}" dt="2026-02-04T14:29:35.327" v="4526" actId="1076"/>
          <ac:grpSpMkLst>
            <pc:docMk/>
            <pc:sldMk cId="260929382" sldId="654"/>
            <ac:grpSpMk id="90" creationId="{4433C1A5-CE5E-5403-5853-C36E1B70C035}"/>
          </ac:grpSpMkLst>
        </pc:grpChg>
        <pc:grpChg chg="mod">
          <ac:chgData name="Luis Carlos Guevara Hernandez" userId="946bcc4c-b146-4724-978c-751fab731e0a" providerId="ADAL" clId="{8D45B6E4-1233-4CBF-9F60-0793E96FE6AE}" dt="2026-02-04T14:29:35.327" v="4526" actId="1076"/>
          <ac:grpSpMkLst>
            <pc:docMk/>
            <pc:sldMk cId="260929382" sldId="654"/>
            <ac:grpSpMk id="99" creationId="{7C0D1AFD-F40D-B0BF-75A7-A10491135F2E}"/>
          </ac:grpSpMkLst>
        </pc:grpChg>
        <pc:grpChg chg="mod">
          <ac:chgData name="Luis Carlos Guevara Hernandez" userId="946bcc4c-b146-4724-978c-751fab731e0a" providerId="ADAL" clId="{8D45B6E4-1233-4CBF-9F60-0793E96FE6AE}" dt="2026-02-04T14:29:35.327" v="4526" actId="1076"/>
          <ac:grpSpMkLst>
            <pc:docMk/>
            <pc:sldMk cId="260929382" sldId="654"/>
            <ac:grpSpMk id="123" creationId="{8DF5D6A2-5FDC-EC37-9ABE-8540D019C706}"/>
          </ac:grpSpMkLst>
        </pc:grpChg>
        <pc:grpChg chg="mod">
          <ac:chgData name="Luis Carlos Guevara Hernandez" userId="946bcc4c-b146-4724-978c-751fab731e0a" providerId="ADAL" clId="{8D45B6E4-1233-4CBF-9F60-0793E96FE6AE}" dt="2026-02-04T14:29:35.327" v="4526" actId="1076"/>
          <ac:grpSpMkLst>
            <pc:docMk/>
            <pc:sldMk cId="260929382" sldId="654"/>
            <ac:grpSpMk id="142" creationId="{1DF24FE1-A011-EAB5-2659-82C9E0345945}"/>
          </ac:grpSpMkLst>
        </pc:grpChg>
        <pc:grpChg chg="mod">
          <ac:chgData name="Luis Carlos Guevara Hernandez" userId="946bcc4c-b146-4724-978c-751fab731e0a" providerId="ADAL" clId="{8D45B6E4-1233-4CBF-9F60-0793E96FE6AE}" dt="2026-02-04T14:29:35.327" v="4526" actId="1076"/>
          <ac:grpSpMkLst>
            <pc:docMk/>
            <pc:sldMk cId="260929382" sldId="654"/>
            <ac:grpSpMk id="181" creationId="{407DFB3C-AAE0-3A0F-C587-5EE22F87AA70}"/>
          </ac:grpSpMkLst>
        </pc:grpChg>
        <pc:grpChg chg="mod">
          <ac:chgData name="Luis Carlos Guevara Hernandez" userId="946bcc4c-b146-4724-978c-751fab731e0a" providerId="ADAL" clId="{8D45B6E4-1233-4CBF-9F60-0793E96FE6AE}" dt="2026-02-04T14:29:35.327" v="4526" actId="1076"/>
          <ac:grpSpMkLst>
            <pc:docMk/>
            <pc:sldMk cId="260929382" sldId="654"/>
            <ac:grpSpMk id="193" creationId="{4856BAB1-9BFB-C9A5-0C79-11A7E8D551C9}"/>
          </ac:grpSpMkLst>
        </pc:grpChg>
        <pc:grpChg chg="mod">
          <ac:chgData name="Luis Carlos Guevara Hernandez" userId="946bcc4c-b146-4724-978c-751fab731e0a" providerId="ADAL" clId="{8D45B6E4-1233-4CBF-9F60-0793E96FE6AE}" dt="2026-02-04T14:29:35.327" v="4526" actId="1076"/>
          <ac:grpSpMkLst>
            <pc:docMk/>
            <pc:sldMk cId="260929382" sldId="654"/>
            <ac:grpSpMk id="211" creationId="{BA163543-A2EA-B903-46CC-34E8BA75D60D}"/>
          </ac:grpSpMkLst>
        </pc:grpChg>
        <pc:cxnChg chg="mod">
          <ac:chgData name="Luis Carlos Guevara Hernandez" userId="946bcc4c-b146-4724-978c-751fab731e0a" providerId="ADAL" clId="{8D45B6E4-1233-4CBF-9F60-0793E96FE6AE}" dt="2026-02-04T14:29:38.540" v="4527" actId="208"/>
          <ac:cxnSpMkLst>
            <pc:docMk/>
            <pc:sldMk cId="260929382" sldId="654"/>
            <ac:cxnSpMk id="140" creationId="{FE17D07E-47EB-CD1E-A660-F88FFC3061D3}"/>
          </ac:cxnSpMkLst>
        </pc:cxnChg>
      </pc:sldChg>
    </pc:docChg>
  </pc:docChgLst>
  <pc:docChgLst>
    <pc:chgData name="Usuario invitado" userId="S::urn:spo:tenantanon#f1e6c2bd-6875-4cee-ae9b-41d36acf9baa::" providerId="AD" clId="Web-{EDD79278-AE16-D44B-6295-F7494D58327D}"/>
    <pc:docChg chg="modSld">
      <pc:chgData name="Usuario invitado" userId="S::urn:spo:tenantanon#f1e6c2bd-6875-4cee-ae9b-41d36acf9baa::" providerId="AD" clId="Web-{EDD79278-AE16-D44B-6295-F7494D58327D}" dt="2026-02-04T17:32:52.545" v="0" actId="1076"/>
      <pc:docMkLst>
        <pc:docMk/>
      </pc:docMkLst>
      <pc:sldChg chg="modSp">
        <pc:chgData name="Usuario invitado" userId="S::urn:spo:tenantanon#f1e6c2bd-6875-4cee-ae9b-41d36acf9baa::" providerId="AD" clId="Web-{EDD79278-AE16-D44B-6295-F7494D58327D}" dt="2026-02-04T17:32:52.545" v="0" actId="1076"/>
        <pc:sldMkLst>
          <pc:docMk/>
          <pc:sldMk cId="811515595" sldId="637"/>
        </pc:sldMkLst>
        <pc:spChg chg="mod">
          <ac:chgData name="Usuario invitado" userId="S::urn:spo:tenantanon#f1e6c2bd-6875-4cee-ae9b-41d36acf9baa::" providerId="AD" clId="Web-{EDD79278-AE16-D44B-6295-F7494D58327D}" dt="2026-02-04T17:32:52.545" v="0" actId="1076"/>
          <ac:spMkLst>
            <pc:docMk/>
            <pc:sldMk cId="811515595" sldId="637"/>
            <ac:spMk id="322" creationId="{93BAF4DB-63F0-7F2B-C4F0-B86540155008}"/>
          </ac:spMkLst>
        </pc:spChg>
      </pc:sldChg>
    </pc:docChg>
  </pc:docChgLst>
  <pc:docChgLst>
    <pc:chgData name="Luis Carlos Guevara Hernandez" userId="946bcc4c-b146-4724-978c-751fab731e0a" providerId="ADAL" clId="{E8E95438-7D72-4151-95E2-CCAFE31D1FDF}"/>
    <pc:docChg chg="undo redo custSel addSld delSld modSld sldOrd delMainMaster modMainMaster modSection">
      <pc:chgData name="Luis Carlos Guevara Hernandez" userId="946bcc4c-b146-4724-978c-751fab731e0a" providerId="ADAL" clId="{E8E95438-7D72-4151-95E2-CCAFE31D1FDF}" dt="2026-02-03T22:54:27.964" v="4681"/>
      <pc:docMkLst>
        <pc:docMk/>
      </pc:docMkLst>
      <pc:sldChg chg="modSp mod">
        <pc:chgData name="Luis Carlos Guevara Hernandez" userId="946bcc4c-b146-4724-978c-751fab731e0a" providerId="ADAL" clId="{E8E95438-7D72-4151-95E2-CCAFE31D1FDF}" dt="2026-02-01T22:55:07.053" v="2172" actId="790"/>
        <pc:sldMkLst>
          <pc:docMk/>
          <pc:sldMk cId="1621188839" sldId="320"/>
        </pc:sldMkLst>
        <pc:spChg chg="mod">
          <ac:chgData name="Luis Carlos Guevara Hernandez" userId="946bcc4c-b146-4724-978c-751fab731e0a" providerId="ADAL" clId="{E8E95438-7D72-4151-95E2-CCAFE31D1FDF}" dt="2026-02-01T22:55:07.053" v="2172" actId="790"/>
          <ac:spMkLst>
            <pc:docMk/>
            <pc:sldMk cId="1621188839" sldId="320"/>
            <ac:spMk id="3" creationId="{D4097998-24A6-E58B-7427-10108A76C4DB}"/>
          </ac:spMkLst>
        </pc:spChg>
        <pc:spChg chg="mod">
          <ac:chgData name="Luis Carlos Guevara Hernandez" userId="946bcc4c-b146-4724-978c-751fab731e0a" providerId="ADAL" clId="{E8E95438-7D72-4151-95E2-CCAFE31D1FDF}" dt="2026-02-01T22:55:07.053" v="2172" actId="790"/>
          <ac:spMkLst>
            <pc:docMk/>
            <pc:sldMk cId="1621188839" sldId="320"/>
            <ac:spMk id="4" creationId="{C3D85BBE-6A3C-76BC-1E4E-4633B31CBE9B}"/>
          </ac:spMkLst>
        </pc:spChg>
        <pc:spChg chg="mod">
          <ac:chgData name="Luis Carlos Guevara Hernandez" userId="946bcc4c-b146-4724-978c-751fab731e0a" providerId="ADAL" clId="{E8E95438-7D72-4151-95E2-CCAFE31D1FDF}" dt="2026-02-01T22:55:07.053" v="2172" actId="790"/>
          <ac:spMkLst>
            <pc:docMk/>
            <pc:sldMk cId="1621188839" sldId="320"/>
            <ac:spMk id="5" creationId="{31BF3657-58D6-DBBE-F1CE-E5426413E8A5}"/>
          </ac:spMkLst>
        </pc:spChg>
        <pc:spChg chg="mod">
          <ac:chgData name="Luis Carlos Guevara Hernandez" userId="946bcc4c-b146-4724-978c-751fab731e0a" providerId="ADAL" clId="{E8E95438-7D72-4151-95E2-CCAFE31D1FDF}" dt="2026-02-01T22:55:07.053" v="2172" actId="790"/>
          <ac:spMkLst>
            <pc:docMk/>
            <pc:sldMk cId="1621188839" sldId="320"/>
            <ac:spMk id="9" creationId="{5666C288-8C3D-F6F4-52D9-66CA6570B7E9}"/>
          </ac:spMkLst>
        </pc:spChg>
        <pc:spChg chg="mod">
          <ac:chgData name="Luis Carlos Guevara Hernandez" userId="946bcc4c-b146-4724-978c-751fab731e0a" providerId="ADAL" clId="{E8E95438-7D72-4151-95E2-CCAFE31D1FDF}" dt="2026-02-01T22:55:07.053" v="2172" actId="790"/>
          <ac:spMkLst>
            <pc:docMk/>
            <pc:sldMk cId="1621188839" sldId="320"/>
            <ac:spMk id="10" creationId="{A8BC9B29-8E8B-E72B-CDF0-B164A72AA9EA}"/>
          </ac:spMkLst>
        </pc:spChg>
        <pc:spChg chg="mod">
          <ac:chgData name="Luis Carlos Guevara Hernandez" userId="946bcc4c-b146-4724-978c-751fab731e0a" providerId="ADAL" clId="{E8E95438-7D72-4151-95E2-CCAFE31D1FDF}" dt="2026-02-01T22:55:07.053" v="2172" actId="790"/>
          <ac:spMkLst>
            <pc:docMk/>
            <pc:sldMk cId="1621188839" sldId="320"/>
            <ac:spMk id="16" creationId="{FAE1E167-E5FC-5136-BA5F-036AD5F1438E}"/>
          </ac:spMkLst>
        </pc:spChg>
        <pc:spChg chg="mod">
          <ac:chgData name="Luis Carlos Guevara Hernandez" userId="946bcc4c-b146-4724-978c-751fab731e0a" providerId="ADAL" clId="{E8E95438-7D72-4151-95E2-CCAFE31D1FDF}" dt="2026-02-01T22:55:07.053" v="2172" actId="790"/>
          <ac:spMkLst>
            <pc:docMk/>
            <pc:sldMk cId="1621188839" sldId="320"/>
            <ac:spMk id="17" creationId="{6082B1AA-2EB1-99B4-4581-9B66D039E6F6}"/>
          </ac:spMkLst>
        </pc:spChg>
        <pc:spChg chg="mod">
          <ac:chgData name="Luis Carlos Guevara Hernandez" userId="946bcc4c-b146-4724-978c-751fab731e0a" providerId="ADAL" clId="{E8E95438-7D72-4151-95E2-CCAFE31D1FDF}" dt="2026-02-01T22:55:07.053" v="2172" actId="790"/>
          <ac:spMkLst>
            <pc:docMk/>
            <pc:sldMk cId="1621188839" sldId="320"/>
            <ac:spMk id="18" creationId="{F8E4C797-F63C-9B00-DFDE-05C361538F50}"/>
          </ac:spMkLst>
        </pc:spChg>
        <pc:spChg chg="mod">
          <ac:chgData name="Luis Carlos Guevara Hernandez" userId="946bcc4c-b146-4724-978c-751fab731e0a" providerId="ADAL" clId="{E8E95438-7D72-4151-95E2-CCAFE31D1FDF}" dt="2026-02-01T22:55:07.053" v="2172" actId="790"/>
          <ac:spMkLst>
            <pc:docMk/>
            <pc:sldMk cId="1621188839" sldId="320"/>
            <ac:spMk id="19" creationId="{B46CE886-DF80-E6D9-2F50-B3620DC12149}"/>
          </ac:spMkLst>
        </pc:spChg>
        <pc:spChg chg="mod">
          <ac:chgData name="Luis Carlos Guevara Hernandez" userId="946bcc4c-b146-4724-978c-751fab731e0a" providerId="ADAL" clId="{E8E95438-7D72-4151-95E2-CCAFE31D1FDF}" dt="2026-02-01T22:55:07.053" v="2172" actId="790"/>
          <ac:spMkLst>
            <pc:docMk/>
            <pc:sldMk cId="1621188839" sldId="320"/>
            <ac:spMk id="21" creationId="{35758066-8FBA-CB7E-D1F0-6013F158284B}"/>
          </ac:spMkLst>
        </pc:spChg>
      </pc:sldChg>
      <pc:sldChg chg="addSp modSp del mod modAnim">
        <pc:chgData name="Luis Carlos Guevara Hernandez" userId="946bcc4c-b146-4724-978c-751fab731e0a" providerId="ADAL" clId="{E8E95438-7D72-4151-95E2-CCAFE31D1FDF}" dt="2026-02-01T22:55:07.053" v="2172" actId="790"/>
        <pc:sldMkLst>
          <pc:docMk/>
          <pc:sldMk cId="2707476695" sldId="357"/>
        </pc:sldMkLst>
        <pc:spChg chg="mod">
          <ac:chgData name="Luis Carlos Guevara Hernandez" userId="946bcc4c-b146-4724-978c-751fab731e0a" providerId="ADAL" clId="{E8E95438-7D72-4151-95E2-CCAFE31D1FDF}" dt="2026-02-01T22:55:07.053" v="2172" actId="790"/>
          <ac:spMkLst>
            <pc:docMk/>
            <pc:sldMk cId="2707476695" sldId="357"/>
            <ac:spMk id="3" creationId="{7F9F59B1-E0DF-17D2-7508-EF7C3AE214E4}"/>
          </ac:spMkLst>
        </pc:spChg>
        <pc:spChg chg="mod">
          <ac:chgData name="Luis Carlos Guevara Hernandez" userId="946bcc4c-b146-4724-978c-751fab731e0a" providerId="ADAL" clId="{E8E95438-7D72-4151-95E2-CCAFE31D1FDF}" dt="2026-02-01T22:55:07.053" v="2172" actId="790"/>
          <ac:spMkLst>
            <pc:docMk/>
            <pc:sldMk cId="2707476695" sldId="357"/>
            <ac:spMk id="4" creationId="{2F17A1BE-1277-DA7F-5466-EB7367EE0136}"/>
          </ac:spMkLst>
        </pc:spChg>
        <pc:spChg chg="mod">
          <ac:chgData name="Luis Carlos Guevara Hernandez" userId="946bcc4c-b146-4724-978c-751fab731e0a" providerId="ADAL" clId="{E8E95438-7D72-4151-95E2-CCAFE31D1FDF}" dt="2026-02-01T22:55:07.053" v="2172" actId="790"/>
          <ac:spMkLst>
            <pc:docMk/>
            <pc:sldMk cId="2707476695" sldId="357"/>
            <ac:spMk id="32" creationId="{E0D1CBDA-557A-7B45-4281-8177B12A4F17}"/>
          </ac:spMkLst>
        </pc:spChg>
        <pc:spChg chg="mod">
          <ac:chgData name="Luis Carlos Guevara Hernandez" userId="946bcc4c-b146-4724-978c-751fab731e0a" providerId="ADAL" clId="{E8E95438-7D72-4151-95E2-CCAFE31D1FDF}" dt="2026-02-01T22:55:07.053" v="2172" actId="790"/>
          <ac:spMkLst>
            <pc:docMk/>
            <pc:sldMk cId="2707476695" sldId="357"/>
            <ac:spMk id="36" creationId="{9C4027DE-9A5C-AB99-98E4-ECC525DBBE61}"/>
          </ac:spMkLst>
        </pc:spChg>
        <pc:spChg chg="mod">
          <ac:chgData name="Luis Carlos Guevara Hernandez" userId="946bcc4c-b146-4724-978c-751fab731e0a" providerId="ADAL" clId="{E8E95438-7D72-4151-95E2-CCAFE31D1FDF}" dt="2026-02-01T22:55:07.053" v="2172" actId="790"/>
          <ac:spMkLst>
            <pc:docMk/>
            <pc:sldMk cId="2707476695" sldId="357"/>
            <ac:spMk id="41" creationId="{E81D45B3-CD8E-567A-8C17-4211A9109521}"/>
          </ac:spMkLst>
        </pc:spChg>
        <pc:spChg chg="mod">
          <ac:chgData name="Luis Carlos Guevara Hernandez" userId="946bcc4c-b146-4724-978c-751fab731e0a" providerId="ADAL" clId="{E8E95438-7D72-4151-95E2-CCAFE31D1FDF}" dt="2026-02-01T22:55:07.053" v="2172" actId="790"/>
          <ac:spMkLst>
            <pc:docMk/>
            <pc:sldMk cId="2707476695" sldId="357"/>
            <ac:spMk id="48" creationId="{5F89659B-ECD5-F675-0855-2731AC9090F8}"/>
          </ac:spMkLst>
        </pc:spChg>
        <pc:spChg chg="mod">
          <ac:chgData name="Luis Carlos Guevara Hernandez" userId="946bcc4c-b146-4724-978c-751fab731e0a" providerId="ADAL" clId="{E8E95438-7D72-4151-95E2-CCAFE31D1FDF}" dt="2026-02-01T22:55:07.053" v="2172" actId="790"/>
          <ac:spMkLst>
            <pc:docMk/>
            <pc:sldMk cId="2707476695" sldId="357"/>
            <ac:spMk id="67" creationId="{EB8C6C18-2E28-E267-6A2C-AF3352759558}"/>
          </ac:spMkLst>
        </pc:spChg>
        <pc:spChg chg="mod">
          <ac:chgData name="Luis Carlos Guevara Hernandez" userId="946bcc4c-b146-4724-978c-751fab731e0a" providerId="ADAL" clId="{E8E95438-7D72-4151-95E2-CCAFE31D1FDF}" dt="2026-02-01T22:55:07.053" v="2172" actId="790"/>
          <ac:spMkLst>
            <pc:docMk/>
            <pc:sldMk cId="2707476695" sldId="357"/>
            <ac:spMk id="70" creationId="{87D11DF6-B01D-A008-A983-3070DF5F5E12}"/>
          </ac:spMkLst>
        </pc:spChg>
        <pc:spChg chg="mod">
          <ac:chgData name="Luis Carlos Guevara Hernandez" userId="946bcc4c-b146-4724-978c-751fab731e0a" providerId="ADAL" clId="{E8E95438-7D72-4151-95E2-CCAFE31D1FDF}" dt="2026-02-01T22:55:07.053" v="2172" actId="790"/>
          <ac:spMkLst>
            <pc:docMk/>
            <pc:sldMk cId="2707476695" sldId="357"/>
            <ac:spMk id="74" creationId="{D720B48D-C26A-754B-2511-C0F32EA45EC2}"/>
          </ac:spMkLst>
        </pc:spChg>
        <pc:spChg chg="mod">
          <ac:chgData name="Luis Carlos Guevara Hernandez" userId="946bcc4c-b146-4724-978c-751fab731e0a" providerId="ADAL" clId="{E8E95438-7D72-4151-95E2-CCAFE31D1FDF}" dt="2026-02-01T22:55:07.053" v="2172" actId="790"/>
          <ac:spMkLst>
            <pc:docMk/>
            <pc:sldMk cId="2707476695" sldId="357"/>
            <ac:spMk id="75" creationId="{D18AF9D5-DF90-CC6E-706E-F9D1B953781A}"/>
          </ac:spMkLst>
        </pc:spChg>
      </pc:sldChg>
      <pc:sldChg chg="addSp delSp modSp add mod delAnim modAnim">
        <pc:chgData name="Luis Carlos Guevara Hernandez" userId="946bcc4c-b146-4724-978c-751fab731e0a" providerId="ADAL" clId="{E8E95438-7D72-4151-95E2-CCAFE31D1FDF}" dt="2026-02-01T22:55:07.053" v="2172" actId="790"/>
        <pc:sldMkLst>
          <pc:docMk/>
          <pc:sldMk cId="2178594256" sldId="429"/>
        </pc:sldMkLst>
        <pc:spChg chg="add mod">
          <ac:chgData name="Luis Carlos Guevara Hernandez" userId="946bcc4c-b146-4724-978c-751fab731e0a" providerId="ADAL" clId="{E8E95438-7D72-4151-95E2-CCAFE31D1FDF}" dt="2026-02-01T21:42:12.819" v="1273" actId="790"/>
          <ac:spMkLst>
            <pc:docMk/>
            <pc:sldMk cId="2178594256" sldId="429"/>
            <ac:spMk id="2" creationId="{1A9E7CE3-CC0E-0595-5A7A-A82DB7AD711F}"/>
          </ac:spMkLst>
        </pc:spChg>
        <pc:spChg chg="mod">
          <ac:chgData name="Luis Carlos Guevara Hernandez" userId="946bcc4c-b146-4724-978c-751fab731e0a" providerId="ADAL" clId="{E8E95438-7D72-4151-95E2-CCAFE31D1FDF}" dt="2026-02-01T22:55:07.053" v="2172" actId="790"/>
          <ac:spMkLst>
            <pc:docMk/>
            <pc:sldMk cId="2178594256" sldId="429"/>
            <ac:spMk id="4" creationId="{F0A5D127-D8DB-4A9A-D982-9D797CD92853}"/>
          </ac:spMkLst>
        </pc:spChg>
        <pc:spChg chg="mod">
          <ac:chgData name="Luis Carlos Guevara Hernandez" userId="946bcc4c-b146-4724-978c-751fab731e0a" providerId="ADAL" clId="{E8E95438-7D72-4151-95E2-CCAFE31D1FDF}" dt="2026-02-01T22:55:07.053" v="2172" actId="790"/>
          <ac:spMkLst>
            <pc:docMk/>
            <pc:sldMk cId="2178594256" sldId="429"/>
            <ac:spMk id="5" creationId="{7B8614AD-55CA-3CE1-40AE-B6E1B54631C7}"/>
          </ac:spMkLst>
        </pc:spChg>
        <pc:spChg chg="add mod">
          <ac:chgData name="Luis Carlos Guevara Hernandez" userId="946bcc4c-b146-4724-978c-751fab731e0a" providerId="ADAL" clId="{E8E95438-7D72-4151-95E2-CCAFE31D1FDF}" dt="2026-02-01T22:55:07.053" v="2172" actId="790"/>
          <ac:spMkLst>
            <pc:docMk/>
            <pc:sldMk cId="2178594256" sldId="429"/>
            <ac:spMk id="8" creationId="{ED744BA6-6BC3-C1E7-82A5-1D021B52CA0D}"/>
          </ac:spMkLst>
        </pc:spChg>
        <pc:spChg chg="mod">
          <ac:chgData name="Luis Carlos Guevara Hernandez" userId="946bcc4c-b146-4724-978c-751fab731e0a" providerId="ADAL" clId="{E8E95438-7D72-4151-95E2-CCAFE31D1FDF}" dt="2026-02-01T22:55:07.053" v="2172" actId="790"/>
          <ac:spMkLst>
            <pc:docMk/>
            <pc:sldMk cId="2178594256" sldId="429"/>
            <ac:spMk id="10" creationId="{FD90BA18-5DB8-6458-E2DA-823C66057A9D}"/>
          </ac:spMkLst>
        </pc:spChg>
        <pc:spChg chg="add mod">
          <ac:chgData name="Luis Carlos Guevara Hernandez" userId="946bcc4c-b146-4724-978c-751fab731e0a" providerId="ADAL" clId="{E8E95438-7D72-4151-95E2-CCAFE31D1FDF}" dt="2026-02-01T21:46:15.537" v="1363" actId="1076"/>
          <ac:spMkLst>
            <pc:docMk/>
            <pc:sldMk cId="2178594256" sldId="429"/>
            <ac:spMk id="12" creationId="{04A045D8-F7D7-6E69-57E9-3FEDA02B705B}"/>
          </ac:spMkLst>
        </pc:spChg>
        <pc:spChg chg="add mod">
          <ac:chgData name="Luis Carlos Guevara Hernandez" userId="946bcc4c-b146-4724-978c-751fab731e0a" providerId="ADAL" clId="{E8E95438-7D72-4151-95E2-CCAFE31D1FDF}" dt="2026-02-01T22:55:07.053" v="2172" actId="790"/>
          <ac:spMkLst>
            <pc:docMk/>
            <pc:sldMk cId="2178594256" sldId="429"/>
            <ac:spMk id="17" creationId="{CF49C854-E561-4FD6-9964-8AD01C1998A5}"/>
          </ac:spMkLst>
        </pc:spChg>
        <pc:spChg chg="mod">
          <ac:chgData name="Luis Carlos Guevara Hernandez" userId="946bcc4c-b146-4724-978c-751fab731e0a" providerId="ADAL" clId="{E8E95438-7D72-4151-95E2-CCAFE31D1FDF}" dt="2026-02-01T22:55:07.053" v="2172" actId="790"/>
          <ac:spMkLst>
            <pc:docMk/>
            <pc:sldMk cId="2178594256" sldId="429"/>
            <ac:spMk id="18" creationId="{EE90B737-64B9-CAA5-9F02-5C32A96BB9AF}"/>
          </ac:spMkLst>
        </pc:spChg>
        <pc:spChg chg="mod">
          <ac:chgData name="Luis Carlos Guevara Hernandez" userId="946bcc4c-b146-4724-978c-751fab731e0a" providerId="ADAL" clId="{E8E95438-7D72-4151-95E2-CCAFE31D1FDF}" dt="2026-02-01T21:46:03.513" v="1357" actId="1076"/>
          <ac:spMkLst>
            <pc:docMk/>
            <pc:sldMk cId="2178594256" sldId="429"/>
            <ac:spMk id="20" creationId="{65BD9529-A30F-9870-E763-C4BEA04454FD}"/>
          </ac:spMkLst>
        </pc:spChg>
        <pc:spChg chg="add mod">
          <ac:chgData name="Luis Carlos Guevara Hernandez" userId="946bcc4c-b146-4724-978c-751fab731e0a" providerId="ADAL" clId="{E8E95438-7D72-4151-95E2-CCAFE31D1FDF}" dt="2026-02-01T21:46:15.537" v="1363" actId="1076"/>
          <ac:spMkLst>
            <pc:docMk/>
            <pc:sldMk cId="2178594256" sldId="429"/>
            <ac:spMk id="21" creationId="{505D1321-009E-D49F-DAE8-FCFD6647260E}"/>
          </ac:spMkLst>
        </pc:spChg>
        <pc:spChg chg="add mod">
          <ac:chgData name="Luis Carlos Guevara Hernandez" userId="946bcc4c-b146-4724-978c-751fab731e0a" providerId="ADAL" clId="{E8E95438-7D72-4151-95E2-CCAFE31D1FDF}" dt="2026-02-01T22:55:07.053" v="2172" actId="790"/>
          <ac:spMkLst>
            <pc:docMk/>
            <pc:sldMk cId="2178594256" sldId="429"/>
            <ac:spMk id="22" creationId="{BB47A9E2-EFE9-632A-7F4A-145033502A23}"/>
          </ac:spMkLst>
        </pc:spChg>
        <pc:spChg chg="mod">
          <ac:chgData name="Luis Carlos Guevara Hernandez" userId="946bcc4c-b146-4724-978c-751fab731e0a" providerId="ADAL" clId="{E8E95438-7D72-4151-95E2-CCAFE31D1FDF}" dt="2026-02-01T22:55:07.053" v="2172" actId="790"/>
          <ac:spMkLst>
            <pc:docMk/>
            <pc:sldMk cId="2178594256" sldId="429"/>
            <ac:spMk id="23" creationId="{EE41E844-44EF-1BB7-78AE-0DC33688FB86}"/>
          </ac:spMkLst>
        </pc:spChg>
        <pc:spChg chg="mod">
          <ac:chgData name="Luis Carlos Guevara Hernandez" userId="946bcc4c-b146-4724-978c-751fab731e0a" providerId="ADAL" clId="{E8E95438-7D72-4151-95E2-CCAFE31D1FDF}" dt="2026-02-01T21:45:57.449" v="1356" actId="1076"/>
          <ac:spMkLst>
            <pc:docMk/>
            <pc:sldMk cId="2178594256" sldId="429"/>
            <ac:spMk id="32" creationId="{6C648AFE-32E2-11C5-7C87-55FBBDF6EEC4}"/>
          </ac:spMkLst>
        </pc:spChg>
        <pc:spChg chg="mod">
          <ac:chgData name="Luis Carlos Guevara Hernandez" userId="946bcc4c-b146-4724-978c-751fab731e0a" providerId="ADAL" clId="{E8E95438-7D72-4151-95E2-CCAFE31D1FDF}" dt="2026-02-01T22:55:07.053" v="2172" actId="790"/>
          <ac:spMkLst>
            <pc:docMk/>
            <pc:sldMk cId="2178594256" sldId="429"/>
            <ac:spMk id="36" creationId="{6E606454-B0D4-AF96-58C4-756C89B1153C}"/>
          </ac:spMkLst>
        </pc:spChg>
        <pc:spChg chg="mod">
          <ac:chgData name="Luis Carlos Guevara Hernandez" userId="946bcc4c-b146-4724-978c-751fab731e0a" providerId="ADAL" clId="{E8E95438-7D72-4151-95E2-CCAFE31D1FDF}" dt="2026-02-01T22:55:07.053" v="2172" actId="790"/>
          <ac:spMkLst>
            <pc:docMk/>
            <pc:sldMk cId="2178594256" sldId="429"/>
            <ac:spMk id="38" creationId="{5B3A9E59-627A-7997-BF2B-95716AAD6442}"/>
          </ac:spMkLst>
        </pc:spChg>
        <pc:picChg chg="mod">
          <ac:chgData name="Luis Carlos Guevara Hernandez" userId="946bcc4c-b146-4724-978c-751fab731e0a" providerId="ADAL" clId="{E8E95438-7D72-4151-95E2-CCAFE31D1FDF}" dt="2026-02-01T21:45:57.449" v="1356" actId="1076"/>
          <ac:picMkLst>
            <pc:docMk/>
            <pc:sldMk cId="2178594256" sldId="429"/>
            <ac:picMk id="9" creationId="{565C9D7E-1926-B8B4-9127-3D6F8DF1F707}"/>
          </ac:picMkLst>
        </pc:picChg>
        <pc:picChg chg="mod">
          <ac:chgData name="Luis Carlos Guevara Hernandez" userId="946bcc4c-b146-4724-978c-751fab731e0a" providerId="ADAL" clId="{E8E95438-7D72-4151-95E2-CCAFE31D1FDF}" dt="2026-02-01T21:45:57.449" v="1356" actId="1076"/>
          <ac:picMkLst>
            <pc:docMk/>
            <pc:sldMk cId="2178594256" sldId="429"/>
            <ac:picMk id="13" creationId="{35FA83E6-D25E-7D2F-3BDF-7A1D09908CCA}"/>
          </ac:picMkLst>
        </pc:picChg>
      </pc:sldChg>
      <pc:sldChg chg="addSp delSp modSp add mod">
        <pc:chgData name="Luis Carlos Guevara Hernandez" userId="946bcc4c-b146-4724-978c-751fab731e0a" providerId="ADAL" clId="{E8E95438-7D72-4151-95E2-CCAFE31D1FDF}" dt="2026-02-03T22:41:32.843" v="4294"/>
        <pc:sldMkLst>
          <pc:docMk/>
          <pc:sldMk cId="1230706700" sldId="503"/>
        </pc:sldMkLst>
        <pc:spChg chg="mod">
          <ac:chgData name="Luis Carlos Guevara Hernandez" userId="946bcc4c-b146-4724-978c-751fab731e0a" providerId="ADAL" clId="{E8E95438-7D72-4151-95E2-CCAFE31D1FDF}" dt="2026-02-03T22:37:56.420" v="4177" actId="13926"/>
          <ac:spMkLst>
            <pc:docMk/>
            <pc:sldMk cId="1230706700" sldId="503"/>
            <ac:spMk id="5" creationId="{79CD29B3-7AA4-4A30-C78F-7DB4E1D9B18F}"/>
          </ac:spMkLst>
        </pc:spChg>
        <pc:spChg chg="add mod">
          <ac:chgData name="Luis Carlos Guevara Hernandez" userId="946bcc4c-b146-4724-978c-751fab731e0a" providerId="ADAL" clId="{E8E95438-7D72-4151-95E2-CCAFE31D1FDF}" dt="2026-02-03T22:36:43.001" v="4169"/>
          <ac:spMkLst>
            <pc:docMk/>
            <pc:sldMk cId="1230706700" sldId="503"/>
            <ac:spMk id="70" creationId="{82A81DF6-C0C5-DFE5-0279-7AAB1D1F654E}"/>
          </ac:spMkLst>
        </pc:spChg>
        <pc:spChg chg="mod">
          <ac:chgData name="Luis Carlos Guevara Hernandez" userId="946bcc4c-b146-4724-978c-751fab731e0a" providerId="ADAL" clId="{E8E95438-7D72-4151-95E2-CCAFE31D1FDF}" dt="2026-02-03T22:41:09.283" v="4273" actId="108"/>
          <ac:spMkLst>
            <pc:docMk/>
            <pc:sldMk cId="1230706700" sldId="503"/>
            <ac:spMk id="77" creationId="{9419E21D-144E-A67F-4BD1-A22B78B1A9B0}"/>
          </ac:spMkLst>
        </pc:spChg>
        <pc:spChg chg="mod">
          <ac:chgData name="Luis Carlos Guevara Hernandez" userId="946bcc4c-b146-4724-978c-751fab731e0a" providerId="ADAL" clId="{E8E95438-7D72-4151-95E2-CCAFE31D1FDF}" dt="2026-02-03T22:41:09.283" v="4274" actId="108"/>
          <ac:spMkLst>
            <pc:docMk/>
            <pc:sldMk cId="1230706700" sldId="503"/>
            <ac:spMk id="78" creationId="{516B2A31-0BB3-BB51-0375-39703E827940}"/>
          </ac:spMkLst>
        </pc:spChg>
        <pc:spChg chg="mod">
          <ac:chgData name="Luis Carlos Guevara Hernandez" userId="946bcc4c-b146-4724-978c-751fab731e0a" providerId="ADAL" clId="{E8E95438-7D72-4151-95E2-CCAFE31D1FDF}" dt="2026-02-03T22:41:09.284" v="4275" actId="108"/>
          <ac:spMkLst>
            <pc:docMk/>
            <pc:sldMk cId="1230706700" sldId="503"/>
            <ac:spMk id="79" creationId="{32A97074-EEAD-904F-52AF-51FEE78BA7A4}"/>
          </ac:spMkLst>
        </pc:spChg>
        <pc:spChg chg="mod">
          <ac:chgData name="Luis Carlos Guevara Hernandez" userId="946bcc4c-b146-4724-978c-751fab731e0a" providerId="ADAL" clId="{E8E95438-7D72-4151-95E2-CCAFE31D1FDF}" dt="2026-02-03T22:41:09.284" v="4276" actId="108"/>
          <ac:spMkLst>
            <pc:docMk/>
            <pc:sldMk cId="1230706700" sldId="503"/>
            <ac:spMk id="80" creationId="{0651F7BE-1D1C-3467-0FDB-10649776BA1E}"/>
          </ac:spMkLst>
        </pc:spChg>
        <pc:spChg chg="mod">
          <ac:chgData name="Luis Carlos Guevara Hernandez" userId="946bcc4c-b146-4724-978c-751fab731e0a" providerId="ADAL" clId="{E8E95438-7D72-4151-95E2-CCAFE31D1FDF}" dt="2026-02-03T22:41:09.284" v="4277" actId="108"/>
          <ac:spMkLst>
            <pc:docMk/>
            <pc:sldMk cId="1230706700" sldId="503"/>
            <ac:spMk id="81" creationId="{512AE93D-934A-02CB-EB1C-210082A04A23}"/>
          </ac:spMkLst>
        </pc:spChg>
        <pc:spChg chg="mod">
          <ac:chgData name="Luis Carlos Guevara Hernandez" userId="946bcc4c-b146-4724-978c-751fab731e0a" providerId="ADAL" clId="{E8E95438-7D72-4151-95E2-CCAFE31D1FDF}" dt="2026-02-03T22:41:09.285" v="4278" actId="108"/>
          <ac:spMkLst>
            <pc:docMk/>
            <pc:sldMk cId="1230706700" sldId="503"/>
            <ac:spMk id="82" creationId="{49D25D7E-A6A6-15BC-F3EA-647434718743}"/>
          </ac:spMkLst>
        </pc:spChg>
        <pc:spChg chg="mod">
          <ac:chgData name="Luis Carlos Guevara Hernandez" userId="946bcc4c-b146-4724-978c-751fab731e0a" providerId="ADAL" clId="{E8E95438-7D72-4151-95E2-CCAFE31D1FDF}" dt="2026-02-03T22:41:09.285" v="4279" actId="108"/>
          <ac:spMkLst>
            <pc:docMk/>
            <pc:sldMk cId="1230706700" sldId="503"/>
            <ac:spMk id="83" creationId="{96B38BFE-2A82-7588-A203-642C9022EF7D}"/>
          </ac:spMkLst>
        </pc:spChg>
        <pc:spChg chg="mod">
          <ac:chgData name="Luis Carlos Guevara Hernandez" userId="946bcc4c-b146-4724-978c-751fab731e0a" providerId="ADAL" clId="{E8E95438-7D72-4151-95E2-CCAFE31D1FDF}" dt="2026-02-03T22:41:09.285" v="4280" actId="108"/>
          <ac:spMkLst>
            <pc:docMk/>
            <pc:sldMk cId="1230706700" sldId="503"/>
            <ac:spMk id="84" creationId="{91EEA529-C687-D834-A8C6-4F8D47A86914}"/>
          </ac:spMkLst>
        </pc:spChg>
        <pc:spChg chg="mod">
          <ac:chgData name="Luis Carlos Guevara Hernandez" userId="946bcc4c-b146-4724-978c-751fab731e0a" providerId="ADAL" clId="{E8E95438-7D72-4151-95E2-CCAFE31D1FDF}" dt="2026-02-03T22:41:09.286" v="4281" actId="108"/>
          <ac:spMkLst>
            <pc:docMk/>
            <pc:sldMk cId="1230706700" sldId="503"/>
            <ac:spMk id="85" creationId="{295E69C7-2A9B-D82E-8223-F386432D80B3}"/>
          </ac:spMkLst>
        </pc:spChg>
        <pc:spChg chg="mod">
          <ac:chgData name="Luis Carlos Guevara Hernandez" userId="946bcc4c-b146-4724-978c-751fab731e0a" providerId="ADAL" clId="{E8E95438-7D72-4151-95E2-CCAFE31D1FDF}" dt="2026-02-03T22:41:09.286" v="4282" actId="108"/>
          <ac:spMkLst>
            <pc:docMk/>
            <pc:sldMk cId="1230706700" sldId="503"/>
            <ac:spMk id="86" creationId="{ADBD9019-0123-BB73-5E07-87F189F31B44}"/>
          </ac:spMkLst>
        </pc:spChg>
        <pc:spChg chg="mod">
          <ac:chgData name="Luis Carlos Guevara Hernandez" userId="946bcc4c-b146-4724-978c-751fab731e0a" providerId="ADAL" clId="{E8E95438-7D72-4151-95E2-CCAFE31D1FDF}" dt="2026-02-03T22:41:09.286" v="4283" actId="108"/>
          <ac:spMkLst>
            <pc:docMk/>
            <pc:sldMk cId="1230706700" sldId="503"/>
            <ac:spMk id="87" creationId="{FB5E1750-78BA-D487-02E1-B27570B3C9C0}"/>
          </ac:spMkLst>
        </pc:spChg>
        <pc:spChg chg="mod">
          <ac:chgData name="Luis Carlos Guevara Hernandez" userId="946bcc4c-b146-4724-978c-751fab731e0a" providerId="ADAL" clId="{E8E95438-7D72-4151-95E2-CCAFE31D1FDF}" dt="2026-02-03T22:41:09.286" v="4284" actId="108"/>
          <ac:spMkLst>
            <pc:docMk/>
            <pc:sldMk cId="1230706700" sldId="503"/>
            <ac:spMk id="88" creationId="{4D5E2F44-8528-7DDF-BCAF-CBAE67AEDFC1}"/>
          </ac:spMkLst>
        </pc:spChg>
        <pc:spChg chg="mod">
          <ac:chgData name="Luis Carlos Guevara Hernandez" userId="946bcc4c-b146-4724-978c-751fab731e0a" providerId="ADAL" clId="{E8E95438-7D72-4151-95E2-CCAFE31D1FDF}" dt="2026-02-03T22:41:09.287" v="4285" actId="108"/>
          <ac:spMkLst>
            <pc:docMk/>
            <pc:sldMk cId="1230706700" sldId="503"/>
            <ac:spMk id="89" creationId="{73F6AB47-0E19-2B4D-A5B1-FA6FC5F7FEB0}"/>
          </ac:spMkLst>
        </pc:spChg>
        <pc:spChg chg="mod">
          <ac:chgData name="Luis Carlos Guevara Hernandez" userId="946bcc4c-b146-4724-978c-751fab731e0a" providerId="ADAL" clId="{E8E95438-7D72-4151-95E2-CCAFE31D1FDF}" dt="2026-02-03T22:41:09.287" v="4286" actId="108"/>
          <ac:spMkLst>
            <pc:docMk/>
            <pc:sldMk cId="1230706700" sldId="503"/>
            <ac:spMk id="90" creationId="{A8FC146E-CA95-337D-A726-9F651201E525}"/>
          </ac:spMkLst>
        </pc:spChg>
        <pc:spChg chg="mod">
          <ac:chgData name="Luis Carlos Guevara Hernandez" userId="946bcc4c-b146-4724-978c-751fab731e0a" providerId="ADAL" clId="{E8E95438-7D72-4151-95E2-CCAFE31D1FDF}" dt="2026-02-03T22:41:09.287" v="4287" actId="108"/>
          <ac:spMkLst>
            <pc:docMk/>
            <pc:sldMk cId="1230706700" sldId="503"/>
            <ac:spMk id="91" creationId="{36CB6906-787D-9840-B38C-0E5B9C102254}"/>
          </ac:spMkLst>
        </pc:spChg>
        <pc:spChg chg="mod">
          <ac:chgData name="Luis Carlos Guevara Hernandez" userId="946bcc4c-b146-4724-978c-751fab731e0a" providerId="ADAL" clId="{E8E95438-7D72-4151-95E2-CCAFE31D1FDF}" dt="2026-02-03T22:41:09.288" v="4288" actId="108"/>
          <ac:spMkLst>
            <pc:docMk/>
            <pc:sldMk cId="1230706700" sldId="503"/>
            <ac:spMk id="92" creationId="{A27F08DF-8475-D0D4-0427-68B78792FF0C}"/>
          </ac:spMkLst>
        </pc:spChg>
        <pc:spChg chg="add mod">
          <ac:chgData name="Luis Carlos Guevara Hernandez" userId="946bcc4c-b146-4724-978c-751fab731e0a" providerId="ADAL" clId="{E8E95438-7D72-4151-95E2-CCAFE31D1FDF}" dt="2026-02-03T22:41:20.565" v="4293"/>
          <ac:spMkLst>
            <pc:docMk/>
            <pc:sldMk cId="1230706700" sldId="503"/>
            <ac:spMk id="126" creationId="{251E3E7D-3CD8-14B4-7DF4-F013CFB75573}"/>
          </ac:spMkLst>
        </pc:spChg>
        <pc:spChg chg="mod">
          <ac:chgData name="Luis Carlos Guevara Hernandez" userId="946bcc4c-b146-4724-978c-751fab731e0a" providerId="ADAL" clId="{E8E95438-7D72-4151-95E2-CCAFE31D1FDF}" dt="2026-02-03T22:39:24.276" v="4221" actId="1076"/>
          <ac:spMkLst>
            <pc:docMk/>
            <pc:sldMk cId="1230706700" sldId="503"/>
            <ac:spMk id="147" creationId="{ADAE4369-EF94-0E2D-2885-7415D980E1AA}"/>
          </ac:spMkLst>
        </pc:spChg>
        <pc:spChg chg="mod">
          <ac:chgData name="Luis Carlos Guevara Hernandez" userId="946bcc4c-b146-4724-978c-751fab731e0a" providerId="ADAL" clId="{E8E95438-7D72-4151-95E2-CCAFE31D1FDF}" dt="2026-02-03T22:39:25.619" v="4223" actId="1076"/>
          <ac:spMkLst>
            <pc:docMk/>
            <pc:sldMk cId="1230706700" sldId="503"/>
            <ac:spMk id="148" creationId="{E39E85E5-6D00-4695-B135-420CDF3F112C}"/>
          </ac:spMkLst>
        </pc:spChg>
        <pc:spChg chg="mod">
          <ac:chgData name="Luis Carlos Guevara Hernandez" userId="946bcc4c-b146-4724-978c-751fab731e0a" providerId="ADAL" clId="{E8E95438-7D72-4151-95E2-CCAFE31D1FDF}" dt="2026-02-03T22:40:01.369" v="4235"/>
          <ac:spMkLst>
            <pc:docMk/>
            <pc:sldMk cId="1230706700" sldId="503"/>
            <ac:spMk id="265" creationId="{9FD0BDEF-8209-50CD-D560-810769546352}"/>
          </ac:spMkLst>
        </pc:spChg>
        <pc:spChg chg="mod">
          <ac:chgData name="Luis Carlos Guevara Hernandez" userId="946bcc4c-b146-4724-978c-751fab731e0a" providerId="ADAL" clId="{E8E95438-7D72-4151-95E2-CCAFE31D1FDF}" dt="2026-02-03T22:38:15.906" v="4183" actId="207"/>
          <ac:spMkLst>
            <pc:docMk/>
            <pc:sldMk cId="1230706700" sldId="503"/>
            <ac:spMk id="427" creationId="{555414AB-6300-8917-4A70-46909CE41E78}"/>
          </ac:spMkLst>
        </pc:spChg>
        <pc:spChg chg="mod">
          <ac:chgData name="Luis Carlos Guevara Hernandez" userId="946bcc4c-b146-4724-978c-751fab731e0a" providerId="ADAL" clId="{E8E95438-7D72-4151-95E2-CCAFE31D1FDF}" dt="2026-02-03T22:38:33.346" v="4188" actId="1076"/>
          <ac:spMkLst>
            <pc:docMk/>
            <pc:sldMk cId="1230706700" sldId="503"/>
            <ac:spMk id="428" creationId="{847ADF63-E996-8C59-1C3C-93C8252958A6}"/>
          </ac:spMkLst>
        </pc:spChg>
        <pc:grpChg chg="mod">
          <ac:chgData name="Luis Carlos Guevara Hernandez" userId="946bcc4c-b146-4724-978c-751fab731e0a" providerId="ADAL" clId="{E8E95438-7D72-4151-95E2-CCAFE31D1FDF}" dt="2026-02-03T22:38:41.231" v="4189" actId="1076"/>
          <ac:grpSpMkLst>
            <pc:docMk/>
            <pc:sldMk cId="1230706700" sldId="503"/>
            <ac:grpSpMk id="6" creationId="{9EF05840-D735-2755-37E2-EF21CC0902D4}"/>
          </ac:grpSpMkLst>
        </pc:grpChg>
        <pc:grpChg chg="mod">
          <ac:chgData name="Luis Carlos Guevara Hernandez" userId="946bcc4c-b146-4724-978c-751fab731e0a" providerId="ADAL" clId="{E8E95438-7D72-4151-95E2-CCAFE31D1FDF}" dt="2026-02-03T22:39:29.725" v="4224" actId="1076"/>
          <ac:grpSpMkLst>
            <pc:docMk/>
            <pc:sldMk cId="1230706700" sldId="503"/>
            <ac:grpSpMk id="9" creationId="{CC6C27A7-546C-58D4-B99D-9A3205AC1A5F}"/>
          </ac:grpSpMkLst>
        </pc:grpChg>
        <pc:grpChg chg="mod">
          <ac:chgData name="Luis Carlos Guevara Hernandez" userId="946bcc4c-b146-4724-978c-751fab731e0a" providerId="ADAL" clId="{E8E95438-7D72-4151-95E2-CCAFE31D1FDF}" dt="2026-02-03T22:38:41.231" v="4189" actId="1076"/>
          <ac:grpSpMkLst>
            <pc:docMk/>
            <pc:sldMk cId="1230706700" sldId="503"/>
            <ac:grpSpMk id="17" creationId="{70A30ED0-7D36-3376-2FE3-E12C57CCE001}"/>
          </ac:grpSpMkLst>
        </pc:grpChg>
        <pc:grpChg chg="mod">
          <ac:chgData name="Luis Carlos Guevara Hernandez" userId="946bcc4c-b146-4724-978c-751fab731e0a" providerId="ADAL" clId="{E8E95438-7D72-4151-95E2-CCAFE31D1FDF}" dt="2026-02-03T22:38:12.626" v="4182" actId="1076"/>
          <ac:grpSpMkLst>
            <pc:docMk/>
            <pc:sldMk cId="1230706700" sldId="503"/>
            <ac:grpSpMk id="45" creationId="{19A9D0FB-0B0F-D516-9B32-70C2FFF297AC}"/>
          </ac:grpSpMkLst>
        </pc:grpChg>
        <pc:grpChg chg="mod ord">
          <ac:chgData name="Luis Carlos Guevara Hernandez" userId="946bcc4c-b146-4724-978c-751fab731e0a" providerId="ADAL" clId="{E8E95438-7D72-4151-95E2-CCAFE31D1FDF}" dt="2026-02-03T22:41:09.292" v="4292" actId="962"/>
          <ac:grpSpMkLst>
            <pc:docMk/>
            <pc:sldMk cId="1230706700" sldId="503"/>
            <ac:grpSpMk id="93" creationId="{2AB7447A-372E-783F-725F-F226167F0966}"/>
          </ac:grpSpMkLst>
        </pc:grpChg>
        <pc:grpChg chg="mod">
          <ac:chgData name="Luis Carlos Guevara Hernandez" userId="946bcc4c-b146-4724-978c-751fab731e0a" providerId="ADAL" clId="{E8E95438-7D72-4151-95E2-CCAFE31D1FDF}" dt="2026-02-03T22:39:29.725" v="4224" actId="1076"/>
          <ac:grpSpMkLst>
            <pc:docMk/>
            <pc:sldMk cId="1230706700" sldId="503"/>
            <ac:grpSpMk id="118" creationId="{D3E1AD4F-A24A-0DEF-3FE0-EE4595B2CA54}"/>
          </ac:grpSpMkLst>
        </pc:grpChg>
        <pc:grpChg chg="mod">
          <ac:chgData name="Luis Carlos Guevara Hernandez" userId="946bcc4c-b146-4724-978c-751fab731e0a" providerId="ADAL" clId="{E8E95438-7D72-4151-95E2-CCAFE31D1FDF}" dt="2026-02-03T22:39:16.542" v="4219" actId="1037"/>
          <ac:grpSpMkLst>
            <pc:docMk/>
            <pc:sldMk cId="1230706700" sldId="503"/>
            <ac:grpSpMk id="322" creationId="{FDD647F6-B062-B925-D78E-B687870563A9}"/>
          </ac:grpSpMkLst>
        </pc:grpChg>
        <pc:grpChg chg="mod">
          <ac:chgData name="Luis Carlos Guevara Hernandez" userId="946bcc4c-b146-4724-978c-751fab731e0a" providerId="ADAL" clId="{E8E95438-7D72-4151-95E2-CCAFE31D1FDF}" dt="2026-02-03T22:39:16.542" v="4219" actId="1037"/>
          <ac:grpSpMkLst>
            <pc:docMk/>
            <pc:sldMk cId="1230706700" sldId="503"/>
            <ac:grpSpMk id="392" creationId="{EC534867-9D44-1C04-5546-2AC841527017}"/>
          </ac:grpSpMkLst>
        </pc:grpChg>
        <pc:grpChg chg="mod">
          <ac:chgData name="Luis Carlos Guevara Hernandez" userId="946bcc4c-b146-4724-978c-751fab731e0a" providerId="ADAL" clId="{E8E95438-7D72-4151-95E2-CCAFE31D1FDF}" dt="2026-02-03T22:38:12.626" v="4182" actId="1076"/>
          <ac:grpSpMkLst>
            <pc:docMk/>
            <pc:sldMk cId="1230706700" sldId="503"/>
            <ac:grpSpMk id="430" creationId="{F156E181-9A38-6986-493C-30DE088B10D5}"/>
          </ac:grpSpMkLst>
        </pc:grpChg>
        <pc:cxnChg chg="mod">
          <ac:chgData name="Luis Carlos Guevara Hernandez" userId="946bcc4c-b146-4724-978c-751fab731e0a" providerId="ADAL" clId="{E8E95438-7D72-4151-95E2-CCAFE31D1FDF}" dt="2026-02-03T22:38:47.443" v="4191" actId="208"/>
          <ac:cxnSpMkLst>
            <pc:docMk/>
            <pc:sldMk cId="1230706700" sldId="503"/>
            <ac:cxnSpMk id="7" creationId="{375D180C-A690-6E72-D39F-A074E98F56B8}"/>
          </ac:cxnSpMkLst>
        </pc:cxnChg>
      </pc:sldChg>
      <pc:sldChg chg="addSp delSp modSp add mod delAnim modAnim">
        <pc:chgData name="Luis Carlos Guevara Hernandez" userId="946bcc4c-b146-4724-978c-751fab731e0a" providerId="ADAL" clId="{E8E95438-7D72-4151-95E2-CCAFE31D1FDF}" dt="2026-02-01T22:57:21.105" v="2192" actId="207"/>
        <pc:sldMkLst>
          <pc:docMk/>
          <pc:sldMk cId="185445639" sldId="542"/>
        </pc:sldMkLst>
        <pc:spChg chg="add mod">
          <ac:chgData name="Luis Carlos Guevara Hernandez" userId="946bcc4c-b146-4724-978c-751fab731e0a" providerId="ADAL" clId="{E8E95438-7D72-4151-95E2-CCAFE31D1FDF}" dt="2026-02-01T22:57:21.105" v="2192" actId="207"/>
          <ac:spMkLst>
            <pc:docMk/>
            <pc:sldMk cId="185445639" sldId="542"/>
            <ac:spMk id="2" creationId="{352BC78C-C01D-B290-4330-8CAA10935E8E}"/>
          </ac:spMkLst>
        </pc:spChg>
        <pc:spChg chg="mod">
          <ac:chgData name="Luis Carlos Guevara Hernandez" userId="946bcc4c-b146-4724-978c-751fab731e0a" providerId="ADAL" clId="{E8E95438-7D72-4151-95E2-CCAFE31D1FDF}" dt="2026-02-01T22:55:07.053" v="2172" actId="790"/>
          <ac:spMkLst>
            <pc:docMk/>
            <pc:sldMk cId="185445639" sldId="542"/>
            <ac:spMk id="4" creationId="{03E25881-4446-7F34-9465-014399599C53}"/>
          </ac:spMkLst>
        </pc:spChg>
        <pc:spChg chg="mod">
          <ac:chgData name="Luis Carlos Guevara Hernandez" userId="946bcc4c-b146-4724-978c-751fab731e0a" providerId="ADAL" clId="{E8E95438-7D72-4151-95E2-CCAFE31D1FDF}" dt="2026-02-01T22:55:07.053" v="2172" actId="790"/>
          <ac:spMkLst>
            <pc:docMk/>
            <pc:sldMk cId="185445639" sldId="542"/>
            <ac:spMk id="5" creationId="{50AF91E2-9C07-E1DA-E833-56903CB6C53E}"/>
          </ac:spMkLst>
        </pc:spChg>
        <pc:spChg chg="add mod">
          <ac:chgData name="Luis Carlos Guevara Hernandez" userId="946bcc4c-b146-4724-978c-751fab731e0a" providerId="ADAL" clId="{E8E95438-7D72-4151-95E2-CCAFE31D1FDF}" dt="2026-02-01T22:55:07.053" v="2172" actId="790"/>
          <ac:spMkLst>
            <pc:docMk/>
            <pc:sldMk cId="185445639" sldId="542"/>
            <ac:spMk id="6" creationId="{3EA24920-4A57-4F70-1C38-9F2CB5C04B20}"/>
          </ac:spMkLst>
        </pc:spChg>
        <pc:spChg chg="add mod">
          <ac:chgData name="Luis Carlos Guevara Hernandez" userId="946bcc4c-b146-4724-978c-751fab731e0a" providerId="ADAL" clId="{E8E95438-7D72-4151-95E2-CCAFE31D1FDF}" dt="2026-02-01T22:55:07.053" v="2172" actId="790"/>
          <ac:spMkLst>
            <pc:docMk/>
            <pc:sldMk cId="185445639" sldId="542"/>
            <ac:spMk id="7" creationId="{B024FD73-68AE-31E6-2051-3DB28B07C69C}"/>
          </ac:spMkLst>
        </pc:spChg>
        <pc:spChg chg="add mod">
          <ac:chgData name="Luis Carlos Guevara Hernandez" userId="946bcc4c-b146-4724-978c-751fab731e0a" providerId="ADAL" clId="{E8E95438-7D72-4151-95E2-CCAFE31D1FDF}" dt="2026-02-01T22:55:07.053" v="2172" actId="790"/>
          <ac:spMkLst>
            <pc:docMk/>
            <pc:sldMk cId="185445639" sldId="542"/>
            <ac:spMk id="8" creationId="{610E7F75-B70C-BC8C-F651-D9233A8D5ED2}"/>
          </ac:spMkLst>
        </pc:spChg>
        <pc:spChg chg="mod">
          <ac:chgData name="Luis Carlos Guevara Hernandez" userId="946bcc4c-b146-4724-978c-751fab731e0a" providerId="ADAL" clId="{E8E95438-7D72-4151-95E2-CCAFE31D1FDF}" dt="2026-02-01T22:55:07.053" v="2172" actId="790"/>
          <ac:spMkLst>
            <pc:docMk/>
            <pc:sldMk cId="185445639" sldId="542"/>
            <ac:spMk id="10" creationId="{A31AF7DF-C4A1-3358-589A-158BF4041F98}"/>
          </ac:spMkLst>
        </pc:spChg>
        <pc:spChg chg="add mod">
          <ac:chgData name="Luis Carlos Guevara Hernandez" userId="946bcc4c-b146-4724-978c-751fab731e0a" providerId="ADAL" clId="{E8E95438-7D72-4151-95E2-CCAFE31D1FDF}" dt="2026-02-01T22:55:07.053" v="2172" actId="790"/>
          <ac:spMkLst>
            <pc:docMk/>
            <pc:sldMk cId="185445639" sldId="542"/>
            <ac:spMk id="12" creationId="{43ECB293-BEAB-88E9-F3A5-1F916BFBE067}"/>
          </ac:spMkLst>
        </pc:spChg>
        <pc:spChg chg="mod">
          <ac:chgData name="Luis Carlos Guevara Hernandez" userId="946bcc4c-b146-4724-978c-751fab731e0a" providerId="ADAL" clId="{E8E95438-7D72-4151-95E2-CCAFE31D1FDF}" dt="2026-02-01T22:55:07.053" v="2172" actId="790"/>
          <ac:spMkLst>
            <pc:docMk/>
            <pc:sldMk cId="185445639" sldId="542"/>
            <ac:spMk id="38" creationId="{57B9C7F8-6B33-7D0B-11EC-AF5B8B3E819B}"/>
          </ac:spMkLst>
        </pc:spChg>
        <pc:spChg chg="mod">
          <ac:chgData name="Luis Carlos Guevara Hernandez" userId="946bcc4c-b146-4724-978c-751fab731e0a" providerId="ADAL" clId="{E8E95438-7D72-4151-95E2-CCAFE31D1FDF}" dt="2026-02-01T22:55:07.053" v="2172" actId="790"/>
          <ac:spMkLst>
            <pc:docMk/>
            <pc:sldMk cId="185445639" sldId="542"/>
            <ac:spMk id="39" creationId="{30D1938F-E596-3E50-F220-22FFF06D8CC4}"/>
          </ac:spMkLst>
        </pc:spChg>
        <pc:spChg chg="mod">
          <ac:chgData name="Luis Carlos Guevara Hernandez" userId="946bcc4c-b146-4724-978c-751fab731e0a" providerId="ADAL" clId="{E8E95438-7D72-4151-95E2-CCAFE31D1FDF}" dt="2026-02-01T22:47:34.502" v="1903" actId="1076"/>
          <ac:spMkLst>
            <pc:docMk/>
            <pc:sldMk cId="185445639" sldId="542"/>
            <ac:spMk id="40" creationId="{85C040F3-01F3-5D62-C178-3E691674BBB4}"/>
          </ac:spMkLst>
        </pc:spChg>
        <pc:grpChg chg="mod">
          <ac:chgData name="Luis Carlos Guevara Hernandez" userId="946bcc4c-b146-4724-978c-751fab731e0a" providerId="ADAL" clId="{E8E95438-7D72-4151-95E2-CCAFE31D1FDF}" dt="2026-02-01T22:47:34.502" v="1903" actId="1076"/>
          <ac:grpSpMkLst>
            <pc:docMk/>
            <pc:sldMk cId="185445639" sldId="542"/>
            <ac:grpSpMk id="37" creationId="{8FA795D3-5983-AA59-DE9F-DB234834C790}"/>
          </ac:grpSpMkLst>
        </pc:grpChg>
        <pc:picChg chg="mod">
          <ac:chgData name="Luis Carlos Guevara Hernandez" userId="946bcc4c-b146-4724-978c-751fab731e0a" providerId="ADAL" clId="{E8E95438-7D72-4151-95E2-CCAFE31D1FDF}" dt="2026-02-01T22:47:34.502" v="1903" actId="1076"/>
          <ac:picMkLst>
            <pc:docMk/>
            <pc:sldMk cId="185445639" sldId="542"/>
            <ac:picMk id="51" creationId="{4DF35968-402E-ADCF-69FB-2DF9B08E9283}"/>
          </ac:picMkLst>
        </pc:picChg>
      </pc:sldChg>
      <pc:sldChg chg="addSp delSp modSp add mod delAnim modAnim">
        <pc:chgData name="Luis Carlos Guevara Hernandez" userId="946bcc4c-b146-4724-978c-751fab731e0a" providerId="ADAL" clId="{E8E95438-7D72-4151-95E2-CCAFE31D1FDF}" dt="2026-02-01T23:38:08.290" v="2542"/>
        <pc:sldMkLst>
          <pc:docMk/>
          <pc:sldMk cId="399987579" sldId="547"/>
        </pc:sldMkLst>
        <pc:spChg chg="mod">
          <ac:chgData name="Luis Carlos Guevara Hernandez" userId="946bcc4c-b146-4724-978c-751fab731e0a" providerId="ADAL" clId="{E8E95438-7D72-4151-95E2-CCAFE31D1FDF}" dt="2026-02-01T23:28:35.045" v="2372" actId="14100"/>
          <ac:spMkLst>
            <pc:docMk/>
            <pc:sldMk cId="399987579" sldId="547"/>
            <ac:spMk id="3" creationId="{92CCA5B7-9807-917B-0F3F-004C8551D424}"/>
          </ac:spMkLst>
        </pc:spChg>
        <pc:spChg chg="mod">
          <ac:chgData name="Luis Carlos Guevara Hernandez" userId="946bcc4c-b146-4724-978c-751fab731e0a" providerId="ADAL" clId="{E8E95438-7D72-4151-95E2-CCAFE31D1FDF}" dt="2026-02-01T22:55:07.053" v="2172" actId="790"/>
          <ac:spMkLst>
            <pc:docMk/>
            <pc:sldMk cId="399987579" sldId="547"/>
            <ac:spMk id="4" creationId="{C8C79B1E-44D1-3B61-C97E-5CFD457FB038}"/>
          </ac:spMkLst>
        </pc:spChg>
        <pc:spChg chg="mod">
          <ac:chgData name="Luis Carlos Guevara Hernandez" userId="946bcc4c-b146-4724-978c-751fab731e0a" providerId="ADAL" clId="{E8E95438-7D72-4151-95E2-CCAFE31D1FDF}" dt="2026-02-01T23:28:42.850" v="2374" actId="14100"/>
          <ac:spMkLst>
            <pc:docMk/>
            <pc:sldMk cId="399987579" sldId="547"/>
            <ac:spMk id="9" creationId="{1BB04E3F-0410-ACBA-E564-D73848DEBDE2}"/>
          </ac:spMkLst>
        </pc:spChg>
        <pc:spChg chg="add del mod">
          <ac:chgData name="Luis Carlos Guevara Hernandez" userId="946bcc4c-b146-4724-978c-751fab731e0a" providerId="ADAL" clId="{E8E95438-7D72-4151-95E2-CCAFE31D1FDF}" dt="2026-02-01T22:58:03.029" v="2206" actId="207"/>
          <ac:spMkLst>
            <pc:docMk/>
            <pc:sldMk cId="399987579" sldId="547"/>
            <ac:spMk id="16" creationId="{0C058643-D3CF-D39A-D438-F9A50B4B3EF9}"/>
          </ac:spMkLst>
        </pc:spChg>
        <pc:spChg chg="mod">
          <ac:chgData name="Luis Carlos Guevara Hernandez" userId="946bcc4c-b146-4724-978c-751fab731e0a" providerId="ADAL" clId="{E8E95438-7D72-4151-95E2-CCAFE31D1FDF}" dt="2026-02-01T23:30:18.060" v="2453" actId="313"/>
          <ac:spMkLst>
            <pc:docMk/>
            <pc:sldMk cId="399987579" sldId="547"/>
            <ac:spMk id="19" creationId="{5D32914B-152E-C8CA-881F-B18B1406EA5A}"/>
          </ac:spMkLst>
        </pc:spChg>
        <pc:spChg chg="mod">
          <ac:chgData name="Luis Carlos Guevara Hernandez" userId="946bcc4c-b146-4724-978c-751fab731e0a" providerId="ADAL" clId="{E8E95438-7D72-4151-95E2-CCAFE31D1FDF}" dt="2026-02-01T23:22:13.361" v="2207"/>
          <ac:spMkLst>
            <pc:docMk/>
            <pc:sldMk cId="399987579" sldId="547"/>
            <ac:spMk id="20" creationId="{7A61B418-07F5-A7F0-D5E4-20DFFD95F08F}"/>
          </ac:spMkLst>
        </pc:spChg>
        <pc:spChg chg="add mod">
          <ac:chgData name="Luis Carlos Guevara Hernandez" userId="946bcc4c-b146-4724-978c-751fab731e0a" providerId="ADAL" clId="{E8E95438-7D72-4151-95E2-CCAFE31D1FDF}" dt="2026-02-01T23:29:36.918" v="2429" actId="1076"/>
          <ac:spMkLst>
            <pc:docMk/>
            <pc:sldMk cId="399987579" sldId="547"/>
            <ac:spMk id="23" creationId="{BD9A8D6B-8B1A-0134-27E6-2FDDD76AD39E}"/>
          </ac:spMkLst>
        </pc:spChg>
        <pc:spChg chg="add mod">
          <ac:chgData name="Luis Carlos Guevara Hernandez" userId="946bcc4c-b146-4724-978c-751fab731e0a" providerId="ADAL" clId="{E8E95438-7D72-4151-95E2-CCAFE31D1FDF}" dt="2026-02-01T23:29:36.918" v="2429" actId="1076"/>
          <ac:spMkLst>
            <pc:docMk/>
            <pc:sldMk cId="399987579" sldId="547"/>
            <ac:spMk id="24" creationId="{2DCE1C0D-3AE1-EF56-A767-7A62C614CD87}"/>
          </ac:spMkLst>
        </pc:spChg>
        <pc:spChg chg="add mod">
          <ac:chgData name="Luis Carlos Guevara Hernandez" userId="946bcc4c-b146-4724-978c-751fab731e0a" providerId="ADAL" clId="{E8E95438-7D72-4151-95E2-CCAFE31D1FDF}" dt="2026-02-01T23:29:36.918" v="2429" actId="1076"/>
          <ac:spMkLst>
            <pc:docMk/>
            <pc:sldMk cId="399987579" sldId="547"/>
            <ac:spMk id="25" creationId="{3ABE6185-45B7-8578-2C12-89582192906F}"/>
          </ac:spMkLst>
        </pc:spChg>
        <pc:spChg chg="add mod">
          <ac:chgData name="Luis Carlos Guevara Hernandez" userId="946bcc4c-b146-4724-978c-751fab731e0a" providerId="ADAL" clId="{E8E95438-7D72-4151-95E2-CCAFE31D1FDF}" dt="2026-02-01T23:38:08.290" v="2542"/>
          <ac:spMkLst>
            <pc:docMk/>
            <pc:sldMk cId="399987579" sldId="547"/>
            <ac:spMk id="27" creationId="{D0040CD3-A796-885C-D301-F5485D9AD09E}"/>
          </ac:spMkLst>
        </pc:spChg>
        <pc:spChg chg="mod">
          <ac:chgData name="Luis Carlos Guevara Hernandez" userId="946bcc4c-b146-4724-978c-751fab731e0a" providerId="ADAL" clId="{E8E95438-7D72-4151-95E2-CCAFE31D1FDF}" dt="2026-02-01T23:29:46.571" v="2430" actId="208"/>
          <ac:spMkLst>
            <pc:docMk/>
            <pc:sldMk cId="399987579" sldId="547"/>
            <ac:spMk id="50" creationId="{BEBE066D-1CEF-7EF9-7769-6A395A7D2157}"/>
          </ac:spMkLst>
        </pc:spChg>
        <pc:spChg chg="mod">
          <ac:chgData name="Luis Carlos Guevara Hernandez" userId="946bcc4c-b146-4724-978c-751fab731e0a" providerId="ADAL" clId="{E8E95438-7D72-4151-95E2-CCAFE31D1FDF}" dt="2026-02-01T23:29:48.786" v="2431" actId="208"/>
          <ac:spMkLst>
            <pc:docMk/>
            <pc:sldMk cId="399987579" sldId="547"/>
            <ac:spMk id="96" creationId="{059A242C-6887-D256-2680-027D046198C2}"/>
          </ac:spMkLst>
        </pc:spChg>
        <pc:spChg chg="mod">
          <ac:chgData name="Luis Carlos Guevara Hernandez" userId="946bcc4c-b146-4724-978c-751fab731e0a" providerId="ADAL" clId="{E8E95438-7D72-4151-95E2-CCAFE31D1FDF}" dt="2026-02-01T23:22:34.837" v="2223" actId="20577"/>
          <ac:spMkLst>
            <pc:docMk/>
            <pc:sldMk cId="399987579" sldId="547"/>
            <ac:spMk id="146" creationId="{A51AF8FA-0FEC-1E11-F19A-65C7FCD4B968}"/>
          </ac:spMkLst>
        </pc:spChg>
        <pc:spChg chg="mod">
          <ac:chgData name="Luis Carlos Guevara Hernandez" userId="946bcc4c-b146-4724-978c-751fab731e0a" providerId="ADAL" clId="{E8E95438-7D72-4151-95E2-CCAFE31D1FDF}" dt="2026-02-01T23:22:38.932" v="2229" actId="20577"/>
          <ac:spMkLst>
            <pc:docMk/>
            <pc:sldMk cId="399987579" sldId="547"/>
            <ac:spMk id="147" creationId="{7411DC04-589D-EE3D-17BE-3233F1A962D1}"/>
          </ac:spMkLst>
        </pc:spChg>
        <pc:spChg chg="mod">
          <ac:chgData name="Luis Carlos Guevara Hernandez" userId="946bcc4c-b146-4724-978c-751fab731e0a" providerId="ADAL" clId="{E8E95438-7D72-4151-95E2-CCAFE31D1FDF}" dt="2026-02-01T23:22:42.599" v="2235" actId="20577"/>
          <ac:spMkLst>
            <pc:docMk/>
            <pc:sldMk cId="399987579" sldId="547"/>
            <ac:spMk id="151" creationId="{A27198FA-EF36-32E4-5A4E-11BD50F44C1D}"/>
          </ac:spMkLst>
        </pc:spChg>
        <pc:spChg chg="mod">
          <ac:chgData name="Luis Carlos Guevara Hernandez" userId="946bcc4c-b146-4724-978c-751fab731e0a" providerId="ADAL" clId="{E8E95438-7D72-4151-95E2-CCAFE31D1FDF}" dt="2026-02-01T23:22:45.981" v="2239" actId="20577"/>
          <ac:spMkLst>
            <pc:docMk/>
            <pc:sldMk cId="399987579" sldId="547"/>
            <ac:spMk id="152" creationId="{06ADC1AF-2ECF-8D31-3D76-646968518E83}"/>
          </ac:spMkLst>
        </pc:spChg>
        <pc:spChg chg="add del mod">
          <ac:chgData name="Luis Carlos Guevara Hernandez" userId="946bcc4c-b146-4724-978c-751fab731e0a" providerId="ADAL" clId="{E8E95438-7D72-4151-95E2-CCAFE31D1FDF}" dt="2026-02-01T23:29:57.096" v="2432" actId="1076"/>
          <ac:spMkLst>
            <pc:docMk/>
            <pc:sldMk cId="399987579" sldId="547"/>
            <ac:spMk id="155" creationId="{4BE506E7-0EC6-0DE2-CF5F-9769BE1E95C2}"/>
          </ac:spMkLst>
        </pc:spChg>
        <pc:grpChg chg="add mod">
          <ac:chgData name="Luis Carlos Guevara Hernandez" userId="946bcc4c-b146-4724-978c-751fab731e0a" providerId="ADAL" clId="{E8E95438-7D72-4151-95E2-CCAFE31D1FDF}" dt="2026-02-01T23:22:13.361" v="2207"/>
          <ac:grpSpMkLst>
            <pc:docMk/>
            <pc:sldMk cId="399987579" sldId="547"/>
            <ac:grpSpMk id="18" creationId="{6598B729-4D1C-D4AF-5F88-39EAA2DB2297}"/>
          </ac:grpSpMkLst>
        </pc:grpChg>
      </pc:sldChg>
      <pc:sldChg chg="addSp delSp modSp add mod delAnim">
        <pc:chgData name="Luis Carlos Guevara Hernandez" userId="946bcc4c-b146-4724-978c-751fab731e0a" providerId="ADAL" clId="{E8E95438-7D72-4151-95E2-CCAFE31D1FDF}" dt="2026-02-01T23:38:08.922" v="2543"/>
        <pc:sldMkLst>
          <pc:docMk/>
          <pc:sldMk cId="1286297344" sldId="548"/>
        </pc:sldMkLst>
        <pc:spChg chg="add mod">
          <ac:chgData name="Luis Carlos Guevara Hernandez" userId="946bcc4c-b146-4724-978c-751fab731e0a" providerId="ADAL" clId="{E8E95438-7D72-4151-95E2-CCAFE31D1FDF}" dt="2026-02-01T23:34:10.846" v="2456"/>
          <ac:spMkLst>
            <pc:docMk/>
            <pc:sldMk cId="1286297344" sldId="548"/>
            <ac:spMk id="2" creationId="{0B02D895-9575-64E3-CA95-84E41B838B15}"/>
          </ac:spMkLst>
        </pc:spChg>
        <pc:spChg chg="mod">
          <ac:chgData name="Luis Carlos Guevara Hernandez" userId="946bcc4c-b146-4724-978c-751fab731e0a" providerId="ADAL" clId="{E8E95438-7D72-4151-95E2-CCAFE31D1FDF}" dt="2026-02-01T23:37:41.134" v="2536" actId="1076"/>
          <ac:spMkLst>
            <pc:docMk/>
            <pc:sldMk cId="1286297344" sldId="548"/>
            <ac:spMk id="7" creationId="{2480DC55-B272-8A32-DA4C-3D3424E4FC04}"/>
          </ac:spMkLst>
        </pc:spChg>
        <pc:spChg chg="mod">
          <ac:chgData name="Luis Carlos Guevara Hernandez" userId="946bcc4c-b146-4724-978c-751fab731e0a" providerId="ADAL" clId="{E8E95438-7D72-4151-95E2-CCAFE31D1FDF}" dt="2026-02-01T23:34:47.357" v="2464"/>
          <ac:spMkLst>
            <pc:docMk/>
            <pc:sldMk cId="1286297344" sldId="548"/>
            <ac:spMk id="9" creationId="{83835C9E-4E49-F3A5-08A4-F65C2BDA3544}"/>
          </ac:spMkLst>
        </pc:spChg>
        <pc:spChg chg="mod">
          <ac:chgData name="Luis Carlos Guevara Hernandez" userId="946bcc4c-b146-4724-978c-751fab731e0a" providerId="ADAL" clId="{E8E95438-7D72-4151-95E2-CCAFE31D1FDF}" dt="2026-02-01T22:55:07.053" v="2172" actId="790"/>
          <ac:spMkLst>
            <pc:docMk/>
            <pc:sldMk cId="1286297344" sldId="548"/>
            <ac:spMk id="10" creationId="{AC4843B7-DA00-E842-20F6-B75D436E5242}"/>
          </ac:spMkLst>
        </pc:spChg>
        <pc:spChg chg="mod">
          <ac:chgData name="Luis Carlos Guevara Hernandez" userId="946bcc4c-b146-4724-978c-751fab731e0a" providerId="ADAL" clId="{E8E95438-7D72-4151-95E2-CCAFE31D1FDF}" dt="2026-02-01T23:37:41.134" v="2536" actId="1076"/>
          <ac:spMkLst>
            <pc:docMk/>
            <pc:sldMk cId="1286297344" sldId="548"/>
            <ac:spMk id="14" creationId="{0267DD9D-001D-C0E4-59D6-2BC0074217A9}"/>
          </ac:spMkLst>
        </pc:spChg>
        <pc:spChg chg="mod">
          <ac:chgData name="Luis Carlos Guevara Hernandez" userId="946bcc4c-b146-4724-978c-751fab731e0a" providerId="ADAL" clId="{E8E95438-7D72-4151-95E2-CCAFE31D1FDF}" dt="2026-02-01T23:34:47.357" v="2464"/>
          <ac:spMkLst>
            <pc:docMk/>
            <pc:sldMk cId="1286297344" sldId="548"/>
            <ac:spMk id="15" creationId="{88957A44-74BE-B3AD-E2E1-ADC0DB5DCA19}"/>
          </ac:spMkLst>
        </pc:spChg>
        <pc:spChg chg="mod">
          <ac:chgData name="Luis Carlos Guevara Hernandez" userId="946bcc4c-b146-4724-978c-751fab731e0a" providerId="ADAL" clId="{E8E95438-7D72-4151-95E2-CCAFE31D1FDF}" dt="2026-02-01T23:34:47.357" v="2464"/>
          <ac:spMkLst>
            <pc:docMk/>
            <pc:sldMk cId="1286297344" sldId="548"/>
            <ac:spMk id="22" creationId="{C77F9382-2A6D-64C0-CC9F-512E9E9074B2}"/>
          </ac:spMkLst>
        </pc:spChg>
        <pc:spChg chg="mod">
          <ac:chgData name="Luis Carlos Guevara Hernandez" userId="946bcc4c-b146-4724-978c-751fab731e0a" providerId="ADAL" clId="{E8E95438-7D72-4151-95E2-CCAFE31D1FDF}" dt="2026-02-01T23:34:47.357" v="2464"/>
          <ac:spMkLst>
            <pc:docMk/>
            <pc:sldMk cId="1286297344" sldId="548"/>
            <ac:spMk id="23" creationId="{03CA7217-C136-911B-B0E3-96E544AB635E}"/>
          </ac:spMkLst>
        </pc:spChg>
        <pc:spChg chg="mod">
          <ac:chgData name="Luis Carlos Guevara Hernandez" userId="946bcc4c-b146-4724-978c-751fab731e0a" providerId="ADAL" clId="{E8E95438-7D72-4151-95E2-CCAFE31D1FDF}" dt="2026-02-01T23:34:47.357" v="2464"/>
          <ac:spMkLst>
            <pc:docMk/>
            <pc:sldMk cId="1286297344" sldId="548"/>
            <ac:spMk id="24" creationId="{F71D2DBB-EFDD-5E48-7896-C6BE034364E4}"/>
          </ac:spMkLst>
        </pc:spChg>
        <pc:spChg chg="mod">
          <ac:chgData name="Luis Carlos Guevara Hernandez" userId="946bcc4c-b146-4724-978c-751fab731e0a" providerId="ADAL" clId="{E8E95438-7D72-4151-95E2-CCAFE31D1FDF}" dt="2026-02-01T23:34:47.357" v="2464"/>
          <ac:spMkLst>
            <pc:docMk/>
            <pc:sldMk cId="1286297344" sldId="548"/>
            <ac:spMk id="25" creationId="{828767CB-1A59-6A76-39B3-52150CF4F3A7}"/>
          </ac:spMkLst>
        </pc:spChg>
        <pc:spChg chg="add mod">
          <ac:chgData name="Luis Carlos Guevara Hernandez" userId="946bcc4c-b146-4724-978c-751fab731e0a" providerId="ADAL" clId="{E8E95438-7D72-4151-95E2-CCAFE31D1FDF}" dt="2026-02-01T23:38:08.922" v="2543"/>
          <ac:spMkLst>
            <pc:docMk/>
            <pc:sldMk cId="1286297344" sldId="548"/>
            <ac:spMk id="26" creationId="{A511322F-8A9E-C620-5F77-993FC289C9B7}"/>
          </ac:spMkLst>
        </pc:spChg>
        <pc:spChg chg="mod">
          <ac:chgData name="Luis Carlos Guevara Hernandez" userId="946bcc4c-b146-4724-978c-751fab731e0a" providerId="ADAL" clId="{E8E95438-7D72-4151-95E2-CCAFE31D1FDF}" dt="2026-02-01T23:37:41.134" v="2536" actId="1076"/>
          <ac:spMkLst>
            <pc:docMk/>
            <pc:sldMk cId="1286297344" sldId="548"/>
            <ac:spMk id="45" creationId="{F6004AD7-8E78-9A33-E441-FACC4C9AC3CD}"/>
          </ac:spMkLst>
        </pc:spChg>
        <pc:spChg chg="mod">
          <ac:chgData name="Luis Carlos Guevara Hernandez" userId="946bcc4c-b146-4724-978c-751fab731e0a" providerId="ADAL" clId="{E8E95438-7D72-4151-95E2-CCAFE31D1FDF}" dt="2026-02-01T23:37:57.733" v="2540" actId="14100"/>
          <ac:spMkLst>
            <pc:docMk/>
            <pc:sldMk cId="1286297344" sldId="548"/>
            <ac:spMk id="155" creationId="{CD93D019-0166-ED67-1942-AEACD9C44069}"/>
          </ac:spMkLst>
        </pc:spChg>
        <pc:grpChg chg="add mod">
          <ac:chgData name="Luis Carlos Guevara Hernandez" userId="946bcc4c-b146-4724-978c-751fab731e0a" providerId="ADAL" clId="{E8E95438-7D72-4151-95E2-CCAFE31D1FDF}" dt="2026-02-01T23:34:57.685" v="2469" actId="1076"/>
          <ac:grpSpMkLst>
            <pc:docMk/>
            <pc:sldMk cId="1286297344" sldId="548"/>
            <ac:grpSpMk id="3" creationId="{B529BA6D-9CF6-001F-7CB9-5704A5515182}"/>
          </ac:grpSpMkLst>
        </pc:grpChg>
        <pc:picChg chg="mod">
          <ac:chgData name="Luis Carlos Guevara Hernandez" userId="946bcc4c-b146-4724-978c-751fab731e0a" providerId="ADAL" clId="{E8E95438-7D72-4151-95E2-CCAFE31D1FDF}" dt="2026-02-01T23:37:41.134" v="2536" actId="1076"/>
          <ac:picMkLst>
            <pc:docMk/>
            <pc:sldMk cId="1286297344" sldId="548"/>
            <ac:picMk id="13" creationId="{6B6942AE-4624-19CE-020E-9A0373ED729B}"/>
          </ac:picMkLst>
        </pc:picChg>
        <pc:picChg chg="mod">
          <ac:chgData name="Luis Carlos Guevara Hernandez" userId="946bcc4c-b146-4724-978c-751fab731e0a" providerId="ADAL" clId="{E8E95438-7D72-4151-95E2-CCAFE31D1FDF}" dt="2026-02-01T23:37:41.134" v="2536" actId="1076"/>
          <ac:picMkLst>
            <pc:docMk/>
            <pc:sldMk cId="1286297344" sldId="548"/>
            <ac:picMk id="47" creationId="{D15D3FF5-BAC6-6C57-0141-A8D8A15B5512}"/>
          </ac:picMkLst>
        </pc:picChg>
        <pc:picChg chg="mod">
          <ac:chgData name="Luis Carlos Guevara Hernandez" userId="946bcc4c-b146-4724-978c-751fab731e0a" providerId="ADAL" clId="{E8E95438-7D72-4151-95E2-CCAFE31D1FDF}" dt="2026-02-01T23:37:41.134" v="2536" actId="1076"/>
          <ac:picMkLst>
            <pc:docMk/>
            <pc:sldMk cId="1286297344" sldId="548"/>
            <ac:picMk id="48" creationId="{3ACAB37B-ABA9-C9C6-E5F5-60D056840DA4}"/>
          </ac:picMkLst>
        </pc:picChg>
        <pc:cxnChg chg="mod">
          <ac:chgData name="Luis Carlos Guevara Hernandez" userId="946bcc4c-b146-4724-978c-751fab731e0a" providerId="ADAL" clId="{E8E95438-7D72-4151-95E2-CCAFE31D1FDF}" dt="2026-02-01T23:34:47.357" v="2464"/>
          <ac:cxnSpMkLst>
            <pc:docMk/>
            <pc:sldMk cId="1286297344" sldId="548"/>
            <ac:cxnSpMk id="18" creationId="{9A5579AB-B7CD-BD04-5A09-B0BDEB3BB28E}"/>
          </ac:cxnSpMkLst>
        </pc:cxnChg>
        <pc:cxnChg chg="mod">
          <ac:chgData name="Luis Carlos Guevara Hernandez" userId="946bcc4c-b146-4724-978c-751fab731e0a" providerId="ADAL" clId="{E8E95438-7D72-4151-95E2-CCAFE31D1FDF}" dt="2026-02-01T23:34:47.357" v="2464"/>
          <ac:cxnSpMkLst>
            <pc:docMk/>
            <pc:sldMk cId="1286297344" sldId="548"/>
            <ac:cxnSpMk id="20" creationId="{E576E7C0-5740-0F1D-A7DC-F61668E16616}"/>
          </ac:cxnSpMkLst>
        </pc:cxnChg>
        <pc:cxnChg chg="mod">
          <ac:chgData name="Luis Carlos Guevara Hernandez" userId="946bcc4c-b146-4724-978c-751fab731e0a" providerId="ADAL" clId="{E8E95438-7D72-4151-95E2-CCAFE31D1FDF}" dt="2026-02-01T23:34:47.357" v="2464"/>
          <ac:cxnSpMkLst>
            <pc:docMk/>
            <pc:sldMk cId="1286297344" sldId="548"/>
            <ac:cxnSpMk id="21" creationId="{DA5DD4CD-7FEF-1793-F9A1-DED1CD0A97C0}"/>
          </ac:cxnSpMkLst>
        </pc:cxnChg>
      </pc:sldChg>
      <pc:sldChg chg="addSp delSp modSp add mod delAnim">
        <pc:chgData name="Luis Carlos Guevara Hernandez" userId="946bcc4c-b146-4724-978c-751fab731e0a" providerId="ADAL" clId="{E8E95438-7D72-4151-95E2-CCAFE31D1FDF}" dt="2026-02-01T23:40:49.746" v="2584"/>
        <pc:sldMkLst>
          <pc:docMk/>
          <pc:sldMk cId="1289207180" sldId="549"/>
        </pc:sldMkLst>
        <pc:spChg chg="add mod">
          <ac:chgData name="Luis Carlos Guevara Hernandez" userId="946bcc4c-b146-4724-978c-751fab731e0a" providerId="ADAL" clId="{E8E95438-7D72-4151-95E2-CCAFE31D1FDF}" dt="2026-02-01T23:38:30.965" v="2545"/>
          <ac:spMkLst>
            <pc:docMk/>
            <pc:sldMk cId="1289207180" sldId="549"/>
            <ac:spMk id="3" creationId="{2865A8C4-8AB3-CEA1-57B3-92040B262156}"/>
          </ac:spMkLst>
        </pc:spChg>
        <pc:spChg chg="mod">
          <ac:chgData name="Luis Carlos Guevara Hernandez" userId="946bcc4c-b146-4724-978c-751fab731e0a" providerId="ADAL" clId="{E8E95438-7D72-4151-95E2-CCAFE31D1FDF}" dt="2026-02-01T22:55:07.053" v="2172" actId="790"/>
          <ac:spMkLst>
            <pc:docMk/>
            <pc:sldMk cId="1289207180" sldId="549"/>
            <ac:spMk id="4" creationId="{587A5865-9D62-66BD-EFF5-AED37D80BDED}"/>
          </ac:spMkLst>
        </pc:spChg>
        <pc:spChg chg="mod">
          <ac:chgData name="Luis Carlos Guevara Hernandez" userId="946bcc4c-b146-4724-978c-751fab731e0a" providerId="ADAL" clId="{E8E95438-7D72-4151-95E2-CCAFE31D1FDF}" dt="2026-02-01T22:55:07.053" v="2172" actId="790"/>
          <ac:spMkLst>
            <pc:docMk/>
            <pc:sldMk cId="1289207180" sldId="549"/>
            <ac:spMk id="5" creationId="{001F7BA3-BDA8-2FA9-57D2-26F511C8640E}"/>
          </ac:spMkLst>
        </pc:spChg>
        <pc:spChg chg="add mod">
          <ac:chgData name="Luis Carlos Guevara Hernandez" userId="946bcc4c-b146-4724-978c-751fab731e0a" providerId="ADAL" clId="{E8E95438-7D72-4151-95E2-CCAFE31D1FDF}" dt="2026-02-01T23:40:49.746" v="2584"/>
          <ac:spMkLst>
            <pc:docMk/>
            <pc:sldMk cId="1289207180" sldId="549"/>
            <ac:spMk id="7" creationId="{9052330E-353D-7FB3-44C8-E2FE345A4032}"/>
          </ac:spMkLst>
        </pc:spChg>
        <pc:spChg chg="mod">
          <ac:chgData name="Luis Carlos Guevara Hernandez" userId="946bcc4c-b146-4724-978c-751fab731e0a" providerId="ADAL" clId="{E8E95438-7D72-4151-95E2-CCAFE31D1FDF}" dt="2026-02-01T22:55:07.053" v="2172" actId="790"/>
          <ac:spMkLst>
            <pc:docMk/>
            <pc:sldMk cId="1289207180" sldId="549"/>
            <ac:spMk id="10" creationId="{F8044171-D1BE-F7F8-3E22-9454DE0B97C9}"/>
          </ac:spMkLst>
        </pc:spChg>
        <pc:spChg chg="mod">
          <ac:chgData name="Luis Carlos Guevara Hernandez" userId="946bcc4c-b146-4724-978c-751fab731e0a" providerId="ADAL" clId="{E8E95438-7D72-4151-95E2-CCAFE31D1FDF}" dt="2026-02-01T23:40:38.793" v="2580" actId="1076"/>
          <ac:spMkLst>
            <pc:docMk/>
            <pc:sldMk cId="1289207180" sldId="549"/>
            <ac:spMk id="155" creationId="{EBB8C0F1-ADF0-68A4-EE43-057152E1D222}"/>
          </ac:spMkLst>
        </pc:spChg>
        <pc:picChg chg="mod">
          <ac:chgData name="Luis Carlos Guevara Hernandez" userId="946bcc4c-b146-4724-978c-751fab731e0a" providerId="ADAL" clId="{E8E95438-7D72-4151-95E2-CCAFE31D1FDF}" dt="2026-02-01T23:40:43.045" v="2582" actId="1076"/>
          <ac:picMkLst>
            <pc:docMk/>
            <pc:sldMk cId="1289207180" sldId="549"/>
            <ac:picMk id="2" creationId="{ACDC96AE-CCA8-CB2E-0AE1-909D93BFA6EA}"/>
          </ac:picMkLst>
        </pc:picChg>
        <pc:cxnChg chg="mod">
          <ac:chgData name="Luis Carlos Guevara Hernandez" userId="946bcc4c-b146-4724-978c-751fab731e0a" providerId="ADAL" clId="{E8E95438-7D72-4151-95E2-CCAFE31D1FDF}" dt="2026-02-01T23:39:11.010" v="2548" actId="208"/>
          <ac:cxnSpMkLst>
            <pc:docMk/>
            <pc:sldMk cId="1289207180" sldId="549"/>
            <ac:cxnSpMk id="41" creationId="{E231CB4A-964A-435F-8436-DDD6013CE43D}"/>
          </ac:cxnSpMkLst>
        </pc:cxnChg>
        <pc:cxnChg chg="mod">
          <ac:chgData name="Luis Carlos Guevara Hernandez" userId="946bcc4c-b146-4724-978c-751fab731e0a" providerId="ADAL" clId="{E8E95438-7D72-4151-95E2-CCAFE31D1FDF}" dt="2026-02-01T23:39:16.914" v="2550" actId="1035"/>
          <ac:cxnSpMkLst>
            <pc:docMk/>
            <pc:sldMk cId="1289207180" sldId="549"/>
            <ac:cxnSpMk id="53" creationId="{D034002D-4C2B-538F-F6EA-C6421D523B7E}"/>
          </ac:cxnSpMkLst>
        </pc:cxnChg>
        <pc:cxnChg chg="mod">
          <ac:chgData name="Luis Carlos Guevara Hernandez" userId="946bcc4c-b146-4724-978c-751fab731e0a" providerId="ADAL" clId="{E8E95438-7D72-4151-95E2-CCAFE31D1FDF}" dt="2026-02-01T23:39:08.210" v="2547" actId="208"/>
          <ac:cxnSpMkLst>
            <pc:docMk/>
            <pc:sldMk cId="1289207180" sldId="549"/>
            <ac:cxnSpMk id="54" creationId="{AEEA4201-1A1B-0552-2CCF-E7CEB51379C2}"/>
          </ac:cxnSpMkLst>
        </pc:cxnChg>
      </pc:sldChg>
      <pc:sldChg chg="addSp delSp modSp add mod delAnim">
        <pc:chgData name="Luis Carlos Guevara Hernandez" userId="946bcc4c-b146-4724-978c-751fab731e0a" providerId="ADAL" clId="{E8E95438-7D72-4151-95E2-CCAFE31D1FDF}" dt="2026-02-01T23:42:23.554" v="2608"/>
        <pc:sldMkLst>
          <pc:docMk/>
          <pc:sldMk cId="1227792092" sldId="550"/>
        </pc:sldMkLst>
        <pc:spChg chg="mod">
          <ac:chgData name="Luis Carlos Guevara Hernandez" userId="946bcc4c-b146-4724-978c-751fab731e0a" providerId="ADAL" clId="{E8E95438-7D72-4151-95E2-CCAFE31D1FDF}" dt="2026-02-01T22:55:07.053" v="2172" actId="790"/>
          <ac:spMkLst>
            <pc:docMk/>
            <pc:sldMk cId="1227792092" sldId="550"/>
            <ac:spMk id="4" creationId="{D0367BFE-AD83-BBD5-4892-F61161A3A7BD}"/>
          </ac:spMkLst>
        </pc:spChg>
        <pc:spChg chg="mod">
          <ac:chgData name="Luis Carlos Guevara Hernandez" userId="946bcc4c-b146-4724-978c-751fab731e0a" providerId="ADAL" clId="{E8E95438-7D72-4151-95E2-CCAFE31D1FDF}" dt="2026-02-01T22:55:07.053" v="2172" actId="790"/>
          <ac:spMkLst>
            <pc:docMk/>
            <pc:sldMk cId="1227792092" sldId="550"/>
            <ac:spMk id="5" creationId="{B9AE5A21-C019-8A33-3661-F50C667E9CFD}"/>
          </ac:spMkLst>
        </pc:spChg>
        <pc:spChg chg="add mod">
          <ac:chgData name="Luis Carlos Guevara Hernandez" userId="946bcc4c-b146-4724-978c-751fab731e0a" providerId="ADAL" clId="{E8E95438-7D72-4151-95E2-CCAFE31D1FDF}" dt="2026-02-01T23:41:05.001" v="2588"/>
          <ac:spMkLst>
            <pc:docMk/>
            <pc:sldMk cId="1227792092" sldId="550"/>
            <ac:spMk id="9" creationId="{FADD5E40-5673-1031-5F06-FD3DCC5F6427}"/>
          </ac:spMkLst>
        </pc:spChg>
        <pc:spChg chg="mod">
          <ac:chgData name="Luis Carlos Guevara Hernandez" userId="946bcc4c-b146-4724-978c-751fab731e0a" providerId="ADAL" clId="{E8E95438-7D72-4151-95E2-CCAFE31D1FDF}" dt="2026-02-01T22:55:07.053" v="2172" actId="790"/>
          <ac:spMkLst>
            <pc:docMk/>
            <pc:sldMk cId="1227792092" sldId="550"/>
            <ac:spMk id="10" creationId="{775FDA01-1C05-4F0C-40A4-65F29E789E6A}"/>
          </ac:spMkLst>
        </pc:spChg>
        <pc:spChg chg="add mod">
          <ac:chgData name="Luis Carlos Guevara Hernandez" userId="946bcc4c-b146-4724-978c-751fab731e0a" providerId="ADAL" clId="{E8E95438-7D72-4151-95E2-CCAFE31D1FDF}" dt="2026-02-01T23:42:23.554" v="2608"/>
          <ac:spMkLst>
            <pc:docMk/>
            <pc:sldMk cId="1227792092" sldId="550"/>
            <ac:spMk id="15" creationId="{A1CE742F-A3C7-FAEF-F01D-53B6DA5379E4}"/>
          </ac:spMkLst>
        </pc:spChg>
        <pc:spChg chg="mod">
          <ac:chgData name="Luis Carlos Guevara Hernandez" userId="946bcc4c-b146-4724-978c-751fab731e0a" providerId="ADAL" clId="{E8E95438-7D72-4151-95E2-CCAFE31D1FDF}" dt="2026-02-01T23:42:05.825" v="2605" actId="13926"/>
          <ac:spMkLst>
            <pc:docMk/>
            <pc:sldMk cId="1227792092" sldId="550"/>
            <ac:spMk id="155" creationId="{4E92B57E-A37C-F2D8-2410-4FEA827A0E79}"/>
          </ac:spMkLst>
        </pc:spChg>
        <pc:cxnChg chg="mod">
          <ac:chgData name="Luis Carlos Guevara Hernandez" userId="946bcc4c-b146-4724-978c-751fab731e0a" providerId="ADAL" clId="{E8E95438-7D72-4151-95E2-CCAFE31D1FDF}" dt="2026-02-01T23:42:12.056" v="2606" actId="208"/>
          <ac:cxnSpMkLst>
            <pc:docMk/>
            <pc:sldMk cId="1227792092" sldId="550"/>
            <ac:cxnSpMk id="60" creationId="{41911F6D-EBF6-705C-0B76-D570860A0C00}"/>
          </ac:cxnSpMkLst>
        </pc:cxnChg>
      </pc:sldChg>
      <pc:sldChg chg="addSp delSp modSp add mod delAnim">
        <pc:chgData name="Luis Carlos Guevara Hernandez" userId="946bcc4c-b146-4724-978c-751fab731e0a" providerId="ADAL" clId="{E8E95438-7D72-4151-95E2-CCAFE31D1FDF}" dt="2026-02-01T23:52:07.401" v="2886"/>
        <pc:sldMkLst>
          <pc:docMk/>
          <pc:sldMk cId="2968802784" sldId="551"/>
        </pc:sldMkLst>
        <pc:spChg chg="mod">
          <ac:chgData name="Luis Carlos Guevara Hernandez" userId="946bcc4c-b146-4724-978c-751fab731e0a" providerId="ADAL" clId="{E8E95438-7D72-4151-95E2-CCAFE31D1FDF}" dt="2026-02-01T23:45:44.847" v="2759" actId="1036"/>
          <ac:spMkLst>
            <pc:docMk/>
            <pc:sldMk cId="2968802784" sldId="551"/>
            <ac:spMk id="2" creationId="{30915F75-E1C3-4242-005F-1CB145B79178}"/>
          </ac:spMkLst>
        </pc:spChg>
        <pc:spChg chg="add mod">
          <ac:chgData name="Luis Carlos Guevara Hernandez" userId="946bcc4c-b146-4724-978c-751fab731e0a" providerId="ADAL" clId="{E8E95438-7D72-4151-95E2-CCAFE31D1FDF}" dt="2026-02-01T23:42:34.326" v="2611"/>
          <ac:spMkLst>
            <pc:docMk/>
            <pc:sldMk cId="2968802784" sldId="551"/>
            <ac:spMk id="3" creationId="{FB2718D8-5AF1-4EF2-27ED-BA23A6636B1C}"/>
          </ac:spMkLst>
        </pc:spChg>
        <pc:spChg chg="mod">
          <ac:chgData name="Luis Carlos Guevara Hernandez" userId="946bcc4c-b146-4724-978c-751fab731e0a" providerId="ADAL" clId="{E8E95438-7D72-4151-95E2-CCAFE31D1FDF}" dt="2026-02-01T22:55:07.053" v="2172" actId="790"/>
          <ac:spMkLst>
            <pc:docMk/>
            <pc:sldMk cId="2968802784" sldId="551"/>
            <ac:spMk id="4" creationId="{DD604470-1063-5E21-6CF1-3CA947F60687}"/>
          </ac:spMkLst>
        </pc:spChg>
        <pc:spChg chg="mod">
          <ac:chgData name="Luis Carlos Guevara Hernandez" userId="946bcc4c-b146-4724-978c-751fab731e0a" providerId="ADAL" clId="{E8E95438-7D72-4151-95E2-CCAFE31D1FDF}" dt="2026-02-01T22:55:07.053" v="2172" actId="790"/>
          <ac:spMkLst>
            <pc:docMk/>
            <pc:sldMk cId="2968802784" sldId="551"/>
            <ac:spMk id="5" creationId="{EDFE03AF-F7E3-7888-E042-216EB9A8ED9E}"/>
          </ac:spMkLst>
        </pc:spChg>
        <pc:spChg chg="add mod">
          <ac:chgData name="Luis Carlos Guevara Hernandez" userId="946bcc4c-b146-4724-978c-751fab731e0a" providerId="ADAL" clId="{E8E95438-7D72-4151-95E2-CCAFE31D1FDF}" dt="2026-02-01T23:52:07.401" v="2886"/>
          <ac:spMkLst>
            <pc:docMk/>
            <pc:sldMk cId="2968802784" sldId="551"/>
            <ac:spMk id="6" creationId="{2D3B12BC-D238-18B0-1AD7-8DD5D31CD352}"/>
          </ac:spMkLst>
        </pc:spChg>
        <pc:spChg chg="mod">
          <ac:chgData name="Luis Carlos Guevara Hernandez" userId="946bcc4c-b146-4724-978c-751fab731e0a" providerId="ADAL" clId="{E8E95438-7D72-4151-95E2-CCAFE31D1FDF}" dt="2026-02-01T22:55:07.053" v="2172" actId="790"/>
          <ac:spMkLst>
            <pc:docMk/>
            <pc:sldMk cId="2968802784" sldId="551"/>
            <ac:spMk id="10" creationId="{5585BB29-2D21-A46F-BE72-58C079CFA75B}"/>
          </ac:spMkLst>
        </pc:spChg>
        <pc:spChg chg="mod">
          <ac:chgData name="Luis Carlos Guevara Hernandez" userId="946bcc4c-b146-4724-978c-751fab731e0a" providerId="ADAL" clId="{E8E95438-7D72-4151-95E2-CCAFE31D1FDF}" dt="2026-02-01T23:45:44.847" v="2759" actId="1036"/>
          <ac:spMkLst>
            <pc:docMk/>
            <pc:sldMk cId="2968802784" sldId="551"/>
            <ac:spMk id="150" creationId="{0807038A-C0A4-5868-DCB8-DEC29B51636B}"/>
          </ac:spMkLst>
        </pc:spChg>
        <pc:spChg chg="mod">
          <ac:chgData name="Luis Carlos Guevara Hernandez" userId="946bcc4c-b146-4724-978c-751fab731e0a" providerId="ADAL" clId="{E8E95438-7D72-4151-95E2-CCAFE31D1FDF}" dt="2026-02-01T23:51:16.365" v="2874" actId="207"/>
          <ac:spMkLst>
            <pc:docMk/>
            <pc:sldMk cId="2968802784" sldId="551"/>
            <ac:spMk id="151" creationId="{6F7BEB8C-1AF3-1786-EBF2-791FC827C53F}"/>
          </ac:spMkLst>
        </pc:spChg>
        <pc:spChg chg="mod">
          <ac:chgData name="Luis Carlos Guevara Hernandez" userId="946bcc4c-b146-4724-978c-751fab731e0a" providerId="ADAL" clId="{E8E95438-7D72-4151-95E2-CCAFE31D1FDF}" dt="2026-02-01T23:45:46.253" v="2760" actId="1036"/>
          <ac:spMkLst>
            <pc:docMk/>
            <pc:sldMk cId="2968802784" sldId="551"/>
            <ac:spMk id="152" creationId="{8E9204AB-61BF-9064-6CAF-B666506156DE}"/>
          </ac:spMkLst>
        </pc:spChg>
        <pc:spChg chg="mod">
          <ac:chgData name="Luis Carlos Guevara Hernandez" userId="946bcc4c-b146-4724-978c-751fab731e0a" providerId="ADAL" clId="{E8E95438-7D72-4151-95E2-CCAFE31D1FDF}" dt="2026-02-01T23:51:30.275" v="2882" actId="20577"/>
          <ac:spMkLst>
            <pc:docMk/>
            <pc:sldMk cId="2968802784" sldId="551"/>
            <ac:spMk id="154" creationId="{6460BFB2-0B7D-C672-8400-0DA8ABB1FA09}"/>
          </ac:spMkLst>
        </pc:spChg>
        <pc:spChg chg="mod">
          <ac:chgData name="Luis Carlos Guevara Hernandez" userId="946bcc4c-b146-4724-978c-751fab731e0a" providerId="ADAL" clId="{E8E95438-7D72-4151-95E2-CCAFE31D1FDF}" dt="2026-02-01T23:45:44.847" v="2759" actId="1036"/>
          <ac:spMkLst>
            <pc:docMk/>
            <pc:sldMk cId="2968802784" sldId="551"/>
            <ac:spMk id="155" creationId="{214ED9D7-CA08-CD31-5872-DE36F85A164B}"/>
          </ac:spMkLst>
        </pc:spChg>
        <pc:spChg chg="mod">
          <ac:chgData name="Luis Carlos Guevara Hernandez" userId="946bcc4c-b146-4724-978c-751fab731e0a" providerId="ADAL" clId="{E8E95438-7D72-4151-95E2-CCAFE31D1FDF}" dt="2026-02-01T23:51:16.365" v="2874" actId="207"/>
          <ac:spMkLst>
            <pc:docMk/>
            <pc:sldMk cId="2968802784" sldId="551"/>
            <ac:spMk id="156" creationId="{C21B14A6-70E0-976D-D001-C2B291506D3A}"/>
          </ac:spMkLst>
        </pc:spChg>
        <pc:spChg chg="mod">
          <ac:chgData name="Luis Carlos Guevara Hernandez" userId="946bcc4c-b146-4724-978c-751fab731e0a" providerId="ADAL" clId="{E8E95438-7D72-4151-95E2-CCAFE31D1FDF}" dt="2026-02-01T23:45:44.847" v="2759" actId="1036"/>
          <ac:spMkLst>
            <pc:docMk/>
            <pc:sldMk cId="2968802784" sldId="551"/>
            <ac:spMk id="157" creationId="{F7A86636-A144-5015-CBC1-2AA951A3234A}"/>
          </ac:spMkLst>
        </pc:spChg>
        <pc:spChg chg="mod">
          <ac:chgData name="Luis Carlos Guevara Hernandez" userId="946bcc4c-b146-4724-978c-751fab731e0a" providerId="ADAL" clId="{E8E95438-7D72-4151-95E2-CCAFE31D1FDF}" dt="2026-02-01T23:45:46.253" v="2760" actId="1036"/>
          <ac:spMkLst>
            <pc:docMk/>
            <pc:sldMk cId="2968802784" sldId="551"/>
            <ac:spMk id="159" creationId="{323A3813-0313-20CD-C621-63E293CC724E}"/>
          </ac:spMkLst>
        </pc:spChg>
        <pc:spChg chg="mod">
          <ac:chgData name="Luis Carlos Guevara Hernandez" userId="946bcc4c-b146-4724-978c-751fab731e0a" providerId="ADAL" clId="{E8E95438-7D72-4151-95E2-CCAFE31D1FDF}" dt="2026-02-01T23:51:16.365" v="2874" actId="207"/>
          <ac:spMkLst>
            <pc:docMk/>
            <pc:sldMk cId="2968802784" sldId="551"/>
            <ac:spMk id="160" creationId="{96441C54-64C3-C5A3-F7D7-A5738D566110}"/>
          </ac:spMkLst>
        </pc:spChg>
        <pc:spChg chg="mod">
          <ac:chgData name="Luis Carlos Guevara Hernandez" userId="946bcc4c-b146-4724-978c-751fab731e0a" providerId="ADAL" clId="{E8E95438-7D72-4151-95E2-CCAFE31D1FDF}" dt="2026-02-01T23:45:46.253" v="2760" actId="1036"/>
          <ac:spMkLst>
            <pc:docMk/>
            <pc:sldMk cId="2968802784" sldId="551"/>
            <ac:spMk id="161" creationId="{0C6FA75A-A7FD-11F9-0E4D-2550D43BCE0E}"/>
          </ac:spMkLst>
        </pc:spChg>
        <pc:spChg chg="mod">
          <ac:chgData name="Luis Carlos Guevara Hernandez" userId="946bcc4c-b146-4724-978c-751fab731e0a" providerId="ADAL" clId="{E8E95438-7D72-4151-95E2-CCAFE31D1FDF}" dt="2026-02-01T23:51:16.365" v="2874" actId="207"/>
          <ac:spMkLst>
            <pc:docMk/>
            <pc:sldMk cId="2968802784" sldId="551"/>
            <ac:spMk id="162" creationId="{DE337899-79FD-3388-B994-8C59C390D137}"/>
          </ac:spMkLst>
        </pc:spChg>
        <pc:spChg chg="mod">
          <ac:chgData name="Luis Carlos Guevara Hernandez" userId="946bcc4c-b146-4724-978c-751fab731e0a" providerId="ADAL" clId="{E8E95438-7D72-4151-95E2-CCAFE31D1FDF}" dt="2026-02-01T23:45:46.253" v="2760" actId="1036"/>
          <ac:spMkLst>
            <pc:docMk/>
            <pc:sldMk cId="2968802784" sldId="551"/>
            <ac:spMk id="163" creationId="{C1AA072C-D4FD-96E7-384B-66EAF5DCBC0A}"/>
          </ac:spMkLst>
        </pc:spChg>
        <pc:spChg chg="mod">
          <ac:chgData name="Luis Carlos Guevara Hernandez" userId="946bcc4c-b146-4724-978c-751fab731e0a" providerId="ADAL" clId="{E8E95438-7D72-4151-95E2-CCAFE31D1FDF}" dt="2026-02-01T23:45:46.253" v="2760" actId="1036"/>
          <ac:spMkLst>
            <pc:docMk/>
            <pc:sldMk cId="2968802784" sldId="551"/>
            <ac:spMk id="165" creationId="{2AEFD58B-BEB0-CD18-EA04-F648FCED974C}"/>
          </ac:spMkLst>
        </pc:spChg>
        <pc:spChg chg="mod">
          <ac:chgData name="Luis Carlos Guevara Hernandez" userId="946bcc4c-b146-4724-978c-751fab731e0a" providerId="ADAL" clId="{E8E95438-7D72-4151-95E2-CCAFE31D1FDF}" dt="2026-02-01T23:45:46.253" v="2760" actId="1036"/>
          <ac:spMkLst>
            <pc:docMk/>
            <pc:sldMk cId="2968802784" sldId="551"/>
            <ac:spMk id="167" creationId="{991AD368-9505-5033-413F-70BA8609EB0A}"/>
          </ac:spMkLst>
        </pc:spChg>
        <pc:spChg chg="mod">
          <ac:chgData name="Luis Carlos Guevara Hernandez" userId="946bcc4c-b146-4724-978c-751fab731e0a" providerId="ADAL" clId="{E8E95438-7D72-4151-95E2-CCAFE31D1FDF}" dt="2026-02-01T23:45:58.882" v="2763" actId="20577"/>
          <ac:spMkLst>
            <pc:docMk/>
            <pc:sldMk cId="2968802784" sldId="551"/>
            <ac:spMk id="168" creationId="{FFD59A2B-F777-1528-585B-1142F01D0049}"/>
          </ac:spMkLst>
        </pc:spChg>
        <pc:graphicFrameChg chg="modGraphic">
          <ac:chgData name="Luis Carlos Guevara Hernandez" userId="946bcc4c-b146-4724-978c-751fab731e0a" providerId="ADAL" clId="{E8E95438-7D72-4151-95E2-CCAFE31D1FDF}" dt="2026-02-01T23:43:02.453" v="2628" actId="20577"/>
          <ac:graphicFrameMkLst>
            <pc:docMk/>
            <pc:sldMk cId="2968802784" sldId="551"/>
            <ac:graphicFrameMk id="164" creationId="{F7CF6F75-B68D-DA28-2A00-F2DC2F507CCC}"/>
          </ac:graphicFrameMkLst>
        </pc:graphicFrameChg>
        <pc:picChg chg="mod">
          <ac:chgData name="Luis Carlos Guevara Hernandez" userId="946bcc4c-b146-4724-978c-751fab731e0a" providerId="ADAL" clId="{E8E95438-7D72-4151-95E2-CCAFE31D1FDF}" dt="2026-02-01T23:45:38.489" v="2752" actId="1076"/>
          <ac:picMkLst>
            <pc:docMk/>
            <pc:sldMk cId="2968802784" sldId="551"/>
            <ac:picMk id="20" creationId="{7A926C53-0BC6-45BC-EE39-BC27F22D2845}"/>
          </ac:picMkLst>
        </pc:picChg>
        <pc:picChg chg="mod">
          <ac:chgData name="Luis Carlos Guevara Hernandez" userId="946bcc4c-b146-4724-978c-751fab731e0a" providerId="ADAL" clId="{E8E95438-7D72-4151-95E2-CCAFE31D1FDF}" dt="2026-02-01T23:45:38.489" v="2752" actId="1076"/>
          <ac:picMkLst>
            <pc:docMk/>
            <pc:sldMk cId="2968802784" sldId="551"/>
            <ac:picMk id="23" creationId="{A1CFC754-BE68-432B-CBA2-7F1054B0800A}"/>
          </ac:picMkLst>
        </pc:picChg>
        <pc:picChg chg="mod">
          <ac:chgData name="Luis Carlos Guevara Hernandez" userId="946bcc4c-b146-4724-978c-751fab731e0a" providerId="ADAL" clId="{E8E95438-7D72-4151-95E2-CCAFE31D1FDF}" dt="2026-02-01T23:45:38.489" v="2752" actId="1076"/>
          <ac:picMkLst>
            <pc:docMk/>
            <pc:sldMk cId="2968802784" sldId="551"/>
            <ac:picMk id="24" creationId="{675741A3-0562-AEA1-C04C-6A378EE51B59}"/>
          </ac:picMkLst>
        </pc:picChg>
      </pc:sldChg>
      <pc:sldChg chg="addSp delSp modSp add mod delAnim modAnim">
        <pc:chgData name="Luis Carlos Guevara Hernandez" userId="946bcc4c-b146-4724-978c-751fab731e0a" providerId="ADAL" clId="{E8E95438-7D72-4151-95E2-CCAFE31D1FDF}" dt="2026-02-01T23:52:08.280" v="2887"/>
        <pc:sldMkLst>
          <pc:docMk/>
          <pc:sldMk cId="1936215075" sldId="553"/>
        </pc:sldMkLst>
        <pc:spChg chg="mod">
          <ac:chgData name="Luis Carlos Guevara Hernandez" userId="946bcc4c-b146-4724-978c-751fab731e0a" providerId="ADAL" clId="{E8E95438-7D72-4151-95E2-CCAFE31D1FDF}" dt="2026-02-01T23:50:52.114" v="2870" actId="20577"/>
          <ac:spMkLst>
            <pc:docMk/>
            <pc:sldMk cId="1936215075" sldId="553"/>
            <ac:spMk id="3" creationId="{47094AE0-4C3F-D1CF-88F1-0D9934AC6466}"/>
          </ac:spMkLst>
        </pc:spChg>
        <pc:spChg chg="mod">
          <ac:chgData name="Luis Carlos Guevara Hernandez" userId="946bcc4c-b146-4724-978c-751fab731e0a" providerId="ADAL" clId="{E8E95438-7D72-4151-95E2-CCAFE31D1FDF}" dt="2026-02-01T22:55:07.053" v="2172" actId="790"/>
          <ac:spMkLst>
            <pc:docMk/>
            <pc:sldMk cId="1936215075" sldId="553"/>
            <ac:spMk id="4" creationId="{EE257A2B-616C-F9A1-E978-70C6EF87935E}"/>
          </ac:spMkLst>
        </pc:spChg>
        <pc:spChg chg="mod">
          <ac:chgData name="Luis Carlos Guevara Hernandez" userId="946bcc4c-b146-4724-978c-751fab731e0a" providerId="ADAL" clId="{E8E95438-7D72-4151-95E2-CCAFE31D1FDF}" dt="2026-02-01T22:55:07.053" v="2172" actId="790"/>
          <ac:spMkLst>
            <pc:docMk/>
            <pc:sldMk cId="1936215075" sldId="553"/>
            <ac:spMk id="5" creationId="{85EC1183-1D51-723D-F908-F50AC6F501B1}"/>
          </ac:spMkLst>
        </pc:spChg>
        <pc:spChg chg="add mod">
          <ac:chgData name="Luis Carlos Guevara Hernandez" userId="946bcc4c-b146-4724-978c-751fab731e0a" providerId="ADAL" clId="{E8E95438-7D72-4151-95E2-CCAFE31D1FDF}" dt="2026-02-01T23:47:03.316" v="2772"/>
          <ac:spMkLst>
            <pc:docMk/>
            <pc:sldMk cId="1936215075" sldId="553"/>
            <ac:spMk id="6" creationId="{3BF3E7FC-25D2-8F9C-B0CA-1F9E272E29A2}"/>
          </ac:spMkLst>
        </pc:spChg>
        <pc:spChg chg="add mod">
          <ac:chgData name="Luis Carlos Guevara Hernandez" userId="946bcc4c-b146-4724-978c-751fab731e0a" providerId="ADAL" clId="{E8E95438-7D72-4151-95E2-CCAFE31D1FDF}" dt="2026-02-01T23:52:01.263" v="2885" actId="1076"/>
          <ac:spMkLst>
            <pc:docMk/>
            <pc:sldMk cId="1936215075" sldId="553"/>
            <ac:spMk id="7" creationId="{D8F20FD1-2836-10B2-9E20-6430D9EF8648}"/>
          </ac:spMkLst>
        </pc:spChg>
        <pc:spChg chg="add mod">
          <ac:chgData name="Luis Carlos Guevara Hernandez" userId="946bcc4c-b146-4724-978c-751fab731e0a" providerId="ADAL" clId="{E8E95438-7D72-4151-95E2-CCAFE31D1FDF}" dt="2026-02-01T23:52:01.263" v="2885" actId="1076"/>
          <ac:spMkLst>
            <pc:docMk/>
            <pc:sldMk cId="1936215075" sldId="553"/>
            <ac:spMk id="9" creationId="{08044AD2-29C1-5DA2-D1C5-EF22CF698462}"/>
          </ac:spMkLst>
        </pc:spChg>
        <pc:spChg chg="mod">
          <ac:chgData name="Luis Carlos Guevara Hernandez" userId="946bcc4c-b146-4724-978c-751fab731e0a" providerId="ADAL" clId="{E8E95438-7D72-4151-95E2-CCAFE31D1FDF}" dt="2026-02-01T22:55:07.053" v="2172" actId="790"/>
          <ac:spMkLst>
            <pc:docMk/>
            <pc:sldMk cId="1936215075" sldId="553"/>
            <ac:spMk id="10" creationId="{5E6DF9E8-4359-44E1-79B5-9CE31691D2F2}"/>
          </ac:spMkLst>
        </pc:spChg>
        <pc:spChg chg="add mod">
          <ac:chgData name="Luis Carlos Guevara Hernandez" userId="946bcc4c-b146-4724-978c-751fab731e0a" providerId="ADAL" clId="{E8E95438-7D72-4151-95E2-CCAFE31D1FDF}" dt="2026-02-01T23:52:08.280" v="2887"/>
          <ac:spMkLst>
            <pc:docMk/>
            <pc:sldMk cId="1936215075" sldId="553"/>
            <ac:spMk id="13" creationId="{081EBBAD-214C-2006-92E7-1F850631AA09}"/>
          </ac:spMkLst>
        </pc:spChg>
        <pc:graphicFrameChg chg="mod modGraphic">
          <ac:chgData name="Luis Carlos Guevara Hernandez" userId="946bcc4c-b146-4724-978c-751fab731e0a" providerId="ADAL" clId="{E8E95438-7D72-4151-95E2-CCAFE31D1FDF}" dt="2026-02-01T23:52:01.263" v="2885" actId="1076"/>
          <ac:graphicFrameMkLst>
            <pc:docMk/>
            <pc:sldMk cId="1936215075" sldId="553"/>
            <ac:graphicFrameMk id="12" creationId="{44380EBE-7995-998F-3BBC-A4BA804DFE40}"/>
          </ac:graphicFrameMkLst>
        </pc:graphicFrameChg>
        <pc:picChg chg="mod modCrop">
          <ac:chgData name="Luis Carlos Guevara Hernandez" userId="946bcc4c-b146-4724-978c-751fab731e0a" providerId="ADAL" clId="{E8E95438-7D72-4151-95E2-CCAFE31D1FDF}" dt="2026-02-01T23:52:01.263" v="2885" actId="1076"/>
          <ac:picMkLst>
            <pc:docMk/>
            <pc:sldMk cId="1936215075" sldId="553"/>
            <ac:picMk id="14" creationId="{EDB74ECD-8865-9FFE-DDBF-79CFDCDC5771}"/>
          </ac:picMkLst>
        </pc:picChg>
      </pc:sldChg>
      <pc:sldChg chg="addSp delSp modSp add mod delAnim modAnim">
        <pc:chgData name="Luis Carlos Guevara Hernandez" userId="946bcc4c-b146-4724-978c-751fab731e0a" providerId="ADAL" clId="{E8E95438-7D72-4151-95E2-CCAFE31D1FDF}" dt="2026-02-02T00:03:29.124" v="3147"/>
        <pc:sldMkLst>
          <pc:docMk/>
          <pc:sldMk cId="249344862" sldId="554"/>
        </pc:sldMkLst>
        <pc:spChg chg="add mod">
          <ac:chgData name="Luis Carlos Guevara Hernandez" userId="946bcc4c-b146-4724-978c-751fab731e0a" providerId="ADAL" clId="{E8E95438-7D72-4151-95E2-CCAFE31D1FDF}" dt="2026-02-01T23:46:21.082" v="2766"/>
          <ac:spMkLst>
            <pc:docMk/>
            <pc:sldMk cId="249344862" sldId="554"/>
            <ac:spMk id="2" creationId="{602C2754-9565-C118-6696-CB64E4FC2991}"/>
          </ac:spMkLst>
        </pc:spChg>
        <pc:spChg chg="mod">
          <ac:chgData name="Luis Carlos Guevara Hernandez" userId="946bcc4c-b146-4724-978c-751fab731e0a" providerId="ADAL" clId="{E8E95438-7D72-4151-95E2-CCAFE31D1FDF}" dt="2026-02-01T23:55:29.155" v="2965" actId="1076"/>
          <ac:spMkLst>
            <pc:docMk/>
            <pc:sldMk cId="249344862" sldId="554"/>
            <ac:spMk id="3" creationId="{61FC5663-6A31-54D9-959B-5BE84A4E153B}"/>
          </ac:spMkLst>
        </pc:spChg>
        <pc:spChg chg="mod">
          <ac:chgData name="Luis Carlos Guevara Hernandez" userId="946bcc4c-b146-4724-978c-751fab731e0a" providerId="ADAL" clId="{E8E95438-7D72-4151-95E2-CCAFE31D1FDF}" dt="2026-02-01T22:55:07.053" v="2172" actId="790"/>
          <ac:spMkLst>
            <pc:docMk/>
            <pc:sldMk cId="249344862" sldId="554"/>
            <ac:spMk id="5" creationId="{3AAA2E7E-068D-3854-2FA6-D60DC7A50D79}"/>
          </ac:spMkLst>
        </pc:spChg>
        <pc:spChg chg="mod">
          <ac:chgData name="Luis Carlos Guevara Hernandez" userId="946bcc4c-b146-4724-978c-751fab731e0a" providerId="ADAL" clId="{E8E95438-7D72-4151-95E2-CCAFE31D1FDF}" dt="2026-02-01T23:55:29.155" v="2965" actId="1076"/>
          <ac:spMkLst>
            <pc:docMk/>
            <pc:sldMk cId="249344862" sldId="554"/>
            <ac:spMk id="6" creationId="{460F2A58-6B3F-174C-376B-4A8DB4542E1B}"/>
          </ac:spMkLst>
        </pc:spChg>
        <pc:spChg chg="mod">
          <ac:chgData name="Luis Carlos Guevara Hernandez" userId="946bcc4c-b146-4724-978c-751fab731e0a" providerId="ADAL" clId="{E8E95438-7D72-4151-95E2-CCAFE31D1FDF}" dt="2026-02-01T22:55:07.053" v="2172" actId="790"/>
          <ac:spMkLst>
            <pc:docMk/>
            <pc:sldMk cId="249344862" sldId="554"/>
            <ac:spMk id="10" creationId="{E4678F61-98D8-7FD9-E8FF-714B2D674DBA}"/>
          </ac:spMkLst>
        </pc:spChg>
        <pc:spChg chg="add mod">
          <ac:chgData name="Luis Carlos Guevara Hernandez" userId="946bcc4c-b146-4724-978c-751fab731e0a" providerId="ADAL" clId="{E8E95438-7D72-4151-95E2-CCAFE31D1FDF}" dt="2026-02-01T23:55:29.155" v="2965" actId="1076"/>
          <ac:spMkLst>
            <pc:docMk/>
            <pc:sldMk cId="249344862" sldId="554"/>
            <ac:spMk id="12" creationId="{98A23764-6694-7CE2-8F1B-9F320DEF5C7D}"/>
          </ac:spMkLst>
        </pc:spChg>
        <pc:spChg chg="add mod">
          <ac:chgData name="Luis Carlos Guevara Hernandez" userId="946bcc4c-b146-4724-978c-751fab731e0a" providerId="ADAL" clId="{E8E95438-7D72-4151-95E2-CCAFE31D1FDF}" dt="2026-02-01T23:55:29.155" v="2965" actId="1076"/>
          <ac:spMkLst>
            <pc:docMk/>
            <pc:sldMk cId="249344862" sldId="554"/>
            <ac:spMk id="14" creationId="{FB2B5E9B-ACE8-502B-5A01-5F1E41F10A43}"/>
          </ac:spMkLst>
        </pc:spChg>
        <pc:spChg chg="add mod">
          <ac:chgData name="Luis Carlos Guevara Hernandez" userId="946bcc4c-b146-4724-978c-751fab731e0a" providerId="ADAL" clId="{E8E95438-7D72-4151-95E2-CCAFE31D1FDF}" dt="2026-02-01T23:55:29.155" v="2965" actId="1076"/>
          <ac:spMkLst>
            <pc:docMk/>
            <pc:sldMk cId="249344862" sldId="554"/>
            <ac:spMk id="15" creationId="{9A6D9732-CEA4-FDAF-41AC-56AA26C2A07A}"/>
          </ac:spMkLst>
        </pc:spChg>
        <pc:spChg chg="add mod">
          <ac:chgData name="Luis Carlos Guevara Hernandez" userId="946bcc4c-b146-4724-978c-751fab731e0a" providerId="ADAL" clId="{E8E95438-7D72-4151-95E2-CCAFE31D1FDF}" dt="2026-02-02T00:03:29.124" v="3147"/>
          <ac:spMkLst>
            <pc:docMk/>
            <pc:sldMk cId="249344862" sldId="554"/>
            <ac:spMk id="16" creationId="{4E8A61EB-54EA-D1B3-D2C7-EFF35C56C12E}"/>
          </ac:spMkLst>
        </pc:spChg>
        <pc:spChg chg="mod">
          <ac:chgData name="Luis Carlos Guevara Hernandez" userId="946bcc4c-b146-4724-978c-751fab731e0a" providerId="ADAL" clId="{E8E95438-7D72-4151-95E2-CCAFE31D1FDF}" dt="2026-02-01T23:55:29.155" v="2965" actId="1076"/>
          <ac:spMkLst>
            <pc:docMk/>
            <pc:sldMk cId="249344862" sldId="554"/>
            <ac:spMk id="20" creationId="{69ED1AF3-ADA5-3D95-9CA8-17E96FBC4D4A}"/>
          </ac:spMkLst>
        </pc:spChg>
        <pc:spChg chg="mod">
          <ac:chgData name="Luis Carlos Guevara Hernandez" userId="946bcc4c-b146-4724-978c-751fab731e0a" providerId="ADAL" clId="{E8E95438-7D72-4151-95E2-CCAFE31D1FDF}" dt="2026-02-01T23:52:38.356" v="2894" actId="1076"/>
          <ac:spMkLst>
            <pc:docMk/>
            <pc:sldMk cId="249344862" sldId="554"/>
            <ac:spMk id="21" creationId="{98371B82-71E8-CC8B-0E74-7EABF33EFC29}"/>
          </ac:spMkLst>
        </pc:spChg>
        <pc:spChg chg="mod">
          <ac:chgData name="Luis Carlos Guevara Hernandez" userId="946bcc4c-b146-4724-978c-751fab731e0a" providerId="ADAL" clId="{E8E95438-7D72-4151-95E2-CCAFE31D1FDF}" dt="2026-02-01T23:55:29.155" v="2965" actId="1076"/>
          <ac:spMkLst>
            <pc:docMk/>
            <pc:sldMk cId="249344862" sldId="554"/>
            <ac:spMk id="25" creationId="{4EF8A8A7-1513-E502-F82B-041A8921BE8E}"/>
          </ac:spMkLst>
        </pc:spChg>
        <pc:spChg chg="mod">
          <ac:chgData name="Luis Carlos Guevara Hernandez" userId="946bcc4c-b146-4724-978c-751fab731e0a" providerId="ADAL" clId="{E8E95438-7D72-4151-95E2-CCAFE31D1FDF}" dt="2026-02-01T23:55:29.155" v="2965" actId="1076"/>
          <ac:spMkLst>
            <pc:docMk/>
            <pc:sldMk cId="249344862" sldId="554"/>
            <ac:spMk id="30" creationId="{7F44CFA7-826B-4DB9-A90D-F4A5367513AE}"/>
          </ac:spMkLst>
        </pc:spChg>
        <pc:spChg chg="mod">
          <ac:chgData name="Luis Carlos Guevara Hernandez" userId="946bcc4c-b146-4724-978c-751fab731e0a" providerId="ADAL" clId="{E8E95438-7D72-4151-95E2-CCAFE31D1FDF}" dt="2026-02-01T23:55:29.155" v="2965" actId="1076"/>
          <ac:spMkLst>
            <pc:docMk/>
            <pc:sldMk cId="249344862" sldId="554"/>
            <ac:spMk id="32" creationId="{FAA276EF-48F9-B7B3-56A9-C5B9D6C6F2E3}"/>
          </ac:spMkLst>
        </pc:spChg>
        <pc:spChg chg="mod">
          <ac:chgData name="Luis Carlos Guevara Hernandez" userId="946bcc4c-b146-4724-978c-751fab731e0a" providerId="ADAL" clId="{E8E95438-7D72-4151-95E2-CCAFE31D1FDF}" dt="2026-02-01T23:55:31.320" v="2966" actId="20577"/>
          <ac:spMkLst>
            <pc:docMk/>
            <pc:sldMk cId="249344862" sldId="554"/>
            <ac:spMk id="35" creationId="{3E9222E9-23AE-EC05-2016-AC1E30915E3A}"/>
          </ac:spMkLst>
        </pc:spChg>
        <pc:picChg chg="mod">
          <ac:chgData name="Luis Carlos Guevara Hernandez" userId="946bcc4c-b146-4724-978c-751fab731e0a" providerId="ADAL" clId="{E8E95438-7D72-4151-95E2-CCAFE31D1FDF}" dt="2026-02-01T23:52:38.356" v="2894" actId="1076"/>
          <ac:picMkLst>
            <pc:docMk/>
            <pc:sldMk cId="249344862" sldId="554"/>
            <ac:picMk id="9" creationId="{D9B4DFF1-FF04-2084-86C1-4AC1E22E9DE4}"/>
          </ac:picMkLst>
        </pc:picChg>
        <pc:picChg chg="mod">
          <ac:chgData name="Luis Carlos Guevara Hernandez" userId="946bcc4c-b146-4724-978c-751fab731e0a" providerId="ADAL" clId="{E8E95438-7D72-4151-95E2-CCAFE31D1FDF}" dt="2026-02-01T23:52:38.356" v="2894" actId="1076"/>
          <ac:picMkLst>
            <pc:docMk/>
            <pc:sldMk cId="249344862" sldId="554"/>
            <ac:picMk id="13" creationId="{651D5859-B333-7BDF-EFCD-DD8FB12CB194}"/>
          </ac:picMkLst>
        </pc:picChg>
        <pc:picChg chg="mod">
          <ac:chgData name="Luis Carlos Guevara Hernandez" userId="946bcc4c-b146-4724-978c-751fab731e0a" providerId="ADAL" clId="{E8E95438-7D72-4151-95E2-CCAFE31D1FDF}" dt="2026-02-01T23:52:38.356" v="2894" actId="1076"/>
          <ac:picMkLst>
            <pc:docMk/>
            <pc:sldMk cId="249344862" sldId="554"/>
            <ac:picMk id="19" creationId="{E4BED732-FBE7-1740-12F0-6062B92B775B}"/>
          </ac:picMkLst>
        </pc:picChg>
        <pc:picChg chg="mod">
          <ac:chgData name="Luis Carlos Guevara Hernandez" userId="946bcc4c-b146-4724-978c-751fab731e0a" providerId="ADAL" clId="{E8E95438-7D72-4151-95E2-CCAFE31D1FDF}" dt="2026-02-01T23:52:38.356" v="2894" actId="1076"/>
          <ac:picMkLst>
            <pc:docMk/>
            <pc:sldMk cId="249344862" sldId="554"/>
            <ac:picMk id="22" creationId="{28C4F1A3-C5AC-2D47-3AE2-03EC116C6339}"/>
          </ac:picMkLst>
        </pc:picChg>
        <pc:picChg chg="mod">
          <ac:chgData name="Luis Carlos Guevara Hernandez" userId="946bcc4c-b146-4724-978c-751fab731e0a" providerId="ADAL" clId="{E8E95438-7D72-4151-95E2-CCAFE31D1FDF}" dt="2026-02-01T23:52:38.356" v="2894" actId="1076"/>
          <ac:picMkLst>
            <pc:docMk/>
            <pc:sldMk cId="249344862" sldId="554"/>
            <ac:picMk id="31" creationId="{6B5406B6-A300-60D3-FCCC-DBAB3BDF463F}"/>
          </ac:picMkLst>
        </pc:picChg>
        <pc:picChg chg="mod">
          <ac:chgData name="Luis Carlos Guevara Hernandez" userId="946bcc4c-b146-4724-978c-751fab731e0a" providerId="ADAL" clId="{E8E95438-7D72-4151-95E2-CCAFE31D1FDF}" dt="2026-02-01T23:55:22.601" v="2964" actId="1076"/>
          <ac:picMkLst>
            <pc:docMk/>
            <pc:sldMk cId="249344862" sldId="554"/>
            <ac:picMk id="34" creationId="{270654F2-C51C-2834-2F18-10460D72D145}"/>
          </ac:picMkLst>
        </pc:picChg>
      </pc:sldChg>
      <pc:sldChg chg="addSp delSp modSp add mod delAnim">
        <pc:chgData name="Luis Carlos Guevara Hernandez" userId="946bcc4c-b146-4724-978c-751fab731e0a" providerId="ADAL" clId="{E8E95438-7D72-4151-95E2-CCAFE31D1FDF}" dt="2026-02-02T00:03:30.293" v="3148"/>
        <pc:sldMkLst>
          <pc:docMk/>
          <pc:sldMk cId="3018169007" sldId="555"/>
        </pc:sldMkLst>
        <pc:spChg chg="add mod">
          <ac:chgData name="Luis Carlos Guevara Hernandez" userId="946bcc4c-b146-4724-978c-751fab731e0a" providerId="ADAL" clId="{E8E95438-7D72-4151-95E2-CCAFE31D1FDF}" dt="2026-02-01T23:58:02.461" v="2970"/>
          <ac:spMkLst>
            <pc:docMk/>
            <pc:sldMk cId="3018169007" sldId="555"/>
            <ac:spMk id="3" creationId="{04CECEA9-A7E9-EFB8-0C04-FBF4ED1F06FA}"/>
          </ac:spMkLst>
        </pc:spChg>
        <pc:spChg chg="mod">
          <ac:chgData name="Luis Carlos Guevara Hernandez" userId="946bcc4c-b146-4724-978c-751fab731e0a" providerId="ADAL" clId="{E8E95438-7D72-4151-95E2-CCAFE31D1FDF}" dt="2026-02-01T22:55:07.053" v="2172" actId="790"/>
          <ac:spMkLst>
            <pc:docMk/>
            <pc:sldMk cId="3018169007" sldId="555"/>
            <ac:spMk id="4" creationId="{F32F30EF-A76C-9D4D-8571-719708048559}"/>
          </ac:spMkLst>
        </pc:spChg>
        <pc:spChg chg="mod">
          <ac:chgData name="Luis Carlos Guevara Hernandez" userId="946bcc4c-b146-4724-978c-751fab731e0a" providerId="ADAL" clId="{E8E95438-7D72-4151-95E2-CCAFE31D1FDF}" dt="2026-02-01T22:55:07.053" v="2172" actId="790"/>
          <ac:spMkLst>
            <pc:docMk/>
            <pc:sldMk cId="3018169007" sldId="555"/>
            <ac:spMk id="5" creationId="{6B985E6A-FC30-2FF9-D41F-1FE2DFBFD11B}"/>
          </ac:spMkLst>
        </pc:spChg>
        <pc:spChg chg="add mod">
          <ac:chgData name="Luis Carlos Guevara Hernandez" userId="946bcc4c-b146-4724-978c-751fab731e0a" providerId="ADAL" clId="{E8E95438-7D72-4151-95E2-CCAFE31D1FDF}" dt="2026-02-02T00:03:30.293" v="3148"/>
          <ac:spMkLst>
            <pc:docMk/>
            <pc:sldMk cId="3018169007" sldId="555"/>
            <ac:spMk id="6" creationId="{14144316-D189-9A83-3AF4-44EA01169353}"/>
          </ac:spMkLst>
        </pc:spChg>
        <pc:spChg chg="mod">
          <ac:chgData name="Luis Carlos Guevara Hernandez" userId="946bcc4c-b146-4724-978c-751fab731e0a" providerId="ADAL" clId="{E8E95438-7D72-4151-95E2-CCAFE31D1FDF}" dt="2026-02-01T22:55:07.053" v="2172" actId="790"/>
          <ac:spMkLst>
            <pc:docMk/>
            <pc:sldMk cId="3018169007" sldId="555"/>
            <ac:spMk id="10" creationId="{F3CF25BE-8E39-21F4-1300-C299C3D929F3}"/>
          </ac:spMkLst>
        </pc:spChg>
        <pc:spChg chg="mod">
          <ac:chgData name="Luis Carlos Guevara Hernandez" userId="946bcc4c-b146-4724-978c-751fab731e0a" providerId="ADAL" clId="{E8E95438-7D72-4151-95E2-CCAFE31D1FDF}" dt="2026-02-01T23:59:12.984" v="2994" actId="207"/>
          <ac:spMkLst>
            <pc:docMk/>
            <pc:sldMk cId="3018169007" sldId="555"/>
            <ac:spMk id="14" creationId="{0AB896B1-4B03-3C9A-4AC2-1103959A9013}"/>
          </ac:spMkLst>
        </pc:spChg>
        <pc:spChg chg="mod">
          <ac:chgData name="Luis Carlos Guevara Hernandez" userId="946bcc4c-b146-4724-978c-751fab731e0a" providerId="ADAL" clId="{E8E95438-7D72-4151-95E2-CCAFE31D1FDF}" dt="2026-02-02T00:03:18.657" v="3146" actId="207"/>
          <ac:spMkLst>
            <pc:docMk/>
            <pc:sldMk cId="3018169007" sldId="555"/>
            <ac:spMk id="18" creationId="{6B14993C-31E0-32DD-D2B7-42EC406ED3B9}"/>
          </ac:spMkLst>
        </pc:spChg>
        <pc:spChg chg="mod">
          <ac:chgData name="Luis Carlos Guevara Hernandez" userId="946bcc4c-b146-4724-978c-751fab731e0a" providerId="ADAL" clId="{E8E95438-7D72-4151-95E2-CCAFE31D1FDF}" dt="2026-02-01T23:58:15.038" v="2975" actId="207"/>
          <ac:spMkLst>
            <pc:docMk/>
            <pc:sldMk cId="3018169007" sldId="555"/>
            <ac:spMk id="32" creationId="{2ECA9F9F-340A-9178-C576-9362FFE364CE}"/>
          </ac:spMkLst>
        </pc:spChg>
        <pc:spChg chg="mod">
          <ac:chgData name="Luis Carlos Guevara Hernandez" userId="946bcc4c-b146-4724-978c-751fab731e0a" providerId="ADAL" clId="{E8E95438-7D72-4151-95E2-CCAFE31D1FDF}" dt="2026-02-02T00:03:18.657" v="3146" actId="207"/>
          <ac:spMkLst>
            <pc:docMk/>
            <pc:sldMk cId="3018169007" sldId="555"/>
            <ac:spMk id="35" creationId="{3F6A492C-D2E4-D022-6AA6-DFA461760BB6}"/>
          </ac:spMkLst>
        </pc:spChg>
      </pc:sldChg>
      <pc:sldChg chg="addSp delSp modSp add del mod setBg delAnim modAnim">
        <pc:chgData name="Luis Carlos Guevara Hernandez" userId="946bcc4c-b146-4724-978c-751fab731e0a" providerId="ADAL" clId="{E8E95438-7D72-4151-95E2-CCAFE31D1FDF}" dt="2026-02-02T00:30:58.197" v="3230" actId="404"/>
        <pc:sldMkLst>
          <pc:docMk/>
          <pc:sldMk cId="783125144" sldId="556"/>
        </pc:sldMkLst>
        <pc:spChg chg="mod">
          <ac:chgData name="Luis Carlos Guevara Hernandez" userId="946bcc4c-b146-4724-978c-751fab731e0a" providerId="ADAL" clId="{E8E95438-7D72-4151-95E2-CCAFE31D1FDF}" dt="2026-02-01T22:55:07.053" v="2172" actId="790"/>
          <ac:spMkLst>
            <pc:docMk/>
            <pc:sldMk cId="783125144" sldId="556"/>
            <ac:spMk id="5" creationId="{9F13B35C-1513-2F3A-BC3A-DD0DC6DC3066}"/>
          </ac:spMkLst>
        </pc:spChg>
        <pc:spChg chg="mod">
          <ac:chgData name="Luis Carlos Guevara Hernandez" userId="946bcc4c-b146-4724-978c-751fab731e0a" providerId="ADAL" clId="{E8E95438-7D72-4151-95E2-CCAFE31D1FDF}" dt="2026-02-01T22:55:07.053" v="2172" actId="790"/>
          <ac:spMkLst>
            <pc:docMk/>
            <pc:sldMk cId="783125144" sldId="556"/>
            <ac:spMk id="6" creationId="{875EF197-FC42-475E-A071-78DBF029293F}"/>
          </ac:spMkLst>
        </pc:spChg>
        <pc:spChg chg="add mod">
          <ac:chgData name="Luis Carlos Guevara Hernandez" userId="946bcc4c-b146-4724-978c-751fab731e0a" providerId="ADAL" clId="{E8E95438-7D72-4151-95E2-CCAFE31D1FDF}" dt="2026-02-02T00:10:39.990" v="3210" actId="1076"/>
          <ac:spMkLst>
            <pc:docMk/>
            <pc:sldMk cId="783125144" sldId="556"/>
            <ac:spMk id="13" creationId="{063AFACB-66BD-B70D-EE8B-15796E5548AE}"/>
          </ac:spMkLst>
        </pc:spChg>
        <pc:spChg chg="mod">
          <ac:chgData name="Luis Carlos Guevara Hernandez" userId="946bcc4c-b146-4724-978c-751fab731e0a" providerId="ADAL" clId="{E8E95438-7D72-4151-95E2-CCAFE31D1FDF}" dt="2026-02-02T00:08:28.246" v="3181" actId="403"/>
          <ac:spMkLst>
            <pc:docMk/>
            <pc:sldMk cId="783125144" sldId="556"/>
            <ac:spMk id="15" creationId="{40C25BA3-3A9E-EBF0-474E-CDE0F3C94E01}"/>
          </ac:spMkLst>
        </pc:spChg>
        <pc:spChg chg="mod">
          <ac:chgData name="Luis Carlos Guevara Hernandez" userId="946bcc4c-b146-4724-978c-751fab731e0a" providerId="ADAL" clId="{E8E95438-7D72-4151-95E2-CCAFE31D1FDF}" dt="2026-02-02T00:30:58.197" v="3230" actId="404"/>
          <ac:spMkLst>
            <pc:docMk/>
            <pc:sldMk cId="783125144" sldId="556"/>
            <ac:spMk id="18" creationId="{C38B1FCE-F134-6297-2B94-AD38218C67DD}"/>
          </ac:spMkLst>
        </pc:spChg>
        <pc:spChg chg="mod">
          <ac:chgData name="Luis Carlos Guevara Hernandez" userId="946bcc4c-b146-4724-978c-751fab731e0a" providerId="ADAL" clId="{E8E95438-7D72-4151-95E2-CCAFE31D1FDF}" dt="2026-02-02T00:30:45.440" v="3229" actId="20577"/>
          <ac:spMkLst>
            <pc:docMk/>
            <pc:sldMk cId="783125144" sldId="556"/>
            <ac:spMk id="23" creationId="{45B1ADD0-D95A-9E1D-DD5A-E18AC51E7577}"/>
          </ac:spMkLst>
        </pc:spChg>
        <pc:spChg chg="mod">
          <ac:chgData name="Luis Carlos Guevara Hernandez" userId="946bcc4c-b146-4724-978c-751fab731e0a" providerId="ADAL" clId="{E8E95438-7D72-4151-95E2-CCAFE31D1FDF}" dt="2026-02-01T22:55:07.053" v="2172" actId="790"/>
          <ac:spMkLst>
            <pc:docMk/>
            <pc:sldMk cId="783125144" sldId="556"/>
            <ac:spMk id="25" creationId="{3EA2945F-CB17-A559-1261-0F96DD7973ED}"/>
          </ac:spMkLst>
        </pc:spChg>
        <pc:spChg chg="mod">
          <ac:chgData name="Luis Carlos Guevara Hernandez" userId="946bcc4c-b146-4724-978c-751fab731e0a" providerId="ADAL" clId="{E8E95438-7D72-4151-95E2-CCAFE31D1FDF}" dt="2026-02-02T00:12:01.151" v="3223" actId="207"/>
          <ac:spMkLst>
            <pc:docMk/>
            <pc:sldMk cId="783125144" sldId="556"/>
            <ac:spMk id="30" creationId="{A549B66C-94A3-425D-5EF3-E5FF8A8BA771}"/>
          </ac:spMkLst>
        </pc:spChg>
        <pc:picChg chg="add mod">
          <ac:chgData name="Luis Carlos Guevara Hernandez" userId="946bcc4c-b146-4724-978c-751fab731e0a" providerId="ADAL" clId="{E8E95438-7D72-4151-95E2-CCAFE31D1FDF}" dt="2026-02-02T00:11:45.863" v="3222" actId="14100"/>
          <ac:picMkLst>
            <pc:docMk/>
            <pc:sldMk cId="783125144" sldId="556"/>
            <ac:picMk id="19" creationId="{785306A3-D7B1-C760-61EA-99804CEAD1F4}"/>
          </ac:picMkLst>
        </pc:picChg>
        <pc:cxnChg chg="mod">
          <ac:chgData name="Luis Carlos Guevara Hernandez" userId="946bcc4c-b146-4724-978c-751fab731e0a" providerId="ADAL" clId="{E8E95438-7D72-4151-95E2-CCAFE31D1FDF}" dt="2026-02-02T00:08:57.245" v="3186" actId="208"/>
          <ac:cxnSpMkLst>
            <pc:docMk/>
            <pc:sldMk cId="783125144" sldId="556"/>
            <ac:cxnSpMk id="20" creationId="{1ED6E397-E28A-85A1-3ACF-B13E83A7D194}"/>
          </ac:cxnSpMkLst>
        </pc:cxnChg>
      </pc:sldChg>
      <pc:sldChg chg="modSp mod">
        <pc:chgData name="Luis Carlos Guevara Hernandez" userId="946bcc4c-b146-4724-978c-751fab731e0a" providerId="ADAL" clId="{E8E95438-7D72-4151-95E2-CCAFE31D1FDF}" dt="2026-02-01T22:55:07.053" v="2172" actId="790"/>
        <pc:sldMkLst>
          <pc:docMk/>
          <pc:sldMk cId="2934098230" sldId="602"/>
        </pc:sldMkLst>
        <pc:spChg chg="mod">
          <ac:chgData name="Luis Carlos Guevara Hernandez" userId="946bcc4c-b146-4724-978c-751fab731e0a" providerId="ADAL" clId="{E8E95438-7D72-4151-95E2-CCAFE31D1FDF}" dt="2026-02-01T22:55:07.053" v="2172" actId="790"/>
          <ac:spMkLst>
            <pc:docMk/>
            <pc:sldMk cId="2934098230" sldId="602"/>
            <ac:spMk id="2" creationId="{9B51047D-935F-AF36-6C7E-1FFCCF942653}"/>
          </ac:spMkLst>
        </pc:spChg>
        <pc:spChg chg="mod">
          <ac:chgData name="Luis Carlos Guevara Hernandez" userId="946bcc4c-b146-4724-978c-751fab731e0a" providerId="ADAL" clId="{E8E95438-7D72-4151-95E2-CCAFE31D1FDF}" dt="2026-02-01T22:55:07.053" v="2172" actId="790"/>
          <ac:spMkLst>
            <pc:docMk/>
            <pc:sldMk cId="2934098230" sldId="602"/>
            <ac:spMk id="3" creationId="{4BAB12AE-2C65-A55C-F4D0-36ACB33CAEC3}"/>
          </ac:spMkLst>
        </pc:spChg>
        <pc:spChg chg="mod">
          <ac:chgData name="Luis Carlos Guevara Hernandez" userId="946bcc4c-b146-4724-978c-751fab731e0a" providerId="ADAL" clId="{E8E95438-7D72-4151-95E2-CCAFE31D1FDF}" dt="2026-02-01T22:55:07.053" v="2172" actId="790"/>
          <ac:spMkLst>
            <pc:docMk/>
            <pc:sldMk cId="2934098230" sldId="602"/>
            <ac:spMk id="4" creationId="{52767F66-C804-0243-0C5F-93631C3FF2C6}"/>
          </ac:spMkLst>
        </pc:spChg>
        <pc:spChg chg="mod">
          <ac:chgData name="Luis Carlos Guevara Hernandez" userId="946bcc4c-b146-4724-978c-751fab731e0a" providerId="ADAL" clId="{E8E95438-7D72-4151-95E2-CCAFE31D1FDF}" dt="2026-02-01T22:55:07.053" v="2172" actId="790"/>
          <ac:spMkLst>
            <pc:docMk/>
            <pc:sldMk cId="2934098230" sldId="602"/>
            <ac:spMk id="5" creationId="{381172A9-76D1-98ED-666F-783A589B8F11}"/>
          </ac:spMkLst>
        </pc:spChg>
        <pc:spChg chg="mod">
          <ac:chgData name="Luis Carlos Guevara Hernandez" userId="946bcc4c-b146-4724-978c-751fab731e0a" providerId="ADAL" clId="{E8E95438-7D72-4151-95E2-CCAFE31D1FDF}" dt="2026-02-01T22:55:07.053" v="2172" actId="790"/>
          <ac:spMkLst>
            <pc:docMk/>
            <pc:sldMk cId="2934098230" sldId="602"/>
            <ac:spMk id="6" creationId="{B322185B-EFC4-FA1F-E256-119927F1FD56}"/>
          </ac:spMkLst>
        </pc:spChg>
        <pc:spChg chg="mod">
          <ac:chgData name="Luis Carlos Guevara Hernandez" userId="946bcc4c-b146-4724-978c-751fab731e0a" providerId="ADAL" clId="{E8E95438-7D72-4151-95E2-CCAFE31D1FDF}" dt="2026-02-01T22:55:07.053" v="2172" actId="790"/>
          <ac:spMkLst>
            <pc:docMk/>
            <pc:sldMk cId="2934098230" sldId="602"/>
            <ac:spMk id="8" creationId="{74A08134-45FE-324D-0EE2-8B55013B794A}"/>
          </ac:spMkLst>
        </pc:spChg>
        <pc:spChg chg="mod">
          <ac:chgData name="Luis Carlos Guevara Hernandez" userId="946bcc4c-b146-4724-978c-751fab731e0a" providerId="ADAL" clId="{E8E95438-7D72-4151-95E2-CCAFE31D1FDF}" dt="2026-02-01T22:55:07.053" v="2172" actId="790"/>
          <ac:spMkLst>
            <pc:docMk/>
            <pc:sldMk cId="2934098230" sldId="602"/>
            <ac:spMk id="10" creationId="{AEA103D3-1822-42A4-D8B4-9E4396C30463}"/>
          </ac:spMkLst>
        </pc:spChg>
        <pc:spChg chg="mod">
          <ac:chgData name="Luis Carlos Guevara Hernandez" userId="946bcc4c-b146-4724-978c-751fab731e0a" providerId="ADAL" clId="{E8E95438-7D72-4151-95E2-CCAFE31D1FDF}" dt="2026-02-01T22:55:07.053" v="2172" actId="790"/>
          <ac:spMkLst>
            <pc:docMk/>
            <pc:sldMk cId="2934098230" sldId="602"/>
            <ac:spMk id="13" creationId="{34424CCC-CD99-176E-30D5-81AB210C9A01}"/>
          </ac:spMkLst>
        </pc:spChg>
        <pc:spChg chg="mod">
          <ac:chgData name="Luis Carlos Guevara Hernandez" userId="946bcc4c-b146-4724-978c-751fab731e0a" providerId="ADAL" clId="{E8E95438-7D72-4151-95E2-CCAFE31D1FDF}" dt="2026-02-01T22:55:07.053" v="2172" actId="790"/>
          <ac:spMkLst>
            <pc:docMk/>
            <pc:sldMk cId="2934098230" sldId="602"/>
            <ac:spMk id="18" creationId="{56D641D4-8608-B4FF-5870-CCD0DD120B2F}"/>
          </ac:spMkLst>
        </pc:spChg>
        <pc:spChg chg="mod">
          <ac:chgData name="Luis Carlos Guevara Hernandez" userId="946bcc4c-b146-4724-978c-751fab731e0a" providerId="ADAL" clId="{E8E95438-7D72-4151-95E2-CCAFE31D1FDF}" dt="2026-02-01T22:55:07.053" v="2172" actId="790"/>
          <ac:spMkLst>
            <pc:docMk/>
            <pc:sldMk cId="2934098230" sldId="602"/>
            <ac:spMk id="36" creationId="{ED493A15-B354-177B-A641-AE5F46E18F29}"/>
          </ac:spMkLst>
        </pc:spChg>
      </pc:sldChg>
      <pc:sldChg chg="addSp delSp modSp add mod delAnim modAnim">
        <pc:chgData name="Luis Carlos Guevara Hernandez" userId="946bcc4c-b146-4724-978c-751fab731e0a" providerId="ADAL" clId="{E8E95438-7D72-4151-95E2-CCAFE31D1FDF}" dt="2026-02-01T22:55:07.053" v="2172" actId="790"/>
        <pc:sldMkLst>
          <pc:docMk/>
          <pc:sldMk cId="1168750057" sldId="615"/>
        </pc:sldMkLst>
        <pc:spChg chg="mod">
          <ac:chgData name="Luis Carlos Guevara Hernandez" userId="946bcc4c-b146-4724-978c-751fab731e0a" providerId="ADAL" clId="{E8E95438-7D72-4151-95E2-CCAFE31D1FDF}" dt="2026-02-01T22:55:07.053" v="2172" actId="790"/>
          <ac:spMkLst>
            <pc:docMk/>
            <pc:sldMk cId="1168750057" sldId="615"/>
            <ac:spMk id="2" creationId="{51BEE4F3-1A2A-33BA-2244-AB7F17D03F9C}"/>
          </ac:spMkLst>
        </pc:spChg>
        <pc:spChg chg="mod">
          <ac:chgData name="Luis Carlos Guevara Hernandez" userId="946bcc4c-b146-4724-978c-751fab731e0a" providerId="ADAL" clId="{E8E95438-7D72-4151-95E2-CCAFE31D1FDF}" dt="2026-02-01T22:55:07.053" v="2172" actId="790"/>
          <ac:spMkLst>
            <pc:docMk/>
            <pc:sldMk cId="1168750057" sldId="615"/>
            <ac:spMk id="5" creationId="{51149098-7767-B84C-52A4-03B5E9304EAA}"/>
          </ac:spMkLst>
        </pc:spChg>
        <pc:spChg chg="mod">
          <ac:chgData name="Luis Carlos Guevara Hernandez" userId="946bcc4c-b146-4724-978c-751fab731e0a" providerId="ADAL" clId="{E8E95438-7D72-4151-95E2-CCAFE31D1FDF}" dt="2026-02-01T21:52:00.976" v="1379" actId="13926"/>
          <ac:spMkLst>
            <pc:docMk/>
            <pc:sldMk cId="1168750057" sldId="615"/>
            <ac:spMk id="6" creationId="{9F5BB3B6-0EAE-E1A9-DB2B-9958F04D4A66}"/>
          </ac:spMkLst>
        </pc:spChg>
        <pc:spChg chg="mod">
          <ac:chgData name="Luis Carlos Guevara Hernandez" userId="946bcc4c-b146-4724-978c-751fab731e0a" providerId="ADAL" clId="{E8E95438-7D72-4151-95E2-CCAFE31D1FDF}" dt="2026-02-01T21:51:42.762" v="1372"/>
          <ac:spMkLst>
            <pc:docMk/>
            <pc:sldMk cId="1168750057" sldId="615"/>
            <ac:spMk id="7" creationId="{C778E406-25E5-0BB7-6C19-257607D1342A}"/>
          </ac:spMkLst>
        </pc:spChg>
        <pc:spChg chg="mod">
          <ac:chgData name="Luis Carlos Guevara Hernandez" userId="946bcc4c-b146-4724-978c-751fab731e0a" providerId="ADAL" clId="{E8E95438-7D72-4151-95E2-CCAFE31D1FDF}" dt="2026-02-01T21:52:36.620" v="1388" actId="113"/>
          <ac:spMkLst>
            <pc:docMk/>
            <pc:sldMk cId="1168750057" sldId="615"/>
            <ac:spMk id="15" creationId="{62600284-AD42-3873-A95B-3A99E7BD9725}"/>
          </ac:spMkLst>
        </pc:spChg>
        <pc:spChg chg="mod">
          <ac:chgData name="Luis Carlos Guevara Hernandez" userId="946bcc4c-b146-4724-978c-751fab731e0a" providerId="ADAL" clId="{E8E95438-7D72-4151-95E2-CCAFE31D1FDF}" dt="2026-02-01T22:55:07.053" v="2172" actId="790"/>
          <ac:spMkLst>
            <pc:docMk/>
            <pc:sldMk cId="1168750057" sldId="615"/>
            <ac:spMk id="16" creationId="{EC923A64-4F09-3610-2DC2-8A05826557FD}"/>
          </ac:spMkLst>
        </pc:spChg>
        <pc:spChg chg="mod">
          <ac:chgData name="Luis Carlos Guevara Hernandez" userId="946bcc4c-b146-4724-978c-751fab731e0a" providerId="ADAL" clId="{E8E95438-7D72-4151-95E2-CCAFE31D1FDF}" dt="2026-02-01T22:55:07.053" v="2172" actId="790"/>
          <ac:spMkLst>
            <pc:docMk/>
            <pc:sldMk cId="1168750057" sldId="615"/>
            <ac:spMk id="24" creationId="{33078BD3-B85A-D913-F67C-E95DA5EC3BC8}"/>
          </ac:spMkLst>
        </pc:spChg>
        <pc:spChg chg="mod">
          <ac:chgData name="Luis Carlos Guevara Hernandez" userId="946bcc4c-b146-4724-978c-751fab731e0a" providerId="ADAL" clId="{E8E95438-7D72-4151-95E2-CCAFE31D1FDF}" dt="2026-02-01T22:55:07.053" v="2172" actId="790"/>
          <ac:spMkLst>
            <pc:docMk/>
            <pc:sldMk cId="1168750057" sldId="615"/>
            <ac:spMk id="25" creationId="{4CB6CF38-A395-8254-A912-B8CDA9E7C97F}"/>
          </ac:spMkLst>
        </pc:spChg>
        <pc:spChg chg="mod">
          <ac:chgData name="Luis Carlos Guevara Hernandez" userId="946bcc4c-b146-4724-978c-751fab731e0a" providerId="ADAL" clId="{E8E95438-7D72-4151-95E2-CCAFE31D1FDF}" dt="2026-02-01T22:55:07.053" v="2172" actId="790"/>
          <ac:spMkLst>
            <pc:docMk/>
            <pc:sldMk cId="1168750057" sldId="615"/>
            <ac:spMk id="27" creationId="{84672D0E-8012-3827-23A7-C15BBF42C7DC}"/>
          </ac:spMkLst>
        </pc:spChg>
        <pc:spChg chg="mod">
          <ac:chgData name="Luis Carlos Guevara Hernandez" userId="946bcc4c-b146-4724-978c-751fab731e0a" providerId="ADAL" clId="{E8E95438-7D72-4151-95E2-CCAFE31D1FDF}" dt="2026-02-01T22:55:07.053" v="2172" actId="790"/>
          <ac:spMkLst>
            <pc:docMk/>
            <pc:sldMk cId="1168750057" sldId="615"/>
            <ac:spMk id="28" creationId="{89F9C57F-D0B7-2463-BF13-E03D892FFEC3}"/>
          </ac:spMkLst>
        </pc:spChg>
        <pc:spChg chg="mod">
          <ac:chgData name="Luis Carlos Guevara Hernandez" userId="946bcc4c-b146-4724-978c-751fab731e0a" providerId="ADAL" clId="{E8E95438-7D72-4151-95E2-CCAFE31D1FDF}" dt="2026-02-01T22:55:07.053" v="2172" actId="790"/>
          <ac:spMkLst>
            <pc:docMk/>
            <pc:sldMk cId="1168750057" sldId="615"/>
            <ac:spMk id="30" creationId="{201A406B-E750-B553-A8B8-5849DB65ECBF}"/>
          </ac:spMkLst>
        </pc:spChg>
        <pc:spChg chg="mod">
          <ac:chgData name="Luis Carlos Guevara Hernandez" userId="946bcc4c-b146-4724-978c-751fab731e0a" providerId="ADAL" clId="{E8E95438-7D72-4151-95E2-CCAFE31D1FDF}" dt="2026-02-01T21:53:33.911" v="1404"/>
          <ac:spMkLst>
            <pc:docMk/>
            <pc:sldMk cId="1168750057" sldId="615"/>
            <ac:spMk id="31" creationId="{49887FF7-CD82-A272-38D7-205F21C3B552}"/>
          </ac:spMkLst>
        </pc:spChg>
        <pc:spChg chg="add mod">
          <ac:chgData name="Luis Carlos Guevara Hernandez" userId="946bcc4c-b146-4724-978c-751fab731e0a" providerId="ADAL" clId="{E8E95438-7D72-4151-95E2-CCAFE31D1FDF}" dt="2026-02-01T22:55:07.053" v="2172" actId="790"/>
          <ac:spMkLst>
            <pc:docMk/>
            <pc:sldMk cId="1168750057" sldId="615"/>
            <ac:spMk id="34" creationId="{3051CD9C-4AE0-9E97-4CC2-9B524D63B4E9}"/>
          </ac:spMkLst>
        </pc:spChg>
        <pc:spChg chg="add mod">
          <ac:chgData name="Luis Carlos Guevara Hernandez" userId="946bcc4c-b146-4724-978c-751fab731e0a" providerId="ADAL" clId="{E8E95438-7D72-4151-95E2-CCAFE31D1FDF}" dt="2026-02-01T22:55:07.053" v="2172" actId="790"/>
          <ac:spMkLst>
            <pc:docMk/>
            <pc:sldMk cId="1168750057" sldId="615"/>
            <ac:spMk id="37" creationId="{29AB6F24-3F19-1411-D4E5-D65C7613D508}"/>
          </ac:spMkLst>
        </pc:spChg>
        <pc:spChg chg="add mod">
          <ac:chgData name="Luis Carlos Guevara Hernandez" userId="946bcc4c-b146-4724-978c-751fab731e0a" providerId="ADAL" clId="{E8E95438-7D72-4151-95E2-CCAFE31D1FDF}" dt="2026-02-01T21:59:21.292" v="1490" actId="1076"/>
          <ac:spMkLst>
            <pc:docMk/>
            <pc:sldMk cId="1168750057" sldId="615"/>
            <ac:spMk id="39" creationId="{6B5238A4-60A8-D908-E9A4-4C1BF56EEF62}"/>
          </ac:spMkLst>
        </pc:spChg>
        <pc:spChg chg="add mod">
          <ac:chgData name="Luis Carlos Guevara Hernandez" userId="946bcc4c-b146-4724-978c-751fab731e0a" providerId="ADAL" clId="{E8E95438-7D72-4151-95E2-CCAFE31D1FDF}" dt="2026-02-01T21:59:21.292" v="1490" actId="1076"/>
          <ac:spMkLst>
            <pc:docMk/>
            <pc:sldMk cId="1168750057" sldId="615"/>
            <ac:spMk id="40" creationId="{FE7111D4-A1CC-9CE1-3194-2DFA070638DB}"/>
          </ac:spMkLst>
        </pc:spChg>
        <pc:grpChg chg="add mod">
          <ac:chgData name="Luis Carlos Guevara Hernandez" userId="946bcc4c-b146-4724-978c-751fab731e0a" providerId="ADAL" clId="{E8E95438-7D72-4151-95E2-CCAFE31D1FDF}" dt="2026-02-01T21:59:21.292" v="1490" actId="1076"/>
          <ac:grpSpMkLst>
            <pc:docMk/>
            <pc:sldMk cId="1168750057" sldId="615"/>
            <ac:grpSpMk id="3" creationId="{4C4F42F9-A635-AA30-28F2-ABEFE5574F52}"/>
          </ac:grpSpMkLst>
        </pc:grpChg>
        <pc:grpChg chg="add mod">
          <ac:chgData name="Luis Carlos Guevara Hernandez" userId="946bcc4c-b146-4724-978c-751fab731e0a" providerId="ADAL" clId="{E8E95438-7D72-4151-95E2-CCAFE31D1FDF}" dt="2026-02-01T21:59:21.292" v="1490" actId="1076"/>
          <ac:grpSpMkLst>
            <pc:docMk/>
            <pc:sldMk cId="1168750057" sldId="615"/>
            <ac:grpSpMk id="14" creationId="{986D2F4E-C06C-27DB-F796-E4C319552E7E}"/>
          </ac:grpSpMkLst>
        </pc:grpChg>
        <pc:grpChg chg="add mod">
          <ac:chgData name="Luis Carlos Guevara Hernandez" userId="946bcc4c-b146-4724-978c-751fab731e0a" providerId="ADAL" clId="{E8E95438-7D72-4151-95E2-CCAFE31D1FDF}" dt="2026-02-01T21:59:21.292" v="1490" actId="1076"/>
          <ac:grpSpMkLst>
            <pc:docMk/>
            <pc:sldMk cId="1168750057" sldId="615"/>
            <ac:grpSpMk id="19" creationId="{466CD0AC-E186-353B-ABE6-B52E144EEE9C}"/>
          </ac:grpSpMkLst>
        </pc:grpChg>
        <pc:grpChg chg="add mod">
          <ac:chgData name="Luis Carlos Guevara Hernandez" userId="946bcc4c-b146-4724-978c-751fab731e0a" providerId="ADAL" clId="{E8E95438-7D72-4151-95E2-CCAFE31D1FDF}" dt="2026-02-01T21:59:21.292" v="1490" actId="1076"/>
          <ac:grpSpMkLst>
            <pc:docMk/>
            <pc:sldMk cId="1168750057" sldId="615"/>
            <ac:grpSpMk id="26" creationId="{65AE63A7-1154-45F2-5901-5C0F72BC1977}"/>
          </ac:grpSpMkLst>
        </pc:grpChg>
        <pc:grpChg chg="add mod">
          <ac:chgData name="Luis Carlos Guevara Hernandez" userId="946bcc4c-b146-4724-978c-751fab731e0a" providerId="ADAL" clId="{E8E95438-7D72-4151-95E2-CCAFE31D1FDF}" dt="2026-02-01T21:59:21.292" v="1490" actId="1076"/>
          <ac:grpSpMkLst>
            <pc:docMk/>
            <pc:sldMk cId="1168750057" sldId="615"/>
            <ac:grpSpMk id="29" creationId="{DEA9E48E-EF54-FF62-B2D4-4A051DE5EE3E}"/>
          </ac:grpSpMkLst>
        </pc:grpChg>
      </pc:sldChg>
      <pc:sldChg chg="addSp delSp modSp add mod delAnim">
        <pc:chgData name="Luis Carlos Guevara Hernandez" userId="946bcc4c-b146-4724-978c-751fab731e0a" providerId="ADAL" clId="{E8E95438-7D72-4151-95E2-CCAFE31D1FDF}" dt="2026-02-01T22:55:07.053" v="2172" actId="790"/>
        <pc:sldMkLst>
          <pc:docMk/>
          <pc:sldMk cId="3764078614" sldId="616"/>
        </pc:sldMkLst>
        <pc:spChg chg="mod">
          <ac:chgData name="Luis Carlos Guevara Hernandez" userId="946bcc4c-b146-4724-978c-751fab731e0a" providerId="ADAL" clId="{E8E95438-7D72-4151-95E2-CCAFE31D1FDF}" dt="2026-02-01T22:55:07.053" v="2172" actId="790"/>
          <ac:spMkLst>
            <pc:docMk/>
            <pc:sldMk cId="3764078614" sldId="616"/>
            <ac:spMk id="5" creationId="{6671D2C8-D71E-80E5-63A6-E10952EFDCA8}"/>
          </ac:spMkLst>
        </pc:spChg>
        <pc:spChg chg="mod">
          <ac:chgData name="Luis Carlos Guevara Hernandez" userId="946bcc4c-b146-4724-978c-751fab731e0a" providerId="ADAL" clId="{E8E95438-7D72-4151-95E2-CCAFE31D1FDF}" dt="2026-02-01T22:55:07.053" v="2172" actId="790"/>
          <ac:spMkLst>
            <pc:docMk/>
            <pc:sldMk cId="3764078614" sldId="616"/>
            <ac:spMk id="6" creationId="{76C48BA8-FC66-05FF-E127-733324DC2DFD}"/>
          </ac:spMkLst>
        </pc:spChg>
        <pc:spChg chg="add mod">
          <ac:chgData name="Luis Carlos Guevara Hernandez" userId="946bcc4c-b146-4724-978c-751fab731e0a" providerId="ADAL" clId="{E8E95438-7D72-4151-95E2-CCAFE31D1FDF}" dt="2026-02-01T22:55:07.053" v="2172" actId="790"/>
          <ac:spMkLst>
            <pc:docMk/>
            <pc:sldMk cId="3764078614" sldId="616"/>
            <ac:spMk id="13" creationId="{D1081709-E1DC-8D2B-2900-8456407CE3AE}"/>
          </ac:spMkLst>
        </pc:spChg>
        <pc:spChg chg="mod">
          <ac:chgData name="Luis Carlos Guevara Hernandez" userId="946bcc4c-b146-4724-978c-751fab731e0a" providerId="ADAL" clId="{E8E95438-7D72-4151-95E2-CCAFE31D1FDF}" dt="2026-02-01T22:55:07.053" v="2172" actId="790"/>
          <ac:spMkLst>
            <pc:docMk/>
            <pc:sldMk cId="3764078614" sldId="616"/>
            <ac:spMk id="25" creationId="{C548722F-5CB7-5DED-66BB-17911D7D7BBE}"/>
          </ac:spMkLst>
        </pc:spChg>
        <pc:graphicFrameChg chg="mod modGraphic">
          <ac:chgData name="Luis Carlos Guevara Hernandez" userId="946bcc4c-b146-4724-978c-751fab731e0a" providerId="ADAL" clId="{E8E95438-7D72-4151-95E2-CCAFE31D1FDF}" dt="2026-02-01T22:55:07.053" v="2172" actId="790"/>
          <ac:graphicFrameMkLst>
            <pc:docMk/>
            <pc:sldMk cId="3764078614" sldId="616"/>
            <ac:graphicFrameMk id="4" creationId="{C3DB34B3-BCE4-85DA-A6D4-E8AEF7E7E913}"/>
          </ac:graphicFrameMkLst>
        </pc:graphicFrameChg>
      </pc:sldChg>
      <pc:sldChg chg="addSp delSp modSp add mod modAnim">
        <pc:chgData name="Luis Carlos Guevara Hernandez" userId="946bcc4c-b146-4724-978c-751fab731e0a" providerId="ADAL" clId="{E8E95438-7D72-4151-95E2-CCAFE31D1FDF}" dt="2026-02-01T23:47:48.727" v="2794" actId="14100"/>
        <pc:sldMkLst>
          <pc:docMk/>
          <pc:sldMk cId="162871051" sldId="617"/>
        </pc:sldMkLst>
        <pc:spChg chg="mod">
          <ac:chgData name="Luis Carlos Guevara Hernandez" userId="946bcc4c-b146-4724-978c-751fab731e0a" providerId="ADAL" clId="{E8E95438-7D72-4151-95E2-CCAFE31D1FDF}" dt="2026-02-01T22:55:07.053" v="2172" actId="790"/>
          <ac:spMkLst>
            <pc:docMk/>
            <pc:sldMk cId="162871051" sldId="617"/>
            <ac:spMk id="4" creationId="{84C1DA29-0937-471E-F064-F8D68F83E680}"/>
          </ac:spMkLst>
        </pc:spChg>
        <pc:spChg chg="mod">
          <ac:chgData name="Luis Carlos Guevara Hernandez" userId="946bcc4c-b146-4724-978c-751fab731e0a" providerId="ADAL" clId="{E8E95438-7D72-4151-95E2-CCAFE31D1FDF}" dt="2026-02-01T22:55:07.053" v="2172" actId="790"/>
          <ac:spMkLst>
            <pc:docMk/>
            <pc:sldMk cId="162871051" sldId="617"/>
            <ac:spMk id="5" creationId="{70E22987-495A-95CE-98E7-F97DF8623C05}"/>
          </ac:spMkLst>
        </pc:spChg>
        <pc:spChg chg="mod">
          <ac:chgData name="Luis Carlos Guevara Hernandez" userId="946bcc4c-b146-4724-978c-751fab731e0a" providerId="ADAL" clId="{E8E95438-7D72-4151-95E2-CCAFE31D1FDF}" dt="2026-02-01T22:55:07.053" v="2172" actId="790"/>
          <ac:spMkLst>
            <pc:docMk/>
            <pc:sldMk cId="162871051" sldId="617"/>
            <ac:spMk id="6" creationId="{1CEEBE8B-7E51-648E-5775-0723209791FB}"/>
          </ac:spMkLst>
        </pc:spChg>
        <pc:spChg chg="mod">
          <ac:chgData name="Luis Carlos Guevara Hernandez" userId="946bcc4c-b146-4724-978c-751fab731e0a" providerId="ADAL" clId="{E8E95438-7D72-4151-95E2-CCAFE31D1FDF}" dt="2026-02-01T23:47:48.727" v="2794" actId="14100"/>
          <ac:spMkLst>
            <pc:docMk/>
            <pc:sldMk cId="162871051" sldId="617"/>
            <ac:spMk id="7" creationId="{2D01A0A7-B1C9-0D09-5CF8-9F37012768C5}"/>
          </ac:spMkLst>
        </pc:spChg>
        <pc:spChg chg="mod">
          <ac:chgData name="Luis Carlos Guevara Hernandez" userId="946bcc4c-b146-4724-978c-751fab731e0a" providerId="ADAL" clId="{E8E95438-7D72-4151-95E2-CCAFE31D1FDF}" dt="2026-02-01T22:55:07.053" v="2172" actId="790"/>
          <ac:spMkLst>
            <pc:docMk/>
            <pc:sldMk cId="162871051" sldId="617"/>
            <ac:spMk id="8" creationId="{E58B6FEE-52C0-2249-AE10-82F2C70D41DA}"/>
          </ac:spMkLst>
        </pc:spChg>
        <pc:spChg chg="mod">
          <ac:chgData name="Luis Carlos Guevara Hernandez" userId="946bcc4c-b146-4724-978c-751fab731e0a" providerId="ADAL" clId="{E8E95438-7D72-4151-95E2-CCAFE31D1FDF}" dt="2026-02-01T22:55:07.053" v="2172" actId="790"/>
          <ac:spMkLst>
            <pc:docMk/>
            <pc:sldMk cId="162871051" sldId="617"/>
            <ac:spMk id="10" creationId="{727E8A60-3F44-CF3D-7C39-C752222A5691}"/>
          </ac:spMkLst>
        </pc:spChg>
        <pc:spChg chg="add mod">
          <ac:chgData name="Luis Carlos Guevara Hernandez" userId="946bcc4c-b146-4724-978c-751fab731e0a" providerId="ADAL" clId="{E8E95438-7D72-4151-95E2-CCAFE31D1FDF}" dt="2026-02-01T22:57:35.599" v="2196" actId="207"/>
          <ac:spMkLst>
            <pc:docMk/>
            <pc:sldMk cId="162871051" sldId="617"/>
            <ac:spMk id="11" creationId="{FEECABBC-DA7E-89C2-BF2E-4590BEA81145}"/>
          </ac:spMkLst>
        </pc:spChg>
        <pc:spChg chg="mod">
          <ac:chgData name="Luis Carlos Guevara Hernandez" userId="946bcc4c-b146-4724-978c-751fab731e0a" providerId="ADAL" clId="{E8E95438-7D72-4151-95E2-CCAFE31D1FDF}" dt="2026-02-01T22:55:07.053" v="2172" actId="790"/>
          <ac:spMkLst>
            <pc:docMk/>
            <pc:sldMk cId="162871051" sldId="617"/>
            <ac:spMk id="12" creationId="{E80F2226-58D3-EB1D-7EF7-7D18802A4560}"/>
          </ac:spMkLst>
        </pc:spChg>
        <pc:spChg chg="mod">
          <ac:chgData name="Luis Carlos Guevara Hernandez" userId="946bcc4c-b146-4724-978c-751fab731e0a" providerId="ADAL" clId="{E8E95438-7D72-4151-95E2-CCAFE31D1FDF}" dt="2026-02-01T22:55:07.053" v="2172" actId="790"/>
          <ac:spMkLst>
            <pc:docMk/>
            <pc:sldMk cId="162871051" sldId="617"/>
            <ac:spMk id="38" creationId="{4B26BF83-40F1-6AB8-84D8-DBDED42340D0}"/>
          </ac:spMkLst>
        </pc:spChg>
        <pc:spChg chg="mod">
          <ac:chgData name="Luis Carlos Guevara Hernandez" userId="946bcc4c-b146-4724-978c-751fab731e0a" providerId="ADAL" clId="{E8E95438-7D72-4151-95E2-CCAFE31D1FDF}" dt="2026-02-01T22:55:07.053" v="2172" actId="790"/>
          <ac:spMkLst>
            <pc:docMk/>
            <pc:sldMk cId="162871051" sldId="617"/>
            <ac:spMk id="39" creationId="{A53C1A10-91FD-0CCC-0888-51D5928475A0}"/>
          </ac:spMkLst>
        </pc:spChg>
        <pc:spChg chg="mod">
          <ac:chgData name="Luis Carlos Guevara Hernandez" userId="946bcc4c-b146-4724-978c-751fab731e0a" providerId="ADAL" clId="{E8E95438-7D72-4151-95E2-CCAFE31D1FDF}" dt="2026-02-01T23:47:48.727" v="2794" actId="14100"/>
          <ac:spMkLst>
            <pc:docMk/>
            <pc:sldMk cId="162871051" sldId="617"/>
            <ac:spMk id="40" creationId="{06EEBCC9-31FD-E2F6-A7AF-8CF272DB294C}"/>
          </ac:spMkLst>
        </pc:spChg>
        <pc:grpChg chg="mod">
          <ac:chgData name="Luis Carlos Guevara Hernandez" userId="946bcc4c-b146-4724-978c-751fab731e0a" providerId="ADAL" clId="{E8E95438-7D72-4151-95E2-CCAFE31D1FDF}" dt="2026-02-01T22:47:39.087" v="1904" actId="1076"/>
          <ac:grpSpMkLst>
            <pc:docMk/>
            <pc:sldMk cId="162871051" sldId="617"/>
            <ac:grpSpMk id="37" creationId="{CCC9F9B2-6C02-FE01-B246-E6C7D20194B6}"/>
          </ac:grpSpMkLst>
        </pc:grpChg>
        <pc:picChg chg="add mod">
          <ac:chgData name="Luis Carlos Guevara Hernandez" userId="946bcc4c-b146-4724-978c-751fab731e0a" providerId="ADAL" clId="{E8E95438-7D72-4151-95E2-CCAFE31D1FDF}" dt="2026-02-01T22:47:39.087" v="1904" actId="1076"/>
          <ac:picMkLst>
            <pc:docMk/>
            <pc:sldMk cId="162871051" sldId="617"/>
            <ac:picMk id="9" creationId="{68C96CE3-1052-6A5C-F1AF-3E94DA4EAAE0}"/>
          </ac:picMkLst>
        </pc:picChg>
      </pc:sldChg>
      <pc:sldChg chg="addSp delSp modSp add mod modAnim">
        <pc:chgData name="Luis Carlos Guevara Hernandez" userId="946bcc4c-b146-4724-978c-751fab731e0a" providerId="ADAL" clId="{E8E95438-7D72-4151-95E2-CCAFE31D1FDF}" dt="2026-02-01T23:47:42.104" v="2793" actId="14100"/>
        <pc:sldMkLst>
          <pc:docMk/>
          <pc:sldMk cId="4164722186" sldId="618"/>
        </pc:sldMkLst>
        <pc:spChg chg="mod">
          <ac:chgData name="Luis Carlos Guevara Hernandez" userId="946bcc4c-b146-4724-978c-751fab731e0a" providerId="ADAL" clId="{E8E95438-7D72-4151-95E2-CCAFE31D1FDF}" dt="2026-02-01T22:55:07.053" v="2172" actId="790"/>
          <ac:spMkLst>
            <pc:docMk/>
            <pc:sldMk cId="4164722186" sldId="618"/>
            <ac:spMk id="4" creationId="{9CF93FDE-3CFD-9F1E-2697-0C62C5FD72AE}"/>
          </ac:spMkLst>
        </pc:spChg>
        <pc:spChg chg="mod">
          <ac:chgData name="Luis Carlos Guevara Hernandez" userId="946bcc4c-b146-4724-978c-751fab731e0a" providerId="ADAL" clId="{E8E95438-7D72-4151-95E2-CCAFE31D1FDF}" dt="2026-02-01T22:55:07.053" v="2172" actId="790"/>
          <ac:spMkLst>
            <pc:docMk/>
            <pc:sldMk cId="4164722186" sldId="618"/>
            <ac:spMk id="5" creationId="{6AB44432-E38D-DAF0-AC5E-8A2386F4B6BE}"/>
          </ac:spMkLst>
        </pc:spChg>
        <pc:spChg chg="mod">
          <ac:chgData name="Luis Carlos Guevara Hernandez" userId="946bcc4c-b146-4724-978c-751fab731e0a" providerId="ADAL" clId="{E8E95438-7D72-4151-95E2-CCAFE31D1FDF}" dt="2026-02-01T22:55:07.053" v="2172" actId="790"/>
          <ac:spMkLst>
            <pc:docMk/>
            <pc:sldMk cId="4164722186" sldId="618"/>
            <ac:spMk id="6" creationId="{F8BAFD83-4576-0F0D-37FB-1B76E13346E0}"/>
          </ac:spMkLst>
        </pc:spChg>
        <pc:spChg chg="mod">
          <ac:chgData name="Luis Carlos Guevara Hernandez" userId="946bcc4c-b146-4724-978c-751fab731e0a" providerId="ADAL" clId="{E8E95438-7D72-4151-95E2-CCAFE31D1FDF}" dt="2026-02-01T23:47:42.104" v="2793" actId="14100"/>
          <ac:spMkLst>
            <pc:docMk/>
            <pc:sldMk cId="4164722186" sldId="618"/>
            <ac:spMk id="7" creationId="{52E41A87-8C5A-8E31-8288-09A606D30F7C}"/>
          </ac:spMkLst>
        </pc:spChg>
        <pc:spChg chg="mod">
          <ac:chgData name="Luis Carlos Guevara Hernandez" userId="946bcc4c-b146-4724-978c-751fab731e0a" providerId="ADAL" clId="{E8E95438-7D72-4151-95E2-CCAFE31D1FDF}" dt="2026-02-01T22:55:07.053" v="2172" actId="790"/>
          <ac:spMkLst>
            <pc:docMk/>
            <pc:sldMk cId="4164722186" sldId="618"/>
            <ac:spMk id="8" creationId="{6003435A-6DFE-D5BC-968B-26720713776A}"/>
          </ac:spMkLst>
        </pc:spChg>
        <pc:spChg chg="mod">
          <ac:chgData name="Luis Carlos Guevara Hernandez" userId="946bcc4c-b146-4724-978c-751fab731e0a" providerId="ADAL" clId="{E8E95438-7D72-4151-95E2-CCAFE31D1FDF}" dt="2026-02-01T22:55:07.053" v="2172" actId="790"/>
          <ac:spMkLst>
            <pc:docMk/>
            <pc:sldMk cId="4164722186" sldId="618"/>
            <ac:spMk id="10" creationId="{8FD9147A-C504-529C-AC1D-223CD8D48928}"/>
          </ac:spMkLst>
        </pc:spChg>
        <pc:spChg chg="add mod">
          <ac:chgData name="Luis Carlos Guevara Hernandez" userId="946bcc4c-b146-4724-978c-751fab731e0a" providerId="ADAL" clId="{E8E95438-7D72-4151-95E2-CCAFE31D1FDF}" dt="2026-02-01T22:57:40.342" v="2198"/>
          <ac:spMkLst>
            <pc:docMk/>
            <pc:sldMk cId="4164722186" sldId="618"/>
            <ac:spMk id="11" creationId="{3E50FCF2-CAF6-F9D1-22F5-FB59656C0424}"/>
          </ac:spMkLst>
        </pc:spChg>
        <pc:spChg chg="mod">
          <ac:chgData name="Luis Carlos Guevara Hernandez" userId="946bcc4c-b146-4724-978c-751fab731e0a" providerId="ADAL" clId="{E8E95438-7D72-4151-95E2-CCAFE31D1FDF}" dt="2026-02-01T22:55:07.053" v="2172" actId="790"/>
          <ac:spMkLst>
            <pc:docMk/>
            <pc:sldMk cId="4164722186" sldId="618"/>
            <ac:spMk id="12" creationId="{BF037018-32BD-86D4-86FD-D1BEC94F225A}"/>
          </ac:spMkLst>
        </pc:spChg>
        <pc:spChg chg="mod">
          <ac:chgData name="Luis Carlos Guevara Hernandez" userId="946bcc4c-b146-4724-978c-751fab731e0a" providerId="ADAL" clId="{E8E95438-7D72-4151-95E2-CCAFE31D1FDF}" dt="2026-02-01T22:55:07.053" v="2172" actId="790"/>
          <ac:spMkLst>
            <pc:docMk/>
            <pc:sldMk cId="4164722186" sldId="618"/>
            <ac:spMk id="38" creationId="{810B7C09-D9B9-7525-2AB1-7E6A085DE926}"/>
          </ac:spMkLst>
        </pc:spChg>
        <pc:spChg chg="mod">
          <ac:chgData name="Luis Carlos Guevara Hernandez" userId="946bcc4c-b146-4724-978c-751fab731e0a" providerId="ADAL" clId="{E8E95438-7D72-4151-95E2-CCAFE31D1FDF}" dt="2026-02-01T22:55:07.053" v="2172" actId="790"/>
          <ac:spMkLst>
            <pc:docMk/>
            <pc:sldMk cId="4164722186" sldId="618"/>
            <ac:spMk id="39" creationId="{6FCBFEC9-39B3-962E-B3D7-F65283256BE9}"/>
          </ac:spMkLst>
        </pc:spChg>
        <pc:spChg chg="mod">
          <ac:chgData name="Luis Carlos Guevara Hernandez" userId="946bcc4c-b146-4724-978c-751fab731e0a" providerId="ADAL" clId="{E8E95438-7D72-4151-95E2-CCAFE31D1FDF}" dt="2026-02-01T23:47:42.104" v="2793" actId="14100"/>
          <ac:spMkLst>
            <pc:docMk/>
            <pc:sldMk cId="4164722186" sldId="618"/>
            <ac:spMk id="40" creationId="{E3F20BC8-326F-B297-403D-AD6FA2A5F835}"/>
          </ac:spMkLst>
        </pc:spChg>
        <pc:grpChg chg="mod">
          <ac:chgData name="Luis Carlos Guevara Hernandez" userId="946bcc4c-b146-4724-978c-751fab731e0a" providerId="ADAL" clId="{E8E95438-7D72-4151-95E2-CCAFE31D1FDF}" dt="2026-02-01T22:47:45.728" v="1905" actId="1076"/>
          <ac:grpSpMkLst>
            <pc:docMk/>
            <pc:sldMk cId="4164722186" sldId="618"/>
            <ac:grpSpMk id="37" creationId="{12141206-FC97-3CE5-905B-492C92303508}"/>
          </ac:grpSpMkLst>
        </pc:grpChg>
        <pc:picChg chg="add mod">
          <ac:chgData name="Luis Carlos Guevara Hernandez" userId="946bcc4c-b146-4724-978c-751fab731e0a" providerId="ADAL" clId="{E8E95438-7D72-4151-95E2-CCAFE31D1FDF}" dt="2026-02-01T22:47:48.878" v="1906" actId="1076"/>
          <ac:picMkLst>
            <pc:docMk/>
            <pc:sldMk cId="4164722186" sldId="618"/>
            <ac:picMk id="3" creationId="{0071678F-B79A-F9E8-7A47-BA3166864E4B}"/>
          </ac:picMkLst>
        </pc:picChg>
      </pc:sldChg>
      <pc:sldChg chg="addSp delSp modSp add mod delAnim modAnim">
        <pc:chgData name="Luis Carlos Guevara Hernandez" userId="946bcc4c-b146-4724-978c-751fab731e0a" providerId="ADAL" clId="{E8E95438-7D72-4151-95E2-CCAFE31D1FDF}" dt="2026-02-01T23:47:31.174" v="2792" actId="14100"/>
        <pc:sldMkLst>
          <pc:docMk/>
          <pc:sldMk cId="2382682353" sldId="619"/>
        </pc:sldMkLst>
        <pc:spChg chg="mod">
          <ac:chgData name="Luis Carlos Guevara Hernandez" userId="946bcc4c-b146-4724-978c-751fab731e0a" providerId="ADAL" clId="{E8E95438-7D72-4151-95E2-CCAFE31D1FDF}" dt="2026-02-01T22:55:07.053" v="2172" actId="790"/>
          <ac:spMkLst>
            <pc:docMk/>
            <pc:sldMk cId="2382682353" sldId="619"/>
            <ac:spMk id="4" creationId="{DC64A2CA-19FD-A58F-75B0-D8548B0370C1}"/>
          </ac:spMkLst>
        </pc:spChg>
        <pc:spChg chg="mod">
          <ac:chgData name="Luis Carlos Guevara Hernandez" userId="946bcc4c-b146-4724-978c-751fab731e0a" providerId="ADAL" clId="{E8E95438-7D72-4151-95E2-CCAFE31D1FDF}" dt="2026-02-01T22:55:07.053" v="2172" actId="790"/>
          <ac:spMkLst>
            <pc:docMk/>
            <pc:sldMk cId="2382682353" sldId="619"/>
            <ac:spMk id="5" creationId="{84876147-DA0B-D18C-4DE8-8DE85C4F95D3}"/>
          </ac:spMkLst>
        </pc:spChg>
        <pc:spChg chg="mod">
          <ac:chgData name="Luis Carlos Guevara Hernandez" userId="946bcc4c-b146-4724-978c-751fab731e0a" providerId="ADAL" clId="{E8E95438-7D72-4151-95E2-CCAFE31D1FDF}" dt="2026-02-01T22:55:07.053" v="2172" actId="790"/>
          <ac:spMkLst>
            <pc:docMk/>
            <pc:sldMk cId="2382682353" sldId="619"/>
            <ac:spMk id="6" creationId="{80C883CD-4FF8-E2A3-630A-126E115BEE09}"/>
          </ac:spMkLst>
        </pc:spChg>
        <pc:spChg chg="mod">
          <ac:chgData name="Luis Carlos Guevara Hernandez" userId="946bcc4c-b146-4724-978c-751fab731e0a" providerId="ADAL" clId="{E8E95438-7D72-4151-95E2-CCAFE31D1FDF}" dt="2026-02-01T22:55:07.053" v="2172" actId="790"/>
          <ac:spMkLst>
            <pc:docMk/>
            <pc:sldMk cId="2382682353" sldId="619"/>
            <ac:spMk id="10" creationId="{E89291F4-83E9-D9F5-A272-86C407A619EB}"/>
          </ac:spMkLst>
        </pc:spChg>
        <pc:spChg chg="add mod">
          <ac:chgData name="Luis Carlos Guevara Hernandez" userId="946bcc4c-b146-4724-978c-751fab731e0a" providerId="ADAL" clId="{E8E95438-7D72-4151-95E2-CCAFE31D1FDF}" dt="2026-02-01T22:57:44.429" v="2200"/>
          <ac:spMkLst>
            <pc:docMk/>
            <pc:sldMk cId="2382682353" sldId="619"/>
            <ac:spMk id="11" creationId="{A364F429-3F33-A2B2-17FB-F9B60341C348}"/>
          </ac:spMkLst>
        </pc:spChg>
        <pc:spChg chg="mod">
          <ac:chgData name="Luis Carlos Guevara Hernandez" userId="946bcc4c-b146-4724-978c-751fab731e0a" providerId="ADAL" clId="{E8E95438-7D72-4151-95E2-CCAFE31D1FDF}" dt="2026-02-01T22:55:07.053" v="2172" actId="790"/>
          <ac:spMkLst>
            <pc:docMk/>
            <pc:sldMk cId="2382682353" sldId="619"/>
            <ac:spMk id="12" creationId="{5C5392F2-8F3C-1534-26D7-28E1F314FC27}"/>
          </ac:spMkLst>
        </pc:spChg>
        <pc:spChg chg="mod">
          <ac:chgData name="Luis Carlos Guevara Hernandez" userId="946bcc4c-b146-4724-978c-751fab731e0a" providerId="ADAL" clId="{E8E95438-7D72-4151-95E2-CCAFE31D1FDF}" dt="2026-02-01T22:55:07.053" v="2172" actId="790"/>
          <ac:spMkLst>
            <pc:docMk/>
            <pc:sldMk cId="2382682353" sldId="619"/>
            <ac:spMk id="38" creationId="{FD9F9591-A748-44DE-1AC3-BF6D464CC973}"/>
          </ac:spMkLst>
        </pc:spChg>
        <pc:spChg chg="mod">
          <ac:chgData name="Luis Carlos Guevara Hernandez" userId="946bcc4c-b146-4724-978c-751fab731e0a" providerId="ADAL" clId="{E8E95438-7D72-4151-95E2-CCAFE31D1FDF}" dt="2026-02-01T22:55:07.053" v="2172" actId="790"/>
          <ac:spMkLst>
            <pc:docMk/>
            <pc:sldMk cId="2382682353" sldId="619"/>
            <ac:spMk id="39" creationId="{6092154C-FDBA-DAAC-0A66-3D669348D9A7}"/>
          </ac:spMkLst>
        </pc:spChg>
        <pc:spChg chg="mod">
          <ac:chgData name="Luis Carlos Guevara Hernandez" userId="946bcc4c-b146-4724-978c-751fab731e0a" providerId="ADAL" clId="{E8E95438-7D72-4151-95E2-CCAFE31D1FDF}" dt="2026-02-01T23:47:31.174" v="2792" actId="14100"/>
          <ac:spMkLst>
            <pc:docMk/>
            <pc:sldMk cId="2382682353" sldId="619"/>
            <ac:spMk id="40" creationId="{528DD8F5-D40D-813F-F032-71E6FD7527CE}"/>
          </ac:spMkLst>
        </pc:spChg>
        <pc:picChg chg="add mod">
          <ac:chgData name="Luis Carlos Guevara Hernandez" userId="946bcc4c-b146-4724-978c-751fab731e0a" providerId="ADAL" clId="{E8E95438-7D72-4151-95E2-CCAFE31D1FDF}" dt="2026-02-01T22:51:37.851" v="1953" actId="1076"/>
          <ac:picMkLst>
            <pc:docMk/>
            <pc:sldMk cId="2382682353" sldId="619"/>
            <ac:picMk id="9" creationId="{1BFA87C8-2A19-1A4F-2773-C0C6B8DD3795}"/>
          </ac:picMkLst>
        </pc:picChg>
      </pc:sldChg>
      <pc:sldChg chg="addSp delSp modSp add mod modAnim">
        <pc:chgData name="Luis Carlos Guevara Hernandez" userId="946bcc4c-b146-4724-978c-751fab731e0a" providerId="ADAL" clId="{E8E95438-7D72-4151-95E2-CCAFE31D1FDF}" dt="2026-02-01T23:47:26.107" v="2791" actId="14100"/>
        <pc:sldMkLst>
          <pc:docMk/>
          <pc:sldMk cId="1517646091" sldId="620"/>
        </pc:sldMkLst>
        <pc:spChg chg="mod">
          <ac:chgData name="Luis Carlos Guevara Hernandez" userId="946bcc4c-b146-4724-978c-751fab731e0a" providerId="ADAL" clId="{E8E95438-7D72-4151-95E2-CCAFE31D1FDF}" dt="2026-02-01T22:55:07.053" v="2172" actId="790"/>
          <ac:spMkLst>
            <pc:docMk/>
            <pc:sldMk cId="1517646091" sldId="620"/>
            <ac:spMk id="4" creationId="{2F1477E6-1446-F29C-81B6-8029B0ED4370}"/>
          </ac:spMkLst>
        </pc:spChg>
        <pc:spChg chg="mod">
          <ac:chgData name="Luis Carlos Guevara Hernandez" userId="946bcc4c-b146-4724-978c-751fab731e0a" providerId="ADAL" clId="{E8E95438-7D72-4151-95E2-CCAFE31D1FDF}" dt="2026-02-01T22:55:07.053" v="2172" actId="790"/>
          <ac:spMkLst>
            <pc:docMk/>
            <pc:sldMk cId="1517646091" sldId="620"/>
            <ac:spMk id="5" creationId="{35247EA9-A661-DAD7-EFFB-BC521D9A37D7}"/>
          </ac:spMkLst>
        </pc:spChg>
        <pc:spChg chg="mod">
          <ac:chgData name="Luis Carlos Guevara Hernandez" userId="946bcc4c-b146-4724-978c-751fab731e0a" providerId="ADAL" clId="{E8E95438-7D72-4151-95E2-CCAFE31D1FDF}" dt="2026-02-01T23:47:20.406" v="2790" actId="14100"/>
          <ac:spMkLst>
            <pc:docMk/>
            <pc:sldMk cId="1517646091" sldId="620"/>
            <ac:spMk id="6" creationId="{2B1B06B8-9473-C950-F16B-369819B2BE0B}"/>
          </ac:spMkLst>
        </pc:spChg>
        <pc:spChg chg="add mod">
          <ac:chgData name="Luis Carlos Guevara Hernandez" userId="946bcc4c-b146-4724-978c-751fab731e0a" providerId="ADAL" clId="{E8E95438-7D72-4151-95E2-CCAFE31D1FDF}" dt="2026-02-01T22:57:49.638" v="2202"/>
          <ac:spMkLst>
            <pc:docMk/>
            <pc:sldMk cId="1517646091" sldId="620"/>
            <ac:spMk id="8" creationId="{AD26A25A-8B4C-D555-C8A5-2DBE22588482}"/>
          </ac:spMkLst>
        </pc:spChg>
        <pc:spChg chg="mod">
          <ac:chgData name="Luis Carlos Guevara Hernandez" userId="946bcc4c-b146-4724-978c-751fab731e0a" providerId="ADAL" clId="{E8E95438-7D72-4151-95E2-CCAFE31D1FDF}" dt="2026-02-01T22:55:07.053" v="2172" actId="790"/>
          <ac:spMkLst>
            <pc:docMk/>
            <pc:sldMk cId="1517646091" sldId="620"/>
            <ac:spMk id="10" creationId="{A106370B-4460-11D8-5674-B36C82398739}"/>
          </ac:spMkLst>
        </pc:spChg>
        <pc:spChg chg="mod">
          <ac:chgData name="Luis Carlos Guevara Hernandez" userId="946bcc4c-b146-4724-978c-751fab731e0a" providerId="ADAL" clId="{E8E95438-7D72-4151-95E2-CCAFE31D1FDF}" dt="2026-02-01T22:55:07.053" v="2172" actId="790"/>
          <ac:spMkLst>
            <pc:docMk/>
            <pc:sldMk cId="1517646091" sldId="620"/>
            <ac:spMk id="12" creationId="{CF819F14-4E15-B12F-8E9D-5027E0689E42}"/>
          </ac:spMkLst>
        </pc:spChg>
        <pc:spChg chg="mod">
          <ac:chgData name="Luis Carlos Guevara Hernandez" userId="946bcc4c-b146-4724-978c-751fab731e0a" providerId="ADAL" clId="{E8E95438-7D72-4151-95E2-CCAFE31D1FDF}" dt="2026-02-01T22:55:07.053" v="2172" actId="790"/>
          <ac:spMkLst>
            <pc:docMk/>
            <pc:sldMk cId="1517646091" sldId="620"/>
            <ac:spMk id="38" creationId="{600EC8B5-E846-0F54-B674-BB096F38647C}"/>
          </ac:spMkLst>
        </pc:spChg>
        <pc:spChg chg="mod">
          <ac:chgData name="Luis Carlos Guevara Hernandez" userId="946bcc4c-b146-4724-978c-751fab731e0a" providerId="ADAL" clId="{E8E95438-7D72-4151-95E2-CCAFE31D1FDF}" dt="2026-02-01T22:55:07.053" v="2172" actId="790"/>
          <ac:spMkLst>
            <pc:docMk/>
            <pc:sldMk cId="1517646091" sldId="620"/>
            <ac:spMk id="39" creationId="{B05313A4-2396-58D4-F548-81C8D1D9DDA2}"/>
          </ac:spMkLst>
        </pc:spChg>
        <pc:spChg chg="mod">
          <ac:chgData name="Luis Carlos Guevara Hernandez" userId="946bcc4c-b146-4724-978c-751fab731e0a" providerId="ADAL" clId="{E8E95438-7D72-4151-95E2-CCAFE31D1FDF}" dt="2026-02-01T23:47:26.107" v="2791" actId="14100"/>
          <ac:spMkLst>
            <pc:docMk/>
            <pc:sldMk cId="1517646091" sldId="620"/>
            <ac:spMk id="40" creationId="{70CCEAC1-8A0A-1EFC-15A6-4115E35883EB}"/>
          </ac:spMkLst>
        </pc:spChg>
        <pc:picChg chg="add mod">
          <ac:chgData name="Luis Carlos Guevara Hernandez" userId="946bcc4c-b146-4724-978c-751fab731e0a" providerId="ADAL" clId="{E8E95438-7D72-4151-95E2-CCAFE31D1FDF}" dt="2026-02-01T22:52:41.249" v="1979" actId="1076"/>
          <ac:picMkLst>
            <pc:docMk/>
            <pc:sldMk cId="1517646091" sldId="620"/>
            <ac:picMk id="3" creationId="{4A683CFF-21F4-50B3-6B18-478E5274F391}"/>
          </ac:picMkLst>
        </pc:picChg>
      </pc:sldChg>
      <pc:sldChg chg="addSp delSp modSp add mod delAnim modAnim">
        <pc:chgData name="Luis Carlos Guevara Hernandez" userId="946bcc4c-b146-4724-978c-751fab731e0a" providerId="ADAL" clId="{E8E95438-7D72-4151-95E2-CCAFE31D1FDF}" dt="2026-02-01T22:55:14.271" v="2175" actId="313"/>
        <pc:sldMkLst>
          <pc:docMk/>
          <pc:sldMk cId="2608462696" sldId="622"/>
        </pc:sldMkLst>
        <pc:spChg chg="mod">
          <ac:chgData name="Luis Carlos Guevara Hernandez" userId="946bcc4c-b146-4724-978c-751fab731e0a" providerId="ADAL" clId="{E8E95438-7D72-4151-95E2-CCAFE31D1FDF}" dt="2026-02-01T22:55:07.053" v="2172" actId="790"/>
          <ac:spMkLst>
            <pc:docMk/>
            <pc:sldMk cId="2608462696" sldId="622"/>
            <ac:spMk id="5" creationId="{C1049E43-7412-D25F-E228-784E63C1FF32}"/>
          </ac:spMkLst>
        </pc:spChg>
        <pc:spChg chg="mod">
          <ac:chgData name="Luis Carlos Guevara Hernandez" userId="946bcc4c-b146-4724-978c-751fab731e0a" providerId="ADAL" clId="{E8E95438-7D72-4151-95E2-CCAFE31D1FDF}" dt="2026-02-01T22:55:07.053" v="2172" actId="790"/>
          <ac:spMkLst>
            <pc:docMk/>
            <pc:sldMk cId="2608462696" sldId="622"/>
            <ac:spMk id="6" creationId="{F6904396-C488-AB44-1EAE-C6B6EF27A857}"/>
          </ac:spMkLst>
        </pc:spChg>
        <pc:spChg chg="mod">
          <ac:chgData name="Luis Carlos Guevara Hernandez" userId="946bcc4c-b146-4724-978c-751fab731e0a" providerId="ADAL" clId="{E8E95438-7D72-4151-95E2-CCAFE31D1FDF}" dt="2026-02-01T22:55:07.053" v="2172" actId="790"/>
          <ac:spMkLst>
            <pc:docMk/>
            <pc:sldMk cId="2608462696" sldId="622"/>
            <ac:spMk id="13" creationId="{BDB481A9-F5BF-8F7E-28B5-31DA4F1A0C19}"/>
          </ac:spMkLst>
        </pc:spChg>
        <pc:spChg chg="add mod">
          <ac:chgData name="Luis Carlos Guevara Hernandez" userId="946bcc4c-b146-4724-978c-751fab731e0a" providerId="ADAL" clId="{E8E95438-7D72-4151-95E2-CCAFE31D1FDF}" dt="2026-02-01T22:55:07.053" v="2172" actId="790"/>
          <ac:spMkLst>
            <pc:docMk/>
            <pc:sldMk cId="2608462696" sldId="622"/>
            <ac:spMk id="14" creationId="{8487F6BA-5E9B-4E59-68EC-D58C70EE9CF6}"/>
          </ac:spMkLst>
        </pc:spChg>
        <pc:spChg chg="mod">
          <ac:chgData name="Luis Carlos Guevara Hernandez" userId="946bcc4c-b146-4724-978c-751fab731e0a" providerId="ADAL" clId="{E8E95438-7D72-4151-95E2-CCAFE31D1FDF}" dt="2026-02-01T22:55:07.053" v="2172" actId="790"/>
          <ac:spMkLst>
            <pc:docMk/>
            <pc:sldMk cId="2608462696" sldId="622"/>
            <ac:spMk id="25" creationId="{F944A08B-425B-C60F-01CB-4F7B6754AADE}"/>
          </ac:spMkLst>
        </pc:spChg>
        <pc:graphicFrameChg chg="add mod modGraphic">
          <ac:chgData name="Luis Carlos Guevara Hernandez" userId="946bcc4c-b146-4724-978c-751fab731e0a" providerId="ADAL" clId="{E8E95438-7D72-4151-95E2-CCAFE31D1FDF}" dt="2026-02-01T22:55:14.271" v="2175" actId="313"/>
          <ac:graphicFrameMkLst>
            <pc:docMk/>
            <pc:sldMk cId="2608462696" sldId="622"/>
            <ac:graphicFrameMk id="12" creationId="{FC38F77B-241B-D418-77AD-D5E50C4674EB}"/>
          </ac:graphicFrameMkLst>
        </pc:graphicFrameChg>
      </pc:sldChg>
      <pc:sldChg chg="addSp delSp modSp mod">
        <pc:chgData name="Luis Carlos Guevara Hernandez" userId="946bcc4c-b146-4724-978c-751fab731e0a" providerId="ADAL" clId="{E8E95438-7D72-4151-95E2-CCAFE31D1FDF}" dt="2026-02-03T15:06:52.557" v="4163"/>
        <pc:sldMkLst>
          <pc:docMk/>
          <pc:sldMk cId="1243547277" sldId="624"/>
        </pc:sldMkLst>
        <pc:spChg chg="mod">
          <ac:chgData name="Luis Carlos Guevara Hernandez" userId="946bcc4c-b146-4724-978c-751fab731e0a" providerId="ADAL" clId="{E8E95438-7D72-4151-95E2-CCAFE31D1FDF}" dt="2026-02-03T15:06:50.618" v="4162" actId="207"/>
          <ac:spMkLst>
            <pc:docMk/>
            <pc:sldMk cId="1243547277" sldId="624"/>
            <ac:spMk id="20" creationId="{015FB31F-B113-F363-085F-2FF3E023A003}"/>
          </ac:spMkLst>
        </pc:spChg>
        <pc:spChg chg="mod">
          <ac:chgData name="Luis Carlos Guevara Hernandez" userId="946bcc4c-b146-4724-978c-751fab731e0a" providerId="ADAL" clId="{E8E95438-7D72-4151-95E2-CCAFE31D1FDF}" dt="2026-02-03T15:06:50.618" v="4162" actId="207"/>
          <ac:spMkLst>
            <pc:docMk/>
            <pc:sldMk cId="1243547277" sldId="624"/>
            <ac:spMk id="21" creationId="{A402FF8C-01AE-1602-F7A7-66039E9527AC}"/>
          </ac:spMkLst>
        </pc:spChg>
      </pc:sldChg>
      <pc:sldChg chg="modSp mod">
        <pc:chgData name="Luis Carlos Guevara Hernandez" userId="946bcc4c-b146-4724-978c-751fab731e0a" providerId="ADAL" clId="{E8E95438-7D72-4151-95E2-CCAFE31D1FDF}" dt="2026-02-02T23:08:45.937" v="3231" actId="27107"/>
        <pc:sldMkLst>
          <pc:docMk/>
          <pc:sldMk cId="2743380869" sldId="633"/>
        </pc:sldMkLst>
        <pc:spChg chg="mod">
          <ac:chgData name="Luis Carlos Guevara Hernandez" userId="946bcc4c-b146-4724-978c-751fab731e0a" providerId="ADAL" clId="{E8E95438-7D72-4151-95E2-CCAFE31D1FDF}" dt="2026-02-02T23:08:45.937" v="3231" actId="27107"/>
          <ac:spMkLst>
            <pc:docMk/>
            <pc:sldMk cId="2743380869" sldId="633"/>
            <ac:spMk id="205" creationId="{84BE0E1F-C7DD-473D-A0E6-314D22F882AA}"/>
          </ac:spMkLst>
        </pc:spChg>
      </pc:sldChg>
      <pc:sldChg chg="addSp delSp modSp add mod delAnim">
        <pc:chgData name="Luis Carlos Guevara Hernandez" userId="946bcc4c-b146-4724-978c-751fab731e0a" providerId="ADAL" clId="{E8E95438-7D72-4151-95E2-CCAFE31D1FDF}" dt="2026-02-02T23:22:53.243" v="3359" actId="1076"/>
        <pc:sldMkLst>
          <pc:docMk/>
          <pc:sldMk cId="1572743231" sldId="634"/>
        </pc:sldMkLst>
        <pc:spChg chg="mod">
          <ac:chgData name="Luis Carlos Guevara Hernandez" userId="946bcc4c-b146-4724-978c-751fab731e0a" providerId="ADAL" clId="{E8E95438-7D72-4151-95E2-CCAFE31D1FDF}" dt="2026-02-02T23:09:34.145" v="3236"/>
          <ac:spMkLst>
            <pc:docMk/>
            <pc:sldMk cId="1572743231" sldId="634"/>
            <ac:spMk id="3" creationId="{E99111A6-81A2-9876-A5DB-F3DAF0BFB705}"/>
          </ac:spMkLst>
        </pc:spChg>
        <pc:spChg chg="mod">
          <ac:chgData name="Luis Carlos Guevara Hernandez" userId="946bcc4c-b146-4724-978c-751fab731e0a" providerId="ADAL" clId="{E8E95438-7D72-4151-95E2-CCAFE31D1FDF}" dt="2026-02-02T23:09:34.145" v="3236"/>
          <ac:spMkLst>
            <pc:docMk/>
            <pc:sldMk cId="1572743231" sldId="634"/>
            <ac:spMk id="8" creationId="{33B01CC7-6F2C-C15A-EA9C-1DB7F45015EA}"/>
          </ac:spMkLst>
        </pc:spChg>
        <pc:spChg chg="mod">
          <ac:chgData name="Luis Carlos Guevara Hernandez" userId="946bcc4c-b146-4724-978c-751fab731e0a" providerId="ADAL" clId="{E8E95438-7D72-4151-95E2-CCAFE31D1FDF}" dt="2026-02-02T23:09:34.145" v="3236"/>
          <ac:spMkLst>
            <pc:docMk/>
            <pc:sldMk cId="1572743231" sldId="634"/>
            <ac:spMk id="10" creationId="{7C6B3BB0-BEF3-9DB4-B68B-685B52A51473}"/>
          </ac:spMkLst>
        </pc:spChg>
        <pc:spChg chg="mod">
          <ac:chgData name="Luis Carlos Guevara Hernandez" userId="946bcc4c-b146-4724-978c-751fab731e0a" providerId="ADAL" clId="{E8E95438-7D72-4151-95E2-CCAFE31D1FDF}" dt="2026-02-02T23:09:34.145" v="3236"/>
          <ac:spMkLst>
            <pc:docMk/>
            <pc:sldMk cId="1572743231" sldId="634"/>
            <ac:spMk id="11" creationId="{D997D05A-19CF-292C-5A73-EE39CC9FEA26}"/>
          </ac:spMkLst>
        </pc:spChg>
        <pc:spChg chg="mod">
          <ac:chgData name="Luis Carlos Guevara Hernandez" userId="946bcc4c-b146-4724-978c-751fab731e0a" providerId="ADAL" clId="{E8E95438-7D72-4151-95E2-CCAFE31D1FDF}" dt="2026-02-02T23:09:34.145" v="3236"/>
          <ac:spMkLst>
            <pc:docMk/>
            <pc:sldMk cId="1572743231" sldId="634"/>
            <ac:spMk id="15" creationId="{89DABCF5-EAD0-23FB-E2A7-B842C3A06D36}"/>
          </ac:spMkLst>
        </pc:spChg>
        <pc:spChg chg="mod">
          <ac:chgData name="Luis Carlos Guevara Hernandez" userId="946bcc4c-b146-4724-978c-751fab731e0a" providerId="ADAL" clId="{E8E95438-7D72-4151-95E2-CCAFE31D1FDF}" dt="2026-02-02T23:09:34.145" v="3236"/>
          <ac:spMkLst>
            <pc:docMk/>
            <pc:sldMk cId="1572743231" sldId="634"/>
            <ac:spMk id="17" creationId="{E417BCF1-A11D-6995-16F5-634603B0E0BA}"/>
          </ac:spMkLst>
        </pc:spChg>
        <pc:spChg chg="mod">
          <ac:chgData name="Luis Carlos Guevara Hernandez" userId="946bcc4c-b146-4724-978c-751fab731e0a" providerId="ADAL" clId="{E8E95438-7D72-4151-95E2-CCAFE31D1FDF}" dt="2026-02-02T23:09:34.145" v="3236"/>
          <ac:spMkLst>
            <pc:docMk/>
            <pc:sldMk cId="1572743231" sldId="634"/>
            <ac:spMk id="18" creationId="{5F97B89A-6219-3453-2A22-496F270ED36B}"/>
          </ac:spMkLst>
        </pc:spChg>
        <pc:spChg chg="mod">
          <ac:chgData name="Luis Carlos Guevara Hernandez" userId="946bcc4c-b146-4724-978c-751fab731e0a" providerId="ADAL" clId="{E8E95438-7D72-4151-95E2-CCAFE31D1FDF}" dt="2026-02-02T23:09:34.145" v="3236"/>
          <ac:spMkLst>
            <pc:docMk/>
            <pc:sldMk cId="1572743231" sldId="634"/>
            <ac:spMk id="20" creationId="{8A075192-B8F3-F3CB-5EEB-70627C991CEF}"/>
          </ac:spMkLst>
        </pc:spChg>
        <pc:spChg chg="mod">
          <ac:chgData name="Luis Carlos Guevara Hernandez" userId="946bcc4c-b146-4724-978c-751fab731e0a" providerId="ADAL" clId="{E8E95438-7D72-4151-95E2-CCAFE31D1FDF}" dt="2026-02-02T23:09:34.145" v="3236"/>
          <ac:spMkLst>
            <pc:docMk/>
            <pc:sldMk cId="1572743231" sldId="634"/>
            <ac:spMk id="21" creationId="{C1D5F37E-DE40-066C-25F9-415FFD0D9D38}"/>
          </ac:spMkLst>
        </pc:spChg>
        <pc:spChg chg="add mod">
          <ac:chgData name="Luis Carlos Guevara Hernandez" userId="946bcc4c-b146-4724-978c-751fab731e0a" providerId="ADAL" clId="{E8E95438-7D72-4151-95E2-CCAFE31D1FDF}" dt="2026-02-02T23:22:53.243" v="3359" actId="1076"/>
          <ac:spMkLst>
            <pc:docMk/>
            <pc:sldMk cId="1572743231" sldId="634"/>
            <ac:spMk id="23" creationId="{E97DF731-3BFE-9863-C1A0-42ED33A4686F}"/>
          </ac:spMkLst>
        </pc:spChg>
        <pc:picChg chg="mod">
          <ac:chgData name="Luis Carlos Guevara Hernandez" userId="946bcc4c-b146-4724-978c-751fab731e0a" providerId="ADAL" clId="{E8E95438-7D72-4151-95E2-CCAFE31D1FDF}" dt="2026-02-02T23:09:51.707" v="3237"/>
          <ac:picMkLst>
            <pc:docMk/>
            <pc:sldMk cId="1572743231" sldId="634"/>
            <ac:picMk id="13" creationId="{15ED4167-4F84-6BD0-C300-4C8065C31C8F}"/>
          </ac:picMkLst>
        </pc:picChg>
      </pc:sldChg>
      <pc:sldChg chg="addSp delSp modSp add mod delAnim modAnim">
        <pc:chgData name="Luis Carlos Guevara Hernandez" userId="946bcc4c-b146-4724-978c-751fab731e0a" providerId="ADAL" clId="{E8E95438-7D72-4151-95E2-CCAFE31D1FDF}" dt="2026-02-02T23:15:52.796" v="3284"/>
        <pc:sldMkLst>
          <pc:docMk/>
          <pc:sldMk cId="676030008" sldId="635"/>
        </pc:sldMkLst>
        <pc:spChg chg="add mod">
          <ac:chgData name="Luis Carlos Guevara Hernandez" userId="946bcc4c-b146-4724-978c-751fab731e0a" providerId="ADAL" clId="{E8E95438-7D72-4151-95E2-CCAFE31D1FDF}" dt="2026-02-02T23:12:54.696" v="3255" actId="207"/>
          <ac:spMkLst>
            <pc:docMk/>
            <pc:sldMk cId="676030008" sldId="635"/>
            <ac:spMk id="26" creationId="{ECBBF554-9DB4-3FB5-3E59-BBACB1D5BB7D}"/>
          </ac:spMkLst>
        </pc:spChg>
        <pc:spChg chg="mod">
          <ac:chgData name="Luis Carlos Guevara Hernandez" userId="946bcc4c-b146-4724-978c-751fab731e0a" providerId="ADAL" clId="{E8E95438-7D72-4151-95E2-CCAFE31D1FDF}" dt="2026-02-02T23:13:13.969" v="3260" actId="404"/>
          <ac:spMkLst>
            <pc:docMk/>
            <pc:sldMk cId="676030008" sldId="635"/>
            <ac:spMk id="40" creationId="{3E2C86D6-7711-34C2-CB29-0DD0CFA6B109}"/>
          </ac:spMkLst>
        </pc:spChg>
        <pc:spChg chg="mod">
          <ac:chgData name="Luis Carlos Guevara Hernandez" userId="946bcc4c-b146-4724-978c-751fab731e0a" providerId="ADAL" clId="{E8E95438-7D72-4151-95E2-CCAFE31D1FDF}" dt="2026-02-02T23:13:13.969" v="3260" actId="404"/>
          <ac:spMkLst>
            <pc:docMk/>
            <pc:sldMk cId="676030008" sldId="635"/>
            <ac:spMk id="48" creationId="{4538C114-9841-62FC-E54F-00359FC8DFF9}"/>
          </ac:spMkLst>
        </pc:spChg>
        <pc:spChg chg="mod">
          <ac:chgData name="Luis Carlos Guevara Hernandez" userId="946bcc4c-b146-4724-978c-751fab731e0a" providerId="ADAL" clId="{E8E95438-7D72-4151-95E2-CCAFE31D1FDF}" dt="2026-02-02T23:13:13.969" v="3260" actId="404"/>
          <ac:spMkLst>
            <pc:docMk/>
            <pc:sldMk cId="676030008" sldId="635"/>
            <ac:spMk id="54" creationId="{AC14DF23-302D-70EF-79F5-96BF668AC4CB}"/>
          </ac:spMkLst>
        </pc:spChg>
        <pc:spChg chg="mod">
          <ac:chgData name="Luis Carlos Guevara Hernandez" userId="946bcc4c-b146-4724-978c-751fab731e0a" providerId="ADAL" clId="{E8E95438-7D72-4151-95E2-CCAFE31D1FDF}" dt="2026-02-02T23:13:50.199" v="3265" actId="1076"/>
          <ac:spMkLst>
            <pc:docMk/>
            <pc:sldMk cId="676030008" sldId="635"/>
            <ac:spMk id="63" creationId="{B7C963A3-5AA2-5087-3C6D-8475B900DBBF}"/>
          </ac:spMkLst>
        </pc:spChg>
        <pc:spChg chg="mod">
          <ac:chgData name="Luis Carlos Guevara Hernandez" userId="946bcc4c-b146-4724-978c-751fab731e0a" providerId="ADAL" clId="{E8E95438-7D72-4151-95E2-CCAFE31D1FDF}" dt="2026-02-02T23:14:42.950" v="3280" actId="20577"/>
          <ac:spMkLst>
            <pc:docMk/>
            <pc:sldMk cId="676030008" sldId="635"/>
            <ac:spMk id="65" creationId="{6BBC2461-D4DB-69E7-DC28-B53FAC332B5E}"/>
          </ac:spMkLst>
        </pc:spChg>
        <pc:spChg chg="mod">
          <ac:chgData name="Luis Carlos Guevara Hernandez" userId="946bcc4c-b146-4724-978c-751fab731e0a" providerId="ADAL" clId="{E8E95438-7D72-4151-95E2-CCAFE31D1FDF}" dt="2026-02-02T23:13:13.969" v="3260" actId="404"/>
          <ac:spMkLst>
            <pc:docMk/>
            <pc:sldMk cId="676030008" sldId="635"/>
            <ac:spMk id="74" creationId="{BCC6448D-B5AD-7833-43FD-C96E6085E612}"/>
          </ac:spMkLst>
        </pc:spChg>
        <pc:spChg chg="mod">
          <ac:chgData name="Luis Carlos Guevara Hernandez" userId="946bcc4c-b146-4724-978c-751fab731e0a" providerId="ADAL" clId="{E8E95438-7D72-4151-95E2-CCAFE31D1FDF}" dt="2026-02-02T23:13:13.969" v="3260" actId="404"/>
          <ac:spMkLst>
            <pc:docMk/>
            <pc:sldMk cId="676030008" sldId="635"/>
            <ac:spMk id="94" creationId="{12BA805E-BEF0-222B-28F6-E183330C7A15}"/>
          </ac:spMkLst>
        </pc:spChg>
        <pc:spChg chg="mod">
          <ac:chgData name="Luis Carlos Guevara Hernandez" userId="946bcc4c-b146-4724-978c-751fab731e0a" providerId="ADAL" clId="{E8E95438-7D72-4151-95E2-CCAFE31D1FDF}" dt="2026-02-02T23:13:13.969" v="3260" actId="404"/>
          <ac:spMkLst>
            <pc:docMk/>
            <pc:sldMk cId="676030008" sldId="635"/>
            <ac:spMk id="95" creationId="{EBA54098-19C1-FC32-A011-3B06086AA632}"/>
          </ac:spMkLst>
        </pc:spChg>
        <pc:spChg chg="mod">
          <ac:chgData name="Luis Carlos Guevara Hernandez" userId="946bcc4c-b146-4724-978c-751fab731e0a" providerId="ADAL" clId="{E8E95438-7D72-4151-95E2-CCAFE31D1FDF}" dt="2026-02-02T23:13:13.969" v="3260" actId="404"/>
          <ac:spMkLst>
            <pc:docMk/>
            <pc:sldMk cId="676030008" sldId="635"/>
            <ac:spMk id="97" creationId="{63CCB96E-CAFB-A12F-F5BA-5FAE2030C0A0}"/>
          </ac:spMkLst>
        </pc:spChg>
        <pc:spChg chg="mod">
          <ac:chgData name="Luis Carlos Guevara Hernandez" userId="946bcc4c-b146-4724-978c-751fab731e0a" providerId="ADAL" clId="{E8E95438-7D72-4151-95E2-CCAFE31D1FDF}" dt="2026-02-02T23:13:13.969" v="3260" actId="404"/>
          <ac:spMkLst>
            <pc:docMk/>
            <pc:sldMk cId="676030008" sldId="635"/>
            <ac:spMk id="104" creationId="{13C2933F-99AC-5BE4-291B-F91C57CA0B27}"/>
          </ac:spMkLst>
        </pc:spChg>
        <pc:spChg chg="mod">
          <ac:chgData name="Luis Carlos Guevara Hernandez" userId="946bcc4c-b146-4724-978c-751fab731e0a" providerId="ADAL" clId="{E8E95438-7D72-4151-95E2-CCAFE31D1FDF}" dt="2026-02-02T23:13:13.969" v="3260" actId="404"/>
          <ac:spMkLst>
            <pc:docMk/>
            <pc:sldMk cId="676030008" sldId="635"/>
            <ac:spMk id="124" creationId="{97A2136D-42AD-FDCA-CC47-3B81F4F0F0F7}"/>
          </ac:spMkLst>
        </pc:spChg>
        <pc:spChg chg="mod">
          <ac:chgData name="Luis Carlos Guevara Hernandez" userId="946bcc4c-b146-4724-978c-751fab731e0a" providerId="ADAL" clId="{E8E95438-7D72-4151-95E2-CCAFE31D1FDF}" dt="2026-02-02T23:13:13.969" v="3260" actId="404"/>
          <ac:spMkLst>
            <pc:docMk/>
            <pc:sldMk cId="676030008" sldId="635"/>
            <ac:spMk id="130" creationId="{6084B230-606D-CF7D-2059-3D544DE3E2B6}"/>
          </ac:spMkLst>
        </pc:spChg>
        <pc:spChg chg="add mod">
          <ac:chgData name="Luis Carlos Guevara Hernandez" userId="946bcc4c-b146-4724-978c-751fab731e0a" providerId="ADAL" clId="{E8E95438-7D72-4151-95E2-CCAFE31D1FDF}" dt="2026-02-02T23:14:12.696" v="3275" actId="1076"/>
          <ac:spMkLst>
            <pc:docMk/>
            <pc:sldMk cId="676030008" sldId="635"/>
            <ac:spMk id="144" creationId="{39A364EC-AE22-3D4C-A4B5-70536E48EA3D}"/>
          </ac:spMkLst>
        </pc:spChg>
        <pc:grpChg chg="mod">
          <ac:chgData name="Luis Carlos Guevara Hernandez" userId="946bcc4c-b146-4724-978c-751fab731e0a" providerId="ADAL" clId="{E8E95438-7D72-4151-95E2-CCAFE31D1FDF}" dt="2026-02-02T23:13:19.008" v="3261" actId="14100"/>
          <ac:grpSpMkLst>
            <pc:docMk/>
            <pc:sldMk cId="676030008" sldId="635"/>
            <ac:grpSpMk id="27" creationId="{DCC3B68D-1455-70FE-2CCA-6BF9999F0C61}"/>
          </ac:grpSpMkLst>
        </pc:grpChg>
        <pc:grpChg chg="mod">
          <ac:chgData name="Luis Carlos Guevara Hernandez" userId="946bcc4c-b146-4724-978c-751fab731e0a" providerId="ADAL" clId="{E8E95438-7D72-4151-95E2-CCAFE31D1FDF}" dt="2026-02-02T23:13:54.216" v="3266" actId="1076"/>
          <ac:grpSpMkLst>
            <pc:docMk/>
            <pc:sldMk cId="676030008" sldId="635"/>
            <ac:grpSpMk id="66" creationId="{FE2819A3-46D2-1643-6DBA-8E7AAAABFC99}"/>
          </ac:grpSpMkLst>
        </pc:grpChg>
        <pc:grpChg chg="mod">
          <ac:chgData name="Luis Carlos Guevara Hernandez" userId="946bcc4c-b146-4724-978c-751fab731e0a" providerId="ADAL" clId="{E8E95438-7D72-4151-95E2-CCAFE31D1FDF}" dt="2026-02-02T23:14:24.727" v="3276" actId="1076"/>
          <ac:grpSpMkLst>
            <pc:docMk/>
            <pc:sldMk cId="676030008" sldId="635"/>
            <ac:grpSpMk id="81" creationId="{DF35932D-BD77-46DD-9C8F-8260E830D39A}"/>
          </ac:grpSpMkLst>
        </pc:grpChg>
        <pc:grpChg chg="mod">
          <ac:chgData name="Luis Carlos Guevara Hernandez" userId="946bcc4c-b146-4724-978c-751fab731e0a" providerId="ADAL" clId="{E8E95438-7D72-4151-95E2-CCAFE31D1FDF}" dt="2026-02-02T23:14:49.429" v="3281" actId="1076"/>
          <ac:grpSpMkLst>
            <pc:docMk/>
            <pc:sldMk cId="676030008" sldId="635"/>
            <ac:grpSpMk id="100" creationId="{6E7E6E4C-BA4B-0987-F614-33584FBFDE38}"/>
          </ac:grpSpMkLst>
        </pc:grpChg>
        <pc:grpChg chg="mod">
          <ac:chgData name="Luis Carlos Guevara Hernandez" userId="946bcc4c-b146-4724-978c-751fab731e0a" providerId="ADAL" clId="{E8E95438-7D72-4151-95E2-CCAFE31D1FDF}" dt="2026-02-02T23:14:49.429" v="3281" actId="1076"/>
          <ac:grpSpMkLst>
            <pc:docMk/>
            <pc:sldMk cId="676030008" sldId="635"/>
            <ac:grpSpMk id="109" creationId="{58E3CECD-4402-2C1F-1138-1594ADCBBEC6}"/>
          </ac:grpSpMkLst>
        </pc:grpChg>
        <pc:grpChg chg="mod">
          <ac:chgData name="Luis Carlos Guevara Hernandez" userId="946bcc4c-b146-4724-978c-751fab731e0a" providerId="ADAL" clId="{E8E95438-7D72-4151-95E2-CCAFE31D1FDF}" dt="2026-02-02T23:14:57.148" v="3282" actId="1076"/>
          <ac:grpSpMkLst>
            <pc:docMk/>
            <pc:sldMk cId="676030008" sldId="635"/>
            <ac:grpSpMk id="118" creationId="{7A475364-C6AE-9CF9-7769-6F7985F9C39D}"/>
          </ac:grpSpMkLst>
        </pc:grpChg>
      </pc:sldChg>
      <pc:sldChg chg="addSp delSp modSp add mod delAnim modAnim">
        <pc:chgData name="Luis Carlos Guevara Hernandez" userId="946bcc4c-b146-4724-978c-751fab731e0a" providerId="ADAL" clId="{E8E95438-7D72-4151-95E2-CCAFE31D1FDF}" dt="2026-02-03T00:22:08.603" v="4160"/>
        <pc:sldMkLst>
          <pc:docMk/>
          <pc:sldMk cId="3609213618" sldId="636"/>
        </pc:sldMkLst>
        <pc:spChg chg="add mod">
          <ac:chgData name="Luis Carlos Guevara Hernandez" userId="946bcc4c-b146-4724-978c-751fab731e0a" providerId="ADAL" clId="{E8E95438-7D72-4151-95E2-CCAFE31D1FDF}" dt="2026-02-02T23:17:56.958" v="3330" actId="20577"/>
          <ac:spMkLst>
            <pc:docMk/>
            <pc:sldMk cId="3609213618" sldId="636"/>
            <ac:spMk id="2" creationId="{C3E3380B-99C6-90DB-257C-5C79BB466C6F}"/>
          </ac:spMkLst>
        </pc:spChg>
        <pc:spChg chg="mod">
          <ac:chgData name="Luis Carlos Guevara Hernandez" userId="946bcc4c-b146-4724-978c-751fab731e0a" providerId="ADAL" clId="{E8E95438-7D72-4151-95E2-CCAFE31D1FDF}" dt="2026-02-02T23:16:11.774" v="3290" actId="1076"/>
          <ac:spMkLst>
            <pc:docMk/>
            <pc:sldMk cId="3609213618" sldId="636"/>
            <ac:spMk id="5" creationId="{BE08007B-C7C9-EA8D-5604-55C3F96D01FD}"/>
          </ac:spMkLst>
        </pc:spChg>
        <pc:spChg chg="mod">
          <ac:chgData name="Luis Carlos Guevara Hernandez" userId="946bcc4c-b146-4724-978c-751fab731e0a" providerId="ADAL" clId="{E8E95438-7D72-4151-95E2-CCAFE31D1FDF}" dt="2026-02-02T23:17:26.447" v="3320"/>
          <ac:spMkLst>
            <pc:docMk/>
            <pc:sldMk cId="3609213618" sldId="636"/>
            <ac:spMk id="8" creationId="{41EBD9E1-D18E-C4AF-83BD-9000C5BAD958}"/>
          </ac:spMkLst>
        </pc:spChg>
        <pc:spChg chg="mod">
          <ac:chgData name="Luis Carlos Guevara Hernandez" userId="946bcc4c-b146-4724-978c-751fab731e0a" providerId="ADAL" clId="{E8E95438-7D72-4151-95E2-CCAFE31D1FDF}" dt="2026-02-02T23:17:26.447" v="3320"/>
          <ac:spMkLst>
            <pc:docMk/>
            <pc:sldMk cId="3609213618" sldId="636"/>
            <ac:spMk id="9" creationId="{0E836887-30A2-3213-FE60-0EF40CA4FF30}"/>
          </ac:spMkLst>
        </pc:spChg>
        <pc:spChg chg="mod">
          <ac:chgData name="Luis Carlos Guevara Hernandez" userId="946bcc4c-b146-4724-978c-751fab731e0a" providerId="ADAL" clId="{E8E95438-7D72-4151-95E2-CCAFE31D1FDF}" dt="2026-02-02T23:17:26.447" v="3320"/>
          <ac:spMkLst>
            <pc:docMk/>
            <pc:sldMk cId="3609213618" sldId="636"/>
            <ac:spMk id="10" creationId="{8128D51A-AC8E-DC22-C556-F05F03729114}"/>
          </ac:spMkLst>
        </pc:spChg>
        <pc:spChg chg="mod">
          <ac:chgData name="Luis Carlos Guevara Hernandez" userId="946bcc4c-b146-4724-978c-751fab731e0a" providerId="ADAL" clId="{E8E95438-7D72-4151-95E2-CCAFE31D1FDF}" dt="2026-02-02T23:17:26.447" v="3320"/>
          <ac:spMkLst>
            <pc:docMk/>
            <pc:sldMk cId="3609213618" sldId="636"/>
            <ac:spMk id="11" creationId="{78B5AB56-8FA7-37C6-8F02-2122810A3780}"/>
          </ac:spMkLst>
        </pc:spChg>
        <pc:spChg chg="mod">
          <ac:chgData name="Luis Carlos Guevara Hernandez" userId="946bcc4c-b146-4724-978c-751fab731e0a" providerId="ADAL" clId="{E8E95438-7D72-4151-95E2-CCAFE31D1FDF}" dt="2026-02-02T23:17:26.447" v="3320"/>
          <ac:spMkLst>
            <pc:docMk/>
            <pc:sldMk cId="3609213618" sldId="636"/>
            <ac:spMk id="15" creationId="{85001760-5B9E-6DEC-2257-E5215BDB5414}"/>
          </ac:spMkLst>
        </pc:spChg>
        <pc:spChg chg="mod">
          <ac:chgData name="Luis Carlos Guevara Hernandez" userId="946bcc4c-b146-4724-978c-751fab731e0a" providerId="ADAL" clId="{E8E95438-7D72-4151-95E2-CCAFE31D1FDF}" dt="2026-02-02T23:17:26.447" v="3320"/>
          <ac:spMkLst>
            <pc:docMk/>
            <pc:sldMk cId="3609213618" sldId="636"/>
            <ac:spMk id="18" creationId="{7BA148D6-2F4C-E233-2006-BB1070428463}"/>
          </ac:spMkLst>
        </pc:spChg>
        <pc:spChg chg="mod">
          <ac:chgData name="Luis Carlos Guevara Hernandez" userId="946bcc4c-b146-4724-978c-751fab731e0a" providerId="ADAL" clId="{E8E95438-7D72-4151-95E2-CCAFE31D1FDF}" dt="2026-02-02T23:17:26.447" v="3320"/>
          <ac:spMkLst>
            <pc:docMk/>
            <pc:sldMk cId="3609213618" sldId="636"/>
            <ac:spMk id="19" creationId="{0326C2CE-3277-7082-596D-E8004D126FEE}"/>
          </ac:spMkLst>
        </pc:spChg>
        <pc:spChg chg="mod">
          <ac:chgData name="Luis Carlos Guevara Hernandez" userId="946bcc4c-b146-4724-978c-751fab731e0a" providerId="ADAL" clId="{E8E95438-7D72-4151-95E2-CCAFE31D1FDF}" dt="2026-02-02T23:17:26.447" v="3320"/>
          <ac:spMkLst>
            <pc:docMk/>
            <pc:sldMk cId="3609213618" sldId="636"/>
            <ac:spMk id="21" creationId="{F6383C76-D577-EFC8-C666-0A498C4EF0A1}"/>
          </ac:spMkLst>
        </pc:spChg>
        <pc:spChg chg="mod">
          <ac:chgData name="Luis Carlos Guevara Hernandez" userId="946bcc4c-b146-4724-978c-751fab731e0a" providerId="ADAL" clId="{E8E95438-7D72-4151-95E2-CCAFE31D1FDF}" dt="2026-02-02T23:17:26.447" v="3320"/>
          <ac:spMkLst>
            <pc:docMk/>
            <pc:sldMk cId="3609213618" sldId="636"/>
            <ac:spMk id="22" creationId="{40E22AE8-D6C4-A98A-34F5-1E3263AFFA62}"/>
          </ac:spMkLst>
        </pc:spChg>
        <pc:spChg chg="mod">
          <ac:chgData name="Luis Carlos Guevara Hernandez" userId="946bcc4c-b146-4724-978c-751fab731e0a" providerId="ADAL" clId="{E8E95438-7D72-4151-95E2-CCAFE31D1FDF}" dt="2026-02-02T23:17:26.447" v="3320"/>
          <ac:spMkLst>
            <pc:docMk/>
            <pc:sldMk cId="3609213618" sldId="636"/>
            <ac:spMk id="145" creationId="{1C480041-568C-A031-B0E4-97D53445077C}"/>
          </ac:spMkLst>
        </pc:spChg>
        <pc:spChg chg="mod">
          <ac:chgData name="Luis Carlos Guevara Hernandez" userId="946bcc4c-b146-4724-978c-751fab731e0a" providerId="ADAL" clId="{E8E95438-7D72-4151-95E2-CCAFE31D1FDF}" dt="2026-02-02T23:18:22.589" v="3331"/>
          <ac:spMkLst>
            <pc:docMk/>
            <pc:sldMk cId="3609213618" sldId="636"/>
            <ac:spMk id="171" creationId="{EE4F70A6-3AA6-0406-2854-498A94BE8D9B}"/>
          </ac:spMkLst>
        </pc:spChg>
        <pc:spChg chg="mod">
          <ac:chgData name="Luis Carlos Guevara Hernandez" userId="946bcc4c-b146-4724-978c-751fab731e0a" providerId="ADAL" clId="{E8E95438-7D72-4151-95E2-CCAFE31D1FDF}" dt="2026-02-02T23:18:22.589" v="3331"/>
          <ac:spMkLst>
            <pc:docMk/>
            <pc:sldMk cId="3609213618" sldId="636"/>
            <ac:spMk id="173" creationId="{C279BE6A-5C6D-A965-E392-FEA0CB10F9A7}"/>
          </ac:spMkLst>
        </pc:spChg>
        <pc:spChg chg="mod">
          <ac:chgData name="Luis Carlos Guevara Hernandez" userId="946bcc4c-b146-4724-978c-751fab731e0a" providerId="ADAL" clId="{E8E95438-7D72-4151-95E2-CCAFE31D1FDF}" dt="2026-02-02T23:18:22.589" v="3331"/>
          <ac:spMkLst>
            <pc:docMk/>
            <pc:sldMk cId="3609213618" sldId="636"/>
            <ac:spMk id="175" creationId="{03FEB7BF-AB98-6E1D-151E-065A255E09E3}"/>
          </ac:spMkLst>
        </pc:spChg>
        <pc:spChg chg="mod">
          <ac:chgData name="Luis Carlos Guevara Hernandez" userId="946bcc4c-b146-4724-978c-751fab731e0a" providerId="ADAL" clId="{E8E95438-7D72-4151-95E2-CCAFE31D1FDF}" dt="2026-02-02T23:18:22.589" v="3331"/>
          <ac:spMkLst>
            <pc:docMk/>
            <pc:sldMk cId="3609213618" sldId="636"/>
            <ac:spMk id="185" creationId="{846A7A6E-DBCE-323A-866C-81D8A850ED36}"/>
          </ac:spMkLst>
        </pc:spChg>
        <pc:spChg chg="mod">
          <ac:chgData name="Luis Carlos Guevara Hernandez" userId="946bcc4c-b146-4724-978c-751fab731e0a" providerId="ADAL" clId="{E8E95438-7D72-4151-95E2-CCAFE31D1FDF}" dt="2026-02-02T23:18:22.589" v="3331"/>
          <ac:spMkLst>
            <pc:docMk/>
            <pc:sldMk cId="3609213618" sldId="636"/>
            <ac:spMk id="200" creationId="{7FF4493F-5843-5D6A-27BF-223E2B015A45}"/>
          </ac:spMkLst>
        </pc:spChg>
        <pc:spChg chg="add mod">
          <ac:chgData name="Luis Carlos Guevara Hernandez" userId="946bcc4c-b146-4724-978c-751fab731e0a" providerId="ADAL" clId="{E8E95438-7D72-4151-95E2-CCAFE31D1FDF}" dt="2026-02-02T23:20:31.248" v="3356" actId="1076"/>
          <ac:spMkLst>
            <pc:docMk/>
            <pc:sldMk cId="3609213618" sldId="636"/>
            <ac:spMk id="209" creationId="{094A6E24-AEB9-459F-E4C4-A94250FF622C}"/>
          </ac:spMkLst>
        </pc:spChg>
        <pc:spChg chg="add mod">
          <ac:chgData name="Luis Carlos Guevara Hernandez" userId="946bcc4c-b146-4724-978c-751fab731e0a" providerId="ADAL" clId="{E8E95438-7D72-4151-95E2-CCAFE31D1FDF}" dt="2026-02-02T23:20:38.870" v="3357" actId="14100"/>
          <ac:spMkLst>
            <pc:docMk/>
            <pc:sldMk cId="3609213618" sldId="636"/>
            <ac:spMk id="210" creationId="{E5B990E7-6E09-E995-8C18-4402A19872D3}"/>
          </ac:spMkLst>
        </pc:spChg>
        <pc:grpChg chg="mod">
          <ac:chgData name="Luis Carlos Guevara Hernandez" userId="946bcc4c-b146-4724-978c-751fab731e0a" providerId="ADAL" clId="{E8E95438-7D72-4151-95E2-CCAFE31D1FDF}" dt="2026-02-02T23:17:53.330" v="3326" actId="1076"/>
          <ac:grpSpMkLst>
            <pc:docMk/>
            <pc:sldMk cId="3609213618" sldId="636"/>
            <ac:grpSpMk id="3" creationId="{FE904215-6C76-BFBB-1585-69BA8DDCEE35}"/>
          </ac:grpSpMkLst>
        </pc:grpChg>
        <pc:grpChg chg="mod">
          <ac:chgData name="Luis Carlos Guevara Hernandez" userId="946bcc4c-b146-4724-978c-751fab731e0a" providerId="ADAL" clId="{E8E95438-7D72-4151-95E2-CCAFE31D1FDF}" dt="2026-02-02T23:19:23.643" v="3337" actId="1076"/>
          <ac:grpSpMkLst>
            <pc:docMk/>
            <pc:sldMk cId="3609213618" sldId="636"/>
            <ac:grpSpMk id="170" creationId="{6718BFDC-2CE3-2A4F-E6F9-C0348F011E1A}"/>
          </ac:grpSpMkLst>
        </pc:grpChg>
        <pc:grpChg chg="mod">
          <ac:chgData name="Luis Carlos Guevara Hernandez" userId="946bcc4c-b146-4724-978c-751fab731e0a" providerId="ADAL" clId="{E8E95438-7D72-4151-95E2-CCAFE31D1FDF}" dt="2026-02-02T23:19:29.313" v="3338" actId="1076"/>
          <ac:grpSpMkLst>
            <pc:docMk/>
            <pc:sldMk cId="3609213618" sldId="636"/>
            <ac:grpSpMk id="192" creationId="{0B22FE6A-7113-F909-5AB0-93DDA810D769}"/>
          </ac:grpSpMkLst>
        </pc:grpChg>
      </pc:sldChg>
      <pc:sldChg chg="addSp delSp modSp add mod addAnim delAnim modAnim">
        <pc:chgData name="Luis Carlos Guevara Hernandez" userId="946bcc4c-b146-4724-978c-751fab731e0a" providerId="ADAL" clId="{E8E95438-7D72-4151-95E2-CCAFE31D1FDF}" dt="2026-02-02T23:46:48.257" v="3632"/>
        <pc:sldMkLst>
          <pc:docMk/>
          <pc:sldMk cId="811515595" sldId="637"/>
        </pc:sldMkLst>
        <pc:spChg chg="mod">
          <ac:chgData name="Luis Carlos Guevara Hernandez" userId="946bcc4c-b146-4724-978c-751fab731e0a" providerId="ADAL" clId="{E8E95438-7D72-4151-95E2-CCAFE31D1FDF}" dt="2026-02-02T23:25:08.100" v="3368" actId="20577"/>
          <ac:spMkLst>
            <pc:docMk/>
            <pc:sldMk cId="811515595" sldId="637"/>
            <ac:spMk id="25" creationId="{D1BC72C5-D6F7-9721-B60B-7D06787ADBE3}"/>
          </ac:spMkLst>
        </pc:spChg>
        <pc:spChg chg="add mod">
          <ac:chgData name="Luis Carlos Guevara Hernandez" userId="946bcc4c-b146-4724-978c-751fab731e0a" providerId="ADAL" clId="{E8E95438-7D72-4151-95E2-CCAFE31D1FDF}" dt="2026-02-02T23:26:14.292" v="3381" actId="1076"/>
          <ac:spMkLst>
            <pc:docMk/>
            <pc:sldMk cId="811515595" sldId="637"/>
            <ac:spMk id="217" creationId="{B6D70230-612E-4B59-BCD0-D26530F620BF}"/>
          </ac:spMkLst>
        </pc:spChg>
        <pc:spChg chg="add mod">
          <ac:chgData name="Luis Carlos Guevara Hernandez" userId="946bcc4c-b146-4724-978c-751fab731e0a" providerId="ADAL" clId="{E8E95438-7D72-4151-95E2-CCAFE31D1FDF}" dt="2026-02-02T23:26:16.972" v="3383" actId="1076"/>
          <ac:spMkLst>
            <pc:docMk/>
            <pc:sldMk cId="811515595" sldId="637"/>
            <ac:spMk id="218" creationId="{653E275F-10F0-112A-579D-9ED47C3E77D5}"/>
          </ac:spMkLst>
        </pc:spChg>
        <pc:spChg chg="add mod">
          <ac:chgData name="Luis Carlos Guevara Hernandez" userId="946bcc4c-b146-4724-978c-751fab731e0a" providerId="ADAL" clId="{E8E95438-7D72-4151-95E2-CCAFE31D1FDF}" dt="2026-02-02T23:26:21.476" v="3385" actId="1076"/>
          <ac:spMkLst>
            <pc:docMk/>
            <pc:sldMk cId="811515595" sldId="637"/>
            <ac:spMk id="219" creationId="{BD7A8211-B6D3-F251-6A4F-2149A1873374}"/>
          </ac:spMkLst>
        </pc:spChg>
        <pc:spChg chg="add mod">
          <ac:chgData name="Luis Carlos Guevara Hernandez" userId="946bcc4c-b146-4724-978c-751fab731e0a" providerId="ADAL" clId="{E8E95438-7D72-4151-95E2-CCAFE31D1FDF}" dt="2026-02-02T23:31:25.898" v="3469" actId="1076"/>
          <ac:spMkLst>
            <pc:docMk/>
            <pc:sldMk cId="811515595" sldId="637"/>
            <ac:spMk id="220" creationId="{A3FACF0D-94DA-CD3C-2526-A12BDE5F2D71}"/>
          </ac:spMkLst>
        </pc:spChg>
        <pc:spChg chg="add mod">
          <ac:chgData name="Luis Carlos Guevara Hernandez" userId="946bcc4c-b146-4724-978c-751fab731e0a" providerId="ADAL" clId="{E8E95438-7D72-4151-95E2-CCAFE31D1FDF}" dt="2026-02-02T23:26:29.640" v="3389" actId="1076"/>
          <ac:spMkLst>
            <pc:docMk/>
            <pc:sldMk cId="811515595" sldId="637"/>
            <ac:spMk id="221" creationId="{E993D674-01C3-0392-3800-2D800D3BB720}"/>
          </ac:spMkLst>
        </pc:spChg>
        <pc:spChg chg="add mod">
          <ac:chgData name="Luis Carlos Guevara Hernandez" userId="946bcc4c-b146-4724-978c-751fab731e0a" providerId="ADAL" clId="{E8E95438-7D72-4151-95E2-CCAFE31D1FDF}" dt="2026-02-02T23:31:25.898" v="3469" actId="1076"/>
          <ac:spMkLst>
            <pc:docMk/>
            <pc:sldMk cId="811515595" sldId="637"/>
            <ac:spMk id="222" creationId="{798A0E6C-8348-FBCD-B093-34108CD02894}"/>
          </ac:spMkLst>
        </pc:spChg>
        <pc:spChg chg="add mod">
          <ac:chgData name="Luis Carlos Guevara Hernandez" userId="946bcc4c-b146-4724-978c-751fab731e0a" providerId="ADAL" clId="{E8E95438-7D72-4151-95E2-CCAFE31D1FDF}" dt="2026-02-02T23:26:35.608" v="3393" actId="1076"/>
          <ac:spMkLst>
            <pc:docMk/>
            <pc:sldMk cId="811515595" sldId="637"/>
            <ac:spMk id="223" creationId="{5844002C-BAB8-C929-236F-B0079BD3E986}"/>
          </ac:spMkLst>
        </pc:spChg>
        <pc:spChg chg="add mod">
          <ac:chgData name="Luis Carlos Guevara Hernandez" userId="946bcc4c-b146-4724-978c-751fab731e0a" providerId="ADAL" clId="{E8E95438-7D72-4151-95E2-CCAFE31D1FDF}" dt="2026-02-02T23:31:25.898" v="3469" actId="1076"/>
          <ac:spMkLst>
            <pc:docMk/>
            <pc:sldMk cId="811515595" sldId="637"/>
            <ac:spMk id="224" creationId="{AAF962C5-9AF9-6974-80B2-79C9CCD624D5}"/>
          </ac:spMkLst>
        </pc:spChg>
        <pc:spChg chg="add mod">
          <ac:chgData name="Luis Carlos Guevara Hernandez" userId="946bcc4c-b146-4724-978c-751fab731e0a" providerId="ADAL" clId="{E8E95438-7D72-4151-95E2-CCAFE31D1FDF}" dt="2026-02-02T23:26:40.701" v="3397" actId="1076"/>
          <ac:spMkLst>
            <pc:docMk/>
            <pc:sldMk cId="811515595" sldId="637"/>
            <ac:spMk id="225" creationId="{63AC2C1E-9D9E-90A8-D4D9-C0D423F5F642}"/>
          </ac:spMkLst>
        </pc:spChg>
        <pc:spChg chg="add mod">
          <ac:chgData name="Luis Carlos Guevara Hernandez" userId="946bcc4c-b146-4724-978c-751fab731e0a" providerId="ADAL" clId="{E8E95438-7D72-4151-95E2-CCAFE31D1FDF}" dt="2026-02-02T23:31:25.898" v="3469" actId="1076"/>
          <ac:spMkLst>
            <pc:docMk/>
            <pc:sldMk cId="811515595" sldId="637"/>
            <ac:spMk id="227" creationId="{D14DD0C6-2FCC-E141-55D3-416EF86EEF54}"/>
          </ac:spMkLst>
        </pc:spChg>
        <pc:spChg chg="add mod">
          <ac:chgData name="Luis Carlos Guevara Hernandez" userId="946bcc4c-b146-4724-978c-751fab731e0a" providerId="ADAL" clId="{E8E95438-7D72-4151-95E2-CCAFE31D1FDF}" dt="2026-02-02T23:26:50.982" v="3403" actId="1076"/>
          <ac:spMkLst>
            <pc:docMk/>
            <pc:sldMk cId="811515595" sldId="637"/>
            <ac:spMk id="228" creationId="{5B1EAF7A-C251-6203-6F9B-3001D7D55CE0}"/>
          </ac:spMkLst>
        </pc:spChg>
        <pc:spChg chg="add mod">
          <ac:chgData name="Luis Carlos Guevara Hernandez" userId="946bcc4c-b146-4724-978c-751fab731e0a" providerId="ADAL" clId="{E8E95438-7D72-4151-95E2-CCAFE31D1FDF}" dt="2026-02-02T23:27:09.295" v="3414" actId="1076"/>
          <ac:spMkLst>
            <pc:docMk/>
            <pc:sldMk cId="811515595" sldId="637"/>
            <ac:spMk id="229" creationId="{4643E15C-49EB-EFD4-D13B-E2332D82A1D1}"/>
          </ac:spMkLst>
        </pc:spChg>
        <pc:spChg chg="add mod">
          <ac:chgData name="Luis Carlos Guevara Hernandez" userId="946bcc4c-b146-4724-978c-751fab731e0a" providerId="ADAL" clId="{E8E95438-7D72-4151-95E2-CCAFE31D1FDF}" dt="2026-02-02T23:26:56.722" v="3407" actId="1076"/>
          <ac:spMkLst>
            <pc:docMk/>
            <pc:sldMk cId="811515595" sldId="637"/>
            <ac:spMk id="230" creationId="{0DA3FBAB-3238-72B0-27DB-B012B99921F4}"/>
          </ac:spMkLst>
        </pc:spChg>
        <pc:spChg chg="add mod">
          <ac:chgData name="Luis Carlos Guevara Hernandez" userId="946bcc4c-b146-4724-978c-751fab731e0a" providerId="ADAL" clId="{E8E95438-7D72-4151-95E2-CCAFE31D1FDF}" dt="2026-02-02T23:31:25.898" v="3469" actId="1076"/>
          <ac:spMkLst>
            <pc:docMk/>
            <pc:sldMk cId="811515595" sldId="637"/>
            <ac:spMk id="231" creationId="{51754B10-8B55-CDE6-5D05-836B072E258A}"/>
          </ac:spMkLst>
        </pc:spChg>
        <pc:spChg chg="add mod">
          <ac:chgData name="Luis Carlos Guevara Hernandez" userId="946bcc4c-b146-4724-978c-751fab731e0a" providerId="ADAL" clId="{E8E95438-7D72-4151-95E2-CCAFE31D1FDF}" dt="2026-02-02T23:31:25.898" v="3469" actId="1076"/>
          <ac:spMkLst>
            <pc:docMk/>
            <pc:sldMk cId="811515595" sldId="637"/>
            <ac:spMk id="232" creationId="{F0C4E7D2-F482-73DB-B41C-3248D5D4F5DE}"/>
          </ac:spMkLst>
        </pc:spChg>
        <pc:spChg chg="add mod">
          <ac:chgData name="Luis Carlos Guevara Hernandez" userId="946bcc4c-b146-4724-978c-751fab731e0a" providerId="ADAL" clId="{E8E95438-7D72-4151-95E2-CCAFE31D1FDF}" dt="2026-02-02T23:27:06.470" v="3413" actId="1076"/>
          <ac:spMkLst>
            <pc:docMk/>
            <pc:sldMk cId="811515595" sldId="637"/>
            <ac:spMk id="233" creationId="{611038DE-BCAE-2FE7-51D8-5F8884BDD538}"/>
          </ac:spMkLst>
        </pc:spChg>
        <pc:spChg chg="add del mod">
          <ac:chgData name="Luis Carlos Guevara Hernandez" userId="946bcc4c-b146-4724-978c-751fab731e0a" providerId="ADAL" clId="{E8E95438-7D72-4151-95E2-CCAFE31D1FDF}" dt="2026-02-02T23:35:51.488" v="3526" actId="478"/>
          <ac:spMkLst>
            <pc:docMk/>
            <pc:sldMk cId="811515595" sldId="637"/>
            <ac:spMk id="234" creationId="{DD638A27-0D3E-EA4B-E768-C9C939A3D8AC}"/>
          </ac:spMkLst>
        </pc:spChg>
        <pc:spChg chg="add mod">
          <ac:chgData name="Luis Carlos Guevara Hernandez" userId="946bcc4c-b146-4724-978c-751fab731e0a" providerId="ADAL" clId="{E8E95438-7D72-4151-95E2-CCAFE31D1FDF}" dt="2026-02-02T23:27:18.160" v="3417" actId="1076"/>
          <ac:spMkLst>
            <pc:docMk/>
            <pc:sldMk cId="811515595" sldId="637"/>
            <ac:spMk id="235" creationId="{B1BEA3F1-0EC7-559F-1FF6-73FB83968D48}"/>
          </ac:spMkLst>
        </pc:spChg>
        <pc:spChg chg="add mod">
          <ac:chgData name="Luis Carlos Guevara Hernandez" userId="946bcc4c-b146-4724-978c-751fab731e0a" providerId="ADAL" clId="{E8E95438-7D72-4151-95E2-CCAFE31D1FDF}" dt="2026-02-02T23:27:21.477" v="3419" actId="1076"/>
          <ac:spMkLst>
            <pc:docMk/>
            <pc:sldMk cId="811515595" sldId="637"/>
            <ac:spMk id="236" creationId="{285E0D13-367F-D4AE-6E17-FD206D32DF6A}"/>
          </ac:spMkLst>
        </pc:spChg>
        <pc:spChg chg="add mod">
          <ac:chgData name="Luis Carlos Guevara Hernandez" userId="946bcc4c-b146-4724-978c-751fab731e0a" providerId="ADAL" clId="{E8E95438-7D72-4151-95E2-CCAFE31D1FDF}" dt="2026-02-02T23:27:24.969" v="3421" actId="1076"/>
          <ac:spMkLst>
            <pc:docMk/>
            <pc:sldMk cId="811515595" sldId="637"/>
            <ac:spMk id="237" creationId="{E9942150-3451-F843-8859-01393639A5C3}"/>
          </ac:spMkLst>
        </pc:spChg>
        <pc:spChg chg="add mod">
          <ac:chgData name="Luis Carlos Guevara Hernandez" userId="946bcc4c-b146-4724-978c-751fab731e0a" providerId="ADAL" clId="{E8E95438-7D72-4151-95E2-CCAFE31D1FDF}" dt="2026-02-02T23:27:27.514" v="3423" actId="1076"/>
          <ac:spMkLst>
            <pc:docMk/>
            <pc:sldMk cId="811515595" sldId="637"/>
            <ac:spMk id="238" creationId="{C5A1829C-857D-491D-0D44-D1C8BF0B65AB}"/>
          </ac:spMkLst>
        </pc:spChg>
        <pc:spChg chg="add mod">
          <ac:chgData name="Luis Carlos Guevara Hernandez" userId="946bcc4c-b146-4724-978c-751fab731e0a" providerId="ADAL" clId="{E8E95438-7D72-4151-95E2-CCAFE31D1FDF}" dt="2026-02-02T23:27:29.966" v="3425" actId="1076"/>
          <ac:spMkLst>
            <pc:docMk/>
            <pc:sldMk cId="811515595" sldId="637"/>
            <ac:spMk id="239" creationId="{0617E6CA-F93B-7108-6E81-CD88FE43C8C4}"/>
          </ac:spMkLst>
        </pc:spChg>
        <pc:spChg chg="add mod">
          <ac:chgData name="Luis Carlos Guevara Hernandez" userId="946bcc4c-b146-4724-978c-751fab731e0a" providerId="ADAL" clId="{E8E95438-7D72-4151-95E2-CCAFE31D1FDF}" dt="2026-02-02T23:27:30.168" v="3426"/>
          <ac:spMkLst>
            <pc:docMk/>
            <pc:sldMk cId="811515595" sldId="637"/>
            <ac:spMk id="240" creationId="{636C0FB1-7395-6CC3-3652-79894C66B8C1}"/>
          </ac:spMkLst>
        </pc:spChg>
        <pc:spChg chg="add mod">
          <ac:chgData name="Luis Carlos Guevara Hernandez" userId="946bcc4c-b146-4724-978c-751fab731e0a" providerId="ADAL" clId="{E8E95438-7D72-4151-95E2-CCAFE31D1FDF}" dt="2026-02-02T23:31:25.898" v="3469" actId="1076"/>
          <ac:spMkLst>
            <pc:docMk/>
            <pc:sldMk cId="811515595" sldId="637"/>
            <ac:spMk id="241" creationId="{A8E3DDF0-6E5C-04F3-90F0-F21BFA66BFF0}"/>
          </ac:spMkLst>
        </pc:spChg>
        <pc:spChg chg="add mod">
          <ac:chgData name="Luis Carlos Guevara Hernandez" userId="946bcc4c-b146-4724-978c-751fab731e0a" providerId="ADAL" clId="{E8E95438-7D72-4151-95E2-CCAFE31D1FDF}" dt="2026-02-02T23:27:46.958" v="3432" actId="1076"/>
          <ac:spMkLst>
            <pc:docMk/>
            <pc:sldMk cId="811515595" sldId="637"/>
            <ac:spMk id="242" creationId="{55BCEAB8-D8CE-DCD7-6932-548375DC986F}"/>
          </ac:spMkLst>
        </pc:spChg>
        <pc:spChg chg="add mod">
          <ac:chgData name="Luis Carlos Guevara Hernandez" userId="946bcc4c-b146-4724-978c-751fab731e0a" providerId="ADAL" clId="{E8E95438-7D72-4151-95E2-CCAFE31D1FDF}" dt="2026-02-02T23:28:11.414" v="3445" actId="1076"/>
          <ac:spMkLst>
            <pc:docMk/>
            <pc:sldMk cId="811515595" sldId="637"/>
            <ac:spMk id="243" creationId="{FA2C08DD-96B0-1A08-BB83-C96916994FCD}"/>
          </ac:spMkLst>
        </pc:spChg>
        <pc:spChg chg="add mod">
          <ac:chgData name="Luis Carlos Guevara Hernandez" userId="946bcc4c-b146-4724-978c-751fab731e0a" providerId="ADAL" clId="{E8E95438-7D72-4151-95E2-CCAFE31D1FDF}" dt="2026-02-02T23:27:50.414" v="3434" actId="571"/>
          <ac:spMkLst>
            <pc:docMk/>
            <pc:sldMk cId="811515595" sldId="637"/>
            <ac:spMk id="244" creationId="{E0555C29-2BA1-6645-F23D-7AA2840DC3BE}"/>
          </ac:spMkLst>
        </pc:spChg>
        <pc:spChg chg="add mod">
          <ac:chgData name="Luis Carlos Guevara Hernandez" userId="946bcc4c-b146-4724-978c-751fab731e0a" providerId="ADAL" clId="{E8E95438-7D72-4151-95E2-CCAFE31D1FDF}" dt="2026-02-02T23:31:25.898" v="3469" actId="1076"/>
          <ac:spMkLst>
            <pc:docMk/>
            <pc:sldMk cId="811515595" sldId="637"/>
            <ac:spMk id="245" creationId="{61E11A65-F412-82AB-E9F2-F9D03EFEBAA2}"/>
          </ac:spMkLst>
        </pc:spChg>
        <pc:spChg chg="add mod">
          <ac:chgData name="Luis Carlos Guevara Hernandez" userId="946bcc4c-b146-4724-978c-751fab731e0a" providerId="ADAL" clId="{E8E95438-7D72-4151-95E2-CCAFE31D1FDF}" dt="2026-02-02T23:31:25.898" v="3469" actId="1076"/>
          <ac:spMkLst>
            <pc:docMk/>
            <pc:sldMk cId="811515595" sldId="637"/>
            <ac:spMk id="246" creationId="{E91D9B4A-866B-F6FE-6B7F-7228DCDEB3A6}"/>
          </ac:spMkLst>
        </pc:spChg>
        <pc:spChg chg="add mod">
          <ac:chgData name="Luis Carlos Guevara Hernandez" userId="946bcc4c-b146-4724-978c-751fab731e0a" providerId="ADAL" clId="{E8E95438-7D72-4151-95E2-CCAFE31D1FDF}" dt="2026-02-02T23:28:01.676" v="3440" actId="1076"/>
          <ac:spMkLst>
            <pc:docMk/>
            <pc:sldMk cId="811515595" sldId="637"/>
            <ac:spMk id="247" creationId="{6CC8053D-E38A-F4C9-31FA-7C1FD6659B4A}"/>
          </ac:spMkLst>
        </pc:spChg>
        <pc:spChg chg="add mod">
          <ac:chgData name="Luis Carlos Guevara Hernandez" userId="946bcc4c-b146-4724-978c-751fab731e0a" providerId="ADAL" clId="{E8E95438-7D72-4151-95E2-CCAFE31D1FDF}" dt="2026-02-02T23:28:04.196" v="3442" actId="1076"/>
          <ac:spMkLst>
            <pc:docMk/>
            <pc:sldMk cId="811515595" sldId="637"/>
            <ac:spMk id="248" creationId="{207CDBE1-5E01-D147-B470-D3D211EED398}"/>
          </ac:spMkLst>
        </pc:spChg>
        <pc:spChg chg="add mod">
          <ac:chgData name="Luis Carlos Guevara Hernandez" userId="946bcc4c-b146-4724-978c-751fab731e0a" providerId="ADAL" clId="{E8E95438-7D72-4151-95E2-CCAFE31D1FDF}" dt="2026-02-02T23:28:06.646" v="3444" actId="1076"/>
          <ac:spMkLst>
            <pc:docMk/>
            <pc:sldMk cId="811515595" sldId="637"/>
            <ac:spMk id="249" creationId="{964A93F2-22F6-4881-0B29-FF52A5595E7C}"/>
          </ac:spMkLst>
        </pc:spChg>
        <pc:spChg chg="add mod">
          <ac:chgData name="Luis Carlos Guevara Hernandez" userId="946bcc4c-b146-4724-978c-751fab731e0a" providerId="ADAL" clId="{E8E95438-7D72-4151-95E2-CCAFE31D1FDF}" dt="2026-02-02T23:28:24.988" v="3449" actId="1076"/>
          <ac:spMkLst>
            <pc:docMk/>
            <pc:sldMk cId="811515595" sldId="637"/>
            <ac:spMk id="252" creationId="{C37594E3-B6CB-CB9F-59E3-3DD2B7DFBEBD}"/>
          </ac:spMkLst>
        </pc:spChg>
        <pc:spChg chg="add mod">
          <ac:chgData name="Luis Carlos Guevara Hernandez" userId="946bcc4c-b146-4724-978c-751fab731e0a" providerId="ADAL" clId="{E8E95438-7D72-4151-95E2-CCAFE31D1FDF}" dt="2026-02-02T23:45:45.196" v="3623" actId="164"/>
          <ac:spMkLst>
            <pc:docMk/>
            <pc:sldMk cId="811515595" sldId="637"/>
            <ac:spMk id="253" creationId="{519EED5D-A570-8094-DC04-9D1A4F3DF46B}"/>
          </ac:spMkLst>
        </pc:spChg>
        <pc:spChg chg="add mod">
          <ac:chgData name="Luis Carlos Guevara Hernandez" userId="946bcc4c-b146-4724-978c-751fab731e0a" providerId="ADAL" clId="{E8E95438-7D72-4151-95E2-CCAFE31D1FDF}" dt="2026-02-02T23:46:17.486" v="3628" actId="164"/>
          <ac:spMkLst>
            <pc:docMk/>
            <pc:sldMk cId="811515595" sldId="637"/>
            <ac:spMk id="254" creationId="{F6D8854F-18FA-64B1-9663-750FF301D723}"/>
          </ac:spMkLst>
        </pc:spChg>
        <pc:spChg chg="mod">
          <ac:chgData name="Luis Carlos Guevara Hernandez" userId="946bcc4c-b146-4724-978c-751fab731e0a" providerId="ADAL" clId="{E8E95438-7D72-4151-95E2-CCAFE31D1FDF}" dt="2026-02-02T23:38:10.257" v="3533"/>
          <ac:spMkLst>
            <pc:docMk/>
            <pc:sldMk cId="811515595" sldId="637"/>
            <ac:spMk id="283" creationId="{ACF5AFBE-8376-4B27-97CF-9124C494109C}"/>
          </ac:spMkLst>
        </pc:spChg>
        <pc:spChg chg="mod">
          <ac:chgData name="Luis Carlos Guevara Hernandez" userId="946bcc4c-b146-4724-978c-751fab731e0a" providerId="ADAL" clId="{E8E95438-7D72-4151-95E2-CCAFE31D1FDF}" dt="2026-02-02T23:38:10.257" v="3533"/>
          <ac:spMkLst>
            <pc:docMk/>
            <pc:sldMk cId="811515595" sldId="637"/>
            <ac:spMk id="285" creationId="{DC532468-5377-CCC0-1F35-56C8BCD29F8F}"/>
          </ac:spMkLst>
        </pc:spChg>
        <pc:spChg chg="mod">
          <ac:chgData name="Luis Carlos Guevara Hernandez" userId="946bcc4c-b146-4724-978c-751fab731e0a" providerId="ADAL" clId="{E8E95438-7D72-4151-95E2-CCAFE31D1FDF}" dt="2026-02-02T23:38:10.257" v="3533"/>
          <ac:spMkLst>
            <pc:docMk/>
            <pc:sldMk cId="811515595" sldId="637"/>
            <ac:spMk id="292" creationId="{76F4F05A-F7C3-AF15-CFFB-9A610E35FA24}"/>
          </ac:spMkLst>
        </pc:spChg>
        <pc:spChg chg="mod">
          <ac:chgData name="Luis Carlos Guevara Hernandez" userId="946bcc4c-b146-4724-978c-751fab731e0a" providerId="ADAL" clId="{E8E95438-7D72-4151-95E2-CCAFE31D1FDF}" dt="2026-02-02T23:38:10.257" v="3533"/>
          <ac:spMkLst>
            <pc:docMk/>
            <pc:sldMk cId="811515595" sldId="637"/>
            <ac:spMk id="293" creationId="{80BDB562-0B77-06CE-284E-DA32B54EE678}"/>
          </ac:spMkLst>
        </pc:spChg>
        <pc:spChg chg="mod">
          <ac:chgData name="Luis Carlos Guevara Hernandez" userId="946bcc4c-b146-4724-978c-751fab731e0a" providerId="ADAL" clId="{E8E95438-7D72-4151-95E2-CCAFE31D1FDF}" dt="2026-02-02T23:38:10.257" v="3533"/>
          <ac:spMkLst>
            <pc:docMk/>
            <pc:sldMk cId="811515595" sldId="637"/>
            <ac:spMk id="294" creationId="{4007F678-7545-2977-769D-DE37CF1F47D2}"/>
          </ac:spMkLst>
        </pc:spChg>
        <pc:spChg chg="mod">
          <ac:chgData name="Luis Carlos Guevara Hernandez" userId="946bcc4c-b146-4724-978c-751fab731e0a" providerId="ADAL" clId="{E8E95438-7D72-4151-95E2-CCAFE31D1FDF}" dt="2026-02-02T23:38:10.257" v="3533"/>
          <ac:spMkLst>
            <pc:docMk/>
            <pc:sldMk cId="811515595" sldId="637"/>
            <ac:spMk id="299" creationId="{82A8B440-D646-11BF-065A-330E328FACE6}"/>
          </ac:spMkLst>
        </pc:spChg>
        <pc:spChg chg="mod">
          <ac:chgData name="Luis Carlos Guevara Hernandez" userId="946bcc4c-b146-4724-978c-751fab731e0a" providerId="ADAL" clId="{E8E95438-7D72-4151-95E2-CCAFE31D1FDF}" dt="2026-02-02T23:38:10.257" v="3533"/>
          <ac:spMkLst>
            <pc:docMk/>
            <pc:sldMk cId="811515595" sldId="637"/>
            <ac:spMk id="300" creationId="{CD95BB45-4F9A-85EE-389B-13B40416045A}"/>
          </ac:spMkLst>
        </pc:spChg>
        <pc:spChg chg="mod">
          <ac:chgData name="Luis Carlos Guevara Hernandez" userId="946bcc4c-b146-4724-978c-751fab731e0a" providerId="ADAL" clId="{E8E95438-7D72-4151-95E2-CCAFE31D1FDF}" dt="2026-02-02T23:38:10.257" v="3533"/>
          <ac:spMkLst>
            <pc:docMk/>
            <pc:sldMk cId="811515595" sldId="637"/>
            <ac:spMk id="301" creationId="{3533A096-170A-8A34-9A4D-DA5616F6D2E4}"/>
          </ac:spMkLst>
        </pc:spChg>
        <pc:spChg chg="mod">
          <ac:chgData name="Luis Carlos Guevara Hernandez" userId="946bcc4c-b146-4724-978c-751fab731e0a" providerId="ADAL" clId="{E8E95438-7D72-4151-95E2-CCAFE31D1FDF}" dt="2026-02-02T23:38:10.257" v="3533"/>
          <ac:spMkLst>
            <pc:docMk/>
            <pc:sldMk cId="811515595" sldId="637"/>
            <ac:spMk id="302" creationId="{3880A967-3AF5-EAD0-4D52-D01291479A06}"/>
          </ac:spMkLst>
        </pc:spChg>
        <pc:spChg chg="mod">
          <ac:chgData name="Luis Carlos Guevara Hernandez" userId="946bcc4c-b146-4724-978c-751fab731e0a" providerId="ADAL" clId="{E8E95438-7D72-4151-95E2-CCAFE31D1FDF}" dt="2026-02-02T23:38:10.257" v="3533"/>
          <ac:spMkLst>
            <pc:docMk/>
            <pc:sldMk cId="811515595" sldId="637"/>
            <ac:spMk id="303" creationId="{445ACAF3-248C-7AD1-463C-5EF484C026FA}"/>
          </ac:spMkLst>
        </pc:spChg>
        <pc:spChg chg="add mod">
          <ac:chgData name="Luis Carlos Guevara Hernandez" userId="946bcc4c-b146-4724-978c-751fab731e0a" providerId="ADAL" clId="{E8E95438-7D72-4151-95E2-CCAFE31D1FDF}" dt="2026-02-02T23:44:01.409" v="3616" actId="179"/>
          <ac:spMkLst>
            <pc:docMk/>
            <pc:sldMk cId="811515595" sldId="637"/>
            <ac:spMk id="322" creationId="{93BAF4DB-63F0-7F2B-C4F0-B86540155008}"/>
          </ac:spMkLst>
        </pc:spChg>
        <pc:spChg chg="add mod">
          <ac:chgData name="Luis Carlos Guevara Hernandez" userId="946bcc4c-b146-4724-978c-751fab731e0a" providerId="ADAL" clId="{E8E95438-7D72-4151-95E2-CCAFE31D1FDF}" dt="2026-02-02T23:43:51.519" v="3612" actId="1076"/>
          <ac:spMkLst>
            <pc:docMk/>
            <pc:sldMk cId="811515595" sldId="637"/>
            <ac:spMk id="324" creationId="{4A4F4038-E0A0-442E-D2EE-36ED2CEF1CA3}"/>
          </ac:spMkLst>
        </pc:spChg>
        <pc:spChg chg="add mod">
          <ac:chgData name="Luis Carlos Guevara Hernandez" userId="946bcc4c-b146-4724-978c-751fab731e0a" providerId="ADAL" clId="{E8E95438-7D72-4151-95E2-CCAFE31D1FDF}" dt="2026-02-02T23:43:56.140" v="3614" actId="1076"/>
          <ac:spMkLst>
            <pc:docMk/>
            <pc:sldMk cId="811515595" sldId="637"/>
            <ac:spMk id="325" creationId="{E843364F-8E3C-F7CA-64FC-FE8CD5294907}"/>
          </ac:spMkLst>
        </pc:spChg>
        <pc:grpChg chg="mod">
          <ac:chgData name="Luis Carlos Guevara Hernandez" userId="946bcc4c-b146-4724-978c-751fab731e0a" providerId="ADAL" clId="{E8E95438-7D72-4151-95E2-CCAFE31D1FDF}" dt="2026-02-02T23:40:01.926" v="3545" actId="1076"/>
          <ac:grpSpMkLst>
            <pc:docMk/>
            <pc:sldMk cId="811515595" sldId="637"/>
            <ac:grpSpMk id="282" creationId="{EC40EFC9-EBC5-1F3A-1DF4-481A2B273F89}"/>
          </ac:grpSpMkLst>
        </pc:grpChg>
        <pc:grpChg chg="mod">
          <ac:chgData name="Luis Carlos Guevara Hernandez" userId="946bcc4c-b146-4724-978c-751fab731e0a" providerId="ADAL" clId="{E8E95438-7D72-4151-95E2-CCAFE31D1FDF}" dt="2026-02-02T23:38:14.586" v="3534" actId="1076"/>
          <ac:grpSpMkLst>
            <pc:docMk/>
            <pc:sldMk cId="811515595" sldId="637"/>
            <ac:grpSpMk id="296" creationId="{58F6B70D-1BA0-311C-5EE5-C854750E1A59}"/>
          </ac:grpSpMkLst>
        </pc:grpChg>
        <pc:grpChg chg="add mod">
          <ac:chgData name="Luis Carlos Guevara Hernandez" userId="946bcc4c-b146-4724-978c-751fab731e0a" providerId="ADAL" clId="{E8E95438-7D72-4151-95E2-CCAFE31D1FDF}" dt="2026-02-02T23:45:45.196" v="3623" actId="164"/>
          <ac:grpSpMkLst>
            <pc:docMk/>
            <pc:sldMk cId="811515595" sldId="637"/>
            <ac:grpSpMk id="332" creationId="{ACDE5F2B-36A5-C18E-F63F-EE044244207F}"/>
          </ac:grpSpMkLst>
        </pc:grpChg>
        <pc:grpChg chg="add mod">
          <ac:chgData name="Luis Carlos Guevara Hernandez" userId="946bcc4c-b146-4724-978c-751fab731e0a" providerId="ADAL" clId="{E8E95438-7D72-4151-95E2-CCAFE31D1FDF}" dt="2026-02-02T23:46:17.486" v="3628" actId="164"/>
          <ac:grpSpMkLst>
            <pc:docMk/>
            <pc:sldMk cId="811515595" sldId="637"/>
            <ac:grpSpMk id="333" creationId="{7354D8F7-184C-5EC5-F2DB-605EECF49088}"/>
          </ac:grpSpMkLst>
        </pc:grpChg>
        <pc:cxnChg chg="add mod">
          <ac:chgData name="Luis Carlos Guevara Hernandez" userId="946bcc4c-b146-4724-978c-751fab731e0a" providerId="ADAL" clId="{E8E95438-7D72-4151-95E2-CCAFE31D1FDF}" dt="2026-02-02T23:45:45.196" v="3623" actId="164"/>
          <ac:cxnSpMkLst>
            <pc:docMk/>
            <pc:sldMk cId="811515595" sldId="637"/>
            <ac:cxnSpMk id="213" creationId="{4026E51D-406F-E897-9F60-A0055ACB2A48}"/>
          </ac:cxnSpMkLst>
        </pc:cxnChg>
        <pc:cxnChg chg="add mod">
          <ac:chgData name="Luis Carlos Guevara Hernandez" userId="946bcc4c-b146-4724-978c-751fab731e0a" providerId="ADAL" clId="{E8E95438-7D72-4151-95E2-CCAFE31D1FDF}" dt="2026-02-02T23:46:17.486" v="3628" actId="164"/>
          <ac:cxnSpMkLst>
            <pc:docMk/>
            <pc:sldMk cId="811515595" sldId="637"/>
            <ac:cxnSpMk id="214" creationId="{1ADDD6C8-A0C2-B853-FA14-4FE3B8891B57}"/>
          </ac:cxnSpMkLst>
        </pc:cxnChg>
        <pc:cxnChg chg="add mod">
          <ac:chgData name="Luis Carlos Guevara Hernandez" userId="946bcc4c-b146-4724-978c-751fab731e0a" providerId="ADAL" clId="{E8E95438-7D72-4151-95E2-CCAFE31D1FDF}" dt="2026-02-02T23:38:49.288" v="3537" actId="208"/>
          <ac:cxnSpMkLst>
            <pc:docMk/>
            <pc:sldMk cId="811515595" sldId="637"/>
            <ac:cxnSpMk id="256" creationId="{A7D3107B-F627-C85E-C66B-9BBF87A95BF8}"/>
          </ac:cxnSpMkLst>
        </pc:cxnChg>
        <pc:cxnChg chg="add mod">
          <ac:chgData name="Luis Carlos Guevara Hernandez" userId="946bcc4c-b146-4724-978c-751fab731e0a" providerId="ADAL" clId="{E8E95438-7D72-4151-95E2-CCAFE31D1FDF}" dt="2026-02-02T23:38:57.619" v="3538" actId="108"/>
          <ac:cxnSpMkLst>
            <pc:docMk/>
            <pc:sldMk cId="811515595" sldId="637"/>
            <ac:cxnSpMk id="257" creationId="{ABBCAB20-23F5-C9FD-8926-AD002E90B14D}"/>
          </ac:cxnSpMkLst>
        </pc:cxnChg>
        <pc:cxnChg chg="add mod">
          <ac:chgData name="Luis Carlos Guevara Hernandez" userId="946bcc4c-b146-4724-978c-751fab731e0a" providerId="ADAL" clId="{E8E95438-7D72-4151-95E2-CCAFE31D1FDF}" dt="2026-02-02T23:38:49.288" v="3537" actId="208"/>
          <ac:cxnSpMkLst>
            <pc:docMk/>
            <pc:sldMk cId="811515595" sldId="637"/>
            <ac:cxnSpMk id="260" creationId="{8D3F90B5-870F-7650-D8DF-FCAE76F75080}"/>
          </ac:cxnSpMkLst>
        </pc:cxnChg>
        <pc:cxnChg chg="add mod">
          <ac:chgData name="Luis Carlos Guevara Hernandez" userId="946bcc4c-b146-4724-978c-751fab731e0a" providerId="ADAL" clId="{E8E95438-7D72-4151-95E2-CCAFE31D1FDF}" dt="2026-02-02T23:38:49.288" v="3537" actId="208"/>
          <ac:cxnSpMkLst>
            <pc:docMk/>
            <pc:sldMk cId="811515595" sldId="637"/>
            <ac:cxnSpMk id="261" creationId="{36FF7BCF-33E9-6FA1-A3B1-529E02C5D98C}"/>
          </ac:cxnSpMkLst>
        </pc:cxnChg>
        <pc:cxnChg chg="add mod">
          <ac:chgData name="Luis Carlos Guevara Hernandez" userId="946bcc4c-b146-4724-978c-751fab731e0a" providerId="ADAL" clId="{E8E95438-7D72-4151-95E2-CCAFE31D1FDF}" dt="2026-02-02T23:38:49.288" v="3537" actId="208"/>
          <ac:cxnSpMkLst>
            <pc:docMk/>
            <pc:sldMk cId="811515595" sldId="637"/>
            <ac:cxnSpMk id="265" creationId="{A817581A-A22C-5408-870E-98100F8BD87D}"/>
          </ac:cxnSpMkLst>
        </pc:cxnChg>
        <pc:cxnChg chg="add mod">
          <ac:chgData name="Luis Carlos Guevara Hernandez" userId="946bcc4c-b146-4724-978c-751fab731e0a" providerId="ADAL" clId="{E8E95438-7D72-4151-95E2-CCAFE31D1FDF}" dt="2026-02-02T23:38:49.288" v="3537" actId="208"/>
          <ac:cxnSpMkLst>
            <pc:docMk/>
            <pc:sldMk cId="811515595" sldId="637"/>
            <ac:cxnSpMk id="266" creationId="{9F570127-8783-4F37-45BA-C223FCB8A7BD}"/>
          </ac:cxnSpMkLst>
        </pc:cxnChg>
        <pc:cxnChg chg="add mod">
          <ac:chgData name="Luis Carlos Guevara Hernandez" userId="946bcc4c-b146-4724-978c-751fab731e0a" providerId="ADAL" clId="{E8E95438-7D72-4151-95E2-CCAFE31D1FDF}" dt="2026-02-02T23:38:49.288" v="3537" actId="208"/>
          <ac:cxnSpMkLst>
            <pc:docMk/>
            <pc:sldMk cId="811515595" sldId="637"/>
            <ac:cxnSpMk id="271" creationId="{044BA3C6-3E0F-DB1E-B969-1B94C4176030}"/>
          </ac:cxnSpMkLst>
        </pc:cxnChg>
        <pc:cxnChg chg="add mod">
          <ac:chgData name="Luis Carlos Guevara Hernandez" userId="946bcc4c-b146-4724-978c-751fab731e0a" providerId="ADAL" clId="{E8E95438-7D72-4151-95E2-CCAFE31D1FDF}" dt="2026-02-02T23:38:49.288" v="3537" actId="208"/>
          <ac:cxnSpMkLst>
            <pc:docMk/>
            <pc:sldMk cId="811515595" sldId="637"/>
            <ac:cxnSpMk id="272" creationId="{B405AD6A-EC03-8E90-B4E3-A0610FC9544D}"/>
          </ac:cxnSpMkLst>
        </pc:cxnChg>
        <pc:cxnChg chg="add mod">
          <ac:chgData name="Luis Carlos Guevara Hernandez" userId="946bcc4c-b146-4724-978c-751fab731e0a" providerId="ADAL" clId="{E8E95438-7D72-4151-95E2-CCAFE31D1FDF}" dt="2026-02-02T23:38:24.489" v="3536"/>
          <ac:cxnSpMkLst>
            <pc:docMk/>
            <pc:sldMk cId="811515595" sldId="637"/>
            <ac:cxnSpMk id="280" creationId="{1CE7037A-A15A-DB8D-EFC2-1AA4711C1115}"/>
          </ac:cxnSpMkLst>
        </pc:cxnChg>
        <pc:cxnChg chg="add mod">
          <ac:chgData name="Luis Carlos Guevara Hernandez" userId="946bcc4c-b146-4724-978c-751fab731e0a" providerId="ADAL" clId="{E8E95438-7D72-4151-95E2-CCAFE31D1FDF}" dt="2026-02-02T23:39:32.280" v="3540" actId="208"/>
          <ac:cxnSpMkLst>
            <pc:docMk/>
            <pc:sldMk cId="811515595" sldId="637"/>
            <ac:cxnSpMk id="314" creationId="{D2AF700F-7215-868D-2934-3CFA3CEFBABE}"/>
          </ac:cxnSpMkLst>
        </pc:cxnChg>
        <pc:cxnChg chg="add mod">
          <ac:chgData name="Luis Carlos Guevara Hernandez" userId="946bcc4c-b146-4724-978c-751fab731e0a" providerId="ADAL" clId="{E8E95438-7D72-4151-95E2-CCAFE31D1FDF}" dt="2026-02-02T23:39:56.999" v="3544" actId="14100"/>
          <ac:cxnSpMkLst>
            <pc:docMk/>
            <pc:sldMk cId="811515595" sldId="637"/>
            <ac:cxnSpMk id="315" creationId="{1AB76FCD-F2EC-5CBA-115C-C0C498249E55}"/>
          </ac:cxnSpMkLst>
        </pc:cxnChg>
      </pc:sldChg>
      <pc:sldChg chg="addSp delSp modSp add mod modTransition delAnim modAnim">
        <pc:chgData name="Luis Carlos Guevara Hernandez" userId="946bcc4c-b146-4724-978c-751fab731e0a" providerId="ADAL" clId="{E8E95438-7D72-4151-95E2-CCAFE31D1FDF}" dt="2026-02-03T00:18:01.458" v="4127"/>
        <pc:sldMkLst>
          <pc:docMk/>
          <pc:sldMk cId="1165902405" sldId="638"/>
        </pc:sldMkLst>
        <pc:spChg chg="mod">
          <ac:chgData name="Luis Carlos Guevara Hernandez" userId="946bcc4c-b146-4724-978c-751fab731e0a" providerId="ADAL" clId="{E8E95438-7D72-4151-95E2-CCAFE31D1FDF}" dt="2026-02-02T23:47:38.769" v="3647" actId="1076"/>
          <ac:spMkLst>
            <pc:docMk/>
            <pc:sldMk cId="1165902405" sldId="638"/>
            <ac:spMk id="217" creationId="{DAA2AA18-70EF-EB88-B606-600FE625DEB2}"/>
          </ac:spMkLst>
        </pc:spChg>
        <pc:spChg chg="mod">
          <ac:chgData name="Luis Carlos Guevara Hernandez" userId="946bcc4c-b146-4724-978c-751fab731e0a" providerId="ADAL" clId="{E8E95438-7D72-4151-95E2-CCAFE31D1FDF}" dt="2026-02-02T23:47:38.769" v="3647" actId="1076"/>
          <ac:spMkLst>
            <pc:docMk/>
            <pc:sldMk cId="1165902405" sldId="638"/>
            <ac:spMk id="218" creationId="{5828515C-758F-67B7-049C-A52B558C0011}"/>
          </ac:spMkLst>
        </pc:spChg>
        <pc:spChg chg="mod">
          <ac:chgData name="Luis Carlos Guevara Hernandez" userId="946bcc4c-b146-4724-978c-751fab731e0a" providerId="ADAL" clId="{E8E95438-7D72-4151-95E2-CCAFE31D1FDF}" dt="2026-02-02T23:47:38.769" v="3647" actId="1076"/>
          <ac:spMkLst>
            <pc:docMk/>
            <pc:sldMk cId="1165902405" sldId="638"/>
            <ac:spMk id="219" creationId="{ECBD0C9F-D826-63C6-379A-EC638CC36D8B}"/>
          </ac:spMkLst>
        </pc:spChg>
        <pc:spChg chg="mod">
          <ac:chgData name="Luis Carlos Guevara Hernandez" userId="946bcc4c-b146-4724-978c-751fab731e0a" providerId="ADAL" clId="{E8E95438-7D72-4151-95E2-CCAFE31D1FDF}" dt="2026-02-02T23:47:38.769" v="3647" actId="1076"/>
          <ac:spMkLst>
            <pc:docMk/>
            <pc:sldMk cId="1165902405" sldId="638"/>
            <ac:spMk id="221" creationId="{ACAC0FBA-9D93-53C7-1DA1-394C0E334F1F}"/>
          </ac:spMkLst>
        </pc:spChg>
        <pc:spChg chg="mod">
          <ac:chgData name="Luis Carlos Guevara Hernandez" userId="946bcc4c-b146-4724-978c-751fab731e0a" providerId="ADAL" clId="{E8E95438-7D72-4151-95E2-CCAFE31D1FDF}" dt="2026-02-02T23:47:38.769" v="3647" actId="1076"/>
          <ac:spMkLst>
            <pc:docMk/>
            <pc:sldMk cId="1165902405" sldId="638"/>
            <ac:spMk id="229" creationId="{9BA3244A-62C5-88E5-D792-59CE02475166}"/>
          </ac:spMkLst>
        </pc:spChg>
        <pc:spChg chg="mod">
          <ac:chgData name="Luis Carlos Guevara Hernandez" userId="946bcc4c-b146-4724-978c-751fab731e0a" providerId="ADAL" clId="{E8E95438-7D72-4151-95E2-CCAFE31D1FDF}" dt="2026-02-02T23:47:38.769" v="3647" actId="1076"/>
          <ac:spMkLst>
            <pc:docMk/>
            <pc:sldMk cId="1165902405" sldId="638"/>
            <ac:spMk id="234" creationId="{94F29DE5-BB89-F809-CBC0-5BEFDD2C358F}"/>
          </ac:spMkLst>
        </pc:spChg>
        <pc:spChg chg="mod">
          <ac:chgData name="Luis Carlos Guevara Hernandez" userId="946bcc4c-b146-4724-978c-751fab731e0a" providerId="ADAL" clId="{E8E95438-7D72-4151-95E2-CCAFE31D1FDF}" dt="2026-02-02T23:47:38.769" v="3647" actId="1076"/>
          <ac:spMkLst>
            <pc:docMk/>
            <pc:sldMk cId="1165902405" sldId="638"/>
            <ac:spMk id="238" creationId="{2C8934AA-4EC7-A86C-F11E-E86B00D45E45}"/>
          </ac:spMkLst>
        </pc:spChg>
        <pc:spChg chg="mod">
          <ac:chgData name="Luis Carlos Guevara Hernandez" userId="946bcc4c-b146-4724-978c-751fab731e0a" providerId="ADAL" clId="{E8E95438-7D72-4151-95E2-CCAFE31D1FDF}" dt="2026-02-02T23:47:38.769" v="3647" actId="1076"/>
          <ac:spMkLst>
            <pc:docMk/>
            <pc:sldMk cId="1165902405" sldId="638"/>
            <ac:spMk id="243" creationId="{42D4E867-766B-C9BE-831D-4EA8B341A93E}"/>
          </ac:spMkLst>
        </pc:spChg>
        <pc:spChg chg="mod">
          <ac:chgData name="Luis Carlos Guevara Hernandez" userId="946bcc4c-b146-4724-978c-751fab731e0a" providerId="ADAL" clId="{E8E95438-7D72-4151-95E2-CCAFE31D1FDF}" dt="2026-02-02T23:47:38.769" v="3647" actId="1076"/>
          <ac:spMkLst>
            <pc:docMk/>
            <pc:sldMk cId="1165902405" sldId="638"/>
            <ac:spMk id="246" creationId="{5641E8B9-359C-29A1-4E89-FE099C193B99}"/>
          </ac:spMkLst>
        </pc:spChg>
        <pc:spChg chg="mod">
          <ac:chgData name="Luis Carlos Guevara Hernandez" userId="946bcc4c-b146-4724-978c-751fab731e0a" providerId="ADAL" clId="{E8E95438-7D72-4151-95E2-CCAFE31D1FDF}" dt="2026-02-02T23:47:38.769" v="3647" actId="1076"/>
          <ac:spMkLst>
            <pc:docMk/>
            <pc:sldMk cId="1165902405" sldId="638"/>
            <ac:spMk id="247" creationId="{FFF29F44-CFDE-0BA3-2EB0-595BF9E5D2F4}"/>
          </ac:spMkLst>
        </pc:spChg>
        <pc:cxnChg chg="add mod">
          <ac:chgData name="Luis Carlos Guevara Hernandez" userId="946bcc4c-b146-4724-978c-751fab731e0a" providerId="ADAL" clId="{E8E95438-7D72-4151-95E2-CCAFE31D1FDF}" dt="2026-02-02T23:50:26.539" v="3664" actId="14100"/>
          <ac:cxnSpMkLst>
            <pc:docMk/>
            <pc:sldMk cId="1165902405" sldId="638"/>
            <ac:cxnSpMk id="3" creationId="{A5E89FFF-20C6-B604-773E-0E815BB85E4C}"/>
          </ac:cxnSpMkLst>
        </pc:cxnChg>
      </pc:sldChg>
      <pc:sldChg chg="addSp modSp add mod modTransition">
        <pc:chgData name="Luis Carlos Guevara Hernandez" userId="946bcc4c-b146-4724-978c-751fab731e0a" providerId="ADAL" clId="{E8E95438-7D72-4151-95E2-CCAFE31D1FDF}" dt="2026-02-03T00:18:42.490" v="4139"/>
        <pc:sldMkLst>
          <pc:docMk/>
          <pc:sldMk cId="3060459097" sldId="639"/>
        </pc:sldMkLst>
        <pc:cxnChg chg="mod">
          <ac:chgData name="Luis Carlos Guevara Hernandez" userId="946bcc4c-b146-4724-978c-751fab731e0a" providerId="ADAL" clId="{E8E95438-7D72-4151-95E2-CCAFE31D1FDF}" dt="2026-02-02T23:50:38.790" v="3667" actId="14100"/>
          <ac:cxnSpMkLst>
            <pc:docMk/>
            <pc:sldMk cId="3060459097" sldId="639"/>
            <ac:cxnSpMk id="3" creationId="{3519DC1E-650E-FB56-BAF5-D90611613497}"/>
          </ac:cxnSpMkLst>
        </pc:cxnChg>
      </pc:sldChg>
      <pc:sldChg chg="modSp add mod modTransition">
        <pc:chgData name="Luis Carlos Guevara Hernandez" userId="946bcc4c-b146-4724-978c-751fab731e0a" providerId="ADAL" clId="{E8E95438-7D72-4151-95E2-CCAFE31D1FDF}" dt="2026-02-03T00:18:35.199" v="4138"/>
        <pc:sldMkLst>
          <pc:docMk/>
          <pc:sldMk cId="2543298992" sldId="640"/>
        </pc:sldMkLst>
        <pc:cxnChg chg="mod">
          <ac:chgData name="Luis Carlos Guevara Hernandez" userId="946bcc4c-b146-4724-978c-751fab731e0a" providerId="ADAL" clId="{E8E95438-7D72-4151-95E2-CCAFE31D1FDF}" dt="2026-02-02T23:50:47.480" v="3670" actId="14100"/>
          <ac:cxnSpMkLst>
            <pc:docMk/>
            <pc:sldMk cId="2543298992" sldId="640"/>
            <ac:cxnSpMk id="3" creationId="{FE8D04DD-1AE6-D068-B3EE-1A5D645EC3B6}"/>
          </ac:cxnSpMkLst>
        </pc:cxnChg>
      </pc:sldChg>
      <pc:sldChg chg="modSp add mod modTransition">
        <pc:chgData name="Luis Carlos Guevara Hernandez" userId="946bcc4c-b146-4724-978c-751fab731e0a" providerId="ADAL" clId="{E8E95438-7D72-4151-95E2-CCAFE31D1FDF}" dt="2026-02-03T00:18:30.800" v="4137"/>
        <pc:sldMkLst>
          <pc:docMk/>
          <pc:sldMk cId="911997229" sldId="641"/>
        </pc:sldMkLst>
        <pc:cxnChg chg="mod">
          <ac:chgData name="Luis Carlos Guevara Hernandez" userId="946bcc4c-b146-4724-978c-751fab731e0a" providerId="ADAL" clId="{E8E95438-7D72-4151-95E2-CCAFE31D1FDF}" dt="2026-02-02T23:51:17.188" v="3672" actId="14100"/>
          <ac:cxnSpMkLst>
            <pc:docMk/>
            <pc:sldMk cId="911997229" sldId="641"/>
            <ac:cxnSpMk id="3" creationId="{25F31F84-6328-3D05-61DC-0F0398BF6644}"/>
          </ac:cxnSpMkLst>
        </pc:cxnChg>
      </pc:sldChg>
      <pc:sldChg chg="modSp add mod modTransition">
        <pc:chgData name="Luis Carlos Guevara Hernandez" userId="946bcc4c-b146-4724-978c-751fab731e0a" providerId="ADAL" clId="{E8E95438-7D72-4151-95E2-CCAFE31D1FDF}" dt="2026-02-03T00:19:07.528" v="4144" actId="14100"/>
        <pc:sldMkLst>
          <pc:docMk/>
          <pc:sldMk cId="1096294169" sldId="643"/>
        </pc:sldMkLst>
        <pc:cxnChg chg="mod">
          <ac:chgData name="Luis Carlos Guevara Hernandez" userId="946bcc4c-b146-4724-978c-751fab731e0a" providerId="ADAL" clId="{E8E95438-7D72-4151-95E2-CCAFE31D1FDF}" dt="2026-02-03T00:19:07.528" v="4144" actId="14100"/>
          <ac:cxnSpMkLst>
            <pc:docMk/>
            <pc:sldMk cId="1096294169" sldId="643"/>
            <ac:cxnSpMk id="3" creationId="{DE8E9423-202B-7A37-E166-47157D0B210F}"/>
          </ac:cxnSpMkLst>
        </pc:cxnChg>
      </pc:sldChg>
      <pc:sldChg chg="addSp modSp add mod modTransition modAnim">
        <pc:chgData name="Luis Carlos Guevara Hernandez" userId="946bcc4c-b146-4724-978c-751fab731e0a" providerId="ADAL" clId="{E8E95438-7D72-4151-95E2-CCAFE31D1FDF}" dt="2026-02-03T00:19:19.446" v="4147"/>
        <pc:sldMkLst>
          <pc:docMk/>
          <pc:sldMk cId="1876759760" sldId="644"/>
        </pc:sldMkLst>
        <pc:cxnChg chg="mod">
          <ac:chgData name="Luis Carlos Guevara Hernandez" userId="946bcc4c-b146-4724-978c-751fab731e0a" providerId="ADAL" clId="{E8E95438-7D72-4151-95E2-CCAFE31D1FDF}" dt="2026-02-02T23:51:43.220" v="3679" actId="14100"/>
          <ac:cxnSpMkLst>
            <pc:docMk/>
            <pc:sldMk cId="1876759760" sldId="644"/>
            <ac:cxnSpMk id="3" creationId="{1EFCDF49-0075-6B33-252E-3DF4AB2A76CA}"/>
          </ac:cxnSpMkLst>
        </pc:cxnChg>
        <pc:cxnChg chg="add mod">
          <ac:chgData name="Luis Carlos Guevara Hernandez" userId="946bcc4c-b146-4724-978c-751fab731e0a" providerId="ADAL" clId="{E8E95438-7D72-4151-95E2-CCAFE31D1FDF}" dt="2026-02-02T23:52:28.968" v="3684" actId="208"/>
          <ac:cxnSpMkLst>
            <pc:docMk/>
            <pc:sldMk cId="1876759760" sldId="644"/>
            <ac:cxnSpMk id="5" creationId="{2FCE976F-13F9-3F6B-F920-4B5702241CD0}"/>
          </ac:cxnSpMkLst>
        </pc:cxnChg>
        <pc:cxnChg chg="add mod">
          <ac:chgData name="Luis Carlos Guevara Hernandez" userId="946bcc4c-b146-4724-978c-751fab731e0a" providerId="ADAL" clId="{E8E95438-7D72-4151-95E2-CCAFE31D1FDF}" dt="2026-02-02T23:52:37.306" v="3687" actId="14100"/>
          <ac:cxnSpMkLst>
            <pc:docMk/>
            <pc:sldMk cId="1876759760" sldId="644"/>
            <ac:cxnSpMk id="10" creationId="{F2CA492D-B5CA-5C6C-B6C3-E79F552670D6}"/>
          </ac:cxnSpMkLst>
        </pc:cxnChg>
        <pc:cxnChg chg="add mod">
          <ac:chgData name="Luis Carlos Guevara Hernandez" userId="946bcc4c-b146-4724-978c-751fab731e0a" providerId="ADAL" clId="{E8E95438-7D72-4151-95E2-CCAFE31D1FDF}" dt="2026-02-02T23:52:46.389" v="3690" actId="14100"/>
          <ac:cxnSpMkLst>
            <pc:docMk/>
            <pc:sldMk cId="1876759760" sldId="644"/>
            <ac:cxnSpMk id="14" creationId="{639B730A-C8EA-4211-D0D4-4887CEF96B2A}"/>
          </ac:cxnSpMkLst>
        </pc:cxnChg>
      </pc:sldChg>
      <pc:sldChg chg="addSp delSp modSp add mod delAnim modAnim">
        <pc:chgData name="Luis Carlos Guevara Hernandez" userId="946bcc4c-b146-4724-978c-751fab731e0a" providerId="ADAL" clId="{E8E95438-7D72-4151-95E2-CCAFE31D1FDF}" dt="2026-02-03T00:21:19.285" v="4159"/>
        <pc:sldMkLst>
          <pc:docMk/>
          <pc:sldMk cId="2066488503" sldId="645"/>
        </pc:sldMkLst>
        <pc:spChg chg="add mod">
          <ac:chgData name="Luis Carlos Guevara Hernandez" userId="946bcc4c-b146-4724-978c-751fab731e0a" providerId="ADAL" clId="{E8E95438-7D72-4151-95E2-CCAFE31D1FDF}" dt="2026-02-03T00:01:37.612" v="3765" actId="14100"/>
          <ac:spMkLst>
            <pc:docMk/>
            <pc:sldMk cId="2066488503" sldId="645"/>
            <ac:spMk id="13" creationId="{FD6C0885-08FA-514D-963A-48D5D491FE93}"/>
          </ac:spMkLst>
        </pc:spChg>
        <pc:spChg chg="add mod">
          <ac:chgData name="Luis Carlos Guevara Hernandez" userId="946bcc4c-b146-4724-978c-751fab731e0a" providerId="ADAL" clId="{E8E95438-7D72-4151-95E2-CCAFE31D1FDF}" dt="2026-02-03T00:03:25.923" v="3795" actId="14100"/>
          <ac:spMkLst>
            <pc:docMk/>
            <pc:sldMk cId="2066488503" sldId="645"/>
            <ac:spMk id="35" creationId="{58BCE361-A966-3239-3D90-D4148629753F}"/>
          </ac:spMkLst>
        </pc:spChg>
        <pc:spChg chg="add mod">
          <ac:chgData name="Luis Carlos Guevara Hernandez" userId="946bcc4c-b146-4724-978c-751fab731e0a" providerId="ADAL" clId="{E8E95438-7D72-4151-95E2-CCAFE31D1FDF}" dt="2026-02-03T00:06:16.698" v="3856" actId="1037"/>
          <ac:spMkLst>
            <pc:docMk/>
            <pc:sldMk cId="2066488503" sldId="645"/>
            <ac:spMk id="40" creationId="{C66684B9-6E89-A997-5A99-2131A292E28D}"/>
          </ac:spMkLst>
        </pc:spChg>
        <pc:spChg chg="add mod">
          <ac:chgData name="Luis Carlos Guevara Hernandez" userId="946bcc4c-b146-4724-978c-751fab731e0a" providerId="ADAL" clId="{E8E95438-7D72-4151-95E2-CCAFE31D1FDF}" dt="2026-02-03T00:06:45.055" v="3861" actId="14100"/>
          <ac:spMkLst>
            <pc:docMk/>
            <pc:sldMk cId="2066488503" sldId="645"/>
            <ac:spMk id="42" creationId="{6988A362-B6D6-1BA6-F9A6-3AC7926292A7}"/>
          </ac:spMkLst>
        </pc:spChg>
        <pc:spChg chg="add mod">
          <ac:chgData name="Luis Carlos Guevara Hernandez" userId="946bcc4c-b146-4724-978c-751fab731e0a" providerId="ADAL" clId="{E8E95438-7D72-4151-95E2-CCAFE31D1FDF}" dt="2026-02-03T00:07:04.906" v="3867" actId="14100"/>
          <ac:spMkLst>
            <pc:docMk/>
            <pc:sldMk cId="2066488503" sldId="645"/>
            <ac:spMk id="44" creationId="{DB6E0A48-4690-5F5D-7F2E-71C52C9EA926}"/>
          </ac:spMkLst>
        </pc:spChg>
        <pc:spChg chg="add mod">
          <ac:chgData name="Luis Carlos Guevara Hernandez" userId="946bcc4c-b146-4724-978c-751fab731e0a" providerId="ADAL" clId="{E8E95438-7D72-4151-95E2-CCAFE31D1FDF}" dt="2026-02-03T00:21:01.754" v="4155" actId="164"/>
          <ac:spMkLst>
            <pc:docMk/>
            <pc:sldMk cId="2066488503" sldId="645"/>
            <ac:spMk id="55" creationId="{93137ACF-1FF5-CCF8-D752-F6F8CB279AC6}"/>
          </ac:spMkLst>
        </pc:spChg>
        <pc:spChg chg="add mod">
          <ac:chgData name="Luis Carlos Guevara Hernandez" userId="946bcc4c-b146-4724-978c-751fab731e0a" providerId="ADAL" clId="{E8E95438-7D72-4151-95E2-CCAFE31D1FDF}" dt="2026-02-03T00:21:17.540" v="4158" actId="164"/>
          <ac:spMkLst>
            <pc:docMk/>
            <pc:sldMk cId="2066488503" sldId="645"/>
            <ac:spMk id="58" creationId="{58E6C174-26A6-D9F7-6CCE-B3B61647E205}"/>
          </ac:spMkLst>
        </pc:spChg>
        <pc:spChg chg="add mod">
          <ac:chgData name="Luis Carlos Guevara Hernandez" userId="946bcc4c-b146-4724-978c-751fab731e0a" providerId="ADAL" clId="{E8E95438-7D72-4151-95E2-CCAFE31D1FDF}" dt="2026-02-03T00:20:37.932" v="4152" actId="164"/>
          <ac:spMkLst>
            <pc:docMk/>
            <pc:sldMk cId="2066488503" sldId="645"/>
            <ac:spMk id="193" creationId="{2BCD590A-4F93-2B70-2EBA-E5E4F3BD90DF}"/>
          </ac:spMkLst>
        </pc:spChg>
        <pc:spChg chg="mod">
          <ac:chgData name="Luis Carlos Guevara Hernandez" userId="946bcc4c-b146-4724-978c-751fab731e0a" providerId="ADAL" clId="{E8E95438-7D72-4151-95E2-CCAFE31D1FDF}" dt="2026-02-03T00:11:25.545" v="4000" actId="207"/>
          <ac:spMkLst>
            <pc:docMk/>
            <pc:sldMk cId="2066488503" sldId="645"/>
            <ac:spMk id="199" creationId="{96BB63B2-2A89-8077-EC91-02C7D9B3B462}"/>
          </ac:spMkLst>
        </pc:spChg>
        <pc:spChg chg="mod">
          <ac:chgData name="Luis Carlos Guevara Hernandez" userId="946bcc4c-b146-4724-978c-751fab731e0a" providerId="ADAL" clId="{E8E95438-7D72-4151-95E2-CCAFE31D1FDF}" dt="2026-02-03T00:11:25.545" v="4000" actId="207"/>
          <ac:spMkLst>
            <pc:docMk/>
            <pc:sldMk cId="2066488503" sldId="645"/>
            <ac:spMk id="200" creationId="{C1E3A57D-FA71-2EC0-08D3-8E46B7D4843B}"/>
          </ac:spMkLst>
        </pc:spChg>
        <pc:spChg chg="mod">
          <ac:chgData name="Luis Carlos Guevara Hernandez" userId="946bcc4c-b146-4724-978c-751fab731e0a" providerId="ADAL" clId="{E8E95438-7D72-4151-95E2-CCAFE31D1FDF}" dt="2026-02-03T00:11:25.545" v="4000" actId="207"/>
          <ac:spMkLst>
            <pc:docMk/>
            <pc:sldMk cId="2066488503" sldId="645"/>
            <ac:spMk id="201" creationId="{D00EFF8B-8262-A78A-77DC-BAD2F1DD4E9A}"/>
          </ac:spMkLst>
        </pc:spChg>
        <pc:spChg chg="mod">
          <ac:chgData name="Luis Carlos Guevara Hernandez" userId="946bcc4c-b146-4724-978c-751fab731e0a" providerId="ADAL" clId="{E8E95438-7D72-4151-95E2-CCAFE31D1FDF}" dt="2026-02-03T00:11:25.545" v="4000" actId="207"/>
          <ac:spMkLst>
            <pc:docMk/>
            <pc:sldMk cId="2066488503" sldId="645"/>
            <ac:spMk id="202" creationId="{436C8386-7386-B18E-D75F-1E04818B77C2}"/>
          </ac:spMkLst>
        </pc:spChg>
        <pc:spChg chg="mod">
          <ac:chgData name="Luis Carlos Guevara Hernandez" userId="946bcc4c-b146-4724-978c-751fab731e0a" providerId="ADAL" clId="{E8E95438-7D72-4151-95E2-CCAFE31D1FDF}" dt="2026-02-03T00:11:25.545" v="4000" actId="207"/>
          <ac:spMkLst>
            <pc:docMk/>
            <pc:sldMk cId="2066488503" sldId="645"/>
            <ac:spMk id="204" creationId="{8ED9F813-8C0A-830F-B275-4814EC746491}"/>
          </ac:spMkLst>
        </pc:spChg>
        <pc:spChg chg="mod">
          <ac:chgData name="Luis Carlos Guevara Hernandez" userId="946bcc4c-b146-4724-978c-751fab731e0a" providerId="ADAL" clId="{E8E95438-7D72-4151-95E2-CCAFE31D1FDF}" dt="2026-02-03T00:11:25.545" v="4000" actId="207"/>
          <ac:spMkLst>
            <pc:docMk/>
            <pc:sldMk cId="2066488503" sldId="645"/>
            <ac:spMk id="205" creationId="{448169FE-B6B4-6BC4-A869-42CAE10FBB84}"/>
          </ac:spMkLst>
        </pc:spChg>
        <pc:spChg chg="mod">
          <ac:chgData name="Luis Carlos Guevara Hernandez" userId="946bcc4c-b146-4724-978c-751fab731e0a" providerId="ADAL" clId="{E8E95438-7D72-4151-95E2-CCAFE31D1FDF}" dt="2026-02-03T00:11:25.545" v="4000" actId="207"/>
          <ac:spMkLst>
            <pc:docMk/>
            <pc:sldMk cId="2066488503" sldId="645"/>
            <ac:spMk id="208" creationId="{C9AE6D27-320C-596F-65FC-FD1F944AAD85}"/>
          </ac:spMkLst>
        </pc:spChg>
        <pc:spChg chg="mod">
          <ac:chgData name="Luis Carlos Guevara Hernandez" userId="946bcc4c-b146-4724-978c-751fab731e0a" providerId="ADAL" clId="{E8E95438-7D72-4151-95E2-CCAFE31D1FDF}" dt="2026-02-03T00:11:25.545" v="4000" actId="207"/>
          <ac:spMkLst>
            <pc:docMk/>
            <pc:sldMk cId="2066488503" sldId="645"/>
            <ac:spMk id="209" creationId="{687A4049-A495-81CC-2D40-0632D8B46840}"/>
          </ac:spMkLst>
        </pc:spChg>
        <pc:spChg chg="mod">
          <ac:chgData name="Luis Carlos Guevara Hernandez" userId="946bcc4c-b146-4724-978c-751fab731e0a" providerId="ADAL" clId="{E8E95438-7D72-4151-95E2-CCAFE31D1FDF}" dt="2026-02-03T00:11:25.545" v="4000" actId="207"/>
          <ac:spMkLst>
            <pc:docMk/>
            <pc:sldMk cId="2066488503" sldId="645"/>
            <ac:spMk id="210" creationId="{76FF39B8-B432-E764-0081-B9F8DA3CAAE8}"/>
          </ac:spMkLst>
        </pc:spChg>
        <pc:spChg chg="mod">
          <ac:chgData name="Luis Carlos Guevara Hernandez" userId="946bcc4c-b146-4724-978c-751fab731e0a" providerId="ADAL" clId="{E8E95438-7D72-4151-95E2-CCAFE31D1FDF}" dt="2026-02-03T00:08:04.658" v="3918" actId="207"/>
          <ac:spMkLst>
            <pc:docMk/>
            <pc:sldMk cId="2066488503" sldId="645"/>
            <ac:spMk id="217" creationId="{F3345C8C-5DE5-894E-ACF7-43FAAEA0DCC9}"/>
          </ac:spMkLst>
        </pc:spChg>
        <pc:spChg chg="mod">
          <ac:chgData name="Luis Carlos Guevara Hernandez" userId="946bcc4c-b146-4724-978c-751fab731e0a" providerId="ADAL" clId="{E8E95438-7D72-4151-95E2-CCAFE31D1FDF}" dt="2026-02-03T00:08:04.658" v="3918" actId="207"/>
          <ac:spMkLst>
            <pc:docMk/>
            <pc:sldMk cId="2066488503" sldId="645"/>
            <ac:spMk id="218" creationId="{E417EB9A-7164-655B-F6A6-A22EF7CEDBBE}"/>
          </ac:spMkLst>
        </pc:spChg>
        <pc:spChg chg="mod">
          <ac:chgData name="Luis Carlos Guevara Hernandez" userId="946bcc4c-b146-4724-978c-751fab731e0a" providerId="ADAL" clId="{E8E95438-7D72-4151-95E2-CCAFE31D1FDF}" dt="2026-02-03T00:08:04.658" v="3918" actId="207"/>
          <ac:spMkLst>
            <pc:docMk/>
            <pc:sldMk cId="2066488503" sldId="645"/>
            <ac:spMk id="220" creationId="{7333DA67-1446-701F-CA7E-674B81DB4A67}"/>
          </ac:spMkLst>
        </pc:spChg>
        <pc:spChg chg="mod">
          <ac:chgData name="Luis Carlos Guevara Hernandez" userId="946bcc4c-b146-4724-978c-751fab731e0a" providerId="ADAL" clId="{E8E95438-7D72-4151-95E2-CCAFE31D1FDF}" dt="2026-02-03T00:08:04.658" v="3918" actId="207"/>
          <ac:spMkLst>
            <pc:docMk/>
            <pc:sldMk cId="2066488503" sldId="645"/>
            <ac:spMk id="222" creationId="{5EC05189-8891-6657-7884-5D7D58B5D76E}"/>
          </ac:spMkLst>
        </pc:spChg>
        <pc:spChg chg="mod">
          <ac:chgData name="Luis Carlos Guevara Hernandez" userId="946bcc4c-b146-4724-978c-751fab731e0a" providerId="ADAL" clId="{E8E95438-7D72-4151-95E2-CCAFE31D1FDF}" dt="2026-02-03T00:08:04.658" v="3918" actId="207"/>
          <ac:spMkLst>
            <pc:docMk/>
            <pc:sldMk cId="2066488503" sldId="645"/>
            <ac:spMk id="224" creationId="{054EEB49-35C5-7A05-12CB-D86CD60D97E6}"/>
          </ac:spMkLst>
        </pc:spChg>
        <pc:spChg chg="mod">
          <ac:chgData name="Luis Carlos Guevara Hernandez" userId="946bcc4c-b146-4724-978c-751fab731e0a" providerId="ADAL" clId="{E8E95438-7D72-4151-95E2-CCAFE31D1FDF}" dt="2026-02-03T00:08:04.658" v="3918" actId="207"/>
          <ac:spMkLst>
            <pc:docMk/>
            <pc:sldMk cId="2066488503" sldId="645"/>
            <ac:spMk id="229" creationId="{4E6A1EAA-7712-4388-1F1A-E7541EEAC7E7}"/>
          </ac:spMkLst>
        </pc:spChg>
        <pc:spChg chg="mod">
          <ac:chgData name="Luis Carlos Guevara Hernandez" userId="946bcc4c-b146-4724-978c-751fab731e0a" providerId="ADAL" clId="{E8E95438-7D72-4151-95E2-CCAFE31D1FDF}" dt="2026-02-03T00:08:04.658" v="3918" actId="207"/>
          <ac:spMkLst>
            <pc:docMk/>
            <pc:sldMk cId="2066488503" sldId="645"/>
            <ac:spMk id="231" creationId="{9ED7D526-B8B3-F2CD-83B2-B0D65316BFCC}"/>
          </ac:spMkLst>
        </pc:spChg>
        <pc:spChg chg="mod">
          <ac:chgData name="Luis Carlos Guevara Hernandez" userId="946bcc4c-b146-4724-978c-751fab731e0a" providerId="ADAL" clId="{E8E95438-7D72-4151-95E2-CCAFE31D1FDF}" dt="2026-02-03T00:08:04.658" v="3918" actId="207"/>
          <ac:spMkLst>
            <pc:docMk/>
            <pc:sldMk cId="2066488503" sldId="645"/>
            <ac:spMk id="235" creationId="{131A1396-10BF-AFCB-00C3-7F031EB3DADD}"/>
          </ac:spMkLst>
        </pc:spChg>
        <pc:spChg chg="mod">
          <ac:chgData name="Luis Carlos Guevara Hernandez" userId="946bcc4c-b146-4724-978c-751fab731e0a" providerId="ADAL" clId="{E8E95438-7D72-4151-95E2-CCAFE31D1FDF}" dt="2026-02-03T00:08:04.658" v="3918" actId="207"/>
          <ac:spMkLst>
            <pc:docMk/>
            <pc:sldMk cId="2066488503" sldId="645"/>
            <ac:spMk id="239" creationId="{809370A5-EB30-7CC2-BE9D-E619E8533C96}"/>
          </ac:spMkLst>
        </pc:spChg>
        <pc:spChg chg="mod">
          <ac:chgData name="Luis Carlos Guevara Hernandez" userId="946bcc4c-b146-4724-978c-751fab731e0a" providerId="ADAL" clId="{E8E95438-7D72-4151-95E2-CCAFE31D1FDF}" dt="2026-02-03T00:08:04.658" v="3918" actId="207"/>
          <ac:spMkLst>
            <pc:docMk/>
            <pc:sldMk cId="2066488503" sldId="645"/>
            <ac:spMk id="240" creationId="{56FB9201-DD07-4DE3-F434-09D942EF74E8}"/>
          </ac:spMkLst>
        </pc:spChg>
        <pc:spChg chg="mod">
          <ac:chgData name="Luis Carlos Guevara Hernandez" userId="946bcc4c-b146-4724-978c-751fab731e0a" providerId="ADAL" clId="{E8E95438-7D72-4151-95E2-CCAFE31D1FDF}" dt="2026-02-03T00:13:21.739" v="4071" actId="108"/>
          <ac:spMkLst>
            <pc:docMk/>
            <pc:sldMk cId="2066488503" sldId="645"/>
            <ac:spMk id="368" creationId="{DBF880B2-A1CB-C9A3-E248-A37774141BF9}"/>
          </ac:spMkLst>
        </pc:spChg>
        <pc:spChg chg="mod">
          <ac:chgData name="Luis Carlos Guevara Hernandez" userId="946bcc4c-b146-4724-978c-751fab731e0a" providerId="ADAL" clId="{E8E95438-7D72-4151-95E2-CCAFE31D1FDF}" dt="2026-02-03T00:13:21.739" v="4072" actId="108"/>
          <ac:spMkLst>
            <pc:docMk/>
            <pc:sldMk cId="2066488503" sldId="645"/>
            <ac:spMk id="369" creationId="{AE335C17-B734-D8FA-C591-B1FE77DE8F06}"/>
          </ac:spMkLst>
        </pc:spChg>
        <pc:spChg chg="mod">
          <ac:chgData name="Luis Carlos Guevara Hernandez" userId="946bcc4c-b146-4724-978c-751fab731e0a" providerId="ADAL" clId="{E8E95438-7D72-4151-95E2-CCAFE31D1FDF}" dt="2026-02-03T00:13:21.739" v="4073" actId="108"/>
          <ac:spMkLst>
            <pc:docMk/>
            <pc:sldMk cId="2066488503" sldId="645"/>
            <ac:spMk id="370" creationId="{140EE1CD-344F-D745-D402-9C9CA5ED8638}"/>
          </ac:spMkLst>
        </pc:spChg>
        <pc:spChg chg="mod">
          <ac:chgData name="Luis Carlos Guevara Hernandez" userId="946bcc4c-b146-4724-978c-751fab731e0a" providerId="ADAL" clId="{E8E95438-7D72-4151-95E2-CCAFE31D1FDF}" dt="2026-02-03T00:13:21.739" v="4074" actId="108"/>
          <ac:spMkLst>
            <pc:docMk/>
            <pc:sldMk cId="2066488503" sldId="645"/>
            <ac:spMk id="371" creationId="{07AD0C16-4F52-1E56-C8C9-40879621BA76}"/>
          </ac:spMkLst>
        </pc:spChg>
        <pc:spChg chg="mod">
          <ac:chgData name="Luis Carlos Guevara Hernandez" userId="946bcc4c-b146-4724-978c-751fab731e0a" providerId="ADAL" clId="{E8E95438-7D72-4151-95E2-CCAFE31D1FDF}" dt="2026-02-03T00:13:21.739" v="4075" actId="108"/>
          <ac:spMkLst>
            <pc:docMk/>
            <pc:sldMk cId="2066488503" sldId="645"/>
            <ac:spMk id="372" creationId="{3536FD04-D4BE-40A6-4094-7E0155E0BA88}"/>
          </ac:spMkLst>
        </pc:spChg>
        <pc:spChg chg="mod">
          <ac:chgData name="Luis Carlos Guevara Hernandez" userId="946bcc4c-b146-4724-978c-751fab731e0a" providerId="ADAL" clId="{E8E95438-7D72-4151-95E2-CCAFE31D1FDF}" dt="2026-02-03T00:13:21.739" v="4076" actId="108"/>
          <ac:spMkLst>
            <pc:docMk/>
            <pc:sldMk cId="2066488503" sldId="645"/>
            <ac:spMk id="373" creationId="{E0917C96-4DE3-38AE-B5FC-68F1E591AF06}"/>
          </ac:spMkLst>
        </pc:spChg>
        <pc:spChg chg="mod">
          <ac:chgData name="Luis Carlos Guevara Hernandez" userId="946bcc4c-b146-4724-978c-751fab731e0a" providerId="ADAL" clId="{E8E95438-7D72-4151-95E2-CCAFE31D1FDF}" dt="2026-02-03T00:13:21.739" v="4077" actId="108"/>
          <ac:spMkLst>
            <pc:docMk/>
            <pc:sldMk cId="2066488503" sldId="645"/>
            <ac:spMk id="374" creationId="{29777C1A-CF4F-4CF2-F809-04606A545F2B}"/>
          </ac:spMkLst>
        </pc:spChg>
        <pc:spChg chg="mod">
          <ac:chgData name="Luis Carlos Guevara Hernandez" userId="946bcc4c-b146-4724-978c-751fab731e0a" providerId="ADAL" clId="{E8E95438-7D72-4151-95E2-CCAFE31D1FDF}" dt="2026-02-03T00:13:21.739" v="4078" actId="108"/>
          <ac:spMkLst>
            <pc:docMk/>
            <pc:sldMk cId="2066488503" sldId="645"/>
            <ac:spMk id="375" creationId="{52AA22CE-2347-F9C5-3BF7-89CA5E7D9429}"/>
          </ac:spMkLst>
        </pc:spChg>
        <pc:spChg chg="mod">
          <ac:chgData name="Luis Carlos Guevara Hernandez" userId="946bcc4c-b146-4724-978c-751fab731e0a" providerId="ADAL" clId="{E8E95438-7D72-4151-95E2-CCAFE31D1FDF}" dt="2026-02-03T00:13:21.739" v="4079" actId="108"/>
          <ac:spMkLst>
            <pc:docMk/>
            <pc:sldMk cId="2066488503" sldId="645"/>
            <ac:spMk id="376" creationId="{3F8A9AE5-5B30-1777-B6CC-616243FF618D}"/>
          </ac:spMkLst>
        </pc:spChg>
        <pc:spChg chg="mod">
          <ac:chgData name="Luis Carlos Guevara Hernandez" userId="946bcc4c-b146-4724-978c-751fab731e0a" providerId="ADAL" clId="{E8E95438-7D72-4151-95E2-CCAFE31D1FDF}" dt="2026-02-03T00:13:21.739" v="4080" actId="108"/>
          <ac:spMkLst>
            <pc:docMk/>
            <pc:sldMk cId="2066488503" sldId="645"/>
            <ac:spMk id="377" creationId="{06C8EF48-DCFD-3BFB-61AD-5287B16CB22C}"/>
          </ac:spMkLst>
        </pc:spChg>
        <pc:grpChg chg="mod">
          <ac:chgData name="Luis Carlos Guevara Hernandez" userId="946bcc4c-b146-4724-978c-751fab731e0a" providerId="ADAL" clId="{E8E95438-7D72-4151-95E2-CCAFE31D1FDF}" dt="2026-02-03T00:12:14.677" v="4010" actId="1076"/>
          <ac:grpSpMkLst>
            <pc:docMk/>
            <pc:sldMk cId="2066488503" sldId="645"/>
            <ac:grpSpMk id="198" creationId="{3AE822D9-AC9E-F151-C4C7-ECB37490FF06}"/>
          </ac:grpSpMkLst>
        </pc:grpChg>
        <pc:grpChg chg="mod">
          <ac:chgData name="Luis Carlos Guevara Hernandez" userId="946bcc4c-b146-4724-978c-751fab731e0a" providerId="ADAL" clId="{E8E95438-7D72-4151-95E2-CCAFE31D1FDF}" dt="2026-02-03T00:00:16.475" v="3747" actId="1036"/>
          <ac:grpSpMkLst>
            <pc:docMk/>
            <pc:sldMk cId="2066488503" sldId="645"/>
            <ac:grpSpMk id="333" creationId="{0E86534A-1798-461A-CA01-F5BF1E86FEBC}"/>
          </ac:grpSpMkLst>
        </pc:grpChg>
        <pc:grpChg chg="mod ord">
          <ac:chgData name="Luis Carlos Guevara Hernandez" userId="946bcc4c-b146-4724-978c-751fab731e0a" providerId="ADAL" clId="{E8E95438-7D72-4151-95E2-CCAFE31D1FDF}" dt="2026-02-03T00:20:37.932" v="4152" actId="164"/>
          <ac:grpSpMkLst>
            <pc:docMk/>
            <pc:sldMk cId="2066488503" sldId="645"/>
            <ac:grpSpMk id="378" creationId="{58DF0525-5629-98A1-7A11-42C8CF32CA18}"/>
          </ac:grpSpMkLst>
        </pc:grpChg>
        <pc:grpChg chg="add mod">
          <ac:chgData name="Luis Carlos Guevara Hernandez" userId="946bcc4c-b146-4724-978c-751fab731e0a" providerId="ADAL" clId="{E8E95438-7D72-4151-95E2-CCAFE31D1FDF}" dt="2026-02-03T00:20:37.932" v="4152" actId="164"/>
          <ac:grpSpMkLst>
            <pc:docMk/>
            <pc:sldMk cId="2066488503" sldId="645"/>
            <ac:grpSpMk id="395" creationId="{B438590C-5132-A324-0314-A57C640E6423}"/>
          </ac:grpSpMkLst>
        </pc:grpChg>
        <pc:grpChg chg="add mod">
          <ac:chgData name="Luis Carlos Guevara Hernandez" userId="946bcc4c-b146-4724-978c-751fab731e0a" providerId="ADAL" clId="{E8E95438-7D72-4151-95E2-CCAFE31D1FDF}" dt="2026-02-03T00:21:01.754" v="4155" actId="164"/>
          <ac:grpSpMkLst>
            <pc:docMk/>
            <pc:sldMk cId="2066488503" sldId="645"/>
            <ac:grpSpMk id="396" creationId="{5E04691B-7367-D584-BFF1-5A77D229C4A0}"/>
          </ac:grpSpMkLst>
        </pc:grpChg>
        <pc:grpChg chg="add mod">
          <ac:chgData name="Luis Carlos Guevara Hernandez" userId="946bcc4c-b146-4724-978c-751fab731e0a" providerId="ADAL" clId="{E8E95438-7D72-4151-95E2-CCAFE31D1FDF}" dt="2026-02-03T00:21:17.540" v="4158" actId="164"/>
          <ac:grpSpMkLst>
            <pc:docMk/>
            <pc:sldMk cId="2066488503" sldId="645"/>
            <ac:grpSpMk id="397" creationId="{7257EE4C-8B1C-C2DE-F7BB-69D28B6DED0A}"/>
          </ac:grpSpMkLst>
        </pc:grpChg>
        <pc:picChg chg="mod">
          <ac:chgData name="Luis Carlos Guevara Hernandez" userId="946bcc4c-b146-4724-978c-751fab731e0a" providerId="ADAL" clId="{E8E95438-7D72-4151-95E2-CCAFE31D1FDF}" dt="2026-02-03T00:02:31.102" v="3775" actId="1076"/>
          <ac:picMkLst>
            <pc:docMk/>
            <pc:sldMk cId="2066488503" sldId="645"/>
            <ac:picMk id="30" creationId="{28CC86F8-384A-0BD9-0307-03C6431EA9E5}"/>
          </ac:picMkLst>
        </pc:picChg>
        <pc:picChg chg="mod ord">
          <ac:chgData name="Luis Carlos Guevara Hernandez" userId="946bcc4c-b146-4724-978c-751fab731e0a" providerId="ADAL" clId="{E8E95438-7D72-4151-95E2-CCAFE31D1FDF}" dt="2026-02-03T00:02:43.272" v="3791" actId="962"/>
          <ac:picMkLst>
            <pc:docMk/>
            <pc:sldMk cId="2066488503" sldId="645"/>
            <ac:picMk id="33" creationId="{5ED14A35-14A3-9BB9-3049-1C30ECD12A74}"/>
          </ac:picMkLst>
        </pc:picChg>
        <pc:picChg chg="mod ord">
          <ac:chgData name="Luis Carlos Guevara Hernandez" userId="946bcc4c-b146-4724-978c-751fab731e0a" providerId="ADAL" clId="{E8E95438-7D72-4151-95E2-CCAFE31D1FDF}" dt="2026-02-03T00:04:28.262" v="3812" actId="1076"/>
          <ac:picMkLst>
            <pc:docMk/>
            <pc:sldMk cId="2066488503" sldId="645"/>
            <ac:picMk id="38" creationId="{C7C85698-F34F-749B-9E73-0680071D8361}"/>
          </ac:picMkLst>
        </pc:picChg>
        <pc:picChg chg="mod ord">
          <ac:chgData name="Luis Carlos Guevara Hernandez" userId="946bcc4c-b146-4724-978c-751fab731e0a" providerId="ADAL" clId="{E8E95438-7D72-4151-95E2-CCAFE31D1FDF}" dt="2026-02-03T00:08:44.133" v="3920" actId="1076"/>
          <ac:picMkLst>
            <pc:docMk/>
            <pc:sldMk cId="2066488503" sldId="645"/>
            <ac:picMk id="47" creationId="{672BF0D3-0D5A-0DD6-63E8-72A78715E151}"/>
          </ac:picMkLst>
        </pc:picChg>
        <pc:picChg chg="mod ord">
          <ac:chgData name="Luis Carlos Guevara Hernandez" userId="946bcc4c-b146-4724-978c-751fab731e0a" providerId="ADAL" clId="{E8E95438-7D72-4151-95E2-CCAFE31D1FDF}" dt="2026-02-03T00:07:34.416" v="3903" actId="962"/>
          <ac:picMkLst>
            <pc:docMk/>
            <pc:sldMk cId="2066488503" sldId="645"/>
            <ac:picMk id="49" creationId="{64AD36D5-E5FA-CBC6-47F6-C69A84280D17}"/>
          </ac:picMkLst>
        </pc:picChg>
        <pc:picChg chg="mod ord">
          <ac:chgData name="Luis Carlos Guevara Hernandez" userId="946bcc4c-b146-4724-978c-751fab731e0a" providerId="ADAL" clId="{E8E95438-7D72-4151-95E2-CCAFE31D1FDF}" dt="2026-02-03T00:08:35.532" v="3919" actId="1076"/>
          <ac:picMkLst>
            <pc:docMk/>
            <pc:sldMk cId="2066488503" sldId="645"/>
            <ac:picMk id="51" creationId="{A254267C-426C-2F0E-226E-0F2BEF774F69}"/>
          </ac:picMkLst>
        </pc:picChg>
        <pc:picChg chg="mod ord">
          <ac:chgData name="Luis Carlos Guevara Hernandez" userId="946bcc4c-b146-4724-978c-751fab731e0a" providerId="ADAL" clId="{E8E95438-7D72-4151-95E2-CCAFE31D1FDF}" dt="2026-02-03T00:15:17.494" v="4102" actId="962"/>
          <ac:picMkLst>
            <pc:docMk/>
            <pc:sldMk cId="2066488503" sldId="645"/>
            <ac:picMk id="394" creationId="{8EDD930E-FF95-465C-6A3A-5CFCC540EE5C}"/>
          </ac:picMkLst>
        </pc:picChg>
        <pc:cxnChg chg="mod">
          <ac:chgData name="Luis Carlos Guevara Hernandez" userId="946bcc4c-b146-4724-978c-751fab731e0a" providerId="ADAL" clId="{E8E95438-7D72-4151-95E2-CCAFE31D1FDF}" dt="2026-02-02T23:53:23.189" v="3701" actId="14100"/>
          <ac:cxnSpMkLst>
            <pc:docMk/>
            <pc:sldMk cId="2066488503" sldId="645"/>
            <ac:cxnSpMk id="3" creationId="{6BF0C6A6-2C7C-51C8-ADBB-06AC09827F4E}"/>
          </ac:cxnSpMkLst>
        </pc:cxnChg>
        <pc:cxnChg chg="add mod">
          <ac:chgData name="Luis Carlos Guevara Hernandez" userId="946bcc4c-b146-4724-978c-751fab731e0a" providerId="ADAL" clId="{E8E95438-7D72-4151-95E2-CCAFE31D1FDF}" dt="2026-02-03T00:00:56.027" v="3755" actId="693"/>
          <ac:cxnSpMkLst>
            <pc:docMk/>
            <pc:sldMk cId="2066488503" sldId="645"/>
            <ac:cxnSpMk id="15" creationId="{7671FA32-FCD6-2F81-12D2-A21647976790}"/>
          </ac:cxnSpMkLst>
        </pc:cxnChg>
        <pc:cxnChg chg="add mod">
          <ac:chgData name="Luis Carlos Guevara Hernandez" userId="946bcc4c-b146-4724-978c-751fab731e0a" providerId="ADAL" clId="{E8E95438-7D72-4151-95E2-CCAFE31D1FDF}" dt="2026-02-03T00:01:08.251" v="3760" actId="14100"/>
          <ac:cxnSpMkLst>
            <pc:docMk/>
            <pc:sldMk cId="2066488503" sldId="645"/>
            <ac:cxnSpMk id="23" creationId="{3B63708A-4362-59D4-5E7F-59352C64246A}"/>
          </ac:cxnSpMkLst>
        </pc:cxnChg>
        <pc:cxnChg chg="add mod">
          <ac:chgData name="Luis Carlos Guevara Hernandez" userId="946bcc4c-b146-4724-978c-751fab731e0a" providerId="ADAL" clId="{E8E95438-7D72-4151-95E2-CCAFE31D1FDF}" dt="2026-02-03T00:05:44.874" v="3836" actId="14100"/>
          <ac:cxnSpMkLst>
            <pc:docMk/>
            <pc:sldMk cId="2066488503" sldId="645"/>
            <ac:cxnSpMk id="39" creationId="{EEF7197C-BD1F-317C-B4A7-83D11A66BB1A}"/>
          </ac:cxnSpMkLst>
        </pc:cxnChg>
        <pc:cxnChg chg="add mod">
          <ac:chgData name="Luis Carlos Guevara Hernandez" userId="946bcc4c-b146-4724-978c-751fab731e0a" providerId="ADAL" clId="{E8E95438-7D72-4151-95E2-CCAFE31D1FDF}" dt="2026-02-03T00:21:01.754" v="4155" actId="164"/>
          <ac:cxnSpMkLst>
            <pc:docMk/>
            <pc:sldMk cId="2066488503" sldId="645"/>
            <ac:cxnSpMk id="52" creationId="{46946DB5-0686-EE3D-E99E-68002C9F585B}"/>
          </ac:cxnSpMkLst>
        </pc:cxnChg>
        <pc:cxnChg chg="add mod">
          <ac:chgData name="Luis Carlos Guevara Hernandez" userId="946bcc4c-b146-4724-978c-751fab731e0a" providerId="ADAL" clId="{E8E95438-7D72-4151-95E2-CCAFE31D1FDF}" dt="2026-02-03T00:21:17.540" v="4158" actId="164"/>
          <ac:cxnSpMkLst>
            <pc:docMk/>
            <pc:sldMk cId="2066488503" sldId="645"/>
            <ac:cxnSpMk id="59" creationId="{AE173C9D-1607-A9F8-D583-85BA379B8263}"/>
          </ac:cxnSpMkLst>
        </pc:cxnChg>
        <pc:cxnChg chg="add mod">
          <ac:chgData name="Luis Carlos Guevara Hernandez" userId="946bcc4c-b146-4724-978c-751fab731e0a" providerId="ADAL" clId="{E8E95438-7D72-4151-95E2-CCAFE31D1FDF}" dt="2026-02-03T00:20:37.932" v="4152" actId="164"/>
          <ac:cxnSpMkLst>
            <pc:docMk/>
            <pc:sldMk cId="2066488503" sldId="645"/>
            <ac:cxnSpMk id="62" creationId="{B2B2121A-0C39-87E8-9874-CE896679B0B4}"/>
          </ac:cxnSpMkLst>
        </pc:cxnChg>
        <pc:cxnChg chg="add mod">
          <ac:chgData name="Luis Carlos Guevara Hernandez" userId="946bcc4c-b146-4724-978c-751fab731e0a" providerId="ADAL" clId="{E8E95438-7D72-4151-95E2-CCAFE31D1FDF}" dt="2026-02-03T00:12:18.658" v="4011" actId="14100"/>
          <ac:cxnSpMkLst>
            <pc:docMk/>
            <pc:sldMk cId="2066488503" sldId="645"/>
            <ac:cxnSpMk id="216" creationId="{0286D43C-6D56-400E-0B3F-4130293F8531}"/>
          </ac:cxnSpMkLst>
        </pc:cxnChg>
      </pc:sldChg>
      <pc:sldChg chg="modSp add mod ord modTransition">
        <pc:chgData name="Luis Carlos Guevara Hernandez" userId="946bcc4c-b146-4724-978c-751fab731e0a" providerId="ADAL" clId="{E8E95438-7D72-4151-95E2-CCAFE31D1FDF}" dt="2026-02-03T22:44:35.729" v="4341"/>
        <pc:sldMkLst>
          <pc:docMk/>
          <pc:sldMk cId="4266563691" sldId="647"/>
        </pc:sldMkLst>
        <pc:spChg chg="mod">
          <ac:chgData name="Luis Carlos Guevara Hernandez" userId="946bcc4c-b146-4724-978c-751fab731e0a" providerId="ADAL" clId="{E8E95438-7D72-4151-95E2-CCAFE31D1FDF}" dt="2026-02-03T22:44:17.221" v="4337" actId="1076"/>
          <ac:spMkLst>
            <pc:docMk/>
            <pc:sldMk cId="4266563691" sldId="647"/>
            <ac:spMk id="281" creationId="{3BFCDA29-7294-A3FF-A5E4-10A86A5D3511}"/>
          </ac:spMkLst>
        </pc:spChg>
        <pc:spChg chg="mod">
          <ac:chgData name="Luis Carlos Guevara Hernandez" userId="946bcc4c-b146-4724-978c-751fab731e0a" providerId="ADAL" clId="{E8E95438-7D72-4151-95E2-CCAFE31D1FDF}" dt="2026-02-03T22:44:17.221" v="4337" actId="1076"/>
          <ac:spMkLst>
            <pc:docMk/>
            <pc:sldMk cId="4266563691" sldId="647"/>
            <ac:spMk id="282" creationId="{240DB771-4981-3CAA-04A0-D0F94F907B41}"/>
          </ac:spMkLst>
        </pc:spChg>
        <pc:spChg chg="mod">
          <ac:chgData name="Luis Carlos Guevara Hernandez" userId="946bcc4c-b146-4724-978c-751fab731e0a" providerId="ADAL" clId="{E8E95438-7D72-4151-95E2-CCAFE31D1FDF}" dt="2026-02-03T22:44:17.221" v="4337" actId="1076"/>
          <ac:spMkLst>
            <pc:docMk/>
            <pc:sldMk cId="4266563691" sldId="647"/>
            <ac:spMk id="350" creationId="{20614874-065F-3C57-9997-9FFF532D21EB}"/>
          </ac:spMkLst>
        </pc:spChg>
        <pc:grpChg chg="mod">
          <ac:chgData name="Luis Carlos Guevara Hernandez" userId="946bcc4c-b146-4724-978c-751fab731e0a" providerId="ADAL" clId="{E8E95438-7D72-4151-95E2-CCAFE31D1FDF}" dt="2026-02-03T22:44:17.221" v="4337" actId="1076"/>
          <ac:grpSpMkLst>
            <pc:docMk/>
            <pc:sldMk cId="4266563691" sldId="647"/>
            <ac:grpSpMk id="283" creationId="{53549B9A-A0B0-2CBF-E018-18341FE796E2}"/>
          </ac:grpSpMkLst>
        </pc:grpChg>
        <pc:grpChg chg="mod">
          <ac:chgData name="Luis Carlos Guevara Hernandez" userId="946bcc4c-b146-4724-978c-751fab731e0a" providerId="ADAL" clId="{E8E95438-7D72-4151-95E2-CCAFE31D1FDF}" dt="2026-02-03T22:44:17.221" v="4337" actId="1076"/>
          <ac:grpSpMkLst>
            <pc:docMk/>
            <pc:sldMk cId="4266563691" sldId="647"/>
            <ac:grpSpMk id="329" creationId="{84021707-4094-70BA-2560-F4640FA13155}"/>
          </ac:grpSpMkLst>
        </pc:grpChg>
        <pc:grpChg chg="mod">
          <ac:chgData name="Luis Carlos Guevara Hernandez" userId="946bcc4c-b146-4724-978c-751fab731e0a" providerId="ADAL" clId="{E8E95438-7D72-4151-95E2-CCAFE31D1FDF}" dt="2026-02-03T22:44:17.221" v="4337" actId="1076"/>
          <ac:grpSpMkLst>
            <pc:docMk/>
            <pc:sldMk cId="4266563691" sldId="647"/>
            <ac:grpSpMk id="351" creationId="{52CBD32C-7F28-D53C-5917-CC206DE5CE8B}"/>
          </ac:grpSpMkLst>
        </pc:grpChg>
        <pc:grpChg chg="mod">
          <ac:chgData name="Luis Carlos Guevara Hernandez" userId="946bcc4c-b146-4724-978c-751fab731e0a" providerId="ADAL" clId="{E8E95438-7D72-4151-95E2-CCAFE31D1FDF}" dt="2026-02-03T22:44:17.221" v="4337" actId="1076"/>
          <ac:grpSpMkLst>
            <pc:docMk/>
            <pc:sldMk cId="4266563691" sldId="647"/>
            <ac:grpSpMk id="448" creationId="{662D5C4D-C1B3-3B80-EBF9-389A3BA2C655}"/>
          </ac:grpSpMkLst>
        </pc:grpChg>
        <pc:cxnChg chg="mod">
          <ac:chgData name="Luis Carlos Guevara Hernandez" userId="946bcc4c-b146-4724-978c-751fab731e0a" providerId="ADAL" clId="{E8E95438-7D72-4151-95E2-CCAFE31D1FDF}" dt="2026-02-03T22:44:23.599" v="4338" actId="14100"/>
          <ac:cxnSpMkLst>
            <pc:docMk/>
            <pc:sldMk cId="4266563691" sldId="647"/>
            <ac:cxnSpMk id="7" creationId="{6ACA4BD5-7882-8167-9D47-6362452A28B8}"/>
          </ac:cxnSpMkLst>
        </pc:cxnChg>
      </pc:sldChg>
      <pc:sldChg chg="addSp delSp modSp add mod delAnim modAnim">
        <pc:chgData name="Luis Carlos Guevara Hernandez" userId="946bcc4c-b146-4724-978c-751fab731e0a" providerId="ADAL" clId="{E8E95438-7D72-4151-95E2-CCAFE31D1FDF}" dt="2026-02-03T22:48:25.369" v="4445" actId="1035"/>
        <pc:sldMkLst>
          <pc:docMk/>
          <pc:sldMk cId="3961314702" sldId="648"/>
        </pc:sldMkLst>
        <pc:spChg chg="mod">
          <ac:chgData name="Luis Carlos Guevara Hernandez" userId="946bcc4c-b146-4724-978c-751fab731e0a" providerId="ADAL" clId="{E8E95438-7D72-4151-95E2-CCAFE31D1FDF}" dt="2026-02-03T22:45:16.057" v="4358" actId="14100"/>
          <ac:spMkLst>
            <pc:docMk/>
            <pc:sldMk cId="3961314702" sldId="648"/>
            <ac:spMk id="3" creationId="{F1C03671-B795-F690-5431-5B868F6A1FFA}"/>
          </ac:spMkLst>
        </pc:spChg>
        <pc:spChg chg="mod">
          <ac:chgData name="Luis Carlos Guevara Hernandez" userId="946bcc4c-b146-4724-978c-751fab731e0a" providerId="ADAL" clId="{E8E95438-7D72-4151-95E2-CCAFE31D1FDF}" dt="2026-02-03T22:45:04.094" v="4354"/>
          <ac:spMkLst>
            <pc:docMk/>
            <pc:sldMk cId="3961314702" sldId="648"/>
            <ac:spMk id="51" creationId="{18645295-FD67-BB21-4FF7-985289C0DEA2}"/>
          </ac:spMkLst>
        </pc:spChg>
        <pc:spChg chg="mod">
          <ac:chgData name="Luis Carlos Guevara Hernandez" userId="946bcc4c-b146-4724-978c-751fab731e0a" providerId="ADAL" clId="{E8E95438-7D72-4151-95E2-CCAFE31D1FDF}" dt="2026-02-03T22:45:04.094" v="4354"/>
          <ac:spMkLst>
            <pc:docMk/>
            <pc:sldMk cId="3961314702" sldId="648"/>
            <ac:spMk id="72" creationId="{A978CE84-5A8C-C93F-2F47-F38C363B8F1D}"/>
          </ac:spMkLst>
        </pc:spChg>
        <pc:spChg chg="mod">
          <ac:chgData name="Luis Carlos Guevara Hernandez" userId="946bcc4c-b146-4724-978c-751fab731e0a" providerId="ADAL" clId="{E8E95438-7D72-4151-95E2-CCAFE31D1FDF}" dt="2026-02-03T22:45:04.094" v="4354"/>
          <ac:spMkLst>
            <pc:docMk/>
            <pc:sldMk cId="3961314702" sldId="648"/>
            <ac:spMk id="74" creationId="{8B3F3D4A-EDB4-D03D-F293-A33ED1DFEA11}"/>
          </ac:spMkLst>
        </pc:spChg>
        <pc:spChg chg="mod">
          <ac:chgData name="Luis Carlos Guevara Hernandez" userId="946bcc4c-b146-4724-978c-751fab731e0a" providerId="ADAL" clId="{E8E95438-7D72-4151-95E2-CCAFE31D1FDF}" dt="2026-02-03T22:45:04.094" v="4354"/>
          <ac:spMkLst>
            <pc:docMk/>
            <pc:sldMk cId="3961314702" sldId="648"/>
            <ac:spMk id="119" creationId="{BF813F41-63C3-A87B-4555-8E1085529B7E}"/>
          </ac:spMkLst>
        </pc:spChg>
        <pc:spChg chg="mod">
          <ac:chgData name="Luis Carlos Guevara Hernandez" userId="946bcc4c-b146-4724-978c-751fab731e0a" providerId="ADAL" clId="{E8E95438-7D72-4151-95E2-CCAFE31D1FDF}" dt="2026-02-03T22:45:04.094" v="4354"/>
          <ac:spMkLst>
            <pc:docMk/>
            <pc:sldMk cId="3961314702" sldId="648"/>
            <ac:spMk id="258" creationId="{7B4B4F2F-5E6C-6BCD-5915-41A0F8CFDFE8}"/>
          </ac:spMkLst>
        </pc:spChg>
        <pc:spChg chg="mod">
          <ac:chgData name="Luis Carlos Guevara Hernandez" userId="946bcc4c-b146-4724-978c-751fab731e0a" providerId="ADAL" clId="{E8E95438-7D72-4151-95E2-CCAFE31D1FDF}" dt="2026-02-03T22:45:04.094" v="4354"/>
          <ac:spMkLst>
            <pc:docMk/>
            <pc:sldMk cId="3961314702" sldId="648"/>
            <ac:spMk id="269" creationId="{DDFCECA8-5B4B-61FA-9E1F-4F524303F501}"/>
          </ac:spMkLst>
        </pc:spChg>
        <pc:spChg chg="mod">
          <ac:chgData name="Luis Carlos Guevara Hernandez" userId="946bcc4c-b146-4724-978c-751fab731e0a" providerId="ADAL" clId="{E8E95438-7D72-4151-95E2-CCAFE31D1FDF}" dt="2026-02-03T22:45:04.094" v="4354"/>
          <ac:spMkLst>
            <pc:docMk/>
            <pc:sldMk cId="3961314702" sldId="648"/>
            <ac:spMk id="274" creationId="{0D475811-22A4-8748-A12A-FBC08393D1C3}"/>
          </ac:spMkLst>
        </pc:spChg>
        <pc:spChg chg="mod">
          <ac:chgData name="Luis Carlos Guevara Hernandez" userId="946bcc4c-b146-4724-978c-751fab731e0a" providerId="ADAL" clId="{E8E95438-7D72-4151-95E2-CCAFE31D1FDF}" dt="2026-02-03T22:47:43.406" v="4396" actId="14100"/>
          <ac:spMkLst>
            <pc:docMk/>
            <pc:sldMk cId="3961314702" sldId="648"/>
            <ac:spMk id="281" creationId="{984F286F-1CAD-2501-134D-51E458D891FE}"/>
          </ac:spMkLst>
        </pc:spChg>
        <pc:spChg chg="mod">
          <ac:chgData name="Luis Carlos Guevara Hernandez" userId="946bcc4c-b146-4724-978c-751fab731e0a" providerId="ADAL" clId="{E8E95438-7D72-4151-95E2-CCAFE31D1FDF}" dt="2026-02-03T22:46:34.539" v="4378" actId="207"/>
          <ac:spMkLst>
            <pc:docMk/>
            <pc:sldMk cId="3961314702" sldId="648"/>
            <ac:spMk id="365" creationId="{FF26156A-BC01-6914-E6FC-5C909843A763}"/>
          </ac:spMkLst>
        </pc:spChg>
        <pc:spChg chg="mod">
          <ac:chgData name="Luis Carlos Guevara Hernandez" userId="946bcc4c-b146-4724-978c-751fab731e0a" providerId="ADAL" clId="{E8E95438-7D72-4151-95E2-CCAFE31D1FDF}" dt="2026-02-03T22:46:34.539" v="4378" actId="207"/>
          <ac:spMkLst>
            <pc:docMk/>
            <pc:sldMk cId="3961314702" sldId="648"/>
            <ac:spMk id="366" creationId="{81F6C58B-F485-F8D1-CD55-B0C5948A03ED}"/>
          </ac:spMkLst>
        </pc:spChg>
        <pc:spChg chg="mod">
          <ac:chgData name="Luis Carlos Guevara Hernandez" userId="946bcc4c-b146-4724-978c-751fab731e0a" providerId="ADAL" clId="{E8E95438-7D72-4151-95E2-CCAFE31D1FDF}" dt="2026-02-03T22:46:34.539" v="4378" actId="207"/>
          <ac:spMkLst>
            <pc:docMk/>
            <pc:sldMk cId="3961314702" sldId="648"/>
            <ac:spMk id="367" creationId="{BC7BC03F-DE2C-72A8-1CC3-967D7DE2BC38}"/>
          </ac:spMkLst>
        </pc:spChg>
        <pc:spChg chg="mod">
          <ac:chgData name="Luis Carlos Guevara Hernandez" userId="946bcc4c-b146-4724-978c-751fab731e0a" providerId="ADAL" clId="{E8E95438-7D72-4151-95E2-CCAFE31D1FDF}" dt="2026-02-03T22:46:34.539" v="4378" actId="207"/>
          <ac:spMkLst>
            <pc:docMk/>
            <pc:sldMk cId="3961314702" sldId="648"/>
            <ac:spMk id="373" creationId="{F95B4522-F9AC-AEBB-EB23-45AC8220E1BB}"/>
          </ac:spMkLst>
        </pc:spChg>
        <pc:spChg chg="mod">
          <ac:chgData name="Luis Carlos Guevara Hernandez" userId="946bcc4c-b146-4724-978c-751fab731e0a" providerId="ADAL" clId="{E8E95438-7D72-4151-95E2-CCAFE31D1FDF}" dt="2026-02-03T22:46:34.539" v="4378" actId="207"/>
          <ac:spMkLst>
            <pc:docMk/>
            <pc:sldMk cId="3961314702" sldId="648"/>
            <ac:spMk id="374" creationId="{FFF0270E-144C-24D6-DCD4-DA880159170A}"/>
          </ac:spMkLst>
        </pc:spChg>
        <pc:spChg chg="mod">
          <ac:chgData name="Luis Carlos Guevara Hernandez" userId="946bcc4c-b146-4724-978c-751fab731e0a" providerId="ADAL" clId="{E8E95438-7D72-4151-95E2-CCAFE31D1FDF}" dt="2026-02-03T22:46:34.539" v="4378" actId="207"/>
          <ac:spMkLst>
            <pc:docMk/>
            <pc:sldMk cId="3961314702" sldId="648"/>
            <ac:spMk id="375" creationId="{DEE264FC-6706-BCDA-CC1C-BF843D13562C}"/>
          </ac:spMkLst>
        </pc:spChg>
        <pc:spChg chg="mod">
          <ac:chgData name="Luis Carlos Guevara Hernandez" userId="946bcc4c-b146-4724-978c-751fab731e0a" providerId="ADAL" clId="{E8E95438-7D72-4151-95E2-CCAFE31D1FDF}" dt="2026-02-03T22:46:34.539" v="4378" actId="207"/>
          <ac:spMkLst>
            <pc:docMk/>
            <pc:sldMk cId="3961314702" sldId="648"/>
            <ac:spMk id="376" creationId="{DA28391F-AE5C-3BC4-9652-1429609E7DC5}"/>
          </ac:spMkLst>
        </pc:spChg>
        <pc:spChg chg="mod">
          <ac:chgData name="Luis Carlos Guevara Hernandez" userId="946bcc4c-b146-4724-978c-751fab731e0a" providerId="ADAL" clId="{E8E95438-7D72-4151-95E2-CCAFE31D1FDF}" dt="2026-02-03T22:46:34.539" v="4378" actId="207"/>
          <ac:spMkLst>
            <pc:docMk/>
            <pc:sldMk cId="3961314702" sldId="648"/>
            <ac:spMk id="380" creationId="{4AC9EBC1-533B-E53F-E774-1965975C84BA}"/>
          </ac:spMkLst>
        </pc:spChg>
        <pc:spChg chg="mod">
          <ac:chgData name="Luis Carlos Guevara Hernandez" userId="946bcc4c-b146-4724-978c-751fab731e0a" providerId="ADAL" clId="{E8E95438-7D72-4151-95E2-CCAFE31D1FDF}" dt="2026-02-03T22:46:34.539" v="4378" actId="207"/>
          <ac:spMkLst>
            <pc:docMk/>
            <pc:sldMk cId="3961314702" sldId="648"/>
            <ac:spMk id="382" creationId="{2D87EB8A-37A1-E746-8A75-2656EBAF6471}"/>
          </ac:spMkLst>
        </pc:spChg>
        <pc:spChg chg="mod">
          <ac:chgData name="Luis Carlos Guevara Hernandez" userId="946bcc4c-b146-4724-978c-751fab731e0a" providerId="ADAL" clId="{E8E95438-7D72-4151-95E2-CCAFE31D1FDF}" dt="2026-02-03T22:46:34.539" v="4378" actId="207"/>
          <ac:spMkLst>
            <pc:docMk/>
            <pc:sldMk cId="3961314702" sldId="648"/>
            <ac:spMk id="383" creationId="{DE5EFEE1-6E58-7728-8EC1-DD311C6AA802}"/>
          </ac:spMkLst>
        </pc:spChg>
        <pc:spChg chg="mod">
          <ac:chgData name="Luis Carlos Guevara Hernandez" userId="946bcc4c-b146-4724-978c-751fab731e0a" providerId="ADAL" clId="{E8E95438-7D72-4151-95E2-CCAFE31D1FDF}" dt="2026-02-03T22:45:04.094" v="4354"/>
          <ac:spMkLst>
            <pc:docMk/>
            <pc:sldMk cId="3961314702" sldId="648"/>
            <ac:spMk id="492" creationId="{0F5C95E1-96E7-5E98-A8CB-16268C76553E}"/>
          </ac:spMkLst>
        </pc:spChg>
        <pc:spChg chg="mod">
          <ac:chgData name="Luis Carlos Guevara Hernandez" userId="946bcc4c-b146-4724-978c-751fab731e0a" providerId="ADAL" clId="{E8E95438-7D72-4151-95E2-CCAFE31D1FDF}" dt="2026-02-03T22:45:04.094" v="4354"/>
          <ac:spMkLst>
            <pc:docMk/>
            <pc:sldMk cId="3961314702" sldId="648"/>
            <ac:spMk id="503" creationId="{8B5986AA-0923-A1FC-E8A6-DAA4396707A2}"/>
          </ac:spMkLst>
        </pc:spChg>
        <pc:spChg chg="mod">
          <ac:chgData name="Luis Carlos Guevara Hernandez" userId="946bcc4c-b146-4724-978c-751fab731e0a" providerId="ADAL" clId="{E8E95438-7D72-4151-95E2-CCAFE31D1FDF}" dt="2026-02-03T22:45:04.094" v="4354"/>
          <ac:spMkLst>
            <pc:docMk/>
            <pc:sldMk cId="3961314702" sldId="648"/>
            <ac:spMk id="504" creationId="{97446E6A-3770-0399-F2BB-30DEE89189BE}"/>
          </ac:spMkLst>
        </pc:spChg>
        <pc:spChg chg="add mod ord">
          <ac:chgData name="Luis Carlos Guevara Hernandez" userId="946bcc4c-b146-4724-978c-751fab731e0a" providerId="ADAL" clId="{E8E95438-7D72-4151-95E2-CCAFE31D1FDF}" dt="2026-02-03T22:48:25.369" v="4445" actId="1035"/>
          <ac:spMkLst>
            <pc:docMk/>
            <pc:sldMk cId="3961314702" sldId="648"/>
            <ac:spMk id="513" creationId="{D9E899C5-E087-7E13-057C-9025B4523E5B}"/>
          </ac:spMkLst>
        </pc:spChg>
        <pc:grpChg chg="mod">
          <ac:chgData name="Luis Carlos Guevara Hernandez" userId="946bcc4c-b146-4724-978c-751fab731e0a" providerId="ADAL" clId="{E8E95438-7D72-4151-95E2-CCAFE31D1FDF}" dt="2026-02-03T22:45:21.712" v="4359" actId="1076"/>
          <ac:grpSpMkLst>
            <pc:docMk/>
            <pc:sldMk cId="3961314702" sldId="648"/>
            <ac:grpSpMk id="2" creationId="{01F64DC8-4D86-7942-10C6-0140641D308E}"/>
          </ac:grpSpMkLst>
        </pc:grpChg>
        <pc:grpChg chg="mod">
          <ac:chgData name="Luis Carlos Guevara Hernandez" userId="946bcc4c-b146-4724-978c-751fab731e0a" providerId="ADAL" clId="{E8E95438-7D72-4151-95E2-CCAFE31D1FDF}" dt="2026-02-03T22:45:21.712" v="4359" actId="1076"/>
          <ac:grpSpMkLst>
            <pc:docMk/>
            <pc:sldMk cId="3961314702" sldId="648"/>
            <ac:grpSpMk id="61" creationId="{A888D8A7-1080-A684-A419-BC27096CAA0B}"/>
          </ac:grpSpMkLst>
        </pc:grpChg>
        <pc:grpChg chg="mod">
          <ac:chgData name="Luis Carlos Guevara Hernandez" userId="946bcc4c-b146-4724-978c-751fab731e0a" providerId="ADAL" clId="{E8E95438-7D72-4151-95E2-CCAFE31D1FDF}" dt="2026-02-03T22:45:21.712" v="4359" actId="1076"/>
          <ac:grpSpMkLst>
            <pc:docMk/>
            <pc:sldMk cId="3961314702" sldId="648"/>
            <ac:grpSpMk id="68" creationId="{092D03A6-2DF3-92C6-D694-FE1B668880B2}"/>
          </ac:grpSpMkLst>
        </pc:grpChg>
        <pc:grpChg chg="mod">
          <ac:chgData name="Luis Carlos Guevara Hernandez" userId="946bcc4c-b146-4724-978c-751fab731e0a" providerId="ADAL" clId="{E8E95438-7D72-4151-95E2-CCAFE31D1FDF}" dt="2026-02-03T22:45:21.712" v="4359" actId="1076"/>
          <ac:grpSpMkLst>
            <pc:docMk/>
            <pc:sldMk cId="3961314702" sldId="648"/>
            <ac:grpSpMk id="124" creationId="{200844D8-E2EE-7E6C-9C61-420F9E6D6EAA}"/>
          </ac:grpSpMkLst>
        </pc:grpChg>
        <pc:grpChg chg="mod">
          <ac:chgData name="Luis Carlos Guevara Hernandez" userId="946bcc4c-b146-4724-978c-751fab731e0a" providerId="ADAL" clId="{E8E95438-7D72-4151-95E2-CCAFE31D1FDF}" dt="2026-02-03T22:45:21.712" v="4359" actId="1076"/>
          <ac:grpSpMkLst>
            <pc:docMk/>
            <pc:sldMk cId="3961314702" sldId="648"/>
            <ac:grpSpMk id="312" creationId="{FCEA5963-17A4-EFFE-2C18-AC0C22F23262}"/>
          </ac:grpSpMkLst>
        </pc:grpChg>
        <pc:grpChg chg="mod">
          <ac:chgData name="Luis Carlos Guevara Hernandez" userId="946bcc4c-b146-4724-978c-751fab731e0a" providerId="ADAL" clId="{E8E95438-7D72-4151-95E2-CCAFE31D1FDF}" dt="2026-02-03T22:48:25.369" v="4445" actId="1035"/>
          <ac:grpSpMkLst>
            <pc:docMk/>
            <pc:sldMk cId="3961314702" sldId="648"/>
            <ac:grpSpMk id="364" creationId="{961427A6-29D0-AC34-6BB0-00870E5074DD}"/>
          </ac:grpSpMkLst>
        </pc:grpChg>
        <pc:grpChg chg="mod">
          <ac:chgData name="Luis Carlos Guevara Hernandez" userId="946bcc4c-b146-4724-978c-751fab731e0a" providerId="ADAL" clId="{E8E95438-7D72-4151-95E2-CCAFE31D1FDF}" dt="2026-02-03T22:48:25.369" v="4445" actId="1035"/>
          <ac:grpSpMkLst>
            <pc:docMk/>
            <pc:sldMk cId="3961314702" sldId="648"/>
            <ac:grpSpMk id="377" creationId="{4A541F3A-70C3-B4AB-3531-8C679EEC6608}"/>
          </ac:grpSpMkLst>
        </pc:grpChg>
        <pc:cxnChg chg="add mod">
          <ac:chgData name="Luis Carlos Guevara Hernandez" userId="946bcc4c-b146-4724-978c-751fab731e0a" providerId="ADAL" clId="{E8E95438-7D72-4151-95E2-CCAFE31D1FDF}" dt="2026-02-03T22:48:25.369" v="4445" actId="1035"/>
          <ac:cxnSpMkLst>
            <pc:docMk/>
            <pc:sldMk cId="3961314702" sldId="648"/>
            <ac:cxnSpMk id="390" creationId="{D40EF89C-6951-8F85-5245-477B513EFD43}"/>
          </ac:cxnSpMkLst>
        </pc:cxnChg>
      </pc:sldChg>
      <pc:sldChg chg="addSp delSp modSp add mod delAnim modAnim">
        <pc:chgData name="Luis Carlos Guevara Hernandez" userId="946bcc4c-b146-4724-978c-751fab731e0a" providerId="ADAL" clId="{E8E95438-7D72-4151-95E2-CCAFE31D1FDF}" dt="2026-02-03T22:49:38.752" v="4584" actId="1076"/>
        <pc:sldMkLst>
          <pc:docMk/>
          <pc:sldMk cId="4170635115" sldId="649"/>
        </pc:sldMkLst>
        <pc:spChg chg="mod">
          <ac:chgData name="Luis Carlos Guevara Hernandez" userId="946bcc4c-b146-4724-978c-751fab731e0a" providerId="ADAL" clId="{E8E95438-7D72-4151-95E2-CCAFE31D1FDF}" dt="2026-02-03T22:47:37.928" v="4393" actId="14100"/>
          <ac:spMkLst>
            <pc:docMk/>
            <pc:sldMk cId="4170635115" sldId="649"/>
            <ac:spMk id="281" creationId="{FA1027ED-72F5-C4CB-8143-B6598B5ACF68}"/>
          </ac:spMkLst>
        </pc:spChg>
        <pc:spChg chg="mod">
          <ac:chgData name="Luis Carlos Guevara Hernandez" userId="946bcc4c-b146-4724-978c-751fab731e0a" providerId="ADAL" clId="{E8E95438-7D72-4151-95E2-CCAFE31D1FDF}" dt="2026-02-03T22:48:04.859" v="4401"/>
          <ac:spMkLst>
            <pc:docMk/>
            <pc:sldMk cId="4170635115" sldId="649"/>
            <ac:spMk id="348" creationId="{F7578FD5-9D04-9006-6421-A8F98BAB1585}"/>
          </ac:spMkLst>
        </pc:spChg>
        <pc:spChg chg="mod">
          <ac:chgData name="Luis Carlos Guevara Hernandez" userId="946bcc4c-b146-4724-978c-751fab731e0a" providerId="ADAL" clId="{E8E95438-7D72-4151-95E2-CCAFE31D1FDF}" dt="2026-02-03T22:48:04.859" v="4401"/>
          <ac:spMkLst>
            <pc:docMk/>
            <pc:sldMk cId="4170635115" sldId="649"/>
            <ac:spMk id="398" creationId="{C1823173-CAF9-2C07-2BED-7ABCE23BF32A}"/>
          </ac:spMkLst>
        </pc:spChg>
        <pc:spChg chg="mod">
          <ac:chgData name="Luis Carlos Guevara Hernandez" userId="946bcc4c-b146-4724-978c-751fab731e0a" providerId="ADAL" clId="{E8E95438-7D72-4151-95E2-CCAFE31D1FDF}" dt="2026-02-03T22:48:04.859" v="4401"/>
          <ac:spMkLst>
            <pc:docMk/>
            <pc:sldMk cId="4170635115" sldId="649"/>
            <ac:spMk id="402" creationId="{1A4841DB-782E-4DD4-0981-97892A9D543C}"/>
          </ac:spMkLst>
        </pc:spChg>
        <pc:spChg chg="mod">
          <ac:chgData name="Luis Carlos Guevara Hernandez" userId="946bcc4c-b146-4724-978c-751fab731e0a" providerId="ADAL" clId="{E8E95438-7D72-4151-95E2-CCAFE31D1FDF}" dt="2026-02-03T22:48:04.859" v="4401"/>
          <ac:spMkLst>
            <pc:docMk/>
            <pc:sldMk cId="4170635115" sldId="649"/>
            <ac:spMk id="409" creationId="{23839561-FE79-04A6-F447-1153826FC115}"/>
          </ac:spMkLst>
        </pc:spChg>
        <pc:spChg chg="mod">
          <ac:chgData name="Luis Carlos Guevara Hernandez" userId="946bcc4c-b146-4724-978c-751fab731e0a" providerId="ADAL" clId="{E8E95438-7D72-4151-95E2-CCAFE31D1FDF}" dt="2026-02-03T22:48:04.859" v="4401"/>
          <ac:spMkLst>
            <pc:docMk/>
            <pc:sldMk cId="4170635115" sldId="649"/>
            <ac:spMk id="583" creationId="{83E2A7B2-5ED0-F767-D027-4FAF9FFE29A4}"/>
          </ac:spMkLst>
        </pc:spChg>
        <pc:spChg chg="mod">
          <ac:chgData name="Luis Carlos Guevara Hernandez" userId="946bcc4c-b146-4724-978c-751fab731e0a" providerId="ADAL" clId="{E8E95438-7D72-4151-95E2-CCAFE31D1FDF}" dt="2026-02-03T22:48:04.859" v="4401"/>
          <ac:spMkLst>
            <pc:docMk/>
            <pc:sldMk cId="4170635115" sldId="649"/>
            <ac:spMk id="595" creationId="{63F9F553-E953-0ACD-F552-021513882853}"/>
          </ac:spMkLst>
        </pc:spChg>
        <pc:spChg chg="mod">
          <ac:chgData name="Luis Carlos Guevara Hernandez" userId="946bcc4c-b146-4724-978c-751fab731e0a" providerId="ADAL" clId="{E8E95438-7D72-4151-95E2-CCAFE31D1FDF}" dt="2026-02-03T22:48:04.859" v="4401"/>
          <ac:spMkLst>
            <pc:docMk/>
            <pc:sldMk cId="4170635115" sldId="649"/>
            <ac:spMk id="634" creationId="{85648717-3A43-EDE6-3B4E-7D4DC860A207}"/>
          </ac:spMkLst>
        </pc:spChg>
        <pc:spChg chg="mod">
          <ac:chgData name="Luis Carlos Guevara Hernandez" userId="946bcc4c-b146-4724-978c-751fab731e0a" providerId="ADAL" clId="{E8E95438-7D72-4151-95E2-CCAFE31D1FDF}" dt="2026-02-03T22:48:04.859" v="4401"/>
          <ac:spMkLst>
            <pc:docMk/>
            <pc:sldMk cId="4170635115" sldId="649"/>
            <ac:spMk id="639" creationId="{BBD0CEEA-1BD1-FCA7-F2B8-9BE5076B19D4}"/>
          </ac:spMkLst>
        </pc:spChg>
        <pc:spChg chg="mod">
          <ac:chgData name="Luis Carlos Guevara Hernandez" userId="946bcc4c-b146-4724-978c-751fab731e0a" providerId="ADAL" clId="{E8E95438-7D72-4151-95E2-CCAFE31D1FDF}" dt="2026-02-03T22:48:04.859" v="4401"/>
          <ac:spMkLst>
            <pc:docMk/>
            <pc:sldMk cId="4170635115" sldId="649"/>
            <ac:spMk id="654" creationId="{6541A6C8-ACBD-5DDC-8C95-559E7052C039}"/>
          </ac:spMkLst>
        </pc:spChg>
        <pc:spChg chg="mod">
          <ac:chgData name="Luis Carlos Guevara Hernandez" userId="946bcc4c-b146-4724-978c-751fab731e0a" providerId="ADAL" clId="{E8E95438-7D72-4151-95E2-CCAFE31D1FDF}" dt="2026-02-03T22:48:04.859" v="4401"/>
          <ac:spMkLst>
            <pc:docMk/>
            <pc:sldMk cId="4170635115" sldId="649"/>
            <ac:spMk id="656" creationId="{14263411-A95B-61A9-008C-7BBFFC396B5F}"/>
          </ac:spMkLst>
        </pc:spChg>
        <pc:spChg chg="add del mod ord">
          <ac:chgData name="Luis Carlos Guevara Hernandez" userId="946bcc4c-b146-4724-978c-751fab731e0a" providerId="ADAL" clId="{E8E95438-7D72-4151-95E2-CCAFE31D1FDF}" dt="2026-02-03T22:49:34.414" v="4581" actId="1076"/>
          <ac:spMkLst>
            <pc:docMk/>
            <pc:sldMk cId="4170635115" sldId="649"/>
            <ac:spMk id="695" creationId="{7F5F3573-EB96-767E-EDF1-FDD228096A20}"/>
          </ac:spMkLst>
        </pc:spChg>
        <pc:spChg chg="mod">
          <ac:chgData name="Luis Carlos Guevara Hernandez" userId="946bcc4c-b146-4724-978c-751fab731e0a" providerId="ADAL" clId="{E8E95438-7D72-4151-95E2-CCAFE31D1FDF}" dt="2026-02-03T22:49:21.070" v="4533" actId="108"/>
          <ac:spMkLst>
            <pc:docMk/>
            <pc:sldMk cId="4170635115" sldId="649"/>
            <ac:spMk id="794" creationId="{036AAC35-90E1-9425-B988-89A6A7B5DA3E}"/>
          </ac:spMkLst>
        </pc:spChg>
        <pc:spChg chg="mod">
          <ac:chgData name="Luis Carlos Guevara Hernandez" userId="946bcc4c-b146-4724-978c-751fab731e0a" providerId="ADAL" clId="{E8E95438-7D72-4151-95E2-CCAFE31D1FDF}" dt="2026-02-03T22:49:21.070" v="4534" actId="108"/>
          <ac:spMkLst>
            <pc:docMk/>
            <pc:sldMk cId="4170635115" sldId="649"/>
            <ac:spMk id="795" creationId="{F2D78321-6C51-59A7-9F3D-C2906DA3A003}"/>
          </ac:spMkLst>
        </pc:spChg>
        <pc:spChg chg="mod">
          <ac:chgData name="Luis Carlos Guevara Hernandez" userId="946bcc4c-b146-4724-978c-751fab731e0a" providerId="ADAL" clId="{E8E95438-7D72-4151-95E2-CCAFE31D1FDF}" dt="2026-02-03T22:49:21.070" v="4535" actId="108"/>
          <ac:spMkLst>
            <pc:docMk/>
            <pc:sldMk cId="4170635115" sldId="649"/>
            <ac:spMk id="796" creationId="{BE6B948E-7E9C-874B-9C6C-CD18E691C399}"/>
          </ac:spMkLst>
        </pc:spChg>
        <pc:spChg chg="mod">
          <ac:chgData name="Luis Carlos Guevara Hernandez" userId="946bcc4c-b146-4724-978c-751fab731e0a" providerId="ADAL" clId="{E8E95438-7D72-4151-95E2-CCAFE31D1FDF}" dt="2026-02-03T22:49:21.070" v="4536" actId="108"/>
          <ac:spMkLst>
            <pc:docMk/>
            <pc:sldMk cId="4170635115" sldId="649"/>
            <ac:spMk id="797" creationId="{89E8BD32-D7A0-E060-DC2F-5F981A781732}"/>
          </ac:spMkLst>
        </pc:spChg>
        <pc:spChg chg="mod">
          <ac:chgData name="Luis Carlos Guevara Hernandez" userId="946bcc4c-b146-4724-978c-751fab731e0a" providerId="ADAL" clId="{E8E95438-7D72-4151-95E2-CCAFE31D1FDF}" dt="2026-02-03T22:49:25.058" v="4574" actId="207"/>
          <ac:spMkLst>
            <pc:docMk/>
            <pc:sldMk cId="4170635115" sldId="649"/>
            <ac:spMk id="798" creationId="{8A569E46-A970-78D0-BF8D-551003123AF5}"/>
          </ac:spMkLst>
        </pc:spChg>
        <pc:spChg chg="mod">
          <ac:chgData name="Luis Carlos Guevara Hernandez" userId="946bcc4c-b146-4724-978c-751fab731e0a" providerId="ADAL" clId="{E8E95438-7D72-4151-95E2-CCAFE31D1FDF}" dt="2026-02-03T22:49:25.058" v="4574" actId="207"/>
          <ac:spMkLst>
            <pc:docMk/>
            <pc:sldMk cId="4170635115" sldId="649"/>
            <ac:spMk id="799" creationId="{7A4F128F-7B62-8774-5DF7-DC6FA48835D3}"/>
          </ac:spMkLst>
        </pc:spChg>
        <pc:spChg chg="mod">
          <ac:chgData name="Luis Carlos Guevara Hernandez" userId="946bcc4c-b146-4724-978c-751fab731e0a" providerId="ADAL" clId="{E8E95438-7D72-4151-95E2-CCAFE31D1FDF}" dt="2026-02-03T22:49:21.073" v="4539" actId="108"/>
          <ac:spMkLst>
            <pc:docMk/>
            <pc:sldMk cId="4170635115" sldId="649"/>
            <ac:spMk id="800" creationId="{B3557858-1261-CD53-E41F-86D037CA6834}"/>
          </ac:spMkLst>
        </pc:spChg>
        <pc:spChg chg="mod">
          <ac:chgData name="Luis Carlos Guevara Hernandez" userId="946bcc4c-b146-4724-978c-751fab731e0a" providerId="ADAL" clId="{E8E95438-7D72-4151-95E2-CCAFE31D1FDF}" dt="2026-02-03T22:49:25.058" v="4574" actId="207"/>
          <ac:spMkLst>
            <pc:docMk/>
            <pc:sldMk cId="4170635115" sldId="649"/>
            <ac:spMk id="801" creationId="{8D981450-E3C6-AFAE-E968-16A2D1A91E7E}"/>
          </ac:spMkLst>
        </pc:spChg>
        <pc:spChg chg="mod">
          <ac:chgData name="Luis Carlos Guevara Hernandez" userId="946bcc4c-b146-4724-978c-751fab731e0a" providerId="ADAL" clId="{E8E95438-7D72-4151-95E2-CCAFE31D1FDF}" dt="2026-02-03T22:49:21.073" v="4541" actId="108"/>
          <ac:spMkLst>
            <pc:docMk/>
            <pc:sldMk cId="4170635115" sldId="649"/>
            <ac:spMk id="802" creationId="{CCA55109-4422-ED9B-E3CB-37FBE70DB704}"/>
          </ac:spMkLst>
        </pc:spChg>
        <pc:spChg chg="mod">
          <ac:chgData name="Luis Carlos Guevara Hernandez" userId="946bcc4c-b146-4724-978c-751fab731e0a" providerId="ADAL" clId="{E8E95438-7D72-4151-95E2-CCAFE31D1FDF}" dt="2026-02-03T22:49:21.073" v="4542" actId="108"/>
          <ac:spMkLst>
            <pc:docMk/>
            <pc:sldMk cId="4170635115" sldId="649"/>
            <ac:spMk id="803" creationId="{70A01A38-6190-5EF8-5BBE-B582A708ECB3}"/>
          </ac:spMkLst>
        </pc:spChg>
        <pc:spChg chg="mod">
          <ac:chgData name="Luis Carlos Guevara Hernandez" userId="946bcc4c-b146-4724-978c-751fab731e0a" providerId="ADAL" clId="{E8E95438-7D72-4151-95E2-CCAFE31D1FDF}" dt="2026-02-03T22:49:25.058" v="4574" actId="207"/>
          <ac:spMkLst>
            <pc:docMk/>
            <pc:sldMk cId="4170635115" sldId="649"/>
            <ac:spMk id="804" creationId="{124501A9-C671-6C34-9CD6-D0CA0B54125A}"/>
          </ac:spMkLst>
        </pc:spChg>
        <pc:spChg chg="mod">
          <ac:chgData name="Luis Carlos Guevara Hernandez" userId="946bcc4c-b146-4724-978c-751fab731e0a" providerId="ADAL" clId="{E8E95438-7D72-4151-95E2-CCAFE31D1FDF}" dt="2026-02-03T22:49:21.075" v="4544" actId="108"/>
          <ac:spMkLst>
            <pc:docMk/>
            <pc:sldMk cId="4170635115" sldId="649"/>
            <ac:spMk id="805" creationId="{C8EA731C-DAC0-D494-3A01-B4B264E9653D}"/>
          </ac:spMkLst>
        </pc:spChg>
        <pc:spChg chg="mod">
          <ac:chgData name="Luis Carlos Guevara Hernandez" userId="946bcc4c-b146-4724-978c-751fab731e0a" providerId="ADAL" clId="{E8E95438-7D72-4151-95E2-CCAFE31D1FDF}" dt="2026-02-03T22:49:25.058" v="4574" actId="207"/>
          <ac:spMkLst>
            <pc:docMk/>
            <pc:sldMk cId="4170635115" sldId="649"/>
            <ac:spMk id="806" creationId="{606012D7-53AF-DE63-67EF-930AFADC174F}"/>
          </ac:spMkLst>
        </pc:spChg>
        <pc:spChg chg="mod">
          <ac:chgData name="Luis Carlos Guevara Hernandez" userId="946bcc4c-b146-4724-978c-751fab731e0a" providerId="ADAL" clId="{E8E95438-7D72-4151-95E2-CCAFE31D1FDF}" dt="2026-02-03T22:49:25.058" v="4574" actId="207"/>
          <ac:spMkLst>
            <pc:docMk/>
            <pc:sldMk cId="4170635115" sldId="649"/>
            <ac:spMk id="807" creationId="{696186A7-3FD1-087C-9D25-19ED1F243460}"/>
          </ac:spMkLst>
        </pc:spChg>
        <pc:spChg chg="mod">
          <ac:chgData name="Luis Carlos Guevara Hernandez" userId="946bcc4c-b146-4724-978c-751fab731e0a" providerId="ADAL" clId="{E8E95438-7D72-4151-95E2-CCAFE31D1FDF}" dt="2026-02-03T22:49:21.075" v="4547" actId="108"/>
          <ac:spMkLst>
            <pc:docMk/>
            <pc:sldMk cId="4170635115" sldId="649"/>
            <ac:spMk id="808" creationId="{7D6C6EF7-3ABE-4BED-078E-D81B2C4BF760}"/>
          </ac:spMkLst>
        </pc:spChg>
        <pc:spChg chg="mod">
          <ac:chgData name="Luis Carlos Guevara Hernandez" userId="946bcc4c-b146-4724-978c-751fab731e0a" providerId="ADAL" clId="{E8E95438-7D72-4151-95E2-CCAFE31D1FDF}" dt="2026-02-03T22:49:21.075" v="4548" actId="108"/>
          <ac:spMkLst>
            <pc:docMk/>
            <pc:sldMk cId="4170635115" sldId="649"/>
            <ac:spMk id="809" creationId="{F67FB56A-0515-EFA0-51FC-962613197E4B}"/>
          </ac:spMkLst>
        </pc:spChg>
        <pc:spChg chg="mod">
          <ac:chgData name="Luis Carlos Guevara Hernandez" userId="946bcc4c-b146-4724-978c-751fab731e0a" providerId="ADAL" clId="{E8E95438-7D72-4151-95E2-CCAFE31D1FDF}" dt="2026-02-03T22:49:21.075" v="4549" actId="108"/>
          <ac:spMkLst>
            <pc:docMk/>
            <pc:sldMk cId="4170635115" sldId="649"/>
            <ac:spMk id="810" creationId="{709A5D33-D309-C3AC-03D9-7188FC9B8890}"/>
          </ac:spMkLst>
        </pc:spChg>
        <pc:spChg chg="mod">
          <ac:chgData name="Luis Carlos Guevara Hernandez" userId="946bcc4c-b146-4724-978c-751fab731e0a" providerId="ADAL" clId="{E8E95438-7D72-4151-95E2-CCAFE31D1FDF}" dt="2026-02-03T22:49:21.075" v="4550" actId="108"/>
          <ac:spMkLst>
            <pc:docMk/>
            <pc:sldMk cId="4170635115" sldId="649"/>
            <ac:spMk id="811" creationId="{5994E510-D044-F102-8B81-FF0D9611C136}"/>
          </ac:spMkLst>
        </pc:spChg>
        <pc:spChg chg="mod">
          <ac:chgData name="Luis Carlos Guevara Hernandez" userId="946bcc4c-b146-4724-978c-751fab731e0a" providerId="ADAL" clId="{E8E95438-7D72-4151-95E2-CCAFE31D1FDF}" dt="2026-02-03T22:49:21.075" v="4551" actId="108"/>
          <ac:spMkLst>
            <pc:docMk/>
            <pc:sldMk cId="4170635115" sldId="649"/>
            <ac:spMk id="812" creationId="{DC1AE1AC-4F79-7E52-CE64-2ECDEF8240FB}"/>
          </ac:spMkLst>
        </pc:spChg>
        <pc:spChg chg="mod">
          <ac:chgData name="Luis Carlos Guevara Hernandez" userId="946bcc4c-b146-4724-978c-751fab731e0a" providerId="ADAL" clId="{E8E95438-7D72-4151-95E2-CCAFE31D1FDF}" dt="2026-02-03T22:49:25.058" v="4574" actId="207"/>
          <ac:spMkLst>
            <pc:docMk/>
            <pc:sldMk cId="4170635115" sldId="649"/>
            <ac:spMk id="813" creationId="{79FA575B-AABA-E3A4-E642-821E7D97D995}"/>
          </ac:spMkLst>
        </pc:spChg>
        <pc:spChg chg="mod">
          <ac:chgData name="Luis Carlos Guevara Hernandez" userId="946bcc4c-b146-4724-978c-751fab731e0a" providerId="ADAL" clId="{E8E95438-7D72-4151-95E2-CCAFE31D1FDF}" dt="2026-02-03T22:49:21.075" v="4553" actId="108"/>
          <ac:spMkLst>
            <pc:docMk/>
            <pc:sldMk cId="4170635115" sldId="649"/>
            <ac:spMk id="814" creationId="{BEA52A7A-CBAE-BA21-A508-DBB7A773AECE}"/>
          </ac:spMkLst>
        </pc:spChg>
        <pc:spChg chg="mod">
          <ac:chgData name="Luis Carlos Guevara Hernandez" userId="946bcc4c-b146-4724-978c-751fab731e0a" providerId="ADAL" clId="{E8E95438-7D72-4151-95E2-CCAFE31D1FDF}" dt="2026-02-03T22:49:21.075" v="4554" actId="108"/>
          <ac:spMkLst>
            <pc:docMk/>
            <pc:sldMk cId="4170635115" sldId="649"/>
            <ac:spMk id="815" creationId="{E5181C42-FDB2-039A-24AD-48AACA789F2C}"/>
          </ac:spMkLst>
        </pc:spChg>
        <pc:spChg chg="mod">
          <ac:chgData name="Luis Carlos Guevara Hernandez" userId="946bcc4c-b146-4724-978c-751fab731e0a" providerId="ADAL" clId="{E8E95438-7D72-4151-95E2-CCAFE31D1FDF}" dt="2026-02-03T22:49:21.075" v="4555" actId="108"/>
          <ac:spMkLst>
            <pc:docMk/>
            <pc:sldMk cId="4170635115" sldId="649"/>
            <ac:spMk id="816" creationId="{5F99A170-D920-A95A-F6EE-80271CFA2B8F}"/>
          </ac:spMkLst>
        </pc:spChg>
        <pc:spChg chg="mod">
          <ac:chgData name="Luis Carlos Guevara Hernandez" userId="946bcc4c-b146-4724-978c-751fab731e0a" providerId="ADAL" clId="{E8E95438-7D72-4151-95E2-CCAFE31D1FDF}" dt="2026-02-03T22:49:21.075" v="4556" actId="108"/>
          <ac:spMkLst>
            <pc:docMk/>
            <pc:sldMk cId="4170635115" sldId="649"/>
            <ac:spMk id="817" creationId="{4FA05309-2B1A-E4A3-9DE4-C7DE6578A0B0}"/>
          </ac:spMkLst>
        </pc:spChg>
        <pc:spChg chg="mod">
          <ac:chgData name="Luis Carlos Guevara Hernandez" userId="946bcc4c-b146-4724-978c-751fab731e0a" providerId="ADAL" clId="{E8E95438-7D72-4151-95E2-CCAFE31D1FDF}" dt="2026-02-03T22:49:21.075" v="4557" actId="108"/>
          <ac:spMkLst>
            <pc:docMk/>
            <pc:sldMk cId="4170635115" sldId="649"/>
            <ac:spMk id="818" creationId="{AB9FABC1-38AA-5F04-7502-3951D319325F}"/>
          </ac:spMkLst>
        </pc:spChg>
        <pc:spChg chg="mod">
          <ac:chgData name="Luis Carlos Guevara Hernandez" userId="946bcc4c-b146-4724-978c-751fab731e0a" providerId="ADAL" clId="{E8E95438-7D72-4151-95E2-CCAFE31D1FDF}" dt="2026-02-03T22:49:21.075" v="4558" actId="108"/>
          <ac:spMkLst>
            <pc:docMk/>
            <pc:sldMk cId="4170635115" sldId="649"/>
            <ac:spMk id="819" creationId="{028536D9-644C-CB2B-75DA-866444A5B215}"/>
          </ac:spMkLst>
        </pc:spChg>
        <pc:spChg chg="mod">
          <ac:chgData name="Luis Carlos Guevara Hernandez" userId="946bcc4c-b146-4724-978c-751fab731e0a" providerId="ADAL" clId="{E8E95438-7D72-4151-95E2-CCAFE31D1FDF}" dt="2026-02-03T22:49:21.075" v="4559" actId="108"/>
          <ac:spMkLst>
            <pc:docMk/>
            <pc:sldMk cId="4170635115" sldId="649"/>
            <ac:spMk id="820" creationId="{4BE267D1-0738-1620-C820-4747D656AA1F}"/>
          </ac:spMkLst>
        </pc:spChg>
        <pc:spChg chg="mod">
          <ac:chgData name="Luis Carlos Guevara Hernandez" userId="946bcc4c-b146-4724-978c-751fab731e0a" providerId="ADAL" clId="{E8E95438-7D72-4151-95E2-CCAFE31D1FDF}" dt="2026-02-03T22:49:21.075" v="4560" actId="108"/>
          <ac:spMkLst>
            <pc:docMk/>
            <pc:sldMk cId="4170635115" sldId="649"/>
            <ac:spMk id="821" creationId="{132A86D4-C375-9F00-D74B-15198BE5A73D}"/>
          </ac:spMkLst>
        </pc:spChg>
        <pc:spChg chg="mod">
          <ac:chgData name="Luis Carlos Guevara Hernandez" userId="946bcc4c-b146-4724-978c-751fab731e0a" providerId="ADAL" clId="{E8E95438-7D72-4151-95E2-CCAFE31D1FDF}" dt="2026-02-03T22:49:25.058" v="4574" actId="207"/>
          <ac:spMkLst>
            <pc:docMk/>
            <pc:sldMk cId="4170635115" sldId="649"/>
            <ac:spMk id="822" creationId="{EF4287E2-7B11-1C7E-1FCC-8C343F40CFB2}"/>
          </ac:spMkLst>
        </pc:spChg>
        <pc:spChg chg="mod">
          <ac:chgData name="Luis Carlos Guevara Hernandez" userId="946bcc4c-b146-4724-978c-751fab731e0a" providerId="ADAL" clId="{E8E95438-7D72-4151-95E2-CCAFE31D1FDF}" dt="2026-02-03T22:49:21.075" v="4562" actId="108"/>
          <ac:spMkLst>
            <pc:docMk/>
            <pc:sldMk cId="4170635115" sldId="649"/>
            <ac:spMk id="823" creationId="{129838DA-9C95-F8F9-BA3C-2E8A425C3E52}"/>
          </ac:spMkLst>
        </pc:spChg>
        <pc:spChg chg="mod">
          <ac:chgData name="Luis Carlos Guevara Hernandez" userId="946bcc4c-b146-4724-978c-751fab731e0a" providerId="ADAL" clId="{E8E95438-7D72-4151-95E2-CCAFE31D1FDF}" dt="2026-02-03T22:49:21.075" v="4563" actId="108"/>
          <ac:spMkLst>
            <pc:docMk/>
            <pc:sldMk cId="4170635115" sldId="649"/>
            <ac:spMk id="824" creationId="{1EE74F1B-00FF-C25A-A821-D29C0B333705}"/>
          </ac:spMkLst>
        </pc:spChg>
        <pc:spChg chg="mod">
          <ac:chgData name="Luis Carlos Guevara Hernandez" userId="946bcc4c-b146-4724-978c-751fab731e0a" providerId="ADAL" clId="{E8E95438-7D72-4151-95E2-CCAFE31D1FDF}" dt="2026-02-03T22:49:21.075" v="4564" actId="108"/>
          <ac:spMkLst>
            <pc:docMk/>
            <pc:sldMk cId="4170635115" sldId="649"/>
            <ac:spMk id="825" creationId="{5D317021-5059-9C99-728B-19E67110DEC9}"/>
          </ac:spMkLst>
        </pc:spChg>
        <pc:spChg chg="mod">
          <ac:chgData name="Luis Carlos Guevara Hernandez" userId="946bcc4c-b146-4724-978c-751fab731e0a" providerId="ADAL" clId="{E8E95438-7D72-4151-95E2-CCAFE31D1FDF}" dt="2026-02-03T22:49:25.058" v="4574" actId="207"/>
          <ac:spMkLst>
            <pc:docMk/>
            <pc:sldMk cId="4170635115" sldId="649"/>
            <ac:spMk id="826" creationId="{ADD2F399-89F1-1DE2-69B1-C9ACEDF5D89D}"/>
          </ac:spMkLst>
        </pc:spChg>
        <pc:spChg chg="mod">
          <ac:chgData name="Luis Carlos Guevara Hernandez" userId="946bcc4c-b146-4724-978c-751fab731e0a" providerId="ADAL" clId="{E8E95438-7D72-4151-95E2-CCAFE31D1FDF}" dt="2026-02-03T22:49:25.058" v="4574" actId="207"/>
          <ac:spMkLst>
            <pc:docMk/>
            <pc:sldMk cId="4170635115" sldId="649"/>
            <ac:spMk id="827" creationId="{5A007498-B1CF-5B69-08CF-8C1505192F3E}"/>
          </ac:spMkLst>
        </pc:spChg>
        <pc:spChg chg="mod">
          <ac:chgData name="Luis Carlos Guevara Hernandez" userId="946bcc4c-b146-4724-978c-751fab731e0a" providerId="ADAL" clId="{E8E95438-7D72-4151-95E2-CCAFE31D1FDF}" dt="2026-02-03T22:49:21.083" v="4567" actId="108"/>
          <ac:spMkLst>
            <pc:docMk/>
            <pc:sldMk cId="4170635115" sldId="649"/>
            <ac:spMk id="828" creationId="{DEBBCCFA-B4E1-6A65-F111-43F1636B6B4A}"/>
          </ac:spMkLst>
        </pc:spChg>
        <pc:spChg chg="mod">
          <ac:chgData name="Luis Carlos Guevara Hernandez" userId="946bcc4c-b146-4724-978c-751fab731e0a" providerId="ADAL" clId="{E8E95438-7D72-4151-95E2-CCAFE31D1FDF}" dt="2026-02-03T22:49:21.083" v="4568" actId="108"/>
          <ac:spMkLst>
            <pc:docMk/>
            <pc:sldMk cId="4170635115" sldId="649"/>
            <ac:spMk id="829" creationId="{05DF66F5-1263-18FC-8B94-F4AC55A006C6}"/>
          </ac:spMkLst>
        </pc:spChg>
        <pc:spChg chg="mod">
          <ac:chgData name="Luis Carlos Guevara Hernandez" userId="946bcc4c-b146-4724-978c-751fab731e0a" providerId="ADAL" clId="{E8E95438-7D72-4151-95E2-CCAFE31D1FDF}" dt="2026-02-03T22:49:21.083" v="4569" actId="108"/>
          <ac:spMkLst>
            <pc:docMk/>
            <pc:sldMk cId="4170635115" sldId="649"/>
            <ac:spMk id="830" creationId="{0BC1154A-BDEC-276E-DD1B-CE5271CF246E}"/>
          </ac:spMkLst>
        </pc:spChg>
        <pc:grpChg chg="mod">
          <ac:chgData name="Luis Carlos Guevara Hernandez" userId="946bcc4c-b146-4724-978c-751fab731e0a" providerId="ADAL" clId="{E8E95438-7D72-4151-95E2-CCAFE31D1FDF}" dt="2026-02-03T22:49:27.028" v="4576" actId="1076"/>
          <ac:grpSpMkLst>
            <pc:docMk/>
            <pc:sldMk cId="4170635115" sldId="649"/>
            <ac:grpSpMk id="405" creationId="{6A6A143D-5C7E-C2D9-A5E8-661976AAAFFD}"/>
          </ac:grpSpMkLst>
        </pc:grpChg>
        <pc:grpChg chg="mod ord">
          <ac:chgData name="Luis Carlos Guevara Hernandez" userId="946bcc4c-b146-4724-978c-751fab731e0a" providerId="ADAL" clId="{E8E95438-7D72-4151-95E2-CCAFE31D1FDF}" dt="2026-02-03T22:49:38.752" v="4584" actId="1076"/>
          <ac:grpSpMkLst>
            <pc:docMk/>
            <pc:sldMk cId="4170635115" sldId="649"/>
            <ac:grpSpMk id="831" creationId="{5402A0F8-BE22-D30C-854C-7F50882F566C}"/>
          </ac:grpSpMkLst>
        </pc:grpChg>
        <pc:cxnChg chg="mod">
          <ac:chgData name="Luis Carlos Guevara Hernandez" userId="946bcc4c-b146-4724-978c-751fab731e0a" providerId="ADAL" clId="{E8E95438-7D72-4151-95E2-CCAFE31D1FDF}" dt="2026-02-03T22:49:34.414" v="4581" actId="1076"/>
          <ac:cxnSpMkLst>
            <pc:docMk/>
            <pc:sldMk cId="4170635115" sldId="649"/>
            <ac:cxnSpMk id="390" creationId="{5909684A-E5AD-CC9C-1A15-1AD48B28662E}"/>
          </ac:cxnSpMkLst>
        </pc:cxnChg>
      </pc:sldChg>
      <pc:sldChg chg="addSp delSp modSp add mod delAnim">
        <pc:chgData name="Luis Carlos Guevara Hernandez" userId="946bcc4c-b146-4724-978c-751fab731e0a" providerId="ADAL" clId="{E8E95438-7D72-4151-95E2-CCAFE31D1FDF}" dt="2026-02-03T22:53:52.392" v="4678" actId="1076"/>
        <pc:sldMkLst>
          <pc:docMk/>
          <pc:sldMk cId="2267147608" sldId="650"/>
        </pc:sldMkLst>
        <pc:spChg chg="mod">
          <ac:chgData name="Luis Carlos Guevara Hernandez" userId="946bcc4c-b146-4724-978c-751fab731e0a" providerId="ADAL" clId="{E8E95438-7D72-4151-95E2-CCAFE31D1FDF}" dt="2026-02-03T22:51:13.561" v="4603"/>
          <ac:spMkLst>
            <pc:docMk/>
            <pc:sldMk cId="2267147608" sldId="650"/>
            <ac:spMk id="16" creationId="{E2C2A98C-B61C-E0DC-F8AF-3CD8B596EF1B}"/>
          </ac:spMkLst>
        </pc:spChg>
        <pc:spChg chg="mod">
          <ac:chgData name="Luis Carlos Guevara Hernandez" userId="946bcc4c-b146-4724-978c-751fab731e0a" providerId="ADAL" clId="{E8E95438-7D72-4151-95E2-CCAFE31D1FDF}" dt="2026-02-03T22:51:13.561" v="4603"/>
          <ac:spMkLst>
            <pc:docMk/>
            <pc:sldMk cId="2267147608" sldId="650"/>
            <ac:spMk id="17" creationId="{A30E4D16-73B1-FE80-DAE2-5FB495C0E8EA}"/>
          </ac:spMkLst>
        </pc:spChg>
        <pc:spChg chg="mod">
          <ac:chgData name="Luis Carlos Guevara Hernandez" userId="946bcc4c-b146-4724-978c-751fab731e0a" providerId="ADAL" clId="{E8E95438-7D72-4151-95E2-CCAFE31D1FDF}" dt="2026-02-03T22:51:13.561" v="4603"/>
          <ac:spMkLst>
            <pc:docMk/>
            <pc:sldMk cId="2267147608" sldId="650"/>
            <ac:spMk id="18" creationId="{8F9E8AEF-B116-1AB6-A1DC-16C0A5311E6C}"/>
          </ac:spMkLst>
        </pc:spChg>
        <pc:spChg chg="mod">
          <ac:chgData name="Luis Carlos Guevara Hernandez" userId="946bcc4c-b146-4724-978c-751fab731e0a" providerId="ADAL" clId="{E8E95438-7D72-4151-95E2-CCAFE31D1FDF}" dt="2026-02-03T22:51:01.788" v="4599"/>
          <ac:spMkLst>
            <pc:docMk/>
            <pc:sldMk cId="2267147608" sldId="650"/>
            <ac:spMk id="26" creationId="{D6F7E3D6-7C39-251A-CA8A-C946D7F4F3DC}"/>
          </ac:spMkLst>
        </pc:spChg>
        <pc:spChg chg="mod">
          <ac:chgData name="Luis Carlos Guevara Hernandez" userId="946bcc4c-b146-4724-978c-751fab731e0a" providerId="ADAL" clId="{E8E95438-7D72-4151-95E2-CCAFE31D1FDF}" dt="2026-02-03T22:51:13.561" v="4603"/>
          <ac:spMkLst>
            <pc:docMk/>
            <pc:sldMk cId="2267147608" sldId="650"/>
            <ac:spMk id="64" creationId="{A0813071-DF5B-5FBE-A3DE-AA484055EAE4}"/>
          </ac:spMkLst>
        </pc:spChg>
        <pc:spChg chg="mod">
          <ac:chgData name="Luis Carlos Guevara Hernandez" userId="946bcc4c-b146-4724-978c-751fab731e0a" providerId="ADAL" clId="{E8E95438-7D72-4151-95E2-CCAFE31D1FDF}" dt="2026-02-03T22:51:13.561" v="4603"/>
          <ac:spMkLst>
            <pc:docMk/>
            <pc:sldMk cId="2267147608" sldId="650"/>
            <ac:spMk id="142" creationId="{5A33D72A-206A-9047-47D7-81B67E4F92BB}"/>
          </ac:spMkLst>
        </pc:spChg>
        <pc:spChg chg="mod">
          <ac:chgData name="Luis Carlos Guevara Hernandez" userId="946bcc4c-b146-4724-978c-751fab731e0a" providerId="ADAL" clId="{E8E95438-7D72-4151-95E2-CCAFE31D1FDF}" dt="2026-02-03T22:51:13.561" v="4603"/>
          <ac:spMkLst>
            <pc:docMk/>
            <pc:sldMk cId="2267147608" sldId="650"/>
            <ac:spMk id="149" creationId="{D8C938AB-8563-1995-D48A-9AFA2B43D1B1}"/>
          </ac:spMkLst>
        </pc:spChg>
        <pc:spChg chg="mod">
          <ac:chgData name="Luis Carlos Guevara Hernandez" userId="946bcc4c-b146-4724-978c-751fab731e0a" providerId="ADAL" clId="{E8E95438-7D72-4151-95E2-CCAFE31D1FDF}" dt="2026-02-03T22:51:13.561" v="4603"/>
          <ac:spMkLst>
            <pc:docMk/>
            <pc:sldMk cId="2267147608" sldId="650"/>
            <ac:spMk id="157" creationId="{B7C6C896-5344-0976-3168-C88836892AC6}"/>
          </ac:spMkLst>
        </pc:spChg>
        <pc:spChg chg="mod">
          <ac:chgData name="Luis Carlos Guevara Hernandez" userId="946bcc4c-b146-4724-978c-751fab731e0a" providerId="ADAL" clId="{E8E95438-7D72-4151-95E2-CCAFE31D1FDF}" dt="2026-02-03T22:51:13.561" v="4603"/>
          <ac:spMkLst>
            <pc:docMk/>
            <pc:sldMk cId="2267147608" sldId="650"/>
            <ac:spMk id="159" creationId="{BDE4D600-AA54-2637-8511-9E83C9B36823}"/>
          </ac:spMkLst>
        </pc:spChg>
        <pc:spChg chg="mod">
          <ac:chgData name="Luis Carlos Guevara Hernandez" userId="946bcc4c-b146-4724-978c-751fab731e0a" providerId="ADAL" clId="{E8E95438-7D72-4151-95E2-CCAFE31D1FDF}" dt="2026-02-03T22:51:13.561" v="4603"/>
          <ac:spMkLst>
            <pc:docMk/>
            <pc:sldMk cId="2267147608" sldId="650"/>
            <ac:spMk id="167" creationId="{6768C1AF-BBA1-7676-883F-CC93578B369F}"/>
          </ac:spMkLst>
        </pc:spChg>
        <pc:spChg chg="add mod">
          <ac:chgData name="Luis Carlos Guevara Hernandez" userId="946bcc4c-b146-4724-978c-751fab731e0a" providerId="ADAL" clId="{E8E95438-7D72-4151-95E2-CCAFE31D1FDF}" dt="2026-02-03T22:53:42.416" v="4676" actId="1076"/>
          <ac:spMkLst>
            <pc:docMk/>
            <pc:sldMk cId="2267147608" sldId="650"/>
            <ac:spMk id="174" creationId="{0BCF2D2A-4D50-E30E-3CD1-2E6DB9856597}"/>
          </ac:spMkLst>
        </pc:spChg>
        <pc:grpChg chg="mod">
          <ac:chgData name="Luis Carlos Guevara Hernandez" userId="946bcc4c-b146-4724-978c-751fab731e0a" providerId="ADAL" clId="{E8E95438-7D72-4151-95E2-CCAFE31D1FDF}" dt="2026-02-03T22:53:47.281" v="4677" actId="1076"/>
          <ac:grpSpMkLst>
            <pc:docMk/>
            <pc:sldMk cId="2267147608" sldId="650"/>
            <ac:grpSpMk id="6" creationId="{8DDB960C-36EF-D2DC-BA9B-7D34AA8BE07A}"/>
          </ac:grpSpMkLst>
        </pc:grpChg>
        <pc:grpChg chg="mod">
          <ac:chgData name="Luis Carlos Guevara Hernandez" userId="946bcc4c-b146-4724-978c-751fab731e0a" providerId="ADAL" clId="{E8E95438-7D72-4151-95E2-CCAFE31D1FDF}" dt="2026-02-03T22:53:52.392" v="4678" actId="1076"/>
          <ac:grpSpMkLst>
            <pc:docMk/>
            <pc:sldMk cId="2267147608" sldId="650"/>
            <ac:grpSpMk id="161" creationId="{DBB38EA3-D874-234B-5611-656F54ACCD69}"/>
          </ac:grpSpMkLst>
        </pc:grpChg>
      </pc:sldChg>
      <pc:sldChg chg="add">
        <pc:chgData name="Luis Carlos Guevara Hernandez" userId="946bcc4c-b146-4724-978c-751fab731e0a" providerId="ADAL" clId="{E8E95438-7D72-4151-95E2-CCAFE31D1FDF}" dt="2026-02-03T22:54:27.964" v="4681"/>
        <pc:sldMkLst>
          <pc:docMk/>
          <pc:sldMk cId="820760438" sldId="651"/>
        </pc:sldMkLst>
      </pc:sldChg>
      <pc:sldMasterChg chg="modSldLayout">
        <pc:chgData name="Luis Carlos Guevara Hernandez" userId="946bcc4c-b146-4724-978c-751fab731e0a" providerId="ADAL" clId="{E8E95438-7D72-4151-95E2-CCAFE31D1FDF}" dt="2026-02-03T00:17:23.337" v="4119" actId="478"/>
        <pc:sldMasterMkLst>
          <pc:docMk/>
          <pc:sldMasterMk cId="4042201124" sldId="2147483686"/>
        </pc:sldMasterMkLst>
        <pc:sldLayoutChg chg="addSp delSp modSp mod">
          <pc:chgData name="Luis Carlos Guevara Hernandez" userId="946bcc4c-b146-4724-978c-751fab731e0a" providerId="ADAL" clId="{E8E95438-7D72-4151-95E2-CCAFE31D1FDF}" dt="2026-02-03T00:17:23.337" v="4119" actId="478"/>
          <pc:sldLayoutMkLst>
            <pc:docMk/>
            <pc:sldMasterMk cId="4042201124" sldId="2147483686"/>
            <pc:sldLayoutMk cId="1289965618" sldId="2147483687"/>
          </pc:sldLayoutMkLst>
          <pc:picChg chg="add mod">
            <ac:chgData name="Luis Carlos Guevara Hernandez" userId="946bcc4c-b146-4724-978c-751fab731e0a" providerId="ADAL" clId="{E8E95438-7D72-4151-95E2-CCAFE31D1FDF}" dt="2026-02-03T00:17:21.470" v="4118"/>
            <ac:picMkLst>
              <pc:docMk/>
              <pc:sldMasterMk cId="4042201124" sldId="2147483686"/>
              <pc:sldLayoutMk cId="1289965618" sldId="2147483687"/>
              <ac:picMk id="2" creationId="{06DDA2DA-DA25-7425-6EFC-19596EB659F6}"/>
            </ac:picMkLst>
          </pc:picChg>
        </pc:sldLayoutChg>
      </pc:sldMasterChg>
    </pc:docChg>
  </pc:docChgLst>
  <pc:docChgLst>
    <pc:chgData name="Daiana Camila Cubillos Chirva" userId="S::daiana.cubillos@est.uexternado.edu.co::60b2a824-9806-4f6a-b41f-1ff9929dfa7b" providerId="AD" clId="Web-{BAB8B038-CD92-245F-D3C5-5F0127AA610C}"/>
    <pc:docChg chg="sldOrd">
      <pc:chgData name="Daiana Camila Cubillos Chirva" userId="S::daiana.cubillos@est.uexternado.edu.co::60b2a824-9806-4f6a-b41f-1ff9929dfa7b" providerId="AD" clId="Web-{BAB8B038-CD92-245F-D3C5-5F0127AA610C}" dt="2026-02-09T01:05:48.441" v="1"/>
      <pc:docMkLst>
        <pc:docMk/>
      </pc:docMkLst>
      <pc:sldChg chg="ord">
        <pc:chgData name="Daiana Camila Cubillos Chirva" userId="S::daiana.cubillos@est.uexternado.edu.co::60b2a824-9806-4f6a-b41f-1ff9929dfa7b" providerId="AD" clId="Web-{BAB8B038-CD92-245F-D3C5-5F0127AA610C}" dt="2026-02-09T01:05:48.441" v="1"/>
        <pc:sldMkLst>
          <pc:docMk/>
          <pc:sldMk cId="3764078614" sldId="6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FB681-422F-492A-A538-67B2BCA02B73}" type="datetimeFigureOut">
              <a:rPr lang="en-GB" smtClean="0"/>
              <a:t>08/02/2026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808D-F8FF-4F45-9B49-F778C5ECCDCA}" type="slidenum">
              <a:rPr lang="en-GB" smtClean="0"/>
              <a:t>‹#›</a:t>
            </a:fld>
            <a:endParaRPr lang="en-GB"/>
          </a:p>
        </p:txBody>
      </p:sp>
    </p:spTree>
    <p:extLst>
      <p:ext uri="{BB962C8B-B14F-4D97-AF65-F5344CB8AC3E}">
        <p14:creationId xmlns:p14="http://schemas.microsoft.com/office/powerpoint/2010/main" val="178589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F883-26F1-C88D-39E0-05B1585B8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26A0A-87C0-6E67-F54D-D27C4ADA9F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D1D0EB-8CB2-3809-1281-4193917DE70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60E198D-9C4B-1CE6-9ACF-0A487F50D6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823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0460-9FDB-289B-09F1-5C1122665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60EA9-45A7-CD61-E7FC-0D3415F0EC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D76D46-14AE-24BA-E2CD-DD095150E04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9B31E7B-FD46-72CE-BCC8-C29D5AAD55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3764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E8BEB-CE78-E241-2B6F-CA851A787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4766F-C934-37B1-7DD1-1A6448301C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C71ACE-83B7-FDA1-8387-0F8034672FC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F16B75-5CFE-6703-22A8-62439BFF60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7048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4EFA-6674-465A-4B7F-FADF8C387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DB578-8E3B-12FD-0983-8F18221A37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CB976D-0808-2F89-A6B9-2212E102C1B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B476519-CA97-9649-0BD1-1AAD66C1F4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316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9DE1-1818-6E0E-EEEC-F21DD80AE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176DB-3BA5-0885-DE8A-48EB090411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F98130-3967-6187-FBA4-11694DC7839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C78DB5A-356D-3C96-7DC0-BB070067DA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0128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490C-82B8-EC68-B496-8DA7A733D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7A2E3-94E7-77E7-2C64-34A3FEE030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40E5BC-D6DF-FA19-2659-E7F090E197A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808872A-D03E-9285-5F44-E9CB1E98C5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3371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5BDA9-EF01-678D-943F-30398608A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C23AA-C97A-828F-7727-FA53B137AA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CA9EEA-AECB-A953-692B-7A8A8E653A8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C76360-232F-D9D5-96C6-B06ABB0D72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6128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7ACB-5B6C-93B1-0381-48EC71567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0F989-1513-CF29-1068-3C27DED0F5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A8CF88-FD88-3CC3-2AB4-724A170706F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7A7C57-9316-28AC-D08D-641F53CC1D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8117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B7F23-B8F0-DF33-BB99-978C722AC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97F6B-2ABE-63E0-ADF4-D1282662C2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305770-7830-69C1-FF8A-DB328816354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9DFC11B-2A7F-8BD7-0A5C-707DEBBC33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8364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22293-6A66-810C-4A0E-96C8DFAAD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2A3DD-C8FE-B584-D0F2-F3EF5A7502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53B260-9626-5D50-7B7F-18E0EDBEB2B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80F4F76-25DF-FBCC-86FF-83A2E03451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9744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7FBD7-629B-665C-D88D-EDE5BDC4D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E7EE3-D779-C8EB-C900-CE325986C5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4325F3-C96B-BC13-2E8A-86A017F2C78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C39AEEA-EA1E-C207-3A52-BE58135BF6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6524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39682-47BB-DBFD-04AB-6ADE09E5D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182EE-5C1C-21B8-CE88-1249238808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7A8C17-348B-1B08-1A09-44AC53C6D2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CB0F94E-2223-061F-8658-E813AD3CD5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6962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81B45-0343-0D29-B48A-9C57EBC48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16B60-DA93-620D-4055-7461489736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5525D0-C032-7C29-66A9-00A0D0075CD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609D3A1-31DB-A885-F664-F6171958EA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4430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27083-8473-4F09-D8C5-904A7BE6D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7D02A-E472-7F7A-A9F7-3132FCF4C7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B26284-F3FB-8DE7-4DB4-67FE5FA52D3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493CED4-F895-C95F-6E39-BBB6037FF1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072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6E84-5EEA-36A8-A5C0-4384C245C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C8EB2-E990-8C7A-BA53-901976A8E3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218158-017D-97F9-8940-B286115B62B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BF0D05C-7C68-A9F3-0694-5239262BD3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5287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EF09A-B985-DD76-7A13-6A938B5E9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C90DE-6622-F794-CB2E-351AB97BD8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6BB3F3-D0BB-BA28-C220-234AF2A440F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465271F-7FA3-9F37-9FD9-87239CC2D9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869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682FC-59F2-9F0D-4AE1-82CFD82EC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5C10C-62DB-6A5B-4938-13E968D7B5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9A6029-2A37-DCEB-CCDD-30361D2A4D0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B539468-45D0-01AF-9946-50DABFC40C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9317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22FC-4827-F97E-7E86-CFFC4DC97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EC356-7EB3-239F-DF6E-AEEA53AE70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04D106-E4FF-F09B-7882-09E15CF3527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54BD8FD-A489-7AEB-CBBD-CA49232AC5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5414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D08C-7110-B2DE-1C03-983C39CD5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0A45C-A890-AF1B-60D5-404617680C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49D414-A708-755F-06CA-C48349C921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D3A7A71-D31B-F758-3B42-E3657CC339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9688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28808D-F8FF-4F45-9B49-F778C5ECCDCA}" type="slidenum">
              <a:rPr lang="en-GB" smtClean="0"/>
              <a:t>25</a:t>
            </a:fld>
            <a:endParaRPr lang="en-GB"/>
          </a:p>
        </p:txBody>
      </p:sp>
    </p:spTree>
    <p:extLst>
      <p:ext uri="{BB962C8B-B14F-4D97-AF65-F5344CB8AC3E}">
        <p14:creationId xmlns:p14="http://schemas.microsoft.com/office/powerpoint/2010/main" val="993648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448A-3855-8ED5-1C2F-8F911AF12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11434-01A1-948D-7607-5EDDA5EDD2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64B305-015D-293E-1B73-C92DFC470E8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9919B8-7C81-AC1B-E48B-62B3FFE1DF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02811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6080A-6B6A-C483-5B22-9406AA132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F1382-5143-76A8-5706-3FB929740C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1C12E2-9F16-E9BB-69AB-1DE46185CC9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1CE8732-AAC9-945D-F625-3F7C4C2542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975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173E-8758-1426-AA96-97CAD6BEE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5C489-CDF0-4F59-9F9E-79D41F925E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03F690-7647-3540-BBD8-CCDD1E337F4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02A875-46EE-3777-A45E-2846E9C155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18062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D0FD4-27BE-1B6A-B8D5-5E0EEB53A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607D0-8546-0828-B793-38DB2E34F19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C53F5E1-2714-5A4A-CBB8-F0F3E78DB72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9AF3C3A-8E78-7B40-0866-06C07E89E2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78201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2AF29-F16B-280B-31A7-DF1E24646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BD94-EA79-194C-2DD9-94E1850FB1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C7F8BB-641B-BB74-F50D-FCFBBC61A3B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78BC549-E8D0-3315-B906-2E3828FB29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5240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4394-96A3-A8EC-59E5-B039165D4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68C9B-6D3E-7ECA-4C44-0AA47236B50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153BD1D-9568-9CF1-B949-BA7C030BE5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3428500-28AC-B899-A72D-B8409373D7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2891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86F3-EC9E-3EE6-390F-F429C68B4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99853-DECF-8DD7-04D8-C8E5971CE6D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9429097-BDA0-3F64-FAF4-7CF542E880F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9EC5486-11A8-828D-8A4E-4AD04A5BEE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36571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10CC-4D9B-AEA7-66B6-12FFFB92B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B518E-2444-46D9-D4D0-1B6A9B96364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D6394AB-3220-E858-6922-EE862846408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C0D44D3-42CE-1670-8169-FD4D12484B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44199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0BF20-F69B-0BD6-A8D0-78F80C364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98F69-0350-F0C3-E4FF-94E054A4E8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36B4F6-511E-40E0-6103-14434F6F9FA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43CD11-1C22-29C3-59DE-4BE6C3085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1570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E6E03-2CD2-59AB-E113-018A17F0D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8853B-B127-97C3-EA6E-72A7847BA5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8A7864-3167-E4ED-EEBF-FCC5EB4D719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048D0F7-3B78-03AD-EBDB-3B0CA84310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55955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E9E12-690B-313B-1AE6-A50FB10B1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52843-2B85-FE55-F47A-CEE4880D45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4E9020-0C38-C96C-2301-9E9D3919A9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A1B60AF-0667-46C3-7B1F-B0BF0B1080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64374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C4FEF-F3FE-996E-0F56-0C01ADDB5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3DB52-BA09-BA6D-2A7F-13D92F040B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C4A554-C638-4890-2829-82DC01D361F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D76DCA9-9B67-CF2C-4F6F-92A53DAD96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00526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F4E6-4116-B4EC-6625-087944F6E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346A0-5149-F88A-DF7D-A3D2D0808B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0C6A80-E555-D21F-451B-9E02CE4303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5011F0F-C1BE-5DFC-3E84-C16925C4FC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4554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DBB2-C37F-402A-5FA6-110B9A074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1E508-2546-4DEF-45F8-1F60685EF0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A92286-25EF-4228-04DB-82C16DB1974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6E92337-9036-4708-268F-10770F6F4B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58788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22118-77E8-902E-8A71-B33853AAA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AE650-3A90-2045-F452-9DC62E1166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57DB01-0AC3-0EB9-8BA6-D8CC2769075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4ADF60B-8ED9-2A6A-58C3-85BA523975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12858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6F32-FADF-BA64-F253-B1ECFF4A5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DE816-FAA8-FA86-F1F8-E0BB6E3F98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BAB79B-102A-085B-99A5-D7629CB1392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1B4CDC6-2D83-EB10-F25B-B79692F98A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2745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A9DC-5182-54AF-FB8D-2E57D7CB8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3CB2D-B2BD-E5E8-3038-E8F84E3B9F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BAEAD-4AFE-1ADE-7D04-E87A40F073F4}"/>
              </a:ext>
            </a:extLst>
          </p:cNvPr>
          <p:cNvSpPr>
            <a:spLocks noGrp="1"/>
          </p:cNvSpPr>
          <p:nvPr>
            <p:ph type="body" idx="1"/>
          </p:nvPr>
        </p:nvSpPr>
        <p:spPr/>
        <p:txBody>
          <a:bodyPr/>
          <a:lstStyle/>
          <a:p>
            <a:r>
              <a:rPr lang="es-ES"/>
              <a:t>Represente con N y n los números de elementos en la población y la muestra, respectivamente. Si el muestreo se realiza en forma tal que cada una de las N </a:t>
            </a:r>
            <a:r>
              <a:rPr lang="es-ES" err="1"/>
              <a:t>n</a:t>
            </a:r>
            <a:r>
              <a:rPr lang="es-ES"/>
              <a:t> muestras tiene igual probabilidad de ser seleccionada, se dice que el muestreo es aleatorio y que el resultado es una muestra aleatoria</a:t>
            </a:r>
            <a:endParaRPr lang="en-GB"/>
          </a:p>
        </p:txBody>
      </p:sp>
      <p:sp>
        <p:nvSpPr>
          <p:cNvPr id="4" name="Slide Number Placeholder 3">
            <a:extLst>
              <a:ext uri="{FF2B5EF4-FFF2-40B4-BE49-F238E27FC236}">
                <a16:creationId xmlns:a16="http://schemas.microsoft.com/office/drawing/2014/main" id="{5D6BB578-9814-BFEF-A6B8-1EDC9B02BEB0}"/>
              </a:ext>
            </a:extLst>
          </p:cNvPr>
          <p:cNvSpPr>
            <a:spLocks noGrp="1"/>
          </p:cNvSpPr>
          <p:nvPr>
            <p:ph type="sldNum" sz="quarter" idx="5"/>
          </p:nvPr>
        </p:nvSpPr>
        <p:spPr/>
        <p:txBody>
          <a:bodyPr/>
          <a:lstStyle/>
          <a:p>
            <a:fld id="{8528808D-F8FF-4F45-9B49-F778C5ECCDCA}" type="slidenum">
              <a:rPr lang="en-GB" smtClean="0"/>
              <a:t>42</a:t>
            </a:fld>
            <a:endParaRPr lang="en-GB"/>
          </a:p>
        </p:txBody>
      </p:sp>
    </p:spTree>
    <p:extLst>
      <p:ext uri="{BB962C8B-B14F-4D97-AF65-F5344CB8AC3E}">
        <p14:creationId xmlns:p14="http://schemas.microsoft.com/office/powerpoint/2010/main" val="22358215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3230-A215-D101-CFAF-9D90D73FC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05A63-70ED-F615-AB95-65DC33E20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02677-B6E4-0962-764B-FDCF15EABBC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9E7E3B3-3E16-45E1-E6D4-7EB8D071A867}"/>
              </a:ext>
            </a:extLst>
          </p:cNvPr>
          <p:cNvSpPr>
            <a:spLocks noGrp="1"/>
          </p:cNvSpPr>
          <p:nvPr>
            <p:ph type="sldNum" sz="quarter" idx="5"/>
          </p:nvPr>
        </p:nvSpPr>
        <p:spPr/>
        <p:txBody>
          <a:bodyPr/>
          <a:lstStyle/>
          <a:p>
            <a:fld id="{8528808D-F8FF-4F45-9B49-F778C5ECCDCA}" type="slidenum">
              <a:rPr lang="en-GB" smtClean="0"/>
              <a:t>43</a:t>
            </a:fld>
            <a:endParaRPr lang="en-GB"/>
          </a:p>
        </p:txBody>
      </p:sp>
    </p:spTree>
    <p:extLst>
      <p:ext uri="{BB962C8B-B14F-4D97-AF65-F5344CB8AC3E}">
        <p14:creationId xmlns:p14="http://schemas.microsoft.com/office/powerpoint/2010/main" val="889588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BC5D6-C72F-23BD-2D8C-E57E05ABF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19EDC-BF29-3890-0944-436362210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55487-4292-4100-B9DC-B0D159A7C43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FA25447-46FA-D40A-666F-51A81CD65FBB}"/>
              </a:ext>
            </a:extLst>
          </p:cNvPr>
          <p:cNvSpPr>
            <a:spLocks noGrp="1"/>
          </p:cNvSpPr>
          <p:nvPr>
            <p:ph type="sldNum" sz="quarter" idx="5"/>
          </p:nvPr>
        </p:nvSpPr>
        <p:spPr/>
        <p:txBody>
          <a:bodyPr/>
          <a:lstStyle/>
          <a:p>
            <a:fld id="{8528808D-F8FF-4F45-9B49-F778C5ECCDCA}" type="slidenum">
              <a:rPr lang="en-GB" smtClean="0"/>
              <a:t>44</a:t>
            </a:fld>
            <a:endParaRPr lang="en-GB"/>
          </a:p>
        </p:txBody>
      </p:sp>
    </p:spTree>
    <p:extLst>
      <p:ext uri="{BB962C8B-B14F-4D97-AF65-F5344CB8AC3E}">
        <p14:creationId xmlns:p14="http://schemas.microsoft.com/office/powerpoint/2010/main" val="3507636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5470-CBBF-4D2E-B5DE-981F9690C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67CC7-46D4-F7FB-F1DC-3BCDE48DB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B3051-5401-2F00-168A-418E40FD66B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0079960-2930-786F-7EDD-051CE55DABD8}"/>
              </a:ext>
            </a:extLst>
          </p:cNvPr>
          <p:cNvSpPr>
            <a:spLocks noGrp="1"/>
          </p:cNvSpPr>
          <p:nvPr>
            <p:ph type="sldNum" sz="quarter" idx="5"/>
          </p:nvPr>
        </p:nvSpPr>
        <p:spPr/>
        <p:txBody>
          <a:bodyPr/>
          <a:lstStyle/>
          <a:p>
            <a:fld id="{8528808D-F8FF-4F45-9B49-F778C5ECCDCA}" type="slidenum">
              <a:rPr lang="en-GB" smtClean="0"/>
              <a:t>45</a:t>
            </a:fld>
            <a:endParaRPr lang="en-GB"/>
          </a:p>
        </p:txBody>
      </p:sp>
    </p:spTree>
    <p:extLst>
      <p:ext uri="{BB962C8B-B14F-4D97-AF65-F5344CB8AC3E}">
        <p14:creationId xmlns:p14="http://schemas.microsoft.com/office/powerpoint/2010/main" val="41572053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2962-CABC-6E6D-F186-5EFA4F030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2D8-F181-761A-B064-59F93FC1977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FFAFCDE-E095-B61A-FF3D-C696950FA4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7A66046-D8DD-B398-7671-096FB0F113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6400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9C22C-DADC-0C8E-20C4-98DB7A99B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464B1-7854-730E-46C4-1BCEA7E9C3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7348DDE-B5F7-38EC-D922-DC49B2781FE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2FFC149-71AA-2831-08BF-ECBEAAB4F5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67608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B03A0-A8B3-22C6-50FE-CEE3E0A37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5DD6E-56EC-2118-F403-E1EA4669340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7BDFB96-531B-6278-3B7F-9BD509404F4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D2AE145-ED0B-402A-CF61-2E32C55763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5676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9ECBA-8E46-34C6-D467-C335C4DF4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9C2AB-BE82-F2D0-CBF1-593B2E8D0E6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B0C7868-6A66-6D52-04D4-92A7B80F8D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2BA1D55-AEFB-3624-587E-7629A8DC05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755264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E803-4297-9FDB-5643-3C83B60A9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6BA08-B319-3681-6971-F4C4D2C9F98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9BAC3A-4BE4-C504-016C-D16BD39CF7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8EF2CE2-529D-FE11-D5DF-719406C7E5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21865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3962-F894-A785-1522-D35E2EF65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C5236-2C37-1182-91B6-2309793E86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3469BF-D913-171A-AAE0-E67A3477FE9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7B00FAF-E54C-C7AD-32E5-C344CAC7C6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0276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71718-2791-58A4-DD4A-559AEEC58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27AE5-75F8-69F2-7207-196964201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27D0AE-48A0-2BF8-1385-508E71F3F7C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BCA7C2F-9262-61CB-DB20-5041F8D18D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28808D-F8FF-4F45-9B49-F778C5ECCDCA}"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59241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77979" y="6355745"/>
            <a:ext cx="2743200" cy="365125"/>
          </a:xfrm>
        </p:spPr>
        <p:txBody>
          <a:bodyPr/>
          <a:lstStyle/>
          <a:p>
            <a:fld id="{330EA680-D336-4FF7-8B7A-9848BB0A1C32}" type="slidenum">
              <a:rPr lang="en-US" smtClean="0"/>
              <a:t>‹#›</a:t>
            </a:fld>
            <a:endParaRPr lang="en-US"/>
          </a:p>
        </p:txBody>
      </p:sp>
      <p:pic>
        <p:nvPicPr>
          <p:cNvPr id="9" name="Picture 4" descr="No hay ninguna descripción de la foto disponible.">
            <a:extLst>
              <a:ext uri="{FF2B5EF4-FFF2-40B4-BE49-F238E27FC236}">
                <a16:creationId xmlns:a16="http://schemas.microsoft.com/office/drawing/2014/main" id="{E28E3B34-B9FC-FA25-0EAB-BE6EF4ACA06F}"/>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alphaModFix amt="65000"/>
            <a:duotone>
              <a:schemeClr val="bg2">
                <a:shade val="45000"/>
                <a:satMod val="135000"/>
              </a:schemeClr>
              <a:prstClr val="white"/>
            </a:duotone>
            <a:extLst>
              <a:ext uri="{28A0092B-C50C-407E-A947-70E740481C1C}">
                <a14:useLocalDpi xmlns:a14="http://schemas.microsoft.com/office/drawing/2010/main" val="0"/>
              </a:ext>
            </a:extLst>
          </a:blip>
          <a:srcRect t="26703" b="28790"/>
          <a:stretch/>
        </p:blipFill>
        <p:spPr bwMode="auto">
          <a:xfrm>
            <a:off x="165202" y="6360118"/>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8/02/2026</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C71F87-C591-4714-854C-3CA86352FD58}"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s-CO"/>
              <a:t>Data </a:t>
            </a:r>
            <a:r>
              <a:rPr lang="es-CO" err="1"/>
              <a:t>analysis</a:t>
            </a:r>
            <a:endParaRPr lang="es-CO"/>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E0EB3F-1BCD-4DD3-9CD7-D2E330B0B7B7}"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n-US" noProof="0"/>
              <a:t>Data analysis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B202A2-6653-4181-A784-865996406F73}" type="datetime1">
              <a:rPr lang="es-CO" smtClean="0"/>
              <a:t>8/02/2026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821618DE-C54F-193B-DBCC-D6A939FBAC56}"/>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D4FD1B6-D0CC-4B10-AB91-7EFFCEBA57CD}" type="datetime1">
              <a:rPr lang="es-CO" smtClean="0"/>
              <a:t>8/02/2026</a:t>
            </a:fld>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
        <p:nvSpPr>
          <p:cNvPr id="10" name="Footer Placeholder 4">
            <a:extLst>
              <a:ext uri="{FF2B5EF4-FFF2-40B4-BE49-F238E27FC236}">
                <a16:creationId xmlns:a16="http://schemas.microsoft.com/office/drawing/2014/main" id="{274ED399-6FD4-2535-A835-ACCAD9E6CE43}"/>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65CA19-BCF1-4C0F-A446-7F22B1505ABE}" type="datetime1">
              <a:rPr lang="es-CO" smtClean="0"/>
              <a:t>8/02/2026</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
        <p:nvSpPr>
          <p:cNvPr id="6" name="Footer Placeholder 4">
            <a:extLst>
              <a:ext uri="{FF2B5EF4-FFF2-40B4-BE49-F238E27FC236}">
                <a16:creationId xmlns:a16="http://schemas.microsoft.com/office/drawing/2014/main" id="{1B0C23ED-7B40-1209-1274-53B29E23C1A2}"/>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FE650-671F-41ED-9F8D-C15C02353ABB}" type="datetime1">
              <a:rPr lang="es-CO" smtClean="0"/>
              <a:t>8/02/2026</a:t>
            </a:fld>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
        <p:nvSpPr>
          <p:cNvPr id="5" name="Footer Placeholder 4">
            <a:extLst>
              <a:ext uri="{FF2B5EF4-FFF2-40B4-BE49-F238E27FC236}">
                <a16:creationId xmlns:a16="http://schemas.microsoft.com/office/drawing/2014/main" id="{5E0E503D-13EA-A43F-9429-828FB64E4657}"/>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043851-C385-434D-96BC-35CEBC800085}" type="datetime1">
              <a:rPr lang="es-CO" smtClean="0"/>
              <a:t>8/02/2026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57C0C2EF-D2C8-DD6B-2319-FAFD5B820F8B}"/>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CD80EE-F88A-471E-8595-71B363ABF8DF}" type="datetime1">
              <a:rPr lang="es-CO" smtClean="0"/>
              <a:t>8/02/2026</a:t>
            </a:fld>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Footer Placeholder 4">
            <a:extLst>
              <a:ext uri="{FF2B5EF4-FFF2-40B4-BE49-F238E27FC236}">
                <a16:creationId xmlns:a16="http://schemas.microsoft.com/office/drawing/2014/main" id="{F69FFDD5-6692-2401-BAB9-B10D4972078F}"/>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A355F-924E-48DA-BA19-BB1737F1CEAA}" type="datetime1">
              <a:rPr lang="es-CO" smtClean="0"/>
              <a:t>8/02/2026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AAF9FF4A-A10B-6320-ECE3-A7B5A7117A05}"/>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19B51F-332D-4F93-BF63-DCF118E76AC9}" type="datetime1">
              <a:rPr lang="es-CO" smtClean="0"/>
              <a:t>8/02/2026</a:t>
            </a:fld>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Footer Placeholder 4">
            <a:extLst>
              <a:ext uri="{FF2B5EF4-FFF2-40B4-BE49-F238E27FC236}">
                <a16:creationId xmlns:a16="http://schemas.microsoft.com/office/drawing/2014/main" id="{D5E806EC-8377-227F-578A-BEE63E0170FC}"/>
              </a:ext>
            </a:extLst>
          </p:cNvPr>
          <p:cNvSpPr>
            <a:spLocks noGrp="1"/>
          </p:cNvSpPr>
          <p:nvPr>
            <p:ph type="ftr" sz="quarter" idx="11"/>
          </p:nvPr>
        </p:nvSpPr>
        <p:spPr>
          <a:xfrm>
            <a:off x="4038600" y="6356350"/>
            <a:ext cx="4114800" cy="365125"/>
          </a:xfrm>
        </p:spPr>
        <p:txBody>
          <a:bodyPr/>
          <a:lstStyle/>
          <a:p>
            <a:pPr algn="l"/>
            <a:r>
              <a:rPr lang="en-US" noProof="0"/>
              <a:t>Data analysis</a:t>
            </a:r>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771900" y="6356348"/>
            <a:ext cx="2219325" cy="365125"/>
          </a:xfrm>
        </p:spPr>
        <p:txBody>
          <a:bodyPr/>
          <a:lstStyle>
            <a:lvl1pPr>
              <a:defRPr/>
            </a:lvl1p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9" name="Picture 4" descr="No hay ninguna descripción de la foto disponible.">
            <a:extLst>
              <a:ext uri="{FF2B5EF4-FFF2-40B4-BE49-F238E27FC236}">
                <a16:creationId xmlns:a16="http://schemas.microsoft.com/office/drawing/2014/main" id="{E28E3B34-B9FC-FA25-0EAB-BE6EF4ACA06F}"/>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grayscl/>
            <a:alphaModFix amt="65000"/>
            <a:extLst>
              <a:ext uri="{28A0092B-C50C-407E-A947-70E740481C1C}">
                <a14:useLocalDpi xmlns:a14="http://schemas.microsoft.com/office/drawing/2010/main" val="0"/>
              </a:ext>
            </a:extLst>
          </a:blip>
          <a:srcRect t="26703" b="28790"/>
          <a:stretch/>
        </p:blipFill>
        <p:spPr bwMode="auto">
          <a:xfrm>
            <a:off x="843835" y="6356349"/>
            <a:ext cx="2670890" cy="365125"/>
          </a:xfrm>
          <a:prstGeom prst="rect">
            <a:avLst/>
          </a:prstGeom>
          <a:noFill/>
          <a:extLst>
            <a:ext uri="{909E8E84-426E-40DD-AFC4-6F175D3DCCD1}">
              <a14:hiddenFill xmlns:a14="http://schemas.microsoft.com/office/drawing/2010/main">
                <a:solidFill>
                  <a:srgbClr val="FFFFFF"/>
                </a:solidFill>
              </a14:hiddenFill>
            </a:ext>
          </a:extLst>
        </p:spPr>
      </p:pic>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8/02/2026</a:t>
            </a:fld>
            <a:endParaRPr lang="en-US"/>
          </a:p>
        </p:txBody>
      </p:sp>
    </p:spTree>
    <p:extLst>
      <p:ext uri="{BB962C8B-B14F-4D97-AF65-F5344CB8AC3E}">
        <p14:creationId xmlns:p14="http://schemas.microsoft.com/office/powerpoint/2010/main" val="981369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0" name="Date Placeholder 3">
            <a:extLst>
              <a:ext uri="{FF2B5EF4-FFF2-40B4-BE49-F238E27FC236}">
                <a16:creationId xmlns:a16="http://schemas.microsoft.com/office/drawing/2014/main" id="{F0B7291D-A788-CC25-C55E-112D8F557E36}"/>
              </a:ext>
            </a:extLst>
          </p:cNvPr>
          <p:cNvSpPr>
            <a:spLocks noGrp="1"/>
          </p:cNvSpPr>
          <p:nvPr>
            <p:ph type="dt" sz="half" idx="10"/>
          </p:nvPr>
        </p:nvSpPr>
        <p:spPr>
          <a:xfrm>
            <a:off x="11003616" y="136525"/>
            <a:ext cx="1117563" cy="365125"/>
          </a:xfrm>
        </p:spPr>
        <p:txBody>
          <a:bodyPr/>
          <a:lstStyle/>
          <a:p>
            <a:fld id="{27AB8C26-330F-4C13-A9D7-A5B1D2394DAC}" type="datetime1">
              <a:rPr lang="es-CO" smtClean="0"/>
              <a:t>8/02/2026</a:t>
            </a:fld>
            <a:endParaRPr lang="en-US"/>
          </a:p>
        </p:txBody>
      </p:sp>
      <p:pic>
        <p:nvPicPr>
          <p:cNvPr id="2" name="Picture 4" descr="No hay ninguna descripción de la foto disponible.">
            <a:extLst>
              <a:ext uri="{FF2B5EF4-FFF2-40B4-BE49-F238E27FC236}">
                <a16:creationId xmlns:a16="http://schemas.microsoft.com/office/drawing/2014/main" id="{06DDA2DA-DA25-7425-6EFC-19596EB659F6}"/>
              </a:ext>
            </a:extLst>
          </p:cNvPr>
          <p:cNvPicPr>
            <a:picLocks noChangeAspect="1" noChangeArrowheads="1"/>
          </p:cNvPicPr>
          <p:nvPr userDrawn="1"/>
        </p:nvPicPr>
        <p:blipFill rotWithShape="1">
          <a:blip r:embed="rId2" cstate="print">
            <a:clrChange>
              <a:clrFrom>
                <a:srgbClr val="FFFFFF"/>
              </a:clrFrom>
              <a:clrTo>
                <a:srgbClr val="FFFFFF">
                  <a:alpha val="0"/>
                </a:srgbClr>
              </a:clrTo>
            </a:clrChange>
            <a:alphaModFix amt="65000"/>
            <a:duotone>
              <a:schemeClr val="bg2">
                <a:shade val="45000"/>
                <a:satMod val="135000"/>
              </a:schemeClr>
              <a:prstClr val="white"/>
            </a:duotone>
            <a:extLst>
              <a:ext uri="{28A0092B-C50C-407E-A947-70E740481C1C}">
                <a14:useLocalDpi xmlns:a14="http://schemas.microsoft.com/office/drawing/2010/main" val="0"/>
              </a:ext>
            </a:extLst>
          </a:blip>
          <a:srcRect t="26703" b="28790"/>
          <a:stretch/>
        </p:blipFill>
        <p:spPr bwMode="auto">
          <a:xfrm>
            <a:off x="165202" y="6360118"/>
            <a:ext cx="2670890" cy="36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965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C71F87-C591-4714-854C-3CA86352FD58}"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36678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E0EB3F-1BCD-4DD3-9CD7-D2E330B0B7B7}"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11205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B202A2-6653-4181-A784-865996406F73}" type="datetime1">
              <a:rPr lang="es-CO" smtClean="0"/>
              <a:t>8/02/2026</a:t>
            </a:fld>
            <a:endParaRPr lang="en-US"/>
          </a:p>
        </p:txBody>
      </p:sp>
      <p:sp>
        <p:nvSpPr>
          <p:cNvPr id="6" name="Footer Placeholder 5"/>
          <p:cNvSpPr>
            <a:spLocks noGrp="1"/>
          </p:cNvSpPr>
          <p:nvPr>
            <p:ph type="ftr" sz="quarter" idx="11"/>
          </p:nvPr>
        </p:nvSpPr>
        <p:spPr/>
        <p:txBody>
          <a:bodyPr/>
          <a:lstStyle/>
          <a:p>
            <a:pPr algn="l"/>
            <a:r>
              <a:rPr lang="es-CO"/>
              <a:t>Análisis de datos</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43826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D4FD1B6-D0CC-4B10-AB91-7EFFCEBA57CD}" type="datetime1">
              <a:rPr lang="es-CO" smtClean="0"/>
              <a:t>8/02/2026</a:t>
            </a:fld>
            <a:endParaRPr lang="en-US"/>
          </a:p>
        </p:txBody>
      </p:sp>
      <p:sp>
        <p:nvSpPr>
          <p:cNvPr id="8" name="Footer Placeholder 7"/>
          <p:cNvSpPr>
            <a:spLocks noGrp="1"/>
          </p:cNvSpPr>
          <p:nvPr>
            <p:ph type="ftr" sz="quarter" idx="11"/>
          </p:nvPr>
        </p:nvSpPr>
        <p:spPr/>
        <p:txBody>
          <a:bodyPr/>
          <a:lstStyle/>
          <a:p>
            <a:pPr algn="l"/>
            <a:r>
              <a:rPr lang="es-CO"/>
              <a:t>Análisis de datos</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727215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65CA19-BCF1-4C0F-A446-7F22B1505ABE}" type="datetime1">
              <a:rPr lang="es-CO" smtClean="0"/>
              <a:t>8/02/2026</a:t>
            </a:fld>
            <a:endParaRPr lang="en-US"/>
          </a:p>
        </p:txBody>
      </p:sp>
      <p:sp>
        <p:nvSpPr>
          <p:cNvPr id="4" name="Footer Placeholder 3"/>
          <p:cNvSpPr>
            <a:spLocks noGrp="1"/>
          </p:cNvSpPr>
          <p:nvPr>
            <p:ph type="ftr" sz="quarter" idx="11"/>
          </p:nvPr>
        </p:nvSpPr>
        <p:spPr/>
        <p:txBody>
          <a:bodyPr/>
          <a:lstStyle/>
          <a:p>
            <a:pPr algn="l"/>
            <a:r>
              <a:rPr lang="es-CO"/>
              <a:t>Análisis de datos</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39044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FE650-671F-41ED-9F8D-C15C02353ABB}" type="datetime1">
              <a:rPr lang="es-CO" smtClean="0"/>
              <a:t>8/02/2026</a:t>
            </a:fld>
            <a:endParaRPr lang="en-US"/>
          </a:p>
        </p:txBody>
      </p:sp>
      <p:sp>
        <p:nvSpPr>
          <p:cNvPr id="3" name="Footer Placeholder 2"/>
          <p:cNvSpPr>
            <a:spLocks noGrp="1"/>
          </p:cNvSpPr>
          <p:nvPr>
            <p:ph type="ftr" sz="quarter" idx="11"/>
          </p:nvPr>
        </p:nvSpPr>
        <p:spPr/>
        <p:txBody>
          <a:bodyPr/>
          <a:lstStyle/>
          <a:p>
            <a:r>
              <a:rPr lang="en-US"/>
              <a:t>Métodos cuantitativos</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741415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043851-C385-434D-96BC-35CEBC800085}" type="datetime1">
              <a:rPr lang="es-CO" smtClean="0"/>
              <a:t>8/02/2026</a:t>
            </a:fld>
            <a:endParaRPr lang="en-US"/>
          </a:p>
        </p:txBody>
      </p:sp>
      <p:sp>
        <p:nvSpPr>
          <p:cNvPr id="6" name="Footer Placeholder 5"/>
          <p:cNvSpPr>
            <a:spLocks noGrp="1"/>
          </p:cNvSpPr>
          <p:nvPr>
            <p:ph type="ftr" sz="quarter" idx="11"/>
          </p:nvPr>
        </p:nvSpPr>
        <p:spPr/>
        <p:txBody>
          <a:bodyPr/>
          <a:lstStyle/>
          <a:p>
            <a:r>
              <a:rPr lang="en-US"/>
              <a:t>Métodos cuantitativos</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1883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CD80EE-F88A-471E-8595-71B363ABF8DF}" type="datetime1">
              <a:rPr lang="es-CO" smtClean="0"/>
              <a:t>8/02/2026</a:t>
            </a:fld>
            <a:endParaRPr lang="en-US"/>
          </a:p>
        </p:txBody>
      </p:sp>
      <p:sp>
        <p:nvSpPr>
          <p:cNvPr id="6" name="Footer Placeholder 5"/>
          <p:cNvSpPr>
            <a:spLocks noGrp="1"/>
          </p:cNvSpPr>
          <p:nvPr>
            <p:ph type="ftr" sz="quarter" idx="11"/>
          </p:nvPr>
        </p:nvSpPr>
        <p:spPr/>
        <p:txBody>
          <a:bodyPr/>
          <a:lstStyle/>
          <a:p>
            <a:pPr algn="l"/>
            <a:r>
              <a:rPr lang="es-CO"/>
              <a:t>Análisis de datos</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257391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A355F-924E-48DA-BA19-BB1737F1CEAA}"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549198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19B51F-332D-4F93-BF63-DCF118E76AC9}" type="datetime1">
              <a:rPr lang="es-CO" smtClean="0"/>
              <a:t>8/02/2026</a:t>
            </a:fld>
            <a:endParaRPr lang="en-US"/>
          </a:p>
        </p:txBody>
      </p:sp>
      <p:sp>
        <p:nvSpPr>
          <p:cNvPr id="5" name="Footer Placeholder 4"/>
          <p:cNvSpPr>
            <a:spLocks noGrp="1"/>
          </p:cNvSpPr>
          <p:nvPr>
            <p:ph type="ftr" sz="quarter" idx="11"/>
          </p:nvPr>
        </p:nvSpPr>
        <p:spPr/>
        <p:txBody>
          <a:bodyPr/>
          <a:lstStyle/>
          <a:p>
            <a:pPr algn="l"/>
            <a:r>
              <a:rPr lang="es-CO"/>
              <a:t>Análisis de datos</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08774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334D46-9BD9-44D2-809B-EEF0D00AD165}" type="datetime1">
              <a:rPr lang="es-CO" smtClean="0"/>
              <a:t>8/02/2026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l"/>
            <a:r>
              <a:rPr lang="en-US" noProof="0"/>
              <a:t>Data analysis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334D46-9BD9-44D2-809B-EEF0D00AD165}" type="datetime1">
              <a:rPr lang="es-CO" smtClean="0"/>
              <a:t>8/02/2026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l"/>
            <a:r>
              <a:rPr lang="es-CO"/>
              <a:t>Análisis de datos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404220112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hyperlink" Target="https://archive.org/details/exploratorydataa0000tuke_7616"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www.linkedin.com/in/howard-j-seltman-60030312b/"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slideLayout" Target="../slideLayouts/slideLayout13.xml"/><Relationship Id="rId1" Type="http://schemas.openxmlformats.org/officeDocument/2006/relationships/themeOverride" Target="../theme/themeOverride2.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slideLayout" Target="../slideLayouts/slideLayout13.xml"/><Relationship Id="rId1" Type="http://schemas.openxmlformats.org/officeDocument/2006/relationships/themeOverride" Target="../theme/themeOverride3.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3.xml"/><Relationship Id="rId7" Type="http://schemas.openxmlformats.org/officeDocument/2006/relationships/image" Target="../media/image1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3.png"/><Relationship Id="rId5" Type="http://schemas.openxmlformats.org/officeDocument/2006/relationships/notesSlide" Target="../notesSlides/notesSlide11.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tags" Target="../tags/tag6.xml"/><Relationship Id="rId21" Type="http://schemas.openxmlformats.org/officeDocument/2006/relationships/image" Target="../media/image20.png"/><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tags" Target="../tags/tag5.xml"/><Relationship Id="rId16" Type="http://schemas.openxmlformats.org/officeDocument/2006/relationships/notesSlide" Target="../notesSlides/notesSlide12.xml"/><Relationship Id="rId20" Type="http://schemas.openxmlformats.org/officeDocument/2006/relationships/image" Target="../media/image19.png"/><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image" Target="../media/image23.png"/><Relationship Id="rId5" Type="http://schemas.openxmlformats.org/officeDocument/2006/relationships/tags" Target="../tags/tag8.xml"/><Relationship Id="rId15" Type="http://schemas.openxmlformats.org/officeDocument/2006/relationships/slideLayout" Target="../slideLayouts/slideLayout1.xml"/><Relationship Id="rId23" Type="http://schemas.openxmlformats.org/officeDocument/2006/relationships/image" Target="../media/image22.png"/><Relationship Id="rId10" Type="http://schemas.openxmlformats.org/officeDocument/2006/relationships/tags" Target="../tags/tag13.xml"/><Relationship Id="rId19" Type="http://schemas.openxmlformats.org/officeDocument/2006/relationships/image" Target="../media/image18.png"/><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image" Target="../media/image21.png"/><Relationship Id="rId27"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notesSlide" Target="../notesSlides/notesSlide13.xml"/><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tags" Target="../tags/tag20.xml"/><Relationship Id="rId21" Type="http://schemas.openxmlformats.org/officeDocument/2006/relationships/image" Target="../media/image32.png"/><Relationship Id="rId7" Type="http://schemas.openxmlformats.org/officeDocument/2006/relationships/tags" Target="../tags/tag24.xml"/><Relationship Id="rId12" Type="http://schemas.openxmlformats.org/officeDocument/2006/relationships/slideLayout" Target="../slideLayouts/slideLayout1.xml"/><Relationship Id="rId17" Type="http://schemas.openxmlformats.org/officeDocument/2006/relationships/image" Target="../media/image17.png"/><Relationship Id="rId25" Type="http://schemas.openxmlformats.org/officeDocument/2006/relationships/image" Target="../media/image36.png"/><Relationship Id="rId2" Type="http://schemas.openxmlformats.org/officeDocument/2006/relationships/tags" Target="../tags/tag19.xml"/><Relationship Id="rId16" Type="http://schemas.microsoft.com/office/2007/relationships/hdphoto" Target="../media/hdphoto5.wdp"/><Relationship Id="rId20" Type="http://schemas.openxmlformats.org/officeDocument/2006/relationships/image" Target="../media/image31.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35.png"/><Relationship Id="rId5" Type="http://schemas.openxmlformats.org/officeDocument/2006/relationships/tags" Target="../tags/tag22.xml"/><Relationship Id="rId15" Type="http://schemas.openxmlformats.org/officeDocument/2006/relationships/image" Target="../media/image28.png"/><Relationship Id="rId23" Type="http://schemas.openxmlformats.org/officeDocument/2006/relationships/image" Target="../media/image34.png"/><Relationship Id="rId10" Type="http://schemas.openxmlformats.org/officeDocument/2006/relationships/tags" Target="../tags/tag27.xml"/><Relationship Id="rId19" Type="http://schemas.openxmlformats.org/officeDocument/2006/relationships/image" Target="../media/image30.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image" Target="../media/image27.png"/><Relationship Id="rId22"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tags" Target="../tags/tag31.xml"/><Relationship Id="rId7" Type="http://schemas.openxmlformats.org/officeDocument/2006/relationships/image" Target="../media/image39.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38.png"/><Relationship Id="rId5" Type="http://schemas.openxmlformats.org/officeDocument/2006/relationships/notesSlide" Target="../notesSlides/notesSlide1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44.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43.png"/><Relationship Id="rId2" Type="http://schemas.openxmlformats.org/officeDocument/2006/relationships/tags" Target="../tags/tag33.xml"/><Relationship Id="rId16" Type="http://schemas.openxmlformats.org/officeDocument/2006/relationships/image" Target="../media/image47.png"/><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2.png"/><Relationship Id="rId5" Type="http://schemas.openxmlformats.org/officeDocument/2006/relationships/tags" Target="../tags/tag36.xml"/><Relationship Id="rId15" Type="http://schemas.openxmlformats.org/officeDocument/2006/relationships/image" Target="../media/image46.png"/><Relationship Id="rId10" Type="http://schemas.openxmlformats.org/officeDocument/2006/relationships/image" Target="../media/image13.png"/><Relationship Id="rId4" Type="http://schemas.openxmlformats.org/officeDocument/2006/relationships/tags" Target="../tags/tag35.xml"/><Relationship Id="rId9" Type="http://schemas.openxmlformats.org/officeDocument/2006/relationships/notesSlide" Target="../notesSlides/notesSlide16.xml"/><Relationship Id="rId1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50.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hemeOverride" Target="../theme/themeOverride4.xml"/><Relationship Id="rId5" Type="http://schemas.openxmlformats.org/officeDocument/2006/relationships/image" Target="../media/image52.sv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hemeOverride" Target="../theme/themeOverride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tags" Target="../tags/tag66.xml"/><Relationship Id="rId3" Type="http://schemas.openxmlformats.org/officeDocument/2006/relationships/tags" Target="../tags/tag43.xml"/><Relationship Id="rId21" Type="http://schemas.openxmlformats.org/officeDocument/2006/relationships/tags" Target="../tags/tag61.xml"/><Relationship Id="rId34" Type="http://schemas.openxmlformats.org/officeDocument/2006/relationships/tags" Target="../tags/tag74.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tags" Target="../tags/tag65.xml"/><Relationship Id="rId33" Type="http://schemas.openxmlformats.org/officeDocument/2006/relationships/tags" Target="../tags/tag73.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29" Type="http://schemas.openxmlformats.org/officeDocument/2006/relationships/tags" Target="../tags/tag69.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tags" Target="../tags/tag64.xml"/><Relationship Id="rId32" Type="http://schemas.openxmlformats.org/officeDocument/2006/relationships/tags" Target="../tags/tag72.xml"/><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tags" Target="../tags/tag63.xml"/><Relationship Id="rId28" Type="http://schemas.openxmlformats.org/officeDocument/2006/relationships/tags" Target="../tags/tag68.xml"/><Relationship Id="rId36" Type="http://schemas.openxmlformats.org/officeDocument/2006/relationships/notesSlide" Target="../notesSlides/notesSlide22.xml"/><Relationship Id="rId10" Type="http://schemas.openxmlformats.org/officeDocument/2006/relationships/tags" Target="../tags/tag50.xml"/><Relationship Id="rId19" Type="http://schemas.openxmlformats.org/officeDocument/2006/relationships/tags" Target="../tags/tag59.xml"/><Relationship Id="rId31" Type="http://schemas.openxmlformats.org/officeDocument/2006/relationships/tags" Target="../tags/tag71.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tags" Target="../tags/tag62.xml"/><Relationship Id="rId27" Type="http://schemas.openxmlformats.org/officeDocument/2006/relationships/tags" Target="../tags/tag67.xml"/><Relationship Id="rId30" Type="http://schemas.openxmlformats.org/officeDocument/2006/relationships/tags" Target="../tags/tag70.xml"/><Relationship Id="rId35" Type="http://schemas.openxmlformats.org/officeDocument/2006/relationships/slideLayout" Target="../slideLayouts/slideLayout1.xml"/><Relationship Id="rId8" Type="http://schemas.openxmlformats.org/officeDocument/2006/relationships/tags" Target="../tags/tag48.xml"/></Relationships>
</file>

<file path=ppt/slides/_rels/slide28.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tags" Target="../tags/tag92.xml"/><Relationship Id="rId3" Type="http://schemas.openxmlformats.org/officeDocument/2006/relationships/tags" Target="../tags/tag77.xml"/><Relationship Id="rId21" Type="http://schemas.openxmlformats.org/officeDocument/2006/relationships/tags" Target="../tags/tag95.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image" Target="../media/image57.png"/><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image" Target="../media/image56.png"/><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notesSlide" Target="../notesSlides/notesSlide23.xml"/><Relationship Id="rId10" Type="http://schemas.openxmlformats.org/officeDocument/2006/relationships/tags" Target="../tags/tag84.xml"/><Relationship Id="rId19" Type="http://schemas.openxmlformats.org/officeDocument/2006/relationships/tags" Target="../tags/tag93.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3" Type="http://schemas.openxmlformats.org/officeDocument/2006/relationships/tags" Target="../tags/tag107.xml"/><Relationship Id="rId18" Type="http://schemas.openxmlformats.org/officeDocument/2006/relationships/tags" Target="../tags/tag112.xml"/><Relationship Id="rId26" Type="http://schemas.openxmlformats.org/officeDocument/2006/relationships/tags" Target="../tags/tag120.xml"/><Relationship Id="rId39" Type="http://schemas.openxmlformats.org/officeDocument/2006/relationships/tags" Target="../tags/tag133.xml"/><Relationship Id="rId21" Type="http://schemas.openxmlformats.org/officeDocument/2006/relationships/tags" Target="../tags/tag115.xml"/><Relationship Id="rId34" Type="http://schemas.openxmlformats.org/officeDocument/2006/relationships/tags" Target="../tags/tag128.xml"/><Relationship Id="rId42" Type="http://schemas.openxmlformats.org/officeDocument/2006/relationships/tags" Target="../tags/tag136.xml"/><Relationship Id="rId47" Type="http://schemas.openxmlformats.org/officeDocument/2006/relationships/tags" Target="../tags/tag141.xml"/><Relationship Id="rId50" Type="http://schemas.openxmlformats.org/officeDocument/2006/relationships/tags" Target="../tags/tag144.xml"/><Relationship Id="rId55" Type="http://schemas.openxmlformats.org/officeDocument/2006/relationships/tags" Target="../tags/tag149.xml"/><Relationship Id="rId63" Type="http://schemas.openxmlformats.org/officeDocument/2006/relationships/notesSlide" Target="../notesSlides/notesSlide24.xml"/><Relationship Id="rId7" Type="http://schemas.openxmlformats.org/officeDocument/2006/relationships/tags" Target="../tags/tag101.xml"/><Relationship Id="rId2" Type="http://schemas.openxmlformats.org/officeDocument/2006/relationships/tags" Target="../tags/tag96.xml"/><Relationship Id="rId16" Type="http://schemas.openxmlformats.org/officeDocument/2006/relationships/tags" Target="../tags/tag110.xml"/><Relationship Id="rId29" Type="http://schemas.openxmlformats.org/officeDocument/2006/relationships/tags" Target="../tags/tag123.xml"/><Relationship Id="rId11" Type="http://schemas.openxmlformats.org/officeDocument/2006/relationships/tags" Target="../tags/tag105.xml"/><Relationship Id="rId24" Type="http://schemas.openxmlformats.org/officeDocument/2006/relationships/tags" Target="../tags/tag118.xml"/><Relationship Id="rId32" Type="http://schemas.openxmlformats.org/officeDocument/2006/relationships/tags" Target="../tags/tag126.xml"/><Relationship Id="rId37" Type="http://schemas.openxmlformats.org/officeDocument/2006/relationships/tags" Target="../tags/tag131.xml"/><Relationship Id="rId40" Type="http://schemas.openxmlformats.org/officeDocument/2006/relationships/tags" Target="../tags/tag134.xml"/><Relationship Id="rId45" Type="http://schemas.openxmlformats.org/officeDocument/2006/relationships/tags" Target="../tags/tag139.xml"/><Relationship Id="rId53" Type="http://schemas.openxmlformats.org/officeDocument/2006/relationships/tags" Target="../tags/tag147.xml"/><Relationship Id="rId58" Type="http://schemas.openxmlformats.org/officeDocument/2006/relationships/tags" Target="../tags/tag152.xml"/><Relationship Id="rId5" Type="http://schemas.openxmlformats.org/officeDocument/2006/relationships/tags" Target="../tags/tag99.xml"/><Relationship Id="rId61" Type="http://schemas.openxmlformats.org/officeDocument/2006/relationships/tags" Target="../tags/tag155.xml"/><Relationship Id="rId19" Type="http://schemas.openxmlformats.org/officeDocument/2006/relationships/tags" Target="../tags/tag113.xml"/><Relationship Id="rId14" Type="http://schemas.openxmlformats.org/officeDocument/2006/relationships/tags" Target="../tags/tag108.xml"/><Relationship Id="rId22" Type="http://schemas.openxmlformats.org/officeDocument/2006/relationships/tags" Target="../tags/tag116.xml"/><Relationship Id="rId27" Type="http://schemas.openxmlformats.org/officeDocument/2006/relationships/tags" Target="../tags/tag121.xml"/><Relationship Id="rId30" Type="http://schemas.openxmlformats.org/officeDocument/2006/relationships/tags" Target="../tags/tag124.xml"/><Relationship Id="rId35" Type="http://schemas.openxmlformats.org/officeDocument/2006/relationships/tags" Target="../tags/tag129.xml"/><Relationship Id="rId43" Type="http://schemas.openxmlformats.org/officeDocument/2006/relationships/tags" Target="../tags/tag137.xml"/><Relationship Id="rId48" Type="http://schemas.openxmlformats.org/officeDocument/2006/relationships/tags" Target="../tags/tag142.xml"/><Relationship Id="rId56" Type="http://schemas.openxmlformats.org/officeDocument/2006/relationships/tags" Target="../tags/tag150.xml"/><Relationship Id="rId64" Type="http://schemas.openxmlformats.org/officeDocument/2006/relationships/image" Target="../media/image5.png"/><Relationship Id="rId8" Type="http://schemas.openxmlformats.org/officeDocument/2006/relationships/tags" Target="../tags/tag102.xml"/><Relationship Id="rId51" Type="http://schemas.openxmlformats.org/officeDocument/2006/relationships/tags" Target="../tags/tag145.xml"/><Relationship Id="rId3" Type="http://schemas.openxmlformats.org/officeDocument/2006/relationships/tags" Target="../tags/tag97.xml"/><Relationship Id="rId12" Type="http://schemas.openxmlformats.org/officeDocument/2006/relationships/tags" Target="../tags/tag106.xml"/><Relationship Id="rId17" Type="http://schemas.openxmlformats.org/officeDocument/2006/relationships/tags" Target="../tags/tag111.xml"/><Relationship Id="rId25" Type="http://schemas.openxmlformats.org/officeDocument/2006/relationships/tags" Target="../tags/tag119.xml"/><Relationship Id="rId33" Type="http://schemas.openxmlformats.org/officeDocument/2006/relationships/tags" Target="../tags/tag127.xml"/><Relationship Id="rId38" Type="http://schemas.openxmlformats.org/officeDocument/2006/relationships/tags" Target="../tags/tag132.xml"/><Relationship Id="rId46" Type="http://schemas.openxmlformats.org/officeDocument/2006/relationships/tags" Target="../tags/tag140.xml"/><Relationship Id="rId59" Type="http://schemas.openxmlformats.org/officeDocument/2006/relationships/tags" Target="../tags/tag153.xml"/><Relationship Id="rId20" Type="http://schemas.openxmlformats.org/officeDocument/2006/relationships/tags" Target="../tags/tag114.xml"/><Relationship Id="rId41" Type="http://schemas.openxmlformats.org/officeDocument/2006/relationships/tags" Target="../tags/tag135.xml"/><Relationship Id="rId54" Type="http://schemas.openxmlformats.org/officeDocument/2006/relationships/tags" Target="../tags/tag148.xml"/><Relationship Id="rId62" Type="http://schemas.openxmlformats.org/officeDocument/2006/relationships/slideLayout" Target="../slideLayouts/slideLayout13.xml"/><Relationship Id="rId1" Type="http://schemas.openxmlformats.org/officeDocument/2006/relationships/themeOverride" Target="../theme/themeOverride6.xml"/><Relationship Id="rId6" Type="http://schemas.openxmlformats.org/officeDocument/2006/relationships/tags" Target="../tags/tag100.xml"/><Relationship Id="rId15" Type="http://schemas.openxmlformats.org/officeDocument/2006/relationships/tags" Target="../tags/tag109.xml"/><Relationship Id="rId23" Type="http://schemas.openxmlformats.org/officeDocument/2006/relationships/tags" Target="../tags/tag117.xml"/><Relationship Id="rId28" Type="http://schemas.openxmlformats.org/officeDocument/2006/relationships/tags" Target="../tags/tag122.xml"/><Relationship Id="rId36" Type="http://schemas.openxmlformats.org/officeDocument/2006/relationships/tags" Target="../tags/tag130.xml"/><Relationship Id="rId49" Type="http://schemas.openxmlformats.org/officeDocument/2006/relationships/tags" Target="../tags/tag143.xml"/><Relationship Id="rId57" Type="http://schemas.openxmlformats.org/officeDocument/2006/relationships/tags" Target="../tags/tag151.xml"/><Relationship Id="rId10" Type="http://schemas.openxmlformats.org/officeDocument/2006/relationships/tags" Target="../tags/tag104.xml"/><Relationship Id="rId31" Type="http://schemas.openxmlformats.org/officeDocument/2006/relationships/tags" Target="../tags/tag125.xml"/><Relationship Id="rId44" Type="http://schemas.openxmlformats.org/officeDocument/2006/relationships/tags" Target="../tags/tag138.xml"/><Relationship Id="rId52" Type="http://schemas.openxmlformats.org/officeDocument/2006/relationships/tags" Target="../tags/tag146.xml"/><Relationship Id="rId60" Type="http://schemas.openxmlformats.org/officeDocument/2006/relationships/tags" Target="../tags/tag154.xml"/><Relationship Id="rId4" Type="http://schemas.openxmlformats.org/officeDocument/2006/relationships/tags" Target="../tags/tag98.xml"/><Relationship Id="rId9" Type="http://schemas.openxmlformats.org/officeDocument/2006/relationships/tags" Target="../tags/tag103.xml"/></Relationships>
</file>

<file path=ppt/slides/_rels/slide30.xml.rels><?xml version="1.0" encoding="UTF-8" standalone="yes"?>
<Relationships xmlns="http://schemas.openxmlformats.org/package/2006/relationships"><Relationship Id="rId26" Type="http://schemas.openxmlformats.org/officeDocument/2006/relationships/tags" Target="../tags/tag181.xml"/><Relationship Id="rId21" Type="http://schemas.openxmlformats.org/officeDocument/2006/relationships/tags" Target="../tags/tag176.xml"/><Relationship Id="rId42" Type="http://schemas.openxmlformats.org/officeDocument/2006/relationships/tags" Target="../tags/tag197.xml"/><Relationship Id="rId47" Type="http://schemas.openxmlformats.org/officeDocument/2006/relationships/tags" Target="../tags/tag202.xml"/><Relationship Id="rId63" Type="http://schemas.openxmlformats.org/officeDocument/2006/relationships/tags" Target="../tags/tag218.xml"/><Relationship Id="rId68" Type="http://schemas.openxmlformats.org/officeDocument/2006/relationships/tags" Target="../tags/tag223.xml"/><Relationship Id="rId84" Type="http://schemas.openxmlformats.org/officeDocument/2006/relationships/tags" Target="../tags/tag239.xml"/><Relationship Id="rId89" Type="http://schemas.openxmlformats.org/officeDocument/2006/relationships/tags" Target="../tags/tag244.xml"/><Relationship Id="rId16" Type="http://schemas.openxmlformats.org/officeDocument/2006/relationships/tags" Target="../tags/tag171.xml"/><Relationship Id="rId11" Type="http://schemas.openxmlformats.org/officeDocument/2006/relationships/tags" Target="../tags/tag166.xml"/><Relationship Id="rId32" Type="http://schemas.openxmlformats.org/officeDocument/2006/relationships/tags" Target="../tags/tag187.xml"/><Relationship Id="rId37" Type="http://schemas.openxmlformats.org/officeDocument/2006/relationships/tags" Target="../tags/tag192.xml"/><Relationship Id="rId53" Type="http://schemas.openxmlformats.org/officeDocument/2006/relationships/tags" Target="../tags/tag208.xml"/><Relationship Id="rId58" Type="http://schemas.openxmlformats.org/officeDocument/2006/relationships/tags" Target="../tags/tag213.xml"/><Relationship Id="rId74" Type="http://schemas.openxmlformats.org/officeDocument/2006/relationships/tags" Target="../tags/tag229.xml"/><Relationship Id="rId79" Type="http://schemas.openxmlformats.org/officeDocument/2006/relationships/tags" Target="../tags/tag234.xml"/><Relationship Id="rId102" Type="http://schemas.openxmlformats.org/officeDocument/2006/relationships/tags" Target="../tags/tag257.xml"/><Relationship Id="rId5" Type="http://schemas.openxmlformats.org/officeDocument/2006/relationships/tags" Target="../tags/tag160.xml"/><Relationship Id="rId90" Type="http://schemas.openxmlformats.org/officeDocument/2006/relationships/tags" Target="../tags/tag245.xml"/><Relationship Id="rId95" Type="http://schemas.openxmlformats.org/officeDocument/2006/relationships/tags" Target="../tags/tag250.xml"/><Relationship Id="rId22" Type="http://schemas.openxmlformats.org/officeDocument/2006/relationships/tags" Target="../tags/tag177.xml"/><Relationship Id="rId27" Type="http://schemas.openxmlformats.org/officeDocument/2006/relationships/tags" Target="../tags/tag182.xml"/><Relationship Id="rId43" Type="http://schemas.openxmlformats.org/officeDocument/2006/relationships/tags" Target="../tags/tag198.xml"/><Relationship Id="rId48" Type="http://schemas.openxmlformats.org/officeDocument/2006/relationships/tags" Target="../tags/tag203.xml"/><Relationship Id="rId64" Type="http://schemas.openxmlformats.org/officeDocument/2006/relationships/tags" Target="../tags/tag219.xml"/><Relationship Id="rId69" Type="http://schemas.openxmlformats.org/officeDocument/2006/relationships/tags" Target="../tags/tag224.xml"/><Relationship Id="rId80" Type="http://schemas.openxmlformats.org/officeDocument/2006/relationships/tags" Target="../tags/tag235.xml"/><Relationship Id="rId85" Type="http://schemas.openxmlformats.org/officeDocument/2006/relationships/tags" Target="../tags/tag240.xml"/><Relationship Id="rId12" Type="http://schemas.openxmlformats.org/officeDocument/2006/relationships/tags" Target="../tags/tag167.xml"/><Relationship Id="rId17" Type="http://schemas.openxmlformats.org/officeDocument/2006/relationships/tags" Target="../tags/tag172.xml"/><Relationship Id="rId33" Type="http://schemas.openxmlformats.org/officeDocument/2006/relationships/tags" Target="../tags/tag188.xml"/><Relationship Id="rId38" Type="http://schemas.openxmlformats.org/officeDocument/2006/relationships/tags" Target="../tags/tag193.xml"/><Relationship Id="rId59" Type="http://schemas.openxmlformats.org/officeDocument/2006/relationships/tags" Target="../tags/tag214.xml"/><Relationship Id="rId103" Type="http://schemas.openxmlformats.org/officeDocument/2006/relationships/tags" Target="../tags/tag258.xml"/><Relationship Id="rId20" Type="http://schemas.openxmlformats.org/officeDocument/2006/relationships/tags" Target="../tags/tag175.xml"/><Relationship Id="rId41" Type="http://schemas.openxmlformats.org/officeDocument/2006/relationships/tags" Target="../tags/tag196.xml"/><Relationship Id="rId54" Type="http://schemas.openxmlformats.org/officeDocument/2006/relationships/tags" Target="../tags/tag209.xml"/><Relationship Id="rId62" Type="http://schemas.openxmlformats.org/officeDocument/2006/relationships/tags" Target="../tags/tag217.xml"/><Relationship Id="rId70" Type="http://schemas.openxmlformats.org/officeDocument/2006/relationships/tags" Target="../tags/tag225.xml"/><Relationship Id="rId75" Type="http://schemas.openxmlformats.org/officeDocument/2006/relationships/tags" Target="../tags/tag230.xml"/><Relationship Id="rId83" Type="http://schemas.openxmlformats.org/officeDocument/2006/relationships/tags" Target="../tags/tag238.xml"/><Relationship Id="rId88" Type="http://schemas.openxmlformats.org/officeDocument/2006/relationships/tags" Target="../tags/tag243.xml"/><Relationship Id="rId91" Type="http://schemas.openxmlformats.org/officeDocument/2006/relationships/tags" Target="../tags/tag246.xml"/><Relationship Id="rId96" Type="http://schemas.openxmlformats.org/officeDocument/2006/relationships/tags" Target="../tags/tag251.xml"/><Relationship Id="rId1" Type="http://schemas.openxmlformats.org/officeDocument/2006/relationships/tags" Target="../tags/tag156.xml"/><Relationship Id="rId6" Type="http://schemas.openxmlformats.org/officeDocument/2006/relationships/tags" Target="../tags/tag161.xml"/><Relationship Id="rId15" Type="http://schemas.openxmlformats.org/officeDocument/2006/relationships/tags" Target="../tags/tag170.xml"/><Relationship Id="rId23" Type="http://schemas.openxmlformats.org/officeDocument/2006/relationships/tags" Target="../tags/tag178.xml"/><Relationship Id="rId28" Type="http://schemas.openxmlformats.org/officeDocument/2006/relationships/tags" Target="../tags/tag183.xml"/><Relationship Id="rId36" Type="http://schemas.openxmlformats.org/officeDocument/2006/relationships/tags" Target="../tags/tag191.xml"/><Relationship Id="rId49" Type="http://schemas.openxmlformats.org/officeDocument/2006/relationships/tags" Target="../tags/tag204.xml"/><Relationship Id="rId57" Type="http://schemas.openxmlformats.org/officeDocument/2006/relationships/tags" Target="../tags/tag212.xml"/><Relationship Id="rId106" Type="http://schemas.openxmlformats.org/officeDocument/2006/relationships/image" Target="../media/image58.png"/><Relationship Id="rId10" Type="http://schemas.openxmlformats.org/officeDocument/2006/relationships/tags" Target="../tags/tag165.xml"/><Relationship Id="rId31" Type="http://schemas.openxmlformats.org/officeDocument/2006/relationships/tags" Target="../tags/tag186.xml"/><Relationship Id="rId44" Type="http://schemas.openxmlformats.org/officeDocument/2006/relationships/tags" Target="../tags/tag199.xml"/><Relationship Id="rId52" Type="http://schemas.openxmlformats.org/officeDocument/2006/relationships/tags" Target="../tags/tag207.xml"/><Relationship Id="rId60" Type="http://schemas.openxmlformats.org/officeDocument/2006/relationships/tags" Target="../tags/tag215.xml"/><Relationship Id="rId65" Type="http://schemas.openxmlformats.org/officeDocument/2006/relationships/tags" Target="../tags/tag220.xml"/><Relationship Id="rId73" Type="http://schemas.openxmlformats.org/officeDocument/2006/relationships/tags" Target="../tags/tag228.xml"/><Relationship Id="rId78" Type="http://schemas.openxmlformats.org/officeDocument/2006/relationships/tags" Target="../tags/tag233.xml"/><Relationship Id="rId81" Type="http://schemas.openxmlformats.org/officeDocument/2006/relationships/tags" Target="../tags/tag236.xml"/><Relationship Id="rId86" Type="http://schemas.openxmlformats.org/officeDocument/2006/relationships/tags" Target="../tags/tag241.xml"/><Relationship Id="rId94" Type="http://schemas.openxmlformats.org/officeDocument/2006/relationships/tags" Target="../tags/tag249.xml"/><Relationship Id="rId99" Type="http://schemas.openxmlformats.org/officeDocument/2006/relationships/tags" Target="../tags/tag254.xml"/><Relationship Id="rId101" Type="http://schemas.openxmlformats.org/officeDocument/2006/relationships/tags" Target="../tags/tag256.xml"/><Relationship Id="rId4" Type="http://schemas.openxmlformats.org/officeDocument/2006/relationships/tags" Target="../tags/tag159.xml"/><Relationship Id="rId9" Type="http://schemas.openxmlformats.org/officeDocument/2006/relationships/tags" Target="../tags/tag164.xml"/><Relationship Id="rId13" Type="http://schemas.openxmlformats.org/officeDocument/2006/relationships/tags" Target="../tags/tag168.xml"/><Relationship Id="rId18" Type="http://schemas.openxmlformats.org/officeDocument/2006/relationships/tags" Target="../tags/tag173.xml"/><Relationship Id="rId39" Type="http://schemas.openxmlformats.org/officeDocument/2006/relationships/tags" Target="../tags/tag194.xml"/><Relationship Id="rId34" Type="http://schemas.openxmlformats.org/officeDocument/2006/relationships/tags" Target="../tags/tag189.xml"/><Relationship Id="rId50" Type="http://schemas.openxmlformats.org/officeDocument/2006/relationships/tags" Target="../tags/tag205.xml"/><Relationship Id="rId55" Type="http://schemas.openxmlformats.org/officeDocument/2006/relationships/tags" Target="../tags/tag210.xml"/><Relationship Id="rId76" Type="http://schemas.openxmlformats.org/officeDocument/2006/relationships/tags" Target="../tags/tag231.xml"/><Relationship Id="rId97" Type="http://schemas.openxmlformats.org/officeDocument/2006/relationships/tags" Target="../tags/tag252.xml"/><Relationship Id="rId104" Type="http://schemas.openxmlformats.org/officeDocument/2006/relationships/slideLayout" Target="../slideLayouts/slideLayout13.xml"/><Relationship Id="rId7" Type="http://schemas.openxmlformats.org/officeDocument/2006/relationships/tags" Target="../tags/tag162.xml"/><Relationship Id="rId71" Type="http://schemas.openxmlformats.org/officeDocument/2006/relationships/tags" Target="../tags/tag226.xml"/><Relationship Id="rId92" Type="http://schemas.openxmlformats.org/officeDocument/2006/relationships/tags" Target="../tags/tag247.xml"/><Relationship Id="rId2" Type="http://schemas.openxmlformats.org/officeDocument/2006/relationships/tags" Target="../tags/tag157.xml"/><Relationship Id="rId29" Type="http://schemas.openxmlformats.org/officeDocument/2006/relationships/tags" Target="../tags/tag184.xml"/><Relationship Id="rId24" Type="http://schemas.openxmlformats.org/officeDocument/2006/relationships/tags" Target="../tags/tag179.xml"/><Relationship Id="rId40" Type="http://schemas.openxmlformats.org/officeDocument/2006/relationships/tags" Target="../tags/tag195.xml"/><Relationship Id="rId45" Type="http://schemas.openxmlformats.org/officeDocument/2006/relationships/tags" Target="../tags/tag200.xml"/><Relationship Id="rId66" Type="http://schemas.openxmlformats.org/officeDocument/2006/relationships/tags" Target="../tags/tag221.xml"/><Relationship Id="rId87" Type="http://schemas.openxmlformats.org/officeDocument/2006/relationships/tags" Target="../tags/tag242.xml"/><Relationship Id="rId61" Type="http://schemas.openxmlformats.org/officeDocument/2006/relationships/tags" Target="../tags/tag216.xml"/><Relationship Id="rId82" Type="http://schemas.openxmlformats.org/officeDocument/2006/relationships/tags" Target="../tags/tag237.xml"/><Relationship Id="rId19" Type="http://schemas.openxmlformats.org/officeDocument/2006/relationships/tags" Target="../tags/tag174.xml"/><Relationship Id="rId14" Type="http://schemas.openxmlformats.org/officeDocument/2006/relationships/tags" Target="../tags/tag169.xml"/><Relationship Id="rId30" Type="http://schemas.openxmlformats.org/officeDocument/2006/relationships/tags" Target="../tags/tag185.xml"/><Relationship Id="rId35" Type="http://schemas.openxmlformats.org/officeDocument/2006/relationships/tags" Target="../tags/tag190.xml"/><Relationship Id="rId56" Type="http://schemas.openxmlformats.org/officeDocument/2006/relationships/tags" Target="../tags/tag211.xml"/><Relationship Id="rId77" Type="http://schemas.openxmlformats.org/officeDocument/2006/relationships/tags" Target="../tags/tag232.xml"/><Relationship Id="rId100" Type="http://schemas.openxmlformats.org/officeDocument/2006/relationships/tags" Target="../tags/tag255.xml"/><Relationship Id="rId105" Type="http://schemas.openxmlformats.org/officeDocument/2006/relationships/notesSlide" Target="../notesSlides/notesSlide25.xml"/><Relationship Id="rId8" Type="http://schemas.openxmlformats.org/officeDocument/2006/relationships/tags" Target="../tags/tag163.xml"/><Relationship Id="rId51" Type="http://schemas.openxmlformats.org/officeDocument/2006/relationships/tags" Target="../tags/tag206.xml"/><Relationship Id="rId72" Type="http://schemas.openxmlformats.org/officeDocument/2006/relationships/tags" Target="../tags/tag227.xml"/><Relationship Id="rId93" Type="http://schemas.openxmlformats.org/officeDocument/2006/relationships/tags" Target="../tags/tag248.xml"/><Relationship Id="rId98" Type="http://schemas.openxmlformats.org/officeDocument/2006/relationships/tags" Target="../tags/tag253.xml"/><Relationship Id="rId3" Type="http://schemas.openxmlformats.org/officeDocument/2006/relationships/tags" Target="../tags/tag158.xml"/><Relationship Id="rId25" Type="http://schemas.openxmlformats.org/officeDocument/2006/relationships/tags" Target="../tags/tag180.xml"/><Relationship Id="rId46" Type="http://schemas.openxmlformats.org/officeDocument/2006/relationships/tags" Target="../tags/tag201.xml"/><Relationship Id="rId67" Type="http://schemas.openxmlformats.org/officeDocument/2006/relationships/tags" Target="../tags/tag222.xml"/></Relationships>
</file>

<file path=ppt/slides/_rels/slide31.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tags" Target="../tags/tag270.xml"/><Relationship Id="rId18" Type="http://schemas.openxmlformats.org/officeDocument/2006/relationships/tags" Target="../tags/tag275.xml"/><Relationship Id="rId3" Type="http://schemas.openxmlformats.org/officeDocument/2006/relationships/tags" Target="../tags/tag260.xml"/><Relationship Id="rId21" Type="http://schemas.openxmlformats.org/officeDocument/2006/relationships/notesSlide" Target="../notesSlides/notesSlide26.xml"/><Relationship Id="rId7" Type="http://schemas.openxmlformats.org/officeDocument/2006/relationships/tags" Target="../tags/tag264.xml"/><Relationship Id="rId12" Type="http://schemas.openxmlformats.org/officeDocument/2006/relationships/tags" Target="../tags/tag269.xml"/><Relationship Id="rId17" Type="http://schemas.openxmlformats.org/officeDocument/2006/relationships/tags" Target="../tags/tag274.xml"/><Relationship Id="rId2" Type="http://schemas.openxmlformats.org/officeDocument/2006/relationships/tags" Target="../tags/tag259.xml"/><Relationship Id="rId16" Type="http://schemas.openxmlformats.org/officeDocument/2006/relationships/tags" Target="../tags/tag273.xml"/><Relationship Id="rId20" Type="http://schemas.openxmlformats.org/officeDocument/2006/relationships/slideLayout" Target="../slideLayouts/slideLayout13.xml"/><Relationship Id="rId1" Type="http://schemas.openxmlformats.org/officeDocument/2006/relationships/themeOverride" Target="../theme/themeOverride7.xml"/><Relationship Id="rId6" Type="http://schemas.openxmlformats.org/officeDocument/2006/relationships/tags" Target="../tags/tag263.xml"/><Relationship Id="rId11" Type="http://schemas.openxmlformats.org/officeDocument/2006/relationships/tags" Target="../tags/tag268.xml"/><Relationship Id="rId24" Type="http://schemas.microsoft.com/office/2007/relationships/hdphoto" Target="../media/hdphoto6.wdp"/><Relationship Id="rId5" Type="http://schemas.openxmlformats.org/officeDocument/2006/relationships/tags" Target="../tags/tag262.xml"/><Relationship Id="rId15" Type="http://schemas.openxmlformats.org/officeDocument/2006/relationships/tags" Target="../tags/tag272.xml"/><Relationship Id="rId23" Type="http://schemas.openxmlformats.org/officeDocument/2006/relationships/image" Target="../media/image59.png"/><Relationship Id="rId10" Type="http://schemas.openxmlformats.org/officeDocument/2006/relationships/tags" Target="../tags/tag267.xml"/><Relationship Id="rId19" Type="http://schemas.openxmlformats.org/officeDocument/2006/relationships/tags" Target="../tags/tag276.xml"/><Relationship Id="rId4" Type="http://schemas.openxmlformats.org/officeDocument/2006/relationships/tags" Target="../tags/tag261.xml"/><Relationship Id="rId9" Type="http://schemas.openxmlformats.org/officeDocument/2006/relationships/tags" Target="../tags/tag266.xml"/><Relationship Id="rId14" Type="http://schemas.openxmlformats.org/officeDocument/2006/relationships/tags" Target="../tags/tag271.xml"/><Relationship Id="rId22" Type="http://schemas.openxmlformats.org/officeDocument/2006/relationships/image" Target="../media/image5.png"/></Relationships>
</file>

<file path=ppt/slides/_rels/slide32.xml.rels><?xml version="1.0" encoding="UTF-8" standalone="yes"?>
<Relationships xmlns="http://schemas.openxmlformats.org/package/2006/relationships"><Relationship Id="rId26" Type="http://schemas.openxmlformats.org/officeDocument/2006/relationships/tags" Target="../tags/tag301.xml"/><Relationship Id="rId21" Type="http://schemas.openxmlformats.org/officeDocument/2006/relationships/tags" Target="../tags/tag296.xml"/><Relationship Id="rId42" Type="http://schemas.openxmlformats.org/officeDocument/2006/relationships/tags" Target="../tags/tag317.xml"/><Relationship Id="rId47" Type="http://schemas.openxmlformats.org/officeDocument/2006/relationships/tags" Target="../tags/tag322.xml"/><Relationship Id="rId63" Type="http://schemas.openxmlformats.org/officeDocument/2006/relationships/tags" Target="../tags/tag338.xml"/><Relationship Id="rId68" Type="http://schemas.openxmlformats.org/officeDocument/2006/relationships/tags" Target="../tags/tag343.xml"/><Relationship Id="rId84" Type="http://schemas.openxmlformats.org/officeDocument/2006/relationships/tags" Target="../tags/tag359.xml"/><Relationship Id="rId89" Type="http://schemas.openxmlformats.org/officeDocument/2006/relationships/tags" Target="../tags/tag364.xml"/><Relationship Id="rId112" Type="http://schemas.openxmlformats.org/officeDocument/2006/relationships/tags" Target="../tags/tag387.xml"/><Relationship Id="rId16" Type="http://schemas.openxmlformats.org/officeDocument/2006/relationships/tags" Target="../tags/tag291.xml"/><Relationship Id="rId107" Type="http://schemas.openxmlformats.org/officeDocument/2006/relationships/tags" Target="../tags/tag382.xml"/><Relationship Id="rId11" Type="http://schemas.openxmlformats.org/officeDocument/2006/relationships/tags" Target="../tags/tag286.xml"/><Relationship Id="rId32" Type="http://schemas.openxmlformats.org/officeDocument/2006/relationships/tags" Target="../tags/tag307.xml"/><Relationship Id="rId37" Type="http://schemas.openxmlformats.org/officeDocument/2006/relationships/tags" Target="../tags/tag312.xml"/><Relationship Id="rId53" Type="http://schemas.openxmlformats.org/officeDocument/2006/relationships/tags" Target="../tags/tag328.xml"/><Relationship Id="rId58" Type="http://schemas.openxmlformats.org/officeDocument/2006/relationships/tags" Target="../tags/tag333.xml"/><Relationship Id="rId74" Type="http://schemas.openxmlformats.org/officeDocument/2006/relationships/tags" Target="../tags/tag349.xml"/><Relationship Id="rId79" Type="http://schemas.openxmlformats.org/officeDocument/2006/relationships/tags" Target="../tags/tag354.xml"/><Relationship Id="rId102" Type="http://schemas.openxmlformats.org/officeDocument/2006/relationships/tags" Target="../tags/tag377.xml"/><Relationship Id="rId5" Type="http://schemas.openxmlformats.org/officeDocument/2006/relationships/tags" Target="../tags/tag280.xml"/><Relationship Id="rId90" Type="http://schemas.openxmlformats.org/officeDocument/2006/relationships/tags" Target="../tags/tag365.xml"/><Relationship Id="rId95" Type="http://schemas.openxmlformats.org/officeDocument/2006/relationships/tags" Target="../tags/tag370.xml"/><Relationship Id="rId22" Type="http://schemas.openxmlformats.org/officeDocument/2006/relationships/tags" Target="../tags/tag297.xml"/><Relationship Id="rId27" Type="http://schemas.openxmlformats.org/officeDocument/2006/relationships/tags" Target="../tags/tag302.xml"/><Relationship Id="rId43" Type="http://schemas.openxmlformats.org/officeDocument/2006/relationships/tags" Target="../tags/tag318.xml"/><Relationship Id="rId48" Type="http://schemas.openxmlformats.org/officeDocument/2006/relationships/tags" Target="../tags/tag323.xml"/><Relationship Id="rId64" Type="http://schemas.openxmlformats.org/officeDocument/2006/relationships/tags" Target="../tags/tag339.xml"/><Relationship Id="rId69" Type="http://schemas.openxmlformats.org/officeDocument/2006/relationships/tags" Target="../tags/tag344.xml"/><Relationship Id="rId113" Type="http://schemas.openxmlformats.org/officeDocument/2006/relationships/slideLayout" Target="../slideLayouts/slideLayout13.xml"/><Relationship Id="rId80" Type="http://schemas.openxmlformats.org/officeDocument/2006/relationships/tags" Target="../tags/tag355.xml"/><Relationship Id="rId85" Type="http://schemas.openxmlformats.org/officeDocument/2006/relationships/tags" Target="../tags/tag360.xml"/><Relationship Id="rId12" Type="http://schemas.openxmlformats.org/officeDocument/2006/relationships/tags" Target="../tags/tag287.xml"/><Relationship Id="rId17" Type="http://schemas.openxmlformats.org/officeDocument/2006/relationships/tags" Target="../tags/tag292.xml"/><Relationship Id="rId33" Type="http://schemas.openxmlformats.org/officeDocument/2006/relationships/tags" Target="../tags/tag308.xml"/><Relationship Id="rId38" Type="http://schemas.openxmlformats.org/officeDocument/2006/relationships/tags" Target="../tags/tag313.xml"/><Relationship Id="rId59" Type="http://schemas.openxmlformats.org/officeDocument/2006/relationships/tags" Target="../tags/tag334.xml"/><Relationship Id="rId103" Type="http://schemas.openxmlformats.org/officeDocument/2006/relationships/tags" Target="../tags/tag378.xml"/><Relationship Id="rId108" Type="http://schemas.openxmlformats.org/officeDocument/2006/relationships/tags" Target="../tags/tag383.xml"/><Relationship Id="rId54" Type="http://schemas.openxmlformats.org/officeDocument/2006/relationships/tags" Target="../tags/tag329.xml"/><Relationship Id="rId70" Type="http://schemas.openxmlformats.org/officeDocument/2006/relationships/tags" Target="../tags/tag345.xml"/><Relationship Id="rId75" Type="http://schemas.openxmlformats.org/officeDocument/2006/relationships/tags" Target="../tags/tag350.xml"/><Relationship Id="rId91" Type="http://schemas.openxmlformats.org/officeDocument/2006/relationships/tags" Target="../tags/tag366.xml"/><Relationship Id="rId96" Type="http://schemas.openxmlformats.org/officeDocument/2006/relationships/tags" Target="../tags/tag371.xml"/><Relationship Id="rId1" Type="http://schemas.openxmlformats.org/officeDocument/2006/relationships/themeOverride" Target="../theme/themeOverride8.xml"/><Relationship Id="rId6" Type="http://schemas.openxmlformats.org/officeDocument/2006/relationships/tags" Target="../tags/tag281.xml"/><Relationship Id="rId15" Type="http://schemas.openxmlformats.org/officeDocument/2006/relationships/tags" Target="../tags/tag290.xml"/><Relationship Id="rId23" Type="http://schemas.openxmlformats.org/officeDocument/2006/relationships/tags" Target="../tags/tag298.xml"/><Relationship Id="rId28" Type="http://schemas.openxmlformats.org/officeDocument/2006/relationships/tags" Target="../tags/tag303.xml"/><Relationship Id="rId36" Type="http://schemas.openxmlformats.org/officeDocument/2006/relationships/tags" Target="../tags/tag311.xml"/><Relationship Id="rId49" Type="http://schemas.openxmlformats.org/officeDocument/2006/relationships/tags" Target="../tags/tag324.xml"/><Relationship Id="rId57" Type="http://schemas.openxmlformats.org/officeDocument/2006/relationships/tags" Target="../tags/tag332.xml"/><Relationship Id="rId106" Type="http://schemas.openxmlformats.org/officeDocument/2006/relationships/tags" Target="../tags/tag381.xml"/><Relationship Id="rId114" Type="http://schemas.openxmlformats.org/officeDocument/2006/relationships/notesSlide" Target="../notesSlides/notesSlide27.xml"/><Relationship Id="rId10" Type="http://schemas.openxmlformats.org/officeDocument/2006/relationships/tags" Target="../tags/tag285.xml"/><Relationship Id="rId31" Type="http://schemas.openxmlformats.org/officeDocument/2006/relationships/tags" Target="../tags/tag306.xml"/><Relationship Id="rId44" Type="http://schemas.openxmlformats.org/officeDocument/2006/relationships/tags" Target="../tags/tag319.xml"/><Relationship Id="rId52" Type="http://schemas.openxmlformats.org/officeDocument/2006/relationships/tags" Target="../tags/tag327.xml"/><Relationship Id="rId60" Type="http://schemas.openxmlformats.org/officeDocument/2006/relationships/tags" Target="../tags/tag335.xml"/><Relationship Id="rId65" Type="http://schemas.openxmlformats.org/officeDocument/2006/relationships/tags" Target="../tags/tag340.xml"/><Relationship Id="rId73" Type="http://schemas.openxmlformats.org/officeDocument/2006/relationships/tags" Target="../tags/tag348.xml"/><Relationship Id="rId78" Type="http://schemas.openxmlformats.org/officeDocument/2006/relationships/tags" Target="../tags/tag353.xml"/><Relationship Id="rId81" Type="http://schemas.openxmlformats.org/officeDocument/2006/relationships/tags" Target="../tags/tag356.xml"/><Relationship Id="rId86" Type="http://schemas.openxmlformats.org/officeDocument/2006/relationships/tags" Target="../tags/tag361.xml"/><Relationship Id="rId94" Type="http://schemas.openxmlformats.org/officeDocument/2006/relationships/tags" Target="../tags/tag369.xml"/><Relationship Id="rId99" Type="http://schemas.openxmlformats.org/officeDocument/2006/relationships/tags" Target="../tags/tag374.xml"/><Relationship Id="rId101" Type="http://schemas.openxmlformats.org/officeDocument/2006/relationships/tags" Target="../tags/tag376.xml"/><Relationship Id="rId4" Type="http://schemas.openxmlformats.org/officeDocument/2006/relationships/tags" Target="../tags/tag279.xml"/><Relationship Id="rId9" Type="http://schemas.openxmlformats.org/officeDocument/2006/relationships/tags" Target="../tags/tag284.xml"/><Relationship Id="rId13" Type="http://schemas.openxmlformats.org/officeDocument/2006/relationships/tags" Target="../tags/tag288.xml"/><Relationship Id="rId18" Type="http://schemas.openxmlformats.org/officeDocument/2006/relationships/tags" Target="../tags/tag293.xml"/><Relationship Id="rId39" Type="http://schemas.openxmlformats.org/officeDocument/2006/relationships/tags" Target="../tags/tag314.xml"/><Relationship Id="rId109" Type="http://schemas.openxmlformats.org/officeDocument/2006/relationships/tags" Target="../tags/tag384.xml"/><Relationship Id="rId34" Type="http://schemas.openxmlformats.org/officeDocument/2006/relationships/tags" Target="../tags/tag309.xml"/><Relationship Id="rId50" Type="http://schemas.openxmlformats.org/officeDocument/2006/relationships/tags" Target="../tags/tag325.xml"/><Relationship Id="rId55" Type="http://schemas.openxmlformats.org/officeDocument/2006/relationships/tags" Target="../tags/tag330.xml"/><Relationship Id="rId76" Type="http://schemas.openxmlformats.org/officeDocument/2006/relationships/tags" Target="../tags/tag351.xml"/><Relationship Id="rId97" Type="http://schemas.openxmlformats.org/officeDocument/2006/relationships/tags" Target="../tags/tag372.xml"/><Relationship Id="rId104" Type="http://schemas.openxmlformats.org/officeDocument/2006/relationships/tags" Target="../tags/tag379.xml"/><Relationship Id="rId7" Type="http://schemas.openxmlformats.org/officeDocument/2006/relationships/tags" Target="../tags/tag282.xml"/><Relationship Id="rId71" Type="http://schemas.openxmlformats.org/officeDocument/2006/relationships/tags" Target="../tags/tag346.xml"/><Relationship Id="rId92" Type="http://schemas.openxmlformats.org/officeDocument/2006/relationships/tags" Target="../tags/tag367.xml"/><Relationship Id="rId2" Type="http://schemas.openxmlformats.org/officeDocument/2006/relationships/tags" Target="../tags/tag277.xml"/><Relationship Id="rId29" Type="http://schemas.openxmlformats.org/officeDocument/2006/relationships/tags" Target="../tags/tag304.xml"/><Relationship Id="rId24" Type="http://schemas.openxmlformats.org/officeDocument/2006/relationships/tags" Target="../tags/tag299.xml"/><Relationship Id="rId40" Type="http://schemas.openxmlformats.org/officeDocument/2006/relationships/tags" Target="../tags/tag315.xml"/><Relationship Id="rId45" Type="http://schemas.openxmlformats.org/officeDocument/2006/relationships/tags" Target="../tags/tag320.xml"/><Relationship Id="rId66" Type="http://schemas.openxmlformats.org/officeDocument/2006/relationships/tags" Target="../tags/tag341.xml"/><Relationship Id="rId87" Type="http://schemas.openxmlformats.org/officeDocument/2006/relationships/tags" Target="../tags/tag362.xml"/><Relationship Id="rId110" Type="http://schemas.openxmlformats.org/officeDocument/2006/relationships/tags" Target="../tags/tag385.xml"/><Relationship Id="rId115" Type="http://schemas.openxmlformats.org/officeDocument/2006/relationships/image" Target="../media/image5.png"/><Relationship Id="rId61" Type="http://schemas.openxmlformats.org/officeDocument/2006/relationships/tags" Target="../tags/tag336.xml"/><Relationship Id="rId82" Type="http://schemas.openxmlformats.org/officeDocument/2006/relationships/tags" Target="../tags/tag357.xml"/><Relationship Id="rId19" Type="http://schemas.openxmlformats.org/officeDocument/2006/relationships/tags" Target="../tags/tag294.xml"/><Relationship Id="rId14" Type="http://schemas.openxmlformats.org/officeDocument/2006/relationships/tags" Target="../tags/tag289.xml"/><Relationship Id="rId30" Type="http://schemas.openxmlformats.org/officeDocument/2006/relationships/tags" Target="../tags/tag305.xml"/><Relationship Id="rId35" Type="http://schemas.openxmlformats.org/officeDocument/2006/relationships/tags" Target="../tags/tag310.xml"/><Relationship Id="rId56" Type="http://schemas.openxmlformats.org/officeDocument/2006/relationships/tags" Target="../tags/tag331.xml"/><Relationship Id="rId77" Type="http://schemas.openxmlformats.org/officeDocument/2006/relationships/tags" Target="../tags/tag352.xml"/><Relationship Id="rId100" Type="http://schemas.openxmlformats.org/officeDocument/2006/relationships/tags" Target="../tags/tag375.xml"/><Relationship Id="rId105" Type="http://schemas.openxmlformats.org/officeDocument/2006/relationships/tags" Target="../tags/tag380.xml"/><Relationship Id="rId8" Type="http://schemas.openxmlformats.org/officeDocument/2006/relationships/tags" Target="../tags/tag283.xml"/><Relationship Id="rId51" Type="http://schemas.openxmlformats.org/officeDocument/2006/relationships/tags" Target="../tags/tag326.xml"/><Relationship Id="rId72" Type="http://schemas.openxmlformats.org/officeDocument/2006/relationships/tags" Target="../tags/tag347.xml"/><Relationship Id="rId93" Type="http://schemas.openxmlformats.org/officeDocument/2006/relationships/tags" Target="../tags/tag368.xml"/><Relationship Id="rId98" Type="http://schemas.openxmlformats.org/officeDocument/2006/relationships/tags" Target="../tags/tag373.xml"/><Relationship Id="rId3" Type="http://schemas.openxmlformats.org/officeDocument/2006/relationships/tags" Target="../tags/tag278.xml"/><Relationship Id="rId25" Type="http://schemas.openxmlformats.org/officeDocument/2006/relationships/tags" Target="../tags/tag300.xml"/><Relationship Id="rId46" Type="http://schemas.openxmlformats.org/officeDocument/2006/relationships/tags" Target="../tags/tag321.xml"/><Relationship Id="rId67" Type="http://schemas.openxmlformats.org/officeDocument/2006/relationships/tags" Target="../tags/tag342.xml"/><Relationship Id="rId20" Type="http://schemas.openxmlformats.org/officeDocument/2006/relationships/tags" Target="../tags/tag295.xml"/><Relationship Id="rId41" Type="http://schemas.openxmlformats.org/officeDocument/2006/relationships/tags" Target="../tags/tag316.xml"/><Relationship Id="rId62" Type="http://schemas.openxmlformats.org/officeDocument/2006/relationships/tags" Target="../tags/tag337.xml"/><Relationship Id="rId83" Type="http://schemas.openxmlformats.org/officeDocument/2006/relationships/tags" Target="../tags/tag358.xml"/><Relationship Id="rId88" Type="http://schemas.openxmlformats.org/officeDocument/2006/relationships/tags" Target="../tags/tag363.xml"/><Relationship Id="rId111" Type="http://schemas.openxmlformats.org/officeDocument/2006/relationships/tags" Target="../tags/tag386.xml"/></Relationships>
</file>

<file path=ppt/slides/_rels/slide33.xml.rels><?xml version="1.0" encoding="UTF-8" standalone="yes"?>
<Relationships xmlns="http://schemas.openxmlformats.org/package/2006/relationships"><Relationship Id="rId26" Type="http://schemas.openxmlformats.org/officeDocument/2006/relationships/tags" Target="../tags/tag412.xml"/><Relationship Id="rId21" Type="http://schemas.openxmlformats.org/officeDocument/2006/relationships/tags" Target="../tags/tag407.xml"/><Relationship Id="rId34" Type="http://schemas.openxmlformats.org/officeDocument/2006/relationships/tags" Target="../tags/tag420.xml"/><Relationship Id="rId42" Type="http://schemas.openxmlformats.org/officeDocument/2006/relationships/tags" Target="../tags/tag428.xml"/><Relationship Id="rId47" Type="http://schemas.openxmlformats.org/officeDocument/2006/relationships/tags" Target="../tags/tag433.xml"/><Relationship Id="rId50" Type="http://schemas.openxmlformats.org/officeDocument/2006/relationships/tags" Target="../tags/tag436.xml"/><Relationship Id="rId55" Type="http://schemas.openxmlformats.org/officeDocument/2006/relationships/tags" Target="../tags/tag441.xml"/><Relationship Id="rId63" Type="http://schemas.openxmlformats.org/officeDocument/2006/relationships/tags" Target="../tags/tag449.xml"/><Relationship Id="rId7" Type="http://schemas.openxmlformats.org/officeDocument/2006/relationships/tags" Target="../tags/tag393.xml"/><Relationship Id="rId2" Type="http://schemas.openxmlformats.org/officeDocument/2006/relationships/tags" Target="../tags/tag388.xml"/><Relationship Id="rId16" Type="http://schemas.openxmlformats.org/officeDocument/2006/relationships/tags" Target="../tags/tag402.xml"/><Relationship Id="rId29" Type="http://schemas.openxmlformats.org/officeDocument/2006/relationships/tags" Target="../tags/tag415.xml"/><Relationship Id="rId11" Type="http://schemas.openxmlformats.org/officeDocument/2006/relationships/tags" Target="../tags/tag397.xml"/><Relationship Id="rId24" Type="http://schemas.openxmlformats.org/officeDocument/2006/relationships/tags" Target="../tags/tag410.xml"/><Relationship Id="rId32" Type="http://schemas.openxmlformats.org/officeDocument/2006/relationships/tags" Target="../tags/tag418.xml"/><Relationship Id="rId37" Type="http://schemas.openxmlformats.org/officeDocument/2006/relationships/tags" Target="../tags/tag423.xml"/><Relationship Id="rId40" Type="http://schemas.openxmlformats.org/officeDocument/2006/relationships/tags" Target="../tags/tag426.xml"/><Relationship Id="rId45" Type="http://schemas.openxmlformats.org/officeDocument/2006/relationships/tags" Target="../tags/tag431.xml"/><Relationship Id="rId53" Type="http://schemas.openxmlformats.org/officeDocument/2006/relationships/tags" Target="../tags/tag439.xml"/><Relationship Id="rId58" Type="http://schemas.openxmlformats.org/officeDocument/2006/relationships/tags" Target="../tags/tag444.xml"/><Relationship Id="rId66" Type="http://schemas.openxmlformats.org/officeDocument/2006/relationships/notesSlide" Target="../notesSlides/notesSlide28.xml"/><Relationship Id="rId5" Type="http://schemas.openxmlformats.org/officeDocument/2006/relationships/tags" Target="../tags/tag391.xml"/><Relationship Id="rId61" Type="http://schemas.openxmlformats.org/officeDocument/2006/relationships/tags" Target="../tags/tag447.xml"/><Relationship Id="rId19" Type="http://schemas.openxmlformats.org/officeDocument/2006/relationships/tags" Target="../tags/tag405.xml"/><Relationship Id="rId14" Type="http://schemas.openxmlformats.org/officeDocument/2006/relationships/tags" Target="../tags/tag400.xml"/><Relationship Id="rId22" Type="http://schemas.openxmlformats.org/officeDocument/2006/relationships/tags" Target="../tags/tag408.xml"/><Relationship Id="rId27" Type="http://schemas.openxmlformats.org/officeDocument/2006/relationships/tags" Target="../tags/tag413.xml"/><Relationship Id="rId30" Type="http://schemas.openxmlformats.org/officeDocument/2006/relationships/tags" Target="../tags/tag416.xml"/><Relationship Id="rId35" Type="http://schemas.openxmlformats.org/officeDocument/2006/relationships/tags" Target="../tags/tag421.xml"/><Relationship Id="rId43" Type="http://schemas.openxmlformats.org/officeDocument/2006/relationships/tags" Target="../tags/tag429.xml"/><Relationship Id="rId48" Type="http://schemas.openxmlformats.org/officeDocument/2006/relationships/tags" Target="../tags/tag434.xml"/><Relationship Id="rId56" Type="http://schemas.openxmlformats.org/officeDocument/2006/relationships/tags" Target="../tags/tag442.xml"/><Relationship Id="rId64" Type="http://schemas.openxmlformats.org/officeDocument/2006/relationships/tags" Target="../tags/tag450.xml"/><Relationship Id="rId8" Type="http://schemas.openxmlformats.org/officeDocument/2006/relationships/tags" Target="../tags/tag394.xml"/><Relationship Id="rId51" Type="http://schemas.openxmlformats.org/officeDocument/2006/relationships/tags" Target="../tags/tag437.xml"/><Relationship Id="rId3" Type="http://schemas.openxmlformats.org/officeDocument/2006/relationships/tags" Target="../tags/tag389.xml"/><Relationship Id="rId12" Type="http://schemas.openxmlformats.org/officeDocument/2006/relationships/tags" Target="../tags/tag398.xml"/><Relationship Id="rId17" Type="http://schemas.openxmlformats.org/officeDocument/2006/relationships/tags" Target="../tags/tag403.xml"/><Relationship Id="rId25" Type="http://schemas.openxmlformats.org/officeDocument/2006/relationships/tags" Target="../tags/tag411.xml"/><Relationship Id="rId33" Type="http://schemas.openxmlformats.org/officeDocument/2006/relationships/tags" Target="../tags/tag419.xml"/><Relationship Id="rId38" Type="http://schemas.openxmlformats.org/officeDocument/2006/relationships/tags" Target="../tags/tag424.xml"/><Relationship Id="rId46" Type="http://schemas.openxmlformats.org/officeDocument/2006/relationships/tags" Target="../tags/tag432.xml"/><Relationship Id="rId59" Type="http://schemas.openxmlformats.org/officeDocument/2006/relationships/tags" Target="../tags/tag445.xml"/><Relationship Id="rId67" Type="http://schemas.openxmlformats.org/officeDocument/2006/relationships/image" Target="../media/image5.png"/><Relationship Id="rId20" Type="http://schemas.openxmlformats.org/officeDocument/2006/relationships/tags" Target="../tags/tag406.xml"/><Relationship Id="rId41" Type="http://schemas.openxmlformats.org/officeDocument/2006/relationships/tags" Target="../tags/tag427.xml"/><Relationship Id="rId54" Type="http://schemas.openxmlformats.org/officeDocument/2006/relationships/tags" Target="../tags/tag440.xml"/><Relationship Id="rId62" Type="http://schemas.openxmlformats.org/officeDocument/2006/relationships/tags" Target="../tags/tag448.xml"/><Relationship Id="rId1" Type="http://schemas.openxmlformats.org/officeDocument/2006/relationships/themeOverride" Target="../theme/themeOverride9.xml"/><Relationship Id="rId6" Type="http://schemas.openxmlformats.org/officeDocument/2006/relationships/tags" Target="../tags/tag392.xml"/><Relationship Id="rId15" Type="http://schemas.openxmlformats.org/officeDocument/2006/relationships/tags" Target="../tags/tag401.xml"/><Relationship Id="rId23" Type="http://schemas.openxmlformats.org/officeDocument/2006/relationships/tags" Target="../tags/tag409.xml"/><Relationship Id="rId28" Type="http://schemas.openxmlformats.org/officeDocument/2006/relationships/tags" Target="../tags/tag414.xml"/><Relationship Id="rId36" Type="http://schemas.openxmlformats.org/officeDocument/2006/relationships/tags" Target="../tags/tag422.xml"/><Relationship Id="rId49" Type="http://schemas.openxmlformats.org/officeDocument/2006/relationships/tags" Target="../tags/tag435.xml"/><Relationship Id="rId57" Type="http://schemas.openxmlformats.org/officeDocument/2006/relationships/tags" Target="../tags/tag443.xml"/><Relationship Id="rId10" Type="http://schemas.openxmlformats.org/officeDocument/2006/relationships/tags" Target="../tags/tag396.xml"/><Relationship Id="rId31" Type="http://schemas.openxmlformats.org/officeDocument/2006/relationships/tags" Target="../tags/tag417.xml"/><Relationship Id="rId44" Type="http://schemas.openxmlformats.org/officeDocument/2006/relationships/tags" Target="../tags/tag430.xml"/><Relationship Id="rId52" Type="http://schemas.openxmlformats.org/officeDocument/2006/relationships/tags" Target="../tags/tag438.xml"/><Relationship Id="rId60" Type="http://schemas.openxmlformats.org/officeDocument/2006/relationships/tags" Target="../tags/tag446.xml"/><Relationship Id="rId65" Type="http://schemas.openxmlformats.org/officeDocument/2006/relationships/slideLayout" Target="../slideLayouts/slideLayout13.xml"/><Relationship Id="rId4" Type="http://schemas.openxmlformats.org/officeDocument/2006/relationships/tags" Target="../tags/tag390.xml"/><Relationship Id="rId9" Type="http://schemas.openxmlformats.org/officeDocument/2006/relationships/tags" Target="../tags/tag395.xml"/><Relationship Id="rId13" Type="http://schemas.openxmlformats.org/officeDocument/2006/relationships/tags" Target="../tags/tag399.xml"/><Relationship Id="rId18" Type="http://schemas.openxmlformats.org/officeDocument/2006/relationships/tags" Target="../tags/tag404.xml"/><Relationship Id="rId39" Type="http://schemas.openxmlformats.org/officeDocument/2006/relationships/tags" Target="../tags/tag425.xml"/></Relationships>
</file>

<file path=ppt/slides/_rels/slide34.xml.rels><?xml version="1.0" encoding="UTF-8" standalone="yes"?>
<Relationships xmlns="http://schemas.openxmlformats.org/package/2006/relationships"><Relationship Id="rId13" Type="http://schemas.openxmlformats.org/officeDocument/2006/relationships/tags" Target="../tags/tag463.xml"/><Relationship Id="rId18" Type="http://schemas.openxmlformats.org/officeDocument/2006/relationships/tags" Target="../tags/tag468.xml"/><Relationship Id="rId26" Type="http://schemas.openxmlformats.org/officeDocument/2006/relationships/tags" Target="../tags/tag476.xml"/><Relationship Id="rId3" Type="http://schemas.openxmlformats.org/officeDocument/2006/relationships/tags" Target="../tags/tag453.xml"/><Relationship Id="rId21" Type="http://schemas.openxmlformats.org/officeDocument/2006/relationships/tags" Target="../tags/tag471.xml"/><Relationship Id="rId34" Type="http://schemas.openxmlformats.org/officeDocument/2006/relationships/notesSlide" Target="../notesSlides/notesSlide29.xml"/><Relationship Id="rId7" Type="http://schemas.openxmlformats.org/officeDocument/2006/relationships/tags" Target="../tags/tag457.xml"/><Relationship Id="rId12" Type="http://schemas.openxmlformats.org/officeDocument/2006/relationships/tags" Target="../tags/tag462.xml"/><Relationship Id="rId17" Type="http://schemas.openxmlformats.org/officeDocument/2006/relationships/tags" Target="../tags/tag467.xml"/><Relationship Id="rId25" Type="http://schemas.openxmlformats.org/officeDocument/2006/relationships/tags" Target="../tags/tag475.xml"/><Relationship Id="rId33" Type="http://schemas.openxmlformats.org/officeDocument/2006/relationships/slideLayout" Target="../slideLayouts/slideLayout13.xml"/><Relationship Id="rId2" Type="http://schemas.openxmlformats.org/officeDocument/2006/relationships/tags" Target="../tags/tag452.xml"/><Relationship Id="rId16" Type="http://schemas.openxmlformats.org/officeDocument/2006/relationships/tags" Target="../tags/tag466.xml"/><Relationship Id="rId20" Type="http://schemas.openxmlformats.org/officeDocument/2006/relationships/tags" Target="../tags/tag470.xml"/><Relationship Id="rId29" Type="http://schemas.openxmlformats.org/officeDocument/2006/relationships/tags" Target="../tags/tag479.xml"/><Relationship Id="rId1" Type="http://schemas.openxmlformats.org/officeDocument/2006/relationships/tags" Target="../tags/tag451.xml"/><Relationship Id="rId6" Type="http://schemas.openxmlformats.org/officeDocument/2006/relationships/tags" Target="../tags/tag456.xml"/><Relationship Id="rId11" Type="http://schemas.openxmlformats.org/officeDocument/2006/relationships/tags" Target="../tags/tag461.xml"/><Relationship Id="rId24" Type="http://schemas.openxmlformats.org/officeDocument/2006/relationships/tags" Target="../tags/tag474.xml"/><Relationship Id="rId32" Type="http://schemas.openxmlformats.org/officeDocument/2006/relationships/tags" Target="../tags/tag482.xml"/><Relationship Id="rId5" Type="http://schemas.openxmlformats.org/officeDocument/2006/relationships/tags" Target="../tags/tag455.xml"/><Relationship Id="rId15" Type="http://schemas.openxmlformats.org/officeDocument/2006/relationships/tags" Target="../tags/tag465.xml"/><Relationship Id="rId23" Type="http://schemas.openxmlformats.org/officeDocument/2006/relationships/tags" Target="../tags/tag473.xml"/><Relationship Id="rId28" Type="http://schemas.openxmlformats.org/officeDocument/2006/relationships/tags" Target="../tags/tag478.xml"/><Relationship Id="rId10" Type="http://schemas.openxmlformats.org/officeDocument/2006/relationships/tags" Target="../tags/tag460.xml"/><Relationship Id="rId19" Type="http://schemas.openxmlformats.org/officeDocument/2006/relationships/tags" Target="../tags/tag469.xml"/><Relationship Id="rId31" Type="http://schemas.openxmlformats.org/officeDocument/2006/relationships/tags" Target="../tags/tag481.xml"/><Relationship Id="rId4" Type="http://schemas.openxmlformats.org/officeDocument/2006/relationships/tags" Target="../tags/tag454.xml"/><Relationship Id="rId9" Type="http://schemas.openxmlformats.org/officeDocument/2006/relationships/tags" Target="../tags/tag459.xml"/><Relationship Id="rId14" Type="http://schemas.openxmlformats.org/officeDocument/2006/relationships/tags" Target="../tags/tag464.xml"/><Relationship Id="rId22" Type="http://schemas.openxmlformats.org/officeDocument/2006/relationships/tags" Target="../tags/tag472.xml"/><Relationship Id="rId27" Type="http://schemas.openxmlformats.org/officeDocument/2006/relationships/tags" Target="../tags/tag477.xml"/><Relationship Id="rId30" Type="http://schemas.openxmlformats.org/officeDocument/2006/relationships/tags" Target="../tags/tag480.xml"/><Relationship Id="rId35" Type="http://schemas.openxmlformats.org/officeDocument/2006/relationships/image" Target="../media/image60.png"/><Relationship Id="rId8" Type="http://schemas.openxmlformats.org/officeDocument/2006/relationships/tags" Target="../tags/tag45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483.xml"/></Relationships>
</file>

<file path=ppt/slides/_rels/slide41.xml.rels><?xml version="1.0" encoding="UTF-8" standalone="yes"?>
<Relationships xmlns="http://schemas.openxmlformats.org/package/2006/relationships"><Relationship Id="rId13" Type="http://schemas.openxmlformats.org/officeDocument/2006/relationships/tags" Target="../tags/tag496.xml"/><Relationship Id="rId18" Type="http://schemas.openxmlformats.org/officeDocument/2006/relationships/tags" Target="../tags/tag501.xml"/><Relationship Id="rId26" Type="http://schemas.openxmlformats.org/officeDocument/2006/relationships/tags" Target="../tags/tag509.xml"/><Relationship Id="rId39" Type="http://schemas.openxmlformats.org/officeDocument/2006/relationships/image" Target="../media/image63.png"/><Relationship Id="rId21" Type="http://schemas.openxmlformats.org/officeDocument/2006/relationships/tags" Target="../tags/tag504.xml"/><Relationship Id="rId34" Type="http://schemas.openxmlformats.org/officeDocument/2006/relationships/slideLayout" Target="../slideLayouts/slideLayout13.xml"/><Relationship Id="rId42" Type="http://schemas.openxmlformats.org/officeDocument/2006/relationships/image" Target="../media/image66.png"/><Relationship Id="rId7" Type="http://schemas.openxmlformats.org/officeDocument/2006/relationships/tags" Target="../tags/tag490.xml"/><Relationship Id="rId2" Type="http://schemas.openxmlformats.org/officeDocument/2006/relationships/tags" Target="../tags/tag485.xml"/><Relationship Id="rId16" Type="http://schemas.openxmlformats.org/officeDocument/2006/relationships/tags" Target="../tags/tag499.xml"/><Relationship Id="rId20" Type="http://schemas.openxmlformats.org/officeDocument/2006/relationships/tags" Target="../tags/tag503.xml"/><Relationship Id="rId29" Type="http://schemas.openxmlformats.org/officeDocument/2006/relationships/tags" Target="../tags/tag512.xml"/><Relationship Id="rId41" Type="http://schemas.openxmlformats.org/officeDocument/2006/relationships/image" Target="../media/image65.png"/><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tags" Target="../tags/tag494.xml"/><Relationship Id="rId24" Type="http://schemas.openxmlformats.org/officeDocument/2006/relationships/tags" Target="../tags/tag507.xml"/><Relationship Id="rId32" Type="http://schemas.openxmlformats.org/officeDocument/2006/relationships/tags" Target="../tags/tag515.xml"/><Relationship Id="rId37" Type="http://schemas.openxmlformats.org/officeDocument/2006/relationships/image" Target="../media/image25.png"/><Relationship Id="rId40" Type="http://schemas.openxmlformats.org/officeDocument/2006/relationships/image" Target="../media/image64.png"/><Relationship Id="rId5" Type="http://schemas.openxmlformats.org/officeDocument/2006/relationships/tags" Target="../tags/tag488.xml"/><Relationship Id="rId15" Type="http://schemas.openxmlformats.org/officeDocument/2006/relationships/tags" Target="../tags/tag498.xml"/><Relationship Id="rId23" Type="http://schemas.openxmlformats.org/officeDocument/2006/relationships/tags" Target="../tags/tag506.xml"/><Relationship Id="rId28" Type="http://schemas.openxmlformats.org/officeDocument/2006/relationships/tags" Target="../tags/tag511.xml"/><Relationship Id="rId36" Type="http://schemas.openxmlformats.org/officeDocument/2006/relationships/image" Target="../media/image61.png"/><Relationship Id="rId10" Type="http://schemas.openxmlformats.org/officeDocument/2006/relationships/tags" Target="../tags/tag493.xml"/><Relationship Id="rId19" Type="http://schemas.openxmlformats.org/officeDocument/2006/relationships/tags" Target="../tags/tag502.xml"/><Relationship Id="rId31" Type="http://schemas.openxmlformats.org/officeDocument/2006/relationships/tags" Target="../tags/tag514.xml"/><Relationship Id="rId4" Type="http://schemas.openxmlformats.org/officeDocument/2006/relationships/tags" Target="../tags/tag487.xml"/><Relationship Id="rId9" Type="http://schemas.openxmlformats.org/officeDocument/2006/relationships/tags" Target="../tags/tag492.xml"/><Relationship Id="rId14" Type="http://schemas.openxmlformats.org/officeDocument/2006/relationships/tags" Target="../tags/tag497.xml"/><Relationship Id="rId22" Type="http://schemas.openxmlformats.org/officeDocument/2006/relationships/tags" Target="../tags/tag505.xml"/><Relationship Id="rId27" Type="http://schemas.openxmlformats.org/officeDocument/2006/relationships/tags" Target="../tags/tag510.xml"/><Relationship Id="rId30" Type="http://schemas.openxmlformats.org/officeDocument/2006/relationships/tags" Target="../tags/tag513.xml"/><Relationship Id="rId35" Type="http://schemas.openxmlformats.org/officeDocument/2006/relationships/notesSlide" Target="../notesSlides/notesSlide36.xml"/><Relationship Id="rId8" Type="http://schemas.openxmlformats.org/officeDocument/2006/relationships/tags" Target="../tags/tag491.xml"/><Relationship Id="rId3" Type="http://schemas.openxmlformats.org/officeDocument/2006/relationships/tags" Target="../tags/tag486.xml"/><Relationship Id="rId12" Type="http://schemas.openxmlformats.org/officeDocument/2006/relationships/tags" Target="../tags/tag495.xml"/><Relationship Id="rId17" Type="http://schemas.openxmlformats.org/officeDocument/2006/relationships/tags" Target="../tags/tag500.xml"/><Relationship Id="rId25" Type="http://schemas.openxmlformats.org/officeDocument/2006/relationships/tags" Target="../tags/tag508.xml"/><Relationship Id="rId33" Type="http://schemas.openxmlformats.org/officeDocument/2006/relationships/tags" Target="../tags/tag516.xml"/><Relationship Id="rId38" Type="http://schemas.openxmlformats.org/officeDocument/2006/relationships/image" Target="../media/image62.png"/></Relationships>
</file>

<file path=ppt/slides/_rels/slide42.xml.rels><?xml version="1.0" encoding="UTF-8" standalone="yes"?>
<Relationships xmlns="http://schemas.openxmlformats.org/package/2006/relationships"><Relationship Id="rId117" Type="http://schemas.openxmlformats.org/officeDocument/2006/relationships/tags" Target="../tags/tag633.xml"/><Relationship Id="rId21" Type="http://schemas.openxmlformats.org/officeDocument/2006/relationships/tags" Target="../tags/tag537.xml"/><Relationship Id="rId42" Type="http://schemas.openxmlformats.org/officeDocument/2006/relationships/tags" Target="../tags/tag558.xml"/><Relationship Id="rId63" Type="http://schemas.openxmlformats.org/officeDocument/2006/relationships/tags" Target="../tags/tag579.xml"/><Relationship Id="rId84" Type="http://schemas.openxmlformats.org/officeDocument/2006/relationships/tags" Target="../tags/tag600.xml"/><Relationship Id="rId138" Type="http://schemas.openxmlformats.org/officeDocument/2006/relationships/tags" Target="../tags/tag654.xml"/><Relationship Id="rId107" Type="http://schemas.openxmlformats.org/officeDocument/2006/relationships/tags" Target="../tags/tag623.xml"/><Relationship Id="rId11" Type="http://schemas.openxmlformats.org/officeDocument/2006/relationships/tags" Target="../tags/tag527.xml"/><Relationship Id="rId32" Type="http://schemas.openxmlformats.org/officeDocument/2006/relationships/tags" Target="../tags/tag548.xml"/><Relationship Id="rId53" Type="http://schemas.openxmlformats.org/officeDocument/2006/relationships/tags" Target="../tags/tag569.xml"/><Relationship Id="rId74" Type="http://schemas.openxmlformats.org/officeDocument/2006/relationships/tags" Target="../tags/tag590.xml"/><Relationship Id="rId128" Type="http://schemas.openxmlformats.org/officeDocument/2006/relationships/tags" Target="../tags/tag644.xml"/><Relationship Id="rId149" Type="http://schemas.openxmlformats.org/officeDocument/2006/relationships/notesSlide" Target="../notesSlides/notesSlide37.xml"/><Relationship Id="rId5" Type="http://schemas.openxmlformats.org/officeDocument/2006/relationships/tags" Target="../tags/tag521.xml"/><Relationship Id="rId95" Type="http://schemas.openxmlformats.org/officeDocument/2006/relationships/tags" Target="../tags/tag611.xml"/><Relationship Id="rId22" Type="http://schemas.openxmlformats.org/officeDocument/2006/relationships/tags" Target="../tags/tag538.xml"/><Relationship Id="rId27" Type="http://schemas.openxmlformats.org/officeDocument/2006/relationships/tags" Target="../tags/tag543.xml"/><Relationship Id="rId43" Type="http://schemas.openxmlformats.org/officeDocument/2006/relationships/tags" Target="../tags/tag559.xml"/><Relationship Id="rId48" Type="http://schemas.openxmlformats.org/officeDocument/2006/relationships/tags" Target="../tags/tag564.xml"/><Relationship Id="rId64" Type="http://schemas.openxmlformats.org/officeDocument/2006/relationships/tags" Target="../tags/tag580.xml"/><Relationship Id="rId69" Type="http://schemas.openxmlformats.org/officeDocument/2006/relationships/tags" Target="../tags/tag585.xml"/><Relationship Id="rId113" Type="http://schemas.openxmlformats.org/officeDocument/2006/relationships/tags" Target="../tags/tag629.xml"/><Relationship Id="rId118" Type="http://schemas.openxmlformats.org/officeDocument/2006/relationships/tags" Target="../tags/tag634.xml"/><Relationship Id="rId134" Type="http://schemas.openxmlformats.org/officeDocument/2006/relationships/tags" Target="../tags/tag650.xml"/><Relationship Id="rId139" Type="http://schemas.openxmlformats.org/officeDocument/2006/relationships/tags" Target="../tags/tag655.xml"/><Relationship Id="rId80" Type="http://schemas.openxmlformats.org/officeDocument/2006/relationships/tags" Target="../tags/tag596.xml"/><Relationship Id="rId85" Type="http://schemas.openxmlformats.org/officeDocument/2006/relationships/tags" Target="../tags/tag601.xml"/><Relationship Id="rId150" Type="http://schemas.openxmlformats.org/officeDocument/2006/relationships/image" Target="../media/image67.png"/><Relationship Id="rId12" Type="http://schemas.openxmlformats.org/officeDocument/2006/relationships/tags" Target="../tags/tag528.xml"/><Relationship Id="rId17" Type="http://schemas.openxmlformats.org/officeDocument/2006/relationships/tags" Target="../tags/tag533.xml"/><Relationship Id="rId33" Type="http://schemas.openxmlformats.org/officeDocument/2006/relationships/tags" Target="../tags/tag549.xml"/><Relationship Id="rId38" Type="http://schemas.openxmlformats.org/officeDocument/2006/relationships/tags" Target="../tags/tag554.xml"/><Relationship Id="rId59" Type="http://schemas.openxmlformats.org/officeDocument/2006/relationships/tags" Target="../tags/tag575.xml"/><Relationship Id="rId103" Type="http://schemas.openxmlformats.org/officeDocument/2006/relationships/tags" Target="../tags/tag619.xml"/><Relationship Id="rId108" Type="http://schemas.openxmlformats.org/officeDocument/2006/relationships/tags" Target="../tags/tag624.xml"/><Relationship Id="rId124" Type="http://schemas.openxmlformats.org/officeDocument/2006/relationships/tags" Target="../tags/tag640.xml"/><Relationship Id="rId129" Type="http://schemas.openxmlformats.org/officeDocument/2006/relationships/tags" Target="../tags/tag645.xml"/><Relationship Id="rId54" Type="http://schemas.openxmlformats.org/officeDocument/2006/relationships/tags" Target="../tags/tag570.xml"/><Relationship Id="rId70" Type="http://schemas.openxmlformats.org/officeDocument/2006/relationships/tags" Target="../tags/tag586.xml"/><Relationship Id="rId75" Type="http://schemas.openxmlformats.org/officeDocument/2006/relationships/tags" Target="../tags/tag591.xml"/><Relationship Id="rId91" Type="http://schemas.openxmlformats.org/officeDocument/2006/relationships/tags" Target="../tags/tag607.xml"/><Relationship Id="rId96" Type="http://schemas.openxmlformats.org/officeDocument/2006/relationships/tags" Target="../tags/tag612.xml"/><Relationship Id="rId140" Type="http://schemas.openxmlformats.org/officeDocument/2006/relationships/tags" Target="../tags/tag656.xml"/><Relationship Id="rId145" Type="http://schemas.openxmlformats.org/officeDocument/2006/relationships/tags" Target="../tags/tag661.xml"/><Relationship Id="rId1" Type="http://schemas.openxmlformats.org/officeDocument/2006/relationships/tags" Target="../tags/tag517.xml"/><Relationship Id="rId6" Type="http://schemas.openxmlformats.org/officeDocument/2006/relationships/tags" Target="../tags/tag522.xml"/><Relationship Id="rId23" Type="http://schemas.openxmlformats.org/officeDocument/2006/relationships/tags" Target="../tags/tag539.xml"/><Relationship Id="rId28" Type="http://schemas.openxmlformats.org/officeDocument/2006/relationships/tags" Target="../tags/tag544.xml"/><Relationship Id="rId49" Type="http://schemas.openxmlformats.org/officeDocument/2006/relationships/tags" Target="../tags/tag565.xml"/><Relationship Id="rId114" Type="http://schemas.openxmlformats.org/officeDocument/2006/relationships/tags" Target="../tags/tag630.xml"/><Relationship Id="rId119" Type="http://schemas.openxmlformats.org/officeDocument/2006/relationships/tags" Target="../tags/tag635.xml"/><Relationship Id="rId44" Type="http://schemas.openxmlformats.org/officeDocument/2006/relationships/tags" Target="../tags/tag560.xml"/><Relationship Id="rId60" Type="http://schemas.openxmlformats.org/officeDocument/2006/relationships/tags" Target="../tags/tag576.xml"/><Relationship Id="rId65" Type="http://schemas.openxmlformats.org/officeDocument/2006/relationships/tags" Target="../tags/tag581.xml"/><Relationship Id="rId81" Type="http://schemas.openxmlformats.org/officeDocument/2006/relationships/tags" Target="../tags/tag597.xml"/><Relationship Id="rId86" Type="http://schemas.openxmlformats.org/officeDocument/2006/relationships/tags" Target="../tags/tag602.xml"/><Relationship Id="rId130" Type="http://schemas.openxmlformats.org/officeDocument/2006/relationships/tags" Target="../tags/tag646.xml"/><Relationship Id="rId135" Type="http://schemas.openxmlformats.org/officeDocument/2006/relationships/tags" Target="../tags/tag651.xml"/><Relationship Id="rId13" Type="http://schemas.openxmlformats.org/officeDocument/2006/relationships/tags" Target="../tags/tag529.xml"/><Relationship Id="rId18" Type="http://schemas.openxmlformats.org/officeDocument/2006/relationships/tags" Target="../tags/tag534.xml"/><Relationship Id="rId39" Type="http://schemas.openxmlformats.org/officeDocument/2006/relationships/tags" Target="../tags/tag555.xml"/><Relationship Id="rId109" Type="http://schemas.openxmlformats.org/officeDocument/2006/relationships/tags" Target="../tags/tag625.xml"/><Relationship Id="rId34" Type="http://schemas.openxmlformats.org/officeDocument/2006/relationships/tags" Target="../tags/tag550.xml"/><Relationship Id="rId50" Type="http://schemas.openxmlformats.org/officeDocument/2006/relationships/tags" Target="../tags/tag566.xml"/><Relationship Id="rId55" Type="http://schemas.openxmlformats.org/officeDocument/2006/relationships/tags" Target="../tags/tag571.xml"/><Relationship Id="rId76" Type="http://schemas.openxmlformats.org/officeDocument/2006/relationships/tags" Target="../tags/tag592.xml"/><Relationship Id="rId97" Type="http://schemas.openxmlformats.org/officeDocument/2006/relationships/tags" Target="../tags/tag613.xml"/><Relationship Id="rId104" Type="http://schemas.openxmlformats.org/officeDocument/2006/relationships/tags" Target="../tags/tag620.xml"/><Relationship Id="rId120" Type="http://schemas.openxmlformats.org/officeDocument/2006/relationships/tags" Target="../tags/tag636.xml"/><Relationship Id="rId125" Type="http://schemas.openxmlformats.org/officeDocument/2006/relationships/tags" Target="../tags/tag641.xml"/><Relationship Id="rId141" Type="http://schemas.openxmlformats.org/officeDocument/2006/relationships/tags" Target="../tags/tag657.xml"/><Relationship Id="rId146" Type="http://schemas.openxmlformats.org/officeDocument/2006/relationships/tags" Target="../tags/tag662.xml"/><Relationship Id="rId7" Type="http://schemas.openxmlformats.org/officeDocument/2006/relationships/tags" Target="../tags/tag523.xml"/><Relationship Id="rId71" Type="http://schemas.openxmlformats.org/officeDocument/2006/relationships/tags" Target="../tags/tag587.xml"/><Relationship Id="rId92" Type="http://schemas.openxmlformats.org/officeDocument/2006/relationships/tags" Target="../tags/tag608.xml"/><Relationship Id="rId2" Type="http://schemas.openxmlformats.org/officeDocument/2006/relationships/tags" Target="../tags/tag518.xml"/><Relationship Id="rId29" Type="http://schemas.openxmlformats.org/officeDocument/2006/relationships/tags" Target="../tags/tag545.xml"/><Relationship Id="rId24" Type="http://schemas.openxmlformats.org/officeDocument/2006/relationships/tags" Target="../tags/tag540.xml"/><Relationship Id="rId40" Type="http://schemas.openxmlformats.org/officeDocument/2006/relationships/tags" Target="../tags/tag556.xml"/><Relationship Id="rId45" Type="http://schemas.openxmlformats.org/officeDocument/2006/relationships/tags" Target="../tags/tag561.xml"/><Relationship Id="rId66" Type="http://schemas.openxmlformats.org/officeDocument/2006/relationships/tags" Target="../tags/tag582.xml"/><Relationship Id="rId87" Type="http://schemas.openxmlformats.org/officeDocument/2006/relationships/tags" Target="../tags/tag603.xml"/><Relationship Id="rId110" Type="http://schemas.openxmlformats.org/officeDocument/2006/relationships/tags" Target="../tags/tag626.xml"/><Relationship Id="rId115" Type="http://schemas.openxmlformats.org/officeDocument/2006/relationships/tags" Target="../tags/tag631.xml"/><Relationship Id="rId131" Type="http://schemas.openxmlformats.org/officeDocument/2006/relationships/tags" Target="../tags/tag647.xml"/><Relationship Id="rId136" Type="http://schemas.openxmlformats.org/officeDocument/2006/relationships/tags" Target="../tags/tag652.xml"/><Relationship Id="rId61" Type="http://schemas.openxmlformats.org/officeDocument/2006/relationships/tags" Target="../tags/tag577.xml"/><Relationship Id="rId82" Type="http://schemas.openxmlformats.org/officeDocument/2006/relationships/tags" Target="../tags/tag598.xml"/><Relationship Id="rId19" Type="http://schemas.openxmlformats.org/officeDocument/2006/relationships/tags" Target="../tags/tag535.xml"/><Relationship Id="rId14" Type="http://schemas.openxmlformats.org/officeDocument/2006/relationships/tags" Target="../tags/tag530.xml"/><Relationship Id="rId30" Type="http://schemas.openxmlformats.org/officeDocument/2006/relationships/tags" Target="../tags/tag546.xml"/><Relationship Id="rId35" Type="http://schemas.openxmlformats.org/officeDocument/2006/relationships/tags" Target="../tags/tag551.xml"/><Relationship Id="rId56" Type="http://schemas.openxmlformats.org/officeDocument/2006/relationships/tags" Target="../tags/tag572.xml"/><Relationship Id="rId77" Type="http://schemas.openxmlformats.org/officeDocument/2006/relationships/tags" Target="../tags/tag593.xml"/><Relationship Id="rId100" Type="http://schemas.openxmlformats.org/officeDocument/2006/relationships/tags" Target="../tags/tag616.xml"/><Relationship Id="rId105" Type="http://schemas.openxmlformats.org/officeDocument/2006/relationships/tags" Target="../tags/tag621.xml"/><Relationship Id="rId126" Type="http://schemas.openxmlformats.org/officeDocument/2006/relationships/tags" Target="../tags/tag642.xml"/><Relationship Id="rId147" Type="http://schemas.openxmlformats.org/officeDocument/2006/relationships/tags" Target="../tags/tag663.xml"/><Relationship Id="rId8" Type="http://schemas.openxmlformats.org/officeDocument/2006/relationships/tags" Target="../tags/tag524.xml"/><Relationship Id="rId51" Type="http://schemas.openxmlformats.org/officeDocument/2006/relationships/tags" Target="../tags/tag567.xml"/><Relationship Id="rId72" Type="http://schemas.openxmlformats.org/officeDocument/2006/relationships/tags" Target="../tags/tag588.xml"/><Relationship Id="rId93" Type="http://schemas.openxmlformats.org/officeDocument/2006/relationships/tags" Target="../tags/tag609.xml"/><Relationship Id="rId98" Type="http://schemas.openxmlformats.org/officeDocument/2006/relationships/tags" Target="../tags/tag614.xml"/><Relationship Id="rId121" Type="http://schemas.openxmlformats.org/officeDocument/2006/relationships/tags" Target="../tags/tag637.xml"/><Relationship Id="rId142" Type="http://schemas.openxmlformats.org/officeDocument/2006/relationships/tags" Target="../tags/tag658.xml"/><Relationship Id="rId3" Type="http://schemas.openxmlformats.org/officeDocument/2006/relationships/tags" Target="../tags/tag519.xml"/><Relationship Id="rId25" Type="http://schemas.openxmlformats.org/officeDocument/2006/relationships/tags" Target="../tags/tag541.xml"/><Relationship Id="rId46" Type="http://schemas.openxmlformats.org/officeDocument/2006/relationships/tags" Target="../tags/tag562.xml"/><Relationship Id="rId67" Type="http://schemas.openxmlformats.org/officeDocument/2006/relationships/tags" Target="../tags/tag583.xml"/><Relationship Id="rId116" Type="http://schemas.openxmlformats.org/officeDocument/2006/relationships/tags" Target="../tags/tag632.xml"/><Relationship Id="rId137" Type="http://schemas.openxmlformats.org/officeDocument/2006/relationships/tags" Target="../tags/tag653.xml"/><Relationship Id="rId20" Type="http://schemas.openxmlformats.org/officeDocument/2006/relationships/tags" Target="../tags/tag536.xml"/><Relationship Id="rId41" Type="http://schemas.openxmlformats.org/officeDocument/2006/relationships/tags" Target="../tags/tag557.xml"/><Relationship Id="rId62" Type="http://schemas.openxmlformats.org/officeDocument/2006/relationships/tags" Target="../tags/tag578.xml"/><Relationship Id="rId83" Type="http://schemas.openxmlformats.org/officeDocument/2006/relationships/tags" Target="../tags/tag599.xml"/><Relationship Id="rId88" Type="http://schemas.openxmlformats.org/officeDocument/2006/relationships/tags" Target="../tags/tag604.xml"/><Relationship Id="rId111" Type="http://schemas.openxmlformats.org/officeDocument/2006/relationships/tags" Target="../tags/tag627.xml"/><Relationship Id="rId132" Type="http://schemas.openxmlformats.org/officeDocument/2006/relationships/tags" Target="../tags/tag648.xml"/><Relationship Id="rId15" Type="http://schemas.openxmlformats.org/officeDocument/2006/relationships/tags" Target="../tags/tag531.xml"/><Relationship Id="rId36" Type="http://schemas.openxmlformats.org/officeDocument/2006/relationships/tags" Target="../tags/tag552.xml"/><Relationship Id="rId57" Type="http://schemas.openxmlformats.org/officeDocument/2006/relationships/tags" Target="../tags/tag573.xml"/><Relationship Id="rId106" Type="http://schemas.openxmlformats.org/officeDocument/2006/relationships/tags" Target="../tags/tag622.xml"/><Relationship Id="rId127" Type="http://schemas.openxmlformats.org/officeDocument/2006/relationships/tags" Target="../tags/tag643.xml"/><Relationship Id="rId10" Type="http://schemas.openxmlformats.org/officeDocument/2006/relationships/tags" Target="../tags/tag526.xml"/><Relationship Id="rId31" Type="http://schemas.openxmlformats.org/officeDocument/2006/relationships/tags" Target="../tags/tag547.xml"/><Relationship Id="rId52" Type="http://schemas.openxmlformats.org/officeDocument/2006/relationships/tags" Target="../tags/tag568.xml"/><Relationship Id="rId73" Type="http://schemas.openxmlformats.org/officeDocument/2006/relationships/tags" Target="../tags/tag589.xml"/><Relationship Id="rId78" Type="http://schemas.openxmlformats.org/officeDocument/2006/relationships/tags" Target="../tags/tag594.xml"/><Relationship Id="rId94" Type="http://schemas.openxmlformats.org/officeDocument/2006/relationships/tags" Target="../tags/tag610.xml"/><Relationship Id="rId99" Type="http://schemas.openxmlformats.org/officeDocument/2006/relationships/tags" Target="../tags/tag615.xml"/><Relationship Id="rId101" Type="http://schemas.openxmlformats.org/officeDocument/2006/relationships/tags" Target="../tags/tag617.xml"/><Relationship Id="rId122" Type="http://schemas.openxmlformats.org/officeDocument/2006/relationships/tags" Target="../tags/tag638.xml"/><Relationship Id="rId143" Type="http://schemas.openxmlformats.org/officeDocument/2006/relationships/tags" Target="../tags/tag659.xml"/><Relationship Id="rId148" Type="http://schemas.openxmlformats.org/officeDocument/2006/relationships/slideLayout" Target="../slideLayouts/slideLayout13.xml"/><Relationship Id="rId4" Type="http://schemas.openxmlformats.org/officeDocument/2006/relationships/tags" Target="../tags/tag520.xml"/><Relationship Id="rId9" Type="http://schemas.openxmlformats.org/officeDocument/2006/relationships/tags" Target="../tags/tag525.xml"/><Relationship Id="rId26" Type="http://schemas.openxmlformats.org/officeDocument/2006/relationships/tags" Target="../tags/tag542.xml"/><Relationship Id="rId47" Type="http://schemas.openxmlformats.org/officeDocument/2006/relationships/tags" Target="../tags/tag563.xml"/><Relationship Id="rId68" Type="http://schemas.openxmlformats.org/officeDocument/2006/relationships/tags" Target="../tags/tag584.xml"/><Relationship Id="rId89" Type="http://schemas.openxmlformats.org/officeDocument/2006/relationships/tags" Target="../tags/tag605.xml"/><Relationship Id="rId112" Type="http://schemas.openxmlformats.org/officeDocument/2006/relationships/tags" Target="../tags/tag628.xml"/><Relationship Id="rId133" Type="http://schemas.openxmlformats.org/officeDocument/2006/relationships/tags" Target="../tags/tag649.xml"/><Relationship Id="rId16" Type="http://schemas.openxmlformats.org/officeDocument/2006/relationships/tags" Target="../tags/tag532.xml"/><Relationship Id="rId37" Type="http://schemas.openxmlformats.org/officeDocument/2006/relationships/tags" Target="../tags/tag553.xml"/><Relationship Id="rId58" Type="http://schemas.openxmlformats.org/officeDocument/2006/relationships/tags" Target="../tags/tag574.xml"/><Relationship Id="rId79" Type="http://schemas.openxmlformats.org/officeDocument/2006/relationships/tags" Target="../tags/tag595.xml"/><Relationship Id="rId102" Type="http://schemas.openxmlformats.org/officeDocument/2006/relationships/tags" Target="../tags/tag618.xml"/><Relationship Id="rId123" Type="http://schemas.openxmlformats.org/officeDocument/2006/relationships/tags" Target="../tags/tag639.xml"/><Relationship Id="rId144" Type="http://schemas.openxmlformats.org/officeDocument/2006/relationships/tags" Target="../tags/tag660.xml"/><Relationship Id="rId90" Type="http://schemas.openxmlformats.org/officeDocument/2006/relationships/tags" Target="../tags/tag606.xml"/></Relationships>
</file>

<file path=ppt/slides/_rels/slide43.xml.rels><?xml version="1.0" encoding="UTF-8" standalone="yes"?>
<Relationships xmlns="http://schemas.openxmlformats.org/package/2006/relationships"><Relationship Id="rId117" Type="http://schemas.openxmlformats.org/officeDocument/2006/relationships/tags" Target="../tags/tag780.xml"/><Relationship Id="rId21" Type="http://schemas.openxmlformats.org/officeDocument/2006/relationships/tags" Target="../tags/tag684.xml"/><Relationship Id="rId42" Type="http://schemas.openxmlformats.org/officeDocument/2006/relationships/tags" Target="../tags/tag705.xml"/><Relationship Id="rId63" Type="http://schemas.openxmlformats.org/officeDocument/2006/relationships/tags" Target="../tags/tag726.xml"/><Relationship Id="rId84" Type="http://schemas.openxmlformats.org/officeDocument/2006/relationships/tags" Target="../tags/tag747.xml"/><Relationship Id="rId138" Type="http://schemas.openxmlformats.org/officeDocument/2006/relationships/tags" Target="../tags/tag801.xml"/><Relationship Id="rId159" Type="http://schemas.openxmlformats.org/officeDocument/2006/relationships/tags" Target="../tags/tag822.xml"/><Relationship Id="rId170" Type="http://schemas.openxmlformats.org/officeDocument/2006/relationships/tags" Target="../tags/tag833.xml"/><Relationship Id="rId191" Type="http://schemas.openxmlformats.org/officeDocument/2006/relationships/tags" Target="../tags/tag854.xml"/><Relationship Id="rId107" Type="http://schemas.openxmlformats.org/officeDocument/2006/relationships/tags" Target="../tags/tag770.xml"/><Relationship Id="rId11" Type="http://schemas.openxmlformats.org/officeDocument/2006/relationships/tags" Target="../tags/tag674.xml"/><Relationship Id="rId32" Type="http://schemas.openxmlformats.org/officeDocument/2006/relationships/tags" Target="../tags/tag695.xml"/><Relationship Id="rId53" Type="http://schemas.openxmlformats.org/officeDocument/2006/relationships/tags" Target="../tags/tag716.xml"/><Relationship Id="rId74" Type="http://schemas.openxmlformats.org/officeDocument/2006/relationships/tags" Target="../tags/tag737.xml"/><Relationship Id="rId128" Type="http://schemas.openxmlformats.org/officeDocument/2006/relationships/tags" Target="../tags/tag791.xml"/><Relationship Id="rId149" Type="http://schemas.openxmlformats.org/officeDocument/2006/relationships/tags" Target="../tags/tag812.xml"/><Relationship Id="rId5" Type="http://schemas.openxmlformats.org/officeDocument/2006/relationships/tags" Target="../tags/tag668.xml"/><Relationship Id="rId95" Type="http://schemas.openxmlformats.org/officeDocument/2006/relationships/tags" Target="../tags/tag758.xml"/><Relationship Id="rId160" Type="http://schemas.openxmlformats.org/officeDocument/2006/relationships/tags" Target="../tags/tag823.xml"/><Relationship Id="rId181" Type="http://schemas.openxmlformats.org/officeDocument/2006/relationships/tags" Target="../tags/tag844.xml"/><Relationship Id="rId22" Type="http://schemas.openxmlformats.org/officeDocument/2006/relationships/tags" Target="../tags/tag685.xml"/><Relationship Id="rId43" Type="http://schemas.openxmlformats.org/officeDocument/2006/relationships/tags" Target="../tags/tag706.xml"/><Relationship Id="rId64" Type="http://schemas.openxmlformats.org/officeDocument/2006/relationships/tags" Target="../tags/tag727.xml"/><Relationship Id="rId118" Type="http://schemas.openxmlformats.org/officeDocument/2006/relationships/tags" Target="../tags/tag781.xml"/><Relationship Id="rId139" Type="http://schemas.openxmlformats.org/officeDocument/2006/relationships/tags" Target="../tags/tag802.xml"/><Relationship Id="rId85" Type="http://schemas.openxmlformats.org/officeDocument/2006/relationships/tags" Target="../tags/tag748.xml"/><Relationship Id="rId150" Type="http://schemas.openxmlformats.org/officeDocument/2006/relationships/tags" Target="../tags/tag813.xml"/><Relationship Id="rId171" Type="http://schemas.openxmlformats.org/officeDocument/2006/relationships/tags" Target="../tags/tag834.xml"/><Relationship Id="rId192" Type="http://schemas.openxmlformats.org/officeDocument/2006/relationships/tags" Target="../tags/tag855.xml"/><Relationship Id="rId12" Type="http://schemas.openxmlformats.org/officeDocument/2006/relationships/tags" Target="../tags/tag675.xml"/><Relationship Id="rId33" Type="http://schemas.openxmlformats.org/officeDocument/2006/relationships/tags" Target="../tags/tag696.xml"/><Relationship Id="rId108" Type="http://schemas.openxmlformats.org/officeDocument/2006/relationships/tags" Target="../tags/tag771.xml"/><Relationship Id="rId129" Type="http://schemas.openxmlformats.org/officeDocument/2006/relationships/tags" Target="../tags/tag792.xml"/><Relationship Id="rId54" Type="http://schemas.openxmlformats.org/officeDocument/2006/relationships/tags" Target="../tags/tag717.xml"/><Relationship Id="rId75" Type="http://schemas.openxmlformats.org/officeDocument/2006/relationships/tags" Target="../tags/tag738.xml"/><Relationship Id="rId96" Type="http://schemas.openxmlformats.org/officeDocument/2006/relationships/tags" Target="../tags/tag759.xml"/><Relationship Id="rId140" Type="http://schemas.openxmlformats.org/officeDocument/2006/relationships/tags" Target="../tags/tag803.xml"/><Relationship Id="rId161" Type="http://schemas.openxmlformats.org/officeDocument/2006/relationships/tags" Target="../tags/tag824.xml"/><Relationship Id="rId182" Type="http://schemas.openxmlformats.org/officeDocument/2006/relationships/tags" Target="../tags/tag845.xml"/><Relationship Id="rId6" Type="http://schemas.openxmlformats.org/officeDocument/2006/relationships/tags" Target="../tags/tag669.xml"/><Relationship Id="rId23" Type="http://schemas.openxmlformats.org/officeDocument/2006/relationships/tags" Target="../tags/tag686.xml"/><Relationship Id="rId119" Type="http://schemas.openxmlformats.org/officeDocument/2006/relationships/tags" Target="../tags/tag782.xml"/><Relationship Id="rId44" Type="http://schemas.openxmlformats.org/officeDocument/2006/relationships/tags" Target="../tags/tag707.xml"/><Relationship Id="rId65" Type="http://schemas.openxmlformats.org/officeDocument/2006/relationships/tags" Target="../tags/tag728.xml"/><Relationship Id="rId86" Type="http://schemas.openxmlformats.org/officeDocument/2006/relationships/tags" Target="../tags/tag749.xml"/><Relationship Id="rId130" Type="http://schemas.openxmlformats.org/officeDocument/2006/relationships/tags" Target="../tags/tag793.xml"/><Relationship Id="rId151" Type="http://schemas.openxmlformats.org/officeDocument/2006/relationships/tags" Target="../tags/tag814.xml"/><Relationship Id="rId172" Type="http://schemas.openxmlformats.org/officeDocument/2006/relationships/tags" Target="../tags/tag835.xml"/><Relationship Id="rId193" Type="http://schemas.openxmlformats.org/officeDocument/2006/relationships/slideLayout" Target="../slideLayouts/slideLayout13.xml"/><Relationship Id="rId13" Type="http://schemas.openxmlformats.org/officeDocument/2006/relationships/tags" Target="../tags/tag676.xml"/><Relationship Id="rId109" Type="http://schemas.openxmlformats.org/officeDocument/2006/relationships/tags" Target="../tags/tag772.xml"/><Relationship Id="rId34" Type="http://schemas.openxmlformats.org/officeDocument/2006/relationships/tags" Target="../tags/tag697.xml"/><Relationship Id="rId50" Type="http://schemas.openxmlformats.org/officeDocument/2006/relationships/tags" Target="../tags/tag713.xml"/><Relationship Id="rId55" Type="http://schemas.openxmlformats.org/officeDocument/2006/relationships/tags" Target="../tags/tag718.xml"/><Relationship Id="rId76" Type="http://schemas.openxmlformats.org/officeDocument/2006/relationships/tags" Target="../tags/tag739.xml"/><Relationship Id="rId97" Type="http://schemas.openxmlformats.org/officeDocument/2006/relationships/tags" Target="../tags/tag760.xml"/><Relationship Id="rId104" Type="http://schemas.openxmlformats.org/officeDocument/2006/relationships/tags" Target="../tags/tag767.xml"/><Relationship Id="rId120" Type="http://schemas.openxmlformats.org/officeDocument/2006/relationships/tags" Target="../tags/tag783.xml"/><Relationship Id="rId125" Type="http://schemas.openxmlformats.org/officeDocument/2006/relationships/tags" Target="../tags/tag788.xml"/><Relationship Id="rId141" Type="http://schemas.openxmlformats.org/officeDocument/2006/relationships/tags" Target="../tags/tag804.xml"/><Relationship Id="rId146" Type="http://schemas.openxmlformats.org/officeDocument/2006/relationships/tags" Target="../tags/tag809.xml"/><Relationship Id="rId167" Type="http://schemas.openxmlformats.org/officeDocument/2006/relationships/tags" Target="../tags/tag830.xml"/><Relationship Id="rId188" Type="http://schemas.openxmlformats.org/officeDocument/2006/relationships/tags" Target="../tags/tag851.xml"/><Relationship Id="rId7" Type="http://schemas.openxmlformats.org/officeDocument/2006/relationships/tags" Target="../tags/tag670.xml"/><Relationship Id="rId71" Type="http://schemas.openxmlformats.org/officeDocument/2006/relationships/tags" Target="../tags/tag734.xml"/><Relationship Id="rId92" Type="http://schemas.openxmlformats.org/officeDocument/2006/relationships/tags" Target="../tags/tag755.xml"/><Relationship Id="rId162" Type="http://schemas.openxmlformats.org/officeDocument/2006/relationships/tags" Target="../tags/tag825.xml"/><Relationship Id="rId183" Type="http://schemas.openxmlformats.org/officeDocument/2006/relationships/tags" Target="../tags/tag846.xml"/><Relationship Id="rId2" Type="http://schemas.openxmlformats.org/officeDocument/2006/relationships/tags" Target="../tags/tag665.xml"/><Relationship Id="rId29" Type="http://schemas.openxmlformats.org/officeDocument/2006/relationships/tags" Target="../tags/tag692.xml"/><Relationship Id="rId24" Type="http://schemas.openxmlformats.org/officeDocument/2006/relationships/tags" Target="../tags/tag687.xml"/><Relationship Id="rId40" Type="http://schemas.openxmlformats.org/officeDocument/2006/relationships/tags" Target="../tags/tag703.xml"/><Relationship Id="rId45" Type="http://schemas.openxmlformats.org/officeDocument/2006/relationships/tags" Target="../tags/tag708.xml"/><Relationship Id="rId66" Type="http://schemas.openxmlformats.org/officeDocument/2006/relationships/tags" Target="../tags/tag729.xml"/><Relationship Id="rId87" Type="http://schemas.openxmlformats.org/officeDocument/2006/relationships/tags" Target="../tags/tag750.xml"/><Relationship Id="rId110" Type="http://schemas.openxmlformats.org/officeDocument/2006/relationships/tags" Target="../tags/tag773.xml"/><Relationship Id="rId115" Type="http://schemas.openxmlformats.org/officeDocument/2006/relationships/tags" Target="../tags/tag778.xml"/><Relationship Id="rId131" Type="http://schemas.openxmlformats.org/officeDocument/2006/relationships/tags" Target="../tags/tag794.xml"/><Relationship Id="rId136" Type="http://schemas.openxmlformats.org/officeDocument/2006/relationships/tags" Target="../tags/tag799.xml"/><Relationship Id="rId157" Type="http://schemas.openxmlformats.org/officeDocument/2006/relationships/tags" Target="../tags/tag820.xml"/><Relationship Id="rId178" Type="http://schemas.openxmlformats.org/officeDocument/2006/relationships/tags" Target="../tags/tag841.xml"/><Relationship Id="rId61" Type="http://schemas.openxmlformats.org/officeDocument/2006/relationships/tags" Target="../tags/tag724.xml"/><Relationship Id="rId82" Type="http://schemas.openxmlformats.org/officeDocument/2006/relationships/tags" Target="../tags/tag745.xml"/><Relationship Id="rId152" Type="http://schemas.openxmlformats.org/officeDocument/2006/relationships/tags" Target="../tags/tag815.xml"/><Relationship Id="rId173" Type="http://schemas.openxmlformats.org/officeDocument/2006/relationships/tags" Target="../tags/tag836.xml"/><Relationship Id="rId194" Type="http://schemas.openxmlformats.org/officeDocument/2006/relationships/notesSlide" Target="../notesSlides/notesSlide38.xml"/><Relationship Id="rId19" Type="http://schemas.openxmlformats.org/officeDocument/2006/relationships/tags" Target="../tags/tag682.xml"/><Relationship Id="rId14" Type="http://schemas.openxmlformats.org/officeDocument/2006/relationships/tags" Target="../tags/tag677.xml"/><Relationship Id="rId30" Type="http://schemas.openxmlformats.org/officeDocument/2006/relationships/tags" Target="../tags/tag693.xml"/><Relationship Id="rId35" Type="http://schemas.openxmlformats.org/officeDocument/2006/relationships/tags" Target="../tags/tag698.xml"/><Relationship Id="rId56" Type="http://schemas.openxmlformats.org/officeDocument/2006/relationships/tags" Target="../tags/tag719.xml"/><Relationship Id="rId77" Type="http://schemas.openxmlformats.org/officeDocument/2006/relationships/tags" Target="../tags/tag740.xml"/><Relationship Id="rId100" Type="http://schemas.openxmlformats.org/officeDocument/2006/relationships/tags" Target="../tags/tag763.xml"/><Relationship Id="rId105" Type="http://schemas.openxmlformats.org/officeDocument/2006/relationships/tags" Target="../tags/tag768.xml"/><Relationship Id="rId126" Type="http://schemas.openxmlformats.org/officeDocument/2006/relationships/tags" Target="../tags/tag789.xml"/><Relationship Id="rId147" Type="http://schemas.openxmlformats.org/officeDocument/2006/relationships/tags" Target="../tags/tag810.xml"/><Relationship Id="rId168" Type="http://schemas.openxmlformats.org/officeDocument/2006/relationships/tags" Target="../tags/tag831.xml"/><Relationship Id="rId8" Type="http://schemas.openxmlformats.org/officeDocument/2006/relationships/tags" Target="../tags/tag671.xml"/><Relationship Id="rId51" Type="http://schemas.openxmlformats.org/officeDocument/2006/relationships/tags" Target="../tags/tag714.xml"/><Relationship Id="rId72" Type="http://schemas.openxmlformats.org/officeDocument/2006/relationships/tags" Target="../tags/tag735.xml"/><Relationship Id="rId93" Type="http://schemas.openxmlformats.org/officeDocument/2006/relationships/tags" Target="../tags/tag756.xml"/><Relationship Id="rId98" Type="http://schemas.openxmlformats.org/officeDocument/2006/relationships/tags" Target="../tags/tag761.xml"/><Relationship Id="rId121" Type="http://schemas.openxmlformats.org/officeDocument/2006/relationships/tags" Target="../tags/tag784.xml"/><Relationship Id="rId142" Type="http://schemas.openxmlformats.org/officeDocument/2006/relationships/tags" Target="../tags/tag805.xml"/><Relationship Id="rId163" Type="http://schemas.openxmlformats.org/officeDocument/2006/relationships/tags" Target="../tags/tag826.xml"/><Relationship Id="rId184" Type="http://schemas.openxmlformats.org/officeDocument/2006/relationships/tags" Target="../tags/tag847.xml"/><Relationship Id="rId189" Type="http://schemas.openxmlformats.org/officeDocument/2006/relationships/tags" Target="../tags/tag852.xml"/><Relationship Id="rId3" Type="http://schemas.openxmlformats.org/officeDocument/2006/relationships/tags" Target="../tags/tag666.xml"/><Relationship Id="rId25" Type="http://schemas.openxmlformats.org/officeDocument/2006/relationships/tags" Target="../tags/tag688.xml"/><Relationship Id="rId46" Type="http://schemas.openxmlformats.org/officeDocument/2006/relationships/tags" Target="../tags/tag709.xml"/><Relationship Id="rId67" Type="http://schemas.openxmlformats.org/officeDocument/2006/relationships/tags" Target="../tags/tag730.xml"/><Relationship Id="rId116" Type="http://schemas.openxmlformats.org/officeDocument/2006/relationships/tags" Target="../tags/tag779.xml"/><Relationship Id="rId137" Type="http://schemas.openxmlformats.org/officeDocument/2006/relationships/tags" Target="../tags/tag800.xml"/><Relationship Id="rId158" Type="http://schemas.openxmlformats.org/officeDocument/2006/relationships/tags" Target="../tags/tag821.xml"/><Relationship Id="rId20" Type="http://schemas.openxmlformats.org/officeDocument/2006/relationships/tags" Target="../tags/tag683.xml"/><Relationship Id="rId41" Type="http://schemas.openxmlformats.org/officeDocument/2006/relationships/tags" Target="../tags/tag704.xml"/><Relationship Id="rId62" Type="http://schemas.openxmlformats.org/officeDocument/2006/relationships/tags" Target="../tags/tag725.xml"/><Relationship Id="rId83" Type="http://schemas.openxmlformats.org/officeDocument/2006/relationships/tags" Target="../tags/tag746.xml"/><Relationship Id="rId88" Type="http://schemas.openxmlformats.org/officeDocument/2006/relationships/tags" Target="../tags/tag751.xml"/><Relationship Id="rId111" Type="http://schemas.openxmlformats.org/officeDocument/2006/relationships/tags" Target="../tags/tag774.xml"/><Relationship Id="rId132" Type="http://schemas.openxmlformats.org/officeDocument/2006/relationships/tags" Target="../tags/tag795.xml"/><Relationship Id="rId153" Type="http://schemas.openxmlformats.org/officeDocument/2006/relationships/tags" Target="../tags/tag816.xml"/><Relationship Id="rId174" Type="http://schemas.openxmlformats.org/officeDocument/2006/relationships/tags" Target="../tags/tag837.xml"/><Relationship Id="rId179" Type="http://schemas.openxmlformats.org/officeDocument/2006/relationships/tags" Target="../tags/tag842.xml"/><Relationship Id="rId190" Type="http://schemas.openxmlformats.org/officeDocument/2006/relationships/tags" Target="../tags/tag853.xml"/><Relationship Id="rId15" Type="http://schemas.openxmlformats.org/officeDocument/2006/relationships/tags" Target="../tags/tag678.xml"/><Relationship Id="rId36" Type="http://schemas.openxmlformats.org/officeDocument/2006/relationships/tags" Target="../tags/tag699.xml"/><Relationship Id="rId57" Type="http://schemas.openxmlformats.org/officeDocument/2006/relationships/tags" Target="../tags/tag720.xml"/><Relationship Id="rId106" Type="http://schemas.openxmlformats.org/officeDocument/2006/relationships/tags" Target="../tags/tag769.xml"/><Relationship Id="rId127" Type="http://schemas.openxmlformats.org/officeDocument/2006/relationships/tags" Target="../tags/tag790.xml"/><Relationship Id="rId10" Type="http://schemas.openxmlformats.org/officeDocument/2006/relationships/tags" Target="../tags/tag673.xml"/><Relationship Id="rId31" Type="http://schemas.openxmlformats.org/officeDocument/2006/relationships/tags" Target="../tags/tag694.xml"/><Relationship Id="rId52" Type="http://schemas.openxmlformats.org/officeDocument/2006/relationships/tags" Target="../tags/tag715.xml"/><Relationship Id="rId73" Type="http://schemas.openxmlformats.org/officeDocument/2006/relationships/tags" Target="../tags/tag736.xml"/><Relationship Id="rId78" Type="http://schemas.openxmlformats.org/officeDocument/2006/relationships/tags" Target="../tags/tag741.xml"/><Relationship Id="rId94" Type="http://schemas.openxmlformats.org/officeDocument/2006/relationships/tags" Target="../tags/tag757.xml"/><Relationship Id="rId99" Type="http://schemas.openxmlformats.org/officeDocument/2006/relationships/tags" Target="../tags/tag762.xml"/><Relationship Id="rId101" Type="http://schemas.openxmlformats.org/officeDocument/2006/relationships/tags" Target="../tags/tag764.xml"/><Relationship Id="rId122" Type="http://schemas.openxmlformats.org/officeDocument/2006/relationships/tags" Target="../tags/tag785.xml"/><Relationship Id="rId143" Type="http://schemas.openxmlformats.org/officeDocument/2006/relationships/tags" Target="../tags/tag806.xml"/><Relationship Id="rId148" Type="http://schemas.openxmlformats.org/officeDocument/2006/relationships/tags" Target="../tags/tag811.xml"/><Relationship Id="rId164" Type="http://schemas.openxmlformats.org/officeDocument/2006/relationships/tags" Target="../tags/tag827.xml"/><Relationship Id="rId169" Type="http://schemas.openxmlformats.org/officeDocument/2006/relationships/tags" Target="../tags/tag832.xml"/><Relationship Id="rId185" Type="http://schemas.openxmlformats.org/officeDocument/2006/relationships/tags" Target="../tags/tag848.xml"/><Relationship Id="rId4" Type="http://schemas.openxmlformats.org/officeDocument/2006/relationships/tags" Target="../tags/tag667.xml"/><Relationship Id="rId9" Type="http://schemas.openxmlformats.org/officeDocument/2006/relationships/tags" Target="../tags/tag672.xml"/><Relationship Id="rId180" Type="http://schemas.openxmlformats.org/officeDocument/2006/relationships/tags" Target="../tags/tag843.xml"/><Relationship Id="rId26" Type="http://schemas.openxmlformats.org/officeDocument/2006/relationships/tags" Target="../tags/tag689.xml"/><Relationship Id="rId47" Type="http://schemas.openxmlformats.org/officeDocument/2006/relationships/tags" Target="../tags/tag710.xml"/><Relationship Id="rId68" Type="http://schemas.openxmlformats.org/officeDocument/2006/relationships/tags" Target="../tags/tag731.xml"/><Relationship Id="rId89" Type="http://schemas.openxmlformats.org/officeDocument/2006/relationships/tags" Target="../tags/tag752.xml"/><Relationship Id="rId112" Type="http://schemas.openxmlformats.org/officeDocument/2006/relationships/tags" Target="../tags/tag775.xml"/><Relationship Id="rId133" Type="http://schemas.openxmlformats.org/officeDocument/2006/relationships/tags" Target="../tags/tag796.xml"/><Relationship Id="rId154" Type="http://schemas.openxmlformats.org/officeDocument/2006/relationships/tags" Target="../tags/tag817.xml"/><Relationship Id="rId175" Type="http://schemas.openxmlformats.org/officeDocument/2006/relationships/tags" Target="../tags/tag838.xml"/><Relationship Id="rId16" Type="http://schemas.openxmlformats.org/officeDocument/2006/relationships/tags" Target="../tags/tag679.xml"/><Relationship Id="rId37" Type="http://schemas.openxmlformats.org/officeDocument/2006/relationships/tags" Target="../tags/tag700.xml"/><Relationship Id="rId58" Type="http://schemas.openxmlformats.org/officeDocument/2006/relationships/tags" Target="../tags/tag721.xml"/><Relationship Id="rId79" Type="http://schemas.openxmlformats.org/officeDocument/2006/relationships/tags" Target="../tags/tag742.xml"/><Relationship Id="rId102" Type="http://schemas.openxmlformats.org/officeDocument/2006/relationships/tags" Target="../tags/tag765.xml"/><Relationship Id="rId123" Type="http://schemas.openxmlformats.org/officeDocument/2006/relationships/tags" Target="../tags/tag786.xml"/><Relationship Id="rId144" Type="http://schemas.openxmlformats.org/officeDocument/2006/relationships/tags" Target="../tags/tag807.xml"/><Relationship Id="rId90" Type="http://schemas.openxmlformats.org/officeDocument/2006/relationships/tags" Target="../tags/tag753.xml"/><Relationship Id="rId165" Type="http://schemas.openxmlformats.org/officeDocument/2006/relationships/tags" Target="../tags/tag828.xml"/><Relationship Id="rId186" Type="http://schemas.openxmlformats.org/officeDocument/2006/relationships/tags" Target="../tags/tag849.xml"/><Relationship Id="rId27" Type="http://schemas.openxmlformats.org/officeDocument/2006/relationships/tags" Target="../tags/tag690.xml"/><Relationship Id="rId48" Type="http://schemas.openxmlformats.org/officeDocument/2006/relationships/tags" Target="../tags/tag711.xml"/><Relationship Id="rId69" Type="http://schemas.openxmlformats.org/officeDocument/2006/relationships/tags" Target="../tags/tag732.xml"/><Relationship Id="rId113" Type="http://schemas.openxmlformats.org/officeDocument/2006/relationships/tags" Target="../tags/tag776.xml"/><Relationship Id="rId134" Type="http://schemas.openxmlformats.org/officeDocument/2006/relationships/tags" Target="../tags/tag797.xml"/><Relationship Id="rId80" Type="http://schemas.openxmlformats.org/officeDocument/2006/relationships/tags" Target="../tags/tag743.xml"/><Relationship Id="rId155" Type="http://schemas.openxmlformats.org/officeDocument/2006/relationships/tags" Target="../tags/tag818.xml"/><Relationship Id="rId176" Type="http://schemas.openxmlformats.org/officeDocument/2006/relationships/tags" Target="../tags/tag839.xml"/><Relationship Id="rId17" Type="http://schemas.openxmlformats.org/officeDocument/2006/relationships/tags" Target="../tags/tag680.xml"/><Relationship Id="rId38" Type="http://schemas.openxmlformats.org/officeDocument/2006/relationships/tags" Target="../tags/tag701.xml"/><Relationship Id="rId59" Type="http://schemas.openxmlformats.org/officeDocument/2006/relationships/tags" Target="../tags/tag722.xml"/><Relationship Id="rId103" Type="http://schemas.openxmlformats.org/officeDocument/2006/relationships/tags" Target="../tags/tag766.xml"/><Relationship Id="rId124" Type="http://schemas.openxmlformats.org/officeDocument/2006/relationships/tags" Target="../tags/tag787.xml"/><Relationship Id="rId70" Type="http://schemas.openxmlformats.org/officeDocument/2006/relationships/tags" Target="../tags/tag733.xml"/><Relationship Id="rId91" Type="http://schemas.openxmlformats.org/officeDocument/2006/relationships/tags" Target="../tags/tag754.xml"/><Relationship Id="rId145" Type="http://schemas.openxmlformats.org/officeDocument/2006/relationships/tags" Target="../tags/tag808.xml"/><Relationship Id="rId166" Type="http://schemas.openxmlformats.org/officeDocument/2006/relationships/tags" Target="../tags/tag829.xml"/><Relationship Id="rId187" Type="http://schemas.openxmlformats.org/officeDocument/2006/relationships/tags" Target="../tags/tag850.xml"/><Relationship Id="rId1" Type="http://schemas.openxmlformats.org/officeDocument/2006/relationships/tags" Target="../tags/tag664.xml"/><Relationship Id="rId28" Type="http://schemas.openxmlformats.org/officeDocument/2006/relationships/tags" Target="../tags/tag691.xml"/><Relationship Id="rId49" Type="http://schemas.openxmlformats.org/officeDocument/2006/relationships/tags" Target="../tags/tag712.xml"/><Relationship Id="rId114" Type="http://schemas.openxmlformats.org/officeDocument/2006/relationships/tags" Target="../tags/tag777.xml"/><Relationship Id="rId60" Type="http://schemas.openxmlformats.org/officeDocument/2006/relationships/tags" Target="../tags/tag723.xml"/><Relationship Id="rId81" Type="http://schemas.openxmlformats.org/officeDocument/2006/relationships/tags" Target="../tags/tag744.xml"/><Relationship Id="rId135" Type="http://schemas.openxmlformats.org/officeDocument/2006/relationships/tags" Target="../tags/tag798.xml"/><Relationship Id="rId156" Type="http://schemas.openxmlformats.org/officeDocument/2006/relationships/tags" Target="../tags/tag819.xml"/><Relationship Id="rId177" Type="http://schemas.openxmlformats.org/officeDocument/2006/relationships/tags" Target="../tags/tag840.xml"/><Relationship Id="rId18" Type="http://schemas.openxmlformats.org/officeDocument/2006/relationships/tags" Target="../tags/tag681.xml"/><Relationship Id="rId39" Type="http://schemas.openxmlformats.org/officeDocument/2006/relationships/tags" Target="../tags/tag702.xml"/></Relationships>
</file>

<file path=ppt/slides/_rels/slide44.xml.rels><?xml version="1.0" encoding="UTF-8" standalone="yes"?>
<Relationships xmlns="http://schemas.openxmlformats.org/package/2006/relationships"><Relationship Id="rId117" Type="http://schemas.openxmlformats.org/officeDocument/2006/relationships/tags" Target="../tags/tag972.xml"/><Relationship Id="rId21" Type="http://schemas.openxmlformats.org/officeDocument/2006/relationships/tags" Target="../tags/tag876.xml"/><Relationship Id="rId42" Type="http://schemas.openxmlformats.org/officeDocument/2006/relationships/tags" Target="../tags/tag897.xml"/><Relationship Id="rId63" Type="http://schemas.openxmlformats.org/officeDocument/2006/relationships/tags" Target="../tags/tag918.xml"/><Relationship Id="rId84" Type="http://schemas.openxmlformats.org/officeDocument/2006/relationships/tags" Target="../tags/tag939.xml"/><Relationship Id="rId138" Type="http://schemas.openxmlformats.org/officeDocument/2006/relationships/tags" Target="../tags/tag993.xml"/><Relationship Id="rId159" Type="http://schemas.openxmlformats.org/officeDocument/2006/relationships/tags" Target="../tags/tag1014.xml"/><Relationship Id="rId170" Type="http://schemas.openxmlformats.org/officeDocument/2006/relationships/tags" Target="../tags/tag1025.xml"/><Relationship Id="rId191" Type="http://schemas.openxmlformats.org/officeDocument/2006/relationships/tags" Target="../tags/tag1046.xml"/><Relationship Id="rId205" Type="http://schemas.openxmlformats.org/officeDocument/2006/relationships/tags" Target="../tags/tag1060.xml"/><Relationship Id="rId226" Type="http://schemas.openxmlformats.org/officeDocument/2006/relationships/tags" Target="../tags/tag1081.xml"/><Relationship Id="rId107" Type="http://schemas.openxmlformats.org/officeDocument/2006/relationships/tags" Target="../tags/tag962.xml"/><Relationship Id="rId11" Type="http://schemas.openxmlformats.org/officeDocument/2006/relationships/tags" Target="../tags/tag866.xml"/><Relationship Id="rId32" Type="http://schemas.openxmlformats.org/officeDocument/2006/relationships/tags" Target="../tags/tag887.xml"/><Relationship Id="rId53" Type="http://schemas.openxmlformats.org/officeDocument/2006/relationships/tags" Target="../tags/tag908.xml"/><Relationship Id="rId74" Type="http://schemas.openxmlformats.org/officeDocument/2006/relationships/tags" Target="../tags/tag929.xml"/><Relationship Id="rId128" Type="http://schemas.openxmlformats.org/officeDocument/2006/relationships/tags" Target="../tags/tag983.xml"/><Relationship Id="rId149" Type="http://schemas.openxmlformats.org/officeDocument/2006/relationships/tags" Target="../tags/tag1004.xml"/><Relationship Id="rId5" Type="http://schemas.openxmlformats.org/officeDocument/2006/relationships/tags" Target="../tags/tag860.xml"/><Relationship Id="rId95" Type="http://schemas.openxmlformats.org/officeDocument/2006/relationships/tags" Target="../tags/tag950.xml"/><Relationship Id="rId160" Type="http://schemas.openxmlformats.org/officeDocument/2006/relationships/tags" Target="../tags/tag1015.xml"/><Relationship Id="rId181" Type="http://schemas.openxmlformats.org/officeDocument/2006/relationships/tags" Target="../tags/tag1036.xml"/><Relationship Id="rId216" Type="http://schemas.openxmlformats.org/officeDocument/2006/relationships/tags" Target="../tags/tag1071.xml"/><Relationship Id="rId237" Type="http://schemas.openxmlformats.org/officeDocument/2006/relationships/tags" Target="../tags/tag1092.xml"/><Relationship Id="rId22" Type="http://schemas.openxmlformats.org/officeDocument/2006/relationships/tags" Target="../tags/tag877.xml"/><Relationship Id="rId43" Type="http://schemas.openxmlformats.org/officeDocument/2006/relationships/tags" Target="../tags/tag898.xml"/><Relationship Id="rId64" Type="http://schemas.openxmlformats.org/officeDocument/2006/relationships/tags" Target="../tags/tag919.xml"/><Relationship Id="rId118" Type="http://schemas.openxmlformats.org/officeDocument/2006/relationships/tags" Target="../tags/tag973.xml"/><Relationship Id="rId139" Type="http://schemas.openxmlformats.org/officeDocument/2006/relationships/tags" Target="../tags/tag994.xml"/><Relationship Id="rId85" Type="http://schemas.openxmlformats.org/officeDocument/2006/relationships/tags" Target="../tags/tag940.xml"/><Relationship Id="rId150" Type="http://schemas.openxmlformats.org/officeDocument/2006/relationships/tags" Target="../tags/tag1005.xml"/><Relationship Id="rId171" Type="http://schemas.openxmlformats.org/officeDocument/2006/relationships/tags" Target="../tags/tag1026.xml"/><Relationship Id="rId192" Type="http://schemas.openxmlformats.org/officeDocument/2006/relationships/tags" Target="../tags/tag1047.xml"/><Relationship Id="rId206" Type="http://schemas.openxmlformats.org/officeDocument/2006/relationships/tags" Target="../tags/tag1061.xml"/><Relationship Id="rId227" Type="http://schemas.openxmlformats.org/officeDocument/2006/relationships/tags" Target="../tags/tag1082.xml"/><Relationship Id="rId12" Type="http://schemas.openxmlformats.org/officeDocument/2006/relationships/tags" Target="../tags/tag867.xml"/><Relationship Id="rId33" Type="http://schemas.openxmlformats.org/officeDocument/2006/relationships/tags" Target="../tags/tag888.xml"/><Relationship Id="rId108" Type="http://schemas.openxmlformats.org/officeDocument/2006/relationships/tags" Target="../tags/tag963.xml"/><Relationship Id="rId129" Type="http://schemas.openxmlformats.org/officeDocument/2006/relationships/tags" Target="../tags/tag984.xml"/><Relationship Id="rId54" Type="http://schemas.openxmlformats.org/officeDocument/2006/relationships/tags" Target="../tags/tag909.xml"/><Relationship Id="rId75" Type="http://schemas.openxmlformats.org/officeDocument/2006/relationships/tags" Target="../tags/tag930.xml"/><Relationship Id="rId96" Type="http://schemas.openxmlformats.org/officeDocument/2006/relationships/tags" Target="../tags/tag951.xml"/><Relationship Id="rId140" Type="http://schemas.openxmlformats.org/officeDocument/2006/relationships/tags" Target="../tags/tag995.xml"/><Relationship Id="rId161" Type="http://schemas.openxmlformats.org/officeDocument/2006/relationships/tags" Target="../tags/tag1016.xml"/><Relationship Id="rId182" Type="http://schemas.openxmlformats.org/officeDocument/2006/relationships/tags" Target="../tags/tag1037.xml"/><Relationship Id="rId217" Type="http://schemas.openxmlformats.org/officeDocument/2006/relationships/tags" Target="../tags/tag1072.xml"/><Relationship Id="rId6" Type="http://schemas.openxmlformats.org/officeDocument/2006/relationships/tags" Target="../tags/tag861.xml"/><Relationship Id="rId238" Type="http://schemas.openxmlformats.org/officeDocument/2006/relationships/tags" Target="../tags/tag1093.xml"/><Relationship Id="rId23" Type="http://schemas.openxmlformats.org/officeDocument/2006/relationships/tags" Target="../tags/tag878.xml"/><Relationship Id="rId119" Type="http://schemas.openxmlformats.org/officeDocument/2006/relationships/tags" Target="../tags/tag974.xml"/><Relationship Id="rId44" Type="http://schemas.openxmlformats.org/officeDocument/2006/relationships/tags" Target="../tags/tag899.xml"/><Relationship Id="rId65" Type="http://schemas.openxmlformats.org/officeDocument/2006/relationships/tags" Target="../tags/tag920.xml"/><Relationship Id="rId86" Type="http://schemas.openxmlformats.org/officeDocument/2006/relationships/tags" Target="../tags/tag941.xml"/><Relationship Id="rId130" Type="http://schemas.openxmlformats.org/officeDocument/2006/relationships/tags" Target="../tags/tag985.xml"/><Relationship Id="rId151" Type="http://schemas.openxmlformats.org/officeDocument/2006/relationships/tags" Target="../tags/tag1006.xml"/><Relationship Id="rId172" Type="http://schemas.openxmlformats.org/officeDocument/2006/relationships/tags" Target="../tags/tag1027.xml"/><Relationship Id="rId193" Type="http://schemas.openxmlformats.org/officeDocument/2006/relationships/tags" Target="../tags/tag1048.xml"/><Relationship Id="rId207" Type="http://schemas.openxmlformats.org/officeDocument/2006/relationships/tags" Target="../tags/tag1062.xml"/><Relationship Id="rId228" Type="http://schemas.openxmlformats.org/officeDocument/2006/relationships/tags" Target="../tags/tag1083.xml"/><Relationship Id="rId13" Type="http://schemas.openxmlformats.org/officeDocument/2006/relationships/tags" Target="../tags/tag868.xml"/><Relationship Id="rId109" Type="http://schemas.openxmlformats.org/officeDocument/2006/relationships/tags" Target="../tags/tag964.xml"/><Relationship Id="rId34" Type="http://schemas.openxmlformats.org/officeDocument/2006/relationships/tags" Target="../tags/tag889.xml"/><Relationship Id="rId55" Type="http://schemas.openxmlformats.org/officeDocument/2006/relationships/tags" Target="../tags/tag910.xml"/><Relationship Id="rId76" Type="http://schemas.openxmlformats.org/officeDocument/2006/relationships/tags" Target="../tags/tag931.xml"/><Relationship Id="rId97" Type="http://schemas.openxmlformats.org/officeDocument/2006/relationships/tags" Target="../tags/tag952.xml"/><Relationship Id="rId120" Type="http://schemas.openxmlformats.org/officeDocument/2006/relationships/tags" Target="../tags/tag975.xml"/><Relationship Id="rId141" Type="http://schemas.openxmlformats.org/officeDocument/2006/relationships/tags" Target="../tags/tag996.xml"/><Relationship Id="rId7" Type="http://schemas.openxmlformats.org/officeDocument/2006/relationships/tags" Target="../tags/tag862.xml"/><Relationship Id="rId162" Type="http://schemas.openxmlformats.org/officeDocument/2006/relationships/tags" Target="../tags/tag1017.xml"/><Relationship Id="rId183" Type="http://schemas.openxmlformats.org/officeDocument/2006/relationships/tags" Target="../tags/tag1038.xml"/><Relationship Id="rId218" Type="http://schemas.openxmlformats.org/officeDocument/2006/relationships/tags" Target="../tags/tag1073.xml"/><Relationship Id="rId239" Type="http://schemas.openxmlformats.org/officeDocument/2006/relationships/tags" Target="../tags/tag1094.xml"/><Relationship Id="rId24" Type="http://schemas.openxmlformats.org/officeDocument/2006/relationships/tags" Target="../tags/tag879.xml"/><Relationship Id="rId45" Type="http://schemas.openxmlformats.org/officeDocument/2006/relationships/tags" Target="../tags/tag900.xml"/><Relationship Id="rId66" Type="http://schemas.openxmlformats.org/officeDocument/2006/relationships/tags" Target="../tags/tag921.xml"/><Relationship Id="rId87" Type="http://schemas.openxmlformats.org/officeDocument/2006/relationships/tags" Target="../tags/tag942.xml"/><Relationship Id="rId110" Type="http://schemas.openxmlformats.org/officeDocument/2006/relationships/tags" Target="../tags/tag965.xml"/><Relationship Id="rId131" Type="http://schemas.openxmlformats.org/officeDocument/2006/relationships/tags" Target="../tags/tag986.xml"/><Relationship Id="rId152" Type="http://schemas.openxmlformats.org/officeDocument/2006/relationships/tags" Target="../tags/tag1007.xml"/><Relationship Id="rId173" Type="http://schemas.openxmlformats.org/officeDocument/2006/relationships/tags" Target="../tags/tag1028.xml"/><Relationship Id="rId194" Type="http://schemas.openxmlformats.org/officeDocument/2006/relationships/tags" Target="../tags/tag1049.xml"/><Relationship Id="rId208" Type="http://schemas.openxmlformats.org/officeDocument/2006/relationships/tags" Target="../tags/tag1063.xml"/><Relationship Id="rId229" Type="http://schemas.openxmlformats.org/officeDocument/2006/relationships/tags" Target="../tags/tag1084.xml"/><Relationship Id="rId240" Type="http://schemas.openxmlformats.org/officeDocument/2006/relationships/slideLayout" Target="../slideLayouts/slideLayout13.xml"/><Relationship Id="rId14" Type="http://schemas.openxmlformats.org/officeDocument/2006/relationships/tags" Target="../tags/tag869.xml"/><Relationship Id="rId35" Type="http://schemas.openxmlformats.org/officeDocument/2006/relationships/tags" Target="../tags/tag890.xml"/><Relationship Id="rId56" Type="http://schemas.openxmlformats.org/officeDocument/2006/relationships/tags" Target="../tags/tag911.xml"/><Relationship Id="rId77" Type="http://schemas.openxmlformats.org/officeDocument/2006/relationships/tags" Target="../tags/tag932.xml"/><Relationship Id="rId100" Type="http://schemas.openxmlformats.org/officeDocument/2006/relationships/tags" Target="../tags/tag955.xml"/><Relationship Id="rId8" Type="http://schemas.openxmlformats.org/officeDocument/2006/relationships/tags" Target="../tags/tag863.xml"/><Relationship Id="rId98" Type="http://schemas.openxmlformats.org/officeDocument/2006/relationships/tags" Target="../tags/tag953.xml"/><Relationship Id="rId121" Type="http://schemas.openxmlformats.org/officeDocument/2006/relationships/tags" Target="../tags/tag976.xml"/><Relationship Id="rId142" Type="http://schemas.openxmlformats.org/officeDocument/2006/relationships/tags" Target="../tags/tag997.xml"/><Relationship Id="rId163" Type="http://schemas.openxmlformats.org/officeDocument/2006/relationships/tags" Target="../tags/tag1018.xml"/><Relationship Id="rId184" Type="http://schemas.openxmlformats.org/officeDocument/2006/relationships/tags" Target="../tags/tag1039.xml"/><Relationship Id="rId219" Type="http://schemas.openxmlformats.org/officeDocument/2006/relationships/tags" Target="../tags/tag1074.xml"/><Relationship Id="rId230" Type="http://schemas.openxmlformats.org/officeDocument/2006/relationships/tags" Target="../tags/tag1085.xml"/><Relationship Id="rId25" Type="http://schemas.openxmlformats.org/officeDocument/2006/relationships/tags" Target="../tags/tag880.xml"/><Relationship Id="rId46" Type="http://schemas.openxmlformats.org/officeDocument/2006/relationships/tags" Target="../tags/tag901.xml"/><Relationship Id="rId67" Type="http://schemas.openxmlformats.org/officeDocument/2006/relationships/tags" Target="../tags/tag922.xml"/><Relationship Id="rId88" Type="http://schemas.openxmlformats.org/officeDocument/2006/relationships/tags" Target="../tags/tag943.xml"/><Relationship Id="rId111" Type="http://schemas.openxmlformats.org/officeDocument/2006/relationships/tags" Target="../tags/tag966.xml"/><Relationship Id="rId132" Type="http://schemas.openxmlformats.org/officeDocument/2006/relationships/tags" Target="../tags/tag987.xml"/><Relationship Id="rId153" Type="http://schemas.openxmlformats.org/officeDocument/2006/relationships/tags" Target="../tags/tag1008.xml"/><Relationship Id="rId174" Type="http://schemas.openxmlformats.org/officeDocument/2006/relationships/tags" Target="../tags/tag1029.xml"/><Relationship Id="rId195" Type="http://schemas.openxmlformats.org/officeDocument/2006/relationships/tags" Target="../tags/tag1050.xml"/><Relationship Id="rId209" Type="http://schemas.openxmlformats.org/officeDocument/2006/relationships/tags" Target="../tags/tag1064.xml"/><Relationship Id="rId220" Type="http://schemas.openxmlformats.org/officeDocument/2006/relationships/tags" Target="../tags/tag1075.xml"/><Relationship Id="rId241" Type="http://schemas.openxmlformats.org/officeDocument/2006/relationships/notesSlide" Target="../notesSlides/notesSlide39.xml"/><Relationship Id="rId15" Type="http://schemas.openxmlformats.org/officeDocument/2006/relationships/tags" Target="../tags/tag870.xml"/><Relationship Id="rId36" Type="http://schemas.openxmlformats.org/officeDocument/2006/relationships/tags" Target="../tags/tag891.xml"/><Relationship Id="rId57" Type="http://schemas.openxmlformats.org/officeDocument/2006/relationships/tags" Target="../tags/tag912.xml"/><Relationship Id="rId106" Type="http://schemas.openxmlformats.org/officeDocument/2006/relationships/tags" Target="../tags/tag961.xml"/><Relationship Id="rId127" Type="http://schemas.openxmlformats.org/officeDocument/2006/relationships/tags" Target="../tags/tag982.xml"/><Relationship Id="rId10" Type="http://schemas.openxmlformats.org/officeDocument/2006/relationships/tags" Target="../tags/tag865.xml"/><Relationship Id="rId31" Type="http://schemas.openxmlformats.org/officeDocument/2006/relationships/tags" Target="../tags/tag886.xml"/><Relationship Id="rId52" Type="http://schemas.openxmlformats.org/officeDocument/2006/relationships/tags" Target="../tags/tag907.xml"/><Relationship Id="rId73" Type="http://schemas.openxmlformats.org/officeDocument/2006/relationships/tags" Target="../tags/tag928.xml"/><Relationship Id="rId78" Type="http://schemas.openxmlformats.org/officeDocument/2006/relationships/tags" Target="../tags/tag933.xml"/><Relationship Id="rId94" Type="http://schemas.openxmlformats.org/officeDocument/2006/relationships/tags" Target="../tags/tag949.xml"/><Relationship Id="rId99" Type="http://schemas.openxmlformats.org/officeDocument/2006/relationships/tags" Target="../tags/tag954.xml"/><Relationship Id="rId101" Type="http://schemas.openxmlformats.org/officeDocument/2006/relationships/tags" Target="../tags/tag956.xml"/><Relationship Id="rId122" Type="http://schemas.openxmlformats.org/officeDocument/2006/relationships/tags" Target="../tags/tag977.xml"/><Relationship Id="rId143" Type="http://schemas.openxmlformats.org/officeDocument/2006/relationships/tags" Target="../tags/tag998.xml"/><Relationship Id="rId148" Type="http://schemas.openxmlformats.org/officeDocument/2006/relationships/tags" Target="../tags/tag1003.xml"/><Relationship Id="rId164" Type="http://schemas.openxmlformats.org/officeDocument/2006/relationships/tags" Target="../tags/tag1019.xml"/><Relationship Id="rId169" Type="http://schemas.openxmlformats.org/officeDocument/2006/relationships/tags" Target="../tags/tag1024.xml"/><Relationship Id="rId185" Type="http://schemas.openxmlformats.org/officeDocument/2006/relationships/tags" Target="../tags/tag1040.xml"/><Relationship Id="rId4" Type="http://schemas.openxmlformats.org/officeDocument/2006/relationships/tags" Target="../tags/tag859.xml"/><Relationship Id="rId9" Type="http://schemas.openxmlformats.org/officeDocument/2006/relationships/tags" Target="../tags/tag864.xml"/><Relationship Id="rId180" Type="http://schemas.openxmlformats.org/officeDocument/2006/relationships/tags" Target="../tags/tag1035.xml"/><Relationship Id="rId210" Type="http://schemas.openxmlformats.org/officeDocument/2006/relationships/tags" Target="../tags/tag1065.xml"/><Relationship Id="rId215" Type="http://schemas.openxmlformats.org/officeDocument/2006/relationships/tags" Target="../tags/tag1070.xml"/><Relationship Id="rId236" Type="http://schemas.openxmlformats.org/officeDocument/2006/relationships/tags" Target="../tags/tag1091.xml"/><Relationship Id="rId26" Type="http://schemas.openxmlformats.org/officeDocument/2006/relationships/tags" Target="../tags/tag881.xml"/><Relationship Id="rId231" Type="http://schemas.openxmlformats.org/officeDocument/2006/relationships/tags" Target="../tags/tag1086.xml"/><Relationship Id="rId47" Type="http://schemas.openxmlformats.org/officeDocument/2006/relationships/tags" Target="../tags/tag902.xml"/><Relationship Id="rId68" Type="http://schemas.openxmlformats.org/officeDocument/2006/relationships/tags" Target="../tags/tag923.xml"/><Relationship Id="rId89" Type="http://schemas.openxmlformats.org/officeDocument/2006/relationships/tags" Target="../tags/tag944.xml"/><Relationship Id="rId112" Type="http://schemas.openxmlformats.org/officeDocument/2006/relationships/tags" Target="../tags/tag967.xml"/><Relationship Id="rId133" Type="http://schemas.openxmlformats.org/officeDocument/2006/relationships/tags" Target="../tags/tag988.xml"/><Relationship Id="rId154" Type="http://schemas.openxmlformats.org/officeDocument/2006/relationships/tags" Target="../tags/tag1009.xml"/><Relationship Id="rId175" Type="http://schemas.openxmlformats.org/officeDocument/2006/relationships/tags" Target="../tags/tag1030.xml"/><Relationship Id="rId196" Type="http://schemas.openxmlformats.org/officeDocument/2006/relationships/tags" Target="../tags/tag1051.xml"/><Relationship Id="rId200" Type="http://schemas.openxmlformats.org/officeDocument/2006/relationships/tags" Target="../tags/tag1055.xml"/><Relationship Id="rId16" Type="http://schemas.openxmlformats.org/officeDocument/2006/relationships/tags" Target="../tags/tag871.xml"/><Relationship Id="rId221" Type="http://schemas.openxmlformats.org/officeDocument/2006/relationships/tags" Target="../tags/tag1076.xml"/><Relationship Id="rId37" Type="http://schemas.openxmlformats.org/officeDocument/2006/relationships/tags" Target="../tags/tag892.xml"/><Relationship Id="rId58" Type="http://schemas.openxmlformats.org/officeDocument/2006/relationships/tags" Target="../tags/tag913.xml"/><Relationship Id="rId79" Type="http://schemas.openxmlformats.org/officeDocument/2006/relationships/tags" Target="../tags/tag934.xml"/><Relationship Id="rId102" Type="http://schemas.openxmlformats.org/officeDocument/2006/relationships/tags" Target="../tags/tag957.xml"/><Relationship Id="rId123" Type="http://schemas.openxmlformats.org/officeDocument/2006/relationships/tags" Target="../tags/tag978.xml"/><Relationship Id="rId144" Type="http://schemas.openxmlformats.org/officeDocument/2006/relationships/tags" Target="../tags/tag999.xml"/><Relationship Id="rId90" Type="http://schemas.openxmlformats.org/officeDocument/2006/relationships/tags" Target="../tags/tag945.xml"/><Relationship Id="rId165" Type="http://schemas.openxmlformats.org/officeDocument/2006/relationships/tags" Target="../tags/tag1020.xml"/><Relationship Id="rId186" Type="http://schemas.openxmlformats.org/officeDocument/2006/relationships/tags" Target="../tags/tag1041.xml"/><Relationship Id="rId211" Type="http://schemas.openxmlformats.org/officeDocument/2006/relationships/tags" Target="../tags/tag1066.xml"/><Relationship Id="rId232" Type="http://schemas.openxmlformats.org/officeDocument/2006/relationships/tags" Target="../tags/tag1087.xml"/><Relationship Id="rId27" Type="http://schemas.openxmlformats.org/officeDocument/2006/relationships/tags" Target="../tags/tag882.xml"/><Relationship Id="rId48" Type="http://schemas.openxmlformats.org/officeDocument/2006/relationships/tags" Target="../tags/tag903.xml"/><Relationship Id="rId69" Type="http://schemas.openxmlformats.org/officeDocument/2006/relationships/tags" Target="../tags/tag924.xml"/><Relationship Id="rId113" Type="http://schemas.openxmlformats.org/officeDocument/2006/relationships/tags" Target="../tags/tag968.xml"/><Relationship Id="rId134" Type="http://schemas.openxmlformats.org/officeDocument/2006/relationships/tags" Target="../tags/tag989.xml"/><Relationship Id="rId80" Type="http://schemas.openxmlformats.org/officeDocument/2006/relationships/tags" Target="../tags/tag935.xml"/><Relationship Id="rId155" Type="http://schemas.openxmlformats.org/officeDocument/2006/relationships/tags" Target="../tags/tag1010.xml"/><Relationship Id="rId176" Type="http://schemas.openxmlformats.org/officeDocument/2006/relationships/tags" Target="../tags/tag1031.xml"/><Relationship Id="rId197" Type="http://schemas.openxmlformats.org/officeDocument/2006/relationships/tags" Target="../tags/tag1052.xml"/><Relationship Id="rId201" Type="http://schemas.openxmlformats.org/officeDocument/2006/relationships/tags" Target="../tags/tag1056.xml"/><Relationship Id="rId222" Type="http://schemas.openxmlformats.org/officeDocument/2006/relationships/tags" Target="../tags/tag1077.xml"/><Relationship Id="rId17" Type="http://schemas.openxmlformats.org/officeDocument/2006/relationships/tags" Target="../tags/tag872.xml"/><Relationship Id="rId38" Type="http://schemas.openxmlformats.org/officeDocument/2006/relationships/tags" Target="../tags/tag893.xml"/><Relationship Id="rId59" Type="http://schemas.openxmlformats.org/officeDocument/2006/relationships/tags" Target="../tags/tag914.xml"/><Relationship Id="rId103" Type="http://schemas.openxmlformats.org/officeDocument/2006/relationships/tags" Target="../tags/tag958.xml"/><Relationship Id="rId124" Type="http://schemas.openxmlformats.org/officeDocument/2006/relationships/tags" Target="../tags/tag979.xml"/><Relationship Id="rId70" Type="http://schemas.openxmlformats.org/officeDocument/2006/relationships/tags" Target="../tags/tag925.xml"/><Relationship Id="rId91" Type="http://schemas.openxmlformats.org/officeDocument/2006/relationships/tags" Target="../tags/tag946.xml"/><Relationship Id="rId145" Type="http://schemas.openxmlformats.org/officeDocument/2006/relationships/tags" Target="../tags/tag1000.xml"/><Relationship Id="rId166" Type="http://schemas.openxmlformats.org/officeDocument/2006/relationships/tags" Target="../tags/tag1021.xml"/><Relationship Id="rId187" Type="http://schemas.openxmlformats.org/officeDocument/2006/relationships/tags" Target="../tags/tag1042.xml"/><Relationship Id="rId1" Type="http://schemas.openxmlformats.org/officeDocument/2006/relationships/tags" Target="../tags/tag856.xml"/><Relationship Id="rId212" Type="http://schemas.openxmlformats.org/officeDocument/2006/relationships/tags" Target="../tags/tag1067.xml"/><Relationship Id="rId233" Type="http://schemas.openxmlformats.org/officeDocument/2006/relationships/tags" Target="../tags/tag1088.xml"/><Relationship Id="rId28" Type="http://schemas.openxmlformats.org/officeDocument/2006/relationships/tags" Target="../tags/tag883.xml"/><Relationship Id="rId49" Type="http://schemas.openxmlformats.org/officeDocument/2006/relationships/tags" Target="../tags/tag904.xml"/><Relationship Id="rId114" Type="http://schemas.openxmlformats.org/officeDocument/2006/relationships/tags" Target="../tags/tag969.xml"/><Relationship Id="rId60" Type="http://schemas.openxmlformats.org/officeDocument/2006/relationships/tags" Target="../tags/tag915.xml"/><Relationship Id="rId81" Type="http://schemas.openxmlformats.org/officeDocument/2006/relationships/tags" Target="../tags/tag936.xml"/><Relationship Id="rId135" Type="http://schemas.openxmlformats.org/officeDocument/2006/relationships/tags" Target="../tags/tag990.xml"/><Relationship Id="rId156" Type="http://schemas.openxmlformats.org/officeDocument/2006/relationships/tags" Target="../tags/tag1011.xml"/><Relationship Id="rId177" Type="http://schemas.openxmlformats.org/officeDocument/2006/relationships/tags" Target="../tags/tag1032.xml"/><Relationship Id="rId198" Type="http://schemas.openxmlformats.org/officeDocument/2006/relationships/tags" Target="../tags/tag1053.xml"/><Relationship Id="rId202" Type="http://schemas.openxmlformats.org/officeDocument/2006/relationships/tags" Target="../tags/tag1057.xml"/><Relationship Id="rId223" Type="http://schemas.openxmlformats.org/officeDocument/2006/relationships/tags" Target="../tags/tag1078.xml"/><Relationship Id="rId18" Type="http://schemas.openxmlformats.org/officeDocument/2006/relationships/tags" Target="../tags/tag873.xml"/><Relationship Id="rId39" Type="http://schemas.openxmlformats.org/officeDocument/2006/relationships/tags" Target="../tags/tag894.xml"/><Relationship Id="rId50" Type="http://schemas.openxmlformats.org/officeDocument/2006/relationships/tags" Target="../tags/tag905.xml"/><Relationship Id="rId104" Type="http://schemas.openxmlformats.org/officeDocument/2006/relationships/tags" Target="../tags/tag959.xml"/><Relationship Id="rId125" Type="http://schemas.openxmlformats.org/officeDocument/2006/relationships/tags" Target="../tags/tag980.xml"/><Relationship Id="rId146" Type="http://schemas.openxmlformats.org/officeDocument/2006/relationships/tags" Target="../tags/tag1001.xml"/><Relationship Id="rId167" Type="http://schemas.openxmlformats.org/officeDocument/2006/relationships/tags" Target="../tags/tag1022.xml"/><Relationship Id="rId188" Type="http://schemas.openxmlformats.org/officeDocument/2006/relationships/tags" Target="../tags/tag1043.xml"/><Relationship Id="rId71" Type="http://schemas.openxmlformats.org/officeDocument/2006/relationships/tags" Target="../tags/tag926.xml"/><Relationship Id="rId92" Type="http://schemas.openxmlformats.org/officeDocument/2006/relationships/tags" Target="../tags/tag947.xml"/><Relationship Id="rId213" Type="http://schemas.openxmlformats.org/officeDocument/2006/relationships/tags" Target="../tags/tag1068.xml"/><Relationship Id="rId234" Type="http://schemas.openxmlformats.org/officeDocument/2006/relationships/tags" Target="../tags/tag1089.xml"/><Relationship Id="rId2" Type="http://schemas.openxmlformats.org/officeDocument/2006/relationships/tags" Target="../tags/tag857.xml"/><Relationship Id="rId29" Type="http://schemas.openxmlformats.org/officeDocument/2006/relationships/tags" Target="../tags/tag884.xml"/><Relationship Id="rId40" Type="http://schemas.openxmlformats.org/officeDocument/2006/relationships/tags" Target="../tags/tag895.xml"/><Relationship Id="rId115" Type="http://schemas.openxmlformats.org/officeDocument/2006/relationships/tags" Target="../tags/tag970.xml"/><Relationship Id="rId136" Type="http://schemas.openxmlformats.org/officeDocument/2006/relationships/tags" Target="../tags/tag991.xml"/><Relationship Id="rId157" Type="http://schemas.openxmlformats.org/officeDocument/2006/relationships/tags" Target="../tags/tag1012.xml"/><Relationship Id="rId178" Type="http://schemas.openxmlformats.org/officeDocument/2006/relationships/tags" Target="../tags/tag1033.xml"/><Relationship Id="rId61" Type="http://schemas.openxmlformats.org/officeDocument/2006/relationships/tags" Target="../tags/tag916.xml"/><Relationship Id="rId82" Type="http://schemas.openxmlformats.org/officeDocument/2006/relationships/tags" Target="../tags/tag937.xml"/><Relationship Id="rId199" Type="http://schemas.openxmlformats.org/officeDocument/2006/relationships/tags" Target="../tags/tag1054.xml"/><Relationship Id="rId203" Type="http://schemas.openxmlformats.org/officeDocument/2006/relationships/tags" Target="../tags/tag1058.xml"/><Relationship Id="rId19" Type="http://schemas.openxmlformats.org/officeDocument/2006/relationships/tags" Target="../tags/tag874.xml"/><Relationship Id="rId224" Type="http://schemas.openxmlformats.org/officeDocument/2006/relationships/tags" Target="../tags/tag1079.xml"/><Relationship Id="rId30" Type="http://schemas.openxmlformats.org/officeDocument/2006/relationships/tags" Target="../tags/tag885.xml"/><Relationship Id="rId105" Type="http://schemas.openxmlformats.org/officeDocument/2006/relationships/tags" Target="../tags/tag960.xml"/><Relationship Id="rId126" Type="http://schemas.openxmlformats.org/officeDocument/2006/relationships/tags" Target="../tags/tag981.xml"/><Relationship Id="rId147" Type="http://schemas.openxmlformats.org/officeDocument/2006/relationships/tags" Target="../tags/tag1002.xml"/><Relationship Id="rId168" Type="http://schemas.openxmlformats.org/officeDocument/2006/relationships/tags" Target="../tags/tag1023.xml"/><Relationship Id="rId51" Type="http://schemas.openxmlformats.org/officeDocument/2006/relationships/tags" Target="../tags/tag906.xml"/><Relationship Id="rId72" Type="http://schemas.openxmlformats.org/officeDocument/2006/relationships/tags" Target="../tags/tag927.xml"/><Relationship Id="rId93" Type="http://schemas.openxmlformats.org/officeDocument/2006/relationships/tags" Target="../tags/tag948.xml"/><Relationship Id="rId189" Type="http://schemas.openxmlformats.org/officeDocument/2006/relationships/tags" Target="../tags/tag1044.xml"/><Relationship Id="rId3" Type="http://schemas.openxmlformats.org/officeDocument/2006/relationships/tags" Target="../tags/tag858.xml"/><Relationship Id="rId214" Type="http://schemas.openxmlformats.org/officeDocument/2006/relationships/tags" Target="../tags/tag1069.xml"/><Relationship Id="rId235" Type="http://schemas.openxmlformats.org/officeDocument/2006/relationships/tags" Target="../tags/tag1090.xml"/><Relationship Id="rId116" Type="http://schemas.openxmlformats.org/officeDocument/2006/relationships/tags" Target="../tags/tag971.xml"/><Relationship Id="rId137" Type="http://schemas.openxmlformats.org/officeDocument/2006/relationships/tags" Target="../tags/tag992.xml"/><Relationship Id="rId158" Type="http://schemas.openxmlformats.org/officeDocument/2006/relationships/tags" Target="../tags/tag1013.xml"/><Relationship Id="rId20" Type="http://schemas.openxmlformats.org/officeDocument/2006/relationships/tags" Target="../tags/tag875.xml"/><Relationship Id="rId41" Type="http://schemas.openxmlformats.org/officeDocument/2006/relationships/tags" Target="../tags/tag896.xml"/><Relationship Id="rId62" Type="http://schemas.openxmlformats.org/officeDocument/2006/relationships/tags" Target="../tags/tag917.xml"/><Relationship Id="rId83" Type="http://schemas.openxmlformats.org/officeDocument/2006/relationships/tags" Target="../tags/tag938.xml"/><Relationship Id="rId179" Type="http://schemas.openxmlformats.org/officeDocument/2006/relationships/tags" Target="../tags/tag1034.xml"/><Relationship Id="rId190" Type="http://schemas.openxmlformats.org/officeDocument/2006/relationships/tags" Target="../tags/tag1045.xml"/><Relationship Id="rId204" Type="http://schemas.openxmlformats.org/officeDocument/2006/relationships/tags" Target="../tags/tag1059.xml"/><Relationship Id="rId225" Type="http://schemas.openxmlformats.org/officeDocument/2006/relationships/tags" Target="../tags/tag1080.xml"/></Relationships>
</file>

<file path=ppt/slides/_rels/slide45.xml.rels><?xml version="1.0" encoding="UTF-8" standalone="yes"?>
<Relationships xmlns="http://schemas.openxmlformats.org/package/2006/relationships"><Relationship Id="rId117" Type="http://schemas.openxmlformats.org/officeDocument/2006/relationships/tags" Target="../tags/tag1211.xml"/><Relationship Id="rId21" Type="http://schemas.openxmlformats.org/officeDocument/2006/relationships/tags" Target="../tags/tag1115.xml"/><Relationship Id="rId42" Type="http://schemas.openxmlformats.org/officeDocument/2006/relationships/tags" Target="../tags/tag1136.xml"/><Relationship Id="rId63" Type="http://schemas.openxmlformats.org/officeDocument/2006/relationships/tags" Target="../tags/tag1157.xml"/><Relationship Id="rId84" Type="http://schemas.openxmlformats.org/officeDocument/2006/relationships/tags" Target="../tags/tag1178.xml"/><Relationship Id="rId138" Type="http://schemas.openxmlformats.org/officeDocument/2006/relationships/tags" Target="../tags/tag1232.xml"/><Relationship Id="rId159" Type="http://schemas.openxmlformats.org/officeDocument/2006/relationships/tags" Target="../tags/tag1253.xml"/><Relationship Id="rId170" Type="http://schemas.openxmlformats.org/officeDocument/2006/relationships/tags" Target="../tags/tag1264.xml"/><Relationship Id="rId191" Type="http://schemas.openxmlformats.org/officeDocument/2006/relationships/tags" Target="../tags/tag1285.xml"/><Relationship Id="rId205" Type="http://schemas.openxmlformats.org/officeDocument/2006/relationships/tags" Target="../tags/tag1299.xml"/><Relationship Id="rId226" Type="http://schemas.openxmlformats.org/officeDocument/2006/relationships/tags" Target="../tags/tag1320.xml"/><Relationship Id="rId247" Type="http://schemas.openxmlformats.org/officeDocument/2006/relationships/notesSlide" Target="../notesSlides/notesSlide40.xml"/><Relationship Id="rId107" Type="http://schemas.openxmlformats.org/officeDocument/2006/relationships/tags" Target="../tags/tag1201.xml"/><Relationship Id="rId11" Type="http://schemas.openxmlformats.org/officeDocument/2006/relationships/tags" Target="../tags/tag1105.xml"/><Relationship Id="rId32" Type="http://schemas.openxmlformats.org/officeDocument/2006/relationships/tags" Target="../tags/tag1126.xml"/><Relationship Id="rId53" Type="http://schemas.openxmlformats.org/officeDocument/2006/relationships/tags" Target="../tags/tag1147.xml"/><Relationship Id="rId74" Type="http://schemas.openxmlformats.org/officeDocument/2006/relationships/tags" Target="../tags/tag1168.xml"/><Relationship Id="rId128" Type="http://schemas.openxmlformats.org/officeDocument/2006/relationships/tags" Target="../tags/tag1222.xml"/><Relationship Id="rId149" Type="http://schemas.openxmlformats.org/officeDocument/2006/relationships/tags" Target="../tags/tag1243.xml"/><Relationship Id="rId5" Type="http://schemas.openxmlformats.org/officeDocument/2006/relationships/tags" Target="../tags/tag1099.xml"/><Relationship Id="rId95" Type="http://schemas.openxmlformats.org/officeDocument/2006/relationships/tags" Target="../tags/tag1189.xml"/><Relationship Id="rId160" Type="http://schemas.openxmlformats.org/officeDocument/2006/relationships/tags" Target="../tags/tag1254.xml"/><Relationship Id="rId181" Type="http://schemas.openxmlformats.org/officeDocument/2006/relationships/tags" Target="../tags/tag1275.xml"/><Relationship Id="rId216" Type="http://schemas.openxmlformats.org/officeDocument/2006/relationships/tags" Target="../tags/tag1310.xml"/><Relationship Id="rId237" Type="http://schemas.openxmlformats.org/officeDocument/2006/relationships/tags" Target="../tags/tag1331.xml"/><Relationship Id="rId22" Type="http://schemas.openxmlformats.org/officeDocument/2006/relationships/tags" Target="../tags/tag1116.xml"/><Relationship Id="rId43" Type="http://schemas.openxmlformats.org/officeDocument/2006/relationships/tags" Target="../tags/tag1137.xml"/><Relationship Id="rId64" Type="http://schemas.openxmlformats.org/officeDocument/2006/relationships/tags" Target="../tags/tag1158.xml"/><Relationship Id="rId118" Type="http://schemas.openxmlformats.org/officeDocument/2006/relationships/tags" Target="../tags/tag1212.xml"/><Relationship Id="rId139" Type="http://schemas.openxmlformats.org/officeDocument/2006/relationships/tags" Target="../tags/tag1233.xml"/><Relationship Id="rId85" Type="http://schemas.openxmlformats.org/officeDocument/2006/relationships/tags" Target="../tags/tag1179.xml"/><Relationship Id="rId150" Type="http://schemas.openxmlformats.org/officeDocument/2006/relationships/tags" Target="../tags/tag1244.xml"/><Relationship Id="rId171" Type="http://schemas.openxmlformats.org/officeDocument/2006/relationships/tags" Target="../tags/tag1265.xml"/><Relationship Id="rId192" Type="http://schemas.openxmlformats.org/officeDocument/2006/relationships/tags" Target="../tags/tag1286.xml"/><Relationship Id="rId206" Type="http://schemas.openxmlformats.org/officeDocument/2006/relationships/tags" Target="../tags/tag1300.xml"/><Relationship Id="rId227" Type="http://schemas.openxmlformats.org/officeDocument/2006/relationships/tags" Target="../tags/tag1321.xml"/><Relationship Id="rId12" Type="http://schemas.openxmlformats.org/officeDocument/2006/relationships/tags" Target="../tags/tag1106.xml"/><Relationship Id="rId33" Type="http://schemas.openxmlformats.org/officeDocument/2006/relationships/tags" Target="../tags/tag1127.xml"/><Relationship Id="rId108" Type="http://schemas.openxmlformats.org/officeDocument/2006/relationships/tags" Target="../tags/tag1202.xml"/><Relationship Id="rId129" Type="http://schemas.openxmlformats.org/officeDocument/2006/relationships/tags" Target="../tags/tag1223.xml"/><Relationship Id="rId54" Type="http://schemas.openxmlformats.org/officeDocument/2006/relationships/tags" Target="../tags/tag1148.xml"/><Relationship Id="rId75" Type="http://schemas.openxmlformats.org/officeDocument/2006/relationships/tags" Target="../tags/tag1169.xml"/><Relationship Id="rId96" Type="http://schemas.openxmlformats.org/officeDocument/2006/relationships/tags" Target="../tags/tag1190.xml"/><Relationship Id="rId140" Type="http://schemas.openxmlformats.org/officeDocument/2006/relationships/tags" Target="../tags/tag1234.xml"/><Relationship Id="rId161" Type="http://schemas.openxmlformats.org/officeDocument/2006/relationships/tags" Target="../tags/tag1255.xml"/><Relationship Id="rId182" Type="http://schemas.openxmlformats.org/officeDocument/2006/relationships/tags" Target="../tags/tag1276.xml"/><Relationship Id="rId217" Type="http://schemas.openxmlformats.org/officeDocument/2006/relationships/tags" Target="../tags/tag1311.xml"/><Relationship Id="rId6" Type="http://schemas.openxmlformats.org/officeDocument/2006/relationships/tags" Target="../tags/tag1100.xml"/><Relationship Id="rId238" Type="http://schemas.openxmlformats.org/officeDocument/2006/relationships/tags" Target="../tags/tag1332.xml"/><Relationship Id="rId23" Type="http://schemas.openxmlformats.org/officeDocument/2006/relationships/tags" Target="../tags/tag1117.xml"/><Relationship Id="rId119" Type="http://schemas.openxmlformats.org/officeDocument/2006/relationships/tags" Target="../tags/tag1213.xml"/><Relationship Id="rId44" Type="http://schemas.openxmlformats.org/officeDocument/2006/relationships/tags" Target="../tags/tag1138.xml"/><Relationship Id="rId65" Type="http://schemas.openxmlformats.org/officeDocument/2006/relationships/tags" Target="../tags/tag1159.xml"/><Relationship Id="rId86" Type="http://schemas.openxmlformats.org/officeDocument/2006/relationships/tags" Target="../tags/tag1180.xml"/><Relationship Id="rId130" Type="http://schemas.openxmlformats.org/officeDocument/2006/relationships/tags" Target="../tags/tag1224.xml"/><Relationship Id="rId151" Type="http://schemas.openxmlformats.org/officeDocument/2006/relationships/tags" Target="../tags/tag1245.xml"/><Relationship Id="rId172" Type="http://schemas.openxmlformats.org/officeDocument/2006/relationships/tags" Target="../tags/tag1266.xml"/><Relationship Id="rId193" Type="http://schemas.openxmlformats.org/officeDocument/2006/relationships/tags" Target="../tags/tag1287.xml"/><Relationship Id="rId207" Type="http://schemas.openxmlformats.org/officeDocument/2006/relationships/tags" Target="../tags/tag1301.xml"/><Relationship Id="rId228" Type="http://schemas.openxmlformats.org/officeDocument/2006/relationships/tags" Target="../tags/tag1322.xml"/><Relationship Id="rId13" Type="http://schemas.openxmlformats.org/officeDocument/2006/relationships/tags" Target="../tags/tag1107.xml"/><Relationship Id="rId109" Type="http://schemas.openxmlformats.org/officeDocument/2006/relationships/tags" Target="../tags/tag1203.xml"/><Relationship Id="rId34" Type="http://schemas.openxmlformats.org/officeDocument/2006/relationships/tags" Target="../tags/tag1128.xml"/><Relationship Id="rId55" Type="http://schemas.openxmlformats.org/officeDocument/2006/relationships/tags" Target="../tags/tag1149.xml"/><Relationship Id="rId76" Type="http://schemas.openxmlformats.org/officeDocument/2006/relationships/tags" Target="../tags/tag1170.xml"/><Relationship Id="rId97" Type="http://schemas.openxmlformats.org/officeDocument/2006/relationships/tags" Target="../tags/tag1191.xml"/><Relationship Id="rId120" Type="http://schemas.openxmlformats.org/officeDocument/2006/relationships/tags" Target="../tags/tag1214.xml"/><Relationship Id="rId141" Type="http://schemas.openxmlformats.org/officeDocument/2006/relationships/tags" Target="../tags/tag1235.xml"/><Relationship Id="rId7" Type="http://schemas.openxmlformats.org/officeDocument/2006/relationships/tags" Target="../tags/tag1101.xml"/><Relationship Id="rId162" Type="http://schemas.openxmlformats.org/officeDocument/2006/relationships/tags" Target="../tags/tag1256.xml"/><Relationship Id="rId183" Type="http://schemas.openxmlformats.org/officeDocument/2006/relationships/tags" Target="../tags/tag1277.xml"/><Relationship Id="rId218" Type="http://schemas.openxmlformats.org/officeDocument/2006/relationships/tags" Target="../tags/tag1312.xml"/><Relationship Id="rId239" Type="http://schemas.openxmlformats.org/officeDocument/2006/relationships/tags" Target="../tags/tag1333.xml"/><Relationship Id="rId24" Type="http://schemas.openxmlformats.org/officeDocument/2006/relationships/tags" Target="../tags/tag1118.xml"/><Relationship Id="rId45" Type="http://schemas.openxmlformats.org/officeDocument/2006/relationships/tags" Target="../tags/tag1139.xml"/><Relationship Id="rId66" Type="http://schemas.openxmlformats.org/officeDocument/2006/relationships/tags" Target="../tags/tag1160.xml"/><Relationship Id="rId87" Type="http://schemas.openxmlformats.org/officeDocument/2006/relationships/tags" Target="../tags/tag1181.xml"/><Relationship Id="rId110" Type="http://schemas.openxmlformats.org/officeDocument/2006/relationships/tags" Target="../tags/tag1204.xml"/><Relationship Id="rId131" Type="http://schemas.openxmlformats.org/officeDocument/2006/relationships/tags" Target="../tags/tag1225.xml"/><Relationship Id="rId152" Type="http://schemas.openxmlformats.org/officeDocument/2006/relationships/tags" Target="../tags/tag1246.xml"/><Relationship Id="rId173" Type="http://schemas.openxmlformats.org/officeDocument/2006/relationships/tags" Target="../tags/tag1267.xml"/><Relationship Id="rId194" Type="http://schemas.openxmlformats.org/officeDocument/2006/relationships/tags" Target="../tags/tag1288.xml"/><Relationship Id="rId208" Type="http://schemas.openxmlformats.org/officeDocument/2006/relationships/tags" Target="../tags/tag1302.xml"/><Relationship Id="rId229" Type="http://schemas.openxmlformats.org/officeDocument/2006/relationships/tags" Target="../tags/tag1323.xml"/><Relationship Id="rId240" Type="http://schemas.openxmlformats.org/officeDocument/2006/relationships/tags" Target="../tags/tag1334.xml"/><Relationship Id="rId14" Type="http://schemas.openxmlformats.org/officeDocument/2006/relationships/tags" Target="../tags/tag1108.xml"/><Relationship Id="rId35" Type="http://schemas.openxmlformats.org/officeDocument/2006/relationships/tags" Target="../tags/tag1129.xml"/><Relationship Id="rId56" Type="http://schemas.openxmlformats.org/officeDocument/2006/relationships/tags" Target="../tags/tag1150.xml"/><Relationship Id="rId77" Type="http://schemas.openxmlformats.org/officeDocument/2006/relationships/tags" Target="../tags/tag1171.xml"/><Relationship Id="rId100" Type="http://schemas.openxmlformats.org/officeDocument/2006/relationships/tags" Target="../tags/tag1194.xml"/><Relationship Id="rId8" Type="http://schemas.openxmlformats.org/officeDocument/2006/relationships/tags" Target="../tags/tag1102.xml"/><Relationship Id="rId98" Type="http://schemas.openxmlformats.org/officeDocument/2006/relationships/tags" Target="../tags/tag1192.xml"/><Relationship Id="rId121" Type="http://schemas.openxmlformats.org/officeDocument/2006/relationships/tags" Target="../tags/tag1215.xml"/><Relationship Id="rId142" Type="http://schemas.openxmlformats.org/officeDocument/2006/relationships/tags" Target="../tags/tag1236.xml"/><Relationship Id="rId163" Type="http://schemas.openxmlformats.org/officeDocument/2006/relationships/tags" Target="../tags/tag1257.xml"/><Relationship Id="rId184" Type="http://schemas.openxmlformats.org/officeDocument/2006/relationships/tags" Target="../tags/tag1278.xml"/><Relationship Id="rId219" Type="http://schemas.openxmlformats.org/officeDocument/2006/relationships/tags" Target="../tags/tag1313.xml"/><Relationship Id="rId230" Type="http://schemas.openxmlformats.org/officeDocument/2006/relationships/tags" Target="../tags/tag1324.xml"/><Relationship Id="rId25" Type="http://schemas.openxmlformats.org/officeDocument/2006/relationships/tags" Target="../tags/tag1119.xml"/><Relationship Id="rId46" Type="http://schemas.openxmlformats.org/officeDocument/2006/relationships/tags" Target="../tags/tag1140.xml"/><Relationship Id="rId67" Type="http://schemas.openxmlformats.org/officeDocument/2006/relationships/tags" Target="../tags/tag1161.xml"/><Relationship Id="rId88" Type="http://schemas.openxmlformats.org/officeDocument/2006/relationships/tags" Target="../tags/tag1182.xml"/><Relationship Id="rId111" Type="http://schemas.openxmlformats.org/officeDocument/2006/relationships/tags" Target="../tags/tag1205.xml"/><Relationship Id="rId132" Type="http://schemas.openxmlformats.org/officeDocument/2006/relationships/tags" Target="../tags/tag1226.xml"/><Relationship Id="rId153" Type="http://schemas.openxmlformats.org/officeDocument/2006/relationships/tags" Target="../tags/tag1247.xml"/><Relationship Id="rId174" Type="http://schemas.openxmlformats.org/officeDocument/2006/relationships/tags" Target="../tags/tag1268.xml"/><Relationship Id="rId195" Type="http://schemas.openxmlformats.org/officeDocument/2006/relationships/tags" Target="../tags/tag1289.xml"/><Relationship Id="rId209" Type="http://schemas.openxmlformats.org/officeDocument/2006/relationships/tags" Target="../tags/tag1303.xml"/><Relationship Id="rId220" Type="http://schemas.openxmlformats.org/officeDocument/2006/relationships/tags" Target="../tags/tag1314.xml"/><Relationship Id="rId241" Type="http://schemas.openxmlformats.org/officeDocument/2006/relationships/tags" Target="../tags/tag1335.xml"/><Relationship Id="rId15" Type="http://schemas.openxmlformats.org/officeDocument/2006/relationships/tags" Target="../tags/tag1109.xml"/><Relationship Id="rId36" Type="http://schemas.openxmlformats.org/officeDocument/2006/relationships/tags" Target="../tags/tag1130.xml"/><Relationship Id="rId57" Type="http://schemas.openxmlformats.org/officeDocument/2006/relationships/tags" Target="../tags/tag1151.xml"/><Relationship Id="rId10" Type="http://schemas.openxmlformats.org/officeDocument/2006/relationships/tags" Target="../tags/tag1104.xml"/><Relationship Id="rId31" Type="http://schemas.openxmlformats.org/officeDocument/2006/relationships/tags" Target="../tags/tag1125.xml"/><Relationship Id="rId52" Type="http://schemas.openxmlformats.org/officeDocument/2006/relationships/tags" Target="../tags/tag1146.xml"/><Relationship Id="rId73" Type="http://schemas.openxmlformats.org/officeDocument/2006/relationships/tags" Target="../tags/tag1167.xml"/><Relationship Id="rId78" Type="http://schemas.openxmlformats.org/officeDocument/2006/relationships/tags" Target="../tags/tag1172.xml"/><Relationship Id="rId94" Type="http://schemas.openxmlformats.org/officeDocument/2006/relationships/tags" Target="../tags/tag1188.xml"/><Relationship Id="rId99" Type="http://schemas.openxmlformats.org/officeDocument/2006/relationships/tags" Target="../tags/tag1193.xml"/><Relationship Id="rId101" Type="http://schemas.openxmlformats.org/officeDocument/2006/relationships/tags" Target="../tags/tag1195.xml"/><Relationship Id="rId122" Type="http://schemas.openxmlformats.org/officeDocument/2006/relationships/tags" Target="../tags/tag1216.xml"/><Relationship Id="rId143" Type="http://schemas.openxmlformats.org/officeDocument/2006/relationships/tags" Target="../tags/tag1237.xml"/><Relationship Id="rId148" Type="http://schemas.openxmlformats.org/officeDocument/2006/relationships/tags" Target="../tags/tag1242.xml"/><Relationship Id="rId164" Type="http://schemas.openxmlformats.org/officeDocument/2006/relationships/tags" Target="../tags/tag1258.xml"/><Relationship Id="rId169" Type="http://schemas.openxmlformats.org/officeDocument/2006/relationships/tags" Target="../tags/tag1263.xml"/><Relationship Id="rId185" Type="http://schemas.openxmlformats.org/officeDocument/2006/relationships/tags" Target="../tags/tag1279.xml"/><Relationship Id="rId4" Type="http://schemas.openxmlformats.org/officeDocument/2006/relationships/tags" Target="../tags/tag1098.xml"/><Relationship Id="rId9" Type="http://schemas.openxmlformats.org/officeDocument/2006/relationships/tags" Target="../tags/tag1103.xml"/><Relationship Id="rId180" Type="http://schemas.openxmlformats.org/officeDocument/2006/relationships/tags" Target="../tags/tag1274.xml"/><Relationship Id="rId210" Type="http://schemas.openxmlformats.org/officeDocument/2006/relationships/tags" Target="../tags/tag1304.xml"/><Relationship Id="rId215" Type="http://schemas.openxmlformats.org/officeDocument/2006/relationships/tags" Target="../tags/tag1309.xml"/><Relationship Id="rId236" Type="http://schemas.openxmlformats.org/officeDocument/2006/relationships/tags" Target="../tags/tag1330.xml"/><Relationship Id="rId26" Type="http://schemas.openxmlformats.org/officeDocument/2006/relationships/tags" Target="../tags/tag1120.xml"/><Relationship Id="rId231" Type="http://schemas.openxmlformats.org/officeDocument/2006/relationships/tags" Target="../tags/tag1325.xml"/><Relationship Id="rId47" Type="http://schemas.openxmlformats.org/officeDocument/2006/relationships/tags" Target="../tags/tag1141.xml"/><Relationship Id="rId68" Type="http://schemas.openxmlformats.org/officeDocument/2006/relationships/tags" Target="../tags/tag1162.xml"/><Relationship Id="rId89" Type="http://schemas.openxmlformats.org/officeDocument/2006/relationships/tags" Target="../tags/tag1183.xml"/><Relationship Id="rId112" Type="http://schemas.openxmlformats.org/officeDocument/2006/relationships/tags" Target="../tags/tag1206.xml"/><Relationship Id="rId133" Type="http://schemas.openxmlformats.org/officeDocument/2006/relationships/tags" Target="../tags/tag1227.xml"/><Relationship Id="rId154" Type="http://schemas.openxmlformats.org/officeDocument/2006/relationships/tags" Target="../tags/tag1248.xml"/><Relationship Id="rId175" Type="http://schemas.openxmlformats.org/officeDocument/2006/relationships/tags" Target="../tags/tag1269.xml"/><Relationship Id="rId196" Type="http://schemas.openxmlformats.org/officeDocument/2006/relationships/tags" Target="../tags/tag1290.xml"/><Relationship Id="rId200" Type="http://schemas.openxmlformats.org/officeDocument/2006/relationships/tags" Target="../tags/tag1294.xml"/><Relationship Id="rId16" Type="http://schemas.openxmlformats.org/officeDocument/2006/relationships/tags" Target="../tags/tag1110.xml"/><Relationship Id="rId221" Type="http://schemas.openxmlformats.org/officeDocument/2006/relationships/tags" Target="../tags/tag1315.xml"/><Relationship Id="rId242" Type="http://schemas.openxmlformats.org/officeDocument/2006/relationships/tags" Target="../tags/tag1336.xml"/><Relationship Id="rId37" Type="http://schemas.openxmlformats.org/officeDocument/2006/relationships/tags" Target="../tags/tag1131.xml"/><Relationship Id="rId58" Type="http://schemas.openxmlformats.org/officeDocument/2006/relationships/tags" Target="../tags/tag1152.xml"/><Relationship Id="rId79" Type="http://schemas.openxmlformats.org/officeDocument/2006/relationships/tags" Target="../tags/tag1173.xml"/><Relationship Id="rId102" Type="http://schemas.openxmlformats.org/officeDocument/2006/relationships/tags" Target="../tags/tag1196.xml"/><Relationship Id="rId123" Type="http://schemas.openxmlformats.org/officeDocument/2006/relationships/tags" Target="../tags/tag1217.xml"/><Relationship Id="rId144" Type="http://schemas.openxmlformats.org/officeDocument/2006/relationships/tags" Target="../tags/tag1238.xml"/><Relationship Id="rId90" Type="http://schemas.openxmlformats.org/officeDocument/2006/relationships/tags" Target="../tags/tag1184.xml"/><Relationship Id="rId165" Type="http://schemas.openxmlformats.org/officeDocument/2006/relationships/tags" Target="../tags/tag1259.xml"/><Relationship Id="rId186" Type="http://schemas.openxmlformats.org/officeDocument/2006/relationships/tags" Target="../tags/tag1280.xml"/><Relationship Id="rId211" Type="http://schemas.openxmlformats.org/officeDocument/2006/relationships/tags" Target="../tags/tag1305.xml"/><Relationship Id="rId232" Type="http://schemas.openxmlformats.org/officeDocument/2006/relationships/tags" Target="../tags/tag1326.xml"/><Relationship Id="rId27" Type="http://schemas.openxmlformats.org/officeDocument/2006/relationships/tags" Target="../tags/tag1121.xml"/><Relationship Id="rId48" Type="http://schemas.openxmlformats.org/officeDocument/2006/relationships/tags" Target="../tags/tag1142.xml"/><Relationship Id="rId69" Type="http://schemas.openxmlformats.org/officeDocument/2006/relationships/tags" Target="../tags/tag1163.xml"/><Relationship Id="rId113" Type="http://schemas.openxmlformats.org/officeDocument/2006/relationships/tags" Target="../tags/tag1207.xml"/><Relationship Id="rId134" Type="http://schemas.openxmlformats.org/officeDocument/2006/relationships/tags" Target="../tags/tag1228.xml"/><Relationship Id="rId80" Type="http://schemas.openxmlformats.org/officeDocument/2006/relationships/tags" Target="../tags/tag1174.xml"/><Relationship Id="rId155" Type="http://schemas.openxmlformats.org/officeDocument/2006/relationships/tags" Target="../tags/tag1249.xml"/><Relationship Id="rId176" Type="http://schemas.openxmlformats.org/officeDocument/2006/relationships/tags" Target="../tags/tag1270.xml"/><Relationship Id="rId197" Type="http://schemas.openxmlformats.org/officeDocument/2006/relationships/tags" Target="../tags/tag1291.xml"/><Relationship Id="rId201" Type="http://schemas.openxmlformats.org/officeDocument/2006/relationships/tags" Target="../tags/tag1295.xml"/><Relationship Id="rId222" Type="http://schemas.openxmlformats.org/officeDocument/2006/relationships/tags" Target="../tags/tag1316.xml"/><Relationship Id="rId243" Type="http://schemas.openxmlformats.org/officeDocument/2006/relationships/tags" Target="../tags/tag1337.xml"/><Relationship Id="rId17" Type="http://schemas.openxmlformats.org/officeDocument/2006/relationships/tags" Target="../tags/tag1111.xml"/><Relationship Id="rId38" Type="http://schemas.openxmlformats.org/officeDocument/2006/relationships/tags" Target="../tags/tag1132.xml"/><Relationship Id="rId59" Type="http://schemas.openxmlformats.org/officeDocument/2006/relationships/tags" Target="../tags/tag1153.xml"/><Relationship Id="rId103" Type="http://schemas.openxmlformats.org/officeDocument/2006/relationships/tags" Target="../tags/tag1197.xml"/><Relationship Id="rId124" Type="http://schemas.openxmlformats.org/officeDocument/2006/relationships/tags" Target="../tags/tag1218.xml"/><Relationship Id="rId70" Type="http://schemas.openxmlformats.org/officeDocument/2006/relationships/tags" Target="../tags/tag1164.xml"/><Relationship Id="rId91" Type="http://schemas.openxmlformats.org/officeDocument/2006/relationships/tags" Target="../tags/tag1185.xml"/><Relationship Id="rId145" Type="http://schemas.openxmlformats.org/officeDocument/2006/relationships/tags" Target="../tags/tag1239.xml"/><Relationship Id="rId166" Type="http://schemas.openxmlformats.org/officeDocument/2006/relationships/tags" Target="../tags/tag1260.xml"/><Relationship Id="rId187" Type="http://schemas.openxmlformats.org/officeDocument/2006/relationships/tags" Target="../tags/tag1281.xml"/><Relationship Id="rId1" Type="http://schemas.openxmlformats.org/officeDocument/2006/relationships/tags" Target="../tags/tag1095.xml"/><Relationship Id="rId212" Type="http://schemas.openxmlformats.org/officeDocument/2006/relationships/tags" Target="../tags/tag1306.xml"/><Relationship Id="rId233" Type="http://schemas.openxmlformats.org/officeDocument/2006/relationships/tags" Target="../tags/tag1327.xml"/><Relationship Id="rId28" Type="http://schemas.openxmlformats.org/officeDocument/2006/relationships/tags" Target="../tags/tag1122.xml"/><Relationship Id="rId49" Type="http://schemas.openxmlformats.org/officeDocument/2006/relationships/tags" Target="../tags/tag1143.xml"/><Relationship Id="rId114" Type="http://schemas.openxmlformats.org/officeDocument/2006/relationships/tags" Target="../tags/tag1208.xml"/><Relationship Id="rId60" Type="http://schemas.openxmlformats.org/officeDocument/2006/relationships/tags" Target="../tags/tag1154.xml"/><Relationship Id="rId81" Type="http://schemas.openxmlformats.org/officeDocument/2006/relationships/tags" Target="../tags/tag1175.xml"/><Relationship Id="rId135" Type="http://schemas.openxmlformats.org/officeDocument/2006/relationships/tags" Target="../tags/tag1229.xml"/><Relationship Id="rId156" Type="http://schemas.openxmlformats.org/officeDocument/2006/relationships/tags" Target="../tags/tag1250.xml"/><Relationship Id="rId177" Type="http://schemas.openxmlformats.org/officeDocument/2006/relationships/tags" Target="../tags/tag1271.xml"/><Relationship Id="rId198" Type="http://schemas.openxmlformats.org/officeDocument/2006/relationships/tags" Target="../tags/tag1292.xml"/><Relationship Id="rId202" Type="http://schemas.openxmlformats.org/officeDocument/2006/relationships/tags" Target="../tags/tag1296.xml"/><Relationship Id="rId223" Type="http://schemas.openxmlformats.org/officeDocument/2006/relationships/tags" Target="../tags/tag1317.xml"/><Relationship Id="rId244" Type="http://schemas.openxmlformats.org/officeDocument/2006/relationships/tags" Target="../tags/tag1338.xml"/><Relationship Id="rId18" Type="http://schemas.openxmlformats.org/officeDocument/2006/relationships/tags" Target="../tags/tag1112.xml"/><Relationship Id="rId39" Type="http://schemas.openxmlformats.org/officeDocument/2006/relationships/tags" Target="../tags/tag1133.xml"/><Relationship Id="rId50" Type="http://schemas.openxmlformats.org/officeDocument/2006/relationships/tags" Target="../tags/tag1144.xml"/><Relationship Id="rId104" Type="http://schemas.openxmlformats.org/officeDocument/2006/relationships/tags" Target="../tags/tag1198.xml"/><Relationship Id="rId125" Type="http://schemas.openxmlformats.org/officeDocument/2006/relationships/tags" Target="../tags/tag1219.xml"/><Relationship Id="rId146" Type="http://schemas.openxmlformats.org/officeDocument/2006/relationships/tags" Target="../tags/tag1240.xml"/><Relationship Id="rId167" Type="http://schemas.openxmlformats.org/officeDocument/2006/relationships/tags" Target="../tags/tag1261.xml"/><Relationship Id="rId188" Type="http://schemas.openxmlformats.org/officeDocument/2006/relationships/tags" Target="../tags/tag1282.xml"/><Relationship Id="rId71" Type="http://schemas.openxmlformats.org/officeDocument/2006/relationships/tags" Target="../tags/tag1165.xml"/><Relationship Id="rId92" Type="http://schemas.openxmlformats.org/officeDocument/2006/relationships/tags" Target="../tags/tag1186.xml"/><Relationship Id="rId213" Type="http://schemas.openxmlformats.org/officeDocument/2006/relationships/tags" Target="../tags/tag1307.xml"/><Relationship Id="rId234" Type="http://schemas.openxmlformats.org/officeDocument/2006/relationships/tags" Target="../tags/tag1328.xml"/><Relationship Id="rId2" Type="http://schemas.openxmlformats.org/officeDocument/2006/relationships/tags" Target="../tags/tag1096.xml"/><Relationship Id="rId29" Type="http://schemas.openxmlformats.org/officeDocument/2006/relationships/tags" Target="../tags/tag1123.xml"/><Relationship Id="rId40" Type="http://schemas.openxmlformats.org/officeDocument/2006/relationships/tags" Target="../tags/tag1134.xml"/><Relationship Id="rId115" Type="http://schemas.openxmlformats.org/officeDocument/2006/relationships/tags" Target="../tags/tag1209.xml"/><Relationship Id="rId136" Type="http://schemas.openxmlformats.org/officeDocument/2006/relationships/tags" Target="../tags/tag1230.xml"/><Relationship Id="rId157" Type="http://schemas.openxmlformats.org/officeDocument/2006/relationships/tags" Target="../tags/tag1251.xml"/><Relationship Id="rId178" Type="http://schemas.openxmlformats.org/officeDocument/2006/relationships/tags" Target="../tags/tag1272.xml"/><Relationship Id="rId61" Type="http://schemas.openxmlformats.org/officeDocument/2006/relationships/tags" Target="../tags/tag1155.xml"/><Relationship Id="rId82" Type="http://schemas.openxmlformats.org/officeDocument/2006/relationships/tags" Target="../tags/tag1176.xml"/><Relationship Id="rId199" Type="http://schemas.openxmlformats.org/officeDocument/2006/relationships/tags" Target="../tags/tag1293.xml"/><Relationship Id="rId203" Type="http://schemas.openxmlformats.org/officeDocument/2006/relationships/tags" Target="../tags/tag1297.xml"/><Relationship Id="rId19" Type="http://schemas.openxmlformats.org/officeDocument/2006/relationships/tags" Target="../tags/tag1113.xml"/><Relationship Id="rId224" Type="http://schemas.openxmlformats.org/officeDocument/2006/relationships/tags" Target="../tags/tag1318.xml"/><Relationship Id="rId245" Type="http://schemas.openxmlformats.org/officeDocument/2006/relationships/tags" Target="../tags/tag1339.xml"/><Relationship Id="rId30" Type="http://schemas.openxmlformats.org/officeDocument/2006/relationships/tags" Target="../tags/tag1124.xml"/><Relationship Id="rId105" Type="http://schemas.openxmlformats.org/officeDocument/2006/relationships/tags" Target="../tags/tag1199.xml"/><Relationship Id="rId126" Type="http://schemas.openxmlformats.org/officeDocument/2006/relationships/tags" Target="../tags/tag1220.xml"/><Relationship Id="rId147" Type="http://schemas.openxmlformats.org/officeDocument/2006/relationships/tags" Target="../tags/tag1241.xml"/><Relationship Id="rId168" Type="http://schemas.openxmlformats.org/officeDocument/2006/relationships/tags" Target="../tags/tag1262.xml"/><Relationship Id="rId51" Type="http://schemas.openxmlformats.org/officeDocument/2006/relationships/tags" Target="../tags/tag1145.xml"/><Relationship Id="rId72" Type="http://schemas.openxmlformats.org/officeDocument/2006/relationships/tags" Target="../tags/tag1166.xml"/><Relationship Id="rId93" Type="http://schemas.openxmlformats.org/officeDocument/2006/relationships/tags" Target="../tags/tag1187.xml"/><Relationship Id="rId189" Type="http://schemas.openxmlformats.org/officeDocument/2006/relationships/tags" Target="../tags/tag1283.xml"/><Relationship Id="rId3" Type="http://schemas.openxmlformats.org/officeDocument/2006/relationships/tags" Target="../tags/tag1097.xml"/><Relationship Id="rId214" Type="http://schemas.openxmlformats.org/officeDocument/2006/relationships/tags" Target="../tags/tag1308.xml"/><Relationship Id="rId235" Type="http://schemas.openxmlformats.org/officeDocument/2006/relationships/tags" Target="../tags/tag1329.xml"/><Relationship Id="rId116" Type="http://schemas.openxmlformats.org/officeDocument/2006/relationships/tags" Target="../tags/tag1210.xml"/><Relationship Id="rId137" Type="http://schemas.openxmlformats.org/officeDocument/2006/relationships/tags" Target="../tags/tag1231.xml"/><Relationship Id="rId158" Type="http://schemas.openxmlformats.org/officeDocument/2006/relationships/tags" Target="../tags/tag1252.xml"/><Relationship Id="rId20" Type="http://schemas.openxmlformats.org/officeDocument/2006/relationships/tags" Target="../tags/tag1114.xml"/><Relationship Id="rId41" Type="http://schemas.openxmlformats.org/officeDocument/2006/relationships/tags" Target="../tags/tag1135.xml"/><Relationship Id="rId62" Type="http://schemas.openxmlformats.org/officeDocument/2006/relationships/tags" Target="../tags/tag1156.xml"/><Relationship Id="rId83" Type="http://schemas.openxmlformats.org/officeDocument/2006/relationships/tags" Target="../tags/tag1177.xml"/><Relationship Id="rId179" Type="http://schemas.openxmlformats.org/officeDocument/2006/relationships/tags" Target="../tags/tag1273.xml"/><Relationship Id="rId190" Type="http://schemas.openxmlformats.org/officeDocument/2006/relationships/tags" Target="../tags/tag1284.xml"/><Relationship Id="rId204" Type="http://schemas.openxmlformats.org/officeDocument/2006/relationships/tags" Target="../tags/tag1298.xml"/><Relationship Id="rId225" Type="http://schemas.openxmlformats.org/officeDocument/2006/relationships/tags" Target="../tags/tag1319.xml"/><Relationship Id="rId246" Type="http://schemas.openxmlformats.org/officeDocument/2006/relationships/slideLayout" Target="../slideLayouts/slideLayout13.xml"/><Relationship Id="rId106" Type="http://schemas.openxmlformats.org/officeDocument/2006/relationships/tags" Target="../tags/tag1200.xml"/><Relationship Id="rId127" Type="http://schemas.openxmlformats.org/officeDocument/2006/relationships/tags" Target="../tags/tag1221.xml"/></Relationships>
</file>

<file path=ppt/slides/_rels/slide46.xml.rels><?xml version="1.0" encoding="UTF-8" standalone="yes"?>
<Relationships xmlns="http://schemas.openxmlformats.org/package/2006/relationships"><Relationship Id="rId13" Type="http://schemas.openxmlformats.org/officeDocument/2006/relationships/tags" Target="../tags/tag1351.xml"/><Relationship Id="rId18" Type="http://schemas.openxmlformats.org/officeDocument/2006/relationships/tags" Target="../tags/tag1356.xml"/><Relationship Id="rId26" Type="http://schemas.openxmlformats.org/officeDocument/2006/relationships/tags" Target="../tags/tag1364.xml"/><Relationship Id="rId39" Type="http://schemas.openxmlformats.org/officeDocument/2006/relationships/tags" Target="../tags/tag1377.xml"/><Relationship Id="rId21" Type="http://schemas.openxmlformats.org/officeDocument/2006/relationships/tags" Target="../tags/tag1359.xml"/><Relationship Id="rId34" Type="http://schemas.openxmlformats.org/officeDocument/2006/relationships/tags" Target="../tags/tag1372.xml"/><Relationship Id="rId42" Type="http://schemas.openxmlformats.org/officeDocument/2006/relationships/tags" Target="../tags/tag1380.xml"/><Relationship Id="rId47" Type="http://schemas.openxmlformats.org/officeDocument/2006/relationships/tags" Target="../tags/tag1385.xml"/><Relationship Id="rId50" Type="http://schemas.openxmlformats.org/officeDocument/2006/relationships/tags" Target="../tags/tag1388.xml"/><Relationship Id="rId55" Type="http://schemas.openxmlformats.org/officeDocument/2006/relationships/image" Target="../media/image5.png"/><Relationship Id="rId7" Type="http://schemas.openxmlformats.org/officeDocument/2006/relationships/tags" Target="../tags/tag1345.xml"/><Relationship Id="rId2" Type="http://schemas.openxmlformats.org/officeDocument/2006/relationships/tags" Target="../tags/tag1340.xml"/><Relationship Id="rId16" Type="http://schemas.openxmlformats.org/officeDocument/2006/relationships/tags" Target="../tags/tag1354.xml"/><Relationship Id="rId29" Type="http://schemas.openxmlformats.org/officeDocument/2006/relationships/tags" Target="../tags/tag1367.xml"/><Relationship Id="rId11" Type="http://schemas.openxmlformats.org/officeDocument/2006/relationships/tags" Target="../tags/tag1349.xml"/><Relationship Id="rId24" Type="http://schemas.openxmlformats.org/officeDocument/2006/relationships/tags" Target="../tags/tag1362.xml"/><Relationship Id="rId32" Type="http://schemas.openxmlformats.org/officeDocument/2006/relationships/tags" Target="../tags/tag1370.xml"/><Relationship Id="rId37" Type="http://schemas.openxmlformats.org/officeDocument/2006/relationships/tags" Target="../tags/tag1375.xml"/><Relationship Id="rId40" Type="http://schemas.openxmlformats.org/officeDocument/2006/relationships/tags" Target="../tags/tag1378.xml"/><Relationship Id="rId45" Type="http://schemas.openxmlformats.org/officeDocument/2006/relationships/tags" Target="../tags/tag1383.xml"/><Relationship Id="rId53" Type="http://schemas.openxmlformats.org/officeDocument/2006/relationships/slideLayout" Target="../slideLayouts/slideLayout13.xml"/><Relationship Id="rId5" Type="http://schemas.openxmlformats.org/officeDocument/2006/relationships/tags" Target="../tags/tag1343.xml"/><Relationship Id="rId10" Type="http://schemas.openxmlformats.org/officeDocument/2006/relationships/tags" Target="../tags/tag1348.xml"/><Relationship Id="rId19" Type="http://schemas.openxmlformats.org/officeDocument/2006/relationships/tags" Target="../tags/tag1357.xml"/><Relationship Id="rId31" Type="http://schemas.openxmlformats.org/officeDocument/2006/relationships/tags" Target="../tags/tag1369.xml"/><Relationship Id="rId44" Type="http://schemas.openxmlformats.org/officeDocument/2006/relationships/tags" Target="../tags/tag1382.xml"/><Relationship Id="rId52" Type="http://schemas.openxmlformats.org/officeDocument/2006/relationships/tags" Target="../tags/tag1390.xml"/><Relationship Id="rId4" Type="http://schemas.openxmlformats.org/officeDocument/2006/relationships/tags" Target="../tags/tag1342.xml"/><Relationship Id="rId9" Type="http://schemas.openxmlformats.org/officeDocument/2006/relationships/tags" Target="../tags/tag1347.xml"/><Relationship Id="rId14" Type="http://schemas.openxmlformats.org/officeDocument/2006/relationships/tags" Target="../tags/tag1352.xml"/><Relationship Id="rId22" Type="http://schemas.openxmlformats.org/officeDocument/2006/relationships/tags" Target="../tags/tag1360.xml"/><Relationship Id="rId27" Type="http://schemas.openxmlformats.org/officeDocument/2006/relationships/tags" Target="../tags/tag1365.xml"/><Relationship Id="rId30" Type="http://schemas.openxmlformats.org/officeDocument/2006/relationships/tags" Target="../tags/tag1368.xml"/><Relationship Id="rId35" Type="http://schemas.openxmlformats.org/officeDocument/2006/relationships/tags" Target="../tags/tag1373.xml"/><Relationship Id="rId43" Type="http://schemas.openxmlformats.org/officeDocument/2006/relationships/tags" Target="../tags/tag1381.xml"/><Relationship Id="rId48" Type="http://schemas.openxmlformats.org/officeDocument/2006/relationships/tags" Target="../tags/tag1386.xml"/><Relationship Id="rId56" Type="http://schemas.openxmlformats.org/officeDocument/2006/relationships/image" Target="../media/image68.png"/><Relationship Id="rId8" Type="http://schemas.openxmlformats.org/officeDocument/2006/relationships/tags" Target="../tags/tag1346.xml"/><Relationship Id="rId51" Type="http://schemas.openxmlformats.org/officeDocument/2006/relationships/tags" Target="../tags/tag1389.xml"/><Relationship Id="rId3" Type="http://schemas.openxmlformats.org/officeDocument/2006/relationships/tags" Target="../tags/tag1341.xml"/><Relationship Id="rId12" Type="http://schemas.openxmlformats.org/officeDocument/2006/relationships/tags" Target="../tags/tag1350.xml"/><Relationship Id="rId17" Type="http://schemas.openxmlformats.org/officeDocument/2006/relationships/tags" Target="../tags/tag1355.xml"/><Relationship Id="rId25" Type="http://schemas.openxmlformats.org/officeDocument/2006/relationships/tags" Target="../tags/tag1363.xml"/><Relationship Id="rId33" Type="http://schemas.openxmlformats.org/officeDocument/2006/relationships/tags" Target="../tags/tag1371.xml"/><Relationship Id="rId38" Type="http://schemas.openxmlformats.org/officeDocument/2006/relationships/tags" Target="../tags/tag1376.xml"/><Relationship Id="rId46" Type="http://schemas.openxmlformats.org/officeDocument/2006/relationships/tags" Target="../tags/tag1384.xml"/><Relationship Id="rId20" Type="http://schemas.openxmlformats.org/officeDocument/2006/relationships/tags" Target="../tags/tag1358.xml"/><Relationship Id="rId41" Type="http://schemas.openxmlformats.org/officeDocument/2006/relationships/tags" Target="../tags/tag1379.xml"/><Relationship Id="rId54" Type="http://schemas.openxmlformats.org/officeDocument/2006/relationships/notesSlide" Target="../notesSlides/notesSlide41.xml"/><Relationship Id="rId1" Type="http://schemas.openxmlformats.org/officeDocument/2006/relationships/themeOverride" Target="../theme/themeOverride10.xml"/><Relationship Id="rId6" Type="http://schemas.openxmlformats.org/officeDocument/2006/relationships/tags" Target="../tags/tag1344.xml"/><Relationship Id="rId15" Type="http://schemas.openxmlformats.org/officeDocument/2006/relationships/tags" Target="../tags/tag1353.xml"/><Relationship Id="rId23" Type="http://schemas.openxmlformats.org/officeDocument/2006/relationships/tags" Target="../tags/tag1361.xml"/><Relationship Id="rId28" Type="http://schemas.openxmlformats.org/officeDocument/2006/relationships/tags" Target="../tags/tag1366.xml"/><Relationship Id="rId36" Type="http://schemas.openxmlformats.org/officeDocument/2006/relationships/tags" Target="../tags/tag1374.xml"/><Relationship Id="rId49" Type="http://schemas.openxmlformats.org/officeDocument/2006/relationships/tags" Target="../tags/tag1387.xml"/></Relationships>
</file>

<file path=ppt/slides/_rels/slide47.xml.rels><?xml version="1.0" encoding="UTF-8" standalone="yes"?>
<Relationships xmlns="http://schemas.openxmlformats.org/package/2006/relationships"><Relationship Id="rId13" Type="http://schemas.openxmlformats.org/officeDocument/2006/relationships/tags" Target="../tags/tag1402.xml"/><Relationship Id="rId18" Type="http://schemas.openxmlformats.org/officeDocument/2006/relationships/tags" Target="../tags/tag1407.xml"/><Relationship Id="rId26" Type="http://schemas.openxmlformats.org/officeDocument/2006/relationships/tags" Target="../tags/tag1415.xml"/><Relationship Id="rId39" Type="http://schemas.openxmlformats.org/officeDocument/2006/relationships/tags" Target="../tags/tag1428.xml"/><Relationship Id="rId21" Type="http://schemas.openxmlformats.org/officeDocument/2006/relationships/tags" Target="../tags/tag1410.xml"/><Relationship Id="rId34" Type="http://schemas.openxmlformats.org/officeDocument/2006/relationships/tags" Target="../tags/tag1423.xml"/><Relationship Id="rId42" Type="http://schemas.openxmlformats.org/officeDocument/2006/relationships/notesSlide" Target="../notesSlides/notesSlide42.xml"/><Relationship Id="rId7" Type="http://schemas.openxmlformats.org/officeDocument/2006/relationships/tags" Target="../tags/tag1396.xml"/><Relationship Id="rId2" Type="http://schemas.openxmlformats.org/officeDocument/2006/relationships/tags" Target="../tags/tag1391.xml"/><Relationship Id="rId16" Type="http://schemas.openxmlformats.org/officeDocument/2006/relationships/tags" Target="../tags/tag1405.xml"/><Relationship Id="rId20" Type="http://schemas.openxmlformats.org/officeDocument/2006/relationships/tags" Target="../tags/tag1409.xml"/><Relationship Id="rId29" Type="http://schemas.openxmlformats.org/officeDocument/2006/relationships/tags" Target="../tags/tag1418.xml"/><Relationship Id="rId41" Type="http://schemas.openxmlformats.org/officeDocument/2006/relationships/slideLayout" Target="../slideLayouts/slideLayout13.xml"/><Relationship Id="rId1" Type="http://schemas.openxmlformats.org/officeDocument/2006/relationships/themeOverride" Target="../theme/themeOverride11.xml"/><Relationship Id="rId6" Type="http://schemas.openxmlformats.org/officeDocument/2006/relationships/tags" Target="../tags/tag1395.xml"/><Relationship Id="rId11" Type="http://schemas.openxmlformats.org/officeDocument/2006/relationships/tags" Target="../tags/tag1400.xml"/><Relationship Id="rId24" Type="http://schemas.openxmlformats.org/officeDocument/2006/relationships/tags" Target="../tags/tag1413.xml"/><Relationship Id="rId32" Type="http://schemas.openxmlformats.org/officeDocument/2006/relationships/tags" Target="../tags/tag1421.xml"/><Relationship Id="rId37" Type="http://schemas.openxmlformats.org/officeDocument/2006/relationships/tags" Target="../tags/tag1426.xml"/><Relationship Id="rId40" Type="http://schemas.openxmlformats.org/officeDocument/2006/relationships/tags" Target="../tags/tag1429.xml"/><Relationship Id="rId5" Type="http://schemas.openxmlformats.org/officeDocument/2006/relationships/tags" Target="../tags/tag1394.xml"/><Relationship Id="rId15" Type="http://schemas.openxmlformats.org/officeDocument/2006/relationships/tags" Target="../tags/tag1404.xml"/><Relationship Id="rId23" Type="http://schemas.openxmlformats.org/officeDocument/2006/relationships/tags" Target="../tags/tag1412.xml"/><Relationship Id="rId28" Type="http://schemas.openxmlformats.org/officeDocument/2006/relationships/tags" Target="../tags/tag1417.xml"/><Relationship Id="rId36" Type="http://schemas.openxmlformats.org/officeDocument/2006/relationships/tags" Target="../tags/tag1425.xml"/><Relationship Id="rId10" Type="http://schemas.openxmlformats.org/officeDocument/2006/relationships/tags" Target="../tags/tag1399.xml"/><Relationship Id="rId19" Type="http://schemas.openxmlformats.org/officeDocument/2006/relationships/tags" Target="../tags/tag1408.xml"/><Relationship Id="rId31" Type="http://schemas.openxmlformats.org/officeDocument/2006/relationships/tags" Target="../tags/tag1420.xml"/><Relationship Id="rId4" Type="http://schemas.openxmlformats.org/officeDocument/2006/relationships/tags" Target="../tags/tag1393.xml"/><Relationship Id="rId9" Type="http://schemas.openxmlformats.org/officeDocument/2006/relationships/tags" Target="../tags/tag1398.xml"/><Relationship Id="rId14" Type="http://schemas.openxmlformats.org/officeDocument/2006/relationships/tags" Target="../tags/tag1403.xml"/><Relationship Id="rId22" Type="http://schemas.openxmlformats.org/officeDocument/2006/relationships/tags" Target="../tags/tag1411.xml"/><Relationship Id="rId27" Type="http://schemas.openxmlformats.org/officeDocument/2006/relationships/tags" Target="../tags/tag1416.xml"/><Relationship Id="rId30" Type="http://schemas.openxmlformats.org/officeDocument/2006/relationships/tags" Target="../tags/tag1419.xml"/><Relationship Id="rId35" Type="http://schemas.openxmlformats.org/officeDocument/2006/relationships/tags" Target="../tags/tag1424.xml"/><Relationship Id="rId43" Type="http://schemas.openxmlformats.org/officeDocument/2006/relationships/image" Target="../media/image5.png"/><Relationship Id="rId8" Type="http://schemas.openxmlformats.org/officeDocument/2006/relationships/tags" Target="../tags/tag1397.xml"/><Relationship Id="rId3" Type="http://schemas.openxmlformats.org/officeDocument/2006/relationships/tags" Target="../tags/tag1392.xml"/><Relationship Id="rId12" Type="http://schemas.openxmlformats.org/officeDocument/2006/relationships/tags" Target="../tags/tag1401.xml"/><Relationship Id="rId17" Type="http://schemas.openxmlformats.org/officeDocument/2006/relationships/tags" Target="../tags/tag1406.xml"/><Relationship Id="rId25" Type="http://schemas.openxmlformats.org/officeDocument/2006/relationships/tags" Target="../tags/tag1414.xml"/><Relationship Id="rId33" Type="http://schemas.openxmlformats.org/officeDocument/2006/relationships/tags" Target="../tags/tag1422.xml"/><Relationship Id="rId38" Type="http://schemas.openxmlformats.org/officeDocument/2006/relationships/tags" Target="../tags/tag1427.xml"/></Relationships>
</file>

<file path=ppt/slides/_rels/slide48.xml.rels><?xml version="1.0" encoding="UTF-8" standalone="yes"?>
<Relationships xmlns="http://schemas.openxmlformats.org/package/2006/relationships"><Relationship Id="rId8" Type="http://schemas.openxmlformats.org/officeDocument/2006/relationships/tags" Target="../tags/tag1436.xml"/><Relationship Id="rId13" Type="http://schemas.openxmlformats.org/officeDocument/2006/relationships/tags" Target="../tags/tag1441.xml"/><Relationship Id="rId18" Type="http://schemas.openxmlformats.org/officeDocument/2006/relationships/tags" Target="../tags/tag1446.xml"/><Relationship Id="rId3" Type="http://schemas.openxmlformats.org/officeDocument/2006/relationships/tags" Target="../tags/tag1431.xml"/><Relationship Id="rId21" Type="http://schemas.openxmlformats.org/officeDocument/2006/relationships/tags" Target="../tags/tag1449.xml"/><Relationship Id="rId7" Type="http://schemas.openxmlformats.org/officeDocument/2006/relationships/tags" Target="../tags/tag1435.xml"/><Relationship Id="rId12" Type="http://schemas.openxmlformats.org/officeDocument/2006/relationships/tags" Target="../tags/tag1440.xml"/><Relationship Id="rId17" Type="http://schemas.openxmlformats.org/officeDocument/2006/relationships/tags" Target="../tags/tag1445.xml"/><Relationship Id="rId2" Type="http://schemas.openxmlformats.org/officeDocument/2006/relationships/tags" Target="../tags/tag1430.xml"/><Relationship Id="rId16" Type="http://schemas.openxmlformats.org/officeDocument/2006/relationships/tags" Target="../tags/tag1444.xml"/><Relationship Id="rId20" Type="http://schemas.openxmlformats.org/officeDocument/2006/relationships/tags" Target="../tags/tag1448.xml"/><Relationship Id="rId1" Type="http://schemas.openxmlformats.org/officeDocument/2006/relationships/themeOverride" Target="../theme/themeOverride12.xml"/><Relationship Id="rId6" Type="http://schemas.openxmlformats.org/officeDocument/2006/relationships/tags" Target="../tags/tag1434.xml"/><Relationship Id="rId11" Type="http://schemas.openxmlformats.org/officeDocument/2006/relationships/tags" Target="../tags/tag1439.xml"/><Relationship Id="rId24" Type="http://schemas.openxmlformats.org/officeDocument/2006/relationships/image" Target="../media/image5.png"/><Relationship Id="rId5" Type="http://schemas.openxmlformats.org/officeDocument/2006/relationships/tags" Target="../tags/tag1433.xml"/><Relationship Id="rId15" Type="http://schemas.openxmlformats.org/officeDocument/2006/relationships/tags" Target="../tags/tag1443.xml"/><Relationship Id="rId23" Type="http://schemas.openxmlformats.org/officeDocument/2006/relationships/notesSlide" Target="../notesSlides/notesSlide43.xml"/><Relationship Id="rId10" Type="http://schemas.openxmlformats.org/officeDocument/2006/relationships/tags" Target="../tags/tag1438.xml"/><Relationship Id="rId19" Type="http://schemas.openxmlformats.org/officeDocument/2006/relationships/tags" Target="../tags/tag1447.xml"/><Relationship Id="rId4" Type="http://schemas.openxmlformats.org/officeDocument/2006/relationships/tags" Target="../tags/tag1432.xml"/><Relationship Id="rId9" Type="http://schemas.openxmlformats.org/officeDocument/2006/relationships/tags" Target="../tags/tag1437.xml"/><Relationship Id="rId14" Type="http://schemas.openxmlformats.org/officeDocument/2006/relationships/tags" Target="../tags/tag1442.xml"/><Relationship Id="rId22"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hemeOverride" Target="../theme/themeOverride13.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117" Type="http://schemas.openxmlformats.org/officeDocument/2006/relationships/tags" Target="../tags/tag1565.xml"/><Relationship Id="rId21" Type="http://schemas.openxmlformats.org/officeDocument/2006/relationships/tags" Target="../tags/tag1469.xml"/><Relationship Id="rId42" Type="http://schemas.openxmlformats.org/officeDocument/2006/relationships/tags" Target="../tags/tag1490.xml"/><Relationship Id="rId63" Type="http://schemas.openxmlformats.org/officeDocument/2006/relationships/tags" Target="../tags/tag1511.xml"/><Relationship Id="rId84" Type="http://schemas.openxmlformats.org/officeDocument/2006/relationships/tags" Target="../tags/tag1532.xml"/><Relationship Id="rId138" Type="http://schemas.openxmlformats.org/officeDocument/2006/relationships/tags" Target="../tags/tag1586.xml"/><Relationship Id="rId159" Type="http://schemas.openxmlformats.org/officeDocument/2006/relationships/tags" Target="../tags/tag1607.xml"/><Relationship Id="rId170" Type="http://schemas.openxmlformats.org/officeDocument/2006/relationships/tags" Target="../tags/tag1618.xml"/><Relationship Id="rId107" Type="http://schemas.openxmlformats.org/officeDocument/2006/relationships/tags" Target="../tags/tag1555.xml"/><Relationship Id="rId11" Type="http://schemas.openxmlformats.org/officeDocument/2006/relationships/tags" Target="../tags/tag1459.xml"/><Relationship Id="rId32" Type="http://schemas.openxmlformats.org/officeDocument/2006/relationships/tags" Target="../tags/tag1480.xml"/><Relationship Id="rId53" Type="http://schemas.openxmlformats.org/officeDocument/2006/relationships/tags" Target="../tags/tag1501.xml"/><Relationship Id="rId74" Type="http://schemas.openxmlformats.org/officeDocument/2006/relationships/tags" Target="../tags/tag1522.xml"/><Relationship Id="rId128" Type="http://schemas.openxmlformats.org/officeDocument/2006/relationships/tags" Target="../tags/tag1576.xml"/><Relationship Id="rId149" Type="http://schemas.openxmlformats.org/officeDocument/2006/relationships/tags" Target="../tags/tag1597.xml"/><Relationship Id="rId5" Type="http://schemas.openxmlformats.org/officeDocument/2006/relationships/tags" Target="../tags/tag1453.xml"/><Relationship Id="rId95" Type="http://schemas.openxmlformats.org/officeDocument/2006/relationships/tags" Target="../tags/tag1543.xml"/><Relationship Id="rId160" Type="http://schemas.openxmlformats.org/officeDocument/2006/relationships/tags" Target="../tags/tag1608.xml"/><Relationship Id="rId22" Type="http://schemas.openxmlformats.org/officeDocument/2006/relationships/tags" Target="../tags/tag1470.xml"/><Relationship Id="rId43" Type="http://schemas.openxmlformats.org/officeDocument/2006/relationships/tags" Target="../tags/tag1491.xml"/><Relationship Id="rId64" Type="http://schemas.openxmlformats.org/officeDocument/2006/relationships/tags" Target="../tags/tag1512.xml"/><Relationship Id="rId118" Type="http://schemas.openxmlformats.org/officeDocument/2006/relationships/tags" Target="../tags/tag1566.xml"/><Relationship Id="rId139" Type="http://schemas.openxmlformats.org/officeDocument/2006/relationships/tags" Target="../tags/tag1587.xml"/><Relationship Id="rId85" Type="http://schemas.openxmlformats.org/officeDocument/2006/relationships/tags" Target="../tags/tag1533.xml"/><Relationship Id="rId150" Type="http://schemas.openxmlformats.org/officeDocument/2006/relationships/tags" Target="../tags/tag1598.xml"/><Relationship Id="rId171" Type="http://schemas.openxmlformats.org/officeDocument/2006/relationships/tags" Target="../tags/tag1619.xml"/><Relationship Id="rId12" Type="http://schemas.openxmlformats.org/officeDocument/2006/relationships/tags" Target="../tags/tag1460.xml"/><Relationship Id="rId33" Type="http://schemas.openxmlformats.org/officeDocument/2006/relationships/tags" Target="../tags/tag1481.xml"/><Relationship Id="rId108" Type="http://schemas.openxmlformats.org/officeDocument/2006/relationships/tags" Target="../tags/tag1556.xml"/><Relationship Id="rId129" Type="http://schemas.openxmlformats.org/officeDocument/2006/relationships/tags" Target="../tags/tag1577.xml"/><Relationship Id="rId54" Type="http://schemas.openxmlformats.org/officeDocument/2006/relationships/tags" Target="../tags/tag1502.xml"/><Relationship Id="rId75" Type="http://schemas.openxmlformats.org/officeDocument/2006/relationships/tags" Target="../tags/tag1523.xml"/><Relationship Id="rId96" Type="http://schemas.openxmlformats.org/officeDocument/2006/relationships/tags" Target="../tags/tag1544.xml"/><Relationship Id="rId140" Type="http://schemas.openxmlformats.org/officeDocument/2006/relationships/tags" Target="../tags/tag1588.xml"/><Relationship Id="rId161" Type="http://schemas.openxmlformats.org/officeDocument/2006/relationships/tags" Target="../tags/tag1609.xml"/><Relationship Id="rId6" Type="http://schemas.openxmlformats.org/officeDocument/2006/relationships/tags" Target="../tags/tag1454.xml"/><Relationship Id="rId23" Type="http://schemas.openxmlformats.org/officeDocument/2006/relationships/tags" Target="../tags/tag1471.xml"/><Relationship Id="rId28" Type="http://schemas.openxmlformats.org/officeDocument/2006/relationships/tags" Target="../tags/tag1476.xml"/><Relationship Id="rId49" Type="http://schemas.openxmlformats.org/officeDocument/2006/relationships/tags" Target="../tags/tag1497.xml"/><Relationship Id="rId114" Type="http://schemas.openxmlformats.org/officeDocument/2006/relationships/tags" Target="../tags/tag1562.xml"/><Relationship Id="rId119" Type="http://schemas.openxmlformats.org/officeDocument/2006/relationships/tags" Target="../tags/tag1567.xml"/><Relationship Id="rId44" Type="http://schemas.openxmlformats.org/officeDocument/2006/relationships/tags" Target="../tags/tag1492.xml"/><Relationship Id="rId60" Type="http://schemas.openxmlformats.org/officeDocument/2006/relationships/tags" Target="../tags/tag1508.xml"/><Relationship Id="rId65" Type="http://schemas.openxmlformats.org/officeDocument/2006/relationships/tags" Target="../tags/tag1513.xml"/><Relationship Id="rId81" Type="http://schemas.openxmlformats.org/officeDocument/2006/relationships/tags" Target="../tags/tag1529.xml"/><Relationship Id="rId86" Type="http://schemas.openxmlformats.org/officeDocument/2006/relationships/tags" Target="../tags/tag1534.xml"/><Relationship Id="rId130" Type="http://schemas.openxmlformats.org/officeDocument/2006/relationships/tags" Target="../tags/tag1578.xml"/><Relationship Id="rId135" Type="http://schemas.openxmlformats.org/officeDocument/2006/relationships/tags" Target="../tags/tag1583.xml"/><Relationship Id="rId151" Type="http://schemas.openxmlformats.org/officeDocument/2006/relationships/tags" Target="../tags/tag1599.xml"/><Relationship Id="rId156" Type="http://schemas.openxmlformats.org/officeDocument/2006/relationships/tags" Target="../tags/tag1604.xml"/><Relationship Id="rId177" Type="http://schemas.openxmlformats.org/officeDocument/2006/relationships/tags" Target="../tags/tag1625.xml"/><Relationship Id="rId172" Type="http://schemas.openxmlformats.org/officeDocument/2006/relationships/tags" Target="../tags/tag1620.xml"/><Relationship Id="rId13" Type="http://schemas.openxmlformats.org/officeDocument/2006/relationships/tags" Target="../tags/tag1461.xml"/><Relationship Id="rId18" Type="http://schemas.openxmlformats.org/officeDocument/2006/relationships/tags" Target="../tags/tag1466.xml"/><Relationship Id="rId39" Type="http://schemas.openxmlformats.org/officeDocument/2006/relationships/tags" Target="../tags/tag1487.xml"/><Relationship Id="rId109" Type="http://schemas.openxmlformats.org/officeDocument/2006/relationships/tags" Target="../tags/tag1557.xml"/><Relationship Id="rId34" Type="http://schemas.openxmlformats.org/officeDocument/2006/relationships/tags" Target="../tags/tag1482.xml"/><Relationship Id="rId50" Type="http://schemas.openxmlformats.org/officeDocument/2006/relationships/tags" Target="../tags/tag1498.xml"/><Relationship Id="rId55" Type="http://schemas.openxmlformats.org/officeDocument/2006/relationships/tags" Target="../tags/tag1503.xml"/><Relationship Id="rId76" Type="http://schemas.openxmlformats.org/officeDocument/2006/relationships/tags" Target="../tags/tag1524.xml"/><Relationship Id="rId97" Type="http://schemas.openxmlformats.org/officeDocument/2006/relationships/tags" Target="../tags/tag1545.xml"/><Relationship Id="rId104" Type="http://schemas.openxmlformats.org/officeDocument/2006/relationships/tags" Target="../tags/tag1552.xml"/><Relationship Id="rId120" Type="http://schemas.openxmlformats.org/officeDocument/2006/relationships/tags" Target="../tags/tag1568.xml"/><Relationship Id="rId125" Type="http://schemas.openxmlformats.org/officeDocument/2006/relationships/tags" Target="../tags/tag1573.xml"/><Relationship Id="rId141" Type="http://schemas.openxmlformats.org/officeDocument/2006/relationships/tags" Target="../tags/tag1589.xml"/><Relationship Id="rId146" Type="http://schemas.openxmlformats.org/officeDocument/2006/relationships/tags" Target="../tags/tag1594.xml"/><Relationship Id="rId167" Type="http://schemas.openxmlformats.org/officeDocument/2006/relationships/tags" Target="../tags/tag1615.xml"/><Relationship Id="rId7" Type="http://schemas.openxmlformats.org/officeDocument/2006/relationships/tags" Target="../tags/tag1455.xml"/><Relationship Id="rId71" Type="http://schemas.openxmlformats.org/officeDocument/2006/relationships/tags" Target="../tags/tag1519.xml"/><Relationship Id="rId92" Type="http://schemas.openxmlformats.org/officeDocument/2006/relationships/tags" Target="../tags/tag1540.xml"/><Relationship Id="rId162" Type="http://schemas.openxmlformats.org/officeDocument/2006/relationships/tags" Target="../tags/tag1610.xml"/><Relationship Id="rId2" Type="http://schemas.openxmlformats.org/officeDocument/2006/relationships/tags" Target="../tags/tag1450.xml"/><Relationship Id="rId29" Type="http://schemas.openxmlformats.org/officeDocument/2006/relationships/tags" Target="../tags/tag1477.xml"/><Relationship Id="rId24" Type="http://schemas.openxmlformats.org/officeDocument/2006/relationships/tags" Target="../tags/tag1472.xml"/><Relationship Id="rId40" Type="http://schemas.openxmlformats.org/officeDocument/2006/relationships/tags" Target="../tags/tag1488.xml"/><Relationship Id="rId45" Type="http://schemas.openxmlformats.org/officeDocument/2006/relationships/tags" Target="../tags/tag1493.xml"/><Relationship Id="rId66" Type="http://schemas.openxmlformats.org/officeDocument/2006/relationships/tags" Target="../tags/tag1514.xml"/><Relationship Id="rId87" Type="http://schemas.openxmlformats.org/officeDocument/2006/relationships/tags" Target="../tags/tag1535.xml"/><Relationship Id="rId110" Type="http://schemas.openxmlformats.org/officeDocument/2006/relationships/tags" Target="../tags/tag1558.xml"/><Relationship Id="rId115" Type="http://schemas.openxmlformats.org/officeDocument/2006/relationships/tags" Target="../tags/tag1563.xml"/><Relationship Id="rId131" Type="http://schemas.openxmlformats.org/officeDocument/2006/relationships/tags" Target="../tags/tag1579.xml"/><Relationship Id="rId136" Type="http://schemas.openxmlformats.org/officeDocument/2006/relationships/tags" Target="../tags/tag1584.xml"/><Relationship Id="rId157" Type="http://schemas.openxmlformats.org/officeDocument/2006/relationships/tags" Target="../tags/tag1605.xml"/><Relationship Id="rId178" Type="http://schemas.openxmlformats.org/officeDocument/2006/relationships/slideLayout" Target="../slideLayouts/slideLayout13.xml"/><Relationship Id="rId61" Type="http://schemas.openxmlformats.org/officeDocument/2006/relationships/tags" Target="../tags/tag1509.xml"/><Relationship Id="rId82" Type="http://schemas.openxmlformats.org/officeDocument/2006/relationships/tags" Target="../tags/tag1530.xml"/><Relationship Id="rId152" Type="http://schemas.openxmlformats.org/officeDocument/2006/relationships/tags" Target="../tags/tag1600.xml"/><Relationship Id="rId173" Type="http://schemas.openxmlformats.org/officeDocument/2006/relationships/tags" Target="../tags/tag1621.xml"/><Relationship Id="rId19" Type="http://schemas.openxmlformats.org/officeDocument/2006/relationships/tags" Target="../tags/tag1467.xml"/><Relationship Id="rId14" Type="http://schemas.openxmlformats.org/officeDocument/2006/relationships/tags" Target="../tags/tag1462.xml"/><Relationship Id="rId30" Type="http://schemas.openxmlformats.org/officeDocument/2006/relationships/tags" Target="../tags/tag1478.xml"/><Relationship Id="rId35" Type="http://schemas.openxmlformats.org/officeDocument/2006/relationships/tags" Target="../tags/tag1483.xml"/><Relationship Id="rId56" Type="http://schemas.openxmlformats.org/officeDocument/2006/relationships/tags" Target="../tags/tag1504.xml"/><Relationship Id="rId77" Type="http://schemas.openxmlformats.org/officeDocument/2006/relationships/tags" Target="../tags/tag1525.xml"/><Relationship Id="rId100" Type="http://schemas.openxmlformats.org/officeDocument/2006/relationships/tags" Target="../tags/tag1548.xml"/><Relationship Id="rId105" Type="http://schemas.openxmlformats.org/officeDocument/2006/relationships/tags" Target="../tags/tag1553.xml"/><Relationship Id="rId126" Type="http://schemas.openxmlformats.org/officeDocument/2006/relationships/tags" Target="../tags/tag1574.xml"/><Relationship Id="rId147" Type="http://schemas.openxmlformats.org/officeDocument/2006/relationships/tags" Target="../tags/tag1595.xml"/><Relationship Id="rId168" Type="http://schemas.openxmlformats.org/officeDocument/2006/relationships/tags" Target="../tags/tag1616.xml"/><Relationship Id="rId8" Type="http://schemas.openxmlformats.org/officeDocument/2006/relationships/tags" Target="../tags/tag1456.xml"/><Relationship Id="rId51" Type="http://schemas.openxmlformats.org/officeDocument/2006/relationships/tags" Target="../tags/tag1499.xml"/><Relationship Id="rId72" Type="http://schemas.openxmlformats.org/officeDocument/2006/relationships/tags" Target="../tags/tag1520.xml"/><Relationship Id="rId93" Type="http://schemas.openxmlformats.org/officeDocument/2006/relationships/tags" Target="../tags/tag1541.xml"/><Relationship Id="rId98" Type="http://schemas.openxmlformats.org/officeDocument/2006/relationships/tags" Target="../tags/tag1546.xml"/><Relationship Id="rId121" Type="http://schemas.openxmlformats.org/officeDocument/2006/relationships/tags" Target="../tags/tag1569.xml"/><Relationship Id="rId142" Type="http://schemas.openxmlformats.org/officeDocument/2006/relationships/tags" Target="../tags/tag1590.xml"/><Relationship Id="rId163" Type="http://schemas.openxmlformats.org/officeDocument/2006/relationships/tags" Target="../tags/tag1611.xml"/><Relationship Id="rId3" Type="http://schemas.openxmlformats.org/officeDocument/2006/relationships/tags" Target="../tags/tag1451.xml"/><Relationship Id="rId25" Type="http://schemas.openxmlformats.org/officeDocument/2006/relationships/tags" Target="../tags/tag1473.xml"/><Relationship Id="rId46" Type="http://schemas.openxmlformats.org/officeDocument/2006/relationships/tags" Target="../tags/tag1494.xml"/><Relationship Id="rId67" Type="http://schemas.openxmlformats.org/officeDocument/2006/relationships/tags" Target="../tags/tag1515.xml"/><Relationship Id="rId116" Type="http://schemas.openxmlformats.org/officeDocument/2006/relationships/tags" Target="../tags/tag1564.xml"/><Relationship Id="rId137" Type="http://schemas.openxmlformats.org/officeDocument/2006/relationships/tags" Target="../tags/tag1585.xml"/><Relationship Id="rId158" Type="http://schemas.openxmlformats.org/officeDocument/2006/relationships/tags" Target="../tags/tag1606.xml"/><Relationship Id="rId20" Type="http://schemas.openxmlformats.org/officeDocument/2006/relationships/tags" Target="../tags/tag1468.xml"/><Relationship Id="rId41" Type="http://schemas.openxmlformats.org/officeDocument/2006/relationships/tags" Target="../tags/tag1489.xml"/><Relationship Id="rId62" Type="http://schemas.openxmlformats.org/officeDocument/2006/relationships/tags" Target="../tags/tag1510.xml"/><Relationship Id="rId83" Type="http://schemas.openxmlformats.org/officeDocument/2006/relationships/tags" Target="../tags/tag1531.xml"/><Relationship Id="rId88" Type="http://schemas.openxmlformats.org/officeDocument/2006/relationships/tags" Target="../tags/tag1536.xml"/><Relationship Id="rId111" Type="http://schemas.openxmlformats.org/officeDocument/2006/relationships/tags" Target="../tags/tag1559.xml"/><Relationship Id="rId132" Type="http://schemas.openxmlformats.org/officeDocument/2006/relationships/tags" Target="../tags/tag1580.xml"/><Relationship Id="rId153" Type="http://schemas.openxmlformats.org/officeDocument/2006/relationships/tags" Target="../tags/tag1601.xml"/><Relationship Id="rId174" Type="http://schemas.openxmlformats.org/officeDocument/2006/relationships/tags" Target="../tags/tag1622.xml"/><Relationship Id="rId179" Type="http://schemas.openxmlformats.org/officeDocument/2006/relationships/notesSlide" Target="../notesSlides/notesSlide45.xml"/><Relationship Id="rId15" Type="http://schemas.openxmlformats.org/officeDocument/2006/relationships/tags" Target="../tags/tag1463.xml"/><Relationship Id="rId36" Type="http://schemas.openxmlformats.org/officeDocument/2006/relationships/tags" Target="../tags/tag1484.xml"/><Relationship Id="rId57" Type="http://schemas.openxmlformats.org/officeDocument/2006/relationships/tags" Target="../tags/tag1505.xml"/><Relationship Id="rId106" Type="http://schemas.openxmlformats.org/officeDocument/2006/relationships/tags" Target="../tags/tag1554.xml"/><Relationship Id="rId127" Type="http://schemas.openxmlformats.org/officeDocument/2006/relationships/tags" Target="../tags/tag1575.xml"/><Relationship Id="rId10" Type="http://schemas.openxmlformats.org/officeDocument/2006/relationships/tags" Target="../tags/tag1458.xml"/><Relationship Id="rId31" Type="http://schemas.openxmlformats.org/officeDocument/2006/relationships/tags" Target="../tags/tag1479.xml"/><Relationship Id="rId52" Type="http://schemas.openxmlformats.org/officeDocument/2006/relationships/tags" Target="../tags/tag1500.xml"/><Relationship Id="rId73" Type="http://schemas.openxmlformats.org/officeDocument/2006/relationships/tags" Target="../tags/tag1521.xml"/><Relationship Id="rId78" Type="http://schemas.openxmlformats.org/officeDocument/2006/relationships/tags" Target="../tags/tag1526.xml"/><Relationship Id="rId94" Type="http://schemas.openxmlformats.org/officeDocument/2006/relationships/tags" Target="../tags/tag1542.xml"/><Relationship Id="rId99" Type="http://schemas.openxmlformats.org/officeDocument/2006/relationships/tags" Target="../tags/tag1547.xml"/><Relationship Id="rId101" Type="http://schemas.openxmlformats.org/officeDocument/2006/relationships/tags" Target="../tags/tag1549.xml"/><Relationship Id="rId122" Type="http://schemas.openxmlformats.org/officeDocument/2006/relationships/tags" Target="../tags/tag1570.xml"/><Relationship Id="rId143" Type="http://schemas.openxmlformats.org/officeDocument/2006/relationships/tags" Target="../tags/tag1591.xml"/><Relationship Id="rId148" Type="http://schemas.openxmlformats.org/officeDocument/2006/relationships/tags" Target="../tags/tag1596.xml"/><Relationship Id="rId164" Type="http://schemas.openxmlformats.org/officeDocument/2006/relationships/tags" Target="../tags/tag1612.xml"/><Relationship Id="rId169" Type="http://schemas.openxmlformats.org/officeDocument/2006/relationships/tags" Target="../tags/tag1617.xml"/><Relationship Id="rId4" Type="http://schemas.openxmlformats.org/officeDocument/2006/relationships/tags" Target="../tags/tag1452.xml"/><Relationship Id="rId9" Type="http://schemas.openxmlformats.org/officeDocument/2006/relationships/tags" Target="../tags/tag1457.xml"/><Relationship Id="rId180" Type="http://schemas.openxmlformats.org/officeDocument/2006/relationships/image" Target="../media/image5.png"/><Relationship Id="rId26" Type="http://schemas.openxmlformats.org/officeDocument/2006/relationships/tags" Target="../tags/tag1474.xml"/><Relationship Id="rId47" Type="http://schemas.openxmlformats.org/officeDocument/2006/relationships/tags" Target="../tags/tag1495.xml"/><Relationship Id="rId68" Type="http://schemas.openxmlformats.org/officeDocument/2006/relationships/tags" Target="../tags/tag1516.xml"/><Relationship Id="rId89" Type="http://schemas.openxmlformats.org/officeDocument/2006/relationships/tags" Target="../tags/tag1537.xml"/><Relationship Id="rId112" Type="http://schemas.openxmlformats.org/officeDocument/2006/relationships/tags" Target="../tags/tag1560.xml"/><Relationship Id="rId133" Type="http://schemas.openxmlformats.org/officeDocument/2006/relationships/tags" Target="../tags/tag1581.xml"/><Relationship Id="rId154" Type="http://schemas.openxmlformats.org/officeDocument/2006/relationships/tags" Target="../tags/tag1602.xml"/><Relationship Id="rId175" Type="http://schemas.openxmlformats.org/officeDocument/2006/relationships/tags" Target="../tags/tag1623.xml"/><Relationship Id="rId16" Type="http://schemas.openxmlformats.org/officeDocument/2006/relationships/tags" Target="../tags/tag1464.xml"/><Relationship Id="rId37" Type="http://schemas.openxmlformats.org/officeDocument/2006/relationships/tags" Target="../tags/tag1485.xml"/><Relationship Id="rId58" Type="http://schemas.openxmlformats.org/officeDocument/2006/relationships/tags" Target="../tags/tag1506.xml"/><Relationship Id="rId79" Type="http://schemas.openxmlformats.org/officeDocument/2006/relationships/tags" Target="../tags/tag1527.xml"/><Relationship Id="rId102" Type="http://schemas.openxmlformats.org/officeDocument/2006/relationships/tags" Target="../tags/tag1550.xml"/><Relationship Id="rId123" Type="http://schemas.openxmlformats.org/officeDocument/2006/relationships/tags" Target="../tags/tag1571.xml"/><Relationship Id="rId144" Type="http://schemas.openxmlformats.org/officeDocument/2006/relationships/tags" Target="../tags/tag1592.xml"/><Relationship Id="rId90" Type="http://schemas.openxmlformats.org/officeDocument/2006/relationships/tags" Target="../tags/tag1538.xml"/><Relationship Id="rId165" Type="http://schemas.openxmlformats.org/officeDocument/2006/relationships/tags" Target="../tags/tag1613.xml"/><Relationship Id="rId27" Type="http://schemas.openxmlformats.org/officeDocument/2006/relationships/tags" Target="../tags/tag1475.xml"/><Relationship Id="rId48" Type="http://schemas.openxmlformats.org/officeDocument/2006/relationships/tags" Target="../tags/tag1496.xml"/><Relationship Id="rId69" Type="http://schemas.openxmlformats.org/officeDocument/2006/relationships/tags" Target="../tags/tag1517.xml"/><Relationship Id="rId113" Type="http://schemas.openxmlformats.org/officeDocument/2006/relationships/tags" Target="../tags/tag1561.xml"/><Relationship Id="rId134" Type="http://schemas.openxmlformats.org/officeDocument/2006/relationships/tags" Target="../tags/tag1582.xml"/><Relationship Id="rId80" Type="http://schemas.openxmlformats.org/officeDocument/2006/relationships/tags" Target="../tags/tag1528.xml"/><Relationship Id="rId155" Type="http://schemas.openxmlformats.org/officeDocument/2006/relationships/tags" Target="../tags/tag1603.xml"/><Relationship Id="rId176" Type="http://schemas.openxmlformats.org/officeDocument/2006/relationships/tags" Target="../tags/tag1624.xml"/><Relationship Id="rId17" Type="http://schemas.openxmlformats.org/officeDocument/2006/relationships/tags" Target="../tags/tag1465.xml"/><Relationship Id="rId38" Type="http://schemas.openxmlformats.org/officeDocument/2006/relationships/tags" Target="../tags/tag1486.xml"/><Relationship Id="rId59" Type="http://schemas.openxmlformats.org/officeDocument/2006/relationships/tags" Target="../tags/tag1507.xml"/><Relationship Id="rId103" Type="http://schemas.openxmlformats.org/officeDocument/2006/relationships/tags" Target="../tags/tag1551.xml"/><Relationship Id="rId124" Type="http://schemas.openxmlformats.org/officeDocument/2006/relationships/tags" Target="../tags/tag1572.xml"/><Relationship Id="rId70" Type="http://schemas.openxmlformats.org/officeDocument/2006/relationships/tags" Target="../tags/tag1518.xml"/><Relationship Id="rId91" Type="http://schemas.openxmlformats.org/officeDocument/2006/relationships/tags" Target="../tags/tag1539.xml"/><Relationship Id="rId145" Type="http://schemas.openxmlformats.org/officeDocument/2006/relationships/tags" Target="../tags/tag1593.xml"/><Relationship Id="rId166" Type="http://schemas.openxmlformats.org/officeDocument/2006/relationships/tags" Target="../tags/tag1614.xml"/><Relationship Id="rId1" Type="http://schemas.openxmlformats.org/officeDocument/2006/relationships/themeOverride" Target="../theme/themeOverride14.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6788-9B09-5349-D118-4E4BEB03191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1BF3657-58D6-DBBE-F1CE-E5426413E8A5}"/>
              </a:ext>
              <a:ext uri="{C183D7F6-B498-43B3-948B-1728B52AA6E4}">
                <adec:decorative xmlns:adec="http://schemas.microsoft.com/office/drawing/2017/decorative" val="1"/>
              </a:ext>
            </a:extLst>
          </p:cNvPr>
          <p:cNvSpPr/>
          <p:nvPr/>
        </p:nvSpPr>
        <p:spPr>
          <a:xfrm>
            <a:off x="0" y="0"/>
            <a:ext cx="12192000" cy="6865082"/>
          </a:xfrm>
          <a:prstGeom prst="rect">
            <a:avLst/>
          </a:prstGeom>
          <a:gradFill flip="none" rotWithShape="1">
            <a:gsLst>
              <a:gs pos="85000">
                <a:srgbClr val="F22D1C"/>
              </a:gs>
              <a:gs pos="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lide Number Placeholder 2">
            <a:extLst>
              <a:ext uri="{FF2B5EF4-FFF2-40B4-BE49-F238E27FC236}">
                <a16:creationId xmlns:a16="http://schemas.microsoft.com/office/drawing/2014/main" id="{D4097998-24A6-E58B-7427-10108A76C4DB}"/>
              </a:ext>
            </a:extLst>
          </p:cNvPr>
          <p:cNvSpPr>
            <a:spLocks noGrp="1"/>
          </p:cNvSpPr>
          <p:nvPr>
            <p:ph type="sldNum" sz="quarter" idx="12"/>
          </p:nvPr>
        </p:nvSpPr>
        <p:spPr>
          <a:xfrm>
            <a:off x="8739389" y="6356348"/>
            <a:ext cx="2743200" cy="365125"/>
          </a:xfrm>
        </p:spPr>
        <p:txBody>
          <a:bodyPr/>
          <a:lstStyle/>
          <a:p>
            <a:fld id="{330EA680-D336-4FF7-8B7A-9848BB0A1C32}" type="slidenum">
              <a:rPr lang="en-US" noProof="0" smtClean="0">
                <a:solidFill>
                  <a:schemeClr val="bg1"/>
                </a:solidFill>
              </a:rPr>
              <a:t>1</a:t>
            </a:fld>
            <a:endParaRPr lang="en-US" noProof="0">
              <a:solidFill>
                <a:schemeClr val="bg1"/>
              </a:solidFill>
            </a:endParaRPr>
          </a:p>
        </p:txBody>
      </p:sp>
      <p:sp>
        <p:nvSpPr>
          <p:cNvPr id="4" name="Date Placeholder 3">
            <a:extLst>
              <a:ext uri="{FF2B5EF4-FFF2-40B4-BE49-F238E27FC236}">
                <a16:creationId xmlns:a16="http://schemas.microsoft.com/office/drawing/2014/main" id="{C3D85BBE-6A3C-76BC-1E4E-4633B31CBE9B}"/>
              </a:ext>
            </a:extLst>
          </p:cNvPr>
          <p:cNvSpPr>
            <a:spLocks noGrp="1"/>
          </p:cNvSpPr>
          <p:nvPr>
            <p:ph type="dt" sz="half" idx="10"/>
          </p:nvPr>
        </p:nvSpPr>
        <p:spPr/>
        <p:txBody>
          <a:bodyPr/>
          <a:lstStyle/>
          <a:p>
            <a:fld id="{26E845D0-70B0-405D-A6BF-798C9CBE9027}" type="datetime1">
              <a:rPr lang="en-US" noProof="0" smtClean="0">
                <a:solidFill>
                  <a:schemeClr val="bg1"/>
                </a:solidFill>
              </a:rPr>
              <a:t>2/8/2026</a:t>
            </a:fld>
            <a:endParaRPr lang="en-US" noProof="0">
              <a:solidFill>
                <a:schemeClr val="bg1"/>
              </a:solidFill>
            </a:endParaRPr>
          </a:p>
        </p:txBody>
      </p:sp>
      <p:pic>
        <p:nvPicPr>
          <p:cNvPr id="2050" name="Picture 2" descr="Foro Enseñanza e Investigación de las Políticas Públicas en Colombia – En  homenaje a Luis Fernando Aguilar Villanueva">
            <a:extLst>
              <a:ext uri="{FF2B5EF4-FFF2-40B4-BE49-F238E27FC236}">
                <a16:creationId xmlns:a16="http://schemas.microsoft.com/office/drawing/2014/main" id="{3D5ACA37-D931-9F8A-4AB4-8B3006B0399C}"/>
              </a:ext>
            </a:extLst>
          </p:cNvPr>
          <p:cNvPicPr>
            <a:picLocks noChangeAspect="1" noChangeArrowheads="1"/>
          </p:cNvPicPr>
          <p:nvPr/>
        </p:nvPicPr>
        <p:blipFill rotWithShape="1">
          <a:blip r:embed="rId2" cstate="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t="1" b="39588"/>
          <a:stretch/>
        </p:blipFill>
        <p:spPr bwMode="auto">
          <a:xfrm>
            <a:off x="1063942" y="26636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666C288-8C3D-F6F4-52D9-66CA6570B7E9}"/>
              </a:ext>
            </a:extLst>
          </p:cNvPr>
          <p:cNvSpPr txBox="1"/>
          <p:nvPr/>
        </p:nvSpPr>
        <p:spPr>
          <a:xfrm>
            <a:off x="1071562" y="1671726"/>
            <a:ext cx="6487478" cy="1295163"/>
          </a:xfrm>
          <a:prstGeom prst="rect">
            <a:avLst/>
          </a:prstGeom>
          <a:noFill/>
        </p:spPr>
        <p:txBody>
          <a:bodyPr wrap="square" rtlCol="0">
            <a:spAutoFit/>
          </a:bodyPr>
          <a:lstStyle/>
          <a:p>
            <a:pPr>
              <a:lnSpc>
                <a:spcPts val="4600"/>
              </a:lnSpc>
            </a:pPr>
            <a:r>
              <a:rPr lang="en-US" sz="4800" noProof="0">
                <a:solidFill>
                  <a:schemeClr val="bg1"/>
                </a:solidFill>
                <a:latin typeface="Aptos Black" panose="020F0502020204030204" pitchFamily="34" charset="0"/>
              </a:rPr>
              <a:t>Methods: EDA and linear regression</a:t>
            </a:r>
          </a:p>
        </p:txBody>
      </p:sp>
      <p:sp>
        <p:nvSpPr>
          <p:cNvPr id="10" name="Subtítulo 2">
            <a:extLst>
              <a:ext uri="{FF2B5EF4-FFF2-40B4-BE49-F238E27FC236}">
                <a16:creationId xmlns:a16="http://schemas.microsoft.com/office/drawing/2014/main" id="{A8BC9B29-8E8B-E72B-CDF0-B164A72AA9EA}"/>
              </a:ext>
            </a:extLst>
          </p:cNvPr>
          <p:cNvSpPr txBox="1">
            <a:spLocks/>
          </p:cNvSpPr>
          <p:nvPr/>
        </p:nvSpPr>
        <p:spPr>
          <a:xfrm>
            <a:off x="1071562" y="3899334"/>
            <a:ext cx="7557871" cy="15766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800" noProof="0">
                <a:solidFill>
                  <a:schemeClr val="bg1"/>
                </a:solidFill>
                <a:latin typeface="Corbel Light" panose="020B0303020204020204" pitchFamily="34" charset="0"/>
              </a:rPr>
              <a:t>Luis Carlos Guevara</a:t>
            </a:r>
          </a:p>
          <a:p>
            <a:pPr marL="0" indent="0">
              <a:spcBef>
                <a:spcPts val="0"/>
              </a:spcBef>
              <a:buNone/>
            </a:pPr>
            <a:endParaRPr lang="en-US" sz="1800" noProof="0">
              <a:solidFill>
                <a:schemeClr val="bg1"/>
              </a:solidFill>
              <a:latin typeface="Corbel Light" panose="020B0303020204020204" pitchFamily="34" charset="0"/>
            </a:endParaRPr>
          </a:p>
          <a:p>
            <a:pPr marL="0" indent="0">
              <a:spcBef>
                <a:spcPts val="0"/>
              </a:spcBef>
              <a:buNone/>
            </a:pPr>
            <a:r>
              <a:rPr lang="en-US" sz="1800" noProof="0">
                <a:solidFill>
                  <a:schemeClr val="bg1"/>
                </a:solidFill>
                <a:latin typeface="Corbel Light" panose="020B0303020204020204" pitchFamily="34" charset="0"/>
              </a:rPr>
              <a:t>Faculty of Finance, </a:t>
            </a:r>
            <a:br>
              <a:rPr lang="en-US" sz="1800" noProof="0">
                <a:solidFill>
                  <a:schemeClr val="bg1"/>
                </a:solidFill>
                <a:latin typeface="Corbel Light" panose="020B0303020204020204" pitchFamily="34" charset="0"/>
              </a:rPr>
            </a:br>
            <a:r>
              <a:rPr lang="en-US" sz="1800" noProof="0">
                <a:solidFill>
                  <a:schemeClr val="bg1"/>
                </a:solidFill>
                <a:latin typeface="Corbel Light" panose="020B0303020204020204" pitchFamily="34" charset="0"/>
              </a:rPr>
              <a:t>Government and International Relations</a:t>
            </a:r>
          </a:p>
          <a:p>
            <a:pPr marL="0" indent="0">
              <a:spcBef>
                <a:spcPts val="0"/>
              </a:spcBef>
              <a:buNone/>
            </a:pPr>
            <a:br>
              <a:rPr lang="en-US" sz="1800" noProof="0">
                <a:solidFill>
                  <a:schemeClr val="bg1"/>
                </a:solidFill>
                <a:latin typeface="Corbel Light" panose="020B0303020204020204" pitchFamily="34" charset="0"/>
              </a:rPr>
            </a:br>
            <a:r>
              <a:rPr lang="en-US" sz="1800" noProof="0">
                <a:solidFill>
                  <a:schemeClr val="bg1"/>
                </a:solidFill>
                <a:latin typeface="Corbel Light" panose="020B0303020204020204" pitchFamily="34" charset="0"/>
              </a:rPr>
              <a:t>2026-I</a:t>
            </a:r>
          </a:p>
        </p:txBody>
      </p:sp>
      <p:sp>
        <p:nvSpPr>
          <p:cNvPr id="16" name="Rectangle 15">
            <a:extLst>
              <a:ext uri="{FF2B5EF4-FFF2-40B4-BE49-F238E27FC236}">
                <a16:creationId xmlns:a16="http://schemas.microsoft.com/office/drawing/2014/main" id="{FAE1E167-E5FC-5136-BA5F-036AD5F1438E}"/>
              </a:ext>
              <a:ext uri="{C183D7F6-B498-43B3-948B-1728B52AA6E4}">
                <adec:decorative xmlns:adec="http://schemas.microsoft.com/office/drawing/2017/decorative" val="1"/>
              </a:ext>
            </a:extLst>
          </p:cNvPr>
          <p:cNvSpPr/>
          <p:nvPr/>
        </p:nvSpPr>
        <p:spPr>
          <a:xfrm>
            <a:off x="1193800" y="3257462"/>
            <a:ext cx="1097280" cy="120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6082B1AA-2EB1-99B4-4581-9B66D039E6F6}"/>
              </a:ext>
              <a:ext uri="{C183D7F6-B498-43B3-948B-1728B52AA6E4}">
                <adec:decorative xmlns:adec="http://schemas.microsoft.com/office/drawing/2017/decorative" val="1"/>
              </a:ext>
            </a:extLst>
          </p:cNvPr>
          <p:cNvSpPr/>
          <p:nvPr/>
        </p:nvSpPr>
        <p:spPr>
          <a:xfrm>
            <a:off x="2395855" y="3268161"/>
            <a:ext cx="1097280" cy="120915"/>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F8E4C797-F63C-9B00-DFDE-05C361538F50}"/>
              </a:ext>
              <a:ext uri="{C183D7F6-B498-43B3-948B-1728B52AA6E4}">
                <adec:decorative xmlns:adec="http://schemas.microsoft.com/office/drawing/2017/decorative" val="1"/>
              </a:ext>
            </a:extLst>
          </p:cNvPr>
          <p:cNvSpPr/>
          <p:nvPr/>
        </p:nvSpPr>
        <p:spPr>
          <a:xfrm>
            <a:off x="3597910" y="3268161"/>
            <a:ext cx="1097280" cy="120915"/>
          </a:xfrm>
          <a:prstGeom prst="rect">
            <a:avLst/>
          </a:prstGeom>
          <a:solidFill>
            <a:srgbClr val="FF7C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ectangle 18">
            <a:extLst>
              <a:ext uri="{FF2B5EF4-FFF2-40B4-BE49-F238E27FC236}">
                <a16:creationId xmlns:a16="http://schemas.microsoft.com/office/drawing/2014/main" id="{B46CE886-DF80-E6D9-2F50-B3620DC12149}"/>
              </a:ext>
              <a:ext uri="{C183D7F6-B498-43B3-948B-1728B52AA6E4}">
                <adec:decorative xmlns:adec="http://schemas.microsoft.com/office/drawing/2017/decorative" val="1"/>
              </a:ext>
            </a:extLst>
          </p:cNvPr>
          <p:cNvSpPr/>
          <p:nvPr/>
        </p:nvSpPr>
        <p:spPr>
          <a:xfrm>
            <a:off x="4799965" y="3268161"/>
            <a:ext cx="1097280" cy="120915"/>
          </a:xfrm>
          <a:prstGeom prst="rect">
            <a:avLst/>
          </a:prstGeom>
          <a:solidFill>
            <a:srgbClr val="C01C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a:extLst>
              <a:ext uri="{FF2B5EF4-FFF2-40B4-BE49-F238E27FC236}">
                <a16:creationId xmlns:a16="http://schemas.microsoft.com/office/drawing/2014/main" id="{35758066-8FBA-CB7E-D1F0-6013F158284B}"/>
              </a:ext>
              <a:ext uri="{C183D7F6-B498-43B3-948B-1728B52AA6E4}">
                <adec:decorative xmlns:adec="http://schemas.microsoft.com/office/drawing/2017/decorative" val="1"/>
              </a:ext>
            </a:extLst>
          </p:cNvPr>
          <p:cNvSpPr/>
          <p:nvPr/>
        </p:nvSpPr>
        <p:spPr>
          <a:xfrm>
            <a:off x="5993448" y="3268161"/>
            <a:ext cx="1097280" cy="12091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62118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97D075B2-818C-3B39-EB65-1CA4727125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AB12AE-2C65-A55C-F4D0-36ACB33CAEC3}"/>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52767F66-C804-0243-0C5F-93631C3FF2C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extBox 6">
            <a:extLst>
              <a:ext uri="{FF2B5EF4-FFF2-40B4-BE49-F238E27FC236}">
                <a16:creationId xmlns:a16="http://schemas.microsoft.com/office/drawing/2014/main" id="{CCA065FA-8C59-11E9-28ED-79A95421A32E}"/>
              </a:ext>
            </a:extLst>
          </p:cNvPr>
          <p:cNvSpPr txBox="1"/>
          <p:nvPr/>
        </p:nvSpPr>
        <p:spPr>
          <a:xfrm>
            <a:off x="2560280" y="2323064"/>
            <a:ext cx="1817868" cy="502702"/>
          </a:xfrm>
          <a:prstGeom prst="rect">
            <a:avLst/>
          </a:prstGeom>
          <a:noFill/>
        </p:spPr>
        <p:txBody>
          <a:bodyPr wrap="square">
            <a:spAutoFit/>
          </a:bodyP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orbel" panose="020B0503020204020204" pitchFamily="34" charset="0"/>
                <a:ea typeface="+mn-ea"/>
                <a:cs typeface="+mn-cs"/>
              </a:rPr>
              <a:t>Philosophical assumptions </a:t>
            </a:r>
          </a:p>
        </p:txBody>
      </p:sp>
      <p:sp>
        <p:nvSpPr>
          <p:cNvPr id="8" name="TextBox 7">
            <a:extLst>
              <a:ext uri="{FF2B5EF4-FFF2-40B4-BE49-F238E27FC236}">
                <a16:creationId xmlns:a16="http://schemas.microsoft.com/office/drawing/2014/main" id="{74A08134-45FE-324D-0EE2-8B55013B794A}"/>
              </a:ext>
            </a:extLst>
          </p:cNvPr>
          <p:cNvSpPr txBox="1"/>
          <p:nvPr/>
        </p:nvSpPr>
        <p:spPr>
          <a:xfrm>
            <a:off x="7870579" y="2301648"/>
            <a:ext cx="1593605" cy="545534"/>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Research designs </a:t>
            </a:r>
          </a:p>
        </p:txBody>
      </p:sp>
      <p:sp>
        <p:nvSpPr>
          <p:cNvPr id="10" name="TextBox 9">
            <a:extLst>
              <a:ext uri="{FF2B5EF4-FFF2-40B4-BE49-F238E27FC236}">
                <a16:creationId xmlns:a16="http://schemas.microsoft.com/office/drawing/2014/main" id="{AEA103D3-1822-42A4-D8B4-9E4396C30463}"/>
              </a:ext>
            </a:extLst>
          </p:cNvPr>
          <p:cNvSpPr txBox="1"/>
          <p:nvPr/>
        </p:nvSpPr>
        <p:spPr>
          <a:xfrm>
            <a:off x="5050631" y="4628188"/>
            <a:ext cx="1935004" cy="776879"/>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Methods for data collection, analysis, and interpretation </a:t>
            </a:r>
          </a:p>
        </p:txBody>
      </p:sp>
      <p:cxnSp>
        <p:nvCxnSpPr>
          <p:cNvPr id="12" name="Straight Arrow Connector 11">
            <a:extLst>
              <a:ext uri="{FF2B5EF4-FFF2-40B4-BE49-F238E27FC236}">
                <a16:creationId xmlns:a16="http://schemas.microsoft.com/office/drawing/2014/main" id="{649BB486-6A97-26E4-7926-E91AF99E8A9D}"/>
              </a:ext>
            </a:extLst>
          </p:cNvPr>
          <p:cNvCxnSpPr>
            <a:cxnSpLocks/>
            <a:stCxn id="7" idx="2"/>
            <a:endCxn id="10" idx="1"/>
          </p:cNvCxnSpPr>
          <p:nvPr/>
        </p:nvCxnSpPr>
        <p:spPr>
          <a:xfrm>
            <a:off x="3469214" y="2825766"/>
            <a:ext cx="1581417" cy="2190862"/>
          </a:xfrm>
          <a:prstGeom prst="straightConnector1">
            <a:avLst/>
          </a:prstGeom>
          <a:ln>
            <a:solidFill>
              <a:schemeClr val="bg1">
                <a:lumMod val="95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4424CCC-CD99-176E-30D5-81AB210C9A01}"/>
              </a:ext>
            </a:extLst>
          </p:cNvPr>
          <p:cNvSpPr txBox="1"/>
          <p:nvPr/>
        </p:nvSpPr>
        <p:spPr>
          <a:xfrm>
            <a:off x="2614955" y="2929930"/>
            <a:ext cx="1198955" cy="769441"/>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Positivist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Constructivist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Transformative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Pragmatic</a:t>
            </a:r>
          </a:p>
        </p:txBody>
      </p:sp>
      <p:sp>
        <p:nvSpPr>
          <p:cNvPr id="18" name="TextBox 17">
            <a:extLst>
              <a:ext uri="{FF2B5EF4-FFF2-40B4-BE49-F238E27FC236}">
                <a16:creationId xmlns:a16="http://schemas.microsoft.com/office/drawing/2014/main" id="{56D641D4-8608-B4FF-5870-CCD0DD120B2F}"/>
              </a:ext>
            </a:extLst>
          </p:cNvPr>
          <p:cNvSpPr txBox="1"/>
          <p:nvPr/>
        </p:nvSpPr>
        <p:spPr>
          <a:xfrm>
            <a:off x="5177475" y="5417025"/>
            <a:ext cx="1823400" cy="938719"/>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Questions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Data Collection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Data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Validation</a:t>
            </a:r>
          </a:p>
        </p:txBody>
      </p:sp>
      <p:cxnSp>
        <p:nvCxnSpPr>
          <p:cNvPr id="19" name="Straight Arrow Connector 18">
            <a:extLst>
              <a:ext uri="{FF2B5EF4-FFF2-40B4-BE49-F238E27FC236}">
                <a16:creationId xmlns:a16="http://schemas.microsoft.com/office/drawing/2014/main" id="{3A5BA668-AAC7-4F4F-56F7-3993BC889CBF}"/>
              </a:ext>
            </a:extLst>
          </p:cNvPr>
          <p:cNvCxnSpPr>
            <a:cxnSpLocks/>
            <a:stCxn id="10" idx="3"/>
            <a:endCxn id="8" idx="2"/>
          </p:cNvCxnSpPr>
          <p:nvPr/>
        </p:nvCxnSpPr>
        <p:spPr>
          <a:xfrm flipV="1">
            <a:off x="6985635" y="2847182"/>
            <a:ext cx="1681747" cy="2169446"/>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C2DDBA0-41CE-DC45-83A0-13C78CDB213F}"/>
              </a:ext>
            </a:extLst>
          </p:cNvPr>
          <p:cNvCxnSpPr>
            <a:cxnSpLocks/>
            <a:stCxn id="8" idx="1"/>
            <a:endCxn id="7" idx="3"/>
          </p:cNvCxnSpPr>
          <p:nvPr/>
        </p:nvCxnSpPr>
        <p:spPr>
          <a:xfrm flipH="1">
            <a:off x="4378148" y="2574415"/>
            <a:ext cx="3492431" cy="0"/>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72B071A-A2FE-0812-3138-97A74E13FC9E}"/>
              </a:ext>
            </a:extLst>
          </p:cNvPr>
          <p:cNvSpPr txBox="1"/>
          <p:nvPr/>
        </p:nvSpPr>
        <p:spPr>
          <a:xfrm>
            <a:off x="8527113" y="3014568"/>
            <a:ext cx="1724903" cy="600164"/>
          </a:xfrm>
          <a:prstGeom prst="rect">
            <a:avLst/>
          </a:prstGeom>
          <a:noFill/>
        </p:spPr>
        <p:txBody>
          <a:bodyPr wrap="square">
            <a:spAutoFit/>
          </a:bodyPr>
          <a:lstStyle>
            <a:defPPr>
              <a:defRPr lang="en-US"/>
            </a:defPPr>
            <a:lvl1pPr>
              <a:defRPr>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Quantitative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Qualitative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00"/>
                </a:solidFill>
                <a:effectLst/>
                <a:uLnTx/>
                <a:uFillTx/>
                <a:latin typeface="Aptos" panose="020B0004020202020204"/>
                <a:ea typeface="+mn-ea"/>
                <a:cs typeface="+mn-cs"/>
              </a:rPr>
              <a:t>Mixed Methods</a:t>
            </a:r>
          </a:p>
        </p:txBody>
      </p:sp>
      <p:sp>
        <p:nvSpPr>
          <p:cNvPr id="31" name="TextBox 30">
            <a:extLst>
              <a:ext uri="{FF2B5EF4-FFF2-40B4-BE49-F238E27FC236}">
                <a16:creationId xmlns:a16="http://schemas.microsoft.com/office/drawing/2014/main" id="{15DDD9B7-9054-8848-F5A6-649E2795994A}"/>
              </a:ext>
            </a:extLst>
          </p:cNvPr>
          <p:cNvSpPr txBox="1"/>
          <p:nvPr/>
        </p:nvSpPr>
        <p:spPr>
          <a:xfrm>
            <a:off x="4904923" y="3252839"/>
            <a:ext cx="2223141" cy="566565"/>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00"/>
                </a:solidFill>
                <a:effectLst/>
                <a:uLnTx/>
                <a:uFillTx/>
                <a:latin typeface="Aptos" panose="020B0004020202020204"/>
                <a:ea typeface="+mn-ea"/>
                <a:cs typeface="+mn-cs"/>
              </a:rPr>
              <a:t>Approaches to research</a:t>
            </a:r>
            <a:endParaRPr kumimoji="0" lang="en-US" sz="2000" b="1" i="0" u="none" strike="noStrike" kern="1200" cap="none" spc="0" normalizeH="0" baseline="0" noProof="0">
              <a:ln>
                <a:noFill/>
              </a:ln>
              <a:solidFill>
                <a:srgbClr val="FFFF00"/>
              </a:solidFill>
              <a:effectLst/>
              <a:uLnTx/>
              <a:uFillTx/>
              <a:latin typeface="Corbel" panose="020B0503020204020204" pitchFamily="34" charset="0"/>
              <a:ea typeface="+mn-ea"/>
              <a:cs typeface="+mn-cs"/>
            </a:endParaRPr>
          </a:p>
        </p:txBody>
      </p:sp>
      <p:sp>
        <p:nvSpPr>
          <p:cNvPr id="36" name="Título 1">
            <a:extLst>
              <a:ext uri="{FF2B5EF4-FFF2-40B4-BE49-F238E27FC236}">
                <a16:creationId xmlns:a16="http://schemas.microsoft.com/office/drawing/2014/main" id="{ED493A15-B354-177B-A641-AE5F46E18F29}"/>
              </a:ext>
            </a:extLst>
          </p:cNvPr>
          <p:cNvSpPr txBox="1">
            <a:spLocks/>
          </p:cNvSpPr>
          <p:nvPr/>
        </p:nvSpPr>
        <p:spPr>
          <a:xfrm>
            <a:off x="891589" y="501650"/>
            <a:ext cx="4480511"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lumMod val="95000"/>
                  </a:prstClr>
                </a:solidFill>
                <a:effectLst/>
                <a:uLnTx/>
                <a:uFillTx/>
                <a:latin typeface="Aptos SemiBold" panose="020F0502020204030204" pitchFamily="34" charset="0"/>
                <a:ea typeface="+mj-ea"/>
                <a:cs typeface="+mj-cs"/>
              </a:rPr>
              <a:t>A Framework for Research</a:t>
            </a:r>
          </a:p>
        </p:txBody>
      </p:sp>
      <p:sp>
        <p:nvSpPr>
          <p:cNvPr id="2" name="Rectangle 1">
            <a:extLst>
              <a:ext uri="{FF2B5EF4-FFF2-40B4-BE49-F238E27FC236}">
                <a16:creationId xmlns:a16="http://schemas.microsoft.com/office/drawing/2014/main" id="{9B51047D-935F-AF36-6C7E-1FFCCF942653}"/>
              </a:ext>
            </a:extLst>
          </p:cNvPr>
          <p:cNvSpPr/>
          <p:nvPr/>
        </p:nvSpPr>
        <p:spPr>
          <a:xfrm>
            <a:off x="176554" y="6355744"/>
            <a:ext cx="2531135" cy="413355"/>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TextBox 4">
            <a:extLst>
              <a:ext uri="{FF2B5EF4-FFF2-40B4-BE49-F238E27FC236}">
                <a16:creationId xmlns:a16="http://schemas.microsoft.com/office/drawing/2014/main" id="{381172A9-76D1-98ED-666F-783A589B8F11}"/>
              </a:ext>
            </a:extLst>
          </p:cNvPr>
          <p:cNvSpPr txBox="1"/>
          <p:nvPr/>
        </p:nvSpPr>
        <p:spPr>
          <a:xfrm>
            <a:off x="7661028" y="897559"/>
            <a:ext cx="2012817" cy="315214"/>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Research problem </a:t>
            </a:r>
          </a:p>
        </p:txBody>
      </p:sp>
      <p:sp>
        <p:nvSpPr>
          <p:cNvPr id="6" name="TextBox 5">
            <a:extLst>
              <a:ext uri="{FF2B5EF4-FFF2-40B4-BE49-F238E27FC236}">
                <a16:creationId xmlns:a16="http://schemas.microsoft.com/office/drawing/2014/main" id="{B322185B-EFC4-FA1F-E256-119927F1FD56}"/>
              </a:ext>
            </a:extLst>
          </p:cNvPr>
          <p:cNvSpPr txBox="1"/>
          <p:nvPr/>
        </p:nvSpPr>
        <p:spPr>
          <a:xfrm>
            <a:off x="7661028" y="1600700"/>
            <a:ext cx="2012817" cy="315214"/>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Research question </a:t>
            </a:r>
          </a:p>
        </p:txBody>
      </p:sp>
      <p:cxnSp>
        <p:nvCxnSpPr>
          <p:cNvPr id="9" name="Straight Arrow Connector 8">
            <a:extLst>
              <a:ext uri="{FF2B5EF4-FFF2-40B4-BE49-F238E27FC236}">
                <a16:creationId xmlns:a16="http://schemas.microsoft.com/office/drawing/2014/main" id="{9A455FD5-15BF-88E4-D9BD-A3D7A783C43B}"/>
              </a:ext>
            </a:extLst>
          </p:cNvPr>
          <p:cNvCxnSpPr>
            <a:cxnSpLocks/>
            <a:stCxn id="6" idx="0"/>
            <a:endCxn id="5" idx="2"/>
          </p:cNvCxnSpPr>
          <p:nvPr/>
        </p:nvCxnSpPr>
        <p:spPr>
          <a:xfrm flipV="1">
            <a:off x="8667437" y="1212773"/>
            <a:ext cx="0" cy="387927"/>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673DD61-1C11-7FEB-6EE6-88FFEE9B5DAE}"/>
              </a:ext>
            </a:extLst>
          </p:cNvPr>
          <p:cNvCxnSpPr>
            <a:cxnSpLocks/>
            <a:stCxn id="8" idx="0"/>
            <a:endCxn id="6" idx="2"/>
          </p:cNvCxnSpPr>
          <p:nvPr/>
        </p:nvCxnSpPr>
        <p:spPr>
          <a:xfrm flipV="1">
            <a:off x="8667382" y="1915914"/>
            <a:ext cx="55" cy="385734"/>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F398DA6-7382-0927-23EB-B74BAB58E10E}"/>
              </a:ext>
            </a:extLst>
          </p:cNvPr>
          <p:cNvSpPr txBox="1"/>
          <p:nvPr/>
        </p:nvSpPr>
        <p:spPr>
          <a:xfrm>
            <a:off x="8527113" y="4743861"/>
            <a:ext cx="1593605" cy="546047"/>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Innovation in research</a:t>
            </a:r>
          </a:p>
        </p:txBody>
      </p:sp>
      <p:cxnSp>
        <p:nvCxnSpPr>
          <p:cNvPr id="32" name="Straight Arrow Connector 31">
            <a:extLst>
              <a:ext uri="{FF2B5EF4-FFF2-40B4-BE49-F238E27FC236}">
                <a16:creationId xmlns:a16="http://schemas.microsoft.com/office/drawing/2014/main" id="{2285CFC5-2DF8-9464-5168-A0C6E3F91E9B}"/>
              </a:ext>
            </a:extLst>
          </p:cNvPr>
          <p:cNvCxnSpPr>
            <a:cxnSpLocks/>
            <a:stCxn id="27" idx="1"/>
            <a:endCxn id="10" idx="3"/>
          </p:cNvCxnSpPr>
          <p:nvPr/>
        </p:nvCxnSpPr>
        <p:spPr>
          <a:xfrm flipH="1" flipV="1">
            <a:off x="6985635" y="5016628"/>
            <a:ext cx="1541478" cy="257"/>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09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3" grpId="0"/>
      <p:bldP spid="18" grpId="0"/>
      <p:bldP spid="28" grpId="0"/>
      <p:bldP spid="31" grpId="0"/>
      <p:bldP spid="5" grpId="0"/>
      <p:bldP spid="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80F22724-660A-5391-C5DB-6B63A0ABE2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9F59B1-E0DF-17D2-7508-EF7C3AE214E4}"/>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 name="Date Placeholder 3">
            <a:extLst>
              <a:ext uri="{FF2B5EF4-FFF2-40B4-BE49-F238E27FC236}">
                <a16:creationId xmlns:a16="http://schemas.microsoft.com/office/drawing/2014/main" id="{2F17A1BE-1277-DA7F-5466-EB7367EE01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extBox 6">
            <a:extLst>
              <a:ext uri="{FF2B5EF4-FFF2-40B4-BE49-F238E27FC236}">
                <a16:creationId xmlns:a16="http://schemas.microsoft.com/office/drawing/2014/main" id="{8F8B7CA7-7297-DD62-BEF9-CCE4BEE51982}"/>
              </a:ext>
            </a:extLst>
          </p:cNvPr>
          <p:cNvSpPr txBox="1"/>
          <p:nvPr/>
        </p:nvSpPr>
        <p:spPr>
          <a:xfrm>
            <a:off x="1004692" y="1910214"/>
            <a:ext cx="1817868" cy="502702"/>
          </a:xfrm>
          <a:prstGeom prst="rect">
            <a:avLst/>
          </a:prstGeom>
          <a:noFill/>
        </p:spPr>
        <p:txBody>
          <a:bodyPr wrap="square">
            <a:spAutoFit/>
          </a:bodyPr>
          <a:lstStyle/>
          <a:p>
            <a:pPr lvl="0" algn="ctr">
              <a:lnSpc>
                <a:spcPts val="1600"/>
              </a:lnSpc>
              <a:defRPr/>
            </a:pPr>
            <a:r>
              <a:rPr lang="en-US" sz="1400" b="1" noProof="0">
                <a:solidFill>
                  <a:prstClr val="white"/>
                </a:solidFill>
                <a:latin typeface="Corbel" panose="020B0503020204020204" pitchFamily="34" charset="0"/>
              </a:rPr>
              <a:t>Philosophical assumptions </a:t>
            </a:r>
          </a:p>
        </p:txBody>
      </p:sp>
      <p:sp>
        <p:nvSpPr>
          <p:cNvPr id="8" name="TextBox 7">
            <a:extLst>
              <a:ext uri="{FF2B5EF4-FFF2-40B4-BE49-F238E27FC236}">
                <a16:creationId xmlns:a16="http://schemas.microsoft.com/office/drawing/2014/main" id="{564E502A-2DCC-4242-A153-297221BD11C4}"/>
              </a:ext>
            </a:extLst>
          </p:cNvPr>
          <p:cNvSpPr txBox="1"/>
          <p:nvPr/>
        </p:nvSpPr>
        <p:spPr>
          <a:xfrm>
            <a:off x="1116823" y="3322445"/>
            <a:ext cx="1593605" cy="314702"/>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Research design</a:t>
            </a:r>
            <a:endParaRPr kumimoji="0" lang="en-US" sz="1400" b="1" i="0" u="none" strike="noStrike" kern="1200" cap="none" spc="0" normalizeH="0" baseline="0" noProof="0">
              <a:ln>
                <a:noFill/>
              </a:ln>
              <a:solidFill>
                <a:prstClr val="white"/>
              </a:solidFill>
              <a:effectLst/>
              <a:uLnTx/>
              <a:uFillTx/>
              <a:latin typeface="Corbel" panose="020B0503020204020204" pitchFamily="34" charset="0"/>
              <a:ea typeface="+mn-ea"/>
              <a:cs typeface="+mn-cs"/>
            </a:endParaRPr>
          </a:p>
        </p:txBody>
      </p:sp>
      <p:cxnSp>
        <p:nvCxnSpPr>
          <p:cNvPr id="19" name="Straight Arrow Connector 18">
            <a:extLst>
              <a:ext uri="{FF2B5EF4-FFF2-40B4-BE49-F238E27FC236}">
                <a16:creationId xmlns:a16="http://schemas.microsoft.com/office/drawing/2014/main" id="{276A6B37-56D5-9BF4-D9A7-4AEB8252D70B}"/>
              </a:ext>
            </a:extLst>
          </p:cNvPr>
          <p:cNvCxnSpPr>
            <a:cxnSpLocks/>
            <a:stCxn id="25" idx="1"/>
            <a:endCxn id="8" idx="3"/>
          </p:cNvCxnSpPr>
          <p:nvPr/>
        </p:nvCxnSpPr>
        <p:spPr>
          <a:xfrm flipH="1">
            <a:off x="2710428" y="3473445"/>
            <a:ext cx="1099066" cy="6351"/>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845065E-6739-8AD8-920F-79120CDF67AF}"/>
              </a:ext>
            </a:extLst>
          </p:cNvPr>
          <p:cNvCxnSpPr>
            <a:cxnSpLocks/>
            <a:stCxn id="8" idx="0"/>
            <a:endCxn id="7" idx="2"/>
          </p:cNvCxnSpPr>
          <p:nvPr/>
        </p:nvCxnSpPr>
        <p:spPr>
          <a:xfrm flipV="1">
            <a:off x="1913626" y="2412916"/>
            <a:ext cx="0" cy="909529"/>
          </a:xfrm>
          <a:prstGeom prst="straightConnector1">
            <a:avLst/>
          </a:prstGeom>
          <a:ln>
            <a:solidFill>
              <a:schemeClr val="bg1">
                <a:lumMod val="9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6" name="Título 1">
            <a:extLst>
              <a:ext uri="{FF2B5EF4-FFF2-40B4-BE49-F238E27FC236}">
                <a16:creationId xmlns:a16="http://schemas.microsoft.com/office/drawing/2014/main" id="{9C4027DE-9A5C-AB99-98E4-ECC525DBBE61}"/>
              </a:ext>
            </a:extLst>
          </p:cNvPr>
          <p:cNvSpPr txBox="1">
            <a:spLocks/>
          </p:cNvSpPr>
          <p:nvPr/>
        </p:nvSpPr>
        <p:spPr>
          <a:xfrm>
            <a:off x="891589" y="501650"/>
            <a:ext cx="7847800" cy="133839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lvl="0">
              <a:lnSpc>
                <a:spcPct val="80000"/>
              </a:lnSpc>
              <a:defRPr/>
            </a:pPr>
            <a:r>
              <a:rPr lang="en-US" sz="3200" b="1" noProof="0">
                <a:solidFill>
                  <a:prstClr val="white">
                    <a:lumMod val="95000"/>
                  </a:prstClr>
                </a:solidFill>
                <a:latin typeface="Aptos SemiBold" panose="020F0502020204030204" pitchFamily="34" charset="0"/>
              </a:rPr>
              <a:t>A Framework for Research, from the problem</a:t>
            </a:r>
          </a:p>
        </p:txBody>
      </p:sp>
      <p:sp>
        <p:nvSpPr>
          <p:cNvPr id="25" name="TextBox 24">
            <a:extLst>
              <a:ext uri="{FF2B5EF4-FFF2-40B4-BE49-F238E27FC236}">
                <a16:creationId xmlns:a16="http://schemas.microsoft.com/office/drawing/2014/main" id="{96F6967E-0918-ACD2-43C1-3FD5824D4EA6}"/>
              </a:ext>
            </a:extLst>
          </p:cNvPr>
          <p:cNvSpPr txBox="1"/>
          <p:nvPr/>
        </p:nvSpPr>
        <p:spPr>
          <a:xfrm>
            <a:off x="3809494" y="3316094"/>
            <a:ext cx="1015445" cy="314702"/>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Sampling</a:t>
            </a:r>
            <a:endParaRPr kumimoji="0" lang="en-US" sz="1400" b="0" i="0" u="none" strike="noStrike" kern="1200" cap="none" spc="0" normalizeH="0" baseline="0" noProof="0">
              <a:ln>
                <a:noFill/>
              </a:ln>
              <a:solidFill>
                <a:prstClr val="white"/>
              </a:solidFill>
              <a:effectLst/>
              <a:uLnTx/>
              <a:uFillTx/>
              <a:latin typeface="Corbel" panose="020B0503020204020204" pitchFamily="34" charset="0"/>
              <a:ea typeface="+mn-ea"/>
              <a:cs typeface="+mn-cs"/>
            </a:endParaRPr>
          </a:p>
        </p:txBody>
      </p:sp>
      <p:sp>
        <p:nvSpPr>
          <p:cNvPr id="32" name="TextBox 31">
            <a:extLst>
              <a:ext uri="{FF2B5EF4-FFF2-40B4-BE49-F238E27FC236}">
                <a16:creationId xmlns:a16="http://schemas.microsoft.com/office/drawing/2014/main" id="{E0D1CBDA-557A-7B45-4281-8177B12A4F17}"/>
              </a:ext>
            </a:extLst>
          </p:cNvPr>
          <p:cNvSpPr txBox="1"/>
          <p:nvPr/>
        </p:nvSpPr>
        <p:spPr>
          <a:xfrm>
            <a:off x="5329250" y="3322445"/>
            <a:ext cx="894838" cy="312843"/>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orbel" panose="020B0503020204020204" pitchFamily="34" charset="0"/>
                <a:ea typeface="+mn-ea"/>
                <a:cs typeface="+mn-cs"/>
              </a:rPr>
              <a:t>Ethics</a:t>
            </a:r>
          </a:p>
        </p:txBody>
      </p:sp>
      <p:cxnSp>
        <p:nvCxnSpPr>
          <p:cNvPr id="33" name="Straight Arrow Connector 32">
            <a:extLst>
              <a:ext uri="{FF2B5EF4-FFF2-40B4-BE49-F238E27FC236}">
                <a16:creationId xmlns:a16="http://schemas.microsoft.com/office/drawing/2014/main" id="{FA688729-7AFA-8000-57D9-A23C20901609}"/>
              </a:ext>
            </a:extLst>
          </p:cNvPr>
          <p:cNvCxnSpPr>
            <a:cxnSpLocks/>
            <a:stCxn id="32" idx="1"/>
            <a:endCxn id="25" idx="3"/>
          </p:cNvCxnSpPr>
          <p:nvPr/>
        </p:nvCxnSpPr>
        <p:spPr>
          <a:xfrm flipH="1" flipV="1">
            <a:off x="4824939" y="3473445"/>
            <a:ext cx="504311" cy="5422"/>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B390ED84-73E7-5048-C205-382F8E418AA3}"/>
              </a:ext>
            </a:extLst>
          </p:cNvPr>
          <p:cNvSpPr txBox="1"/>
          <p:nvPr/>
        </p:nvSpPr>
        <p:spPr>
          <a:xfrm>
            <a:off x="6695111" y="3322445"/>
            <a:ext cx="1252961" cy="312843"/>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orbel" panose="020B0503020204020204" pitchFamily="34" charset="0"/>
                <a:ea typeface="+mn-ea"/>
                <a:cs typeface="+mn-cs"/>
              </a:rPr>
              <a:t>Measurement</a:t>
            </a:r>
          </a:p>
        </p:txBody>
      </p:sp>
      <p:cxnSp>
        <p:nvCxnSpPr>
          <p:cNvPr id="40" name="Straight Arrow Connector 39">
            <a:extLst>
              <a:ext uri="{FF2B5EF4-FFF2-40B4-BE49-F238E27FC236}">
                <a16:creationId xmlns:a16="http://schemas.microsoft.com/office/drawing/2014/main" id="{433666A0-8DCA-E62E-D3CB-ABBA4ECD1766}"/>
              </a:ext>
            </a:extLst>
          </p:cNvPr>
          <p:cNvCxnSpPr>
            <a:cxnSpLocks/>
            <a:stCxn id="39" idx="1"/>
            <a:endCxn id="32" idx="3"/>
          </p:cNvCxnSpPr>
          <p:nvPr/>
        </p:nvCxnSpPr>
        <p:spPr>
          <a:xfrm flipH="1">
            <a:off x="6224088" y="3478867"/>
            <a:ext cx="471023" cy="0"/>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E81D45B3-CD8E-567A-8C17-4211A9109521}"/>
              </a:ext>
            </a:extLst>
          </p:cNvPr>
          <p:cNvSpPr txBox="1"/>
          <p:nvPr/>
        </p:nvSpPr>
        <p:spPr>
          <a:xfrm>
            <a:off x="8378235" y="3322444"/>
            <a:ext cx="942048" cy="312843"/>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orbel" panose="020B0503020204020204" pitchFamily="34" charset="0"/>
                <a:ea typeface="+mn-ea"/>
                <a:cs typeface="+mn-cs"/>
              </a:rPr>
              <a:t>Analysis</a:t>
            </a:r>
          </a:p>
        </p:txBody>
      </p:sp>
      <p:cxnSp>
        <p:nvCxnSpPr>
          <p:cNvPr id="42" name="Straight Arrow Connector 41">
            <a:extLst>
              <a:ext uri="{FF2B5EF4-FFF2-40B4-BE49-F238E27FC236}">
                <a16:creationId xmlns:a16="http://schemas.microsoft.com/office/drawing/2014/main" id="{A7016BA4-8F82-23D9-F8A5-B3F38FEA42C2}"/>
              </a:ext>
            </a:extLst>
          </p:cNvPr>
          <p:cNvCxnSpPr>
            <a:cxnSpLocks/>
            <a:stCxn id="41" idx="1"/>
            <a:endCxn id="39" idx="3"/>
          </p:cNvCxnSpPr>
          <p:nvPr/>
        </p:nvCxnSpPr>
        <p:spPr>
          <a:xfrm flipH="1">
            <a:off x="7948072" y="3478866"/>
            <a:ext cx="430163" cy="1"/>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1940BDCC-F7AD-C3F3-C780-77AF01D14748}"/>
              </a:ext>
            </a:extLst>
          </p:cNvPr>
          <p:cNvSpPr txBox="1"/>
          <p:nvPr/>
        </p:nvSpPr>
        <p:spPr>
          <a:xfrm>
            <a:off x="5665180" y="4203955"/>
            <a:ext cx="1593605" cy="1007712"/>
          </a:xfrm>
          <a:prstGeom prst="rect">
            <a:avLst/>
          </a:prstGeom>
          <a:noFill/>
        </p:spPr>
        <p:txBody>
          <a:bodyPr wrap="square">
            <a:spAutoFit/>
          </a:bodyPr>
          <a:lstStyle/>
          <a:p>
            <a:pPr lvl="0" algn="ctr">
              <a:lnSpc>
                <a:spcPts val="1800"/>
              </a:lnSpc>
              <a:defRPr/>
            </a:pPr>
            <a:r>
              <a:rPr lang="en-US" sz="1400" b="1" noProof="0">
                <a:solidFill>
                  <a:prstClr val="white"/>
                </a:solidFill>
              </a:rPr>
              <a:t>Methods for data collection, analysis, and interpretation </a:t>
            </a:r>
          </a:p>
        </p:txBody>
      </p:sp>
      <p:sp>
        <p:nvSpPr>
          <p:cNvPr id="48" name="Right Brace 47">
            <a:extLst>
              <a:ext uri="{FF2B5EF4-FFF2-40B4-BE49-F238E27FC236}">
                <a16:creationId xmlns:a16="http://schemas.microsoft.com/office/drawing/2014/main" id="{5F89659B-ECD5-F675-0855-2731AC9090F8}"/>
              </a:ext>
            </a:extLst>
          </p:cNvPr>
          <p:cNvSpPr/>
          <p:nvPr/>
        </p:nvSpPr>
        <p:spPr>
          <a:xfrm rot="5400000">
            <a:off x="6256143" y="1410919"/>
            <a:ext cx="411681" cy="5043119"/>
          </a:xfrm>
          <a:prstGeom prst="rightBrace">
            <a:avLst>
              <a:gd name="adj1" fmla="val 126878"/>
              <a:gd name="adj2" fmla="val 50000"/>
            </a:avLst>
          </a:prstGeom>
          <a:ln>
            <a:solidFill>
              <a:schemeClr val="bg1">
                <a:lumMod val="95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50" name="Connector: Curved 49">
            <a:extLst>
              <a:ext uri="{FF2B5EF4-FFF2-40B4-BE49-F238E27FC236}">
                <a16:creationId xmlns:a16="http://schemas.microsoft.com/office/drawing/2014/main" id="{832E2922-8344-969D-D48E-C68715DF90FC}"/>
              </a:ext>
            </a:extLst>
          </p:cNvPr>
          <p:cNvCxnSpPr>
            <a:cxnSpLocks/>
            <a:stCxn id="32" idx="0"/>
            <a:endCxn id="25" idx="0"/>
          </p:cNvCxnSpPr>
          <p:nvPr/>
        </p:nvCxnSpPr>
        <p:spPr>
          <a:xfrm rot="16200000" flipV="1">
            <a:off x="5043768" y="2589544"/>
            <a:ext cx="6351" cy="1459452"/>
          </a:xfrm>
          <a:prstGeom prst="curvedConnector3">
            <a:avLst>
              <a:gd name="adj1" fmla="val 3699433"/>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or: Curved 50">
            <a:extLst>
              <a:ext uri="{FF2B5EF4-FFF2-40B4-BE49-F238E27FC236}">
                <a16:creationId xmlns:a16="http://schemas.microsoft.com/office/drawing/2014/main" id="{CCCCCC5F-3303-7B09-D4F7-301FEB83B283}"/>
              </a:ext>
            </a:extLst>
          </p:cNvPr>
          <p:cNvCxnSpPr>
            <a:cxnSpLocks/>
            <a:stCxn id="39" idx="0"/>
            <a:endCxn id="32" idx="0"/>
          </p:cNvCxnSpPr>
          <p:nvPr/>
        </p:nvCxnSpPr>
        <p:spPr>
          <a:xfrm rot="16200000" flipV="1">
            <a:off x="6549131" y="2549983"/>
            <a:ext cx="12700" cy="1544923"/>
          </a:xfrm>
          <a:prstGeom prst="curvedConnector3">
            <a:avLst>
              <a:gd name="adj1" fmla="val 1800000"/>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onnector: Curved 53">
            <a:extLst>
              <a:ext uri="{FF2B5EF4-FFF2-40B4-BE49-F238E27FC236}">
                <a16:creationId xmlns:a16="http://schemas.microsoft.com/office/drawing/2014/main" id="{8C3013D6-34BE-1663-8FE6-5EBE40AA6908}"/>
              </a:ext>
            </a:extLst>
          </p:cNvPr>
          <p:cNvCxnSpPr>
            <a:cxnSpLocks/>
            <a:stCxn id="41" idx="0"/>
            <a:endCxn id="39" idx="0"/>
          </p:cNvCxnSpPr>
          <p:nvPr/>
        </p:nvCxnSpPr>
        <p:spPr>
          <a:xfrm rot="16200000" flipH="1" flipV="1">
            <a:off x="8085425" y="2558610"/>
            <a:ext cx="1" cy="1527667"/>
          </a:xfrm>
          <a:prstGeom prst="curvedConnector3">
            <a:avLst>
              <a:gd name="adj1" fmla="val -22860000000"/>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EB8C6C18-2E28-E267-6A2C-AF3352759558}"/>
              </a:ext>
            </a:extLst>
          </p:cNvPr>
          <p:cNvSpPr txBox="1"/>
          <p:nvPr/>
        </p:nvSpPr>
        <p:spPr>
          <a:xfrm>
            <a:off x="7881628" y="1875483"/>
            <a:ext cx="3600958" cy="830997"/>
          </a:xfrm>
          <a:prstGeom prst="rect">
            <a:avLst/>
          </a:prstGeom>
          <a:noFill/>
        </p:spPr>
        <p:txBody>
          <a:bodyPr wrap="square">
            <a:spAutoFit/>
          </a:bodyPr>
          <a:lstStyle/>
          <a:p>
            <a:pPr lvl="0"/>
            <a:r>
              <a:rPr lang="en-US" sz="1200" noProof="0">
                <a:solidFill>
                  <a:prstClr val="white"/>
                </a:solidFill>
              </a:rPr>
              <a:t>The distinction between qualitative and quantitative is important for processes such as coding, measurement, and analysis; </a:t>
            </a:r>
            <a:r>
              <a:rPr lang="en-US" sz="1200" noProof="0">
                <a:solidFill>
                  <a:prstClr val="white"/>
                </a:solidFill>
                <a:highlight>
                  <a:srgbClr val="000000"/>
                </a:highlight>
              </a:rPr>
              <a:t>however, it is not a distinction that defines a research design</a:t>
            </a:r>
            <a:r>
              <a:rPr lang="en-US" sz="1200" noProof="0">
                <a:solidFill>
                  <a:prstClr val="white"/>
                </a:solidFill>
              </a:rPr>
              <a:t>.</a:t>
            </a:r>
            <a:endParaRPr kumimoji="0" lang="en-US" sz="1200" b="0" i="0" u="none" strike="noStrike" kern="1200" cap="none" spc="0" normalizeH="0" baseline="0" noProof="0">
              <a:ln>
                <a:noFill/>
              </a:ln>
              <a:solidFill>
                <a:prstClr val="black"/>
              </a:solidFill>
              <a:effectLst/>
              <a:uLnTx/>
              <a:uFillTx/>
              <a:latin typeface="Aptos" panose="020B0004020202020204"/>
              <a:ea typeface="+mn-ea"/>
              <a:cs typeface="+mn-cs"/>
            </a:endParaRPr>
          </a:p>
        </p:txBody>
      </p:sp>
      <p:cxnSp>
        <p:nvCxnSpPr>
          <p:cNvPr id="71" name="Straight Arrow Connector 70">
            <a:extLst>
              <a:ext uri="{FF2B5EF4-FFF2-40B4-BE49-F238E27FC236}">
                <a16:creationId xmlns:a16="http://schemas.microsoft.com/office/drawing/2014/main" id="{6BC0D8C3-E68C-DBE5-4B03-7C465DFBBFC9}"/>
              </a:ext>
            </a:extLst>
          </p:cNvPr>
          <p:cNvCxnSpPr>
            <a:cxnSpLocks/>
            <a:stCxn id="8" idx="2"/>
          </p:cNvCxnSpPr>
          <p:nvPr/>
        </p:nvCxnSpPr>
        <p:spPr>
          <a:xfrm>
            <a:off x="1913626" y="3637147"/>
            <a:ext cx="0" cy="1475979"/>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D720B48D-C26A-754B-2511-C0F32EA45EC2}"/>
              </a:ext>
            </a:extLst>
          </p:cNvPr>
          <p:cNvSpPr txBox="1"/>
          <p:nvPr/>
        </p:nvSpPr>
        <p:spPr>
          <a:xfrm>
            <a:off x="1106075" y="5164267"/>
            <a:ext cx="1593605" cy="314702"/>
          </a:xfrm>
          <a:prstGeom prst="rect">
            <a:avLst/>
          </a:prstGeom>
          <a:noFill/>
        </p:spPr>
        <p:txBody>
          <a:bodyPr wrap="square">
            <a:spAutoFit/>
          </a:bodyPr>
          <a:lstStyle>
            <a:defPPr>
              <a:defRPr lang="en-US"/>
            </a:defPPr>
            <a:lvl1pPr marR="0" lvl="0" indent="0" algn="ctr" fontAlgn="auto">
              <a:lnSpc>
                <a:spcPts val="18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ptos" panose="020B0004020202020204"/>
              </a:defRPr>
            </a:lvl1pPr>
          </a:lstStyle>
          <a:p>
            <a:r>
              <a:rPr lang="en-US" noProof="0"/>
              <a:t>Question</a:t>
            </a:r>
          </a:p>
        </p:txBody>
      </p:sp>
      <p:sp>
        <p:nvSpPr>
          <p:cNvPr id="75" name="TextBox 74">
            <a:extLst>
              <a:ext uri="{FF2B5EF4-FFF2-40B4-BE49-F238E27FC236}">
                <a16:creationId xmlns:a16="http://schemas.microsoft.com/office/drawing/2014/main" id="{D18AF9D5-DF90-CC6E-706E-F9D1B953781A}"/>
              </a:ext>
            </a:extLst>
          </p:cNvPr>
          <p:cNvSpPr txBox="1"/>
          <p:nvPr/>
        </p:nvSpPr>
        <p:spPr>
          <a:xfrm>
            <a:off x="1106074" y="5785193"/>
            <a:ext cx="1593605" cy="314702"/>
          </a:xfrm>
          <a:prstGeom prst="rect">
            <a:avLst/>
          </a:prstGeom>
          <a:noFill/>
        </p:spPr>
        <p:txBody>
          <a:bodyPr wrap="square">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Problem</a:t>
            </a:r>
            <a:endParaRPr kumimoji="0" lang="en-US" sz="1400" b="1" i="0" u="none" strike="noStrike" kern="1200" cap="none" spc="0" normalizeH="0" baseline="0" noProof="0">
              <a:ln>
                <a:noFill/>
              </a:ln>
              <a:solidFill>
                <a:prstClr val="white"/>
              </a:solidFill>
              <a:effectLst/>
              <a:uLnTx/>
              <a:uFillTx/>
              <a:latin typeface="Corbel" panose="020B0503020204020204" pitchFamily="34" charset="0"/>
              <a:ea typeface="+mn-ea"/>
              <a:cs typeface="+mn-cs"/>
            </a:endParaRPr>
          </a:p>
        </p:txBody>
      </p:sp>
      <p:cxnSp>
        <p:nvCxnSpPr>
          <p:cNvPr id="76" name="Straight Arrow Connector 75">
            <a:extLst>
              <a:ext uri="{FF2B5EF4-FFF2-40B4-BE49-F238E27FC236}">
                <a16:creationId xmlns:a16="http://schemas.microsoft.com/office/drawing/2014/main" id="{8D98465C-ED21-BB7B-6B5D-924C7FE0E59D}"/>
              </a:ext>
            </a:extLst>
          </p:cNvPr>
          <p:cNvCxnSpPr>
            <a:cxnSpLocks/>
            <a:stCxn id="74" idx="2"/>
            <a:endCxn id="75" idx="0"/>
          </p:cNvCxnSpPr>
          <p:nvPr/>
        </p:nvCxnSpPr>
        <p:spPr>
          <a:xfrm flipH="1">
            <a:off x="1902877" y="5478969"/>
            <a:ext cx="1" cy="306224"/>
          </a:xfrm>
          <a:prstGeom prst="straightConnector1">
            <a:avLst/>
          </a:prstGeom>
          <a:ln>
            <a:solidFill>
              <a:schemeClr val="bg1">
                <a:lumMod val="9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C7C1C7B6-9E8F-E060-9423-9CD7360256F2}"/>
              </a:ext>
            </a:extLst>
          </p:cNvPr>
          <p:cNvCxnSpPr>
            <a:cxnSpLocks/>
            <a:stCxn id="47" idx="2"/>
            <a:endCxn id="8" idx="3"/>
          </p:cNvCxnSpPr>
          <p:nvPr/>
        </p:nvCxnSpPr>
        <p:spPr>
          <a:xfrm rot="5400000" flipH="1">
            <a:off x="3720270" y="2469955"/>
            <a:ext cx="1731871" cy="3751555"/>
          </a:xfrm>
          <a:prstGeom prst="curvedConnector4">
            <a:avLst>
              <a:gd name="adj1" fmla="val -13200"/>
              <a:gd name="adj2" fmla="val 80525"/>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Curved 55">
            <a:extLst>
              <a:ext uri="{FF2B5EF4-FFF2-40B4-BE49-F238E27FC236}">
                <a16:creationId xmlns:a16="http://schemas.microsoft.com/office/drawing/2014/main" id="{AB28B405-0ACA-A75B-8E6F-4DBCDAA21164}"/>
              </a:ext>
            </a:extLst>
          </p:cNvPr>
          <p:cNvCxnSpPr>
            <a:cxnSpLocks/>
            <a:stCxn id="39" idx="0"/>
            <a:endCxn id="67" idx="1"/>
          </p:cNvCxnSpPr>
          <p:nvPr/>
        </p:nvCxnSpPr>
        <p:spPr>
          <a:xfrm rot="5400000" flipH="1" flipV="1">
            <a:off x="7085879" y="2526696"/>
            <a:ext cx="1031463" cy="560036"/>
          </a:xfrm>
          <a:prstGeom prst="curvedConnector2">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CBEF8548-FD43-16F5-DD18-806A675E3B1F}"/>
              </a:ext>
            </a:extLst>
          </p:cNvPr>
          <p:cNvSpPr txBox="1"/>
          <p:nvPr/>
        </p:nvSpPr>
        <p:spPr>
          <a:xfrm>
            <a:off x="7881628" y="4998452"/>
            <a:ext cx="3600958" cy="1015663"/>
          </a:xfrm>
          <a:prstGeom prst="rect">
            <a:avLst/>
          </a:prstGeom>
          <a:noFill/>
        </p:spPr>
        <p:txBody>
          <a:bodyPr wrap="square">
            <a:spAutoFit/>
          </a:bodyPr>
          <a:lstStyle>
            <a:defPPr>
              <a:defRPr lang="en-US"/>
            </a:defPPr>
            <a:lvl1pPr lvl="0">
              <a:defRPr sz="1200">
                <a:solidFill>
                  <a:prstClr val="white"/>
                </a:solidFill>
              </a:defRPr>
            </a:lvl1pPr>
          </a:lstStyle>
          <a:p>
            <a:r>
              <a:rPr lang="en-US" noProof="0">
                <a:highlight>
                  <a:srgbClr val="000000"/>
                </a:highlight>
              </a:rPr>
              <a:t>All research designs can generate quantitative data, qualitative data, or both</a:t>
            </a:r>
            <a:r>
              <a:rPr lang="en-US" noProof="0"/>
              <a:t>. Research designs should therefore not be </a:t>
            </a:r>
            <a:r>
              <a:rPr lang="en-US" noProof="0" err="1"/>
              <a:t>categorised</a:t>
            </a:r>
            <a:r>
              <a:rPr lang="en-US" noProof="0"/>
              <a:t> based on the type of data they might produce, because data categories are not mutually exclusive</a:t>
            </a:r>
          </a:p>
        </p:txBody>
      </p:sp>
      <p:cxnSp>
        <p:nvCxnSpPr>
          <p:cNvPr id="65" name="Connector: Curved 64">
            <a:extLst>
              <a:ext uri="{FF2B5EF4-FFF2-40B4-BE49-F238E27FC236}">
                <a16:creationId xmlns:a16="http://schemas.microsoft.com/office/drawing/2014/main" id="{E5B050BB-2E2E-BC50-9C63-67AEDD864146}"/>
              </a:ext>
            </a:extLst>
          </p:cNvPr>
          <p:cNvCxnSpPr>
            <a:cxnSpLocks/>
            <a:stCxn id="47" idx="3"/>
            <a:endCxn id="63" idx="1"/>
          </p:cNvCxnSpPr>
          <p:nvPr/>
        </p:nvCxnSpPr>
        <p:spPr>
          <a:xfrm>
            <a:off x="7258785" y="4707811"/>
            <a:ext cx="622843" cy="798473"/>
          </a:xfrm>
          <a:prstGeom prst="curvedConnector3">
            <a:avLst>
              <a:gd name="adj1" fmla="val 50000"/>
            </a:avLst>
          </a:prstGeom>
          <a:ln w="190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87D11DF6-B01D-A008-A983-3070DF5F5E12}"/>
              </a:ext>
            </a:extLst>
          </p:cNvPr>
          <p:cNvSpPr/>
          <p:nvPr/>
        </p:nvSpPr>
        <p:spPr>
          <a:xfrm>
            <a:off x="176554" y="6355744"/>
            <a:ext cx="2531135" cy="413355"/>
          </a:xfrm>
          <a:prstGeom prst="rect">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27074766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500"/>
                                        <p:tgtEl>
                                          <p:spTgt spid="4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500"/>
                                        <p:tgtEl>
                                          <p:spTgt spid="4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500"/>
                                        <p:tgtEl>
                                          <p:spTgt spid="54"/>
                                        </p:tgtEl>
                                      </p:cBhvr>
                                    </p:animEffect>
                                  </p:childTnLst>
                                </p:cTn>
                              </p:par>
                              <p:par>
                                <p:cTn id="58" presetID="10" presetClass="entr" presetSubtype="0" fill="hold" nodeType="with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fade">
                                      <p:cBhvr>
                                        <p:cTn id="60" dur="500"/>
                                        <p:tgtEl>
                                          <p:spTgt spid="51"/>
                                        </p:tgtEl>
                                      </p:cBhvr>
                                    </p:animEffect>
                                  </p:childTnLst>
                                </p:cTn>
                              </p:par>
                              <p:par>
                                <p:cTn id="61" presetID="10" presetClass="entr" presetSubtype="0" fill="hold" nodeType="with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71"/>
                                        </p:tgtEl>
                                        <p:attrNameLst>
                                          <p:attrName>style.visibility</p:attrName>
                                        </p:attrNameLst>
                                      </p:cBhvr>
                                      <p:to>
                                        <p:strVal val="visible"/>
                                      </p:to>
                                    </p:set>
                                    <p:animEffect transition="in" filter="fade">
                                      <p:cBhvr>
                                        <p:cTn id="68" dur="500"/>
                                        <p:tgtEl>
                                          <p:spTgt spid="7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fade">
                                      <p:cBhvr>
                                        <p:cTn id="71" dur="500"/>
                                        <p:tgtEl>
                                          <p:spTgt spid="7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5"/>
                                        </p:tgtEl>
                                        <p:attrNameLst>
                                          <p:attrName>style.visibility</p:attrName>
                                        </p:attrNameLst>
                                      </p:cBhvr>
                                      <p:to>
                                        <p:strVal val="visible"/>
                                      </p:to>
                                    </p:set>
                                    <p:animEffect transition="in" filter="fade">
                                      <p:cBhvr>
                                        <p:cTn id="74" dur="500"/>
                                        <p:tgtEl>
                                          <p:spTgt spid="75"/>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76"/>
                                        </p:tgtEl>
                                        <p:attrNameLst>
                                          <p:attrName>style.visibility</p:attrName>
                                        </p:attrNameLst>
                                      </p:cBhvr>
                                      <p:to>
                                        <p:strVal val="visible"/>
                                      </p:to>
                                    </p:set>
                                    <p:animEffect transition="in" filter="fade">
                                      <p:cBhvr>
                                        <p:cTn id="79" dur="500"/>
                                        <p:tgtEl>
                                          <p:spTgt spid="76"/>
                                        </p:tgtEl>
                                      </p:cBhvr>
                                    </p:animEffect>
                                  </p:childTnLst>
                                </p:cTn>
                              </p:par>
                              <p:par>
                                <p:cTn id="80" presetID="10" presetClass="entr" presetSubtype="0" fill="hold"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500"/>
                                        <p:tgtEl>
                                          <p:spTgt spid="3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fade">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65"/>
                                        </p:tgtEl>
                                        <p:attrNameLst>
                                          <p:attrName>style.visibility</p:attrName>
                                        </p:attrNameLst>
                                      </p:cBhvr>
                                      <p:to>
                                        <p:strVal val="visible"/>
                                      </p:to>
                                    </p:set>
                                    <p:animEffect transition="in" filter="fade">
                                      <p:cBhvr>
                                        <p:cTn id="92" dur="500"/>
                                        <p:tgtEl>
                                          <p:spTgt spid="6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7"/>
                                        </p:tgtEl>
                                        <p:attrNameLst>
                                          <p:attrName>style.visibility</p:attrName>
                                        </p:attrNameLst>
                                      </p:cBhvr>
                                      <p:to>
                                        <p:strVal val="visible"/>
                                      </p:to>
                                    </p:set>
                                    <p:animEffect transition="in" filter="fade">
                                      <p:cBhvr>
                                        <p:cTn id="97" dur="500"/>
                                        <p:tgtEl>
                                          <p:spTgt spid="6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32" grpId="0"/>
      <p:bldP spid="39" grpId="0"/>
      <p:bldP spid="41" grpId="0"/>
      <p:bldP spid="47" grpId="0"/>
      <p:bldP spid="48" grpId="0" animBg="1"/>
      <p:bldP spid="67" grpId="0"/>
      <p:bldP spid="74" grpId="0"/>
      <p:bldP spid="75" grpId="0"/>
      <p:bldP spid="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D551A-B727-4310-0E5A-F19D2C42375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0A5D127-D8DB-4A9A-D982-9D797CD9285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6E606454-B0D4-AF96-58C4-756C89B1153C}"/>
              </a:ext>
            </a:extLst>
          </p:cNvPr>
          <p:cNvSpPr txBox="1">
            <a:spLocks/>
          </p:cNvSpPr>
          <p:nvPr/>
        </p:nvSpPr>
        <p:spPr>
          <a:xfrm>
            <a:off x="891590" y="501651"/>
            <a:ext cx="53377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What is the purpose of an Exploratory Data Analysis?</a:t>
            </a:r>
          </a:p>
        </p:txBody>
      </p:sp>
      <p:sp>
        <p:nvSpPr>
          <p:cNvPr id="5" name="Slide Number Placeholder 2">
            <a:extLst>
              <a:ext uri="{FF2B5EF4-FFF2-40B4-BE49-F238E27FC236}">
                <a16:creationId xmlns:a16="http://schemas.microsoft.com/office/drawing/2014/main" id="{7B8614AD-55CA-3CE1-40AE-B6E1B54631C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FD90BA18-5DB8-6458-E2DA-823C66057A9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0" name="TextBox 19">
            <a:extLst>
              <a:ext uri="{FF2B5EF4-FFF2-40B4-BE49-F238E27FC236}">
                <a16:creationId xmlns:a16="http://schemas.microsoft.com/office/drawing/2014/main" id="{65BD9529-A30F-9870-E763-C4BEA04454FD}"/>
              </a:ext>
            </a:extLst>
          </p:cNvPr>
          <p:cNvSpPr txBox="1"/>
          <p:nvPr/>
        </p:nvSpPr>
        <p:spPr>
          <a:xfrm>
            <a:off x="891590" y="2010309"/>
            <a:ext cx="4009678" cy="1323439"/>
          </a:xfrm>
          <a:prstGeom prst="rect">
            <a:avLst/>
          </a:prstGeom>
          <a:noFill/>
        </p:spPr>
        <p:txBody>
          <a:bodyPr wrap="square">
            <a:spAutoFit/>
          </a:bodyPr>
          <a:lstStyle/>
          <a:p>
            <a:r>
              <a:rPr lang="en-US" sz="1600" noProof="0"/>
              <a:t>To examine the data in terms of its:</a:t>
            </a:r>
          </a:p>
          <a:p>
            <a:endParaRPr lang="en-US" sz="1600" noProof="0"/>
          </a:p>
          <a:p>
            <a:pPr marL="285750" indent="-285750">
              <a:buFont typeface="Arial" panose="020B0604020202020204" pitchFamily="34" charset="0"/>
              <a:buChar char="•"/>
            </a:pPr>
            <a:r>
              <a:rPr lang="en-US" sz="1600" noProof="0"/>
              <a:t>Distribution</a:t>
            </a:r>
          </a:p>
          <a:p>
            <a:pPr marL="285750" indent="-285750">
              <a:buFont typeface="Arial" panose="020B0604020202020204" pitchFamily="34" charset="0"/>
              <a:buChar char="•"/>
            </a:pPr>
            <a:r>
              <a:rPr lang="en-US" sz="1600" noProof="0"/>
              <a:t>Relationships between variables</a:t>
            </a:r>
          </a:p>
          <a:p>
            <a:pPr marL="285750" indent="-285750">
              <a:buFont typeface="Arial" panose="020B0604020202020204" pitchFamily="34" charset="0"/>
              <a:buChar char="•"/>
            </a:pPr>
            <a:r>
              <a:rPr lang="en-US" sz="1600" noProof="0"/>
              <a:t>Outliers and anomalies </a:t>
            </a:r>
          </a:p>
        </p:txBody>
      </p:sp>
      <p:pic>
        <p:nvPicPr>
          <p:cNvPr id="9" name="Picture 8">
            <a:hlinkClick r:id="rId3"/>
            <a:extLst>
              <a:ext uri="{FF2B5EF4-FFF2-40B4-BE49-F238E27FC236}">
                <a16:creationId xmlns:a16="http://schemas.microsoft.com/office/drawing/2014/main" id="{565C9D7E-1926-B8B4-9127-3D6F8DF1F707}"/>
              </a:ext>
            </a:extLst>
          </p:cNvPr>
          <p:cNvPicPr preferRelativeResize="0">
            <a:picLocks/>
          </p:cNvPicPr>
          <p:nvPr/>
        </p:nvPicPr>
        <p:blipFill>
          <a:blip r:embed="rId4"/>
          <a:srcRect l="8041" t="-669" r="13041" b="30444"/>
          <a:stretch/>
        </p:blipFill>
        <p:spPr>
          <a:xfrm>
            <a:off x="5485507" y="1819701"/>
            <a:ext cx="1177611" cy="1178845"/>
          </a:xfrm>
          <a:prstGeom prst="ellipse">
            <a:avLst/>
          </a:prstGeom>
          <a:solidFill>
            <a:schemeClr val="accent2"/>
          </a:solidFill>
        </p:spPr>
      </p:pic>
      <p:pic>
        <p:nvPicPr>
          <p:cNvPr id="13" name="Picture 12">
            <a:hlinkClick r:id="rId5"/>
            <a:extLst>
              <a:ext uri="{FF2B5EF4-FFF2-40B4-BE49-F238E27FC236}">
                <a16:creationId xmlns:a16="http://schemas.microsoft.com/office/drawing/2014/main" id="{35FA83E6-D25E-7D2F-3BDF-7A1D09908CCA}"/>
              </a:ext>
            </a:extLst>
          </p:cNvPr>
          <p:cNvPicPr preferRelativeResize="0">
            <a:picLocks/>
          </p:cNvPicPr>
          <p:nvPr/>
        </p:nvPicPr>
        <p:blipFill>
          <a:blip r:embed="rId6"/>
          <a:stretch>
            <a:fillRect/>
          </a:stretch>
        </p:blipFill>
        <p:spPr>
          <a:xfrm>
            <a:off x="5465223" y="3490839"/>
            <a:ext cx="1178845" cy="1178845"/>
          </a:xfrm>
          <a:prstGeom prst="ellipse">
            <a:avLst/>
          </a:prstGeom>
          <a:solidFill>
            <a:schemeClr val="accent2"/>
          </a:solidFill>
        </p:spPr>
      </p:pic>
      <p:sp>
        <p:nvSpPr>
          <p:cNvPr id="18" name="TextBox 17">
            <a:extLst>
              <a:ext uri="{FF2B5EF4-FFF2-40B4-BE49-F238E27FC236}">
                <a16:creationId xmlns:a16="http://schemas.microsoft.com/office/drawing/2014/main" id="{EE90B737-64B9-CAA5-9F02-5C32A96BB9AF}"/>
              </a:ext>
            </a:extLst>
          </p:cNvPr>
          <p:cNvSpPr txBox="1"/>
          <p:nvPr/>
        </p:nvSpPr>
        <p:spPr>
          <a:xfrm>
            <a:off x="5295530" y="3056749"/>
            <a:ext cx="1557564" cy="276999"/>
          </a:xfrm>
          <a:prstGeom prst="rect">
            <a:avLst/>
          </a:prstGeom>
          <a:noFill/>
        </p:spPr>
        <p:txBody>
          <a:bodyPr wrap="square">
            <a:spAutoFit/>
          </a:bodyPr>
          <a:lstStyle/>
          <a:p>
            <a:pPr algn="ctr"/>
            <a:r>
              <a:rPr lang="en-US" sz="1200" u="sng" noProof="0">
                <a:solidFill>
                  <a:schemeClr val="tx2">
                    <a:lumMod val="50000"/>
                    <a:lumOff val="50000"/>
                  </a:schemeClr>
                </a:solidFill>
              </a:rPr>
              <a:t> John W Tukey (1977)</a:t>
            </a:r>
          </a:p>
        </p:txBody>
      </p:sp>
      <p:sp>
        <p:nvSpPr>
          <p:cNvPr id="23" name="TextBox 22">
            <a:extLst>
              <a:ext uri="{FF2B5EF4-FFF2-40B4-BE49-F238E27FC236}">
                <a16:creationId xmlns:a16="http://schemas.microsoft.com/office/drawing/2014/main" id="{EE41E844-44EF-1BB7-78AE-0DC33688FB86}"/>
              </a:ext>
            </a:extLst>
          </p:cNvPr>
          <p:cNvSpPr txBox="1"/>
          <p:nvPr/>
        </p:nvSpPr>
        <p:spPr>
          <a:xfrm>
            <a:off x="7125354" y="1936770"/>
            <a:ext cx="3929226" cy="830997"/>
          </a:xfrm>
          <a:prstGeom prst="rect">
            <a:avLst/>
          </a:prstGeom>
          <a:noFill/>
        </p:spPr>
        <p:txBody>
          <a:bodyPr wrap="square">
            <a:spAutoFit/>
          </a:bodyPr>
          <a:lstStyle>
            <a:defPPr>
              <a:defRPr lang="en-US"/>
            </a:defPPr>
            <a:lvl1pPr lvl="0">
              <a:defRPr sz="1600"/>
            </a:lvl1pPr>
          </a:lstStyle>
          <a:p>
            <a:r>
              <a:rPr lang="en-US" noProof="0"/>
              <a:t>John W. Tukey (1977) introduced EDA, and since then it has become standard practice for </a:t>
            </a:r>
            <a:r>
              <a:rPr lang="en-US" noProof="0" err="1"/>
              <a:t>analysing</a:t>
            </a:r>
            <a:r>
              <a:rPr lang="en-US" noProof="0"/>
              <a:t> datasets.</a:t>
            </a:r>
          </a:p>
        </p:txBody>
      </p:sp>
      <p:sp>
        <p:nvSpPr>
          <p:cNvPr id="32" name="TextBox 31">
            <a:extLst>
              <a:ext uri="{FF2B5EF4-FFF2-40B4-BE49-F238E27FC236}">
                <a16:creationId xmlns:a16="http://schemas.microsoft.com/office/drawing/2014/main" id="{6C648AFE-32E2-11C5-7C87-55FBBDF6EEC4}"/>
              </a:ext>
            </a:extLst>
          </p:cNvPr>
          <p:cNvSpPr txBox="1"/>
          <p:nvPr/>
        </p:nvSpPr>
        <p:spPr>
          <a:xfrm>
            <a:off x="5162420" y="4672827"/>
            <a:ext cx="1784449" cy="276999"/>
          </a:xfrm>
          <a:prstGeom prst="rect">
            <a:avLst/>
          </a:prstGeom>
          <a:noFill/>
        </p:spPr>
        <p:txBody>
          <a:bodyPr wrap="square">
            <a:spAutoFit/>
          </a:bodyPr>
          <a:lstStyle>
            <a:defPPr>
              <a:defRPr lang="en-US"/>
            </a:defPPr>
            <a:lvl1pPr algn="ctr">
              <a:defRPr sz="1200">
                <a:solidFill>
                  <a:schemeClr val="tx2">
                    <a:lumMod val="50000"/>
                    <a:lumOff val="50000"/>
                  </a:schemeClr>
                </a:solidFill>
              </a:defRPr>
            </a:lvl1pPr>
          </a:lstStyle>
          <a:p>
            <a:r>
              <a:rPr lang="en-US" noProof="0">
                <a:hlinkClick r:id="rId5">
                  <a:extLst>
                    <a:ext uri="{A12FA001-AC4F-418D-AE19-62706E023703}">
                      <ahyp:hlinkClr xmlns:ahyp="http://schemas.microsoft.com/office/drawing/2018/hyperlinkcolor" val="tx"/>
                    </a:ext>
                  </a:extLst>
                </a:hlinkClick>
              </a:rPr>
              <a:t>Howard Seltman</a:t>
            </a:r>
            <a:endParaRPr lang="en-US" noProof="0"/>
          </a:p>
        </p:txBody>
      </p:sp>
      <p:sp>
        <p:nvSpPr>
          <p:cNvPr id="38" name="TextBox 37">
            <a:extLst>
              <a:ext uri="{FF2B5EF4-FFF2-40B4-BE49-F238E27FC236}">
                <a16:creationId xmlns:a16="http://schemas.microsoft.com/office/drawing/2014/main" id="{5B3A9E59-627A-7997-BF2B-95716AAD6442}"/>
              </a:ext>
            </a:extLst>
          </p:cNvPr>
          <p:cNvSpPr txBox="1"/>
          <p:nvPr/>
        </p:nvSpPr>
        <p:spPr>
          <a:xfrm>
            <a:off x="7125354" y="3638460"/>
            <a:ext cx="392922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US" sz="1600" b="0" i="1" u="none" strike="noStrike" kern="1200" cap="none" spc="0" normalizeH="0" baseline="0" noProof="0">
                <a:ln>
                  <a:noFill/>
                </a:ln>
                <a:solidFill>
                  <a:prstClr val="black"/>
                </a:solidFill>
                <a:effectLst/>
                <a:uLnTx/>
                <a:uFillTx/>
                <a:latin typeface="Aptos" panose="020B0004020202020204"/>
                <a:ea typeface="+mn-ea"/>
                <a:cs typeface="+mn-cs"/>
              </a:rPr>
              <a:t>Any method that examines the data without formal statistical modelling or inference is considered exploratory data analysis</a:t>
            </a:r>
            <a:r>
              <a:rPr kumimoji="0" lang="en-US" sz="1600" b="0" i="0" u="none" strike="noStrike" kern="1200" cap="none" spc="0" normalizeH="0" baseline="0" noProof="0">
                <a:ln>
                  <a:noFill/>
                </a:ln>
                <a:solidFill>
                  <a:prstClr val="black"/>
                </a:solidFill>
                <a:effectLst/>
                <a:uLnTx/>
                <a:uFillTx/>
                <a:latin typeface="Aptos" panose="020B0004020202020204"/>
                <a:ea typeface="+mn-ea"/>
                <a:cs typeface="+mn-cs"/>
              </a:rPr>
              <a:t>”.</a:t>
            </a:r>
          </a:p>
        </p:txBody>
      </p:sp>
      <p:sp>
        <p:nvSpPr>
          <p:cNvPr id="2" name="Footer Placeholder 4">
            <a:extLst>
              <a:ext uri="{FF2B5EF4-FFF2-40B4-BE49-F238E27FC236}">
                <a16:creationId xmlns:a16="http://schemas.microsoft.com/office/drawing/2014/main" id="{1A9E7CE3-CC0E-0595-5A7A-A82DB7AD711F}"/>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
        <p:nvSpPr>
          <p:cNvPr id="8" name="TextBox 7">
            <a:extLst>
              <a:ext uri="{FF2B5EF4-FFF2-40B4-BE49-F238E27FC236}">
                <a16:creationId xmlns:a16="http://schemas.microsoft.com/office/drawing/2014/main" id="{ED744BA6-6BC3-C1E7-82A5-1D021B52CA0D}"/>
              </a:ext>
            </a:extLst>
          </p:cNvPr>
          <p:cNvSpPr txBox="1"/>
          <p:nvPr/>
        </p:nvSpPr>
        <p:spPr>
          <a:xfrm>
            <a:off x="5295530" y="5156506"/>
            <a:ext cx="6096000" cy="830997"/>
          </a:xfrm>
          <a:prstGeom prst="rect">
            <a:avLst/>
          </a:prstGeom>
          <a:noFill/>
        </p:spPr>
        <p:txBody>
          <a:bodyPr wrap="square">
            <a:spAutoFit/>
          </a:bodyPr>
          <a:lstStyle/>
          <a:p>
            <a:r>
              <a:rPr lang="en-US" sz="1600" b="1" noProof="0">
                <a:highlight>
                  <a:srgbClr val="FFC000"/>
                </a:highlight>
              </a:rPr>
              <a:t>EDA is a crucial step after data collection and preprocessing</a:t>
            </a:r>
            <a:r>
              <a:rPr lang="en-US" sz="1600" noProof="0"/>
              <a:t>, where the data are </a:t>
            </a:r>
            <a:r>
              <a:rPr lang="en-US" sz="1600" noProof="0" err="1"/>
              <a:t>visualised</a:t>
            </a:r>
            <a:r>
              <a:rPr lang="en-US" sz="1600" noProof="0"/>
              <a:t>, plotted, and manipulated without assumptions.</a:t>
            </a:r>
          </a:p>
        </p:txBody>
      </p:sp>
      <p:grpSp>
        <p:nvGrpSpPr>
          <p:cNvPr id="3" name="Group 2">
            <a:extLst>
              <a:ext uri="{FF2B5EF4-FFF2-40B4-BE49-F238E27FC236}">
                <a16:creationId xmlns:a16="http://schemas.microsoft.com/office/drawing/2014/main" id="{C75196ED-564A-D510-3F8B-575E7AE01D70}"/>
              </a:ext>
            </a:extLst>
          </p:cNvPr>
          <p:cNvGrpSpPr/>
          <p:nvPr/>
        </p:nvGrpSpPr>
        <p:grpSpPr>
          <a:xfrm>
            <a:off x="891590" y="3486709"/>
            <a:ext cx="4069649" cy="1521356"/>
            <a:chOff x="891590" y="3486709"/>
            <a:chExt cx="4069649" cy="1521356"/>
          </a:xfrm>
        </p:grpSpPr>
        <p:sp>
          <p:nvSpPr>
            <p:cNvPr id="12" name="Freeform: Shape 11">
              <a:extLst>
                <a:ext uri="{FF2B5EF4-FFF2-40B4-BE49-F238E27FC236}">
                  <a16:creationId xmlns:a16="http://schemas.microsoft.com/office/drawing/2014/main" id="{04A045D8-F7D7-6E69-57E9-3FEDA02B705B}"/>
                </a:ext>
              </a:extLst>
            </p:cNvPr>
            <p:cNvSpPr/>
            <p:nvPr/>
          </p:nvSpPr>
          <p:spPr>
            <a:xfrm>
              <a:off x="891590" y="3536719"/>
              <a:ext cx="248304" cy="248304"/>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17" name="TextBox 16">
              <a:extLst>
                <a:ext uri="{FF2B5EF4-FFF2-40B4-BE49-F238E27FC236}">
                  <a16:creationId xmlns:a16="http://schemas.microsoft.com/office/drawing/2014/main" id="{CF49C854-E561-4FD6-9964-8AD01C1998A5}"/>
                </a:ext>
              </a:extLst>
            </p:cNvPr>
            <p:cNvSpPr txBox="1"/>
            <p:nvPr/>
          </p:nvSpPr>
          <p:spPr>
            <a:xfrm>
              <a:off x="1139894" y="3486709"/>
              <a:ext cx="3821345" cy="830997"/>
            </a:xfrm>
            <a:prstGeom prst="rect">
              <a:avLst/>
            </a:prstGeom>
            <a:noFill/>
          </p:spPr>
          <p:txBody>
            <a:bodyPr wrap="square">
              <a:spAutoFit/>
            </a:bodyPr>
            <a:lstStyle/>
            <a:p>
              <a:r>
                <a:rPr lang="en-US" sz="1600" noProof="0"/>
                <a:t>Developing an EDA process evaluates data quality and supports hypothesis model building. </a:t>
              </a:r>
            </a:p>
          </p:txBody>
        </p:sp>
        <p:sp>
          <p:nvSpPr>
            <p:cNvPr id="21" name="TextBox 20">
              <a:extLst>
                <a:ext uri="{FF2B5EF4-FFF2-40B4-BE49-F238E27FC236}">
                  <a16:creationId xmlns:a16="http://schemas.microsoft.com/office/drawing/2014/main" id="{505D1321-009E-D49F-DAE8-FCFD6647260E}"/>
                </a:ext>
              </a:extLst>
            </p:cNvPr>
            <p:cNvSpPr txBox="1"/>
            <p:nvPr/>
          </p:nvSpPr>
          <p:spPr>
            <a:xfrm>
              <a:off x="1139894" y="4423290"/>
              <a:ext cx="3821345" cy="584775"/>
            </a:xfrm>
            <a:prstGeom prst="rect">
              <a:avLst/>
            </a:prstGeom>
            <a:noFill/>
          </p:spPr>
          <p:txBody>
            <a:bodyPr wrap="square">
              <a:spAutoFit/>
            </a:bodyPr>
            <a:lstStyle/>
            <a:p>
              <a:r>
                <a:rPr lang="en-US" sz="1600" noProof="0"/>
                <a:t>Most EDA techniques are graphical, with only a few quantitative approaches.</a:t>
              </a:r>
            </a:p>
          </p:txBody>
        </p:sp>
        <p:sp>
          <p:nvSpPr>
            <p:cNvPr id="22" name="Freeform: Shape 21">
              <a:extLst>
                <a:ext uri="{FF2B5EF4-FFF2-40B4-BE49-F238E27FC236}">
                  <a16:creationId xmlns:a16="http://schemas.microsoft.com/office/drawing/2014/main" id="{BB47A9E2-EFE9-632A-7F4A-145033502A23}"/>
                </a:ext>
              </a:extLst>
            </p:cNvPr>
            <p:cNvSpPr/>
            <p:nvPr/>
          </p:nvSpPr>
          <p:spPr>
            <a:xfrm>
              <a:off x="891590" y="4470153"/>
              <a:ext cx="248304" cy="248304"/>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grpSp>
    </p:spTree>
    <p:extLst>
      <p:ext uri="{BB962C8B-B14F-4D97-AF65-F5344CB8AC3E}">
        <p14:creationId xmlns:p14="http://schemas.microsoft.com/office/powerpoint/2010/main" val="2178594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8" grpId="0"/>
      <p:bldP spid="23" grpId="0"/>
      <p:bldP spid="32" grpId="0"/>
      <p:bldP spid="38"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B482A-2E56-ADF1-832F-BEA97B77F10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C3D8355-DD4B-2146-70D3-EC7FB8CEEB4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6" name="Título 1">
            <a:extLst>
              <a:ext uri="{FF2B5EF4-FFF2-40B4-BE49-F238E27FC236}">
                <a16:creationId xmlns:a16="http://schemas.microsoft.com/office/drawing/2014/main" id="{1161010F-26EE-B94D-DBAA-2C600B8BC555}"/>
              </a:ext>
            </a:extLst>
          </p:cNvPr>
          <p:cNvSpPr txBox="1">
            <a:spLocks/>
          </p:cNvSpPr>
          <p:nvPr/>
        </p:nvSpPr>
        <p:spPr>
          <a:xfrm>
            <a:off x="891590" y="501651"/>
            <a:ext cx="53377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What is the purpose of an Exploratory Data Analysis?</a:t>
            </a:r>
          </a:p>
        </p:txBody>
      </p:sp>
      <p:sp>
        <p:nvSpPr>
          <p:cNvPr id="5" name="Slide Number Placeholder 2">
            <a:extLst>
              <a:ext uri="{FF2B5EF4-FFF2-40B4-BE49-F238E27FC236}">
                <a16:creationId xmlns:a16="http://schemas.microsoft.com/office/drawing/2014/main" id="{51149098-7767-B84C-52A4-03B5E9304EAA}"/>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6D1F2DEE-B1B5-D9B6-88B4-4A5904C2FE81}"/>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2" name="Footer Placeholder 4">
            <a:extLst>
              <a:ext uri="{FF2B5EF4-FFF2-40B4-BE49-F238E27FC236}">
                <a16:creationId xmlns:a16="http://schemas.microsoft.com/office/drawing/2014/main" id="{51BEE4F3-1A2A-33BA-2244-AB7F17D03F9C}"/>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grpSp>
        <p:nvGrpSpPr>
          <p:cNvPr id="3" name="Group 2">
            <a:extLst>
              <a:ext uri="{FF2B5EF4-FFF2-40B4-BE49-F238E27FC236}">
                <a16:creationId xmlns:a16="http://schemas.microsoft.com/office/drawing/2014/main" id="{4C4F42F9-A635-AA30-28F2-ABEFE5574F52}"/>
              </a:ext>
            </a:extLst>
          </p:cNvPr>
          <p:cNvGrpSpPr/>
          <p:nvPr/>
        </p:nvGrpSpPr>
        <p:grpSpPr>
          <a:xfrm>
            <a:off x="891590" y="1774658"/>
            <a:ext cx="4603352" cy="819241"/>
            <a:chOff x="1217680" y="3449509"/>
            <a:chExt cx="4603352" cy="819241"/>
          </a:xfrm>
        </p:grpSpPr>
        <p:sp>
          <p:nvSpPr>
            <p:cNvPr id="6" name="TextBox 5">
              <a:extLst>
                <a:ext uri="{FF2B5EF4-FFF2-40B4-BE49-F238E27FC236}">
                  <a16:creationId xmlns:a16="http://schemas.microsoft.com/office/drawing/2014/main" id="{9F5BB3B6-0EAE-E1A9-DB2B-9958F04D4A66}"/>
                </a:ext>
              </a:extLst>
            </p:cNvPr>
            <p:cNvSpPr txBox="1"/>
            <p:nvPr/>
          </p:nvSpPr>
          <p:spPr>
            <a:xfrm>
              <a:off x="1811354" y="3555926"/>
              <a:ext cx="4009678" cy="712824"/>
            </a:xfrm>
            <a:prstGeom prst="rect">
              <a:avLst/>
            </a:prstGeom>
            <a:noFill/>
          </p:spPr>
          <p:txBody>
            <a:bodyPr wrap="square">
              <a:spAutoFit/>
            </a:bodyPr>
            <a:lstStyle/>
            <a:p>
              <a:pPr>
                <a:lnSpc>
                  <a:spcPts val="1600"/>
                </a:lnSpc>
              </a:pPr>
              <a:r>
                <a:rPr lang="en-US" sz="1600" b="1" noProof="0">
                  <a:highlight>
                    <a:srgbClr val="FFC000"/>
                  </a:highlight>
                </a:rPr>
                <a:t>To maximise knowledge of the dataset</a:t>
              </a:r>
              <a:r>
                <a:rPr lang="en-US" sz="1600" b="1" noProof="0"/>
                <a:t>, </a:t>
              </a:r>
              <a:r>
                <a:rPr lang="en-US" sz="1600" noProof="0"/>
                <a:t>that is, to develop a thorough understanding of its structure</a:t>
              </a:r>
              <a:endParaRPr lang="en-US" sz="1600" noProof="0">
                <a:solidFill>
                  <a:schemeClr val="accent5"/>
                </a:solidFill>
                <a:latin typeface="Corbel" panose="020B0503020204020204" pitchFamily="34" charset="0"/>
              </a:endParaRPr>
            </a:p>
          </p:txBody>
        </p:sp>
        <p:sp>
          <p:nvSpPr>
            <p:cNvPr id="7" name="TextBox 6">
              <a:extLst>
                <a:ext uri="{FF2B5EF4-FFF2-40B4-BE49-F238E27FC236}">
                  <a16:creationId xmlns:a16="http://schemas.microsoft.com/office/drawing/2014/main" id="{C778E406-25E5-0BB7-6C19-257607D1342A}"/>
                </a:ext>
              </a:extLst>
            </p:cNvPr>
            <p:cNvSpPr txBox="1"/>
            <p:nvPr/>
          </p:nvSpPr>
          <p:spPr>
            <a:xfrm>
              <a:off x="1217680" y="3449509"/>
              <a:ext cx="593674"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1.</a:t>
              </a:r>
              <a:endParaRPr lang="en-US" sz="3600" b="1" noProof="0">
                <a:solidFill>
                  <a:srgbClr val="FF0000"/>
                </a:solidFill>
                <a:latin typeface="Aptos Black" panose="020B0004020202020204" pitchFamily="34" charset="0"/>
              </a:endParaRPr>
            </a:p>
          </p:txBody>
        </p:sp>
      </p:grpSp>
      <p:grpSp>
        <p:nvGrpSpPr>
          <p:cNvPr id="14" name="Group 13">
            <a:extLst>
              <a:ext uri="{FF2B5EF4-FFF2-40B4-BE49-F238E27FC236}">
                <a16:creationId xmlns:a16="http://schemas.microsoft.com/office/drawing/2014/main" id="{986D2F4E-C06C-27DB-F796-E4C319552E7E}"/>
              </a:ext>
            </a:extLst>
          </p:cNvPr>
          <p:cNvGrpSpPr/>
          <p:nvPr/>
        </p:nvGrpSpPr>
        <p:grpSpPr>
          <a:xfrm>
            <a:off x="6088616" y="1774658"/>
            <a:ext cx="4603352" cy="819241"/>
            <a:chOff x="1217680" y="3449509"/>
            <a:chExt cx="4603352" cy="819241"/>
          </a:xfrm>
        </p:grpSpPr>
        <p:sp>
          <p:nvSpPr>
            <p:cNvPr id="15" name="TextBox 14">
              <a:extLst>
                <a:ext uri="{FF2B5EF4-FFF2-40B4-BE49-F238E27FC236}">
                  <a16:creationId xmlns:a16="http://schemas.microsoft.com/office/drawing/2014/main" id="{62600284-AD42-3873-A95B-3A99E7BD9725}"/>
                </a:ext>
              </a:extLst>
            </p:cNvPr>
            <p:cNvSpPr txBox="1"/>
            <p:nvPr/>
          </p:nvSpPr>
          <p:spPr>
            <a:xfrm>
              <a:off x="1811354" y="3555926"/>
              <a:ext cx="4009678" cy="712824"/>
            </a:xfrm>
            <a:prstGeom prst="rect">
              <a:avLst/>
            </a:prstGeom>
            <a:noFill/>
          </p:spPr>
          <p:txBody>
            <a:bodyPr wrap="square">
              <a:spAutoFit/>
            </a:bodyPr>
            <a:lstStyle/>
            <a:p>
              <a:pPr>
                <a:lnSpc>
                  <a:spcPts val="1600"/>
                </a:lnSpc>
              </a:pPr>
              <a:r>
                <a:rPr lang="en-US" sz="1600" b="1" noProof="0">
                  <a:highlight>
                    <a:srgbClr val="FFC000"/>
                  </a:highlight>
                </a:rPr>
                <a:t>To visualise potential relationships (direction and magnitude) </a:t>
              </a:r>
              <a:r>
                <a:rPr lang="en-US" sz="1600" noProof="0"/>
                <a:t>between independent and dependent variables</a:t>
              </a:r>
              <a:r>
                <a:rPr lang="en-US" sz="1600" b="1" noProof="0"/>
                <a:t>.</a:t>
              </a:r>
              <a:endParaRPr lang="en-US" sz="1600" noProof="0">
                <a:solidFill>
                  <a:schemeClr val="accent5"/>
                </a:solidFill>
                <a:latin typeface="Corbel" panose="020B0503020204020204" pitchFamily="34" charset="0"/>
              </a:endParaRPr>
            </a:p>
          </p:txBody>
        </p:sp>
        <p:sp>
          <p:nvSpPr>
            <p:cNvPr id="16" name="TextBox 15">
              <a:extLst>
                <a:ext uri="{FF2B5EF4-FFF2-40B4-BE49-F238E27FC236}">
                  <a16:creationId xmlns:a16="http://schemas.microsoft.com/office/drawing/2014/main" id="{EC923A64-4F09-3610-2DC2-8A05826557FD}"/>
                </a:ext>
              </a:extLst>
            </p:cNvPr>
            <p:cNvSpPr txBox="1"/>
            <p:nvPr/>
          </p:nvSpPr>
          <p:spPr>
            <a:xfrm>
              <a:off x="1217680" y="3449509"/>
              <a:ext cx="593674"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2.</a:t>
              </a:r>
              <a:endParaRPr lang="en-US" sz="3600" b="1" noProof="0">
                <a:solidFill>
                  <a:srgbClr val="FF0000"/>
                </a:solidFill>
                <a:latin typeface="Aptos Black" panose="020B0004020202020204" pitchFamily="34" charset="0"/>
              </a:endParaRPr>
            </a:p>
          </p:txBody>
        </p:sp>
      </p:grpSp>
      <p:grpSp>
        <p:nvGrpSpPr>
          <p:cNvPr id="19" name="Group 18">
            <a:extLst>
              <a:ext uri="{FF2B5EF4-FFF2-40B4-BE49-F238E27FC236}">
                <a16:creationId xmlns:a16="http://schemas.microsoft.com/office/drawing/2014/main" id="{466CD0AC-E186-353B-ABE6-B52E144EEE9C}"/>
              </a:ext>
            </a:extLst>
          </p:cNvPr>
          <p:cNvGrpSpPr/>
          <p:nvPr/>
        </p:nvGrpSpPr>
        <p:grpSpPr>
          <a:xfrm>
            <a:off x="891590" y="2700316"/>
            <a:ext cx="4603352" cy="819241"/>
            <a:chOff x="1217680" y="3449509"/>
            <a:chExt cx="4603352" cy="819241"/>
          </a:xfrm>
        </p:grpSpPr>
        <p:sp>
          <p:nvSpPr>
            <p:cNvPr id="24" name="TextBox 23">
              <a:extLst>
                <a:ext uri="{FF2B5EF4-FFF2-40B4-BE49-F238E27FC236}">
                  <a16:creationId xmlns:a16="http://schemas.microsoft.com/office/drawing/2014/main" id="{33078BD3-B85A-D913-F67C-E95DA5EC3BC8}"/>
                </a:ext>
              </a:extLst>
            </p:cNvPr>
            <p:cNvSpPr txBox="1"/>
            <p:nvPr/>
          </p:nvSpPr>
          <p:spPr>
            <a:xfrm>
              <a:off x="1811354" y="3555926"/>
              <a:ext cx="4009678" cy="712824"/>
            </a:xfrm>
            <a:prstGeom prst="rect">
              <a:avLst/>
            </a:prstGeom>
            <a:noFill/>
          </p:spPr>
          <p:txBody>
            <a:bodyPr wrap="square">
              <a:spAutoFit/>
            </a:bodyPr>
            <a:lstStyle/>
            <a:p>
              <a:pPr>
                <a:lnSpc>
                  <a:spcPts val="1600"/>
                </a:lnSpc>
              </a:pPr>
              <a:r>
                <a:rPr lang="en-US" sz="1600" b="1" noProof="0">
                  <a:highlight>
                    <a:srgbClr val="FFC000"/>
                  </a:highlight>
                </a:rPr>
                <a:t>To detect outliers and anomalies</a:t>
              </a:r>
              <a:r>
                <a:rPr lang="en-US" sz="1600" b="1" noProof="0"/>
                <a:t>, </a:t>
              </a:r>
              <a:r>
                <a:rPr lang="en-US" sz="1600" noProof="0"/>
                <a:t>which are values that differ significantly from the rest of the observations.</a:t>
              </a:r>
              <a:endParaRPr lang="en-US" sz="1600" noProof="0">
                <a:solidFill>
                  <a:schemeClr val="accent5"/>
                </a:solidFill>
                <a:latin typeface="Corbel" panose="020B0503020204020204" pitchFamily="34" charset="0"/>
              </a:endParaRPr>
            </a:p>
          </p:txBody>
        </p:sp>
        <p:sp>
          <p:nvSpPr>
            <p:cNvPr id="25" name="TextBox 24">
              <a:extLst>
                <a:ext uri="{FF2B5EF4-FFF2-40B4-BE49-F238E27FC236}">
                  <a16:creationId xmlns:a16="http://schemas.microsoft.com/office/drawing/2014/main" id="{4CB6CF38-A395-8254-A912-B8CDA9E7C97F}"/>
                </a:ext>
              </a:extLst>
            </p:cNvPr>
            <p:cNvSpPr txBox="1"/>
            <p:nvPr/>
          </p:nvSpPr>
          <p:spPr>
            <a:xfrm>
              <a:off x="1217680" y="3449509"/>
              <a:ext cx="593674"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3.</a:t>
              </a:r>
              <a:endParaRPr lang="en-US" sz="3600" b="1" noProof="0">
                <a:solidFill>
                  <a:srgbClr val="FF0000"/>
                </a:solidFill>
                <a:latin typeface="Aptos Black" panose="020B0004020202020204" pitchFamily="34" charset="0"/>
              </a:endParaRPr>
            </a:p>
          </p:txBody>
        </p:sp>
      </p:grpSp>
      <p:grpSp>
        <p:nvGrpSpPr>
          <p:cNvPr id="26" name="Group 25">
            <a:extLst>
              <a:ext uri="{FF2B5EF4-FFF2-40B4-BE49-F238E27FC236}">
                <a16:creationId xmlns:a16="http://schemas.microsoft.com/office/drawing/2014/main" id="{65AE63A7-1154-45F2-5901-5C0F72BC1977}"/>
              </a:ext>
            </a:extLst>
          </p:cNvPr>
          <p:cNvGrpSpPr/>
          <p:nvPr/>
        </p:nvGrpSpPr>
        <p:grpSpPr>
          <a:xfrm>
            <a:off x="6088616" y="2700316"/>
            <a:ext cx="4603352" cy="646331"/>
            <a:chOff x="1217680" y="3449509"/>
            <a:chExt cx="4603352" cy="646331"/>
          </a:xfrm>
        </p:grpSpPr>
        <p:sp>
          <p:nvSpPr>
            <p:cNvPr id="27" name="TextBox 26">
              <a:extLst>
                <a:ext uri="{FF2B5EF4-FFF2-40B4-BE49-F238E27FC236}">
                  <a16:creationId xmlns:a16="http://schemas.microsoft.com/office/drawing/2014/main" id="{84672D0E-8012-3827-23A7-C15BBF42C7DC}"/>
                </a:ext>
              </a:extLst>
            </p:cNvPr>
            <p:cNvSpPr txBox="1"/>
            <p:nvPr/>
          </p:nvSpPr>
          <p:spPr>
            <a:xfrm>
              <a:off x="1811354" y="3555926"/>
              <a:ext cx="4009678" cy="302455"/>
            </a:xfrm>
            <a:prstGeom prst="rect">
              <a:avLst/>
            </a:prstGeom>
            <a:noFill/>
          </p:spPr>
          <p:txBody>
            <a:bodyPr wrap="square">
              <a:spAutoFit/>
            </a:bodyPr>
            <a:lstStyle/>
            <a:p>
              <a:pPr>
                <a:lnSpc>
                  <a:spcPts val="1600"/>
                </a:lnSpc>
              </a:pPr>
              <a:r>
                <a:rPr lang="en-US" sz="1600" b="1" noProof="0">
                  <a:highlight>
                    <a:srgbClr val="FFC000"/>
                  </a:highlight>
                </a:rPr>
                <a:t>To extract and create relevant variables.</a:t>
              </a:r>
              <a:endParaRPr lang="en-US" sz="1600" noProof="0">
                <a:solidFill>
                  <a:schemeClr val="accent5"/>
                </a:solidFill>
                <a:latin typeface="Corbel" panose="020B0503020204020204" pitchFamily="34" charset="0"/>
              </a:endParaRPr>
            </a:p>
          </p:txBody>
        </p:sp>
        <p:sp>
          <p:nvSpPr>
            <p:cNvPr id="28" name="TextBox 27">
              <a:extLst>
                <a:ext uri="{FF2B5EF4-FFF2-40B4-BE49-F238E27FC236}">
                  <a16:creationId xmlns:a16="http://schemas.microsoft.com/office/drawing/2014/main" id="{89F9C57F-D0B7-2463-BF13-E03D892FFEC3}"/>
                </a:ext>
              </a:extLst>
            </p:cNvPr>
            <p:cNvSpPr txBox="1"/>
            <p:nvPr/>
          </p:nvSpPr>
          <p:spPr>
            <a:xfrm>
              <a:off x="1217680" y="3449509"/>
              <a:ext cx="593674"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4.</a:t>
              </a:r>
              <a:endParaRPr lang="en-US" sz="3600" b="1" noProof="0">
                <a:solidFill>
                  <a:srgbClr val="FF0000"/>
                </a:solidFill>
                <a:latin typeface="Aptos Black" panose="020B0004020202020204" pitchFamily="34" charset="0"/>
              </a:endParaRPr>
            </a:p>
          </p:txBody>
        </p:sp>
      </p:grpSp>
      <p:grpSp>
        <p:nvGrpSpPr>
          <p:cNvPr id="29" name="Group 28">
            <a:extLst>
              <a:ext uri="{FF2B5EF4-FFF2-40B4-BE49-F238E27FC236}">
                <a16:creationId xmlns:a16="http://schemas.microsoft.com/office/drawing/2014/main" id="{DEA9E48E-EF54-FF62-B2D4-4A051DE5EE3E}"/>
              </a:ext>
            </a:extLst>
          </p:cNvPr>
          <p:cNvGrpSpPr/>
          <p:nvPr/>
        </p:nvGrpSpPr>
        <p:grpSpPr>
          <a:xfrm>
            <a:off x="891590" y="3625974"/>
            <a:ext cx="9800378" cy="646331"/>
            <a:chOff x="1217680" y="3449509"/>
            <a:chExt cx="4603352" cy="646331"/>
          </a:xfrm>
        </p:grpSpPr>
        <p:sp>
          <p:nvSpPr>
            <p:cNvPr id="30" name="TextBox 29">
              <a:extLst>
                <a:ext uri="{FF2B5EF4-FFF2-40B4-BE49-F238E27FC236}">
                  <a16:creationId xmlns:a16="http://schemas.microsoft.com/office/drawing/2014/main" id="{201A406B-E750-B553-A8B8-5849DB65ECBF}"/>
                </a:ext>
              </a:extLst>
            </p:cNvPr>
            <p:cNvSpPr txBox="1"/>
            <p:nvPr/>
          </p:nvSpPr>
          <p:spPr>
            <a:xfrm>
              <a:off x="1532626" y="3555926"/>
              <a:ext cx="4288406" cy="507639"/>
            </a:xfrm>
            <a:prstGeom prst="rect">
              <a:avLst/>
            </a:prstGeom>
            <a:noFill/>
          </p:spPr>
          <p:txBody>
            <a:bodyPr wrap="square">
              <a:spAutoFit/>
            </a:bodyPr>
            <a:lstStyle/>
            <a:p>
              <a:pPr>
                <a:lnSpc>
                  <a:spcPts val="1600"/>
                </a:lnSpc>
              </a:pPr>
              <a:r>
                <a:rPr lang="en-US" sz="1600" b="1" noProof="0">
                  <a:highlight>
                    <a:srgbClr val="FFC000"/>
                  </a:highlight>
                </a:rPr>
                <a:t>To develop parsimonious models</a:t>
              </a:r>
              <a:r>
                <a:rPr lang="en-US" sz="1600" b="1" noProof="0"/>
                <a:t>, </a:t>
              </a:r>
              <a:r>
                <a:rPr lang="en-US" sz="1600" noProof="0"/>
                <a:t>meaning explanatory models that use the smallest number of variables possible, or to identify a preliminary selection of appropriate models</a:t>
              </a:r>
              <a:endParaRPr lang="en-US" sz="1600" noProof="0">
                <a:solidFill>
                  <a:schemeClr val="accent5"/>
                </a:solidFill>
                <a:latin typeface="Corbel" panose="020B0503020204020204" pitchFamily="34" charset="0"/>
              </a:endParaRPr>
            </a:p>
          </p:txBody>
        </p:sp>
        <p:sp>
          <p:nvSpPr>
            <p:cNvPr id="31" name="TextBox 30">
              <a:extLst>
                <a:ext uri="{FF2B5EF4-FFF2-40B4-BE49-F238E27FC236}">
                  <a16:creationId xmlns:a16="http://schemas.microsoft.com/office/drawing/2014/main" id="{49887FF7-CD82-A272-38D7-205F21C3B552}"/>
                </a:ext>
              </a:extLst>
            </p:cNvPr>
            <p:cNvSpPr txBox="1"/>
            <p:nvPr/>
          </p:nvSpPr>
          <p:spPr>
            <a:xfrm>
              <a:off x="1217680" y="3449509"/>
              <a:ext cx="593674"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5.</a:t>
              </a:r>
              <a:endParaRPr lang="en-US" sz="3600" b="1" noProof="0">
                <a:solidFill>
                  <a:srgbClr val="FF0000"/>
                </a:solidFill>
                <a:latin typeface="Aptos Black" panose="020B0004020202020204" pitchFamily="34" charset="0"/>
              </a:endParaRPr>
            </a:p>
          </p:txBody>
        </p:sp>
      </p:grpSp>
      <p:sp>
        <p:nvSpPr>
          <p:cNvPr id="34" name="Oval 33">
            <a:extLst>
              <a:ext uri="{FF2B5EF4-FFF2-40B4-BE49-F238E27FC236}">
                <a16:creationId xmlns:a16="http://schemas.microsoft.com/office/drawing/2014/main" id="{3051CD9C-4AE0-9E97-4CC2-9B524D63B4E9}"/>
              </a:ext>
            </a:extLst>
          </p:cNvPr>
          <p:cNvSpPr/>
          <p:nvPr/>
        </p:nvSpPr>
        <p:spPr>
          <a:xfrm>
            <a:off x="2294422" y="4625774"/>
            <a:ext cx="1204570" cy="120457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a:solidFill>
                  <a:schemeClr val="tx1">
                    <a:lumMod val="95000"/>
                    <a:lumOff val="5000"/>
                  </a:schemeClr>
                </a:solidFill>
              </a:rPr>
              <a:t>Graphical</a:t>
            </a:r>
          </a:p>
        </p:txBody>
      </p:sp>
      <p:sp>
        <p:nvSpPr>
          <p:cNvPr id="37" name="Oval 36">
            <a:extLst>
              <a:ext uri="{FF2B5EF4-FFF2-40B4-BE49-F238E27FC236}">
                <a16:creationId xmlns:a16="http://schemas.microsoft.com/office/drawing/2014/main" id="{29AB6F24-3F19-1411-D4E5-D65C7613D508}"/>
              </a:ext>
            </a:extLst>
          </p:cNvPr>
          <p:cNvSpPr/>
          <p:nvPr/>
        </p:nvSpPr>
        <p:spPr>
          <a:xfrm>
            <a:off x="4066072" y="4625774"/>
            <a:ext cx="1204570" cy="120457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a:solidFill>
                  <a:schemeClr val="tx1">
                    <a:lumMod val="95000"/>
                    <a:lumOff val="5000"/>
                  </a:schemeClr>
                </a:solidFill>
              </a:rPr>
              <a:t>Non-Graphical</a:t>
            </a:r>
          </a:p>
        </p:txBody>
      </p:sp>
      <p:sp>
        <p:nvSpPr>
          <p:cNvPr id="39" name="Oval 38">
            <a:extLst>
              <a:ext uri="{FF2B5EF4-FFF2-40B4-BE49-F238E27FC236}">
                <a16:creationId xmlns:a16="http://schemas.microsoft.com/office/drawing/2014/main" id="{6B5238A4-60A8-D908-E9A4-4C1BF56EEF62}"/>
              </a:ext>
            </a:extLst>
          </p:cNvPr>
          <p:cNvSpPr/>
          <p:nvPr/>
        </p:nvSpPr>
        <p:spPr>
          <a:xfrm>
            <a:off x="5837722" y="4583804"/>
            <a:ext cx="1204570" cy="1204570"/>
          </a:xfrm>
          <a:prstGeom prst="ellipse">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a:t>Univariate</a:t>
            </a:r>
          </a:p>
        </p:txBody>
      </p:sp>
      <p:sp>
        <p:nvSpPr>
          <p:cNvPr id="40" name="Oval 39">
            <a:extLst>
              <a:ext uri="{FF2B5EF4-FFF2-40B4-BE49-F238E27FC236}">
                <a16:creationId xmlns:a16="http://schemas.microsoft.com/office/drawing/2014/main" id="{FE7111D4-A1CC-9CE1-3194-2DFA070638DB}"/>
              </a:ext>
            </a:extLst>
          </p:cNvPr>
          <p:cNvSpPr/>
          <p:nvPr/>
        </p:nvSpPr>
        <p:spPr>
          <a:xfrm>
            <a:off x="7609372" y="4625774"/>
            <a:ext cx="1204570" cy="1204570"/>
          </a:xfrm>
          <a:prstGeom prst="ellipse">
            <a:avLst/>
          </a:prstGeom>
          <a:solidFill>
            <a:srgbClr val="EA212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a:t>Multi - variate</a:t>
            </a:r>
          </a:p>
        </p:txBody>
      </p:sp>
    </p:spTree>
    <p:extLst>
      <p:ext uri="{BB962C8B-B14F-4D97-AF65-F5344CB8AC3E}">
        <p14:creationId xmlns:p14="http://schemas.microsoft.com/office/powerpoint/2010/main" val="1168750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7" grpId="0" animBg="1"/>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5C38D33D-2EFF-049E-F94E-737A680C4904}"/>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671D2C8-D71E-80E5-63A6-E10952EFDC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C548722F-5CB7-5DED-66BB-17911D7D7BB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6" name="Footer Placeholder 1">
            <a:extLst>
              <a:ext uri="{FF2B5EF4-FFF2-40B4-BE49-F238E27FC236}">
                <a16:creationId xmlns:a16="http://schemas.microsoft.com/office/drawing/2014/main" id="{76C48BA8-FC66-05FF-E127-733324DC2DFD}"/>
              </a:ext>
            </a:extLst>
          </p:cNvPr>
          <p:cNvSpPr txBox="1">
            <a:spLocks/>
          </p:cNvSpPr>
          <p:nvPr/>
        </p:nvSpPr>
        <p:spPr>
          <a:xfrm>
            <a:off x="2021680" y="6356350"/>
            <a:ext cx="221932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Métodos</a:t>
            </a:r>
            <a:r>
              <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rPr>
              <a:t> </a:t>
            </a: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cuantitativos</a:t>
            </a:r>
            <a:endPar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endParaRPr>
          </a:p>
        </p:txBody>
      </p:sp>
      <p:pic>
        <p:nvPicPr>
          <p:cNvPr id="2" name="Picture 1">
            <a:extLst>
              <a:ext uri="{FF2B5EF4-FFF2-40B4-BE49-F238E27FC236}">
                <a16:creationId xmlns:a16="http://schemas.microsoft.com/office/drawing/2014/main" id="{D5815076-EF3D-58C9-3213-F8D6AAE250A3}"/>
              </a:ext>
            </a:extLst>
          </p:cNvPr>
          <p:cNvPicPr>
            <a:picLocks noChangeAspect="1"/>
          </p:cNvPicPr>
          <p:nvPr/>
        </p:nvPicPr>
        <p:blipFill>
          <a:blip r:embed="rId3"/>
          <a:stretch>
            <a:fillRect/>
          </a:stretch>
        </p:blipFill>
        <p:spPr>
          <a:xfrm>
            <a:off x="143080" y="6102984"/>
            <a:ext cx="5249008" cy="609685"/>
          </a:xfrm>
          <a:prstGeom prst="rect">
            <a:avLst/>
          </a:prstGeom>
        </p:spPr>
      </p:pic>
      <p:pic>
        <p:nvPicPr>
          <p:cNvPr id="3" name="Picture 2">
            <a:extLst>
              <a:ext uri="{FF2B5EF4-FFF2-40B4-BE49-F238E27FC236}">
                <a16:creationId xmlns:a16="http://schemas.microsoft.com/office/drawing/2014/main" id="{C233A562-9183-30AD-A5FF-B9A0F129294A}"/>
              </a:ext>
            </a:extLst>
          </p:cNvPr>
          <p:cNvPicPr>
            <a:picLocks noChangeAspect="1"/>
          </p:cNvPicPr>
          <p:nvPr/>
        </p:nvPicPr>
        <p:blipFill>
          <a:blip r:embed="rId3"/>
          <a:stretch>
            <a:fillRect/>
          </a:stretch>
        </p:blipFill>
        <p:spPr>
          <a:xfrm>
            <a:off x="143080" y="6078270"/>
            <a:ext cx="5249008" cy="609685"/>
          </a:xfrm>
          <a:prstGeom prst="rect">
            <a:avLst/>
          </a:prstGeom>
        </p:spPr>
      </p:pic>
      <p:pic>
        <p:nvPicPr>
          <p:cNvPr id="7" name="Picture 6">
            <a:extLst>
              <a:ext uri="{FF2B5EF4-FFF2-40B4-BE49-F238E27FC236}">
                <a16:creationId xmlns:a16="http://schemas.microsoft.com/office/drawing/2014/main" id="{1F21857C-7E5B-836B-E311-5803D92FE8A8}"/>
              </a:ext>
            </a:extLst>
          </p:cNvPr>
          <p:cNvPicPr>
            <a:picLocks noChangeAspect="1"/>
          </p:cNvPicPr>
          <p:nvPr/>
        </p:nvPicPr>
        <p:blipFill>
          <a:blip r:embed="rId3"/>
          <a:stretch>
            <a:fillRect/>
          </a:stretch>
        </p:blipFill>
        <p:spPr>
          <a:xfrm>
            <a:off x="295480" y="6230670"/>
            <a:ext cx="5249008" cy="609685"/>
          </a:xfrm>
          <a:prstGeom prst="rect">
            <a:avLst/>
          </a:prstGeom>
        </p:spPr>
      </p:pic>
      <p:grpSp>
        <p:nvGrpSpPr>
          <p:cNvPr id="8" name="Group 7">
            <a:extLst>
              <a:ext uri="{FF2B5EF4-FFF2-40B4-BE49-F238E27FC236}">
                <a16:creationId xmlns:a16="http://schemas.microsoft.com/office/drawing/2014/main" id="{8F7287C4-ECC5-2D34-7875-680D2B4434DE}"/>
              </a:ext>
            </a:extLst>
          </p:cNvPr>
          <p:cNvGrpSpPr/>
          <p:nvPr/>
        </p:nvGrpSpPr>
        <p:grpSpPr>
          <a:xfrm>
            <a:off x="988507" y="6356348"/>
            <a:ext cx="2526218" cy="385624"/>
            <a:chOff x="2471736" y="4828853"/>
            <a:chExt cx="7323962" cy="1117993"/>
          </a:xfrm>
        </p:grpSpPr>
        <p:pic>
          <p:nvPicPr>
            <p:cNvPr id="9" name="Picture 2" descr="Foro Enseñanza e Investigación de las Políticas Públicas en Colombia – En  homenaje a Luis Fernando Aguilar Villanueva –">
              <a:extLst>
                <a:ext uri="{FF2B5EF4-FFF2-40B4-BE49-F238E27FC236}">
                  <a16:creationId xmlns:a16="http://schemas.microsoft.com/office/drawing/2014/main" id="{DAA24C93-0BDF-CE57-BB6B-15AB149315D2}"/>
                </a:ext>
              </a:extLst>
            </p:cNvPr>
            <p:cNvPicPr>
              <a:picLocks noChangeAspect="1" noChangeArrowheads="1"/>
            </p:cNvPicPr>
            <p:nvPr/>
          </p:nvPicPr>
          <p:blipFill rotWithShape="1">
            <a:blip r:embed="rId4" cstate="print">
              <a:biLevel thresh="25000"/>
              <a:extLst>
                <a:ext uri="{BEBA8EAE-BF5A-486C-A8C5-ECC9F3942E4B}">
                  <a14:imgProps xmlns:a14="http://schemas.microsoft.com/office/drawing/2010/main">
                    <a14:imgLayer r:embed="rId5">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b="39150"/>
            <a:stretch/>
          </p:blipFill>
          <p:spPr bwMode="auto">
            <a:xfrm>
              <a:off x="2471736" y="4828853"/>
              <a:ext cx="3093245" cy="10176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oro Enseñanza e Investigación de las Políticas Públicas en Colombia – En  homenaje a Luis Fernando Aguilar Villanueva –">
              <a:extLst>
                <a:ext uri="{FF2B5EF4-FFF2-40B4-BE49-F238E27FC236}">
                  <a16:creationId xmlns:a16="http://schemas.microsoft.com/office/drawing/2014/main" id="{0FDB5451-26C4-AFE3-FF5F-E4346C93D88E}"/>
                </a:ext>
              </a:extLst>
            </p:cNvPr>
            <p:cNvPicPr>
              <a:picLocks noChangeAspect="1" noChangeArrowheads="1"/>
            </p:cNvPicPr>
            <p:nvPr/>
          </p:nvPicPr>
          <p:blipFill rotWithShape="1">
            <a:blip r:embed="rId6" cstate="print">
              <a:biLevel thresh="25000"/>
              <a:extLst>
                <a:ext uri="{BEBA8EAE-BF5A-486C-A8C5-ECC9F3942E4B}">
                  <a14:imgProps xmlns:a14="http://schemas.microsoft.com/office/drawing/2010/main">
                    <a14:imgLayer r:embed="rId7">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t="65285"/>
            <a:stretch/>
          </p:blipFill>
          <p:spPr bwMode="auto">
            <a:xfrm>
              <a:off x="5369718" y="5116118"/>
              <a:ext cx="4425980" cy="8307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F5B68F89-0430-28A8-A130-148D501D9847}"/>
                </a:ext>
              </a:extLst>
            </p:cNvPr>
            <p:cNvCxnSpPr>
              <a:cxnSpLocks/>
            </p:cNvCxnSpPr>
            <p:nvPr/>
          </p:nvCxnSpPr>
          <p:spPr>
            <a:xfrm flipV="1">
              <a:off x="5479261" y="5057775"/>
              <a:ext cx="0" cy="735249"/>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aphicFrame>
        <p:nvGraphicFramePr>
          <p:cNvPr id="4" name="Table 3">
            <a:extLst>
              <a:ext uri="{FF2B5EF4-FFF2-40B4-BE49-F238E27FC236}">
                <a16:creationId xmlns:a16="http://schemas.microsoft.com/office/drawing/2014/main" id="{C3DB34B3-BCE4-85DA-A6D4-E8AEF7E7E913}"/>
              </a:ext>
            </a:extLst>
          </p:cNvPr>
          <p:cNvGraphicFramePr>
            <a:graphicFrameLocks noGrp="1"/>
          </p:cNvGraphicFramePr>
          <p:nvPr>
            <p:extLst>
              <p:ext uri="{D42A27DB-BD31-4B8C-83A1-F6EECF244321}">
                <p14:modId xmlns:p14="http://schemas.microsoft.com/office/powerpoint/2010/main" val="1423080076"/>
              </p:ext>
            </p:extLst>
          </p:nvPr>
        </p:nvGraphicFramePr>
        <p:xfrm>
          <a:off x="1521976" y="2457668"/>
          <a:ext cx="8961738" cy="2139939"/>
        </p:xfrm>
        <a:graphic>
          <a:graphicData uri="http://schemas.openxmlformats.org/drawingml/2006/table">
            <a:tbl>
              <a:tblPr firstRow="1" bandRow="1">
                <a:tableStyleId>{5C22544A-7EE6-4342-B048-85BDC9FD1C3A}</a:tableStyleId>
              </a:tblPr>
              <a:tblGrid>
                <a:gridCol w="4480869">
                  <a:extLst>
                    <a:ext uri="{9D8B030D-6E8A-4147-A177-3AD203B41FA5}">
                      <a16:colId xmlns:a16="http://schemas.microsoft.com/office/drawing/2014/main" val="3299867068"/>
                    </a:ext>
                  </a:extLst>
                </a:gridCol>
                <a:gridCol w="4480869">
                  <a:extLst>
                    <a:ext uri="{9D8B030D-6E8A-4147-A177-3AD203B41FA5}">
                      <a16:colId xmlns:a16="http://schemas.microsoft.com/office/drawing/2014/main" val="938986235"/>
                    </a:ext>
                  </a:extLst>
                </a:gridCol>
              </a:tblGrid>
              <a:tr h="247408">
                <a:tc>
                  <a:txBody>
                    <a:bodyPr/>
                    <a:lstStyle/>
                    <a:p>
                      <a:pPr marL="0" algn="l" defTabSz="914400" rtl="0" eaLnBrk="1" latinLnBrk="0" hangingPunct="1">
                        <a:lnSpc>
                          <a:spcPct val="100000"/>
                        </a:lnSpc>
                        <a:spcBef>
                          <a:spcPts val="0"/>
                        </a:spcBef>
                        <a:spcAft>
                          <a:spcPts val="0"/>
                        </a:spcAft>
                      </a:pPr>
                      <a:r>
                        <a:rPr lang="en-US" sz="1600" b="1" kern="1200" noProof="0">
                          <a:solidFill>
                            <a:srgbClr val="FFFF00"/>
                          </a:solidFill>
                          <a:latin typeface="+mn-lt"/>
                          <a:ea typeface="+mn-ea"/>
                          <a:cs typeface="+mn-cs"/>
                        </a:rPr>
                        <a:t>Data type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0"/>
                        </a:spcAft>
                      </a:pPr>
                      <a:r>
                        <a:rPr lang="en-US" sz="1600" b="1" kern="1200" noProof="0">
                          <a:solidFill>
                            <a:srgbClr val="FFFF00"/>
                          </a:solidFill>
                          <a:latin typeface="+mn-lt"/>
                          <a:ea typeface="+mn-ea"/>
                          <a:cs typeface="+mn-cs"/>
                        </a:rPr>
                        <a:t>EDA technique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5789296"/>
                  </a:ext>
                </a:extLst>
              </a:tr>
              <a:tr h="304064">
                <a:tc>
                  <a:txBody>
                    <a:bodyPr/>
                    <a:lstStyle/>
                    <a:p>
                      <a:pPr fontAlgn="t">
                        <a:lnSpc>
                          <a:spcPts val="1500"/>
                        </a:lnSpc>
                        <a:buNone/>
                      </a:pPr>
                      <a:r>
                        <a:rPr lang="en-US" sz="1600" kern="1200" noProof="0">
                          <a:solidFill>
                            <a:schemeClr val="bg1"/>
                          </a:solidFill>
                          <a:latin typeface="+mn-lt"/>
                          <a:ea typeface="+mn-ea"/>
                          <a:cs typeface="+mn-cs"/>
                        </a:rPr>
                        <a:t>Categorical</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1600" kern="1200" noProof="0">
                          <a:solidFill>
                            <a:schemeClr val="bg1"/>
                          </a:solidFill>
                          <a:latin typeface="+mn-lt"/>
                          <a:ea typeface="+mn-ea"/>
                          <a:cs typeface="+mn-cs"/>
                        </a:rPr>
                        <a:t>Descriptive statistics, bar charts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092039"/>
                  </a:ext>
                </a:extLst>
              </a:tr>
              <a:tr h="304064">
                <a:tc>
                  <a:txBody>
                    <a:bodyPr/>
                    <a:lstStyle/>
                    <a:p>
                      <a:pPr fontAlgn="t">
                        <a:lnSpc>
                          <a:spcPts val="1500"/>
                        </a:lnSpc>
                        <a:buNone/>
                      </a:pPr>
                      <a:r>
                        <a:rPr lang="en-US" sz="1600" kern="1200" noProof="0">
                          <a:solidFill>
                            <a:schemeClr val="bg1"/>
                          </a:solidFill>
                          <a:latin typeface="+mn-lt"/>
                          <a:ea typeface="+mn-ea"/>
                          <a:cs typeface="+mn-cs"/>
                        </a:rPr>
                        <a:t>Univariate continuous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1600" kern="1200" noProof="0">
                          <a:solidFill>
                            <a:schemeClr val="bg1"/>
                          </a:solidFill>
                          <a:latin typeface="+mn-lt"/>
                          <a:ea typeface="+mn-ea"/>
                          <a:cs typeface="+mn-cs"/>
                        </a:rPr>
                        <a:t>Histogram, line graph</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444346"/>
                  </a:ext>
                </a:extLst>
              </a:tr>
              <a:tr h="304064">
                <a:tc>
                  <a:txBody>
                    <a:bodyPr/>
                    <a:lstStyle/>
                    <a:p>
                      <a:pPr fontAlgn="t">
                        <a:lnSpc>
                          <a:spcPts val="1500"/>
                        </a:lnSpc>
                        <a:buNone/>
                      </a:pPr>
                      <a:r>
                        <a:rPr lang="en-US" sz="1600" kern="1200" noProof="0">
                          <a:solidFill>
                            <a:schemeClr val="bg1"/>
                          </a:solidFill>
                          <a:latin typeface="+mn-lt"/>
                          <a:ea typeface="+mn-ea"/>
                          <a:cs typeface="+mn-cs"/>
                        </a:rPr>
                        <a:t>Bivariate continuous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1600" kern="1200" noProof="0">
                          <a:solidFill>
                            <a:schemeClr val="bg1"/>
                          </a:solidFill>
                          <a:latin typeface="+mn-lt"/>
                          <a:ea typeface="+mn-ea"/>
                          <a:cs typeface="+mn-cs"/>
                        </a:rPr>
                        <a:t>2D scatter plot</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389199"/>
                  </a:ext>
                </a:extLst>
              </a:tr>
              <a:tr h="304064">
                <a:tc>
                  <a:txBody>
                    <a:bodyPr/>
                    <a:lstStyle/>
                    <a:p>
                      <a:pPr fontAlgn="t">
                        <a:lnSpc>
                          <a:spcPts val="1500"/>
                        </a:lnSpc>
                        <a:buNone/>
                      </a:pPr>
                      <a:r>
                        <a:rPr lang="en-US" sz="1600" kern="1200" noProof="0">
                          <a:solidFill>
                            <a:schemeClr val="bg1"/>
                          </a:solidFill>
                          <a:latin typeface="+mn-lt"/>
                          <a:ea typeface="+mn-ea"/>
                          <a:cs typeface="+mn-cs"/>
                        </a:rPr>
                        <a:t>2‑D matrices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1600" kern="1200" noProof="0">
                          <a:solidFill>
                            <a:schemeClr val="bg1"/>
                          </a:solidFill>
                          <a:latin typeface="+mn-lt"/>
                          <a:ea typeface="+mn-ea"/>
                          <a:cs typeface="+mn-cs"/>
                        </a:rPr>
                        <a:t>Heatmaps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37611"/>
                  </a:ext>
                </a:extLst>
              </a:tr>
              <a:tr h="304064">
                <a:tc>
                  <a:txBody>
                    <a:bodyPr/>
                    <a:lstStyle/>
                    <a:p>
                      <a:pPr fontAlgn="t">
                        <a:lnSpc>
                          <a:spcPts val="1500"/>
                        </a:lnSpc>
                        <a:buNone/>
                      </a:pPr>
                      <a:r>
                        <a:rPr lang="en-US" sz="1600" kern="1200" noProof="0">
                          <a:solidFill>
                            <a:schemeClr val="bg1"/>
                          </a:solidFill>
                          <a:latin typeface="+mn-lt"/>
                          <a:ea typeface="+mn-ea"/>
                          <a:cs typeface="+mn-cs"/>
                        </a:rPr>
                        <a:t>Multivariate – </a:t>
                      </a:r>
                      <a:r>
                        <a:rPr lang="en-US" sz="1600" kern="1200" noProof="0" err="1">
                          <a:solidFill>
                            <a:schemeClr val="bg1"/>
                          </a:solidFill>
                          <a:latin typeface="+mn-lt"/>
                          <a:ea typeface="+mn-ea"/>
                          <a:cs typeface="+mn-cs"/>
                        </a:rPr>
                        <a:t>trivariate</a:t>
                      </a:r>
                      <a:endParaRPr lang="en-US" sz="1600" kern="1200" noProof="0">
                        <a:solidFill>
                          <a:schemeClr val="bg1"/>
                        </a:solidFill>
                        <a:latin typeface="+mn-lt"/>
                        <a:ea typeface="+mn-ea"/>
                        <a:cs typeface="+mn-cs"/>
                      </a:endParaRP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1600" kern="1200" noProof="0">
                          <a:solidFill>
                            <a:schemeClr val="bg1"/>
                          </a:solidFill>
                          <a:latin typeface="+mn-lt"/>
                          <a:ea typeface="+mn-ea"/>
                          <a:cs typeface="+mn-cs"/>
                        </a:rPr>
                        <a:t>3D scatter plot; 2D scatter plot with categorical variables; segmented scatter plots by category; boxplots by groups</a:t>
                      </a:r>
                    </a:p>
                  </a:txBody>
                  <a:tcP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21629"/>
                  </a:ext>
                </a:extLst>
              </a:tr>
            </a:tbl>
          </a:graphicData>
        </a:graphic>
      </p:graphicFrame>
      <p:sp>
        <p:nvSpPr>
          <p:cNvPr id="13" name="Título 1">
            <a:extLst>
              <a:ext uri="{FF2B5EF4-FFF2-40B4-BE49-F238E27FC236}">
                <a16:creationId xmlns:a16="http://schemas.microsoft.com/office/drawing/2014/main" id="{D1081709-E1DC-8D2B-2900-8456407CE3AE}"/>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a:t>
            </a:r>
            <a:r>
              <a:rPr kumimoji="0" lang="en-US" sz="3200" b="1" i="0" u="none" strike="noStrike" kern="1200" cap="none" spc="0" normalizeH="0" baseline="0" noProof="0">
                <a:ln>
                  <a:noFill/>
                </a:ln>
                <a:solidFill>
                  <a:schemeClr val="bg1"/>
                </a:solidFill>
                <a:effectLst/>
                <a:highlight>
                  <a:srgbClr val="FFC000"/>
                </a:highlight>
                <a:uLnTx/>
                <a:uFillTx/>
                <a:latin typeface="Aptos SemiBold" panose="020F0502020204030204" pitchFamily="34" charset="0"/>
                <a:ea typeface="+mj-ea"/>
                <a:cs typeface="+mj-cs"/>
              </a:rPr>
              <a:t> </a:t>
            </a:r>
            <a:r>
              <a:rPr kumimoji="0" lang="en-US"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EDA Techniques</a:t>
            </a:r>
          </a:p>
        </p:txBody>
      </p:sp>
    </p:spTree>
    <p:extLst>
      <p:ext uri="{BB962C8B-B14F-4D97-AF65-F5344CB8AC3E}">
        <p14:creationId xmlns:p14="http://schemas.microsoft.com/office/powerpoint/2010/main" val="37640786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F6D1-ADDA-2136-A04D-1F214C9CD4E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3E25881-4446-7F34-9465-014399599C5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50AF91E2-9C07-E1DA-E833-56903CB6C53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A31AF7DF-C4A1-3358-589A-158BF4041F9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37" name="Group 36">
            <a:extLst>
              <a:ext uri="{FF2B5EF4-FFF2-40B4-BE49-F238E27FC236}">
                <a16:creationId xmlns:a16="http://schemas.microsoft.com/office/drawing/2014/main" id="{8FA795D3-5983-AA59-DE9F-DB234834C790}"/>
              </a:ext>
            </a:extLst>
          </p:cNvPr>
          <p:cNvGrpSpPr/>
          <p:nvPr/>
        </p:nvGrpSpPr>
        <p:grpSpPr>
          <a:xfrm>
            <a:off x="891590" y="1558546"/>
            <a:ext cx="2701908" cy="646331"/>
            <a:chOff x="1217679" y="3449509"/>
            <a:chExt cx="2701908" cy="646331"/>
          </a:xfrm>
        </p:grpSpPr>
        <p:sp>
          <p:nvSpPr>
            <p:cNvPr id="38" name="TextBox 37">
              <a:extLst>
                <a:ext uri="{FF2B5EF4-FFF2-40B4-BE49-F238E27FC236}">
                  <a16:creationId xmlns:a16="http://schemas.microsoft.com/office/drawing/2014/main" id="{57B9C7F8-6B33-7D0B-11EC-AF5B8B3E819B}"/>
                </a:ext>
              </a:extLst>
            </p:cNvPr>
            <p:cNvSpPr txBox="1"/>
            <p:nvPr/>
          </p:nvSpPr>
          <p:spPr>
            <a:xfrm>
              <a:off x="1771873" y="3518854"/>
              <a:ext cx="2147714" cy="507639"/>
            </a:xfrm>
            <a:prstGeom prst="rect">
              <a:avLst/>
            </a:prstGeom>
            <a:noFill/>
          </p:spPr>
          <p:txBody>
            <a:bodyPr wrap="square">
              <a:spAutoFit/>
            </a:bodyPr>
            <a:lstStyle/>
            <a:p>
              <a:pPr>
                <a:lnSpc>
                  <a:spcPts val="1600"/>
                </a:lnSpc>
              </a:pPr>
              <a:r>
                <a:rPr lang="en-US" sz="1600" b="1" noProof="0"/>
                <a:t>Categorical </a:t>
              </a:r>
              <a:br>
                <a:rPr lang="en-US" sz="1600" b="1" noProof="0"/>
              </a:br>
              <a:r>
                <a:rPr lang="en-US" sz="1600" b="1" noProof="0"/>
                <a:t>variables and counts</a:t>
              </a:r>
              <a:endParaRPr lang="en-US" sz="1600" noProof="0">
                <a:solidFill>
                  <a:schemeClr val="accent5"/>
                </a:solidFill>
                <a:latin typeface="Corbel" panose="020B0503020204020204" pitchFamily="34" charset="0"/>
              </a:endParaRPr>
            </a:p>
          </p:txBody>
        </p:sp>
        <p:sp>
          <p:nvSpPr>
            <p:cNvPr id="39" name="TextBox 38">
              <a:extLst>
                <a:ext uri="{FF2B5EF4-FFF2-40B4-BE49-F238E27FC236}">
                  <a16:creationId xmlns:a16="http://schemas.microsoft.com/office/drawing/2014/main" id="{30D1938F-E596-3E50-F220-22FFF06D8CC4}"/>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1.</a:t>
              </a:r>
              <a:endParaRPr lang="en-US" sz="3600" b="1" noProof="0">
                <a:solidFill>
                  <a:srgbClr val="FF0000"/>
                </a:solidFill>
                <a:latin typeface="Aptos Black" panose="020B0004020202020204" pitchFamily="34" charset="0"/>
              </a:endParaRPr>
            </a:p>
          </p:txBody>
        </p:sp>
      </p:grpSp>
      <p:sp>
        <p:nvSpPr>
          <p:cNvPr id="40" name="Rectangle 1">
            <a:extLst>
              <a:ext uri="{FF2B5EF4-FFF2-40B4-BE49-F238E27FC236}">
                <a16:creationId xmlns:a16="http://schemas.microsoft.com/office/drawing/2014/main" id="{85C040F3-01F3-5D62-C178-3E691674BBB4}"/>
              </a:ext>
            </a:extLst>
          </p:cNvPr>
          <p:cNvSpPr>
            <a:spLocks noChangeArrowheads="1"/>
          </p:cNvSpPr>
          <p:nvPr/>
        </p:nvSpPr>
        <p:spPr bwMode="auto">
          <a:xfrm>
            <a:off x="1811496" y="2274223"/>
            <a:ext cx="4733925" cy="919400"/>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marL="285750" lvl="1" eaLnBrk="0" fontAlgn="base" hangingPunct="0">
              <a:spcAft>
                <a:spcPct val="0"/>
              </a:spcAft>
            </a:pPr>
            <a:endParaRPr lang="en-US" sz="900" noProof="0">
              <a:latin typeface="Cascadia Code ExtraLight" panose="020B0609020000020004" pitchFamily="49" charset="0"/>
              <a:cs typeface="Cascadia Code ExtraLight" panose="020B0609020000020004" pitchFamily="49" charset="0"/>
            </a:endParaRP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cyl_table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table(</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mtcars$cyl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print(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cyl_table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marL="285750" lvl="1" eaLnBrk="0" fontAlgn="base" hangingPunct="0">
              <a:spcAft>
                <a:spcPct val="0"/>
              </a:spcAft>
            </a:pPr>
            <a:endParaRPr lang="en-US" sz="900" noProof="0">
              <a:latin typeface="Cascadia Code ExtraLight" panose="020B0609020000020004" pitchFamily="49" charset="0"/>
              <a:cs typeface="Cascadia Code ExtraLight" panose="020B0609020000020004" pitchFamily="49" charset="0"/>
            </a:endParaRPr>
          </a:p>
        </p:txBody>
      </p:sp>
      <p:pic>
        <p:nvPicPr>
          <p:cNvPr id="51" name="Picture 50">
            <a:extLst>
              <a:ext uri="{FF2B5EF4-FFF2-40B4-BE49-F238E27FC236}">
                <a16:creationId xmlns:a16="http://schemas.microsoft.com/office/drawing/2014/main" id="{4DF35968-402E-ADCF-69FB-2DF9B08E928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971309" y="2235919"/>
            <a:ext cx="4329110" cy="2738184"/>
          </a:xfrm>
          <a:prstGeom prst="rect">
            <a:avLst/>
          </a:prstGeom>
        </p:spPr>
      </p:pic>
      <p:sp>
        <p:nvSpPr>
          <p:cNvPr id="2" name="Título 1">
            <a:extLst>
              <a:ext uri="{FF2B5EF4-FFF2-40B4-BE49-F238E27FC236}">
                <a16:creationId xmlns:a16="http://schemas.microsoft.com/office/drawing/2014/main" id="{352BC78C-C01D-B290-4330-8CAA10935E8E}"/>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6" name="Rectangle 1">
            <a:extLst>
              <a:ext uri="{FF2B5EF4-FFF2-40B4-BE49-F238E27FC236}">
                <a16:creationId xmlns:a16="http://schemas.microsoft.com/office/drawing/2014/main" id="{3EA24920-4A57-4F70-1C38-9F2CB5C04B20}"/>
              </a:ext>
            </a:extLst>
          </p:cNvPr>
          <p:cNvSpPr>
            <a:spLocks noChangeArrowheads="1"/>
          </p:cNvSpPr>
          <p:nvPr/>
        </p:nvSpPr>
        <p:spPr bwMode="auto">
          <a:xfrm>
            <a:off x="1445784" y="2274222"/>
            <a:ext cx="632413" cy="919401"/>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Freq </a:t>
            </a:r>
            <a:b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br>
            <a: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tables</a:t>
            </a:r>
          </a:p>
        </p:txBody>
      </p:sp>
      <p:sp>
        <p:nvSpPr>
          <p:cNvPr id="7" name="Rectangle 1">
            <a:extLst>
              <a:ext uri="{FF2B5EF4-FFF2-40B4-BE49-F238E27FC236}">
                <a16:creationId xmlns:a16="http://schemas.microsoft.com/office/drawing/2014/main" id="{B024FD73-68AE-31E6-2051-3DB28B07C69C}"/>
              </a:ext>
            </a:extLst>
          </p:cNvPr>
          <p:cNvSpPr>
            <a:spLocks noChangeArrowheads="1"/>
          </p:cNvSpPr>
          <p:nvPr/>
        </p:nvSpPr>
        <p:spPr bwMode="auto">
          <a:xfrm>
            <a:off x="1811496" y="3361628"/>
            <a:ext cx="4733925" cy="1416600"/>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marL="228600" lvl="1" eaLnBrk="0" fontAlgn="base" hangingPunct="0">
              <a:spcBef>
                <a:spcPts val="600"/>
              </a:spcBef>
              <a:spcAft>
                <a:spcPct val="0"/>
              </a:spcAft>
              <a:defRPr/>
            </a:pPr>
            <a:endParaRPr lang="en-US" sz="900" noProof="0">
              <a:solidFill>
                <a:schemeClr val="bg1">
                  <a:lumMod val="85000"/>
                </a:schemeClr>
              </a:solidFill>
              <a:latin typeface="Cascadia Code ExtraLight" panose="020B0609020000020004" pitchFamily="49" charset="0"/>
              <a:cs typeface="Cascadia Code ExtraLight" panose="020B0609020000020004" pitchFamily="49" charset="0"/>
            </a:endParaRP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cyl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fill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cyl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geom_bar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(color = "black") +  </a:t>
            </a: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scale_fill_viridis_d</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labs(x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Cilindros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Cantidad</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Distribución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Carros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Cilindros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marL="228600" lvl="1" eaLnBrk="0" fontAlgn="base" hangingPunct="0">
              <a:spcBef>
                <a:spcPts val="600"/>
              </a:spcBef>
              <a:spcAft>
                <a:spcPct val="0"/>
              </a:spcAft>
              <a:defRPr/>
            </a:pPr>
            <a:endParaRPr lang="en-US" sz="900" noProof="0">
              <a:solidFill>
                <a:schemeClr val="bg1">
                  <a:lumMod val="85000"/>
                </a:schemeClr>
              </a:solidFill>
              <a:latin typeface="Cascadia Code ExtraLight" panose="020B0609020000020004" pitchFamily="49" charset="0"/>
              <a:cs typeface="Cascadia Code ExtraLight" panose="020B0609020000020004" pitchFamily="49" charset="0"/>
            </a:endParaRPr>
          </a:p>
        </p:txBody>
      </p:sp>
      <p:sp>
        <p:nvSpPr>
          <p:cNvPr id="8" name="Rectangle 1">
            <a:extLst>
              <a:ext uri="{FF2B5EF4-FFF2-40B4-BE49-F238E27FC236}">
                <a16:creationId xmlns:a16="http://schemas.microsoft.com/office/drawing/2014/main" id="{610E7F75-B70C-BC8C-F651-D9233A8D5ED2}"/>
              </a:ext>
            </a:extLst>
          </p:cNvPr>
          <p:cNvSpPr>
            <a:spLocks noChangeArrowheads="1"/>
          </p:cNvSpPr>
          <p:nvPr/>
        </p:nvSpPr>
        <p:spPr bwMode="auto">
          <a:xfrm>
            <a:off x="1445784" y="3361627"/>
            <a:ext cx="632413" cy="1416600"/>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Bar </a:t>
            </a:r>
            <a:b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br>
            <a: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plots</a:t>
            </a:r>
          </a:p>
        </p:txBody>
      </p:sp>
      <p:sp>
        <p:nvSpPr>
          <p:cNvPr id="12" name="Footer Placeholder 4">
            <a:extLst>
              <a:ext uri="{FF2B5EF4-FFF2-40B4-BE49-F238E27FC236}">
                <a16:creationId xmlns:a16="http://schemas.microsoft.com/office/drawing/2014/main" id="{43ECB293-BEAB-88E9-F3A5-1F916BFBE06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185445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8C37-AC94-33EB-7A64-DE0FA236554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4C1DA29-0937-471E-F064-F8D68F83E68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70E22987-495A-95CE-98E7-F97DF8623C05}"/>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727E8A60-3F44-CF3D-7C39-C752222A5691}"/>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37" name="Group 36">
            <a:extLst>
              <a:ext uri="{FF2B5EF4-FFF2-40B4-BE49-F238E27FC236}">
                <a16:creationId xmlns:a16="http://schemas.microsoft.com/office/drawing/2014/main" id="{CCC9F9B2-6C02-FE01-B246-E6C7D20194B6}"/>
              </a:ext>
            </a:extLst>
          </p:cNvPr>
          <p:cNvGrpSpPr/>
          <p:nvPr/>
        </p:nvGrpSpPr>
        <p:grpSpPr>
          <a:xfrm>
            <a:off x="891590" y="1548296"/>
            <a:ext cx="2701908" cy="646331"/>
            <a:chOff x="1217679" y="3449509"/>
            <a:chExt cx="2701908" cy="646331"/>
          </a:xfrm>
        </p:grpSpPr>
        <p:sp>
          <p:nvSpPr>
            <p:cNvPr id="38" name="TextBox 37">
              <a:extLst>
                <a:ext uri="{FF2B5EF4-FFF2-40B4-BE49-F238E27FC236}">
                  <a16:creationId xmlns:a16="http://schemas.microsoft.com/office/drawing/2014/main" id="{4B26BF83-40F1-6AB8-84D8-DBDED42340D0}"/>
                </a:ext>
              </a:extLst>
            </p:cNvPr>
            <p:cNvSpPr txBox="1"/>
            <p:nvPr/>
          </p:nvSpPr>
          <p:spPr>
            <a:xfrm>
              <a:off x="1771873" y="3518854"/>
              <a:ext cx="2147714" cy="507639"/>
            </a:xfrm>
            <a:prstGeom prst="rect">
              <a:avLst/>
            </a:prstGeom>
            <a:noFill/>
          </p:spPr>
          <p:txBody>
            <a:bodyPr wrap="square">
              <a:spAutoFit/>
            </a:bodyPr>
            <a:lstStyle/>
            <a:p>
              <a:pPr>
                <a:lnSpc>
                  <a:spcPts val="1600"/>
                </a:lnSpc>
              </a:pPr>
              <a:r>
                <a:rPr lang="en-US" sz="1600" b="1" noProof="0"/>
                <a:t>Continuous univariate</a:t>
              </a:r>
              <a:endParaRPr lang="en-US" sz="1600" noProof="0">
                <a:solidFill>
                  <a:schemeClr val="accent5"/>
                </a:solidFill>
                <a:latin typeface="Corbel" panose="020B0503020204020204" pitchFamily="34" charset="0"/>
              </a:endParaRPr>
            </a:p>
          </p:txBody>
        </p:sp>
        <p:sp>
          <p:nvSpPr>
            <p:cNvPr id="39" name="TextBox 38">
              <a:extLst>
                <a:ext uri="{FF2B5EF4-FFF2-40B4-BE49-F238E27FC236}">
                  <a16:creationId xmlns:a16="http://schemas.microsoft.com/office/drawing/2014/main" id="{A53C1A10-91FD-0CCC-0888-51D5928475A0}"/>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2.</a:t>
              </a:r>
              <a:endParaRPr lang="en-US" sz="3600" b="1" noProof="0">
                <a:solidFill>
                  <a:srgbClr val="FF0000"/>
                </a:solidFill>
                <a:latin typeface="Aptos Black" panose="020B0004020202020204" pitchFamily="34" charset="0"/>
              </a:endParaRPr>
            </a:p>
          </p:txBody>
        </p:sp>
      </p:grpSp>
      <p:sp>
        <p:nvSpPr>
          <p:cNvPr id="40" name="Rectangle 1">
            <a:extLst>
              <a:ext uri="{FF2B5EF4-FFF2-40B4-BE49-F238E27FC236}">
                <a16:creationId xmlns:a16="http://schemas.microsoft.com/office/drawing/2014/main" id="{06EEBCC9-31FD-E2F6-A7AF-8CF272DB294C}"/>
              </a:ext>
            </a:extLst>
          </p:cNvPr>
          <p:cNvSpPr>
            <a:spLocks noChangeArrowheads="1"/>
          </p:cNvSpPr>
          <p:nvPr/>
        </p:nvSpPr>
        <p:spPr bwMode="auto">
          <a:xfrm>
            <a:off x="1724026" y="2263972"/>
            <a:ext cx="4821396" cy="1416599"/>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mpg))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geom_histogram</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binwidth</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2,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(fill = ..count..), color = "black")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scale_fill_viridis_c</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labs(x = "Millas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Galón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(mpg)",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Frecuencia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Histograma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MPG")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p:txBody>
      </p:sp>
      <p:sp>
        <p:nvSpPr>
          <p:cNvPr id="6" name="Rectangle 1">
            <a:extLst>
              <a:ext uri="{FF2B5EF4-FFF2-40B4-BE49-F238E27FC236}">
                <a16:creationId xmlns:a16="http://schemas.microsoft.com/office/drawing/2014/main" id="{1CEEBE8B-7E51-648E-5775-0723209791FB}"/>
              </a:ext>
            </a:extLst>
          </p:cNvPr>
          <p:cNvSpPr>
            <a:spLocks noChangeArrowheads="1"/>
          </p:cNvSpPr>
          <p:nvPr/>
        </p:nvSpPr>
        <p:spPr bwMode="auto">
          <a:xfrm>
            <a:off x="1445784" y="2263972"/>
            <a:ext cx="632413" cy="1416601"/>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kumimoji="0" lang="en-US" sz="12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Histogram</a:t>
            </a:r>
            <a:endPar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endParaRPr>
          </a:p>
        </p:txBody>
      </p:sp>
      <p:sp>
        <p:nvSpPr>
          <p:cNvPr id="7" name="Rectangle 1">
            <a:extLst>
              <a:ext uri="{FF2B5EF4-FFF2-40B4-BE49-F238E27FC236}">
                <a16:creationId xmlns:a16="http://schemas.microsoft.com/office/drawing/2014/main" id="{2D01A0A7-B1C9-0D09-5CF8-9F37012768C5}"/>
              </a:ext>
            </a:extLst>
          </p:cNvPr>
          <p:cNvSpPr>
            <a:spLocks noChangeArrowheads="1"/>
          </p:cNvSpPr>
          <p:nvPr/>
        </p:nvSpPr>
        <p:spPr bwMode="auto">
          <a:xfrm>
            <a:off x="1724026" y="3891896"/>
            <a:ext cx="4821396" cy="1416600"/>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Bef>
                <a:spcPts val="600"/>
              </a:spcBef>
              <a:spcAft>
                <a:spcPct val="0"/>
              </a:spcAft>
              <a:defRPr/>
            </a:pPr>
            <a:endParaRPr lang="en-US" sz="900" noProof="0">
              <a:solidFill>
                <a:schemeClr val="bg1">
                  <a:lumMod val="50000"/>
                </a:schemeClr>
              </a:solidFill>
              <a:latin typeface="Cascadia Code ExtraLight" panose="020B0609020000020004" pitchFamily="49" charset="0"/>
              <a:cs typeface="Cascadia Code ExtraLight" panose="020B0609020000020004" pitchFamily="49" charset="0"/>
            </a:endParaRP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%&gt;% mutate(index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row_number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endParaRPr lang="en-US" sz="900" noProof="0">
              <a:solidFill>
                <a:schemeClr val="bg1">
                  <a:lumMod val="50000"/>
                </a:schemeClr>
              </a:solidFill>
              <a:latin typeface="Cascadia Code ExtraLight" panose="020B0609020000020004" pitchFamily="49" charset="0"/>
              <a:cs typeface="Cascadia Code ExtraLight" panose="020B0609020000020004" pitchFamily="49" charset="0"/>
            </a:endParaRP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Gráfico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líneas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del MPG a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través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del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índice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carros</a:t>
            </a:r>
            <a:endParaRPr lang="en-US" sz="900" noProof="0">
              <a:solidFill>
                <a:schemeClr val="bg1">
                  <a:lumMod val="50000"/>
                </a:schemeClr>
              </a:solidFill>
              <a:latin typeface="Cascadia Code ExtraLight" panose="020B0609020000020004" pitchFamily="49" charset="0"/>
              <a:cs typeface="Cascadia Code ExtraLight" panose="020B0609020000020004" pitchFamily="49" charset="0"/>
            </a:endParaRP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index, y = mpg)) +  </a:t>
            </a: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geom_line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(color = "purple") +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labs(	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Índice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Carros",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"MPG",      </a:t>
            </a:r>
          </a:p>
          <a:p>
            <a:pPr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Gráfico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Líneas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del MPG Vs Carros") +  </a:t>
            </a:r>
          </a:p>
          <a:p>
            <a:pPr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br>
              <a:rPr lang="en-US" sz="900" noProof="0">
                <a:solidFill>
                  <a:schemeClr val="bg1">
                    <a:lumMod val="85000"/>
                  </a:schemeClr>
                </a:solidFill>
                <a:latin typeface="Cascadia Code ExtraLight" panose="020B0609020000020004" pitchFamily="49" charset="0"/>
                <a:cs typeface="Cascadia Code ExtraLight" panose="020B0609020000020004" pitchFamily="49" charset="0"/>
              </a:rPr>
            </a:br>
            <a:endParaRPr lang="en-US" sz="900" noProof="0">
              <a:solidFill>
                <a:schemeClr val="bg1">
                  <a:lumMod val="85000"/>
                </a:schemeClr>
              </a:solidFill>
              <a:latin typeface="Cascadia Code ExtraLight" panose="020B0609020000020004" pitchFamily="49" charset="0"/>
              <a:cs typeface="Cascadia Code ExtraLight" panose="020B0609020000020004" pitchFamily="49" charset="0"/>
            </a:endParaRPr>
          </a:p>
        </p:txBody>
      </p:sp>
      <p:sp>
        <p:nvSpPr>
          <p:cNvPr id="8" name="Rectangle 1">
            <a:extLst>
              <a:ext uri="{FF2B5EF4-FFF2-40B4-BE49-F238E27FC236}">
                <a16:creationId xmlns:a16="http://schemas.microsoft.com/office/drawing/2014/main" id="{E58B6FEE-52C0-2249-AE10-82F2C70D41DA}"/>
              </a:ext>
            </a:extLst>
          </p:cNvPr>
          <p:cNvSpPr>
            <a:spLocks noChangeArrowheads="1"/>
          </p:cNvSpPr>
          <p:nvPr/>
        </p:nvSpPr>
        <p:spPr bwMode="auto">
          <a:xfrm>
            <a:off x="1445784" y="3891895"/>
            <a:ext cx="632413" cy="1416600"/>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Line</a:t>
            </a:r>
            <a:b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br>
            <a: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 plots</a:t>
            </a:r>
          </a:p>
        </p:txBody>
      </p:sp>
      <p:sp>
        <p:nvSpPr>
          <p:cNvPr id="12" name="Footer Placeholder 4">
            <a:extLst>
              <a:ext uri="{FF2B5EF4-FFF2-40B4-BE49-F238E27FC236}">
                <a16:creationId xmlns:a16="http://schemas.microsoft.com/office/drawing/2014/main" id="{E80F2226-58D3-EB1D-7EF7-7D18802A4560}"/>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pic>
        <p:nvPicPr>
          <p:cNvPr id="9" name="Picture 8">
            <a:extLst>
              <a:ext uri="{FF2B5EF4-FFF2-40B4-BE49-F238E27FC236}">
                <a16:creationId xmlns:a16="http://schemas.microsoft.com/office/drawing/2014/main" id="{68C96CE3-1052-6A5C-F1AF-3E94DA4EAAE0}"/>
              </a:ext>
            </a:extLst>
          </p:cNvPr>
          <p:cNvPicPr>
            <a:picLocks noChangeAspect="1"/>
          </p:cNvPicPr>
          <p:nvPr/>
        </p:nvPicPr>
        <p:blipFill>
          <a:blip r:embed="rId3"/>
          <a:stretch>
            <a:fillRect/>
          </a:stretch>
        </p:blipFill>
        <p:spPr>
          <a:xfrm>
            <a:off x="6911133" y="2790100"/>
            <a:ext cx="4348456" cy="2518395"/>
          </a:xfrm>
          <a:prstGeom prst="rect">
            <a:avLst/>
          </a:prstGeom>
        </p:spPr>
      </p:pic>
      <p:sp>
        <p:nvSpPr>
          <p:cNvPr id="11" name="Título 1">
            <a:extLst>
              <a:ext uri="{FF2B5EF4-FFF2-40B4-BE49-F238E27FC236}">
                <a16:creationId xmlns:a16="http://schemas.microsoft.com/office/drawing/2014/main" id="{FEECABBC-DA7E-89C2-BF2E-4590BEA81145}"/>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Tree>
    <p:extLst>
      <p:ext uri="{BB962C8B-B14F-4D97-AF65-F5344CB8AC3E}">
        <p14:creationId xmlns:p14="http://schemas.microsoft.com/office/powerpoint/2010/main" val="162871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F786-ABE8-8933-C1A2-F4967A90C85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F93FDE-3CFD-9F1E-2697-0C62C5FD72A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6AB44432-E38D-DAF0-AC5E-8A2386F4B6B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8FD9147A-C504-529C-AC1D-223CD8D4892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37" name="Group 36">
            <a:extLst>
              <a:ext uri="{FF2B5EF4-FFF2-40B4-BE49-F238E27FC236}">
                <a16:creationId xmlns:a16="http://schemas.microsoft.com/office/drawing/2014/main" id="{12141206-FC97-3CE5-905B-492C92303508}"/>
              </a:ext>
            </a:extLst>
          </p:cNvPr>
          <p:cNvGrpSpPr/>
          <p:nvPr/>
        </p:nvGrpSpPr>
        <p:grpSpPr>
          <a:xfrm>
            <a:off x="891115" y="1552486"/>
            <a:ext cx="2413584" cy="646331"/>
            <a:chOff x="1217679" y="3449509"/>
            <a:chExt cx="2413584" cy="646331"/>
          </a:xfrm>
        </p:grpSpPr>
        <p:sp>
          <p:nvSpPr>
            <p:cNvPr id="38" name="TextBox 37">
              <a:extLst>
                <a:ext uri="{FF2B5EF4-FFF2-40B4-BE49-F238E27FC236}">
                  <a16:creationId xmlns:a16="http://schemas.microsoft.com/office/drawing/2014/main" id="{810B7C09-D9B9-7525-2AB1-7E6A085DE926}"/>
                </a:ext>
              </a:extLst>
            </p:cNvPr>
            <p:cNvSpPr txBox="1"/>
            <p:nvPr/>
          </p:nvSpPr>
          <p:spPr>
            <a:xfrm>
              <a:off x="1771873" y="3518854"/>
              <a:ext cx="1859390" cy="507639"/>
            </a:xfrm>
            <a:prstGeom prst="rect">
              <a:avLst/>
            </a:prstGeom>
            <a:noFill/>
          </p:spPr>
          <p:txBody>
            <a:bodyPr wrap="square">
              <a:spAutoFit/>
            </a:bodyPr>
            <a:lstStyle/>
            <a:p>
              <a:pPr>
                <a:lnSpc>
                  <a:spcPts val="1600"/>
                </a:lnSpc>
              </a:pPr>
              <a:r>
                <a:rPr lang="en-US" sz="1600" b="1" noProof="0"/>
                <a:t>Continuous bivariate</a:t>
              </a:r>
              <a:endParaRPr lang="en-US" sz="1600" noProof="0">
                <a:solidFill>
                  <a:schemeClr val="accent5"/>
                </a:solidFill>
                <a:latin typeface="Corbel" panose="020B0503020204020204" pitchFamily="34" charset="0"/>
              </a:endParaRPr>
            </a:p>
          </p:txBody>
        </p:sp>
        <p:sp>
          <p:nvSpPr>
            <p:cNvPr id="39" name="TextBox 38">
              <a:extLst>
                <a:ext uri="{FF2B5EF4-FFF2-40B4-BE49-F238E27FC236}">
                  <a16:creationId xmlns:a16="http://schemas.microsoft.com/office/drawing/2014/main" id="{6FCBFEC9-39B3-962E-B3D7-F65283256BE9}"/>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3.</a:t>
              </a:r>
              <a:endParaRPr lang="en-US" sz="3600" b="1" noProof="0">
                <a:solidFill>
                  <a:srgbClr val="FF0000"/>
                </a:solidFill>
                <a:latin typeface="Aptos Black" panose="020B0004020202020204" pitchFamily="34" charset="0"/>
              </a:endParaRPr>
            </a:p>
          </p:txBody>
        </p:sp>
      </p:grpSp>
      <p:sp>
        <p:nvSpPr>
          <p:cNvPr id="40" name="Rectangle 1">
            <a:extLst>
              <a:ext uri="{FF2B5EF4-FFF2-40B4-BE49-F238E27FC236}">
                <a16:creationId xmlns:a16="http://schemas.microsoft.com/office/drawing/2014/main" id="{E3F20BC8-326F-B297-403D-AD6FA2A5F835}"/>
              </a:ext>
            </a:extLst>
          </p:cNvPr>
          <p:cNvSpPr>
            <a:spLocks noChangeArrowheads="1"/>
          </p:cNvSpPr>
          <p:nvPr/>
        </p:nvSpPr>
        <p:spPr bwMode="auto">
          <a:xfrm>
            <a:off x="1714501" y="2268162"/>
            <a:ext cx="4830446" cy="1416599"/>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hp, y = mpg))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geom_point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(size = 3,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(color = hp))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scale_color_viridis_c</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labs(	x = "Caballos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Fuerza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"Millas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Galón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(mpg)",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Gráfico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Dispersión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MPG vs Caballos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Fuerza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p:txBody>
      </p:sp>
      <p:sp>
        <p:nvSpPr>
          <p:cNvPr id="6" name="Rectangle 1">
            <a:extLst>
              <a:ext uri="{FF2B5EF4-FFF2-40B4-BE49-F238E27FC236}">
                <a16:creationId xmlns:a16="http://schemas.microsoft.com/office/drawing/2014/main" id="{F8BAFD83-4576-0F0D-37FB-1B76E13346E0}"/>
              </a:ext>
            </a:extLst>
          </p:cNvPr>
          <p:cNvSpPr>
            <a:spLocks noChangeArrowheads="1"/>
          </p:cNvSpPr>
          <p:nvPr/>
        </p:nvSpPr>
        <p:spPr bwMode="auto">
          <a:xfrm>
            <a:off x="1445309" y="2268162"/>
            <a:ext cx="632413" cy="1416601"/>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lang="en-US" sz="1200" b="1" noProof="0">
                <a:solidFill>
                  <a:schemeClr val="bg1"/>
                </a:solidFill>
                <a:latin typeface="Aptos SemiBold" panose="020B0004020202020204" pitchFamily="34" charset="0"/>
                <a:cs typeface="Cascadia Code ExtraLight" panose="020B0609020000020004" pitchFamily="49" charset="0"/>
              </a:rPr>
              <a:t>Scatter plot</a:t>
            </a:r>
            <a:endPar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endParaRPr>
          </a:p>
        </p:txBody>
      </p:sp>
      <p:sp>
        <p:nvSpPr>
          <p:cNvPr id="7" name="Rectangle 1">
            <a:extLst>
              <a:ext uri="{FF2B5EF4-FFF2-40B4-BE49-F238E27FC236}">
                <a16:creationId xmlns:a16="http://schemas.microsoft.com/office/drawing/2014/main" id="{52E41A87-8C5A-8E31-8288-09A606D30F7C}"/>
              </a:ext>
            </a:extLst>
          </p:cNvPr>
          <p:cNvSpPr>
            <a:spLocks noChangeArrowheads="1"/>
          </p:cNvSpPr>
          <p:nvPr/>
        </p:nvSpPr>
        <p:spPr bwMode="auto">
          <a:xfrm>
            <a:off x="1714501" y="3896086"/>
            <a:ext cx="4830446" cy="1984304"/>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marL="400050"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Selecciona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variables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continuas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para la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correlación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MPG,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disp</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HP y peso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wt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numeric_vars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%&gt;% select(mpg,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disp</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hp,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wt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corr_matrix</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round(</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numeric_vars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2)</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melted_corr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melt(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corr_matrix</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marL="400050" lvl="1" eaLnBrk="0" fontAlgn="base" hangingPunct="0">
              <a:spcAft>
                <a:spcPct val="0"/>
              </a:spcAft>
              <a:defRPr/>
            </a:pPr>
            <a:endParaRPr lang="en-US" sz="900" noProof="0">
              <a:solidFill>
                <a:schemeClr val="bg1">
                  <a:lumMod val="50000"/>
                </a:schemeClr>
              </a:solidFill>
              <a:latin typeface="Cascadia Code ExtraLight" panose="020B0609020000020004" pitchFamily="49" charset="0"/>
              <a:cs typeface="Cascadia Code ExtraLight" panose="020B0609020000020004" pitchFamily="49" charset="0"/>
            </a:endParaRPr>
          </a:p>
          <a:p>
            <a:pPr marL="400050"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Mapa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calor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usando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la paleta magma</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melted_corr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Var1, y = Var2, fill = value))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geom_tile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(color = "white") +  </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scale_fill_viridis_c</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direction = -1) +  </a:t>
            </a:r>
          </a:p>
          <a:p>
            <a:pPr marL="400050" lvl="1" eaLnBrk="0" fontAlgn="base" hangingPunct="0">
              <a:spcAft>
                <a:spcPct val="0"/>
              </a:spcAft>
              <a:defRPr/>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labs(x = "",        y = "",        title = "Mapa de Calor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Correlación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para Variables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Seleccionadas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p>
          <a:p>
            <a:pPr marL="400050" lvl="1" eaLnBrk="0" fontAlgn="base" hangingPunct="0">
              <a:spcAft>
                <a:spcPct val="0"/>
              </a:spcAft>
              <a:defRPr/>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p:txBody>
      </p:sp>
      <p:sp>
        <p:nvSpPr>
          <p:cNvPr id="8" name="Rectangle 1">
            <a:extLst>
              <a:ext uri="{FF2B5EF4-FFF2-40B4-BE49-F238E27FC236}">
                <a16:creationId xmlns:a16="http://schemas.microsoft.com/office/drawing/2014/main" id="{6003435A-6DFE-D5BC-968B-26720713776A}"/>
              </a:ext>
            </a:extLst>
          </p:cNvPr>
          <p:cNvSpPr>
            <a:spLocks noChangeArrowheads="1"/>
          </p:cNvSpPr>
          <p:nvPr/>
        </p:nvSpPr>
        <p:spPr bwMode="auto">
          <a:xfrm>
            <a:off x="1445309" y="3896085"/>
            <a:ext cx="632413" cy="1984304"/>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Correlation</a:t>
            </a:r>
            <a:b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br>
            <a:r>
              <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rPr>
              <a:t> matrix</a:t>
            </a:r>
          </a:p>
        </p:txBody>
      </p:sp>
      <p:sp>
        <p:nvSpPr>
          <p:cNvPr id="12" name="Footer Placeholder 4">
            <a:extLst>
              <a:ext uri="{FF2B5EF4-FFF2-40B4-BE49-F238E27FC236}">
                <a16:creationId xmlns:a16="http://schemas.microsoft.com/office/drawing/2014/main" id="{BF037018-32BD-86D4-86FD-D1BEC94F225A}"/>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pic>
        <p:nvPicPr>
          <p:cNvPr id="3" name="Picture 2">
            <a:extLst>
              <a:ext uri="{FF2B5EF4-FFF2-40B4-BE49-F238E27FC236}">
                <a16:creationId xmlns:a16="http://schemas.microsoft.com/office/drawing/2014/main" id="{0071678F-B79A-F9E8-7A47-BA3166864E4B}"/>
              </a:ext>
            </a:extLst>
          </p:cNvPr>
          <p:cNvPicPr>
            <a:picLocks noChangeAspect="1"/>
          </p:cNvPicPr>
          <p:nvPr/>
        </p:nvPicPr>
        <p:blipFill>
          <a:blip r:embed="rId3"/>
          <a:stretch>
            <a:fillRect/>
          </a:stretch>
        </p:blipFill>
        <p:spPr>
          <a:xfrm>
            <a:off x="6822013" y="3181231"/>
            <a:ext cx="4660576" cy="2699158"/>
          </a:xfrm>
          <a:prstGeom prst="rect">
            <a:avLst/>
          </a:prstGeom>
        </p:spPr>
      </p:pic>
      <p:sp>
        <p:nvSpPr>
          <p:cNvPr id="11" name="Título 1">
            <a:extLst>
              <a:ext uri="{FF2B5EF4-FFF2-40B4-BE49-F238E27FC236}">
                <a16:creationId xmlns:a16="http://schemas.microsoft.com/office/drawing/2014/main" id="{3E50FCF2-CAF6-F9D1-22F5-FB59656C0424}"/>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Tree>
    <p:extLst>
      <p:ext uri="{BB962C8B-B14F-4D97-AF65-F5344CB8AC3E}">
        <p14:creationId xmlns:p14="http://schemas.microsoft.com/office/powerpoint/2010/main" val="4164722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FA299-1341-803C-724F-2F9E545CB6F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C64A2CA-19FD-A58F-75B0-D8548B0370C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84876147-DA0B-D18C-4DE8-8DE85C4F95D3}"/>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E89291F4-83E9-D9F5-A272-86C407A619E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37" name="Group 36">
            <a:extLst>
              <a:ext uri="{FF2B5EF4-FFF2-40B4-BE49-F238E27FC236}">
                <a16:creationId xmlns:a16="http://schemas.microsoft.com/office/drawing/2014/main" id="{840A5434-50EE-3987-1E3F-8EF8E3A9DACA}"/>
              </a:ext>
            </a:extLst>
          </p:cNvPr>
          <p:cNvGrpSpPr/>
          <p:nvPr/>
        </p:nvGrpSpPr>
        <p:grpSpPr>
          <a:xfrm>
            <a:off x="891115" y="1552486"/>
            <a:ext cx="2413584" cy="646331"/>
            <a:chOff x="1217679" y="3449509"/>
            <a:chExt cx="2413584" cy="646331"/>
          </a:xfrm>
        </p:grpSpPr>
        <p:sp>
          <p:nvSpPr>
            <p:cNvPr id="38" name="TextBox 37">
              <a:extLst>
                <a:ext uri="{FF2B5EF4-FFF2-40B4-BE49-F238E27FC236}">
                  <a16:creationId xmlns:a16="http://schemas.microsoft.com/office/drawing/2014/main" id="{FD9F9591-A748-44DE-1AC3-BF6D464CC973}"/>
                </a:ext>
              </a:extLst>
            </p:cNvPr>
            <p:cNvSpPr txBox="1"/>
            <p:nvPr/>
          </p:nvSpPr>
          <p:spPr>
            <a:xfrm>
              <a:off x="1771873" y="3518854"/>
              <a:ext cx="1859390" cy="507639"/>
            </a:xfrm>
            <a:prstGeom prst="rect">
              <a:avLst/>
            </a:prstGeom>
            <a:noFill/>
          </p:spPr>
          <p:txBody>
            <a:bodyPr wrap="square">
              <a:spAutoFit/>
            </a:bodyPr>
            <a:lstStyle/>
            <a:p>
              <a:pPr>
                <a:lnSpc>
                  <a:spcPts val="1600"/>
                </a:lnSpc>
              </a:pPr>
              <a:r>
                <a:rPr lang="en-US" sz="1600" b="1" noProof="0"/>
                <a:t>Continuous multivariate</a:t>
              </a:r>
              <a:endParaRPr lang="en-US" sz="1600" noProof="0">
                <a:solidFill>
                  <a:schemeClr val="accent5"/>
                </a:solidFill>
                <a:latin typeface="Corbel" panose="020B0503020204020204" pitchFamily="34" charset="0"/>
              </a:endParaRPr>
            </a:p>
          </p:txBody>
        </p:sp>
        <p:sp>
          <p:nvSpPr>
            <p:cNvPr id="39" name="TextBox 38">
              <a:extLst>
                <a:ext uri="{FF2B5EF4-FFF2-40B4-BE49-F238E27FC236}">
                  <a16:creationId xmlns:a16="http://schemas.microsoft.com/office/drawing/2014/main" id="{6092154C-FDBA-DAAC-0A66-3D669348D9A7}"/>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4.</a:t>
              </a:r>
              <a:endParaRPr lang="en-US" sz="3600" b="1" noProof="0">
                <a:solidFill>
                  <a:srgbClr val="FF0000"/>
                </a:solidFill>
                <a:latin typeface="Aptos Black" panose="020B0004020202020204" pitchFamily="34" charset="0"/>
              </a:endParaRPr>
            </a:p>
          </p:txBody>
        </p:sp>
      </p:grpSp>
      <p:sp>
        <p:nvSpPr>
          <p:cNvPr id="40" name="Rectangle 1">
            <a:extLst>
              <a:ext uri="{FF2B5EF4-FFF2-40B4-BE49-F238E27FC236}">
                <a16:creationId xmlns:a16="http://schemas.microsoft.com/office/drawing/2014/main" id="{528DD8F5-D40D-813F-F032-71E6FD7527CE}"/>
              </a:ext>
            </a:extLst>
          </p:cNvPr>
          <p:cNvSpPr>
            <a:spLocks noChangeArrowheads="1"/>
          </p:cNvSpPr>
          <p:nvPr/>
        </p:nvSpPr>
        <p:spPr bwMode="auto">
          <a:xfrm>
            <a:off x="1676401" y="2268162"/>
            <a:ext cx="4868546" cy="2084763"/>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p3d &lt;-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plot_ly</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~mpg,</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y = ~hp,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z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wt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type = "scatter3d",</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mode = "markers",</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marker = list(size = 5,color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as.numeric</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cyl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colorscale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"Magma",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colorbar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list(title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Cilindros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%&gt;%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layout(title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Gráfico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3D: MPG vs Caballos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Fuerza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vs Peso",         scene = list(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xaxis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list(title = "MPG"),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yaxis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list(title = "Caballos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Fuerza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zaxis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list(title = "Peso")))</a:t>
            </a:r>
          </a:p>
        </p:txBody>
      </p:sp>
      <p:sp>
        <p:nvSpPr>
          <p:cNvPr id="6" name="Rectangle 1">
            <a:extLst>
              <a:ext uri="{FF2B5EF4-FFF2-40B4-BE49-F238E27FC236}">
                <a16:creationId xmlns:a16="http://schemas.microsoft.com/office/drawing/2014/main" id="{80C883CD-4FF8-E2A3-630A-126E115BEE09}"/>
              </a:ext>
            </a:extLst>
          </p:cNvPr>
          <p:cNvSpPr>
            <a:spLocks noChangeArrowheads="1"/>
          </p:cNvSpPr>
          <p:nvPr/>
        </p:nvSpPr>
        <p:spPr bwMode="auto">
          <a:xfrm>
            <a:off x="1445309" y="2268162"/>
            <a:ext cx="632413" cy="2084766"/>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lang="en-US" sz="1200" b="1" noProof="0">
                <a:solidFill>
                  <a:schemeClr val="bg1"/>
                </a:solidFill>
                <a:latin typeface="Aptos SemiBold" panose="020B0004020202020204" pitchFamily="34" charset="0"/>
                <a:cs typeface="Cascadia Code ExtraLight" panose="020B0609020000020004" pitchFamily="49" charset="0"/>
              </a:rPr>
              <a:t>3D Scatter</a:t>
            </a:r>
            <a:br>
              <a:rPr lang="en-US" sz="1200" b="1" noProof="0">
                <a:solidFill>
                  <a:schemeClr val="bg1"/>
                </a:solidFill>
                <a:latin typeface="Aptos SemiBold" panose="020B0004020202020204" pitchFamily="34" charset="0"/>
                <a:cs typeface="Cascadia Code ExtraLight" panose="020B0609020000020004" pitchFamily="49" charset="0"/>
              </a:rPr>
            </a:br>
            <a:r>
              <a:rPr lang="en-US" sz="1200" b="1" noProof="0">
                <a:solidFill>
                  <a:schemeClr val="bg1"/>
                </a:solidFill>
                <a:latin typeface="Aptos SemiBold" panose="020B0004020202020204" pitchFamily="34" charset="0"/>
                <a:cs typeface="Cascadia Code ExtraLight" panose="020B0609020000020004" pitchFamily="49" charset="0"/>
              </a:rPr>
              <a:t> plot</a:t>
            </a:r>
            <a:endPar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endParaRPr>
          </a:p>
        </p:txBody>
      </p:sp>
      <p:sp>
        <p:nvSpPr>
          <p:cNvPr id="12" name="Footer Placeholder 4">
            <a:extLst>
              <a:ext uri="{FF2B5EF4-FFF2-40B4-BE49-F238E27FC236}">
                <a16:creationId xmlns:a16="http://schemas.microsoft.com/office/drawing/2014/main" id="{5C5392F2-8F3C-1534-26D7-28E1F314FC2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pic>
        <p:nvPicPr>
          <p:cNvPr id="9" name="Picture 8" descr="A graph with red dots&#10;&#10;AI-generated content may be incorrect.">
            <a:extLst>
              <a:ext uri="{FF2B5EF4-FFF2-40B4-BE49-F238E27FC236}">
                <a16:creationId xmlns:a16="http://schemas.microsoft.com/office/drawing/2014/main" id="{1BFA87C8-2A19-1A4F-2773-C0C6B8DD379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63614" y="2129470"/>
            <a:ext cx="5047378" cy="4118344"/>
          </a:xfrm>
          <a:prstGeom prst="rect">
            <a:avLst/>
          </a:prstGeom>
        </p:spPr>
      </p:pic>
      <p:sp>
        <p:nvSpPr>
          <p:cNvPr id="11" name="Título 1">
            <a:extLst>
              <a:ext uri="{FF2B5EF4-FFF2-40B4-BE49-F238E27FC236}">
                <a16:creationId xmlns:a16="http://schemas.microsoft.com/office/drawing/2014/main" id="{A364F429-3F33-A2B2-17FB-F9B60341C348}"/>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Tree>
    <p:extLst>
      <p:ext uri="{BB962C8B-B14F-4D97-AF65-F5344CB8AC3E}">
        <p14:creationId xmlns:p14="http://schemas.microsoft.com/office/powerpoint/2010/main" val="2382682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72A2-929C-1425-F356-17A07314971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F1477E6-1446-F29C-81B6-8029B0ED437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35247EA9-A661-DAD7-EFFB-BC521D9A37D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A106370B-4460-11D8-5674-B36C8239873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grpSp>
        <p:nvGrpSpPr>
          <p:cNvPr id="37" name="Group 36">
            <a:extLst>
              <a:ext uri="{FF2B5EF4-FFF2-40B4-BE49-F238E27FC236}">
                <a16:creationId xmlns:a16="http://schemas.microsoft.com/office/drawing/2014/main" id="{85CD15E8-3103-76F9-22FD-29E1474246F4}"/>
              </a:ext>
            </a:extLst>
          </p:cNvPr>
          <p:cNvGrpSpPr/>
          <p:nvPr/>
        </p:nvGrpSpPr>
        <p:grpSpPr>
          <a:xfrm>
            <a:off x="891115" y="1552486"/>
            <a:ext cx="2413584" cy="646331"/>
            <a:chOff x="1217679" y="3449509"/>
            <a:chExt cx="2413584" cy="646331"/>
          </a:xfrm>
        </p:grpSpPr>
        <p:sp>
          <p:nvSpPr>
            <p:cNvPr id="38" name="TextBox 37">
              <a:extLst>
                <a:ext uri="{FF2B5EF4-FFF2-40B4-BE49-F238E27FC236}">
                  <a16:creationId xmlns:a16="http://schemas.microsoft.com/office/drawing/2014/main" id="{600EC8B5-E846-0F54-B674-BB096F38647C}"/>
                </a:ext>
              </a:extLst>
            </p:cNvPr>
            <p:cNvSpPr txBox="1"/>
            <p:nvPr/>
          </p:nvSpPr>
          <p:spPr>
            <a:xfrm>
              <a:off x="1771873" y="3518854"/>
              <a:ext cx="1859390" cy="507639"/>
            </a:xfrm>
            <a:prstGeom prst="rect">
              <a:avLst/>
            </a:prstGeom>
            <a:noFill/>
          </p:spPr>
          <p:txBody>
            <a:bodyPr wrap="square">
              <a:spAutoFit/>
            </a:bodyPr>
            <a:lstStyle/>
            <a:p>
              <a:pPr>
                <a:lnSpc>
                  <a:spcPts val="1600"/>
                </a:lnSpc>
              </a:pPr>
              <a:r>
                <a:rPr lang="en-US" sz="1600" b="1" noProof="0"/>
                <a:t>Continuous multivariate</a:t>
              </a:r>
              <a:endParaRPr lang="en-US" sz="1600" noProof="0">
                <a:solidFill>
                  <a:schemeClr val="accent5"/>
                </a:solidFill>
                <a:latin typeface="Corbel" panose="020B0503020204020204" pitchFamily="34" charset="0"/>
              </a:endParaRPr>
            </a:p>
          </p:txBody>
        </p:sp>
        <p:sp>
          <p:nvSpPr>
            <p:cNvPr id="39" name="TextBox 38">
              <a:extLst>
                <a:ext uri="{FF2B5EF4-FFF2-40B4-BE49-F238E27FC236}">
                  <a16:creationId xmlns:a16="http://schemas.microsoft.com/office/drawing/2014/main" id="{B05313A4-2396-58D4-F548-81C8D1D9DDA2}"/>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4.</a:t>
              </a:r>
              <a:endParaRPr lang="en-US" sz="3600" b="1" noProof="0">
                <a:solidFill>
                  <a:srgbClr val="FF0000"/>
                </a:solidFill>
                <a:latin typeface="Aptos Black" panose="020B0004020202020204" pitchFamily="34" charset="0"/>
              </a:endParaRPr>
            </a:p>
          </p:txBody>
        </p:sp>
      </p:grpSp>
      <p:sp>
        <p:nvSpPr>
          <p:cNvPr id="40" name="Rectangle 1">
            <a:extLst>
              <a:ext uri="{FF2B5EF4-FFF2-40B4-BE49-F238E27FC236}">
                <a16:creationId xmlns:a16="http://schemas.microsoft.com/office/drawing/2014/main" id="{70CCEAC1-8A0A-1EFC-15A6-4115E35883EB}"/>
              </a:ext>
            </a:extLst>
          </p:cNvPr>
          <p:cNvSpPr>
            <a:spLocks noChangeArrowheads="1"/>
          </p:cNvSpPr>
          <p:nvPr/>
        </p:nvSpPr>
        <p:spPr bwMode="auto">
          <a:xfrm>
            <a:off x="1607237" y="2268162"/>
            <a:ext cx="4937709" cy="2780088"/>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carb, y = mpg, fill = carb))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geom_boxplot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scale_fill_viridis_d</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labs(x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Carburadores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"MPG",</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Diagrama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Caja de MPG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Carburadores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ggplot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mtcars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(x = carb, y = index, fill = carb))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geom_boxplot</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p>
          <a:p>
            <a:pPr lvl="1" eaLnBrk="0" fontAlgn="base" hangingPunct="0">
              <a:spcAft>
                <a:spcPct val="0"/>
              </a:spcAft>
            </a:pP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scale_fill_viridis_d</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(option = "magma") + </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labs(x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Carburadores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y = "MPG",</a:t>
            </a:r>
          </a:p>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title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Diagrama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Caja de MPG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por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Número</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Carburadores</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theme_minimal</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a:p>
            <a:pPr lvl="1" eaLnBrk="0" fontAlgn="base" hangingPunct="0">
              <a:spcAft>
                <a:spcPct val="0"/>
              </a:spcAft>
            </a:pP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endParaRPr lang="en-US" sz="900" noProof="0">
              <a:solidFill>
                <a:schemeClr val="bg1">
                  <a:lumMod val="50000"/>
                </a:schemeClr>
              </a:solidFill>
              <a:latin typeface="Cascadia Code ExtraLight" panose="020B0609020000020004" pitchFamily="49" charset="0"/>
              <a:cs typeface="Cascadia Code ExtraLight" panose="020B0609020000020004" pitchFamily="49" charset="0"/>
            </a:endParaRPr>
          </a:p>
        </p:txBody>
      </p:sp>
      <p:sp>
        <p:nvSpPr>
          <p:cNvPr id="6" name="Rectangle 1">
            <a:extLst>
              <a:ext uri="{FF2B5EF4-FFF2-40B4-BE49-F238E27FC236}">
                <a16:creationId xmlns:a16="http://schemas.microsoft.com/office/drawing/2014/main" id="{2B1B06B8-9473-C950-F16B-369819B2BE0B}"/>
              </a:ext>
            </a:extLst>
          </p:cNvPr>
          <p:cNvSpPr>
            <a:spLocks noChangeArrowheads="1"/>
          </p:cNvSpPr>
          <p:nvPr/>
        </p:nvSpPr>
        <p:spPr bwMode="auto">
          <a:xfrm>
            <a:off x="1445309" y="2268162"/>
            <a:ext cx="632413" cy="2780092"/>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lang="en-US" sz="1200" b="1" noProof="0">
                <a:solidFill>
                  <a:schemeClr val="bg1"/>
                </a:solidFill>
                <a:latin typeface="Aptos SemiBold" panose="020B0004020202020204" pitchFamily="34" charset="0"/>
                <a:cs typeface="Cascadia Code ExtraLight" panose="020B0609020000020004" pitchFamily="49" charset="0"/>
              </a:rPr>
              <a:t>Box</a:t>
            </a:r>
            <a:br>
              <a:rPr lang="en-US" sz="1200" b="1" noProof="0">
                <a:solidFill>
                  <a:schemeClr val="bg1"/>
                </a:solidFill>
                <a:latin typeface="Aptos SemiBold" panose="020B0004020202020204" pitchFamily="34" charset="0"/>
                <a:cs typeface="Cascadia Code ExtraLight" panose="020B0609020000020004" pitchFamily="49" charset="0"/>
              </a:rPr>
            </a:br>
            <a:r>
              <a:rPr lang="en-US" sz="1200" b="1" noProof="0">
                <a:solidFill>
                  <a:schemeClr val="bg1"/>
                </a:solidFill>
                <a:latin typeface="Aptos SemiBold" panose="020B0004020202020204" pitchFamily="34" charset="0"/>
                <a:cs typeface="Cascadia Code ExtraLight" panose="020B0609020000020004" pitchFamily="49" charset="0"/>
              </a:rPr>
              <a:t> plots</a:t>
            </a:r>
            <a:endPar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endParaRPr>
          </a:p>
        </p:txBody>
      </p:sp>
      <p:sp>
        <p:nvSpPr>
          <p:cNvPr id="12" name="Footer Placeholder 4">
            <a:extLst>
              <a:ext uri="{FF2B5EF4-FFF2-40B4-BE49-F238E27FC236}">
                <a16:creationId xmlns:a16="http://schemas.microsoft.com/office/drawing/2014/main" id="{CF819F14-4E15-B12F-8E9D-5027E0689E4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pic>
        <p:nvPicPr>
          <p:cNvPr id="3" name="Picture 2">
            <a:extLst>
              <a:ext uri="{FF2B5EF4-FFF2-40B4-BE49-F238E27FC236}">
                <a16:creationId xmlns:a16="http://schemas.microsoft.com/office/drawing/2014/main" id="{4A683CFF-21F4-50B3-6B18-478E5274F391}"/>
              </a:ext>
            </a:extLst>
          </p:cNvPr>
          <p:cNvPicPr>
            <a:picLocks noChangeAspect="1"/>
          </p:cNvPicPr>
          <p:nvPr/>
        </p:nvPicPr>
        <p:blipFill>
          <a:blip r:embed="rId3"/>
          <a:stretch>
            <a:fillRect/>
          </a:stretch>
        </p:blipFill>
        <p:spPr>
          <a:xfrm>
            <a:off x="7000526" y="2422527"/>
            <a:ext cx="4003090" cy="2625723"/>
          </a:xfrm>
          <a:prstGeom prst="rect">
            <a:avLst/>
          </a:prstGeom>
        </p:spPr>
      </p:pic>
      <p:sp>
        <p:nvSpPr>
          <p:cNvPr id="8" name="Título 1">
            <a:extLst>
              <a:ext uri="{FF2B5EF4-FFF2-40B4-BE49-F238E27FC236}">
                <a16:creationId xmlns:a16="http://schemas.microsoft.com/office/drawing/2014/main" id="{AD26A25A-8B4C-D555-C8A5-2DBE22588482}"/>
              </a:ext>
            </a:extLst>
          </p:cNvPr>
          <p:cNvSpPr txBox="1">
            <a:spLocks/>
          </p:cNvSpPr>
          <p:nvPr/>
        </p:nvSpPr>
        <p:spPr>
          <a:xfrm>
            <a:off x="891590" y="501651"/>
            <a:ext cx="493771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r>
              <a:rPr kumimoji="0" lang="en-US" sz="3200" b="1" i="0" u="none" strike="noStrike" kern="1200" cap="none" spc="0" normalizeH="0" baseline="0" noProof="0">
                <a:ln>
                  <a:noFill/>
                </a:ln>
                <a:solidFill>
                  <a:schemeClr val="tx1">
                    <a:lumMod val="85000"/>
                    <a:lumOff val="15000"/>
                  </a:schemeClr>
                </a:solidFill>
                <a:effectLst/>
                <a:highlight>
                  <a:srgbClr val="FFC000"/>
                </a:highlight>
                <a:uLnTx/>
                <a:uFillTx/>
                <a:latin typeface="Aptos SemiBold" panose="020F0502020204030204" pitchFamily="34" charset="0"/>
                <a:ea typeface="+mj-ea"/>
                <a:cs typeface="+mj-cs"/>
              </a:rPr>
              <a:t>Graphical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Tree>
    <p:extLst>
      <p:ext uri="{BB962C8B-B14F-4D97-AF65-F5344CB8AC3E}">
        <p14:creationId xmlns:p14="http://schemas.microsoft.com/office/powerpoint/2010/main" val="1517646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233674BD-20C8-951C-CB43-EB145CC68CEA}"/>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1049E43-7412-D25F-E228-784E63C1F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F944A08B-425B-C60F-01CB-4F7B6754AAD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6" name="Footer Placeholder 1">
            <a:extLst>
              <a:ext uri="{FF2B5EF4-FFF2-40B4-BE49-F238E27FC236}">
                <a16:creationId xmlns:a16="http://schemas.microsoft.com/office/drawing/2014/main" id="{F6904396-C488-AB44-1EAE-C6B6EF27A857}"/>
              </a:ext>
            </a:extLst>
          </p:cNvPr>
          <p:cNvSpPr txBox="1">
            <a:spLocks/>
          </p:cNvSpPr>
          <p:nvPr/>
        </p:nvSpPr>
        <p:spPr>
          <a:xfrm>
            <a:off x="2021680" y="6356350"/>
            <a:ext cx="221932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Métodos</a:t>
            </a:r>
            <a:r>
              <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rPr>
              <a:t> </a:t>
            </a: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cuantitativos</a:t>
            </a:r>
            <a:endPar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endParaRPr>
          </a:p>
        </p:txBody>
      </p:sp>
      <p:pic>
        <p:nvPicPr>
          <p:cNvPr id="2" name="Picture 1">
            <a:extLst>
              <a:ext uri="{FF2B5EF4-FFF2-40B4-BE49-F238E27FC236}">
                <a16:creationId xmlns:a16="http://schemas.microsoft.com/office/drawing/2014/main" id="{EA155113-CA03-E96E-25B9-7928BED2246A}"/>
              </a:ext>
            </a:extLst>
          </p:cNvPr>
          <p:cNvPicPr>
            <a:picLocks noChangeAspect="1"/>
          </p:cNvPicPr>
          <p:nvPr/>
        </p:nvPicPr>
        <p:blipFill>
          <a:blip r:embed="rId3"/>
          <a:stretch>
            <a:fillRect/>
          </a:stretch>
        </p:blipFill>
        <p:spPr>
          <a:xfrm>
            <a:off x="143080" y="6102984"/>
            <a:ext cx="5249008" cy="609685"/>
          </a:xfrm>
          <a:prstGeom prst="rect">
            <a:avLst/>
          </a:prstGeom>
        </p:spPr>
      </p:pic>
      <p:pic>
        <p:nvPicPr>
          <p:cNvPr id="3" name="Picture 2">
            <a:extLst>
              <a:ext uri="{FF2B5EF4-FFF2-40B4-BE49-F238E27FC236}">
                <a16:creationId xmlns:a16="http://schemas.microsoft.com/office/drawing/2014/main" id="{D4AE3984-081F-3C47-8848-794196CC9E7D}"/>
              </a:ext>
            </a:extLst>
          </p:cNvPr>
          <p:cNvPicPr>
            <a:picLocks noChangeAspect="1"/>
          </p:cNvPicPr>
          <p:nvPr/>
        </p:nvPicPr>
        <p:blipFill>
          <a:blip r:embed="rId3"/>
          <a:stretch>
            <a:fillRect/>
          </a:stretch>
        </p:blipFill>
        <p:spPr>
          <a:xfrm>
            <a:off x="143080" y="6078270"/>
            <a:ext cx="5249008" cy="609685"/>
          </a:xfrm>
          <a:prstGeom prst="rect">
            <a:avLst/>
          </a:prstGeom>
        </p:spPr>
      </p:pic>
      <p:pic>
        <p:nvPicPr>
          <p:cNvPr id="7" name="Picture 6">
            <a:extLst>
              <a:ext uri="{FF2B5EF4-FFF2-40B4-BE49-F238E27FC236}">
                <a16:creationId xmlns:a16="http://schemas.microsoft.com/office/drawing/2014/main" id="{F5BEF265-8AD8-1619-99BA-738FB5D617EC}"/>
              </a:ext>
            </a:extLst>
          </p:cNvPr>
          <p:cNvPicPr>
            <a:picLocks noChangeAspect="1"/>
          </p:cNvPicPr>
          <p:nvPr/>
        </p:nvPicPr>
        <p:blipFill>
          <a:blip r:embed="rId3"/>
          <a:stretch>
            <a:fillRect/>
          </a:stretch>
        </p:blipFill>
        <p:spPr>
          <a:xfrm>
            <a:off x="295480" y="6230670"/>
            <a:ext cx="5249008" cy="609685"/>
          </a:xfrm>
          <a:prstGeom prst="rect">
            <a:avLst/>
          </a:prstGeom>
        </p:spPr>
      </p:pic>
      <p:grpSp>
        <p:nvGrpSpPr>
          <p:cNvPr id="8" name="Group 7">
            <a:extLst>
              <a:ext uri="{FF2B5EF4-FFF2-40B4-BE49-F238E27FC236}">
                <a16:creationId xmlns:a16="http://schemas.microsoft.com/office/drawing/2014/main" id="{C9527621-0B21-1DFD-B616-12BC533BBDE8}"/>
              </a:ext>
            </a:extLst>
          </p:cNvPr>
          <p:cNvGrpSpPr/>
          <p:nvPr/>
        </p:nvGrpSpPr>
        <p:grpSpPr>
          <a:xfrm>
            <a:off x="988507" y="6356348"/>
            <a:ext cx="2526218" cy="385624"/>
            <a:chOff x="2471736" y="4828853"/>
            <a:chExt cx="7323962" cy="1117993"/>
          </a:xfrm>
        </p:grpSpPr>
        <p:pic>
          <p:nvPicPr>
            <p:cNvPr id="9" name="Picture 2" descr="Foro Enseñanza e Investigación de las Políticas Públicas en Colombia – En  homenaje a Luis Fernando Aguilar Villanueva –">
              <a:extLst>
                <a:ext uri="{FF2B5EF4-FFF2-40B4-BE49-F238E27FC236}">
                  <a16:creationId xmlns:a16="http://schemas.microsoft.com/office/drawing/2014/main" id="{6E178EF2-2B6C-B71B-5BF7-716F5FAC0B48}"/>
                </a:ext>
              </a:extLst>
            </p:cNvPr>
            <p:cNvPicPr>
              <a:picLocks noChangeAspect="1" noChangeArrowheads="1"/>
            </p:cNvPicPr>
            <p:nvPr/>
          </p:nvPicPr>
          <p:blipFill rotWithShape="1">
            <a:blip r:embed="rId4" cstate="print">
              <a:biLevel thresh="25000"/>
              <a:extLst>
                <a:ext uri="{BEBA8EAE-BF5A-486C-A8C5-ECC9F3942E4B}">
                  <a14:imgProps xmlns:a14="http://schemas.microsoft.com/office/drawing/2010/main">
                    <a14:imgLayer r:embed="rId5">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b="39150"/>
            <a:stretch/>
          </p:blipFill>
          <p:spPr bwMode="auto">
            <a:xfrm>
              <a:off x="2471736" y="4828853"/>
              <a:ext cx="3093245" cy="101767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oro Enseñanza e Investigación de las Políticas Públicas en Colombia – En  homenaje a Luis Fernando Aguilar Villanueva –">
              <a:extLst>
                <a:ext uri="{FF2B5EF4-FFF2-40B4-BE49-F238E27FC236}">
                  <a16:creationId xmlns:a16="http://schemas.microsoft.com/office/drawing/2014/main" id="{226F04AA-AC3B-5966-0DD2-2D0B766D915F}"/>
                </a:ext>
              </a:extLst>
            </p:cNvPr>
            <p:cNvPicPr>
              <a:picLocks noChangeAspect="1" noChangeArrowheads="1"/>
            </p:cNvPicPr>
            <p:nvPr/>
          </p:nvPicPr>
          <p:blipFill rotWithShape="1">
            <a:blip r:embed="rId6" cstate="print">
              <a:biLevel thresh="25000"/>
              <a:extLst>
                <a:ext uri="{BEBA8EAE-BF5A-486C-A8C5-ECC9F3942E4B}">
                  <a14:imgProps xmlns:a14="http://schemas.microsoft.com/office/drawing/2010/main">
                    <a14:imgLayer r:embed="rId7">
                      <a14:imgEffect>
                        <a14:sharpenSoften amount="50000"/>
                      </a14:imgEffect>
                      <a14:imgEffect>
                        <a14:colorTemperature colorTemp="1500"/>
                      </a14:imgEffect>
                      <a14:imgEffect>
                        <a14:saturation sat="0"/>
                      </a14:imgEffect>
                    </a14:imgLayer>
                  </a14:imgProps>
                </a:ext>
                <a:ext uri="{28A0092B-C50C-407E-A947-70E740481C1C}">
                  <a14:useLocalDpi xmlns:a14="http://schemas.microsoft.com/office/drawing/2010/main" val="0"/>
                </a:ext>
              </a:extLst>
            </a:blip>
            <a:srcRect t="65285"/>
            <a:stretch/>
          </p:blipFill>
          <p:spPr bwMode="auto">
            <a:xfrm>
              <a:off x="5369718" y="5116118"/>
              <a:ext cx="4425980" cy="83072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C64617CC-E358-B1C5-24CE-0E4782D98427}"/>
                </a:ext>
              </a:extLst>
            </p:cNvPr>
            <p:cNvCxnSpPr>
              <a:cxnSpLocks/>
            </p:cNvCxnSpPr>
            <p:nvPr/>
          </p:nvCxnSpPr>
          <p:spPr>
            <a:xfrm flipV="1">
              <a:off x="5479261" y="5057775"/>
              <a:ext cx="0" cy="735249"/>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13" name="Título 1">
            <a:extLst>
              <a:ext uri="{FF2B5EF4-FFF2-40B4-BE49-F238E27FC236}">
                <a16:creationId xmlns:a16="http://schemas.microsoft.com/office/drawing/2014/main" id="{BDB481A9-F5BF-8F7E-28B5-31DA4F1A0C19}"/>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br>
            <a:r>
              <a:rPr lang="en-US" sz="3200" b="1" noProof="0">
                <a:solidFill>
                  <a:prstClr val="black">
                    <a:lumMod val="85000"/>
                    <a:lumOff val="15000"/>
                  </a:prstClr>
                </a:solidFill>
                <a:highlight>
                  <a:srgbClr val="FFC000"/>
                </a:highlight>
                <a:latin typeface="Aptos SemiBold" panose="020F0502020204030204" pitchFamily="34" charset="0"/>
              </a:rPr>
              <a:t>non-g</a:t>
            </a:r>
            <a:r>
              <a:rPr kumimoji="0" lang="en-US" sz="3200" b="1" i="0" u="none" strike="noStrike" kern="1200" cap="none" spc="0" normalizeH="0" baseline="0" noProof="0">
                <a:ln>
                  <a:noFill/>
                </a:ln>
                <a:solidFill>
                  <a:prstClr val="black">
                    <a:lumMod val="85000"/>
                    <a:lumOff val="15000"/>
                  </a:prstClr>
                </a:solidFill>
                <a:effectLst/>
                <a:highlight>
                  <a:srgbClr val="FFC000"/>
                </a:highlight>
                <a:uLnTx/>
                <a:uFillTx/>
                <a:latin typeface="Aptos SemiBold" panose="020F0502020204030204" pitchFamily="34" charset="0"/>
                <a:ea typeface="+mj-ea"/>
                <a:cs typeface="+mj-cs"/>
              </a:rPr>
              <a:t>raphical</a:t>
            </a:r>
            <a:r>
              <a:rPr kumimoji="0" lang="en-US" sz="3200" b="1" i="0" u="none" strike="noStrike" kern="1200" cap="none" spc="0" normalizeH="0" baseline="0" noProof="0">
                <a:ln>
                  <a:noFill/>
                </a:ln>
                <a:solidFill>
                  <a:prstClr val="white"/>
                </a:solidFill>
                <a:effectLst/>
                <a:highlight>
                  <a:srgbClr val="FFC000"/>
                </a:highlight>
                <a:uLnTx/>
                <a:uFillTx/>
                <a:latin typeface="Aptos SemiBold" panose="020F0502020204030204" pitchFamily="34" charset="0"/>
                <a:ea typeface="+mj-ea"/>
                <a:cs typeface="+mj-cs"/>
              </a:rPr>
              <a:t> </a:t>
            </a: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EDA Techniques</a:t>
            </a:r>
          </a:p>
        </p:txBody>
      </p:sp>
      <p:graphicFrame>
        <p:nvGraphicFramePr>
          <p:cNvPr id="12" name="Table 11">
            <a:extLst>
              <a:ext uri="{FF2B5EF4-FFF2-40B4-BE49-F238E27FC236}">
                <a16:creationId xmlns:a16="http://schemas.microsoft.com/office/drawing/2014/main" id="{FC38F77B-241B-D418-77AD-D5E50C4674EB}"/>
              </a:ext>
            </a:extLst>
          </p:cNvPr>
          <p:cNvGraphicFramePr>
            <a:graphicFrameLocks noGrp="1"/>
          </p:cNvGraphicFramePr>
          <p:nvPr>
            <p:extLst>
              <p:ext uri="{D42A27DB-BD31-4B8C-83A1-F6EECF244321}">
                <p14:modId xmlns:p14="http://schemas.microsoft.com/office/powerpoint/2010/main" val="544188535"/>
              </p:ext>
            </p:extLst>
          </p:nvPr>
        </p:nvGraphicFramePr>
        <p:xfrm>
          <a:off x="1696430" y="2496871"/>
          <a:ext cx="8961738" cy="2679920"/>
        </p:xfrm>
        <a:graphic>
          <a:graphicData uri="http://schemas.openxmlformats.org/drawingml/2006/table">
            <a:tbl>
              <a:tblPr firstRow="1" bandRow="1">
                <a:tableStyleId>{5C22544A-7EE6-4342-B048-85BDC9FD1C3A}</a:tableStyleId>
              </a:tblPr>
              <a:tblGrid>
                <a:gridCol w="4480869">
                  <a:extLst>
                    <a:ext uri="{9D8B030D-6E8A-4147-A177-3AD203B41FA5}">
                      <a16:colId xmlns:a16="http://schemas.microsoft.com/office/drawing/2014/main" val="3299867068"/>
                    </a:ext>
                  </a:extLst>
                </a:gridCol>
                <a:gridCol w="4480869">
                  <a:extLst>
                    <a:ext uri="{9D8B030D-6E8A-4147-A177-3AD203B41FA5}">
                      <a16:colId xmlns:a16="http://schemas.microsoft.com/office/drawing/2014/main" val="938986235"/>
                    </a:ext>
                  </a:extLst>
                </a:gridCol>
              </a:tblGrid>
              <a:tr h="247408">
                <a:tc>
                  <a:txBody>
                    <a:bodyPr/>
                    <a:lstStyle/>
                    <a:p>
                      <a:pPr marL="0" algn="l" defTabSz="914400" rtl="0" eaLnBrk="1" latinLnBrk="0" hangingPunct="1">
                        <a:lnSpc>
                          <a:spcPct val="100000"/>
                        </a:lnSpc>
                        <a:spcBef>
                          <a:spcPts val="0"/>
                        </a:spcBef>
                        <a:spcAft>
                          <a:spcPts val="0"/>
                        </a:spcAft>
                      </a:pPr>
                      <a:r>
                        <a:rPr lang="en-US" sz="1600" b="1" kern="1200" noProof="0">
                          <a:solidFill>
                            <a:srgbClr val="FFFF00"/>
                          </a:solidFill>
                          <a:latin typeface="+mn-lt"/>
                          <a:ea typeface="+mn-ea"/>
                          <a:cs typeface="+mn-cs"/>
                        </a:rPr>
                        <a:t>Function</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0"/>
                        </a:spcAft>
                      </a:pPr>
                      <a:r>
                        <a:rPr lang="en-US" sz="1600" b="1" kern="1200" noProof="0">
                          <a:solidFill>
                            <a:srgbClr val="FFFF00"/>
                          </a:solidFill>
                          <a:latin typeface="+mn-lt"/>
                          <a:ea typeface="+mn-ea"/>
                          <a:cs typeface="+mn-cs"/>
                        </a:rPr>
                        <a:t>Description</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5789296"/>
                  </a:ext>
                </a:extLst>
              </a:tr>
              <a:tr h="304064">
                <a:tc>
                  <a:txBody>
                    <a:bodyPr/>
                    <a:lstStyle/>
                    <a:p>
                      <a:pPr algn="l">
                        <a:lnSpc>
                          <a:spcPct val="100000"/>
                        </a:lnSpc>
                        <a:spcBef>
                          <a:spcPts val="600"/>
                        </a:spcBef>
                        <a:spcAft>
                          <a:spcPts val="600"/>
                        </a:spcAft>
                      </a:pPr>
                      <a:r>
                        <a:rPr lang="en-US" sz="1600" noProof="0">
                          <a:solidFill>
                            <a:schemeClr val="bg1"/>
                          </a:solidFill>
                        </a:rPr>
                        <a:t>summary(x)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General description of a vector</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092039"/>
                  </a:ext>
                </a:extLst>
              </a:tr>
              <a:tr h="304064">
                <a:tc>
                  <a:txBody>
                    <a:bodyPr/>
                    <a:lstStyle/>
                    <a:p>
                      <a:pPr algn="l">
                        <a:lnSpc>
                          <a:spcPct val="100000"/>
                        </a:lnSpc>
                        <a:spcBef>
                          <a:spcPts val="600"/>
                        </a:spcBef>
                        <a:spcAft>
                          <a:spcPts val="600"/>
                        </a:spcAft>
                      </a:pPr>
                      <a:r>
                        <a:rPr lang="en-US" sz="1600" noProof="0">
                          <a:solidFill>
                            <a:schemeClr val="bg1"/>
                          </a:solidFill>
                        </a:rPr>
                        <a:t>max(x)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Max value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444346"/>
                  </a:ext>
                </a:extLst>
              </a:tr>
              <a:tr h="304064">
                <a:tc>
                  <a:txBody>
                    <a:bodyPr/>
                    <a:lstStyle/>
                    <a:p>
                      <a:pPr algn="l">
                        <a:lnSpc>
                          <a:spcPct val="100000"/>
                        </a:lnSpc>
                        <a:spcBef>
                          <a:spcPts val="600"/>
                        </a:spcBef>
                        <a:spcAft>
                          <a:spcPts val="600"/>
                        </a:spcAft>
                      </a:pPr>
                      <a:r>
                        <a:rPr lang="en-US" sz="1600" noProof="0">
                          <a:solidFill>
                            <a:schemeClr val="bg1"/>
                          </a:solidFill>
                        </a:rPr>
                        <a:t>mean(x)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Average value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389199"/>
                  </a:ext>
                </a:extLst>
              </a:tr>
              <a:tr h="304064">
                <a:tc>
                  <a:txBody>
                    <a:bodyPr/>
                    <a:lstStyle/>
                    <a:p>
                      <a:pPr algn="l">
                        <a:lnSpc>
                          <a:spcPct val="100000"/>
                        </a:lnSpc>
                        <a:spcBef>
                          <a:spcPts val="600"/>
                        </a:spcBef>
                        <a:spcAft>
                          <a:spcPts val="600"/>
                        </a:spcAft>
                      </a:pPr>
                      <a:r>
                        <a:rPr lang="en-US" sz="1600" noProof="0">
                          <a:solidFill>
                            <a:schemeClr val="bg1"/>
                          </a:solidFill>
                        </a:rPr>
                        <a:t>median(x)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Median value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37611"/>
                  </a:ext>
                </a:extLst>
              </a:tr>
              <a:tr h="304064">
                <a:tc>
                  <a:txBody>
                    <a:bodyPr/>
                    <a:lstStyle/>
                    <a:p>
                      <a:pPr algn="l">
                        <a:lnSpc>
                          <a:spcPct val="100000"/>
                        </a:lnSpc>
                        <a:spcBef>
                          <a:spcPts val="600"/>
                        </a:spcBef>
                        <a:spcAft>
                          <a:spcPts val="600"/>
                        </a:spcAft>
                      </a:pPr>
                      <a:r>
                        <a:rPr lang="en-US" sz="1600" noProof="0">
                          <a:solidFill>
                            <a:schemeClr val="bg1"/>
                          </a:solidFill>
                        </a:rPr>
                        <a:t>min(x)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600" noProof="0">
                          <a:solidFill>
                            <a:schemeClr val="bg1"/>
                          </a:solidFill>
                        </a:rPr>
                        <a:t>Min Value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21629"/>
                  </a:ext>
                </a:extLst>
              </a:tr>
              <a:tr h="304064">
                <a:tc>
                  <a:txBody>
                    <a:bodyPr/>
                    <a:lstStyle/>
                    <a:p>
                      <a:pPr algn="l">
                        <a:lnSpc>
                          <a:spcPct val="100000"/>
                        </a:lnSpc>
                        <a:spcBef>
                          <a:spcPts val="600"/>
                        </a:spcBef>
                        <a:spcAft>
                          <a:spcPts val="600"/>
                        </a:spcAft>
                      </a:pPr>
                      <a:r>
                        <a:rPr lang="en-US" sz="1600" noProof="0" err="1">
                          <a:solidFill>
                            <a:schemeClr val="bg1"/>
                          </a:solidFill>
                        </a:rPr>
                        <a:t>sd</a:t>
                      </a:r>
                      <a:r>
                        <a:rPr lang="en-US" sz="1600" noProof="0">
                          <a:solidFill>
                            <a:schemeClr val="bg1"/>
                          </a:solidFill>
                        </a:rPr>
                        <a:t>(x)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Standard deviation</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8904937"/>
                  </a:ext>
                </a:extLst>
              </a:tr>
              <a:tr h="304064">
                <a:tc>
                  <a:txBody>
                    <a:bodyPr/>
                    <a:lstStyle/>
                    <a:p>
                      <a:pPr algn="l">
                        <a:lnSpc>
                          <a:spcPct val="100000"/>
                        </a:lnSpc>
                        <a:spcBef>
                          <a:spcPts val="600"/>
                        </a:spcBef>
                        <a:spcAft>
                          <a:spcPts val="600"/>
                        </a:spcAft>
                      </a:pPr>
                      <a:r>
                        <a:rPr lang="en-US" sz="1600" noProof="0">
                          <a:solidFill>
                            <a:schemeClr val="bg1"/>
                          </a:solidFill>
                        </a:rPr>
                        <a:t>var(x)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600"/>
                        </a:spcBef>
                        <a:spcAft>
                          <a:spcPts val="600"/>
                        </a:spcAft>
                      </a:pPr>
                      <a:r>
                        <a:rPr lang="en-US" sz="1600" noProof="0">
                          <a:solidFill>
                            <a:schemeClr val="bg1"/>
                          </a:solidFill>
                        </a:rPr>
                        <a:t>Variance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6687794"/>
                  </a:ext>
                </a:extLst>
              </a:tr>
              <a:tr h="304064">
                <a:tc>
                  <a:txBody>
                    <a:bodyPr/>
                    <a:lstStyle/>
                    <a:p>
                      <a:pPr algn="l">
                        <a:lnSpc>
                          <a:spcPct val="100000"/>
                        </a:lnSpc>
                        <a:spcBef>
                          <a:spcPts val="600"/>
                        </a:spcBef>
                        <a:spcAft>
                          <a:spcPts val="600"/>
                        </a:spcAft>
                      </a:pPr>
                      <a:r>
                        <a:rPr lang="en-US" sz="1600" noProof="0">
                          <a:solidFill>
                            <a:schemeClr val="bg1"/>
                          </a:solidFill>
                        </a:rPr>
                        <a:t>IQR(x)</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600" noProof="0">
                          <a:solidFill>
                            <a:schemeClr val="bg1"/>
                          </a:solidFill>
                        </a:rPr>
                        <a:t>Interquartile range</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0316179"/>
                  </a:ext>
                </a:extLst>
              </a:tr>
            </a:tbl>
          </a:graphicData>
        </a:graphic>
      </p:graphicFrame>
      <p:sp>
        <p:nvSpPr>
          <p:cNvPr id="14" name="TextBox 13">
            <a:extLst>
              <a:ext uri="{FF2B5EF4-FFF2-40B4-BE49-F238E27FC236}">
                <a16:creationId xmlns:a16="http://schemas.microsoft.com/office/drawing/2014/main" id="{8487F6BA-5E9B-4E59-68EC-D58C70EE9CF6}"/>
              </a:ext>
            </a:extLst>
          </p:cNvPr>
          <p:cNvSpPr txBox="1"/>
          <p:nvPr/>
        </p:nvSpPr>
        <p:spPr>
          <a:xfrm>
            <a:off x="1599512" y="1969281"/>
            <a:ext cx="460335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Given an X numerical variable</a:t>
            </a:r>
            <a:endParaRPr kumimoji="0" lang="en-US" sz="1600" b="1"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26084626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CFCFB-7CC1-2F87-570E-07744C8B030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8C79B1E-44D1-3B61-C97E-5CFD457FB03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A4D26070-FF5C-0017-3C99-0878C8DA47CF}"/>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4D707BF5-5959-42E3-C689-8A84D2D9446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92CCA5B7-9807-917B-0F3F-004C8551D424}"/>
              </a:ext>
            </a:extLst>
          </p:cNvPr>
          <p:cNvSpPr txBox="1"/>
          <p:nvPr/>
        </p:nvSpPr>
        <p:spPr>
          <a:xfrm>
            <a:off x="847578" y="2236237"/>
            <a:ext cx="5572271" cy="1015663"/>
          </a:xfrm>
          <a:prstGeom prst="rect">
            <a:avLst/>
          </a:prstGeom>
          <a:noFill/>
        </p:spPr>
        <p:txBody>
          <a:bodyPr wrap="square">
            <a:spAutoFit/>
          </a:bodyPr>
          <a:lstStyle/>
          <a:p>
            <a:pPr>
              <a:buNone/>
            </a:pPr>
            <a:r>
              <a:rPr lang="en-US" sz="1600" b="1" noProof="0">
                <a:solidFill>
                  <a:srgbClr val="FF0000"/>
                </a:solidFill>
              </a:rPr>
              <a:t>Frequency tabulation for categories.</a:t>
            </a:r>
          </a:p>
          <a:p>
            <a:pPr>
              <a:buNone/>
            </a:pPr>
            <a:r>
              <a:rPr lang="en-US" sz="1600" b="1" noProof="0">
                <a:solidFill>
                  <a:srgbClr val="FF0000"/>
                </a:solidFill>
              </a:rPr>
              <a:t>Used for categorical variables</a:t>
            </a:r>
            <a:r>
              <a:rPr lang="en-US" sz="1600" noProof="0"/>
              <a:t>. </a:t>
            </a:r>
            <a:r>
              <a:rPr lang="en-US" sz="1400" noProof="0"/>
              <a:t>It consists of constructing a table that contains the count and the proportion (or frequency) of the data corresponding to each category.</a:t>
            </a:r>
          </a:p>
        </p:txBody>
      </p:sp>
      <p:grpSp>
        <p:nvGrpSpPr>
          <p:cNvPr id="153" name="Group 152">
            <a:extLst>
              <a:ext uri="{FF2B5EF4-FFF2-40B4-BE49-F238E27FC236}">
                <a16:creationId xmlns:a16="http://schemas.microsoft.com/office/drawing/2014/main" id="{F5A26403-F69A-9AD4-D535-045CD7372CB3}"/>
              </a:ext>
            </a:extLst>
          </p:cNvPr>
          <p:cNvGrpSpPr/>
          <p:nvPr/>
        </p:nvGrpSpPr>
        <p:grpSpPr>
          <a:xfrm>
            <a:off x="6710699" y="3062283"/>
            <a:ext cx="4292917" cy="2755991"/>
            <a:chOff x="6724650" y="2153595"/>
            <a:chExt cx="5027472" cy="3227565"/>
          </a:xfrm>
        </p:grpSpPr>
        <p:sp>
          <p:nvSpPr>
            <p:cNvPr id="50" name="Freeform: Shape 49">
              <a:extLst>
                <a:ext uri="{FF2B5EF4-FFF2-40B4-BE49-F238E27FC236}">
                  <a16:creationId xmlns:a16="http://schemas.microsoft.com/office/drawing/2014/main" id="{BEBE066D-1CEF-7EF9-7769-6A395A7D2157}"/>
                </a:ext>
              </a:extLst>
            </p:cNvPr>
            <p:cNvSpPr/>
            <p:nvPr/>
          </p:nvSpPr>
          <p:spPr>
            <a:xfrm>
              <a:off x="6862291" y="2758610"/>
              <a:ext cx="2118670" cy="2619920"/>
            </a:xfrm>
            <a:custGeom>
              <a:avLst/>
              <a:gdLst>
                <a:gd name="connsiteX0" fmla="*/ 0 w 2118670"/>
                <a:gd name="connsiteY0" fmla="*/ 2619921 h 2619920"/>
                <a:gd name="connsiteX1" fmla="*/ 21392 w 2118670"/>
                <a:gd name="connsiteY1" fmla="*/ 2614119 h 2619920"/>
                <a:gd name="connsiteX2" fmla="*/ 42803 w 2118670"/>
                <a:gd name="connsiteY2" fmla="*/ 2607323 h 2619920"/>
                <a:gd name="connsiteX3" fmla="*/ 64195 w 2118670"/>
                <a:gd name="connsiteY3" fmla="*/ 2599411 h 2619920"/>
                <a:gd name="connsiteX4" fmla="*/ 85606 w 2118670"/>
                <a:gd name="connsiteY4" fmla="*/ 2590209 h 2619920"/>
                <a:gd name="connsiteX5" fmla="*/ 106999 w 2118670"/>
                <a:gd name="connsiteY5" fmla="*/ 2579561 h 2619920"/>
                <a:gd name="connsiteX6" fmla="*/ 128410 w 2118670"/>
                <a:gd name="connsiteY6" fmla="*/ 2567333 h 2619920"/>
                <a:gd name="connsiteX7" fmla="*/ 149802 w 2118670"/>
                <a:gd name="connsiteY7" fmla="*/ 2553285 h 2619920"/>
                <a:gd name="connsiteX8" fmla="*/ 171193 w 2118670"/>
                <a:gd name="connsiteY8" fmla="*/ 2537246 h 2619920"/>
                <a:gd name="connsiteX9" fmla="*/ 192605 w 2118670"/>
                <a:gd name="connsiteY9" fmla="*/ 2519037 h 2619920"/>
                <a:gd name="connsiteX10" fmla="*/ 213996 w 2118670"/>
                <a:gd name="connsiteY10" fmla="*/ 2498407 h 2619920"/>
                <a:gd name="connsiteX11" fmla="*/ 235406 w 2118670"/>
                <a:gd name="connsiteY11" fmla="*/ 2475161 h 2619920"/>
                <a:gd name="connsiteX12" fmla="*/ 256801 w 2118670"/>
                <a:gd name="connsiteY12" fmla="*/ 2449060 h 2619920"/>
                <a:gd name="connsiteX13" fmla="*/ 278211 w 2118670"/>
                <a:gd name="connsiteY13" fmla="*/ 2419893 h 2619920"/>
                <a:gd name="connsiteX14" fmla="*/ 299602 w 2118670"/>
                <a:gd name="connsiteY14" fmla="*/ 2387465 h 2619920"/>
                <a:gd name="connsiteX15" fmla="*/ 321017 w 2118670"/>
                <a:gd name="connsiteY15" fmla="*/ 2351517 h 2619920"/>
                <a:gd name="connsiteX16" fmla="*/ 342407 w 2118670"/>
                <a:gd name="connsiteY16" fmla="*/ 2311897 h 2619920"/>
                <a:gd name="connsiteX17" fmla="*/ 363817 w 2118670"/>
                <a:gd name="connsiteY17" fmla="*/ 2268412 h 2619920"/>
                <a:gd name="connsiteX18" fmla="*/ 385207 w 2118670"/>
                <a:gd name="connsiteY18" fmla="*/ 2220901 h 2619920"/>
                <a:gd name="connsiteX19" fmla="*/ 406602 w 2118670"/>
                <a:gd name="connsiteY19" fmla="*/ 2169228 h 2619920"/>
                <a:gd name="connsiteX20" fmla="*/ 428012 w 2118670"/>
                <a:gd name="connsiteY20" fmla="*/ 2113295 h 2619920"/>
                <a:gd name="connsiteX21" fmla="*/ 449402 w 2118670"/>
                <a:gd name="connsiteY21" fmla="*/ 2053050 h 2619920"/>
                <a:gd name="connsiteX22" fmla="*/ 470817 w 2118670"/>
                <a:gd name="connsiteY22" fmla="*/ 1988445 h 2619920"/>
                <a:gd name="connsiteX23" fmla="*/ 492207 w 2118670"/>
                <a:gd name="connsiteY23" fmla="*/ 1919539 h 2619920"/>
                <a:gd name="connsiteX24" fmla="*/ 513618 w 2118670"/>
                <a:gd name="connsiteY24" fmla="*/ 1846396 h 2619920"/>
                <a:gd name="connsiteX25" fmla="*/ 535013 w 2118670"/>
                <a:gd name="connsiteY25" fmla="*/ 1769173 h 2619920"/>
                <a:gd name="connsiteX26" fmla="*/ 556423 w 2118670"/>
                <a:gd name="connsiteY26" fmla="*/ 1688058 h 2619920"/>
                <a:gd name="connsiteX27" fmla="*/ 577813 w 2118670"/>
                <a:gd name="connsiteY27" fmla="*/ 1603313 h 2619920"/>
                <a:gd name="connsiteX28" fmla="*/ 599223 w 2118670"/>
                <a:gd name="connsiteY28" fmla="*/ 1515282 h 2619920"/>
                <a:gd name="connsiteX29" fmla="*/ 620618 w 2118670"/>
                <a:gd name="connsiteY29" fmla="*/ 1424345 h 2619920"/>
                <a:gd name="connsiteX30" fmla="*/ 642008 w 2118670"/>
                <a:gd name="connsiteY30" fmla="*/ 1330963 h 2619920"/>
                <a:gd name="connsiteX31" fmla="*/ 663418 w 2118670"/>
                <a:gd name="connsiteY31" fmla="*/ 1235645 h 2619920"/>
                <a:gd name="connsiteX32" fmla="*/ 684813 w 2118670"/>
                <a:gd name="connsiteY32" fmla="*/ 1139022 h 2619920"/>
                <a:gd name="connsiteX33" fmla="*/ 706224 w 2118670"/>
                <a:gd name="connsiteY33" fmla="*/ 1041714 h 2619920"/>
                <a:gd name="connsiteX34" fmla="*/ 727614 w 2118670"/>
                <a:gd name="connsiteY34" fmla="*/ 944406 h 2619920"/>
                <a:gd name="connsiteX35" fmla="*/ 749029 w 2118670"/>
                <a:gd name="connsiteY35" fmla="*/ 847818 h 2619920"/>
                <a:gd name="connsiteX36" fmla="*/ 770419 w 2118670"/>
                <a:gd name="connsiteY36" fmla="*/ 752760 h 2619920"/>
                <a:gd name="connsiteX37" fmla="*/ 791829 w 2118670"/>
                <a:gd name="connsiteY37" fmla="*/ 660003 h 2619920"/>
                <a:gd name="connsiteX38" fmla="*/ 813219 w 2118670"/>
                <a:gd name="connsiteY38" fmla="*/ 570352 h 2619920"/>
                <a:gd name="connsiteX39" fmla="*/ 834634 w 2118670"/>
                <a:gd name="connsiteY39" fmla="*/ 484626 h 2619920"/>
                <a:gd name="connsiteX40" fmla="*/ 856024 w 2118670"/>
                <a:gd name="connsiteY40" fmla="*/ 403632 h 2619920"/>
                <a:gd name="connsiteX41" fmla="*/ 877414 w 2118670"/>
                <a:gd name="connsiteY41" fmla="*/ 328164 h 2619920"/>
                <a:gd name="connsiteX42" fmla="*/ 898830 w 2118670"/>
                <a:gd name="connsiteY42" fmla="*/ 258929 h 2619920"/>
                <a:gd name="connsiteX43" fmla="*/ 920220 w 2118670"/>
                <a:gd name="connsiteY43" fmla="*/ 196687 h 2619920"/>
                <a:gd name="connsiteX44" fmla="*/ 941630 w 2118670"/>
                <a:gd name="connsiteY44" fmla="*/ 142026 h 2619920"/>
                <a:gd name="connsiteX45" fmla="*/ 963025 w 2118670"/>
                <a:gd name="connsiteY45" fmla="*/ 95550 h 2619920"/>
                <a:gd name="connsiteX46" fmla="*/ 984435 w 2118670"/>
                <a:gd name="connsiteY46" fmla="*/ 57748 h 2619920"/>
                <a:gd name="connsiteX47" fmla="*/ 1005825 w 2118670"/>
                <a:gd name="connsiteY47" fmla="*/ 29030 h 2619920"/>
                <a:gd name="connsiteX48" fmla="*/ 1027235 w 2118670"/>
                <a:gd name="connsiteY48" fmla="*/ 9709 h 2619920"/>
                <a:gd name="connsiteX49" fmla="*/ 1048630 w 2118670"/>
                <a:gd name="connsiteY49" fmla="*/ 0 h 2619920"/>
                <a:gd name="connsiteX50" fmla="*/ 1070040 w 2118670"/>
                <a:gd name="connsiteY50" fmla="*/ 0 h 2619920"/>
                <a:gd name="connsiteX51" fmla="*/ 1091431 w 2118670"/>
                <a:gd name="connsiteY51" fmla="*/ 9709 h 2619920"/>
                <a:gd name="connsiteX52" fmla="*/ 1112826 w 2118670"/>
                <a:gd name="connsiteY52" fmla="*/ 29030 h 2619920"/>
                <a:gd name="connsiteX53" fmla="*/ 1134236 w 2118670"/>
                <a:gd name="connsiteY53" fmla="*/ 57748 h 2619920"/>
                <a:gd name="connsiteX54" fmla="*/ 1155626 w 2118670"/>
                <a:gd name="connsiteY54" fmla="*/ 95550 h 2619920"/>
                <a:gd name="connsiteX55" fmla="*/ 1177041 w 2118670"/>
                <a:gd name="connsiteY55" fmla="*/ 142026 h 2619920"/>
                <a:gd name="connsiteX56" fmla="*/ 1198431 w 2118670"/>
                <a:gd name="connsiteY56" fmla="*/ 196687 h 2619920"/>
                <a:gd name="connsiteX57" fmla="*/ 1219841 w 2118670"/>
                <a:gd name="connsiteY57" fmla="*/ 258929 h 2619920"/>
                <a:gd name="connsiteX58" fmla="*/ 1241236 w 2118670"/>
                <a:gd name="connsiteY58" fmla="*/ 328164 h 2619920"/>
                <a:gd name="connsiteX59" fmla="*/ 1262646 w 2118670"/>
                <a:gd name="connsiteY59" fmla="*/ 403632 h 2619920"/>
                <a:gd name="connsiteX60" fmla="*/ 1284037 w 2118670"/>
                <a:gd name="connsiteY60" fmla="*/ 484626 h 2619920"/>
                <a:gd name="connsiteX61" fmla="*/ 1305447 w 2118670"/>
                <a:gd name="connsiteY61" fmla="*/ 570352 h 2619920"/>
                <a:gd name="connsiteX62" fmla="*/ 1326842 w 2118670"/>
                <a:gd name="connsiteY62" fmla="*/ 660003 h 2619920"/>
                <a:gd name="connsiteX63" fmla="*/ 1348232 w 2118670"/>
                <a:gd name="connsiteY63" fmla="*/ 752760 h 2619920"/>
                <a:gd name="connsiteX64" fmla="*/ 1369642 w 2118670"/>
                <a:gd name="connsiteY64" fmla="*/ 847818 h 2619920"/>
                <a:gd name="connsiteX65" fmla="*/ 1391037 w 2118670"/>
                <a:gd name="connsiteY65" fmla="*/ 944406 h 2619920"/>
                <a:gd name="connsiteX66" fmla="*/ 1412447 w 2118670"/>
                <a:gd name="connsiteY66" fmla="*/ 1041714 h 2619920"/>
                <a:gd name="connsiteX67" fmla="*/ 1433837 w 2118670"/>
                <a:gd name="connsiteY67" fmla="*/ 1139022 h 2619920"/>
                <a:gd name="connsiteX68" fmla="*/ 1455252 w 2118670"/>
                <a:gd name="connsiteY68" fmla="*/ 1235645 h 2619920"/>
                <a:gd name="connsiteX69" fmla="*/ 1476642 w 2118670"/>
                <a:gd name="connsiteY69" fmla="*/ 1330963 h 2619920"/>
                <a:gd name="connsiteX70" fmla="*/ 1498053 w 2118670"/>
                <a:gd name="connsiteY70" fmla="*/ 1424345 h 2619920"/>
                <a:gd name="connsiteX71" fmla="*/ 1519443 w 2118670"/>
                <a:gd name="connsiteY71" fmla="*/ 1515282 h 2619920"/>
                <a:gd name="connsiteX72" fmla="*/ 1540858 w 2118670"/>
                <a:gd name="connsiteY72" fmla="*/ 1603313 h 2619920"/>
                <a:gd name="connsiteX73" fmla="*/ 1562248 w 2118670"/>
                <a:gd name="connsiteY73" fmla="*/ 1688058 h 2619920"/>
                <a:gd name="connsiteX74" fmla="*/ 1583638 w 2118670"/>
                <a:gd name="connsiteY74" fmla="*/ 1769173 h 2619920"/>
                <a:gd name="connsiteX75" fmla="*/ 1605053 w 2118670"/>
                <a:gd name="connsiteY75" fmla="*/ 1846396 h 2619920"/>
                <a:gd name="connsiteX76" fmla="*/ 1626443 w 2118670"/>
                <a:gd name="connsiteY76" fmla="*/ 1919539 h 2619920"/>
                <a:gd name="connsiteX77" fmla="*/ 1647853 w 2118670"/>
                <a:gd name="connsiteY77" fmla="*/ 1988445 h 2619920"/>
                <a:gd name="connsiteX78" fmla="*/ 1669248 w 2118670"/>
                <a:gd name="connsiteY78" fmla="*/ 2053050 h 2619920"/>
                <a:gd name="connsiteX79" fmla="*/ 1690659 w 2118670"/>
                <a:gd name="connsiteY79" fmla="*/ 2113295 h 2619920"/>
                <a:gd name="connsiteX80" fmla="*/ 1712049 w 2118670"/>
                <a:gd name="connsiteY80" fmla="*/ 2169228 h 2619920"/>
                <a:gd name="connsiteX81" fmla="*/ 1733459 w 2118670"/>
                <a:gd name="connsiteY81" fmla="*/ 2220901 h 2619920"/>
                <a:gd name="connsiteX82" fmla="*/ 1754854 w 2118670"/>
                <a:gd name="connsiteY82" fmla="*/ 2268412 h 2619920"/>
                <a:gd name="connsiteX83" fmla="*/ 1776264 w 2118670"/>
                <a:gd name="connsiteY83" fmla="*/ 2311897 h 2619920"/>
                <a:gd name="connsiteX84" fmla="*/ 1797654 w 2118670"/>
                <a:gd name="connsiteY84" fmla="*/ 2351517 h 2619920"/>
                <a:gd name="connsiteX85" fmla="*/ 1819049 w 2118670"/>
                <a:gd name="connsiteY85" fmla="*/ 2387465 h 2619920"/>
                <a:gd name="connsiteX86" fmla="*/ 1840459 w 2118670"/>
                <a:gd name="connsiteY86" fmla="*/ 2419893 h 2619920"/>
                <a:gd name="connsiteX87" fmla="*/ 1861849 w 2118670"/>
                <a:gd name="connsiteY87" fmla="*/ 2449060 h 2619920"/>
                <a:gd name="connsiteX88" fmla="*/ 1883265 w 2118670"/>
                <a:gd name="connsiteY88" fmla="*/ 2475161 h 2619920"/>
                <a:gd name="connsiteX89" fmla="*/ 1904655 w 2118670"/>
                <a:gd name="connsiteY89" fmla="*/ 2498407 h 2619920"/>
                <a:gd name="connsiteX90" fmla="*/ 1926065 w 2118670"/>
                <a:gd name="connsiteY90" fmla="*/ 2519037 h 2619920"/>
                <a:gd name="connsiteX91" fmla="*/ 1947455 w 2118670"/>
                <a:gd name="connsiteY91" fmla="*/ 2537246 h 2619920"/>
                <a:gd name="connsiteX92" fmla="*/ 1968870 w 2118670"/>
                <a:gd name="connsiteY92" fmla="*/ 2553285 h 2619920"/>
                <a:gd name="connsiteX93" fmla="*/ 1990260 w 2118670"/>
                <a:gd name="connsiteY93" fmla="*/ 2567333 h 2619920"/>
                <a:gd name="connsiteX94" fmla="*/ 2011650 w 2118670"/>
                <a:gd name="connsiteY94" fmla="*/ 2579561 h 2619920"/>
                <a:gd name="connsiteX95" fmla="*/ 2033065 w 2118670"/>
                <a:gd name="connsiteY95" fmla="*/ 2590209 h 2619920"/>
                <a:gd name="connsiteX96" fmla="*/ 2054455 w 2118670"/>
                <a:gd name="connsiteY96" fmla="*/ 2599411 h 2619920"/>
                <a:gd name="connsiteX97" fmla="*/ 2075866 w 2118670"/>
                <a:gd name="connsiteY97" fmla="*/ 2607323 h 2619920"/>
                <a:gd name="connsiteX98" fmla="*/ 2097261 w 2118670"/>
                <a:gd name="connsiteY98" fmla="*/ 2614119 h 2619920"/>
                <a:gd name="connsiteX99" fmla="*/ 2118671 w 2118670"/>
                <a:gd name="connsiteY99" fmla="*/ 2619921 h 26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118670" h="2619920">
                  <a:moveTo>
                    <a:pt x="0" y="2619921"/>
                  </a:moveTo>
                  <a:lnTo>
                    <a:pt x="21392" y="2614119"/>
                  </a:lnTo>
                  <a:lnTo>
                    <a:pt x="42803" y="2607323"/>
                  </a:lnTo>
                  <a:lnTo>
                    <a:pt x="64195" y="2599411"/>
                  </a:lnTo>
                  <a:lnTo>
                    <a:pt x="85606" y="2590209"/>
                  </a:lnTo>
                  <a:lnTo>
                    <a:pt x="106999" y="2579561"/>
                  </a:lnTo>
                  <a:lnTo>
                    <a:pt x="128410" y="2567333"/>
                  </a:lnTo>
                  <a:lnTo>
                    <a:pt x="149802" y="2553285"/>
                  </a:lnTo>
                  <a:lnTo>
                    <a:pt x="171193" y="2537246"/>
                  </a:lnTo>
                  <a:lnTo>
                    <a:pt x="192605" y="2519037"/>
                  </a:lnTo>
                  <a:lnTo>
                    <a:pt x="213996" y="2498407"/>
                  </a:lnTo>
                  <a:lnTo>
                    <a:pt x="235406" y="2475161"/>
                  </a:lnTo>
                  <a:lnTo>
                    <a:pt x="256801" y="2449060"/>
                  </a:lnTo>
                  <a:lnTo>
                    <a:pt x="278211" y="2419893"/>
                  </a:lnTo>
                  <a:lnTo>
                    <a:pt x="299602" y="2387465"/>
                  </a:lnTo>
                  <a:lnTo>
                    <a:pt x="321017" y="2351517"/>
                  </a:lnTo>
                  <a:lnTo>
                    <a:pt x="342407" y="2311897"/>
                  </a:lnTo>
                  <a:lnTo>
                    <a:pt x="363817" y="2268412"/>
                  </a:lnTo>
                  <a:lnTo>
                    <a:pt x="385207" y="2220901"/>
                  </a:lnTo>
                  <a:lnTo>
                    <a:pt x="406602" y="2169228"/>
                  </a:lnTo>
                  <a:lnTo>
                    <a:pt x="428012" y="2113295"/>
                  </a:lnTo>
                  <a:lnTo>
                    <a:pt x="449402" y="2053050"/>
                  </a:lnTo>
                  <a:lnTo>
                    <a:pt x="470817" y="1988445"/>
                  </a:lnTo>
                  <a:lnTo>
                    <a:pt x="492207" y="1919539"/>
                  </a:lnTo>
                  <a:lnTo>
                    <a:pt x="513618" y="1846396"/>
                  </a:lnTo>
                  <a:lnTo>
                    <a:pt x="535013" y="1769173"/>
                  </a:lnTo>
                  <a:lnTo>
                    <a:pt x="556423" y="1688058"/>
                  </a:lnTo>
                  <a:lnTo>
                    <a:pt x="577813" y="1603313"/>
                  </a:lnTo>
                  <a:lnTo>
                    <a:pt x="599223" y="1515282"/>
                  </a:lnTo>
                  <a:lnTo>
                    <a:pt x="620618" y="1424345"/>
                  </a:lnTo>
                  <a:lnTo>
                    <a:pt x="642008" y="1330963"/>
                  </a:lnTo>
                  <a:lnTo>
                    <a:pt x="663418" y="1235645"/>
                  </a:lnTo>
                  <a:lnTo>
                    <a:pt x="684813" y="1139022"/>
                  </a:lnTo>
                  <a:lnTo>
                    <a:pt x="706224" y="1041714"/>
                  </a:lnTo>
                  <a:lnTo>
                    <a:pt x="727614" y="944406"/>
                  </a:lnTo>
                  <a:lnTo>
                    <a:pt x="749029" y="847818"/>
                  </a:lnTo>
                  <a:lnTo>
                    <a:pt x="770419" y="752760"/>
                  </a:lnTo>
                  <a:lnTo>
                    <a:pt x="791829" y="660003"/>
                  </a:lnTo>
                  <a:lnTo>
                    <a:pt x="813219" y="570352"/>
                  </a:lnTo>
                  <a:lnTo>
                    <a:pt x="834634" y="484626"/>
                  </a:lnTo>
                  <a:lnTo>
                    <a:pt x="856024" y="403632"/>
                  </a:lnTo>
                  <a:lnTo>
                    <a:pt x="877414" y="328164"/>
                  </a:lnTo>
                  <a:lnTo>
                    <a:pt x="898830" y="258929"/>
                  </a:lnTo>
                  <a:lnTo>
                    <a:pt x="920220" y="196687"/>
                  </a:lnTo>
                  <a:lnTo>
                    <a:pt x="941630" y="142026"/>
                  </a:lnTo>
                  <a:lnTo>
                    <a:pt x="963025" y="95550"/>
                  </a:lnTo>
                  <a:lnTo>
                    <a:pt x="984435" y="57748"/>
                  </a:lnTo>
                  <a:lnTo>
                    <a:pt x="1005825" y="29030"/>
                  </a:lnTo>
                  <a:lnTo>
                    <a:pt x="1027235" y="9709"/>
                  </a:lnTo>
                  <a:lnTo>
                    <a:pt x="1048630" y="0"/>
                  </a:lnTo>
                  <a:lnTo>
                    <a:pt x="1070040" y="0"/>
                  </a:lnTo>
                  <a:lnTo>
                    <a:pt x="1091431" y="9709"/>
                  </a:lnTo>
                  <a:lnTo>
                    <a:pt x="1112826" y="29030"/>
                  </a:lnTo>
                  <a:lnTo>
                    <a:pt x="1134236" y="57748"/>
                  </a:lnTo>
                  <a:lnTo>
                    <a:pt x="1155626" y="95550"/>
                  </a:lnTo>
                  <a:lnTo>
                    <a:pt x="1177041" y="142026"/>
                  </a:lnTo>
                  <a:lnTo>
                    <a:pt x="1198431" y="196687"/>
                  </a:lnTo>
                  <a:lnTo>
                    <a:pt x="1219841" y="258929"/>
                  </a:lnTo>
                  <a:lnTo>
                    <a:pt x="1241236" y="328164"/>
                  </a:lnTo>
                  <a:lnTo>
                    <a:pt x="1262646" y="403632"/>
                  </a:lnTo>
                  <a:lnTo>
                    <a:pt x="1284037" y="484626"/>
                  </a:lnTo>
                  <a:lnTo>
                    <a:pt x="1305447" y="570352"/>
                  </a:lnTo>
                  <a:lnTo>
                    <a:pt x="1326842" y="660003"/>
                  </a:lnTo>
                  <a:lnTo>
                    <a:pt x="1348232" y="752760"/>
                  </a:lnTo>
                  <a:lnTo>
                    <a:pt x="1369642" y="847818"/>
                  </a:lnTo>
                  <a:lnTo>
                    <a:pt x="1391037" y="944406"/>
                  </a:lnTo>
                  <a:lnTo>
                    <a:pt x="1412447" y="1041714"/>
                  </a:lnTo>
                  <a:lnTo>
                    <a:pt x="1433837" y="1139022"/>
                  </a:lnTo>
                  <a:lnTo>
                    <a:pt x="1455252" y="1235645"/>
                  </a:lnTo>
                  <a:lnTo>
                    <a:pt x="1476642" y="1330963"/>
                  </a:lnTo>
                  <a:lnTo>
                    <a:pt x="1498053" y="1424345"/>
                  </a:lnTo>
                  <a:lnTo>
                    <a:pt x="1519443" y="1515282"/>
                  </a:lnTo>
                  <a:lnTo>
                    <a:pt x="1540858" y="1603313"/>
                  </a:lnTo>
                  <a:lnTo>
                    <a:pt x="1562248" y="1688058"/>
                  </a:lnTo>
                  <a:lnTo>
                    <a:pt x="1583638" y="1769173"/>
                  </a:lnTo>
                  <a:lnTo>
                    <a:pt x="1605053" y="1846396"/>
                  </a:lnTo>
                  <a:lnTo>
                    <a:pt x="1626443" y="1919539"/>
                  </a:lnTo>
                  <a:lnTo>
                    <a:pt x="1647853" y="1988445"/>
                  </a:lnTo>
                  <a:lnTo>
                    <a:pt x="1669248" y="2053050"/>
                  </a:lnTo>
                  <a:lnTo>
                    <a:pt x="1690659" y="2113295"/>
                  </a:lnTo>
                  <a:lnTo>
                    <a:pt x="1712049" y="2169228"/>
                  </a:lnTo>
                  <a:lnTo>
                    <a:pt x="1733459" y="2220901"/>
                  </a:lnTo>
                  <a:lnTo>
                    <a:pt x="1754854" y="2268412"/>
                  </a:lnTo>
                  <a:lnTo>
                    <a:pt x="1776264" y="2311897"/>
                  </a:lnTo>
                  <a:lnTo>
                    <a:pt x="1797654" y="2351517"/>
                  </a:lnTo>
                  <a:lnTo>
                    <a:pt x="1819049" y="2387465"/>
                  </a:lnTo>
                  <a:lnTo>
                    <a:pt x="1840459" y="2419893"/>
                  </a:lnTo>
                  <a:lnTo>
                    <a:pt x="1861849" y="2449060"/>
                  </a:lnTo>
                  <a:lnTo>
                    <a:pt x="1883265" y="2475161"/>
                  </a:lnTo>
                  <a:lnTo>
                    <a:pt x="1904655" y="2498407"/>
                  </a:lnTo>
                  <a:lnTo>
                    <a:pt x="1926065" y="2519037"/>
                  </a:lnTo>
                  <a:lnTo>
                    <a:pt x="1947455" y="2537246"/>
                  </a:lnTo>
                  <a:lnTo>
                    <a:pt x="1968870" y="2553285"/>
                  </a:lnTo>
                  <a:lnTo>
                    <a:pt x="1990260" y="2567333"/>
                  </a:lnTo>
                  <a:lnTo>
                    <a:pt x="2011650" y="2579561"/>
                  </a:lnTo>
                  <a:lnTo>
                    <a:pt x="2033065" y="2590209"/>
                  </a:lnTo>
                  <a:lnTo>
                    <a:pt x="2054455" y="2599411"/>
                  </a:lnTo>
                  <a:lnTo>
                    <a:pt x="2075866" y="2607323"/>
                  </a:lnTo>
                  <a:lnTo>
                    <a:pt x="2097261" y="2614119"/>
                  </a:lnTo>
                  <a:lnTo>
                    <a:pt x="2118671" y="2619921"/>
                  </a:lnTo>
                </a:path>
              </a:pathLst>
            </a:custGeom>
            <a:noFill/>
            <a:ln w="10653" cap="flat">
              <a:solidFill>
                <a:srgbClr val="EA2123"/>
              </a:solidFill>
              <a:prstDash val="solid"/>
              <a:round/>
            </a:ln>
          </p:spPr>
          <p:txBody>
            <a:bodyPr rtlCol="0" anchor="ctr"/>
            <a:lstStyle/>
            <a:p>
              <a:endParaRPr lang="en-US" noProof="0"/>
            </a:p>
          </p:txBody>
        </p:sp>
        <p:sp>
          <p:nvSpPr>
            <p:cNvPr id="96" name="Freeform: Shape 95">
              <a:extLst>
                <a:ext uri="{FF2B5EF4-FFF2-40B4-BE49-F238E27FC236}">
                  <a16:creationId xmlns:a16="http://schemas.microsoft.com/office/drawing/2014/main" id="{059A242C-6887-D256-2680-027D046198C2}"/>
                </a:ext>
              </a:extLst>
            </p:cNvPr>
            <p:cNvSpPr/>
            <p:nvPr/>
          </p:nvSpPr>
          <p:spPr>
            <a:xfrm>
              <a:off x="9430464" y="2758610"/>
              <a:ext cx="2094795" cy="2619920"/>
            </a:xfrm>
            <a:custGeom>
              <a:avLst/>
              <a:gdLst>
                <a:gd name="connsiteX0" fmla="*/ 0 w 2094795"/>
                <a:gd name="connsiteY0" fmla="*/ 2619921 h 2619920"/>
                <a:gd name="connsiteX1" fmla="*/ 21155 w 2094795"/>
                <a:gd name="connsiteY1" fmla="*/ 2568403 h 2619920"/>
                <a:gd name="connsiteX2" fmla="*/ 42315 w 2094795"/>
                <a:gd name="connsiteY2" fmla="*/ 2337098 h 2619920"/>
                <a:gd name="connsiteX3" fmla="*/ 63470 w 2094795"/>
                <a:gd name="connsiteY3" fmla="*/ 2006984 h 2619920"/>
                <a:gd name="connsiteX4" fmla="*/ 84630 w 2094795"/>
                <a:gd name="connsiteY4" fmla="*/ 1659577 h 2619920"/>
                <a:gd name="connsiteX5" fmla="*/ 105785 w 2094795"/>
                <a:gd name="connsiteY5" fmla="*/ 1334789 h 2619920"/>
                <a:gd name="connsiteX6" fmla="*/ 126945 w 2094795"/>
                <a:gd name="connsiteY6" fmla="*/ 1048591 h 2619920"/>
                <a:gd name="connsiteX7" fmla="*/ 148120 w 2094795"/>
                <a:gd name="connsiteY7" fmla="*/ 805113 h 2619920"/>
                <a:gd name="connsiteX8" fmla="*/ 169275 w 2094795"/>
                <a:gd name="connsiteY8" fmla="*/ 603034 h 2619920"/>
                <a:gd name="connsiteX9" fmla="*/ 190435 w 2094795"/>
                <a:gd name="connsiteY9" fmla="*/ 438700 h 2619920"/>
                <a:gd name="connsiteX10" fmla="*/ 211590 w 2094795"/>
                <a:gd name="connsiteY10" fmla="*/ 307710 h 2619920"/>
                <a:gd name="connsiteX11" fmla="*/ 232751 w 2094795"/>
                <a:gd name="connsiteY11" fmla="*/ 205674 h 2619920"/>
                <a:gd name="connsiteX12" fmla="*/ 253906 w 2094795"/>
                <a:gd name="connsiteY12" fmla="*/ 128429 h 2619920"/>
                <a:gd name="connsiteX13" fmla="*/ 275066 w 2094795"/>
                <a:gd name="connsiteY13" fmla="*/ 72283 h 2619920"/>
                <a:gd name="connsiteX14" fmla="*/ 296221 w 2094795"/>
                <a:gd name="connsiteY14" fmla="*/ 33973 h 2619920"/>
                <a:gd name="connsiteX15" fmla="*/ 317381 w 2094795"/>
                <a:gd name="connsiteY15" fmla="*/ 10706 h 2619920"/>
                <a:gd name="connsiteX16" fmla="*/ 338556 w 2094795"/>
                <a:gd name="connsiteY16" fmla="*/ 78 h 2619920"/>
                <a:gd name="connsiteX17" fmla="*/ 359716 w 2094795"/>
                <a:gd name="connsiteY17" fmla="*/ 0 h 2619920"/>
                <a:gd name="connsiteX18" fmla="*/ 380871 w 2094795"/>
                <a:gd name="connsiteY18" fmla="*/ 8733 h 2619920"/>
                <a:gd name="connsiteX19" fmla="*/ 402026 w 2094795"/>
                <a:gd name="connsiteY19" fmla="*/ 24791 h 2619920"/>
                <a:gd name="connsiteX20" fmla="*/ 423186 w 2094795"/>
                <a:gd name="connsiteY20" fmla="*/ 46886 h 2619920"/>
                <a:gd name="connsiteX21" fmla="*/ 444341 w 2094795"/>
                <a:gd name="connsiteY21" fmla="*/ 73963 h 2619920"/>
                <a:gd name="connsiteX22" fmla="*/ 465501 w 2094795"/>
                <a:gd name="connsiteY22" fmla="*/ 105084 h 2619920"/>
                <a:gd name="connsiteX23" fmla="*/ 486656 w 2094795"/>
                <a:gd name="connsiteY23" fmla="*/ 139486 h 2619920"/>
                <a:gd name="connsiteX24" fmla="*/ 507816 w 2094795"/>
                <a:gd name="connsiteY24" fmla="*/ 176527 h 2619920"/>
                <a:gd name="connsiteX25" fmla="*/ 528991 w 2094795"/>
                <a:gd name="connsiteY25" fmla="*/ 215618 h 2619920"/>
                <a:gd name="connsiteX26" fmla="*/ 550151 w 2094795"/>
                <a:gd name="connsiteY26" fmla="*/ 256292 h 2619920"/>
                <a:gd name="connsiteX27" fmla="*/ 571306 w 2094795"/>
                <a:gd name="connsiteY27" fmla="*/ 298177 h 2619920"/>
                <a:gd name="connsiteX28" fmla="*/ 592467 w 2094795"/>
                <a:gd name="connsiteY28" fmla="*/ 340882 h 2619920"/>
                <a:gd name="connsiteX29" fmla="*/ 613622 w 2094795"/>
                <a:gd name="connsiteY29" fmla="*/ 384172 h 2619920"/>
                <a:gd name="connsiteX30" fmla="*/ 634782 w 2094795"/>
                <a:gd name="connsiteY30" fmla="*/ 427778 h 2619920"/>
                <a:gd name="connsiteX31" fmla="*/ 655937 w 2094795"/>
                <a:gd name="connsiteY31" fmla="*/ 471478 h 2619920"/>
                <a:gd name="connsiteX32" fmla="*/ 677092 w 2094795"/>
                <a:gd name="connsiteY32" fmla="*/ 515123 h 2619920"/>
                <a:gd name="connsiteX33" fmla="*/ 698252 w 2094795"/>
                <a:gd name="connsiteY33" fmla="*/ 558569 h 2619920"/>
                <a:gd name="connsiteX34" fmla="*/ 719427 w 2094795"/>
                <a:gd name="connsiteY34" fmla="*/ 601684 h 2619920"/>
                <a:gd name="connsiteX35" fmla="*/ 740587 w 2094795"/>
                <a:gd name="connsiteY35" fmla="*/ 644374 h 2619920"/>
                <a:gd name="connsiteX36" fmla="*/ 761742 w 2094795"/>
                <a:gd name="connsiteY36" fmla="*/ 686549 h 2619920"/>
                <a:gd name="connsiteX37" fmla="*/ 782902 w 2094795"/>
                <a:gd name="connsiteY37" fmla="*/ 728144 h 2619920"/>
                <a:gd name="connsiteX38" fmla="*/ 804057 w 2094795"/>
                <a:gd name="connsiteY38" fmla="*/ 769109 h 2619920"/>
                <a:gd name="connsiteX39" fmla="*/ 825217 w 2094795"/>
                <a:gd name="connsiteY39" fmla="*/ 809394 h 2619920"/>
                <a:gd name="connsiteX40" fmla="*/ 846372 w 2094795"/>
                <a:gd name="connsiteY40" fmla="*/ 848973 h 2619920"/>
                <a:gd name="connsiteX41" fmla="*/ 867532 w 2094795"/>
                <a:gd name="connsiteY41" fmla="*/ 887807 h 2619920"/>
                <a:gd name="connsiteX42" fmla="*/ 888687 w 2094795"/>
                <a:gd name="connsiteY42" fmla="*/ 925866 h 2619920"/>
                <a:gd name="connsiteX43" fmla="*/ 909862 w 2094795"/>
                <a:gd name="connsiteY43" fmla="*/ 963180 h 2619920"/>
                <a:gd name="connsiteX44" fmla="*/ 931022 w 2094795"/>
                <a:gd name="connsiteY44" fmla="*/ 999674 h 2619920"/>
                <a:gd name="connsiteX45" fmla="*/ 952177 w 2094795"/>
                <a:gd name="connsiteY45" fmla="*/ 1035403 h 2619920"/>
                <a:gd name="connsiteX46" fmla="*/ 973338 w 2094795"/>
                <a:gd name="connsiteY46" fmla="*/ 1070336 h 2619920"/>
                <a:gd name="connsiteX47" fmla="*/ 994492 w 2094795"/>
                <a:gd name="connsiteY47" fmla="*/ 1104484 h 2619920"/>
                <a:gd name="connsiteX48" fmla="*/ 1015653 w 2094795"/>
                <a:gd name="connsiteY48" fmla="*/ 1137852 h 2619920"/>
                <a:gd name="connsiteX49" fmla="*/ 1036808 w 2094795"/>
                <a:gd name="connsiteY49" fmla="*/ 1170435 h 2619920"/>
                <a:gd name="connsiteX50" fmla="*/ 1057968 w 2094795"/>
                <a:gd name="connsiteY50" fmla="*/ 1202238 h 2619920"/>
                <a:gd name="connsiteX51" fmla="*/ 1079123 w 2094795"/>
                <a:gd name="connsiteY51" fmla="*/ 1233300 h 2619920"/>
                <a:gd name="connsiteX52" fmla="*/ 1100303 w 2094795"/>
                <a:gd name="connsiteY52" fmla="*/ 1263602 h 2619920"/>
                <a:gd name="connsiteX53" fmla="*/ 1121458 w 2094795"/>
                <a:gd name="connsiteY53" fmla="*/ 1293179 h 2619920"/>
                <a:gd name="connsiteX54" fmla="*/ 1142618 w 2094795"/>
                <a:gd name="connsiteY54" fmla="*/ 1322036 h 2619920"/>
                <a:gd name="connsiteX55" fmla="*/ 1163773 w 2094795"/>
                <a:gd name="connsiteY55" fmla="*/ 1350188 h 2619920"/>
                <a:gd name="connsiteX56" fmla="*/ 1184928 w 2094795"/>
                <a:gd name="connsiteY56" fmla="*/ 1377634 h 2619920"/>
                <a:gd name="connsiteX57" fmla="*/ 1206088 w 2094795"/>
                <a:gd name="connsiteY57" fmla="*/ 1404396 h 2619920"/>
                <a:gd name="connsiteX58" fmla="*/ 1227243 w 2094795"/>
                <a:gd name="connsiteY58" fmla="*/ 1430517 h 2619920"/>
                <a:gd name="connsiteX59" fmla="*/ 1248403 w 2094795"/>
                <a:gd name="connsiteY59" fmla="*/ 1455973 h 2619920"/>
                <a:gd name="connsiteX60" fmla="*/ 1269558 w 2094795"/>
                <a:gd name="connsiteY60" fmla="*/ 1480784 h 2619920"/>
                <a:gd name="connsiteX61" fmla="*/ 1290738 w 2094795"/>
                <a:gd name="connsiteY61" fmla="*/ 1504990 h 2619920"/>
                <a:gd name="connsiteX62" fmla="*/ 1311893 w 2094795"/>
                <a:gd name="connsiteY62" fmla="*/ 1528585 h 2619920"/>
                <a:gd name="connsiteX63" fmla="*/ 1333053 w 2094795"/>
                <a:gd name="connsiteY63" fmla="*/ 1551601 h 2619920"/>
                <a:gd name="connsiteX64" fmla="*/ 1354208 w 2094795"/>
                <a:gd name="connsiteY64" fmla="*/ 1574026 h 2619920"/>
                <a:gd name="connsiteX65" fmla="*/ 1375368 w 2094795"/>
                <a:gd name="connsiteY65" fmla="*/ 1595906 h 2619920"/>
                <a:gd name="connsiteX66" fmla="*/ 1396523 w 2094795"/>
                <a:gd name="connsiteY66" fmla="*/ 1617242 h 2619920"/>
                <a:gd name="connsiteX67" fmla="*/ 1417683 w 2094795"/>
                <a:gd name="connsiteY67" fmla="*/ 1638026 h 2619920"/>
                <a:gd name="connsiteX68" fmla="*/ 1438839 w 2094795"/>
                <a:gd name="connsiteY68" fmla="*/ 1658326 h 2619920"/>
                <a:gd name="connsiteX69" fmla="*/ 1459994 w 2094795"/>
                <a:gd name="connsiteY69" fmla="*/ 1678096 h 2619920"/>
                <a:gd name="connsiteX70" fmla="*/ 1481174 w 2094795"/>
                <a:gd name="connsiteY70" fmla="*/ 1697376 h 2619920"/>
                <a:gd name="connsiteX71" fmla="*/ 1502329 w 2094795"/>
                <a:gd name="connsiteY71" fmla="*/ 1716190 h 2619920"/>
                <a:gd name="connsiteX72" fmla="*/ 1523489 w 2094795"/>
                <a:gd name="connsiteY72" fmla="*/ 1734535 h 2619920"/>
                <a:gd name="connsiteX73" fmla="*/ 1544644 w 2094795"/>
                <a:gd name="connsiteY73" fmla="*/ 1752429 h 2619920"/>
                <a:gd name="connsiteX74" fmla="*/ 1565804 w 2094795"/>
                <a:gd name="connsiteY74" fmla="*/ 1769873 h 2619920"/>
                <a:gd name="connsiteX75" fmla="*/ 1586959 w 2094795"/>
                <a:gd name="connsiteY75" fmla="*/ 1786912 h 2619920"/>
                <a:gd name="connsiteX76" fmla="*/ 1608119 w 2094795"/>
                <a:gd name="connsiteY76" fmla="*/ 1803516 h 2619920"/>
                <a:gd name="connsiteX77" fmla="*/ 1629274 w 2094795"/>
                <a:gd name="connsiteY77" fmla="*/ 1819730 h 2619920"/>
                <a:gd name="connsiteX78" fmla="*/ 1650434 w 2094795"/>
                <a:gd name="connsiteY78" fmla="*/ 1835534 h 2619920"/>
                <a:gd name="connsiteX79" fmla="*/ 1671609 w 2094795"/>
                <a:gd name="connsiteY79" fmla="*/ 1850967 h 2619920"/>
                <a:gd name="connsiteX80" fmla="*/ 1692764 w 2094795"/>
                <a:gd name="connsiteY80" fmla="*/ 1866031 h 2619920"/>
                <a:gd name="connsiteX81" fmla="*/ 1713924 w 2094795"/>
                <a:gd name="connsiteY81" fmla="*/ 1880724 h 2619920"/>
                <a:gd name="connsiteX82" fmla="*/ 1735079 w 2094795"/>
                <a:gd name="connsiteY82" fmla="*/ 1895083 h 2619920"/>
                <a:gd name="connsiteX83" fmla="*/ 1756239 w 2094795"/>
                <a:gd name="connsiteY83" fmla="*/ 1909086 h 2619920"/>
                <a:gd name="connsiteX84" fmla="*/ 1777394 w 2094795"/>
                <a:gd name="connsiteY84" fmla="*/ 1922744 h 2619920"/>
                <a:gd name="connsiteX85" fmla="*/ 1798554 w 2094795"/>
                <a:gd name="connsiteY85" fmla="*/ 1936108 h 2619920"/>
                <a:gd name="connsiteX86" fmla="*/ 1819709 w 2094795"/>
                <a:gd name="connsiteY86" fmla="*/ 1949136 h 2619920"/>
                <a:gd name="connsiteX87" fmla="*/ 1840890 w 2094795"/>
                <a:gd name="connsiteY87" fmla="*/ 1961854 h 2619920"/>
                <a:gd name="connsiteX88" fmla="*/ 1862045 w 2094795"/>
                <a:gd name="connsiteY88" fmla="*/ 1974282 h 2619920"/>
                <a:gd name="connsiteX89" fmla="*/ 1883205 w 2094795"/>
                <a:gd name="connsiteY89" fmla="*/ 1986430 h 2619920"/>
                <a:gd name="connsiteX90" fmla="*/ 1904360 w 2094795"/>
                <a:gd name="connsiteY90" fmla="*/ 1998267 h 2619920"/>
                <a:gd name="connsiteX91" fmla="*/ 1925515 w 2094795"/>
                <a:gd name="connsiteY91" fmla="*/ 2009855 h 2619920"/>
                <a:gd name="connsiteX92" fmla="*/ 1946675 w 2094795"/>
                <a:gd name="connsiteY92" fmla="*/ 2021168 h 2619920"/>
                <a:gd name="connsiteX93" fmla="*/ 1967830 w 2094795"/>
                <a:gd name="connsiteY93" fmla="*/ 2032225 h 2619920"/>
                <a:gd name="connsiteX94" fmla="*/ 1988990 w 2094795"/>
                <a:gd name="connsiteY94" fmla="*/ 2043028 h 2619920"/>
                <a:gd name="connsiteX95" fmla="*/ 2010145 w 2094795"/>
                <a:gd name="connsiteY95" fmla="*/ 2053596 h 2619920"/>
                <a:gd name="connsiteX96" fmla="*/ 2031325 w 2094795"/>
                <a:gd name="connsiteY96" fmla="*/ 2063908 h 2619920"/>
                <a:gd name="connsiteX97" fmla="*/ 2052480 w 2094795"/>
                <a:gd name="connsiteY97" fmla="*/ 2073991 h 2619920"/>
                <a:gd name="connsiteX98" fmla="*/ 2073640 w 2094795"/>
                <a:gd name="connsiteY98" fmla="*/ 2083838 h 2619920"/>
                <a:gd name="connsiteX99" fmla="*/ 2094795 w 2094795"/>
                <a:gd name="connsiteY99" fmla="*/ 2093490 h 26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094795" h="2619920">
                  <a:moveTo>
                    <a:pt x="0" y="2619921"/>
                  </a:moveTo>
                  <a:lnTo>
                    <a:pt x="21155" y="2568403"/>
                  </a:lnTo>
                  <a:lnTo>
                    <a:pt x="42315" y="2337098"/>
                  </a:lnTo>
                  <a:lnTo>
                    <a:pt x="63470" y="2006984"/>
                  </a:lnTo>
                  <a:lnTo>
                    <a:pt x="84630" y="1659577"/>
                  </a:lnTo>
                  <a:lnTo>
                    <a:pt x="105785" y="1334789"/>
                  </a:lnTo>
                  <a:lnTo>
                    <a:pt x="126945" y="1048591"/>
                  </a:lnTo>
                  <a:lnTo>
                    <a:pt x="148120" y="805113"/>
                  </a:lnTo>
                  <a:lnTo>
                    <a:pt x="169275" y="603034"/>
                  </a:lnTo>
                  <a:lnTo>
                    <a:pt x="190435" y="438700"/>
                  </a:lnTo>
                  <a:lnTo>
                    <a:pt x="211590" y="307710"/>
                  </a:lnTo>
                  <a:lnTo>
                    <a:pt x="232751" y="205674"/>
                  </a:lnTo>
                  <a:lnTo>
                    <a:pt x="253906" y="128429"/>
                  </a:lnTo>
                  <a:lnTo>
                    <a:pt x="275066" y="72283"/>
                  </a:lnTo>
                  <a:lnTo>
                    <a:pt x="296221" y="33973"/>
                  </a:lnTo>
                  <a:lnTo>
                    <a:pt x="317381" y="10706"/>
                  </a:lnTo>
                  <a:lnTo>
                    <a:pt x="338556" y="78"/>
                  </a:lnTo>
                  <a:lnTo>
                    <a:pt x="359716" y="0"/>
                  </a:lnTo>
                  <a:lnTo>
                    <a:pt x="380871" y="8733"/>
                  </a:lnTo>
                  <a:lnTo>
                    <a:pt x="402026" y="24791"/>
                  </a:lnTo>
                  <a:lnTo>
                    <a:pt x="423186" y="46886"/>
                  </a:lnTo>
                  <a:lnTo>
                    <a:pt x="444341" y="73963"/>
                  </a:lnTo>
                  <a:lnTo>
                    <a:pt x="465501" y="105084"/>
                  </a:lnTo>
                  <a:lnTo>
                    <a:pt x="486656" y="139486"/>
                  </a:lnTo>
                  <a:lnTo>
                    <a:pt x="507816" y="176527"/>
                  </a:lnTo>
                  <a:lnTo>
                    <a:pt x="528991" y="215618"/>
                  </a:lnTo>
                  <a:lnTo>
                    <a:pt x="550151" y="256292"/>
                  </a:lnTo>
                  <a:lnTo>
                    <a:pt x="571306" y="298177"/>
                  </a:lnTo>
                  <a:lnTo>
                    <a:pt x="592467" y="340882"/>
                  </a:lnTo>
                  <a:lnTo>
                    <a:pt x="613622" y="384172"/>
                  </a:lnTo>
                  <a:lnTo>
                    <a:pt x="634782" y="427778"/>
                  </a:lnTo>
                  <a:lnTo>
                    <a:pt x="655937" y="471478"/>
                  </a:lnTo>
                  <a:lnTo>
                    <a:pt x="677092" y="515123"/>
                  </a:lnTo>
                  <a:lnTo>
                    <a:pt x="698252" y="558569"/>
                  </a:lnTo>
                  <a:lnTo>
                    <a:pt x="719427" y="601684"/>
                  </a:lnTo>
                  <a:lnTo>
                    <a:pt x="740587" y="644374"/>
                  </a:lnTo>
                  <a:lnTo>
                    <a:pt x="761742" y="686549"/>
                  </a:lnTo>
                  <a:lnTo>
                    <a:pt x="782902" y="728144"/>
                  </a:lnTo>
                  <a:lnTo>
                    <a:pt x="804057" y="769109"/>
                  </a:lnTo>
                  <a:lnTo>
                    <a:pt x="825217" y="809394"/>
                  </a:lnTo>
                  <a:lnTo>
                    <a:pt x="846372" y="848973"/>
                  </a:lnTo>
                  <a:lnTo>
                    <a:pt x="867532" y="887807"/>
                  </a:lnTo>
                  <a:lnTo>
                    <a:pt x="888687" y="925866"/>
                  </a:lnTo>
                  <a:lnTo>
                    <a:pt x="909862" y="963180"/>
                  </a:lnTo>
                  <a:lnTo>
                    <a:pt x="931022" y="999674"/>
                  </a:lnTo>
                  <a:lnTo>
                    <a:pt x="952177" y="1035403"/>
                  </a:lnTo>
                  <a:lnTo>
                    <a:pt x="973338" y="1070336"/>
                  </a:lnTo>
                  <a:lnTo>
                    <a:pt x="994492" y="1104484"/>
                  </a:lnTo>
                  <a:lnTo>
                    <a:pt x="1015653" y="1137852"/>
                  </a:lnTo>
                  <a:lnTo>
                    <a:pt x="1036808" y="1170435"/>
                  </a:lnTo>
                  <a:lnTo>
                    <a:pt x="1057968" y="1202238"/>
                  </a:lnTo>
                  <a:lnTo>
                    <a:pt x="1079123" y="1233300"/>
                  </a:lnTo>
                  <a:lnTo>
                    <a:pt x="1100303" y="1263602"/>
                  </a:lnTo>
                  <a:lnTo>
                    <a:pt x="1121458" y="1293179"/>
                  </a:lnTo>
                  <a:lnTo>
                    <a:pt x="1142618" y="1322036"/>
                  </a:lnTo>
                  <a:lnTo>
                    <a:pt x="1163773" y="1350188"/>
                  </a:lnTo>
                  <a:lnTo>
                    <a:pt x="1184928" y="1377634"/>
                  </a:lnTo>
                  <a:lnTo>
                    <a:pt x="1206088" y="1404396"/>
                  </a:lnTo>
                  <a:lnTo>
                    <a:pt x="1227243" y="1430517"/>
                  </a:lnTo>
                  <a:lnTo>
                    <a:pt x="1248403" y="1455973"/>
                  </a:lnTo>
                  <a:lnTo>
                    <a:pt x="1269558" y="1480784"/>
                  </a:lnTo>
                  <a:lnTo>
                    <a:pt x="1290738" y="1504990"/>
                  </a:lnTo>
                  <a:lnTo>
                    <a:pt x="1311893" y="1528585"/>
                  </a:lnTo>
                  <a:lnTo>
                    <a:pt x="1333053" y="1551601"/>
                  </a:lnTo>
                  <a:lnTo>
                    <a:pt x="1354208" y="1574026"/>
                  </a:lnTo>
                  <a:lnTo>
                    <a:pt x="1375368" y="1595906"/>
                  </a:lnTo>
                  <a:lnTo>
                    <a:pt x="1396523" y="1617242"/>
                  </a:lnTo>
                  <a:lnTo>
                    <a:pt x="1417683" y="1638026"/>
                  </a:lnTo>
                  <a:lnTo>
                    <a:pt x="1438839" y="1658326"/>
                  </a:lnTo>
                  <a:lnTo>
                    <a:pt x="1459994" y="1678096"/>
                  </a:lnTo>
                  <a:lnTo>
                    <a:pt x="1481174" y="1697376"/>
                  </a:lnTo>
                  <a:lnTo>
                    <a:pt x="1502329" y="1716190"/>
                  </a:lnTo>
                  <a:lnTo>
                    <a:pt x="1523489" y="1734535"/>
                  </a:lnTo>
                  <a:lnTo>
                    <a:pt x="1544644" y="1752429"/>
                  </a:lnTo>
                  <a:lnTo>
                    <a:pt x="1565804" y="1769873"/>
                  </a:lnTo>
                  <a:lnTo>
                    <a:pt x="1586959" y="1786912"/>
                  </a:lnTo>
                  <a:lnTo>
                    <a:pt x="1608119" y="1803516"/>
                  </a:lnTo>
                  <a:lnTo>
                    <a:pt x="1629274" y="1819730"/>
                  </a:lnTo>
                  <a:lnTo>
                    <a:pt x="1650434" y="1835534"/>
                  </a:lnTo>
                  <a:lnTo>
                    <a:pt x="1671609" y="1850967"/>
                  </a:lnTo>
                  <a:lnTo>
                    <a:pt x="1692764" y="1866031"/>
                  </a:lnTo>
                  <a:lnTo>
                    <a:pt x="1713924" y="1880724"/>
                  </a:lnTo>
                  <a:lnTo>
                    <a:pt x="1735079" y="1895083"/>
                  </a:lnTo>
                  <a:lnTo>
                    <a:pt x="1756239" y="1909086"/>
                  </a:lnTo>
                  <a:lnTo>
                    <a:pt x="1777394" y="1922744"/>
                  </a:lnTo>
                  <a:lnTo>
                    <a:pt x="1798554" y="1936108"/>
                  </a:lnTo>
                  <a:lnTo>
                    <a:pt x="1819709" y="1949136"/>
                  </a:lnTo>
                  <a:lnTo>
                    <a:pt x="1840890" y="1961854"/>
                  </a:lnTo>
                  <a:lnTo>
                    <a:pt x="1862045" y="1974282"/>
                  </a:lnTo>
                  <a:lnTo>
                    <a:pt x="1883205" y="1986430"/>
                  </a:lnTo>
                  <a:lnTo>
                    <a:pt x="1904360" y="1998267"/>
                  </a:lnTo>
                  <a:lnTo>
                    <a:pt x="1925515" y="2009855"/>
                  </a:lnTo>
                  <a:lnTo>
                    <a:pt x="1946675" y="2021168"/>
                  </a:lnTo>
                  <a:lnTo>
                    <a:pt x="1967830" y="2032225"/>
                  </a:lnTo>
                  <a:lnTo>
                    <a:pt x="1988990" y="2043028"/>
                  </a:lnTo>
                  <a:lnTo>
                    <a:pt x="2010145" y="2053596"/>
                  </a:lnTo>
                  <a:lnTo>
                    <a:pt x="2031325" y="2063908"/>
                  </a:lnTo>
                  <a:lnTo>
                    <a:pt x="2052480" y="2073991"/>
                  </a:lnTo>
                  <a:lnTo>
                    <a:pt x="2073640" y="2083838"/>
                  </a:lnTo>
                  <a:lnTo>
                    <a:pt x="2094795" y="2093490"/>
                  </a:lnTo>
                </a:path>
              </a:pathLst>
            </a:custGeom>
            <a:noFill/>
            <a:ln w="10653" cap="flat">
              <a:solidFill>
                <a:srgbClr val="EA2123"/>
              </a:solidFill>
              <a:prstDash val="solid"/>
              <a:round/>
            </a:ln>
          </p:spPr>
          <p:txBody>
            <a:bodyPr rtlCol="0" anchor="ctr"/>
            <a:lstStyle/>
            <a:p>
              <a:endParaRPr lang="en-US" noProof="0"/>
            </a:p>
          </p:txBody>
        </p:sp>
        <p:cxnSp>
          <p:nvCxnSpPr>
            <p:cNvPr id="134" name="Straight Arrow Connector 133">
              <a:extLst>
                <a:ext uri="{FF2B5EF4-FFF2-40B4-BE49-F238E27FC236}">
                  <a16:creationId xmlns:a16="http://schemas.microsoft.com/office/drawing/2014/main" id="{1C96A3A7-2E5F-CBE4-4ABB-762F2308FFDD}"/>
                </a:ext>
              </a:extLst>
            </p:cNvPr>
            <p:cNvCxnSpPr>
              <a:cxnSpLocks/>
            </p:cNvCxnSpPr>
            <p:nvPr/>
          </p:nvCxnSpPr>
          <p:spPr>
            <a:xfrm>
              <a:off x="6724650" y="5378530"/>
              <a:ext cx="2450306"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36" name="Straight Arrow Connector 135">
              <a:extLst>
                <a:ext uri="{FF2B5EF4-FFF2-40B4-BE49-F238E27FC236}">
                  <a16:creationId xmlns:a16="http://schemas.microsoft.com/office/drawing/2014/main" id="{55EE6126-991D-7911-2910-24625BF42ECD}"/>
                </a:ext>
              </a:extLst>
            </p:cNvPr>
            <p:cNvCxnSpPr>
              <a:cxnSpLocks/>
            </p:cNvCxnSpPr>
            <p:nvPr/>
          </p:nvCxnSpPr>
          <p:spPr>
            <a:xfrm>
              <a:off x="9301816" y="5378530"/>
              <a:ext cx="2450306"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37" name="Straight Arrow Connector 136">
              <a:extLst>
                <a:ext uri="{FF2B5EF4-FFF2-40B4-BE49-F238E27FC236}">
                  <a16:creationId xmlns:a16="http://schemas.microsoft.com/office/drawing/2014/main" id="{DE3395B6-476C-DCC9-E530-A042C31C69BD}"/>
                </a:ext>
              </a:extLst>
            </p:cNvPr>
            <p:cNvCxnSpPr>
              <a:cxnSpLocks/>
            </p:cNvCxnSpPr>
            <p:nvPr/>
          </p:nvCxnSpPr>
          <p:spPr>
            <a:xfrm flipH="1">
              <a:off x="7908926" y="2758610"/>
              <a:ext cx="10705" cy="261992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140" name="Straight Arrow Connector 139">
              <a:extLst>
                <a:ext uri="{FF2B5EF4-FFF2-40B4-BE49-F238E27FC236}">
                  <a16:creationId xmlns:a16="http://schemas.microsoft.com/office/drawing/2014/main" id="{D58A26AA-9996-6CEB-20D9-DA599ABEAFA7}"/>
                </a:ext>
              </a:extLst>
            </p:cNvPr>
            <p:cNvCxnSpPr>
              <a:cxnSpLocks/>
            </p:cNvCxnSpPr>
            <p:nvPr/>
          </p:nvCxnSpPr>
          <p:spPr>
            <a:xfrm flipH="1">
              <a:off x="9769476" y="2758610"/>
              <a:ext cx="10705" cy="261992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141" name="Straight Arrow Connector 140">
              <a:extLst>
                <a:ext uri="{FF2B5EF4-FFF2-40B4-BE49-F238E27FC236}">
                  <a16:creationId xmlns:a16="http://schemas.microsoft.com/office/drawing/2014/main" id="{1D007D66-7DF2-7F70-E508-5E129B92E12D}"/>
                </a:ext>
              </a:extLst>
            </p:cNvPr>
            <p:cNvCxnSpPr>
              <a:cxnSpLocks/>
            </p:cNvCxnSpPr>
            <p:nvPr/>
          </p:nvCxnSpPr>
          <p:spPr>
            <a:xfrm flipH="1">
              <a:off x="9998882" y="3095160"/>
              <a:ext cx="10705" cy="228600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142" name="Straight Arrow Connector 141">
              <a:extLst>
                <a:ext uri="{FF2B5EF4-FFF2-40B4-BE49-F238E27FC236}">
                  <a16:creationId xmlns:a16="http://schemas.microsoft.com/office/drawing/2014/main" id="{C52FA671-2CF9-CCDF-A085-C28A844E86D2}"/>
                </a:ext>
              </a:extLst>
            </p:cNvPr>
            <p:cNvCxnSpPr>
              <a:cxnSpLocks/>
            </p:cNvCxnSpPr>
            <p:nvPr/>
          </p:nvCxnSpPr>
          <p:spPr>
            <a:xfrm flipH="1">
              <a:off x="10228288" y="3533310"/>
              <a:ext cx="10705" cy="182880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sp>
          <p:nvSpPr>
            <p:cNvPr id="146" name="TextBox 145">
              <a:extLst>
                <a:ext uri="{FF2B5EF4-FFF2-40B4-BE49-F238E27FC236}">
                  <a16:creationId xmlns:a16="http://schemas.microsoft.com/office/drawing/2014/main" id="{A51AF8FA-0FEC-1E11-F19A-65C7FCD4B968}"/>
                </a:ext>
              </a:extLst>
            </p:cNvPr>
            <p:cNvSpPr txBox="1"/>
            <p:nvPr/>
          </p:nvSpPr>
          <p:spPr>
            <a:xfrm>
              <a:off x="7688681" y="2153595"/>
              <a:ext cx="909219" cy="594725"/>
            </a:xfrm>
            <a:prstGeom prst="rect">
              <a:avLst/>
            </a:prstGeom>
            <a:noFill/>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Mode</a:t>
              </a:r>
            </a:p>
            <a:p>
              <a:pPr marR="0" lvl="0" defTabSz="914400" rtl="0" eaLnBrk="1" fontAlgn="auto" latinLnBrk="0" hangingPunct="1">
                <a:lnSpc>
                  <a:spcPct val="100000"/>
                </a:lnSpc>
                <a:spcBef>
                  <a:spcPts val="0"/>
                </a:spcBef>
                <a:spcAft>
                  <a:spcPts val="0"/>
                </a:spcAft>
                <a:buClrTx/>
                <a:buSzTx/>
                <a:tabLst/>
                <a:defRPr/>
              </a:pPr>
              <a:r>
                <a:rPr lang="en-US" sz="900" noProof="0">
                  <a:solidFill>
                    <a:prstClr val="black"/>
                  </a:solidFill>
                  <a:latin typeface="Aptos" panose="020B0004020202020204"/>
                </a:rPr>
                <a:t>Mean</a:t>
              </a:r>
            </a:p>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Median</a:t>
              </a:r>
            </a:p>
          </p:txBody>
        </p:sp>
        <p:sp>
          <p:nvSpPr>
            <p:cNvPr id="147" name="TextBox 146">
              <a:extLst>
                <a:ext uri="{FF2B5EF4-FFF2-40B4-BE49-F238E27FC236}">
                  <a16:creationId xmlns:a16="http://schemas.microsoft.com/office/drawing/2014/main" id="{7411DC04-589D-EE3D-17BE-3233F1A962D1}"/>
                </a:ext>
              </a:extLst>
            </p:cNvPr>
            <p:cNvSpPr txBox="1"/>
            <p:nvPr/>
          </p:nvSpPr>
          <p:spPr>
            <a:xfrm>
              <a:off x="9572986" y="2504693"/>
              <a:ext cx="909219" cy="270329"/>
            </a:xfrm>
            <a:prstGeom prst="rect">
              <a:avLst/>
            </a:prstGeom>
            <a:noFill/>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Mode</a:t>
              </a:r>
            </a:p>
          </p:txBody>
        </p:sp>
        <p:sp>
          <p:nvSpPr>
            <p:cNvPr id="151" name="TextBox 150">
              <a:extLst>
                <a:ext uri="{FF2B5EF4-FFF2-40B4-BE49-F238E27FC236}">
                  <a16:creationId xmlns:a16="http://schemas.microsoft.com/office/drawing/2014/main" id="{A27198FA-EF36-32E4-5A4E-11BD50F44C1D}"/>
                </a:ext>
              </a:extLst>
            </p:cNvPr>
            <p:cNvSpPr txBox="1"/>
            <p:nvPr/>
          </p:nvSpPr>
          <p:spPr>
            <a:xfrm>
              <a:off x="9931399" y="2859736"/>
              <a:ext cx="774700" cy="4325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Median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152" name="TextBox 151">
              <a:extLst>
                <a:ext uri="{FF2B5EF4-FFF2-40B4-BE49-F238E27FC236}">
                  <a16:creationId xmlns:a16="http://schemas.microsoft.com/office/drawing/2014/main" id="{06ADC1AF-2ECF-8D31-3D76-646968518E83}"/>
                </a:ext>
              </a:extLst>
            </p:cNvPr>
            <p:cNvSpPr txBox="1"/>
            <p:nvPr/>
          </p:nvSpPr>
          <p:spPr>
            <a:xfrm>
              <a:off x="10190655" y="3286058"/>
              <a:ext cx="774700" cy="27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Mean</a:t>
              </a:r>
            </a:p>
          </p:txBody>
        </p:sp>
      </p:grpSp>
      <p:sp>
        <p:nvSpPr>
          <p:cNvPr id="155" name="TextBox 154">
            <a:extLst>
              <a:ext uri="{FF2B5EF4-FFF2-40B4-BE49-F238E27FC236}">
                <a16:creationId xmlns:a16="http://schemas.microsoft.com/office/drawing/2014/main" id="{4BE506E7-0EC6-0DE2-CF5F-9769BE1E95C2}"/>
              </a:ext>
            </a:extLst>
          </p:cNvPr>
          <p:cNvSpPr txBox="1"/>
          <p:nvPr/>
        </p:nvSpPr>
        <p:spPr>
          <a:xfrm>
            <a:off x="6709208" y="2114111"/>
            <a:ext cx="4853189" cy="738664"/>
          </a:xfrm>
          <a:prstGeom prst="rect">
            <a:avLst/>
          </a:prstGeom>
          <a:noFill/>
        </p:spPr>
        <p:txBody>
          <a:bodyPr wrap="square">
            <a:spAutoFit/>
          </a:bodyPr>
          <a:lstStyle/>
          <a:p>
            <a:r>
              <a:rPr lang="en-US" sz="1400" noProof="0"/>
              <a:t>The median is the central value in an ordered list of data. </a:t>
            </a:r>
            <a:r>
              <a:rPr lang="en-US" sz="1400" b="1" noProof="0">
                <a:highlight>
                  <a:srgbClr val="FFC000"/>
                </a:highlight>
              </a:rPr>
              <a:t>Because the median is less affected by extreme values and outliers</a:t>
            </a:r>
            <a:r>
              <a:rPr lang="en-US" sz="1400" noProof="0"/>
              <a:t>, it is considered more “robust” than the mean.</a:t>
            </a:r>
          </a:p>
        </p:txBody>
      </p:sp>
      <p:sp>
        <p:nvSpPr>
          <p:cNvPr id="16" name="Título 1">
            <a:extLst>
              <a:ext uri="{FF2B5EF4-FFF2-40B4-BE49-F238E27FC236}">
                <a16:creationId xmlns:a16="http://schemas.microsoft.com/office/drawing/2014/main" id="{0C058643-D3CF-D39A-D438-F9A50B4B3EF9}"/>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grpSp>
        <p:nvGrpSpPr>
          <p:cNvPr id="18" name="Group 17">
            <a:extLst>
              <a:ext uri="{FF2B5EF4-FFF2-40B4-BE49-F238E27FC236}">
                <a16:creationId xmlns:a16="http://schemas.microsoft.com/office/drawing/2014/main" id="{6598B729-4D1C-D4AF-5F88-39EAA2DB2297}"/>
              </a:ext>
            </a:extLst>
          </p:cNvPr>
          <p:cNvGrpSpPr/>
          <p:nvPr/>
        </p:nvGrpSpPr>
        <p:grpSpPr>
          <a:xfrm>
            <a:off x="891590" y="1558546"/>
            <a:ext cx="2701908" cy="646331"/>
            <a:chOff x="1217679" y="3449509"/>
            <a:chExt cx="2701908" cy="646331"/>
          </a:xfrm>
        </p:grpSpPr>
        <p:sp>
          <p:nvSpPr>
            <p:cNvPr id="19" name="TextBox 18">
              <a:extLst>
                <a:ext uri="{FF2B5EF4-FFF2-40B4-BE49-F238E27FC236}">
                  <a16:creationId xmlns:a16="http://schemas.microsoft.com/office/drawing/2014/main" id="{5D32914B-152E-C8CA-881F-B18B1406EA5A}"/>
                </a:ext>
              </a:extLst>
            </p:cNvPr>
            <p:cNvSpPr txBox="1"/>
            <p:nvPr/>
          </p:nvSpPr>
          <p:spPr>
            <a:xfrm>
              <a:off x="1771873" y="3518854"/>
              <a:ext cx="2147714" cy="507639"/>
            </a:xfrm>
            <a:prstGeom prst="rect">
              <a:avLst/>
            </a:prstGeom>
            <a:noFill/>
          </p:spPr>
          <p:txBody>
            <a:bodyPr wrap="square">
              <a:spAutoFit/>
            </a:bodyPr>
            <a:lstStyle/>
            <a:p>
              <a:pPr>
                <a:lnSpc>
                  <a:spcPts val="1600"/>
                </a:lnSpc>
              </a:pPr>
              <a:r>
                <a:rPr lang="en-US" sz="1600" b="1" noProof="0"/>
                <a:t>Continuous univariate</a:t>
              </a:r>
              <a:endParaRPr lang="en-US" sz="1600" noProof="0">
                <a:solidFill>
                  <a:schemeClr val="accent5"/>
                </a:solidFill>
                <a:latin typeface="Corbel" panose="020B0503020204020204" pitchFamily="34" charset="0"/>
              </a:endParaRPr>
            </a:p>
          </p:txBody>
        </p:sp>
        <p:sp>
          <p:nvSpPr>
            <p:cNvPr id="20" name="TextBox 19">
              <a:extLst>
                <a:ext uri="{FF2B5EF4-FFF2-40B4-BE49-F238E27FC236}">
                  <a16:creationId xmlns:a16="http://schemas.microsoft.com/office/drawing/2014/main" id="{7A61B418-07F5-A7F0-D5E4-20DFFD95F08F}"/>
                </a:ext>
              </a:extLst>
            </p:cNvPr>
            <p:cNvSpPr txBox="1"/>
            <p:nvPr/>
          </p:nvSpPr>
          <p:spPr>
            <a:xfrm>
              <a:off x="1217679" y="3449509"/>
              <a:ext cx="1289638" cy="646331"/>
            </a:xfrm>
            <a:prstGeom prst="rect">
              <a:avLst/>
            </a:prstGeom>
            <a:noFill/>
          </p:spPr>
          <p:txBody>
            <a:bodyPr wrap="square">
              <a:spAutoFit/>
            </a:bodyPr>
            <a:lstStyle/>
            <a:p>
              <a:r>
                <a:rPr lang="en-US" sz="3600" noProof="0">
                  <a:solidFill>
                    <a:srgbClr val="FF0000"/>
                  </a:solidFill>
                  <a:latin typeface="Aptos Black" panose="020B0004020202020204" pitchFamily="34" charset="0"/>
                </a:rPr>
                <a:t>1.</a:t>
              </a:r>
              <a:endParaRPr lang="en-US" sz="3600" b="1" noProof="0">
                <a:solidFill>
                  <a:srgbClr val="FF0000"/>
                </a:solidFill>
                <a:latin typeface="Aptos Black" panose="020B0004020202020204" pitchFamily="34" charset="0"/>
              </a:endParaRPr>
            </a:p>
          </p:txBody>
        </p:sp>
      </p:grpSp>
      <p:grpSp>
        <p:nvGrpSpPr>
          <p:cNvPr id="2" name="Group 1">
            <a:extLst>
              <a:ext uri="{FF2B5EF4-FFF2-40B4-BE49-F238E27FC236}">
                <a16:creationId xmlns:a16="http://schemas.microsoft.com/office/drawing/2014/main" id="{4555060C-6A4B-8C37-4E7B-C346992FC069}"/>
              </a:ext>
            </a:extLst>
          </p:cNvPr>
          <p:cNvGrpSpPr/>
          <p:nvPr/>
        </p:nvGrpSpPr>
        <p:grpSpPr>
          <a:xfrm>
            <a:off x="870382" y="3316198"/>
            <a:ext cx="5549467" cy="2554545"/>
            <a:chOff x="870382" y="3316198"/>
            <a:chExt cx="5549467" cy="2554545"/>
          </a:xfrm>
        </p:grpSpPr>
        <p:sp>
          <p:nvSpPr>
            <p:cNvPr id="9" name="TextBox 8">
              <a:extLst>
                <a:ext uri="{FF2B5EF4-FFF2-40B4-BE49-F238E27FC236}">
                  <a16:creationId xmlns:a16="http://schemas.microsoft.com/office/drawing/2014/main" id="{1BB04E3F-0410-ACBA-E564-D73848DEBDE2}"/>
                </a:ext>
              </a:extLst>
            </p:cNvPr>
            <p:cNvSpPr txBox="1"/>
            <p:nvPr/>
          </p:nvSpPr>
          <p:spPr>
            <a:xfrm>
              <a:off x="870382" y="3316198"/>
              <a:ext cx="5549467" cy="2554545"/>
            </a:xfrm>
            <a:prstGeom prst="rect">
              <a:avLst/>
            </a:prstGeom>
            <a:noFill/>
          </p:spPr>
          <p:txBody>
            <a:bodyPr wrap="square">
              <a:spAutoFit/>
            </a:bodyPr>
            <a:lstStyle/>
            <a:p>
              <a:pPr>
                <a:buNone/>
              </a:pPr>
              <a:r>
                <a:rPr lang="en-US" sz="1600" b="1" noProof="0">
                  <a:solidFill>
                    <a:srgbClr val="FF0000"/>
                  </a:solidFill>
                </a:rPr>
                <a:t>Central tendency, dispersion, and distributional shape (skewness, kurtosis)</a:t>
              </a:r>
              <a:r>
                <a:rPr lang="en-US" sz="1400" noProof="0"/>
                <a:t>. These rely on sample statistics to </a:t>
              </a:r>
              <a:r>
                <a:rPr lang="en-US" sz="1400" b="1" noProof="0">
                  <a:highlight>
                    <a:srgbClr val="FFC000"/>
                  </a:highlight>
                </a:rPr>
                <a:t>express the characteristics of a sample using a limited set of parameters</a:t>
              </a:r>
              <a:r>
                <a:rPr lang="en-US" sz="1400" noProof="0"/>
                <a:t>, which serve as estimates of the corresponding population parameters.</a:t>
              </a:r>
            </a:p>
            <a:p>
              <a:pPr>
                <a:buNone/>
              </a:pPr>
              <a:endParaRPr lang="en-US" sz="1400" noProof="0"/>
            </a:p>
            <a:p>
              <a:pPr marL="342900">
                <a:buNone/>
              </a:pPr>
              <a:r>
                <a:rPr lang="en-US" sz="1200" b="1" noProof="0"/>
                <a:t>Measures of central tendency </a:t>
              </a:r>
              <a:r>
                <a:rPr lang="en-US" sz="1200" noProof="0"/>
                <a:t>(arithmetic mean, median, mode)</a:t>
              </a:r>
              <a:br>
                <a:rPr lang="en-US" sz="1200" noProof="0"/>
              </a:br>
              <a:endParaRPr lang="en-US" sz="1200" noProof="0"/>
            </a:p>
            <a:p>
              <a:pPr marL="342900">
                <a:buNone/>
              </a:pPr>
              <a:r>
                <a:rPr lang="en-US" sz="1200" b="1" noProof="0"/>
                <a:t>Measures of dispersion </a:t>
              </a:r>
              <a:r>
                <a:rPr lang="en-US" sz="1200" noProof="0"/>
                <a:t>(variance, standard deviation, interquartile range, minimum and maximum values)</a:t>
              </a:r>
              <a:br>
                <a:rPr lang="en-US" sz="1200" noProof="0"/>
              </a:br>
              <a:endParaRPr lang="en-US" sz="1200" noProof="0"/>
            </a:p>
            <a:p>
              <a:pPr marL="342900">
                <a:buNone/>
              </a:pPr>
              <a:r>
                <a:rPr lang="en-US" sz="1200" b="1" noProof="0"/>
                <a:t>Measures of distribution </a:t>
              </a:r>
              <a:r>
                <a:rPr lang="en-US" sz="1200" noProof="0"/>
                <a:t>(skewness, kurtosis)</a:t>
              </a:r>
            </a:p>
          </p:txBody>
        </p:sp>
        <p:sp>
          <p:nvSpPr>
            <p:cNvPr id="23" name="Freeform: Shape 22">
              <a:extLst>
                <a:ext uri="{FF2B5EF4-FFF2-40B4-BE49-F238E27FC236}">
                  <a16:creationId xmlns:a16="http://schemas.microsoft.com/office/drawing/2014/main" id="{BD9A8D6B-8B1A-0134-27E6-2FDDD76AD39E}"/>
                </a:ext>
              </a:extLst>
            </p:cNvPr>
            <p:cNvSpPr/>
            <p:nvPr/>
          </p:nvSpPr>
          <p:spPr>
            <a:xfrm>
              <a:off x="981202" y="4716407"/>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24" name="Freeform: Shape 23">
              <a:extLst>
                <a:ext uri="{FF2B5EF4-FFF2-40B4-BE49-F238E27FC236}">
                  <a16:creationId xmlns:a16="http://schemas.microsoft.com/office/drawing/2014/main" id="{2DCE1C0D-3AE1-EF56-A767-7A62C614CD87}"/>
                </a:ext>
              </a:extLst>
            </p:cNvPr>
            <p:cNvSpPr/>
            <p:nvPr/>
          </p:nvSpPr>
          <p:spPr>
            <a:xfrm>
              <a:off x="981202" y="5066451"/>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3ABE6185-45B7-8578-2C12-89582192906F}"/>
                </a:ext>
              </a:extLst>
            </p:cNvPr>
            <p:cNvSpPr/>
            <p:nvPr/>
          </p:nvSpPr>
          <p:spPr>
            <a:xfrm>
              <a:off x="981202" y="5604096"/>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grpSp>
      <p:sp>
        <p:nvSpPr>
          <p:cNvPr id="27" name="Footer Placeholder 4">
            <a:extLst>
              <a:ext uri="{FF2B5EF4-FFF2-40B4-BE49-F238E27FC236}">
                <a16:creationId xmlns:a16="http://schemas.microsoft.com/office/drawing/2014/main" id="{D0040CD3-A796-885C-D301-F5485D9AD09E}"/>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399987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fade">
                                      <p:cBhvr>
                                        <p:cTn id="22" dur="500"/>
                                        <p:tgtEl>
                                          <p:spTgt spid="155"/>
                                        </p:tgtEl>
                                      </p:cBhvr>
                                    </p:animEffect>
                                  </p:childTnLst>
                                </p:cTn>
                              </p:par>
                              <p:par>
                                <p:cTn id="23" presetID="10" presetClass="entr" presetSubtype="0" fill="hold" nodeType="withEffect">
                                  <p:stCondLst>
                                    <p:cond delay="0"/>
                                  </p:stCondLst>
                                  <p:childTnLst>
                                    <p:set>
                                      <p:cBhvr>
                                        <p:cTn id="24" dur="1" fill="hold">
                                          <p:stCondLst>
                                            <p:cond delay="0"/>
                                          </p:stCondLst>
                                        </p:cTn>
                                        <p:tgtEl>
                                          <p:spTgt spid="153"/>
                                        </p:tgtEl>
                                        <p:attrNameLst>
                                          <p:attrName>style.visibility</p:attrName>
                                        </p:attrNameLst>
                                      </p:cBhvr>
                                      <p:to>
                                        <p:strVal val="visible"/>
                                      </p:to>
                                    </p:set>
                                    <p:animEffect transition="in" filter="fade">
                                      <p:cBhvr>
                                        <p:cTn id="25"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BAA87-8E6B-D804-A734-A4EE145BFF4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63D642A-205F-C902-ECCF-F1D9D29E934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7CE7553C-A0FE-7ED7-9068-F30F09C9E7C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AC4843B7-DA00-E842-20F6-B75D436E524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55" name="TextBox 154">
            <a:extLst>
              <a:ext uri="{FF2B5EF4-FFF2-40B4-BE49-F238E27FC236}">
                <a16:creationId xmlns:a16="http://schemas.microsoft.com/office/drawing/2014/main" id="{CD93D019-0166-ED67-1942-AEACD9C44069}"/>
              </a:ext>
            </a:extLst>
          </p:cNvPr>
          <p:cNvSpPr txBox="1"/>
          <p:nvPr/>
        </p:nvSpPr>
        <p:spPr>
          <a:xfrm>
            <a:off x="891590" y="1622138"/>
            <a:ext cx="4217386" cy="1200329"/>
          </a:xfrm>
          <a:prstGeom prst="rect">
            <a:avLst/>
          </a:prstGeom>
          <a:noFill/>
        </p:spPr>
        <p:txBody>
          <a:bodyPr wrap="square">
            <a:spAutoFit/>
          </a:bodyPr>
          <a:lstStyle/>
          <a:p>
            <a:r>
              <a:rPr lang="en-US" sz="1600" b="1" noProof="0">
                <a:solidFill>
                  <a:srgbClr val="FF0000"/>
                </a:solidFill>
              </a:rPr>
              <a:t>Measures of Central Tendency</a:t>
            </a:r>
            <a:br>
              <a:rPr lang="en-US" sz="1600" b="1" noProof="0"/>
            </a:br>
            <a:r>
              <a:rPr lang="en-US" sz="1400" noProof="0"/>
              <a:t>The </a:t>
            </a:r>
            <a:r>
              <a:rPr lang="en-US" sz="1400" b="1" noProof="0">
                <a:highlight>
                  <a:srgbClr val="FFC000"/>
                </a:highlight>
              </a:rPr>
              <a:t>arithmetic mean </a:t>
            </a:r>
            <a:r>
              <a:rPr lang="en-US" sz="1400" noProof="0"/>
              <a:t>is the sum of all observations divided by the number of values. </a:t>
            </a:r>
            <a:r>
              <a:rPr lang="en-US" sz="1400" b="1" noProof="0">
                <a:highlight>
                  <a:srgbClr val="FFC000"/>
                </a:highlight>
              </a:rPr>
              <a:t>The median </a:t>
            </a:r>
            <a:r>
              <a:rPr lang="en-US" sz="1400" noProof="0"/>
              <a:t>is the central value in a list containing all observations ordered from smallest to largest. </a:t>
            </a:r>
            <a:endParaRPr lang="en-US" sz="1600" noProof="0"/>
          </a:p>
        </p:txBody>
      </p:sp>
      <p:sp>
        <p:nvSpPr>
          <p:cNvPr id="45" name="TextBox 44">
            <a:extLst>
              <a:ext uri="{FF2B5EF4-FFF2-40B4-BE49-F238E27FC236}">
                <a16:creationId xmlns:a16="http://schemas.microsoft.com/office/drawing/2014/main" id="{F6004AD7-8E78-9A33-E441-FACC4C9AC3CD}"/>
              </a:ext>
            </a:extLst>
          </p:cNvPr>
          <p:cNvSpPr txBox="1"/>
          <p:nvPr/>
        </p:nvSpPr>
        <p:spPr>
          <a:xfrm>
            <a:off x="6613588" y="2133953"/>
            <a:ext cx="4206430" cy="338554"/>
          </a:xfrm>
          <a:prstGeom prst="rect">
            <a:avLst/>
          </a:prstGeom>
          <a:noFill/>
        </p:spPr>
        <p:txBody>
          <a:bodyPr wrap="square">
            <a:spAutoFit/>
          </a:bodyPr>
          <a:lstStyle>
            <a:defPPr>
              <a:defRPr lang="en-US"/>
            </a:defPPr>
            <a:lvl1pPr>
              <a:defRPr sz="1600" b="1"/>
            </a:lvl1pPr>
          </a:lstStyle>
          <a:p>
            <a:r>
              <a:rPr lang="en-US" noProof="0">
                <a:solidFill>
                  <a:srgbClr val="FF0000"/>
                </a:solidFill>
              </a:rPr>
              <a:t>Sample mean</a:t>
            </a:r>
          </a:p>
        </p:txBody>
      </p:sp>
      <p:pic>
        <p:nvPicPr>
          <p:cNvPr id="47" name="Picture 46">
            <a:extLst>
              <a:ext uri="{FF2B5EF4-FFF2-40B4-BE49-F238E27FC236}">
                <a16:creationId xmlns:a16="http://schemas.microsoft.com/office/drawing/2014/main" id="{D15D3FF5-BAC6-6C57-0141-A8D8A15B5512}"/>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867582" y="2675925"/>
            <a:ext cx="925263" cy="335649"/>
          </a:xfrm>
          <a:prstGeom prst="rect">
            <a:avLst/>
          </a:prstGeom>
        </p:spPr>
      </p:pic>
      <p:pic>
        <p:nvPicPr>
          <p:cNvPr id="48" name="Picture 47">
            <a:extLst>
              <a:ext uri="{FF2B5EF4-FFF2-40B4-BE49-F238E27FC236}">
                <a16:creationId xmlns:a16="http://schemas.microsoft.com/office/drawing/2014/main" id="{3ACAB37B-ABA9-C9C6-E5F5-60D056840DA4}"/>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867582" y="3210051"/>
            <a:ext cx="2798241" cy="342209"/>
          </a:xfrm>
          <a:prstGeom prst="rect">
            <a:avLst/>
          </a:prstGeom>
        </p:spPr>
      </p:pic>
      <p:grpSp>
        <p:nvGrpSpPr>
          <p:cNvPr id="6" name="Group 5">
            <a:extLst>
              <a:ext uri="{FF2B5EF4-FFF2-40B4-BE49-F238E27FC236}">
                <a16:creationId xmlns:a16="http://schemas.microsoft.com/office/drawing/2014/main" id="{177FA2F8-407A-5994-E696-3CF7CC6001C9}"/>
              </a:ext>
            </a:extLst>
          </p:cNvPr>
          <p:cNvGrpSpPr/>
          <p:nvPr/>
        </p:nvGrpSpPr>
        <p:grpSpPr>
          <a:xfrm>
            <a:off x="6613588" y="3750978"/>
            <a:ext cx="4736676" cy="2282711"/>
            <a:chOff x="6613588" y="3750978"/>
            <a:chExt cx="4736676" cy="2282711"/>
          </a:xfrm>
        </p:grpSpPr>
        <p:sp>
          <p:nvSpPr>
            <p:cNvPr id="7" name="TextBox 6">
              <a:extLst>
                <a:ext uri="{FF2B5EF4-FFF2-40B4-BE49-F238E27FC236}">
                  <a16:creationId xmlns:a16="http://schemas.microsoft.com/office/drawing/2014/main" id="{2480DC55-B272-8A32-DA4C-3D3424E4FC04}"/>
                </a:ext>
              </a:extLst>
            </p:cNvPr>
            <p:cNvSpPr txBox="1"/>
            <p:nvPr/>
          </p:nvSpPr>
          <p:spPr>
            <a:xfrm>
              <a:off x="6613588" y="4255801"/>
              <a:ext cx="4736676" cy="1246495"/>
            </a:xfrm>
            <a:prstGeom prst="rect">
              <a:avLst/>
            </a:prstGeom>
            <a:noFill/>
          </p:spPr>
          <p:txBody>
            <a:bodyPr wrap="square">
              <a:spAutoFit/>
            </a:bodyPr>
            <a:lstStyle>
              <a:defPPr>
                <a:defRPr lang="en-US"/>
              </a:defPPr>
              <a:lvl1pPr marL="285750" indent="-285750">
                <a:spcBef>
                  <a:spcPts val="600"/>
                </a:spcBef>
                <a:spcAft>
                  <a:spcPts val="600"/>
                </a:spcAft>
                <a:buFont typeface="Arial" panose="020B0604020202020204" pitchFamily="34" charset="0"/>
                <a:buChar char="•"/>
                <a:defRPr sz="1600" b="1"/>
              </a:lvl1pPr>
            </a:lstStyle>
            <a:p>
              <a:pPr marL="0" indent="0">
                <a:buNone/>
              </a:pPr>
              <a:r>
                <a:rPr lang="en-US" sz="1400" b="0" noProof="0"/>
                <a:t>To determine the median of a sample with n observations:</a:t>
              </a:r>
            </a:p>
            <a:p>
              <a:pPr>
                <a:spcBef>
                  <a:spcPts val="0"/>
                </a:spcBef>
                <a:spcAft>
                  <a:spcPts val="0"/>
                </a:spcAft>
              </a:pPr>
              <a:r>
                <a:rPr lang="en-US" sz="1400" b="0" noProof="0"/>
                <a:t>Order the data from smallest to largest.</a:t>
              </a:r>
            </a:p>
            <a:p>
              <a:pPr>
                <a:spcBef>
                  <a:spcPts val="0"/>
                </a:spcBef>
                <a:spcAft>
                  <a:spcPts val="0"/>
                </a:spcAft>
              </a:pPr>
              <a:r>
                <a:rPr lang="en-US" sz="1400" b="0" noProof="0"/>
                <a:t>If </a:t>
              </a:r>
              <a:r>
                <a:rPr lang="en-US" sz="1400" i="1" noProof="0"/>
                <a:t>n</a:t>
              </a:r>
              <a:r>
                <a:rPr lang="en-US" sz="1400" b="0" noProof="0"/>
                <a:t> is odd, the median is the central observation.</a:t>
              </a:r>
            </a:p>
            <a:p>
              <a:pPr>
                <a:spcBef>
                  <a:spcPts val="0"/>
                </a:spcBef>
                <a:spcAft>
                  <a:spcPts val="0"/>
                </a:spcAft>
              </a:pPr>
              <a:r>
                <a:rPr lang="en-US" sz="1400" b="0" noProof="0"/>
                <a:t>If </a:t>
              </a:r>
              <a:r>
                <a:rPr lang="en-US" sz="1400" i="1" noProof="0"/>
                <a:t>n</a:t>
              </a:r>
              <a:r>
                <a:rPr lang="en-US" sz="1400" b="0" noProof="0"/>
                <a:t> is even, the median is the mean of the two central observations.</a:t>
              </a:r>
            </a:p>
          </p:txBody>
        </p:sp>
        <p:pic>
          <p:nvPicPr>
            <p:cNvPr id="13" name="Picture 12">
              <a:extLst>
                <a:ext uri="{FF2B5EF4-FFF2-40B4-BE49-F238E27FC236}">
                  <a16:creationId xmlns:a16="http://schemas.microsoft.com/office/drawing/2014/main" id="{6B6942AE-4624-19CE-020E-9A0373ED729B}"/>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942254" y="5668565"/>
              <a:ext cx="1549097" cy="365124"/>
            </a:xfrm>
            <a:prstGeom prst="rect">
              <a:avLst/>
            </a:prstGeom>
          </p:spPr>
        </p:pic>
        <p:sp>
          <p:nvSpPr>
            <p:cNvPr id="14" name="TextBox 13">
              <a:extLst>
                <a:ext uri="{FF2B5EF4-FFF2-40B4-BE49-F238E27FC236}">
                  <a16:creationId xmlns:a16="http://schemas.microsoft.com/office/drawing/2014/main" id="{0267DD9D-001D-C0E4-59D6-2BC0074217A9}"/>
                </a:ext>
              </a:extLst>
            </p:cNvPr>
            <p:cNvSpPr txBox="1"/>
            <p:nvPr/>
          </p:nvSpPr>
          <p:spPr>
            <a:xfrm>
              <a:off x="6613588" y="3750978"/>
              <a:ext cx="4206430" cy="338554"/>
            </a:xfrm>
            <a:prstGeom prst="rect">
              <a:avLst/>
            </a:prstGeom>
            <a:noFill/>
          </p:spPr>
          <p:txBody>
            <a:bodyPr wrap="square">
              <a:spAutoFit/>
            </a:bodyPr>
            <a:lstStyle>
              <a:defPPr>
                <a:defRPr lang="en-US"/>
              </a:defPPr>
              <a:lvl1pPr>
                <a:defRPr sz="1600" b="1"/>
              </a:lvl1pPr>
            </a:lstStyle>
            <a:p>
              <a:r>
                <a:rPr lang="en-US" noProof="0">
                  <a:solidFill>
                    <a:srgbClr val="FF0000"/>
                  </a:solidFill>
                </a:rPr>
                <a:t>Sample median</a:t>
              </a:r>
            </a:p>
          </p:txBody>
        </p:sp>
      </p:grpSp>
      <p:sp>
        <p:nvSpPr>
          <p:cNvPr id="2" name="Título 1">
            <a:extLst>
              <a:ext uri="{FF2B5EF4-FFF2-40B4-BE49-F238E27FC236}">
                <a16:creationId xmlns:a16="http://schemas.microsoft.com/office/drawing/2014/main" id="{0B02D895-9575-64E3-CA95-84E41B838B15}"/>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grpSp>
        <p:nvGrpSpPr>
          <p:cNvPr id="3" name="Group 2">
            <a:extLst>
              <a:ext uri="{FF2B5EF4-FFF2-40B4-BE49-F238E27FC236}">
                <a16:creationId xmlns:a16="http://schemas.microsoft.com/office/drawing/2014/main" id="{B529BA6D-9CF6-001F-7CB9-5704A5515182}"/>
              </a:ext>
            </a:extLst>
          </p:cNvPr>
          <p:cNvGrpSpPr/>
          <p:nvPr/>
        </p:nvGrpSpPr>
        <p:grpSpPr>
          <a:xfrm>
            <a:off x="1009776" y="3182465"/>
            <a:ext cx="4292917" cy="2755991"/>
            <a:chOff x="6724650" y="2153595"/>
            <a:chExt cx="5027472" cy="3227565"/>
          </a:xfrm>
        </p:grpSpPr>
        <p:sp>
          <p:nvSpPr>
            <p:cNvPr id="9" name="Freeform: Shape 8">
              <a:extLst>
                <a:ext uri="{FF2B5EF4-FFF2-40B4-BE49-F238E27FC236}">
                  <a16:creationId xmlns:a16="http://schemas.microsoft.com/office/drawing/2014/main" id="{83835C9E-4E49-F3A5-08A4-F65C2BDA3544}"/>
                </a:ext>
              </a:extLst>
            </p:cNvPr>
            <p:cNvSpPr/>
            <p:nvPr/>
          </p:nvSpPr>
          <p:spPr>
            <a:xfrm>
              <a:off x="6862291" y="2758610"/>
              <a:ext cx="2118670" cy="2619920"/>
            </a:xfrm>
            <a:custGeom>
              <a:avLst/>
              <a:gdLst>
                <a:gd name="connsiteX0" fmla="*/ 0 w 2118670"/>
                <a:gd name="connsiteY0" fmla="*/ 2619921 h 2619920"/>
                <a:gd name="connsiteX1" fmla="*/ 21392 w 2118670"/>
                <a:gd name="connsiteY1" fmla="*/ 2614119 h 2619920"/>
                <a:gd name="connsiteX2" fmla="*/ 42803 w 2118670"/>
                <a:gd name="connsiteY2" fmla="*/ 2607323 h 2619920"/>
                <a:gd name="connsiteX3" fmla="*/ 64195 w 2118670"/>
                <a:gd name="connsiteY3" fmla="*/ 2599411 h 2619920"/>
                <a:gd name="connsiteX4" fmla="*/ 85606 w 2118670"/>
                <a:gd name="connsiteY4" fmla="*/ 2590209 h 2619920"/>
                <a:gd name="connsiteX5" fmla="*/ 106999 w 2118670"/>
                <a:gd name="connsiteY5" fmla="*/ 2579561 h 2619920"/>
                <a:gd name="connsiteX6" fmla="*/ 128410 w 2118670"/>
                <a:gd name="connsiteY6" fmla="*/ 2567333 h 2619920"/>
                <a:gd name="connsiteX7" fmla="*/ 149802 w 2118670"/>
                <a:gd name="connsiteY7" fmla="*/ 2553285 h 2619920"/>
                <a:gd name="connsiteX8" fmla="*/ 171193 w 2118670"/>
                <a:gd name="connsiteY8" fmla="*/ 2537246 h 2619920"/>
                <a:gd name="connsiteX9" fmla="*/ 192605 w 2118670"/>
                <a:gd name="connsiteY9" fmla="*/ 2519037 h 2619920"/>
                <a:gd name="connsiteX10" fmla="*/ 213996 w 2118670"/>
                <a:gd name="connsiteY10" fmla="*/ 2498407 h 2619920"/>
                <a:gd name="connsiteX11" fmla="*/ 235406 w 2118670"/>
                <a:gd name="connsiteY11" fmla="*/ 2475161 h 2619920"/>
                <a:gd name="connsiteX12" fmla="*/ 256801 w 2118670"/>
                <a:gd name="connsiteY12" fmla="*/ 2449060 h 2619920"/>
                <a:gd name="connsiteX13" fmla="*/ 278211 w 2118670"/>
                <a:gd name="connsiteY13" fmla="*/ 2419893 h 2619920"/>
                <a:gd name="connsiteX14" fmla="*/ 299602 w 2118670"/>
                <a:gd name="connsiteY14" fmla="*/ 2387465 h 2619920"/>
                <a:gd name="connsiteX15" fmla="*/ 321017 w 2118670"/>
                <a:gd name="connsiteY15" fmla="*/ 2351517 h 2619920"/>
                <a:gd name="connsiteX16" fmla="*/ 342407 w 2118670"/>
                <a:gd name="connsiteY16" fmla="*/ 2311897 h 2619920"/>
                <a:gd name="connsiteX17" fmla="*/ 363817 w 2118670"/>
                <a:gd name="connsiteY17" fmla="*/ 2268412 h 2619920"/>
                <a:gd name="connsiteX18" fmla="*/ 385207 w 2118670"/>
                <a:gd name="connsiteY18" fmla="*/ 2220901 h 2619920"/>
                <a:gd name="connsiteX19" fmla="*/ 406602 w 2118670"/>
                <a:gd name="connsiteY19" fmla="*/ 2169228 h 2619920"/>
                <a:gd name="connsiteX20" fmla="*/ 428012 w 2118670"/>
                <a:gd name="connsiteY20" fmla="*/ 2113295 h 2619920"/>
                <a:gd name="connsiteX21" fmla="*/ 449402 w 2118670"/>
                <a:gd name="connsiteY21" fmla="*/ 2053050 h 2619920"/>
                <a:gd name="connsiteX22" fmla="*/ 470817 w 2118670"/>
                <a:gd name="connsiteY22" fmla="*/ 1988445 h 2619920"/>
                <a:gd name="connsiteX23" fmla="*/ 492207 w 2118670"/>
                <a:gd name="connsiteY23" fmla="*/ 1919539 h 2619920"/>
                <a:gd name="connsiteX24" fmla="*/ 513618 w 2118670"/>
                <a:gd name="connsiteY24" fmla="*/ 1846396 h 2619920"/>
                <a:gd name="connsiteX25" fmla="*/ 535013 w 2118670"/>
                <a:gd name="connsiteY25" fmla="*/ 1769173 h 2619920"/>
                <a:gd name="connsiteX26" fmla="*/ 556423 w 2118670"/>
                <a:gd name="connsiteY26" fmla="*/ 1688058 h 2619920"/>
                <a:gd name="connsiteX27" fmla="*/ 577813 w 2118670"/>
                <a:gd name="connsiteY27" fmla="*/ 1603313 h 2619920"/>
                <a:gd name="connsiteX28" fmla="*/ 599223 w 2118670"/>
                <a:gd name="connsiteY28" fmla="*/ 1515282 h 2619920"/>
                <a:gd name="connsiteX29" fmla="*/ 620618 w 2118670"/>
                <a:gd name="connsiteY29" fmla="*/ 1424345 h 2619920"/>
                <a:gd name="connsiteX30" fmla="*/ 642008 w 2118670"/>
                <a:gd name="connsiteY30" fmla="*/ 1330963 h 2619920"/>
                <a:gd name="connsiteX31" fmla="*/ 663418 w 2118670"/>
                <a:gd name="connsiteY31" fmla="*/ 1235645 h 2619920"/>
                <a:gd name="connsiteX32" fmla="*/ 684813 w 2118670"/>
                <a:gd name="connsiteY32" fmla="*/ 1139022 h 2619920"/>
                <a:gd name="connsiteX33" fmla="*/ 706224 w 2118670"/>
                <a:gd name="connsiteY33" fmla="*/ 1041714 h 2619920"/>
                <a:gd name="connsiteX34" fmla="*/ 727614 w 2118670"/>
                <a:gd name="connsiteY34" fmla="*/ 944406 h 2619920"/>
                <a:gd name="connsiteX35" fmla="*/ 749029 w 2118670"/>
                <a:gd name="connsiteY35" fmla="*/ 847818 h 2619920"/>
                <a:gd name="connsiteX36" fmla="*/ 770419 w 2118670"/>
                <a:gd name="connsiteY36" fmla="*/ 752760 h 2619920"/>
                <a:gd name="connsiteX37" fmla="*/ 791829 w 2118670"/>
                <a:gd name="connsiteY37" fmla="*/ 660003 h 2619920"/>
                <a:gd name="connsiteX38" fmla="*/ 813219 w 2118670"/>
                <a:gd name="connsiteY38" fmla="*/ 570352 h 2619920"/>
                <a:gd name="connsiteX39" fmla="*/ 834634 w 2118670"/>
                <a:gd name="connsiteY39" fmla="*/ 484626 h 2619920"/>
                <a:gd name="connsiteX40" fmla="*/ 856024 w 2118670"/>
                <a:gd name="connsiteY40" fmla="*/ 403632 h 2619920"/>
                <a:gd name="connsiteX41" fmla="*/ 877414 w 2118670"/>
                <a:gd name="connsiteY41" fmla="*/ 328164 h 2619920"/>
                <a:gd name="connsiteX42" fmla="*/ 898830 w 2118670"/>
                <a:gd name="connsiteY42" fmla="*/ 258929 h 2619920"/>
                <a:gd name="connsiteX43" fmla="*/ 920220 w 2118670"/>
                <a:gd name="connsiteY43" fmla="*/ 196687 h 2619920"/>
                <a:gd name="connsiteX44" fmla="*/ 941630 w 2118670"/>
                <a:gd name="connsiteY44" fmla="*/ 142026 h 2619920"/>
                <a:gd name="connsiteX45" fmla="*/ 963025 w 2118670"/>
                <a:gd name="connsiteY45" fmla="*/ 95550 h 2619920"/>
                <a:gd name="connsiteX46" fmla="*/ 984435 w 2118670"/>
                <a:gd name="connsiteY46" fmla="*/ 57748 h 2619920"/>
                <a:gd name="connsiteX47" fmla="*/ 1005825 w 2118670"/>
                <a:gd name="connsiteY47" fmla="*/ 29030 h 2619920"/>
                <a:gd name="connsiteX48" fmla="*/ 1027235 w 2118670"/>
                <a:gd name="connsiteY48" fmla="*/ 9709 h 2619920"/>
                <a:gd name="connsiteX49" fmla="*/ 1048630 w 2118670"/>
                <a:gd name="connsiteY49" fmla="*/ 0 h 2619920"/>
                <a:gd name="connsiteX50" fmla="*/ 1070040 w 2118670"/>
                <a:gd name="connsiteY50" fmla="*/ 0 h 2619920"/>
                <a:gd name="connsiteX51" fmla="*/ 1091431 w 2118670"/>
                <a:gd name="connsiteY51" fmla="*/ 9709 h 2619920"/>
                <a:gd name="connsiteX52" fmla="*/ 1112826 w 2118670"/>
                <a:gd name="connsiteY52" fmla="*/ 29030 h 2619920"/>
                <a:gd name="connsiteX53" fmla="*/ 1134236 w 2118670"/>
                <a:gd name="connsiteY53" fmla="*/ 57748 h 2619920"/>
                <a:gd name="connsiteX54" fmla="*/ 1155626 w 2118670"/>
                <a:gd name="connsiteY54" fmla="*/ 95550 h 2619920"/>
                <a:gd name="connsiteX55" fmla="*/ 1177041 w 2118670"/>
                <a:gd name="connsiteY55" fmla="*/ 142026 h 2619920"/>
                <a:gd name="connsiteX56" fmla="*/ 1198431 w 2118670"/>
                <a:gd name="connsiteY56" fmla="*/ 196687 h 2619920"/>
                <a:gd name="connsiteX57" fmla="*/ 1219841 w 2118670"/>
                <a:gd name="connsiteY57" fmla="*/ 258929 h 2619920"/>
                <a:gd name="connsiteX58" fmla="*/ 1241236 w 2118670"/>
                <a:gd name="connsiteY58" fmla="*/ 328164 h 2619920"/>
                <a:gd name="connsiteX59" fmla="*/ 1262646 w 2118670"/>
                <a:gd name="connsiteY59" fmla="*/ 403632 h 2619920"/>
                <a:gd name="connsiteX60" fmla="*/ 1284037 w 2118670"/>
                <a:gd name="connsiteY60" fmla="*/ 484626 h 2619920"/>
                <a:gd name="connsiteX61" fmla="*/ 1305447 w 2118670"/>
                <a:gd name="connsiteY61" fmla="*/ 570352 h 2619920"/>
                <a:gd name="connsiteX62" fmla="*/ 1326842 w 2118670"/>
                <a:gd name="connsiteY62" fmla="*/ 660003 h 2619920"/>
                <a:gd name="connsiteX63" fmla="*/ 1348232 w 2118670"/>
                <a:gd name="connsiteY63" fmla="*/ 752760 h 2619920"/>
                <a:gd name="connsiteX64" fmla="*/ 1369642 w 2118670"/>
                <a:gd name="connsiteY64" fmla="*/ 847818 h 2619920"/>
                <a:gd name="connsiteX65" fmla="*/ 1391037 w 2118670"/>
                <a:gd name="connsiteY65" fmla="*/ 944406 h 2619920"/>
                <a:gd name="connsiteX66" fmla="*/ 1412447 w 2118670"/>
                <a:gd name="connsiteY66" fmla="*/ 1041714 h 2619920"/>
                <a:gd name="connsiteX67" fmla="*/ 1433837 w 2118670"/>
                <a:gd name="connsiteY67" fmla="*/ 1139022 h 2619920"/>
                <a:gd name="connsiteX68" fmla="*/ 1455252 w 2118670"/>
                <a:gd name="connsiteY68" fmla="*/ 1235645 h 2619920"/>
                <a:gd name="connsiteX69" fmla="*/ 1476642 w 2118670"/>
                <a:gd name="connsiteY69" fmla="*/ 1330963 h 2619920"/>
                <a:gd name="connsiteX70" fmla="*/ 1498053 w 2118670"/>
                <a:gd name="connsiteY70" fmla="*/ 1424345 h 2619920"/>
                <a:gd name="connsiteX71" fmla="*/ 1519443 w 2118670"/>
                <a:gd name="connsiteY71" fmla="*/ 1515282 h 2619920"/>
                <a:gd name="connsiteX72" fmla="*/ 1540858 w 2118670"/>
                <a:gd name="connsiteY72" fmla="*/ 1603313 h 2619920"/>
                <a:gd name="connsiteX73" fmla="*/ 1562248 w 2118670"/>
                <a:gd name="connsiteY73" fmla="*/ 1688058 h 2619920"/>
                <a:gd name="connsiteX74" fmla="*/ 1583638 w 2118670"/>
                <a:gd name="connsiteY74" fmla="*/ 1769173 h 2619920"/>
                <a:gd name="connsiteX75" fmla="*/ 1605053 w 2118670"/>
                <a:gd name="connsiteY75" fmla="*/ 1846396 h 2619920"/>
                <a:gd name="connsiteX76" fmla="*/ 1626443 w 2118670"/>
                <a:gd name="connsiteY76" fmla="*/ 1919539 h 2619920"/>
                <a:gd name="connsiteX77" fmla="*/ 1647853 w 2118670"/>
                <a:gd name="connsiteY77" fmla="*/ 1988445 h 2619920"/>
                <a:gd name="connsiteX78" fmla="*/ 1669248 w 2118670"/>
                <a:gd name="connsiteY78" fmla="*/ 2053050 h 2619920"/>
                <a:gd name="connsiteX79" fmla="*/ 1690659 w 2118670"/>
                <a:gd name="connsiteY79" fmla="*/ 2113295 h 2619920"/>
                <a:gd name="connsiteX80" fmla="*/ 1712049 w 2118670"/>
                <a:gd name="connsiteY80" fmla="*/ 2169228 h 2619920"/>
                <a:gd name="connsiteX81" fmla="*/ 1733459 w 2118670"/>
                <a:gd name="connsiteY81" fmla="*/ 2220901 h 2619920"/>
                <a:gd name="connsiteX82" fmla="*/ 1754854 w 2118670"/>
                <a:gd name="connsiteY82" fmla="*/ 2268412 h 2619920"/>
                <a:gd name="connsiteX83" fmla="*/ 1776264 w 2118670"/>
                <a:gd name="connsiteY83" fmla="*/ 2311897 h 2619920"/>
                <a:gd name="connsiteX84" fmla="*/ 1797654 w 2118670"/>
                <a:gd name="connsiteY84" fmla="*/ 2351517 h 2619920"/>
                <a:gd name="connsiteX85" fmla="*/ 1819049 w 2118670"/>
                <a:gd name="connsiteY85" fmla="*/ 2387465 h 2619920"/>
                <a:gd name="connsiteX86" fmla="*/ 1840459 w 2118670"/>
                <a:gd name="connsiteY86" fmla="*/ 2419893 h 2619920"/>
                <a:gd name="connsiteX87" fmla="*/ 1861849 w 2118670"/>
                <a:gd name="connsiteY87" fmla="*/ 2449060 h 2619920"/>
                <a:gd name="connsiteX88" fmla="*/ 1883265 w 2118670"/>
                <a:gd name="connsiteY88" fmla="*/ 2475161 h 2619920"/>
                <a:gd name="connsiteX89" fmla="*/ 1904655 w 2118670"/>
                <a:gd name="connsiteY89" fmla="*/ 2498407 h 2619920"/>
                <a:gd name="connsiteX90" fmla="*/ 1926065 w 2118670"/>
                <a:gd name="connsiteY90" fmla="*/ 2519037 h 2619920"/>
                <a:gd name="connsiteX91" fmla="*/ 1947455 w 2118670"/>
                <a:gd name="connsiteY91" fmla="*/ 2537246 h 2619920"/>
                <a:gd name="connsiteX92" fmla="*/ 1968870 w 2118670"/>
                <a:gd name="connsiteY92" fmla="*/ 2553285 h 2619920"/>
                <a:gd name="connsiteX93" fmla="*/ 1990260 w 2118670"/>
                <a:gd name="connsiteY93" fmla="*/ 2567333 h 2619920"/>
                <a:gd name="connsiteX94" fmla="*/ 2011650 w 2118670"/>
                <a:gd name="connsiteY94" fmla="*/ 2579561 h 2619920"/>
                <a:gd name="connsiteX95" fmla="*/ 2033065 w 2118670"/>
                <a:gd name="connsiteY95" fmla="*/ 2590209 h 2619920"/>
                <a:gd name="connsiteX96" fmla="*/ 2054455 w 2118670"/>
                <a:gd name="connsiteY96" fmla="*/ 2599411 h 2619920"/>
                <a:gd name="connsiteX97" fmla="*/ 2075866 w 2118670"/>
                <a:gd name="connsiteY97" fmla="*/ 2607323 h 2619920"/>
                <a:gd name="connsiteX98" fmla="*/ 2097261 w 2118670"/>
                <a:gd name="connsiteY98" fmla="*/ 2614119 h 2619920"/>
                <a:gd name="connsiteX99" fmla="*/ 2118671 w 2118670"/>
                <a:gd name="connsiteY99" fmla="*/ 2619921 h 26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118670" h="2619920">
                  <a:moveTo>
                    <a:pt x="0" y="2619921"/>
                  </a:moveTo>
                  <a:lnTo>
                    <a:pt x="21392" y="2614119"/>
                  </a:lnTo>
                  <a:lnTo>
                    <a:pt x="42803" y="2607323"/>
                  </a:lnTo>
                  <a:lnTo>
                    <a:pt x="64195" y="2599411"/>
                  </a:lnTo>
                  <a:lnTo>
                    <a:pt x="85606" y="2590209"/>
                  </a:lnTo>
                  <a:lnTo>
                    <a:pt x="106999" y="2579561"/>
                  </a:lnTo>
                  <a:lnTo>
                    <a:pt x="128410" y="2567333"/>
                  </a:lnTo>
                  <a:lnTo>
                    <a:pt x="149802" y="2553285"/>
                  </a:lnTo>
                  <a:lnTo>
                    <a:pt x="171193" y="2537246"/>
                  </a:lnTo>
                  <a:lnTo>
                    <a:pt x="192605" y="2519037"/>
                  </a:lnTo>
                  <a:lnTo>
                    <a:pt x="213996" y="2498407"/>
                  </a:lnTo>
                  <a:lnTo>
                    <a:pt x="235406" y="2475161"/>
                  </a:lnTo>
                  <a:lnTo>
                    <a:pt x="256801" y="2449060"/>
                  </a:lnTo>
                  <a:lnTo>
                    <a:pt x="278211" y="2419893"/>
                  </a:lnTo>
                  <a:lnTo>
                    <a:pt x="299602" y="2387465"/>
                  </a:lnTo>
                  <a:lnTo>
                    <a:pt x="321017" y="2351517"/>
                  </a:lnTo>
                  <a:lnTo>
                    <a:pt x="342407" y="2311897"/>
                  </a:lnTo>
                  <a:lnTo>
                    <a:pt x="363817" y="2268412"/>
                  </a:lnTo>
                  <a:lnTo>
                    <a:pt x="385207" y="2220901"/>
                  </a:lnTo>
                  <a:lnTo>
                    <a:pt x="406602" y="2169228"/>
                  </a:lnTo>
                  <a:lnTo>
                    <a:pt x="428012" y="2113295"/>
                  </a:lnTo>
                  <a:lnTo>
                    <a:pt x="449402" y="2053050"/>
                  </a:lnTo>
                  <a:lnTo>
                    <a:pt x="470817" y="1988445"/>
                  </a:lnTo>
                  <a:lnTo>
                    <a:pt x="492207" y="1919539"/>
                  </a:lnTo>
                  <a:lnTo>
                    <a:pt x="513618" y="1846396"/>
                  </a:lnTo>
                  <a:lnTo>
                    <a:pt x="535013" y="1769173"/>
                  </a:lnTo>
                  <a:lnTo>
                    <a:pt x="556423" y="1688058"/>
                  </a:lnTo>
                  <a:lnTo>
                    <a:pt x="577813" y="1603313"/>
                  </a:lnTo>
                  <a:lnTo>
                    <a:pt x="599223" y="1515282"/>
                  </a:lnTo>
                  <a:lnTo>
                    <a:pt x="620618" y="1424345"/>
                  </a:lnTo>
                  <a:lnTo>
                    <a:pt x="642008" y="1330963"/>
                  </a:lnTo>
                  <a:lnTo>
                    <a:pt x="663418" y="1235645"/>
                  </a:lnTo>
                  <a:lnTo>
                    <a:pt x="684813" y="1139022"/>
                  </a:lnTo>
                  <a:lnTo>
                    <a:pt x="706224" y="1041714"/>
                  </a:lnTo>
                  <a:lnTo>
                    <a:pt x="727614" y="944406"/>
                  </a:lnTo>
                  <a:lnTo>
                    <a:pt x="749029" y="847818"/>
                  </a:lnTo>
                  <a:lnTo>
                    <a:pt x="770419" y="752760"/>
                  </a:lnTo>
                  <a:lnTo>
                    <a:pt x="791829" y="660003"/>
                  </a:lnTo>
                  <a:lnTo>
                    <a:pt x="813219" y="570352"/>
                  </a:lnTo>
                  <a:lnTo>
                    <a:pt x="834634" y="484626"/>
                  </a:lnTo>
                  <a:lnTo>
                    <a:pt x="856024" y="403632"/>
                  </a:lnTo>
                  <a:lnTo>
                    <a:pt x="877414" y="328164"/>
                  </a:lnTo>
                  <a:lnTo>
                    <a:pt x="898830" y="258929"/>
                  </a:lnTo>
                  <a:lnTo>
                    <a:pt x="920220" y="196687"/>
                  </a:lnTo>
                  <a:lnTo>
                    <a:pt x="941630" y="142026"/>
                  </a:lnTo>
                  <a:lnTo>
                    <a:pt x="963025" y="95550"/>
                  </a:lnTo>
                  <a:lnTo>
                    <a:pt x="984435" y="57748"/>
                  </a:lnTo>
                  <a:lnTo>
                    <a:pt x="1005825" y="29030"/>
                  </a:lnTo>
                  <a:lnTo>
                    <a:pt x="1027235" y="9709"/>
                  </a:lnTo>
                  <a:lnTo>
                    <a:pt x="1048630" y="0"/>
                  </a:lnTo>
                  <a:lnTo>
                    <a:pt x="1070040" y="0"/>
                  </a:lnTo>
                  <a:lnTo>
                    <a:pt x="1091431" y="9709"/>
                  </a:lnTo>
                  <a:lnTo>
                    <a:pt x="1112826" y="29030"/>
                  </a:lnTo>
                  <a:lnTo>
                    <a:pt x="1134236" y="57748"/>
                  </a:lnTo>
                  <a:lnTo>
                    <a:pt x="1155626" y="95550"/>
                  </a:lnTo>
                  <a:lnTo>
                    <a:pt x="1177041" y="142026"/>
                  </a:lnTo>
                  <a:lnTo>
                    <a:pt x="1198431" y="196687"/>
                  </a:lnTo>
                  <a:lnTo>
                    <a:pt x="1219841" y="258929"/>
                  </a:lnTo>
                  <a:lnTo>
                    <a:pt x="1241236" y="328164"/>
                  </a:lnTo>
                  <a:lnTo>
                    <a:pt x="1262646" y="403632"/>
                  </a:lnTo>
                  <a:lnTo>
                    <a:pt x="1284037" y="484626"/>
                  </a:lnTo>
                  <a:lnTo>
                    <a:pt x="1305447" y="570352"/>
                  </a:lnTo>
                  <a:lnTo>
                    <a:pt x="1326842" y="660003"/>
                  </a:lnTo>
                  <a:lnTo>
                    <a:pt x="1348232" y="752760"/>
                  </a:lnTo>
                  <a:lnTo>
                    <a:pt x="1369642" y="847818"/>
                  </a:lnTo>
                  <a:lnTo>
                    <a:pt x="1391037" y="944406"/>
                  </a:lnTo>
                  <a:lnTo>
                    <a:pt x="1412447" y="1041714"/>
                  </a:lnTo>
                  <a:lnTo>
                    <a:pt x="1433837" y="1139022"/>
                  </a:lnTo>
                  <a:lnTo>
                    <a:pt x="1455252" y="1235645"/>
                  </a:lnTo>
                  <a:lnTo>
                    <a:pt x="1476642" y="1330963"/>
                  </a:lnTo>
                  <a:lnTo>
                    <a:pt x="1498053" y="1424345"/>
                  </a:lnTo>
                  <a:lnTo>
                    <a:pt x="1519443" y="1515282"/>
                  </a:lnTo>
                  <a:lnTo>
                    <a:pt x="1540858" y="1603313"/>
                  </a:lnTo>
                  <a:lnTo>
                    <a:pt x="1562248" y="1688058"/>
                  </a:lnTo>
                  <a:lnTo>
                    <a:pt x="1583638" y="1769173"/>
                  </a:lnTo>
                  <a:lnTo>
                    <a:pt x="1605053" y="1846396"/>
                  </a:lnTo>
                  <a:lnTo>
                    <a:pt x="1626443" y="1919539"/>
                  </a:lnTo>
                  <a:lnTo>
                    <a:pt x="1647853" y="1988445"/>
                  </a:lnTo>
                  <a:lnTo>
                    <a:pt x="1669248" y="2053050"/>
                  </a:lnTo>
                  <a:lnTo>
                    <a:pt x="1690659" y="2113295"/>
                  </a:lnTo>
                  <a:lnTo>
                    <a:pt x="1712049" y="2169228"/>
                  </a:lnTo>
                  <a:lnTo>
                    <a:pt x="1733459" y="2220901"/>
                  </a:lnTo>
                  <a:lnTo>
                    <a:pt x="1754854" y="2268412"/>
                  </a:lnTo>
                  <a:lnTo>
                    <a:pt x="1776264" y="2311897"/>
                  </a:lnTo>
                  <a:lnTo>
                    <a:pt x="1797654" y="2351517"/>
                  </a:lnTo>
                  <a:lnTo>
                    <a:pt x="1819049" y="2387465"/>
                  </a:lnTo>
                  <a:lnTo>
                    <a:pt x="1840459" y="2419893"/>
                  </a:lnTo>
                  <a:lnTo>
                    <a:pt x="1861849" y="2449060"/>
                  </a:lnTo>
                  <a:lnTo>
                    <a:pt x="1883265" y="2475161"/>
                  </a:lnTo>
                  <a:lnTo>
                    <a:pt x="1904655" y="2498407"/>
                  </a:lnTo>
                  <a:lnTo>
                    <a:pt x="1926065" y="2519037"/>
                  </a:lnTo>
                  <a:lnTo>
                    <a:pt x="1947455" y="2537246"/>
                  </a:lnTo>
                  <a:lnTo>
                    <a:pt x="1968870" y="2553285"/>
                  </a:lnTo>
                  <a:lnTo>
                    <a:pt x="1990260" y="2567333"/>
                  </a:lnTo>
                  <a:lnTo>
                    <a:pt x="2011650" y="2579561"/>
                  </a:lnTo>
                  <a:lnTo>
                    <a:pt x="2033065" y="2590209"/>
                  </a:lnTo>
                  <a:lnTo>
                    <a:pt x="2054455" y="2599411"/>
                  </a:lnTo>
                  <a:lnTo>
                    <a:pt x="2075866" y="2607323"/>
                  </a:lnTo>
                  <a:lnTo>
                    <a:pt x="2097261" y="2614119"/>
                  </a:lnTo>
                  <a:lnTo>
                    <a:pt x="2118671" y="2619921"/>
                  </a:lnTo>
                </a:path>
              </a:pathLst>
            </a:custGeom>
            <a:noFill/>
            <a:ln w="10653" cap="flat">
              <a:solidFill>
                <a:srgbClr val="EA2123"/>
              </a:solidFill>
              <a:prstDash val="solid"/>
              <a:round/>
            </a:ln>
          </p:spPr>
          <p:txBody>
            <a:bodyPr rtlCol="0" anchor="ctr"/>
            <a:lstStyle/>
            <a:p>
              <a:endParaRPr lang="en-US" noProof="0"/>
            </a:p>
          </p:txBody>
        </p:sp>
        <p:sp>
          <p:nvSpPr>
            <p:cNvPr id="15" name="Freeform: Shape 14">
              <a:extLst>
                <a:ext uri="{FF2B5EF4-FFF2-40B4-BE49-F238E27FC236}">
                  <a16:creationId xmlns:a16="http://schemas.microsoft.com/office/drawing/2014/main" id="{88957A44-74BE-B3AD-E2E1-ADC0DB5DCA19}"/>
                </a:ext>
              </a:extLst>
            </p:cNvPr>
            <p:cNvSpPr/>
            <p:nvPr/>
          </p:nvSpPr>
          <p:spPr>
            <a:xfrm>
              <a:off x="9430464" y="2758610"/>
              <a:ext cx="2094795" cy="2619920"/>
            </a:xfrm>
            <a:custGeom>
              <a:avLst/>
              <a:gdLst>
                <a:gd name="connsiteX0" fmla="*/ 0 w 2094795"/>
                <a:gd name="connsiteY0" fmla="*/ 2619921 h 2619920"/>
                <a:gd name="connsiteX1" fmla="*/ 21155 w 2094795"/>
                <a:gd name="connsiteY1" fmla="*/ 2568403 h 2619920"/>
                <a:gd name="connsiteX2" fmla="*/ 42315 w 2094795"/>
                <a:gd name="connsiteY2" fmla="*/ 2337098 h 2619920"/>
                <a:gd name="connsiteX3" fmla="*/ 63470 w 2094795"/>
                <a:gd name="connsiteY3" fmla="*/ 2006984 h 2619920"/>
                <a:gd name="connsiteX4" fmla="*/ 84630 w 2094795"/>
                <a:gd name="connsiteY4" fmla="*/ 1659577 h 2619920"/>
                <a:gd name="connsiteX5" fmla="*/ 105785 w 2094795"/>
                <a:gd name="connsiteY5" fmla="*/ 1334789 h 2619920"/>
                <a:gd name="connsiteX6" fmla="*/ 126945 w 2094795"/>
                <a:gd name="connsiteY6" fmla="*/ 1048591 h 2619920"/>
                <a:gd name="connsiteX7" fmla="*/ 148120 w 2094795"/>
                <a:gd name="connsiteY7" fmla="*/ 805113 h 2619920"/>
                <a:gd name="connsiteX8" fmla="*/ 169275 w 2094795"/>
                <a:gd name="connsiteY8" fmla="*/ 603034 h 2619920"/>
                <a:gd name="connsiteX9" fmla="*/ 190435 w 2094795"/>
                <a:gd name="connsiteY9" fmla="*/ 438700 h 2619920"/>
                <a:gd name="connsiteX10" fmla="*/ 211590 w 2094795"/>
                <a:gd name="connsiteY10" fmla="*/ 307710 h 2619920"/>
                <a:gd name="connsiteX11" fmla="*/ 232751 w 2094795"/>
                <a:gd name="connsiteY11" fmla="*/ 205674 h 2619920"/>
                <a:gd name="connsiteX12" fmla="*/ 253906 w 2094795"/>
                <a:gd name="connsiteY12" fmla="*/ 128429 h 2619920"/>
                <a:gd name="connsiteX13" fmla="*/ 275066 w 2094795"/>
                <a:gd name="connsiteY13" fmla="*/ 72283 h 2619920"/>
                <a:gd name="connsiteX14" fmla="*/ 296221 w 2094795"/>
                <a:gd name="connsiteY14" fmla="*/ 33973 h 2619920"/>
                <a:gd name="connsiteX15" fmla="*/ 317381 w 2094795"/>
                <a:gd name="connsiteY15" fmla="*/ 10706 h 2619920"/>
                <a:gd name="connsiteX16" fmla="*/ 338556 w 2094795"/>
                <a:gd name="connsiteY16" fmla="*/ 78 h 2619920"/>
                <a:gd name="connsiteX17" fmla="*/ 359716 w 2094795"/>
                <a:gd name="connsiteY17" fmla="*/ 0 h 2619920"/>
                <a:gd name="connsiteX18" fmla="*/ 380871 w 2094795"/>
                <a:gd name="connsiteY18" fmla="*/ 8733 h 2619920"/>
                <a:gd name="connsiteX19" fmla="*/ 402026 w 2094795"/>
                <a:gd name="connsiteY19" fmla="*/ 24791 h 2619920"/>
                <a:gd name="connsiteX20" fmla="*/ 423186 w 2094795"/>
                <a:gd name="connsiteY20" fmla="*/ 46886 h 2619920"/>
                <a:gd name="connsiteX21" fmla="*/ 444341 w 2094795"/>
                <a:gd name="connsiteY21" fmla="*/ 73963 h 2619920"/>
                <a:gd name="connsiteX22" fmla="*/ 465501 w 2094795"/>
                <a:gd name="connsiteY22" fmla="*/ 105084 h 2619920"/>
                <a:gd name="connsiteX23" fmla="*/ 486656 w 2094795"/>
                <a:gd name="connsiteY23" fmla="*/ 139486 h 2619920"/>
                <a:gd name="connsiteX24" fmla="*/ 507816 w 2094795"/>
                <a:gd name="connsiteY24" fmla="*/ 176527 h 2619920"/>
                <a:gd name="connsiteX25" fmla="*/ 528991 w 2094795"/>
                <a:gd name="connsiteY25" fmla="*/ 215618 h 2619920"/>
                <a:gd name="connsiteX26" fmla="*/ 550151 w 2094795"/>
                <a:gd name="connsiteY26" fmla="*/ 256292 h 2619920"/>
                <a:gd name="connsiteX27" fmla="*/ 571306 w 2094795"/>
                <a:gd name="connsiteY27" fmla="*/ 298177 h 2619920"/>
                <a:gd name="connsiteX28" fmla="*/ 592467 w 2094795"/>
                <a:gd name="connsiteY28" fmla="*/ 340882 h 2619920"/>
                <a:gd name="connsiteX29" fmla="*/ 613622 w 2094795"/>
                <a:gd name="connsiteY29" fmla="*/ 384172 h 2619920"/>
                <a:gd name="connsiteX30" fmla="*/ 634782 w 2094795"/>
                <a:gd name="connsiteY30" fmla="*/ 427778 h 2619920"/>
                <a:gd name="connsiteX31" fmla="*/ 655937 w 2094795"/>
                <a:gd name="connsiteY31" fmla="*/ 471478 h 2619920"/>
                <a:gd name="connsiteX32" fmla="*/ 677092 w 2094795"/>
                <a:gd name="connsiteY32" fmla="*/ 515123 h 2619920"/>
                <a:gd name="connsiteX33" fmla="*/ 698252 w 2094795"/>
                <a:gd name="connsiteY33" fmla="*/ 558569 h 2619920"/>
                <a:gd name="connsiteX34" fmla="*/ 719427 w 2094795"/>
                <a:gd name="connsiteY34" fmla="*/ 601684 h 2619920"/>
                <a:gd name="connsiteX35" fmla="*/ 740587 w 2094795"/>
                <a:gd name="connsiteY35" fmla="*/ 644374 h 2619920"/>
                <a:gd name="connsiteX36" fmla="*/ 761742 w 2094795"/>
                <a:gd name="connsiteY36" fmla="*/ 686549 h 2619920"/>
                <a:gd name="connsiteX37" fmla="*/ 782902 w 2094795"/>
                <a:gd name="connsiteY37" fmla="*/ 728144 h 2619920"/>
                <a:gd name="connsiteX38" fmla="*/ 804057 w 2094795"/>
                <a:gd name="connsiteY38" fmla="*/ 769109 h 2619920"/>
                <a:gd name="connsiteX39" fmla="*/ 825217 w 2094795"/>
                <a:gd name="connsiteY39" fmla="*/ 809394 h 2619920"/>
                <a:gd name="connsiteX40" fmla="*/ 846372 w 2094795"/>
                <a:gd name="connsiteY40" fmla="*/ 848973 h 2619920"/>
                <a:gd name="connsiteX41" fmla="*/ 867532 w 2094795"/>
                <a:gd name="connsiteY41" fmla="*/ 887807 h 2619920"/>
                <a:gd name="connsiteX42" fmla="*/ 888687 w 2094795"/>
                <a:gd name="connsiteY42" fmla="*/ 925866 h 2619920"/>
                <a:gd name="connsiteX43" fmla="*/ 909862 w 2094795"/>
                <a:gd name="connsiteY43" fmla="*/ 963180 h 2619920"/>
                <a:gd name="connsiteX44" fmla="*/ 931022 w 2094795"/>
                <a:gd name="connsiteY44" fmla="*/ 999674 h 2619920"/>
                <a:gd name="connsiteX45" fmla="*/ 952177 w 2094795"/>
                <a:gd name="connsiteY45" fmla="*/ 1035403 h 2619920"/>
                <a:gd name="connsiteX46" fmla="*/ 973338 w 2094795"/>
                <a:gd name="connsiteY46" fmla="*/ 1070336 h 2619920"/>
                <a:gd name="connsiteX47" fmla="*/ 994492 w 2094795"/>
                <a:gd name="connsiteY47" fmla="*/ 1104484 h 2619920"/>
                <a:gd name="connsiteX48" fmla="*/ 1015653 w 2094795"/>
                <a:gd name="connsiteY48" fmla="*/ 1137852 h 2619920"/>
                <a:gd name="connsiteX49" fmla="*/ 1036808 w 2094795"/>
                <a:gd name="connsiteY49" fmla="*/ 1170435 h 2619920"/>
                <a:gd name="connsiteX50" fmla="*/ 1057968 w 2094795"/>
                <a:gd name="connsiteY50" fmla="*/ 1202238 h 2619920"/>
                <a:gd name="connsiteX51" fmla="*/ 1079123 w 2094795"/>
                <a:gd name="connsiteY51" fmla="*/ 1233300 h 2619920"/>
                <a:gd name="connsiteX52" fmla="*/ 1100303 w 2094795"/>
                <a:gd name="connsiteY52" fmla="*/ 1263602 h 2619920"/>
                <a:gd name="connsiteX53" fmla="*/ 1121458 w 2094795"/>
                <a:gd name="connsiteY53" fmla="*/ 1293179 h 2619920"/>
                <a:gd name="connsiteX54" fmla="*/ 1142618 w 2094795"/>
                <a:gd name="connsiteY54" fmla="*/ 1322036 h 2619920"/>
                <a:gd name="connsiteX55" fmla="*/ 1163773 w 2094795"/>
                <a:gd name="connsiteY55" fmla="*/ 1350188 h 2619920"/>
                <a:gd name="connsiteX56" fmla="*/ 1184928 w 2094795"/>
                <a:gd name="connsiteY56" fmla="*/ 1377634 h 2619920"/>
                <a:gd name="connsiteX57" fmla="*/ 1206088 w 2094795"/>
                <a:gd name="connsiteY57" fmla="*/ 1404396 h 2619920"/>
                <a:gd name="connsiteX58" fmla="*/ 1227243 w 2094795"/>
                <a:gd name="connsiteY58" fmla="*/ 1430517 h 2619920"/>
                <a:gd name="connsiteX59" fmla="*/ 1248403 w 2094795"/>
                <a:gd name="connsiteY59" fmla="*/ 1455973 h 2619920"/>
                <a:gd name="connsiteX60" fmla="*/ 1269558 w 2094795"/>
                <a:gd name="connsiteY60" fmla="*/ 1480784 h 2619920"/>
                <a:gd name="connsiteX61" fmla="*/ 1290738 w 2094795"/>
                <a:gd name="connsiteY61" fmla="*/ 1504990 h 2619920"/>
                <a:gd name="connsiteX62" fmla="*/ 1311893 w 2094795"/>
                <a:gd name="connsiteY62" fmla="*/ 1528585 h 2619920"/>
                <a:gd name="connsiteX63" fmla="*/ 1333053 w 2094795"/>
                <a:gd name="connsiteY63" fmla="*/ 1551601 h 2619920"/>
                <a:gd name="connsiteX64" fmla="*/ 1354208 w 2094795"/>
                <a:gd name="connsiteY64" fmla="*/ 1574026 h 2619920"/>
                <a:gd name="connsiteX65" fmla="*/ 1375368 w 2094795"/>
                <a:gd name="connsiteY65" fmla="*/ 1595906 h 2619920"/>
                <a:gd name="connsiteX66" fmla="*/ 1396523 w 2094795"/>
                <a:gd name="connsiteY66" fmla="*/ 1617242 h 2619920"/>
                <a:gd name="connsiteX67" fmla="*/ 1417683 w 2094795"/>
                <a:gd name="connsiteY67" fmla="*/ 1638026 h 2619920"/>
                <a:gd name="connsiteX68" fmla="*/ 1438839 w 2094795"/>
                <a:gd name="connsiteY68" fmla="*/ 1658326 h 2619920"/>
                <a:gd name="connsiteX69" fmla="*/ 1459994 w 2094795"/>
                <a:gd name="connsiteY69" fmla="*/ 1678096 h 2619920"/>
                <a:gd name="connsiteX70" fmla="*/ 1481174 w 2094795"/>
                <a:gd name="connsiteY70" fmla="*/ 1697376 h 2619920"/>
                <a:gd name="connsiteX71" fmla="*/ 1502329 w 2094795"/>
                <a:gd name="connsiteY71" fmla="*/ 1716190 h 2619920"/>
                <a:gd name="connsiteX72" fmla="*/ 1523489 w 2094795"/>
                <a:gd name="connsiteY72" fmla="*/ 1734535 h 2619920"/>
                <a:gd name="connsiteX73" fmla="*/ 1544644 w 2094795"/>
                <a:gd name="connsiteY73" fmla="*/ 1752429 h 2619920"/>
                <a:gd name="connsiteX74" fmla="*/ 1565804 w 2094795"/>
                <a:gd name="connsiteY74" fmla="*/ 1769873 h 2619920"/>
                <a:gd name="connsiteX75" fmla="*/ 1586959 w 2094795"/>
                <a:gd name="connsiteY75" fmla="*/ 1786912 h 2619920"/>
                <a:gd name="connsiteX76" fmla="*/ 1608119 w 2094795"/>
                <a:gd name="connsiteY76" fmla="*/ 1803516 h 2619920"/>
                <a:gd name="connsiteX77" fmla="*/ 1629274 w 2094795"/>
                <a:gd name="connsiteY77" fmla="*/ 1819730 h 2619920"/>
                <a:gd name="connsiteX78" fmla="*/ 1650434 w 2094795"/>
                <a:gd name="connsiteY78" fmla="*/ 1835534 h 2619920"/>
                <a:gd name="connsiteX79" fmla="*/ 1671609 w 2094795"/>
                <a:gd name="connsiteY79" fmla="*/ 1850967 h 2619920"/>
                <a:gd name="connsiteX80" fmla="*/ 1692764 w 2094795"/>
                <a:gd name="connsiteY80" fmla="*/ 1866031 h 2619920"/>
                <a:gd name="connsiteX81" fmla="*/ 1713924 w 2094795"/>
                <a:gd name="connsiteY81" fmla="*/ 1880724 h 2619920"/>
                <a:gd name="connsiteX82" fmla="*/ 1735079 w 2094795"/>
                <a:gd name="connsiteY82" fmla="*/ 1895083 h 2619920"/>
                <a:gd name="connsiteX83" fmla="*/ 1756239 w 2094795"/>
                <a:gd name="connsiteY83" fmla="*/ 1909086 h 2619920"/>
                <a:gd name="connsiteX84" fmla="*/ 1777394 w 2094795"/>
                <a:gd name="connsiteY84" fmla="*/ 1922744 h 2619920"/>
                <a:gd name="connsiteX85" fmla="*/ 1798554 w 2094795"/>
                <a:gd name="connsiteY85" fmla="*/ 1936108 h 2619920"/>
                <a:gd name="connsiteX86" fmla="*/ 1819709 w 2094795"/>
                <a:gd name="connsiteY86" fmla="*/ 1949136 h 2619920"/>
                <a:gd name="connsiteX87" fmla="*/ 1840890 w 2094795"/>
                <a:gd name="connsiteY87" fmla="*/ 1961854 h 2619920"/>
                <a:gd name="connsiteX88" fmla="*/ 1862045 w 2094795"/>
                <a:gd name="connsiteY88" fmla="*/ 1974282 h 2619920"/>
                <a:gd name="connsiteX89" fmla="*/ 1883205 w 2094795"/>
                <a:gd name="connsiteY89" fmla="*/ 1986430 h 2619920"/>
                <a:gd name="connsiteX90" fmla="*/ 1904360 w 2094795"/>
                <a:gd name="connsiteY90" fmla="*/ 1998267 h 2619920"/>
                <a:gd name="connsiteX91" fmla="*/ 1925515 w 2094795"/>
                <a:gd name="connsiteY91" fmla="*/ 2009855 h 2619920"/>
                <a:gd name="connsiteX92" fmla="*/ 1946675 w 2094795"/>
                <a:gd name="connsiteY92" fmla="*/ 2021168 h 2619920"/>
                <a:gd name="connsiteX93" fmla="*/ 1967830 w 2094795"/>
                <a:gd name="connsiteY93" fmla="*/ 2032225 h 2619920"/>
                <a:gd name="connsiteX94" fmla="*/ 1988990 w 2094795"/>
                <a:gd name="connsiteY94" fmla="*/ 2043028 h 2619920"/>
                <a:gd name="connsiteX95" fmla="*/ 2010145 w 2094795"/>
                <a:gd name="connsiteY95" fmla="*/ 2053596 h 2619920"/>
                <a:gd name="connsiteX96" fmla="*/ 2031325 w 2094795"/>
                <a:gd name="connsiteY96" fmla="*/ 2063908 h 2619920"/>
                <a:gd name="connsiteX97" fmla="*/ 2052480 w 2094795"/>
                <a:gd name="connsiteY97" fmla="*/ 2073991 h 2619920"/>
                <a:gd name="connsiteX98" fmla="*/ 2073640 w 2094795"/>
                <a:gd name="connsiteY98" fmla="*/ 2083838 h 2619920"/>
                <a:gd name="connsiteX99" fmla="*/ 2094795 w 2094795"/>
                <a:gd name="connsiteY99" fmla="*/ 2093490 h 26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094795" h="2619920">
                  <a:moveTo>
                    <a:pt x="0" y="2619921"/>
                  </a:moveTo>
                  <a:lnTo>
                    <a:pt x="21155" y="2568403"/>
                  </a:lnTo>
                  <a:lnTo>
                    <a:pt x="42315" y="2337098"/>
                  </a:lnTo>
                  <a:lnTo>
                    <a:pt x="63470" y="2006984"/>
                  </a:lnTo>
                  <a:lnTo>
                    <a:pt x="84630" y="1659577"/>
                  </a:lnTo>
                  <a:lnTo>
                    <a:pt x="105785" y="1334789"/>
                  </a:lnTo>
                  <a:lnTo>
                    <a:pt x="126945" y="1048591"/>
                  </a:lnTo>
                  <a:lnTo>
                    <a:pt x="148120" y="805113"/>
                  </a:lnTo>
                  <a:lnTo>
                    <a:pt x="169275" y="603034"/>
                  </a:lnTo>
                  <a:lnTo>
                    <a:pt x="190435" y="438700"/>
                  </a:lnTo>
                  <a:lnTo>
                    <a:pt x="211590" y="307710"/>
                  </a:lnTo>
                  <a:lnTo>
                    <a:pt x="232751" y="205674"/>
                  </a:lnTo>
                  <a:lnTo>
                    <a:pt x="253906" y="128429"/>
                  </a:lnTo>
                  <a:lnTo>
                    <a:pt x="275066" y="72283"/>
                  </a:lnTo>
                  <a:lnTo>
                    <a:pt x="296221" y="33973"/>
                  </a:lnTo>
                  <a:lnTo>
                    <a:pt x="317381" y="10706"/>
                  </a:lnTo>
                  <a:lnTo>
                    <a:pt x="338556" y="78"/>
                  </a:lnTo>
                  <a:lnTo>
                    <a:pt x="359716" y="0"/>
                  </a:lnTo>
                  <a:lnTo>
                    <a:pt x="380871" y="8733"/>
                  </a:lnTo>
                  <a:lnTo>
                    <a:pt x="402026" y="24791"/>
                  </a:lnTo>
                  <a:lnTo>
                    <a:pt x="423186" y="46886"/>
                  </a:lnTo>
                  <a:lnTo>
                    <a:pt x="444341" y="73963"/>
                  </a:lnTo>
                  <a:lnTo>
                    <a:pt x="465501" y="105084"/>
                  </a:lnTo>
                  <a:lnTo>
                    <a:pt x="486656" y="139486"/>
                  </a:lnTo>
                  <a:lnTo>
                    <a:pt x="507816" y="176527"/>
                  </a:lnTo>
                  <a:lnTo>
                    <a:pt x="528991" y="215618"/>
                  </a:lnTo>
                  <a:lnTo>
                    <a:pt x="550151" y="256292"/>
                  </a:lnTo>
                  <a:lnTo>
                    <a:pt x="571306" y="298177"/>
                  </a:lnTo>
                  <a:lnTo>
                    <a:pt x="592467" y="340882"/>
                  </a:lnTo>
                  <a:lnTo>
                    <a:pt x="613622" y="384172"/>
                  </a:lnTo>
                  <a:lnTo>
                    <a:pt x="634782" y="427778"/>
                  </a:lnTo>
                  <a:lnTo>
                    <a:pt x="655937" y="471478"/>
                  </a:lnTo>
                  <a:lnTo>
                    <a:pt x="677092" y="515123"/>
                  </a:lnTo>
                  <a:lnTo>
                    <a:pt x="698252" y="558569"/>
                  </a:lnTo>
                  <a:lnTo>
                    <a:pt x="719427" y="601684"/>
                  </a:lnTo>
                  <a:lnTo>
                    <a:pt x="740587" y="644374"/>
                  </a:lnTo>
                  <a:lnTo>
                    <a:pt x="761742" y="686549"/>
                  </a:lnTo>
                  <a:lnTo>
                    <a:pt x="782902" y="728144"/>
                  </a:lnTo>
                  <a:lnTo>
                    <a:pt x="804057" y="769109"/>
                  </a:lnTo>
                  <a:lnTo>
                    <a:pt x="825217" y="809394"/>
                  </a:lnTo>
                  <a:lnTo>
                    <a:pt x="846372" y="848973"/>
                  </a:lnTo>
                  <a:lnTo>
                    <a:pt x="867532" y="887807"/>
                  </a:lnTo>
                  <a:lnTo>
                    <a:pt x="888687" y="925866"/>
                  </a:lnTo>
                  <a:lnTo>
                    <a:pt x="909862" y="963180"/>
                  </a:lnTo>
                  <a:lnTo>
                    <a:pt x="931022" y="999674"/>
                  </a:lnTo>
                  <a:lnTo>
                    <a:pt x="952177" y="1035403"/>
                  </a:lnTo>
                  <a:lnTo>
                    <a:pt x="973338" y="1070336"/>
                  </a:lnTo>
                  <a:lnTo>
                    <a:pt x="994492" y="1104484"/>
                  </a:lnTo>
                  <a:lnTo>
                    <a:pt x="1015653" y="1137852"/>
                  </a:lnTo>
                  <a:lnTo>
                    <a:pt x="1036808" y="1170435"/>
                  </a:lnTo>
                  <a:lnTo>
                    <a:pt x="1057968" y="1202238"/>
                  </a:lnTo>
                  <a:lnTo>
                    <a:pt x="1079123" y="1233300"/>
                  </a:lnTo>
                  <a:lnTo>
                    <a:pt x="1100303" y="1263602"/>
                  </a:lnTo>
                  <a:lnTo>
                    <a:pt x="1121458" y="1293179"/>
                  </a:lnTo>
                  <a:lnTo>
                    <a:pt x="1142618" y="1322036"/>
                  </a:lnTo>
                  <a:lnTo>
                    <a:pt x="1163773" y="1350188"/>
                  </a:lnTo>
                  <a:lnTo>
                    <a:pt x="1184928" y="1377634"/>
                  </a:lnTo>
                  <a:lnTo>
                    <a:pt x="1206088" y="1404396"/>
                  </a:lnTo>
                  <a:lnTo>
                    <a:pt x="1227243" y="1430517"/>
                  </a:lnTo>
                  <a:lnTo>
                    <a:pt x="1248403" y="1455973"/>
                  </a:lnTo>
                  <a:lnTo>
                    <a:pt x="1269558" y="1480784"/>
                  </a:lnTo>
                  <a:lnTo>
                    <a:pt x="1290738" y="1504990"/>
                  </a:lnTo>
                  <a:lnTo>
                    <a:pt x="1311893" y="1528585"/>
                  </a:lnTo>
                  <a:lnTo>
                    <a:pt x="1333053" y="1551601"/>
                  </a:lnTo>
                  <a:lnTo>
                    <a:pt x="1354208" y="1574026"/>
                  </a:lnTo>
                  <a:lnTo>
                    <a:pt x="1375368" y="1595906"/>
                  </a:lnTo>
                  <a:lnTo>
                    <a:pt x="1396523" y="1617242"/>
                  </a:lnTo>
                  <a:lnTo>
                    <a:pt x="1417683" y="1638026"/>
                  </a:lnTo>
                  <a:lnTo>
                    <a:pt x="1438839" y="1658326"/>
                  </a:lnTo>
                  <a:lnTo>
                    <a:pt x="1459994" y="1678096"/>
                  </a:lnTo>
                  <a:lnTo>
                    <a:pt x="1481174" y="1697376"/>
                  </a:lnTo>
                  <a:lnTo>
                    <a:pt x="1502329" y="1716190"/>
                  </a:lnTo>
                  <a:lnTo>
                    <a:pt x="1523489" y="1734535"/>
                  </a:lnTo>
                  <a:lnTo>
                    <a:pt x="1544644" y="1752429"/>
                  </a:lnTo>
                  <a:lnTo>
                    <a:pt x="1565804" y="1769873"/>
                  </a:lnTo>
                  <a:lnTo>
                    <a:pt x="1586959" y="1786912"/>
                  </a:lnTo>
                  <a:lnTo>
                    <a:pt x="1608119" y="1803516"/>
                  </a:lnTo>
                  <a:lnTo>
                    <a:pt x="1629274" y="1819730"/>
                  </a:lnTo>
                  <a:lnTo>
                    <a:pt x="1650434" y="1835534"/>
                  </a:lnTo>
                  <a:lnTo>
                    <a:pt x="1671609" y="1850967"/>
                  </a:lnTo>
                  <a:lnTo>
                    <a:pt x="1692764" y="1866031"/>
                  </a:lnTo>
                  <a:lnTo>
                    <a:pt x="1713924" y="1880724"/>
                  </a:lnTo>
                  <a:lnTo>
                    <a:pt x="1735079" y="1895083"/>
                  </a:lnTo>
                  <a:lnTo>
                    <a:pt x="1756239" y="1909086"/>
                  </a:lnTo>
                  <a:lnTo>
                    <a:pt x="1777394" y="1922744"/>
                  </a:lnTo>
                  <a:lnTo>
                    <a:pt x="1798554" y="1936108"/>
                  </a:lnTo>
                  <a:lnTo>
                    <a:pt x="1819709" y="1949136"/>
                  </a:lnTo>
                  <a:lnTo>
                    <a:pt x="1840890" y="1961854"/>
                  </a:lnTo>
                  <a:lnTo>
                    <a:pt x="1862045" y="1974282"/>
                  </a:lnTo>
                  <a:lnTo>
                    <a:pt x="1883205" y="1986430"/>
                  </a:lnTo>
                  <a:lnTo>
                    <a:pt x="1904360" y="1998267"/>
                  </a:lnTo>
                  <a:lnTo>
                    <a:pt x="1925515" y="2009855"/>
                  </a:lnTo>
                  <a:lnTo>
                    <a:pt x="1946675" y="2021168"/>
                  </a:lnTo>
                  <a:lnTo>
                    <a:pt x="1967830" y="2032225"/>
                  </a:lnTo>
                  <a:lnTo>
                    <a:pt x="1988990" y="2043028"/>
                  </a:lnTo>
                  <a:lnTo>
                    <a:pt x="2010145" y="2053596"/>
                  </a:lnTo>
                  <a:lnTo>
                    <a:pt x="2031325" y="2063908"/>
                  </a:lnTo>
                  <a:lnTo>
                    <a:pt x="2052480" y="2073991"/>
                  </a:lnTo>
                  <a:lnTo>
                    <a:pt x="2073640" y="2083838"/>
                  </a:lnTo>
                  <a:lnTo>
                    <a:pt x="2094795" y="2093490"/>
                  </a:lnTo>
                </a:path>
              </a:pathLst>
            </a:custGeom>
            <a:noFill/>
            <a:ln w="10653" cap="flat">
              <a:solidFill>
                <a:srgbClr val="EA2123"/>
              </a:solidFill>
              <a:prstDash val="solid"/>
              <a:round/>
            </a:ln>
          </p:spPr>
          <p:txBody>
            <a:bodyPr rtlCol="0" anchor="ctr"/>
            <a:lstStyle/>
            <a:p>
              <a:endParaRPr lang="en-US" noProof="0"/>
            </a:p>
          </p:txBody>
        </p:sp>
        <p:cxnSp>
          <p:nvCxnSpPr>
            <p:cNvPr id="16" name="Straight Arrow Connector 15">
              <a:extLst>
                <a:ext uri="{FF2B5EF4-FFF2-40B4-BE49-F238E27FC236}">
                  <a16:creationId xmlns:a16="http://schemas.microsoft.com/office/drawing/2014/main" id="{BD298A5C-6290-66C5-9B84-7FA83F0F4F6A}"/>
                </a:ext>
              </a:extLst>
            </p:cNvPr>
            <p:cNvCxnSpPr>
              <a:cxnSpLocks/>
            </p:cNvCxnSpPr>
            <p:nvPr/>
          </p:nvCxnSpPr>
          <p:spPr>
            <a:xfrm>
              <a:off x="6724650" y="5378530"/>
              <a:ext cx="2450306"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BCE2B192-F0CE-3A87-3649-E8D360FF8A62}"/>
                </a:ext>
              </a:extLst>
            </p:cNvPr>
            <p:cNvCxnSpPr>
              <a:cxnSpLocks/>
            </p:cNvCxnSpPr>
            <p:nvPr/>
          </p:nvCxnSpPr>
          <p:spPr>
            <a:xfrm>
              <a:off x="9301816" y="5378530"/>
              <a:ext cx="2450306" cy="0"/>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9A5579AB-B7CD-BD04-5A09-B0BDEB3BB28E}"/>
                </a:ext>
              </a:extLst>
            </p:cNvPr>
            <p:cNvCxnSpPr>
              <a:cxnSpLocks/>
            </p:cNvCxnSpPr>
            <p:nvPr/>
          </p:nvCxnSpPr>
          <p:spPr>
            <a:xfrm flipH="1">
              <a:off x="7908926" y="2758610"/>
              <a:ext cx="10705" cy="261992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4C770F7-A8E7-2506-38EA-43E0B7A980BB}"/>
                </a:ext>
              </a:extLst>
            </p:cNvPr>
            <p:cNvCxnSpPr>
              <a:cxnSpLocks/>
            </p:cNvCxnSpPr>
            <p:nvPr/>
          </p:nvCxnSpPr>
          <p:spPr>
            <a:xfrm flipH="1">
              <a:off x="9769476" y="2758610"/>
              <a:ext cx="10705" cy="261992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E576E7C0-5740-0F1D-A7DC-F61668E16616}"/>
                </a:ext>
              </a:extLst>
            </p:cNvPr>
            <p:cNvCxnSpPr>
              <a:cxnSpLocks/>
            </p:cNvCxnSpPr>
            <p:nvPr/>
          </p:nvCxnSpPr>
          <p:spPr>
            <a:xfrm flipH="1">
              <a:off x="9998882" y="3095160"/>
              <a:ext cx="10705" cy="228600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DA5DD4CD-7FEF-1793-F9A1-DED1CD0A97C0}"/>
                </a:ext>
              </a:extLst>
            </p:cNvPr>
            <p:cNvCxnSpPr>
              <a:cxnSpLocks/>
            </p:cNvCxnSpPr>
            <p:nvPr/>
          </p:nvCxnSpPr>
          <p:spPr>
            <a:xfrm flipH="1">
              <a:off x="10228288" y="3533310"/>
              <a:ext cx="10705" cy="1828800"/>
            </a:xfrm>
            <a:prstGeom prst="straightConnector1">
              <a:avLst/>
            </a:prstGeom>
            <a:ln w="9525">
              <a:prstDash val="dash"/>
              <a:tailEnd type="non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C77F9382-2A6D-64C0-CC9F-512E9E9074B2}"/>
                </a:ext>
              </a:extLst>
            </p:cNvPr>
            <p:cNvSpPr txBox="1"/>
            <p:nvPr/>
          </p:nvSpPr>
          <p:spPr>
            <a:xfrm>
              <a:off x="7688681" y="2153595"/>
              <a:ext cx="909219" cy="594725"/>
            </a:xfrm>
            <a:prstGeom prst="rect">
              <a:avLst/>
            </a:prstGeom>
            <a:noFill/>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Mode</a:t>
              </a:r>
            </a:p>
            <a:p>
              <a:pPr marR="0" lvl="0" defTabSz="914400" rtl="0" eaLnBrk="1" fontAlgn="auto" latinLnBrk="0" hangingPunct="1">
                <a:lnSpc>
                  <a:spcPct val="100000"/>
                </a:lnSpc>
                <a:spcBef>
                  <a:spcPts val="0"/>
                </a:spcBef>
                <a:spcAft>
                  <a:spcPts val="0"/>
                </a:spcAft>
                <a:buClrTx/>
                <a:buSzTx/>
                <a:tabLst/>
                <a:defRPr/>
              </a:pPr>
              <a:r>
                <a:rPr lang="en-US" sz="900" noProof="0">
                  <a:solidFill>
                    <a:prstClr val="black"/>
                  </a:solidFill>
                  <a:latin typeface="Aptos" panose="020B0004020202020204"/>
                </a:rPr>
                <a:t>Mean</a:t>
              </a:r>
            </a:p>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Median</a:t>
              </a:r>
            </a:p>
          </p:txBody>
        </p:sp>
        <p:sp>
          <p:nvSpPr>
            <p:cNvPr id="23" name="TextBox 22">
              <a:extLst>
                <a:ext uri="{FF2B5EF4-FFF2-40B4-BE49-F238E27FC236}">
                  <a16:creationId xmlns:a16="http://schemas.microsoft.com/office/drawing/2014/main" id="{03CA7217-C136-911B-B0E3-96E544AB635E}"/>
                </a:ext>
              </a:extLst>
            </p:cNvPr>
            <p:cNvSpPr txBox="1"/>
            <p:nvPr/>
          </p:nvSpPr>
          <p:spPr>
            <a:xfrm>
              <a:off x="9572986" y="2504693"/>
              <a:ext cx="909219" cy="270329"/>
            </a:xfrm>
            <a:prstGeom prst="rect">
              <a:avLst/>
            </a:prstGeom>
            <a:noFill/>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Mode</a:t>
              </a:r>
            </a:p>
          </p:txBody>
        </p:sp>
        <p:sp>
          <p:nvSpPr>
            <p:cNvPr id="24" name="TextBox 23">
              <a:extLst>
                <a:ext uri="{FF2B5EF4-FFF2-40B4-BE49-F238E27FC236}">
                  <a16:creationId xmlns:a16="http://schemas.microsoft.com/office/drawing/2014/main" id="{F71D2DBB-EFDD-5E48-7896-C6BE034364E4}"/>
                </a:ext>
              </a:extLst>
            </p:cNvPr>
            <p:cNvSpPr txBox="1"/>
            <p:nvPr/>
          </p:nvSpPr>
          <p:spPr>
            <a:xfrm>
              <a:off x="9931399" y="2859736"/>
              <a:ext cx="774700" cy="4325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Median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5" name="TextBox 24">
              <a:extLst>
                <a:ext uri="{FF2B5EF4-FFF2-40B4-BE49-F238E27FC236}">
                  <a16:creationId xmlns:a16="http://schemas.microsoft.com/office/drawing/2014/main" id="{828767CB-1A59-6A76-39B3-52150CF4F3A7}"/>
                </a:ext>
              </a:extLst>
            </p:cNvPr>
            <p:cNvSpPr txBox="1"/>
            <p:nvPr/>
          </p:nvSpPr>
          <p:spPr>
            <a:xfrm>
              <a:off x="10190655" y="3286058"/>
              <a:ext cx="774700" cy="27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0B0004020202020204"/>
                  <a:ea typeface="+mn-ea"/>
                  <a:cs typeface="+mn-cs"/>
                </a:rPr>
                <a:t>Mean</a:t>
              </a:r>
            </a:p>
          </p:txBody>
        </p:sp>
      </p:grpSp>
      <p:sp>
        <p:nvSpPr>
          <p:cNvPr id="26" name="Footer Placeholder 4">
            <a:extLst>
              <a:ext uri="{FF2B5EF4-FFF2-40B4-BE49-F238E27FC236}">
                <a16:creationId xmlns:a16="http://schemas.microsoft.com/office/drawing/2014/main" id="{A511322F-8A9E-C620-5F77-993FC289C9B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1286297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49AD-1AA2-3A5C-D962-65C263D53EE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87A5865-9D62-66BD-EFF5-AED37D80BDE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001F7BA3-BDA8-2FA9-57D2-26F511C8640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F8044171-D1BE-F7F8-3E22-9454DE0B97C9}"/>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55" name="TextBox 154">
            <a:extLst>
              <a:ext uri="{FF2B5EF4-FFF2-40B4-BE49-F238E27FC236}">
                <a16:creationId xmlns:a16="http://schemas.microsoft.com/office/drawing/2014/main" id="{EBB8C0F1-ADF0-68A4-EE43-057152E1D222}"/>
              </a:ext>
            </a:extLst>
          </p:cNvPr>
          <p:cNvSpPr txBox="1"/>
          <p:nvPr/>
        </p:nvSpPr>
        <p:spPr>
          <a:xfrm>
            <a:off x="891590" y="2014667"/>
            <a:ext cx="5902052" cy="2492990"/>
          </a:xfrm>
          <a:prstGeom prst="rect">
            <a:avLst/>
          </a:prstGeom>
          <a:noFill/>
        </p:spPr>
        <p:txBody>
          <a:bodyPr wrap="square">
            <a:spAutoFit/>
          </a:bodyPr>
          <a:lstStyle/>
          <a:p>
            <a:pPr>
              <a:buNone/>
            </a:pPr>
            <a:r>
              <a:rPr lang="en-US" sz="1600" b="1" noProof="0">
                <a:solidFill>
                  <a:srgbClr val="FF0000"/>
                </a:solidFill>
              </a:rPr>
              <a:t>Variance</a:t>
            </a:r>
            <a:br>
              <a:rPr lang="en-US" sz="1600" b="1" noProof="0"/>
            </a:br>
            <a:r>
              <a:rPr lang="en-US" sz="1400" noProof="0"/>
              <a:t>When variance is calculated using the entire population, the result is obtained by dividing the sum of squares by the population size. </a:t>
            </a:r>
          </a:p>
          <a:p>
            <a:pPr>
              <a:buNone/>
            </a:pPr>
            <a:endParaRPr lang="en-US" sz="1400" noProof="0"/>
          </a:p>
          <a:p>
            <a:r>
              <a:rPr lang="en-US" sz="1400" b="1" noProof="0"/>
              <a:t>The sample formula for variance conventionally uses n−1 in the denominator to achieve the property of unbiasedness.</a:t>
            </a:r>
          </a:p>
          <a:p>
            <a:endParaRPr lang="en-US" sz="1400" b="1" noProof="0"/>
          </a:p>
          <a:p>
            <a:r>
              <a:rPr lang="en-US" sz="1400" noProof="0"/>
              <a:t>This means, approximately, that when calculated for many different random samples from the same population, </a:t>
            </a:r>
            <a:r>
              <a:rPr lang="en-US" sz="1400" b="1" noProof="0">
                <a:highlight>
                  <a:srgbClr val="FFC000"/>
                </a:highlight>
              </a:rPr>
              <a:t>the average of the sample variances should coincide with the corresponding population parameter.</a:t>
            </a:r>
          </a:p>
        </p:txBody>
      </p:sp>
      <p:pic>
        <p:nvPicPr>
          <p:cNvPr id="2" name="Picture 1">
            <a:extLst>
              <a:ext uri="{FF2B5EF4-FFF2-40B4-BE49-F238E27FC236}">
                <a16:creationId xmlns:a16="http://schemas.microsoft.com/office/drawing/2014/main" id="{ACDC96AE-CCA8-CB2E-0AE1-909D93BFA6EA}"/>
              </a:ext>
            </a:extLst>
          </p:cNvPr>
          <p:cNvPicPr>
            <a:picLocks noChangeAspect="1"/>
          </p:cNvPicPr>
          <p:nvPr>
            <p:custDataLst>
              <p:tags r:id="rId1"/>
            </p:custDataLst>
          </p:nvPr>
        </p:nvPicPr>
        <p:blipFill>
          <a:blip r:embed="rId17" cstate="print">
            <a:extLst>
              <a:ext uri="{28A0092B-C50C-407E-A947-70E740481C1C}">
                <a14:useLocalDpi xmlns:a14="http://schemas.microsoft.com/office/drawing/2010/main" val="0"/>
              </a:ext>
            </a:extLst>
          </a:blip>
          <a:stretch>
            <a:fillRect/>
          </a:stretch>
        </p:blipFill>
        <p:spPr>
          <a:xfrm>
            <a:off x="2610501" y="4793080"/>
            <a:ext cx="1833297" cy="487005"/>
          </a:xfrm>
          <a:prstGeom prst="rect">
            <a:avLst/>
          </a:prstGeom>
        </p:spPr>
      </p:pic>
      <p:grpSp>
        <p:nvGrpSpPr>
          <p:cNvPr id="9" name="Group 8">
            <a:extLst>
              <a:ext uri="{FF2B5EF4-FFF2-40B4-BE49-F238E27FC236}">
                <a16:creationId xmlns:a16="http://schemas.microsoft.com/office/drawing/2014/main" id="{CC284588-9036-919B-3D80-7FF36FF197C1}"/>
              </a:ext>
            </a:extLst>
          </p:cNvPr>
          <p:cNvGrpSpPr/>
          <p:nvPr/>
        </p:nvGrpSpPr>
        <p:grpSpPr>
          <a:xfrm rot="5400000">
            <a:off x="6471747" y="2519911"/>
            <a:ext cx="5216784" cy="2286166"/>
            <a:chOff x="2305591" y="2810836"/>
            <a:chExt cx="6805457" cy="2982382"/>
          </a:xfrm>
        </p:grpSpPr>
        <p:grpSp>
          <p:nvGrpSpPr>
            <p:cNvPr id="15" name="Group 14">
              <a:extLst>
                <a:ext uri="{FF2B5EF4-FFF2-40B4-BE49-F238E27FC236}">
                  <a16:creationId xmlns:a16="http://schemas.microsoft.com/office/drawing/2014/main" id="{4CA60E53-6F71-EE41-F29E-7D700427B9A9}"/>
                </a:ext>
              </a:extLst>
            </p:cNvPr>
            <p:cNvGrpSpPr/>
            <p:nvPr/>
          </p:nvGrpSpPr>
          <p:grpSpPr>
            <a:xfrm>
              <a:off x="4812570" y="2810836"/>
              <a:ext cx="3097596" cy="2857186"/>
              <a:chOff x="4812570" y="2810836"/>
              <a:chExt cx="3097596" cy="2857186"/>
            </a:xfrm>
          </p:grpSpPr>
          <p:pic>
            <p:nvPicPr>
              <p:cNvPr id="40" name="Picture 39">
                <a:extLst>
                  <a:ext uri="{FF2B5EF4-FFF2-40B4-BE49-F238E27FC236}">
                    <a16:creationId xmlns:a16="http://schemas.microsoft.com/office/drawing/2014/main" id="{0BA9551C-9834-48B7-074C-E6A7F4829049}"/>
                  </a:ext>
                </a:extLst>
              </p:cNvPr>
              <p:cNvPicPr>
                <a:picLocks noChangeAspect="1"/>
              </p:cNvPicPr>
              <p:nvPr>
                <p:custDataLst>
                  <p:tags r:id="rId14"/>
                </p:custDataLst>
              </p:nvPr>
            </p:nvPicPr>
            <p:blipFill>
              <a:blip r:embed="rId18" cstate="print">
                <a:extLst>
                  <a:ext uri="{28A0092B-C50C-407E-A947-70E740481C1C}">
                    <a14:useLocalDpi xmlns:a14="http://schemas.microsoft.com/office/drawing/2010/main" val="0"/>
                  </a:ext>
                </a:extLst>
              </a:blip>
              <a:stretch>
                <a:fillRect/>
              </a:stretch>
            </p:blipFill>
            <p:spPr>
              <a:xfrm rot="16200000">
                <a:off x="6265774" y="2799865"/>
                <a:ext cx="115201" cy="137143"/>
              </a:xfrm>
              <a:prstGeom prst="rect">
                <a:avLst/>
              </a:prstGeom>
              <a:noFill/>
            </p:spPr>
          </p:pic>
          <p:cxnSp>
            <p:nvCxnSpPr>
              <p:cNvPr id="41" name="Straight Connector 40">
                <a:extLst>
                  <a:ext uri="{FF2B5EF4-FFF2-40B4-BE49-F238E27FC236}">
                    <a16:creationId xmlns:a16="http://schemas.microsoft.com/office/drawing/2014/main" id="{E231CB4A-964A-435F-8436-DDD6013CE43D}"/>
                  </a:ext>
                </a:extLst>
              </p:cNvPr>
              <p:cNvCxnSpPr>
                <a:cxnSpLocks/>
              </p:cNvCxnSpPr>
              <p:nvPr/>
            </p:nvCxnSpPr>
            <p:spPr>
              <a:xfrm rot="16200000" flipH="1">
                <a:off x="5647211" y="3701605"/>
                <a:ext cx="1332449" cy="1"/>
              </a:xfrm>
              <a:prstGeom prst="line">
                <a:avLst/>
              </a:prstGeom>
              <a:ln>
                <a:solidFill>
                  <a:srgbClr val="EA2123"/>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3F03BB1-0B1E-55CA-46B6-15A7981B2C74}"/>
                  </a:ext>
                </a:extLst>
              </p:cNvPr>
              <p:cNvCxnSpPr>
                <a:cxnSpLocks/>
              </p:cNvCxnSpPr>
              <p:nvPr/>
            </p:nvCxnSpPr>
            <p:spPr>
              <a:xfrm>
                <a:off x="5924349" y="3136127"/>
                <a:ext cx="0" cy="2505017"/>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1F2BC07-3A54-A2BD-1196-1762C900E481}"/>
                  </a:ext>
                </a:extLst>
              </p:cNvPr>
              <p:cNvCxnSpPr>
                <a:cxnSpLocks/>
              </p:cNvCxnSpPr>
              <p:nvPr/>
            </p:nvCxnSpPr>
            <p:spPr>
              <a:xfrm>
                <a:off x="6686273" y="3133739"/>
                <a:ext cx="0" cy="2505015"/>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9C22457-15CC-F285-7856-67DEC9CC4F69}"/>
                  </a:ext>
                </a:extLst>
              </p:cNvPr>
              <p:cNvCxnSpPr>
                <a:cxnSpLocks/>
              </p:cNvCxnSpPr>
              <p:nvPr/>
            </p:nvCxnSpPr>
            <p:spPr>
              <a:xfrm>
                <a:off x="5399707" y="3145313"/>
                <a:ext cx="0" cy="2505013"/>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B26DF7D7-0452-A239-5FFE-4BA18ED48282}"/>
                  </a:ext>
                </a:extLst>
              </p:cNvPr>
              <p:cNvCxnSpPr>
                <a:cxnSpLocks/>
              </p:cNvCxnSpPr>
              <p:nvPr/>
            </p:nvCxnSpPr>
            <p:spPr>
              <a:xfrm>
                <a:off x="7278575" y="3136120"/>
                <a:ext cx="0" cy="2505014"/>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B0204F8D-1E2B-7319-727E-3C2F314C1635}"/>
                  </a:ext>
                </a:extLst>
              </p:cNvPr>
              <p:cNvCxnSpPr>
                <a:cxnSpLocks/>
              </p:cNvCxnSpPr>
              <p:nvPr/>
            </p:nvCxnSpPr>
            <p:spPr>
              <a:xfrm>
                <a:off x="4812570" y="3163009"/>
                <a:ext cx="0" cy="2505013"/>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928843B-888D-B0F4-A4F4-4CC8CB2494EA}"/>
                  </a:ext>
                </a:extLst>
              </p:cNvPr>
              <p:cNvCxnSpPr>
                <a:cxnSpLocks/>
              </p:cNvCxnSpPr>
              <p:nvPr/>
            </p:nvCxnSpPr>
            <p:spPr>
              <a:xfrm>
                <a:off x="7910166" y="3160632"/>
                <a:ext cx="0" cy="2505014"/>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034002D-4C2B-538F-F6EA-C6421D523B7E}"/>
                  </a:ext>
                </a:extLst>
              </p:cNvPr>
              <p:cNvCxnSpPr>
                <a:cxnSpLocks/>
              </p:cNvCxnSpPr>
              <p:nvPr/>
            </p:nvCxnSpPr>
            <p:spPr>
              <a:xfrm>
                <a:off x="6314122" y="4286250"/>
                <a:ext cx="2972" cy="1371601"/>
              </a:xfrm>
              <a:prstGeom prst="line">
                <a:avLst/>
              </a:prstGeom>
              <a:ln>
                <a:solidFill>
                  <a:srgbClr val="EA2123"/>
                </a:solidFill>
              </a:ln>
            </p:spPr>
            <p:style>
              <a:lnRef idx="2">
                <a:schemeClr val="accent1"/>
              </a:lnRef>
              <a:fillRef idx="0">
                <a:schemeClr val="accent1"/>
              </a:fillRef>
              <a:effectRef idx="1">
                <a:schemeClr val="accent1"/>
              </a:effectRef>
              <a:fontRef idx="minor">
                <a:schemeClr val="tx1"/>
              </a:fontRef>
            </p:style>
          </p:cxnSp>
        </p:grpSp>
        <p:cxnSp>
          <p:nvCxnSpPr>
            <p:cNvPr id="16" name="Straight Arrow Connector 15">
              <a:extLst>
                <a:ext uri="{FF2B5EF4-FFF2-40B4-BE49-F238E27FC236}">
                  <a16:creationId xmlns:a16="http://schemas.microsoft.com/office/drawing/2014/main" id="{D54EB180-3558-3429-FDC5-50583341D6C0}"/>
                </a:ext>
              </a:extLst>
            </p:cNvPr>
            <p:cNvCxnSpPr>
              <a:cxnSpLocks/>
            </p:cNvCxnSpPr>
            <p:nvPr/>
          </p:nvCxnSpPr>
          <p:spPr>
            <a:xfrm flipV="1">
              <a:off x="5918537" y="4293526"/>
              <a:ext cx="396040" cy="3179"/>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81C7863-9BCB-EE40-8256-ECC763CF89EB}"/>
                </a:ext>
              </a:extLst>
            </p:cNvPr>
            <p:cNvCxnSpPr>
              <a:cxnSpLocks/>
            </p:cNvCxnSpPr>
            <p:nvPr/>
          </p:nvCxnSpPr>
          <p:spPr>
            <a:xfrm>
              <a:off x="6321889" y="4293526"/>
              <a:ext cx="369040"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3957CCA-4010-14CA-AD63-EA5EB2202BF2}"/>
                </a:ext>
              </a:extLst>
            </p:cNvPr>
            <p:cNvCxnSpPr>
              <a:cxnSpLocks/>
            </p:cNvCxnSpPr>
            <p:nvPr/>
          </p:nvCxnSpPr>
          <p:spPr>
            <a:xfrm>
              <a:off x="5398378" y="4582600"/>
              <a:ext cx="924997"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B7CAACF-85AA-3D22-2E74-29FA2F798C9C}"/>
                </a:ext>
              </a:extLst>
            </p:cNvPr>
            <p:cNvCxnSpPr>
              <a:cxnSpLocks/>
            </p:cNvCxnSpPr>
            <p:nvPr/>
          </p:nvCxnSpPr>
          <p:spPr>
            <a:xfrm>
              <a:off x="6314577" y="4581621"/>
              <a:ext cx="966389"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34942AB-B6BB-B72A-19A3-8C2C11964B0A}"/>
                </a:ext>
              </a:extLst>
            </p:cNvPr>
            <p:cNvCxnSpPr>
              <a:cxnSpLocks/>
            </p:cNvCxnSpPr>
            <p:nvPr/>
          </p:nvCxnSpPr>
          <p:spPr>
            <a:xfrm>
              <a:off x="4799423" y="5055119"/>
              <a:ext cx="1515154"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6FFA1F8-EFCB-CB0D-C501-C8212DE1CA15}"/>
                </a:ext>
              </a:extLst>
            </p:cNvPr>
            <p:cNvCxnSpPr>
              <a:cxnSpLocks/>
            </p:cNvCxnSpPr>
            <p:nvPr/>
          </p:nvCxnSpPr>
          <p:spPr>
            <a:xfrm>
              <a:off x="6314577" y="5055119"/>
              <a:ext cx="1604563"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47DFED28-E7B7-AFB4-94FE-C994247ED64F}"/>
                </a:ext>
              </a:extLst>
            </p:cNvPr>
            <p:cNvPicPr>
              <a:picLocks noChangeAspect="1"/>
            </p:cNvPicPr>
            <p:nvPr>
              <p:custDataLst>
                <p:tags r:id="rId2"/>
              </p:custDataLst>
            </p:nvPr>
          </p:nvPicPr>
          <p:blipFill>
            <a:blip r:embed="rId19" cstate="print">
              <a:extLst>
                <a:ext uri="{28A0092B-C50C-407E-A947-70E740481C1C}">
                  <a14:useLocalDpi xmlns:a14="http://schemas.microsoft.com/office/drawing/2010/main" val="0"/>
                </a:ext>
              </a:extLst>
            </a:blip>
            <a:stretch>
              <a:fillRect/>
            </a:stretch>
          </p:blipFill>
          <p:spPr>
            <a:xfrm rot="16200000">
              <a:off x="6974043" y="4989342"/>
              <a:ext cx="285466" cy="131552"/>
            </a:xfrm>
            <a:prstGeom prst="rect">
              <a:avLst/>
            </a:prstGeom>
            <a:solidFill>
              <a:srgbClr val="FFFFFF"/>
            </a:solidFill>
          </p:spPr>
        </p:pic>
        <p:pic>
          <p:nvPicPr>
            <p:cNvPr id="23" name="Picture 22">
              <a:extLst>
                <a:ext uri="{FF2B5EF4-FFF2-40B4-BE49-F238E27FC236}">
                  <a16:creationId xmlns:a16="http://schemas.microsoft.com/office/drawing/2014/main" id="{F45E8CC2-596A-EC4E-7707-B097FD1BB69F}"/>
                </a:ext>
              </a:extLst>
            </p:cNvPr>
            <p:cNvPicPr>
              <a:picLocks noChangeAspect="1"/>
            </p:cNvPicPr>
            <p:nvPr>
              <p:custDataLst>
                <p:tags r:id="rId3"/>
              </p:custDataLst>
            </p:nvPr>
          </p:nvPicPr>
          <p:blipFill>
            <a:blip r:embed="rId20" cstate="print">
              <a:extLst>
                <a:ext uri="{28A0092B-C50C-407E-A947-70E740481C1C}">
                  <a14:useLocalDpi xmlns:a14="http://schemas.microsoft.com/office/drawing/2010/main" val="0"/>
                </a:ext>
              </a:extLst>
            </a:blip>
            <a:stretch>
              <a:fillRect/>
            </a:stretch>
          </p:blipFill>
          <p:spPr>
            <a:xfrm rot="16200000">
              <a:off x="6686285" y="4507629"/>
              <a:ext cx="198642" cy="131552"/>
            </a:xfrm>
            <a:prstGeom prst="rect">
              <a:avLst/>
            </a:prstGeom>
            <a:solidFill>
              <a:srgbClr val="FFFFFF"/>
            </a:solidFill>
          </p:spPr>
        </p:pic>
        <p:pic>
          <p:nvPicPr>
            <p:cNvPr id="24" name="Picture 23">
              <a:extLst>
                <a:ext uri="{FF2B5EF4-FFF2-40B4-BE49-F238E27FC236}">
                  <a16:creationId xmlns:a16="http://schemas.microsoft.com/office/drawing/2014/main" id="{8923BE18-A6DB-8558-381C-AC5BB283159B}"/>
                </a:ext>
              </a:extLst>
            </p:cNvPr>
            <p:cNvPicPr>
              <a:picLocks noChangeAspect="1"/>
            </p:cNvPicPr>
            <p:nvPr>
              <p:custDataLst>
                <p:tags r:id="rId4"/>
              </p:custDataLst>
            </p:nvPr>
          </p:nvPicPr>
          <p:blipFill>
            <a:blip r:embed="rId21" cstate="print">
              <a:extLst>
                <a:ext uri="{28A0092B-C50C-407E-A947-70E740481C1C}">
                  <a14:useLocalDpi xmlns:a14="http://schemas.microsoft.com/office/drawing/2010/main" val="0"/>
                </a:ext>
              </a:extLst>
            </a:blip>
            <a:stretch>
              <a:fillRect/>
            </a:stretch>
          </p:blipFill>
          <p:spPr>
            <a:xfrm rot="16200000">
              <a:off x="6424126" y="4070324"/>
              <a:ext cx="198642" cy="131552"/>
            </a:xfrm>
            <a:prstGeom prst="rect">
              <a:avLst/>
            </a:prstGeom>
            <a:solidFill>
              <a:srgbClr val="FFFFFF"/>
            </a:solidFill>
          </p:spPr>
        </p:pic>
        <p:pic>
          <p:nvPicPr>
            <p:cNvPr id="25" name="Picture 24">
              <a:extLst>
                <a:ext uri="{FF2B5EF4-FFF2-40B4-BE49-F238E27FC236}">
                  <a16:creationId xmlns:a16="http://schemas.microsoft.com/office/drawing/2014/main" id="{8EC6F661-DD51-FB8C-394B-C7003AB028AD}"/>
                </a:ext>
              </a:extLst>
            </p:cNvPr>
            <p:cNvPicPr>
              <a:picLocks noChangeAspect="1"/>
            </p:cNvPicPr>
            <p:nvPr>
              <p:custDataLst>
                <p:tags r:id="rId5"/>
              </p:custDataLst>
            </p:nvPr>
          </p:nvPicPr>
          <p:blipFill>
            <a:blip r:embed="rId22" cstate="print">
              <a:extLst>
                <a:ext uri="{28A0092B-C50C-407E-A947-70E740481C1C}">
                  <a14:useLocalDpi xmlns:a14="http://schemas.microsoft.com/office/drawing/2010/main" val="0"/>
                </a:ext>
              </a:extLst>
            </a:blip>
            <a:stretch>
              <a:fillRect/>
            </a:stretch>
          </p:blipFill>
          <p:spPr>
            <a:xfrm rot="16200000">
              <a:off x="6019801" y="4070323"/>
              <a:ext cx="203904" cy="131552"/>
            </a:xfrm>
            <a:prstGeom prst="rect">
              <a:avLst/>
            </a:prstGeom>
            <a:solidFill>
              <a:srgbClr val="FFFFFF"/>
            </a:solidFill>
          </p:spPr>
        </p:pic>
        <p:pic>
          <p:nvPicPr>
            <p:cNvPr id="26" name="Picture 25">
              <a:extLst>
                <a:ext uri="{FF2B5EF4-FFF2-40B4-BE49-F238E27FC236}">
                  <a16:creationId xmlns:a16="http://schemas.microsoft.com/office/drawing/2014/main" id="{CFD24A6B-A4D1-636B-0603-ECE9F10A65E6}"/>
                </a:ext>
              </a:extLst>
            </p:cNvPr>
            <p:cNvPicPr>
              <a:picLocks noChangeAspect="1"/>
            </p:cNvPicPr>
            <p:nvPr>
              <p:custDataLst>
                <p:tags r:id="rId6"/>
              </p:custDataLst>
            </p:nvPr>
          </p:nvPicPr>
          <p:blipFill>
            <a:blip r:embed="rId23" cstate="print">
              <a:extLst>
                <a:ext uri="{28A0092B-C50C-407E-A947-70E740481C1C}">
                  <a14:useLocalDpi xmlns:a14="http://schemas.microsoft.com/office/drawing/2010/main" val="0"/>
                </a:ext>
              </a:extLst>
            </a:blip>
            <a:stretch>
              <a:fillRect/>
            </a:stretch>
          </p:blipFill>
          <p:spPr>
            <a:xfrm rot="16200000">
              <a:off x="5758925" y="4505530"/>
              <a:ext cx="198642" cy="131552"/>
            </a:xfrm>
            <a:prstGeom prst="rect">
              <a:avLst/>
            </a:prstGeom>
            <a:solidFill>
              <a:srgbClr val="FFFFFF"/>
            </a:solidFill>
          </p:spPr>
        </p:pic>
        <p:pic>
          <p:nvPicPr>
            <p:cNvPr id="27" name="Picture 26">
              <a:extLst>
                <a:ext uri="{FF2B5EF4-FFF2-40B4-BE49-F238E27FC236}">
                  <a16:creationId xmlns:a16="http://schemas.microsoft.com/office/drawing/2014/main" id="{0C85F542-CEF3-160E-7964-F89F0104EBD1}"/>
                </a:ext>
              </a:extLst>
            </p:cNvPr>
            <p:cNvPicPr>
              <a:picLocks noChangeAspect="1"/>
            </p:cNvPicPr>
            <p:nvPr>
              <p:custDataLst>
                <p:tags r:id="rId7"/>
              </p:custDataLst>
            </p:nvPr>
          </p:nvPicPr>
          <p:blipFill>
            <a:blip r:embed="rId24" cstate="print">
              <a:extLst>
                <a:ext uri="{28A0092B-C50C-407E-A947-70E740481C1C}">
                  <a14:useLocalDpi xmlns:a14="http://schemas.microsoft.com/office/drawing/2010/main" val="0"/>
                </a:ext>
              </a:extLst>
            </a:blip>
            <a:stretch>
              <a:fillRect/>
            </a:stretch>
          </p:blipFill>
          <p:spPr>
            <a:xfrm rot="16200000">
              <a:off x="5468662" y="4989343"/>
              <a:ext cx="197327" cy="131552"/>
            </a:xfrm>
            <a:prstGeom prst="rect">
              <a:avLst/>
            </a:prstGeom>
            <a:solidFill>
              <a:srgbClr val="FFFFFF"/>
            </a:solidFill>
          </p:spPr>
        </p:pic>
        <p:cxnSp>
          <p:nvCxnSpPr>
            <p:cNvPr id="28" name="Straight Connector 27">
              <a:extLst>
                <a:ext uri="{FF2B5EF4-FFF2-40B4-BE49-F238E27FC236}">
                  <a16:creationId xmlns:a16="http://schemas.microsoft.com/office/drawing/2014/main" id="{2957FEDF-5C41-81B5-F814-7E36A453BAB8}"/>
                </a:ext>
              </a:extLst>
            </p:cNvPr>
            <p:cNvCxnSpPr>
              <a:cxnSpLocks/>
            </p:cNvCxnSpPr>
            <p:nvPr/>
          </p:nvCxnSpPr>
          <p:spPr>
            <a:xfrm>
              <a:off x="2305591" y="3133750"/>
              <a:ext cx="0" cy="2505015"/>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361FB5E-E9CD-600C-2A6E-C264CCF8BB92}"/>
                </a:ext>
              </a:extLst>
            </p:cNvPr>
            <p:cNvCxnSpPr>
              <a:cxnSpLocks/>
            </p:cNvCxnSpPr>
            <p:nvPr/>
          </p:nvCxnSpPr>
          <p:spPr>
            <a:xfrm>
              <a:off x="9111041" y="3117875"/>
              <a:ext cx="0" cy="2505021"/>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C830AD6-A1E1-EA2F-DCF9-769DCC7CFD38}"/>
                </a:ext>
              </a:extLst>
            </p:cNvPr>
            <p:cNvCxnSpPr>
              <a:cxnSpLocks/>
            </p:cNvCxnSpPr>
            <p:nvPr/>
          </p:nvCxnSpPr>
          <p:spPr>
            <a:xfrm>
              <a:off x="2305611" y="5652459"/>
              <a:ext cx="4016278"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36A5D45-0E7B-1409-5155-8AB848F3CDA7}"/>
                </a:ext>
              </a:extLst>
            </p:cNvPr>
            <p:cNvCxnSpPr>
              <a:cxnSpLocks/>
            </p:cNvCxnSpPr>
            <p:nvPr/>
          </p:nvCxnSpPr>
          <p:spPr>
            <a:xfrm>
              <a:off x="6321889" y="5652459"/>
              <a:ext cx="2789159"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4E93D82C-0245-5ACE-4B53-31E3A732E4F5}"/>
                </a:ext>
              </a:extLst>
            </p:cNvPr>
            <p:cNvPicPr>
              <a:picLocks noChangeAspect="1"/>
            </p:cNvPicPr>
            <p:nvPr>
              <p:custDataLst>
                <p:tags r:id="rId8"/>
              </p:custDataLst>
            </p:nvPr>
          </p:nvPicPr>
          <p:blipFill>
            <a:blip r:embed="rId25" cstate="print">
              <a:extLst>
                <a:ext uri="{28A0092B-C50C-407E-A947-70E740481C1C}">
                  <a14:useLocalDpi xmlns:a14="http://schemas.microsoft.com/office/drawing/2010/main" val="0"/>
                </a:ext>
              </a:extLst>
            </a:blip>
            <a:stretch>
              <a:fillRect/>
            </a:stretch>
          </p:blipFill>
          <p:spPr>
            <a:xfrm rot="16200000">
              <a:off x="7853404" y="5586683"/>
              <a:ext cx="284151" cy="128920"/>
            </a:xfrm>
            <a:prstGeom prst="rect">
              <a:avLst/>
            </a:prstGeom>
            <a:solidFill>
              <a:srgbClr val="FFFFFF"/>
            </a:solidFill>
          </p:spPr>
        </p:pic>
        <p:pic>
          <p:nvPicPr>
            <p:cNvPr id="33" name="Picture 32">
              <a:extLst>
                <a:ext uri="{FF2B5EF4-FFF2-40B4-BE49-F238E27FC236}">
                  <a16:creationId xmlns:a16="http://schemas.microsoft.com/office/drawing/2014/main" id="{4833663B-47DA-49C8-6A3B-C94DA9A12378}"/>
                </a:ext>
              </a:extLst>
            </p:cNvPr>
            <p:cNvPicPr>
              <a:picLocks noChangeAspect="1"/>
            </p:cNvPicPr>
            <p:nvPr>
              <p:custDataLst>
                <p:tags r:id="rId9"/>
              </p:custDataLst>
            </p:nvPr>
          </p:nvPicPr>
          <p:blipFill>
            <a:blip r:embed="rId26" cstate="print">
              <a:extLst>
                <a:ext uri="{28A0092B-C50C-407E-A947-70E740481C1C}">
                  <a14:useLocalDpi xmlns:a14="http://schemas.microsoft.com/office/drawing/2010/main" val="0"/>
                </a:ext>
              </a:extLst>
            </a:blip>
            <a:stretch>
              <a:fillRect/>
            </a:stretch>
          </p:blipFill>
          <p:spPr>
            <a:xfrm rot="16200000">
              <a:off x="4227959" y="5586683"/>
              <a:ext cx="192064" cy="128920"/>
            </a:xfrm>
            <a:prstGeom prst="rect">
              <a:avLst/>
            </a:prstGeom>
            <a:solidFill>
              <a:srgbClr val="FFFFFF"/>
            </a:solidFill>
          </p:spPr>
        </p:pic>
        <p:pic>
          <p:nvPicPr>
            <p:cNvPr id="34" name="Picture 33">
              <a:extLst>
                <a:ext uri="{FF2B5EF4-FFF2-40B4-BE49-F238E27FC236}">
                  <a16:creationId xmlns:a16="http://schemas.microsoft.com/office/drawing/2014/main" id="{A476B048-413E-4F8A-BE87-E10F00F8520C}"/>
                </a:ext>
              </a:extLst>
            </p:cNvPr>
            <p:cNvPicPr>
              <a:picLocks noChangeAspect="1"/>
            </p:cNvPicPr>
            <p:nvPr>
              <p:custDataLst>
                <p:tags r:id="rId10"/>
              </p:custDataLst>
            </p:nvPr>
          </p:nvPicPr>
          <p:blipFill>
            <a:blip r:embed="rId27" cstate="print">
              <a:extLst>
                <a:ext uri="{28A0092B-C50C-407E-A947-70E740481C1C}">
                  <a14:useLocalDpi xmlns:a14="http://schemas.microsoft.com/office/drawing/2010/main" val="0"/>
                </a:ext>
              </a:extLst>
            </a:blip>
            <a:stretch>
              <a:fillRect/>
            </a:stretch>
          </p:blipFill>
          <p:spPr>
            <a:xfrm>
              <a:off x="4027565" y="5245619"/>
              <a:ext cx="218372" cy="23679"/>
            </a:xfrm>
            <a:prstGeom prst="rect">
              <a:avLst/>
            </a:prstGeom>
            <a:solidFill>
              <a:srgbClr val="FFFFFF"/>
            </a:solidFill>
          </p:spPr>
        </p:pic>
        <p:pic>
          <p:nvPicPr>
            <p:cNvPr id="35" name="Picture 34">
              <a:extLst>
                <a:ext uri="{FF2B5EF4-FFF2-40B4-BE49-F238E27FC236}">
                  <a16:creationId xmlns:a16="http://schemas.microsoft.com/office/drawing/2014/main" id="{33D223D3-FD10-D88E-FAF3-B58EC6A7E424}"/>
                </a:ext>
              </a:extLst>
            </p:cNvPr>
            <p:cNvPicPr>
              <a:picLocks noChangeAspect="1"/>
            </p:cNvPicPr>
            <p:nvPr>
              <p:custDataLst>
                <p:tags r:id="rId11"/>
              </p:custDataLst>
            </p:nvPr>
          </p:nvPicPr>
          <p:blipFill>
            <a:blip r:embed="rId27" cstate="print">
              <a:extLst>
                <a:ext uri="{28A0092B-C50C-407E-A947-70E740481C1C}">
                  <a14:useLocalDpi xmlns:a14="http://schemas.microsoft.com/office/drawing/2010/main" val="0"/>
                </a:ext>
              </a:extLst>
            </a:blip>
            <a:stretch>
              <a:fillRect/>
            </a:stretch>
          </p:blipFill>
          <p:spPr>
            <a:xfrm>
              <a:off x="3397493" y="5242854"/>
              <a:ext cx="218372" cy="23679"/>
            </a:xfrm>
            <a:prstGeom prst="rect">
              <a:avLst/>
            </a:prstGeom>
            <a:solidFill>
              <a:srgbClr val="FFFFFF"/>
            </a:solidFill>
          </p:spPr>
        </p:pic>
        <p:pic>
          <p:nvPicPr>
            <p:cNvPr id="37" name="Picture 36">
              <a:extLst>
                <a:ext uri="{FF2B5EF4-FFF2-40B4-BE49-F238E27FC236}">
                  <a16:creationId xmlns:a16="http://schemas.microsoft.com/office/drawing/2014/main" id="{5A7732B7-0D20-D35B-2E8C-6C1C9B52CE1D}"/>
                </a:ext>
              </a:extLst>
            </p:cNvPr>
            <p:cNvPicPr>
              <a:picLocks noChangeAspect="1"/>
            </p:cNvPicPr>
            <p:nvPr>
              <p:custDataLst>
                <p:tags r:id="rId12"/>
              </p:custDataLst>
            </p:nvPr>
          </p:nvPicPr>
          <p:blipFill>
            <a:blip r:embed="rId27" cstate="print">
              <a:extLst>
                <a:ext uri="{28A0092B-C50C-407E-A947-70E740481C1C}">
                  <a14:useLocalDpi xmlns:a14="http://schemas.microsoft.com/office/drawing/2010/main" val="0"/>
                </a:ext>
              </a:extLst>
            </a:blip>
            <a:stretch>
              <a:fillRect/>
            </a:stretch>
          </p:blipFill>
          <p:spPr>
            <a:xfrm>
              <a:off x="2835277" y="5242854"/>
              <a:ext cx="218372" cy="23679"/>
            </a:xfrm>
            <a:prstGeom prst="rect">
              <a:avLst/>
            </a:prstGeom>
            <a:solidFill>
              <a:srgbClr val="FFFFFF"/>
            </a:solidFill>
          </p:spPr>
        </p:pic>
        <p:pic>
          <p:nvPicPr>
            <p:cNvPr id="38" name="Picture 37">
              <a:extLst>
                <a:ext uri="{FF2B5EF4-FFF2-40B4-BE49-F238E27FC236}">
                  <a16:creationId xmlns:a16="http://schemas.microsoft.com/office/drawing/2014/main" id="{5CE3ED0C-90AE-AFAF-0131-DFD4002925DB}"/>
                </a:ext>
              </a:extLst>
            </p:cNvPr>
            <p:cNvPicPr>
              <a:picLocks noChangeAspect="1"/>
            </p:cNvPicPr>
            <p:nvPr>
              <p:custDataLst>
                <p:tags r:id="rId13"/>
              </p:custDataLst>
            </p:nvPr>
          </p:nvPicPr>
          <p:blipFill>
            <a:blip r:embed="rId27" cstate="print">
              <a:extLst>
                <a:ext uri="{28A0092B-C50C-407E-A947-70E740481C1C}">
                  <a14:useLocalDpi xmlns:a14="http://schemas.microsoft.com/office/drawing/2010/main" val="0"/>
                </a:ext>
              </a:extLst>
            </a:blip>
            <a:stretch>
              <a:fillRect/>
            </a:stretch>
          </p:blipFill>
          <p:spPr>
            <a:xfrm>
              <a:off x="8438505" y="5216410"/>
              <a:ext cx="218372" cy="23679"/>
            </a:xfrm>
            <a:prstGeom prst="rect">
              <a:avLst/>
            </a:prstGeom>
            <a:solidFill>
              <a:srgbClr val="FFFFFF"/>
            </a:solidFill>
          </p:spPr>
        </p:pic>
      </p:grpSp>
      <p:cxnSp>
        <p:nvCxnSpPr>
          <p:cNvPr id="54" name="Straight Connector 53">
            <a:extLst>
              <a:ext uri="{FF2B5EF4-FFF2-40B4-BE49-F238E27FC236}">
                <a16:creationId xmlns:a16="http://schemas.microsoft.com/office/drawing/2014/main" id="{AEEA4201-1A1B-0552-2CCF-E7CEB51379C2}"/>
              </a:ext>
            </a:extLst>
          </p:cNvPr>
          <p:cNvCxnSpPr>
            <a:cxnSpLocks/>
          </p:cNvCxnSpPr>
          <p:nvPr/>
        </p:nvCxnSpPr>
        <p:spPr>
          <a:xfrm flipH="1" flipV="1">
            <a:off x="9972592" y="1062220"/>
            <a:ext cx="8857" cy="5216765"/>
          </a:xfrm>
          <a:prstGeom prst="line">
            <a:avLst/>
          </a:prstGeom>
          <a:ln>
            <a:solidFill>
              <a:srgbClr val="EA2123"/>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3" name="Título 1">
            <a:extLst>
              <a:ext uri="{FF2B5EF4-FFF2-40B4-BE49-F238E27FC236}">
                <a16:creationId xmlns:a16="http://schemas.microsoft.com/office/drawing/2014/main" id="{2865A8C4-8AB3-CEA1-57B3-92040B262156}"/>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7" name="Footer Placeholder 4">
            <a:extLst>
              <a:ext uri="{FF2B5EF4-FFF2-40B4-BE49-F238E27FC236}">
                <a16:creationId xmlns:a16="http://schemas.microsoft.com/office/drawing/2014/main" id="{9052330E-353D-7FB3-44C8-E2FE345A403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128920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500"/>
                                        <p:tgtEl>
                                          <p:spTgt spid="54"/>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1354-C2AD-89C8-D141-CD65914548A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0367BFE-AD83-BBD5-4892-F61161A3A7B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B9AE5A21-C019-8A33-3661-F50C667E9CF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775FDA01-1C05-4F0C-40A4-65F29E789E6A}"/>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55" name="TextBox 154">
            <a:extLst>
              <a:ext uri="{FF2B5EF4-FFF2-40B4-BE49-F238E27FC236}">
                <a16:creationId xmlns:a16="http://schemas.microsoft.com/office/drawing/2014/main" id="{4E92B57E-A37C-F2D8-2410-4FEA827A0E79}"/>
              </a:ext>
            </a:extLst>
          </p:cNvPr>
          <p:cNvSpPr txBox="1"/>
          <p:nvPr/>
        </p:nvSpPr>
        <p:spPr>
          <a:xfrm>
            <a:off x="887368" y="1481242"/>
            <a:ext cx="4896211" cy="2708434"/>
          </a:xfrm>
          <a:prstGeom prst="rect">
            <a:avLst/>
          </a:prstGeom>
          <a:noFill/>
        </p:spPr>
        <p:txBody>
          <a:bodyPr wrap="square">
            <a:spAutoFit/>
          </a:bodyPr>
          <a:lstStyle/>
          <a:p>
            <a:pPr>
              <a:buNone/>
            </a:pPr>
            <a:r>
              <a:rPr lang="en-US" sz="1600" b="1" noProof="0">
                <a:solidFill>
                  <a:srgbClr val="FF0000"/>
                </a:solidFill>
              </a:rPr>
              <a:t>Standard Deviation</a:t>
            </a:r>
            <a:br>
              <a:rPr lang="en-US" sz="1600" b="1" noProof="0"/>
            </a:br>
            <a:r>
              <a:rPr lang="en-US" sz="1400" noProof="0"/>
              <a:t>The standard deviation is the square root of the variance. Because of this</a:t>
            </a:r>
            <a:r>
              <a:rPr lang="en-US" sz="1400" b="1" noProof="0">
                <a:highlight>
                  <a:srgbClr val="FFC000"/>
                </a:highlight>
              </a:rPr>
              <a:t>, it has the same units as the original data, which makes it more interpretable</a:t>
            </a:r>
            <a:r>
              <a:rPr lang="en-US" sz="1400" noProof="0"/>
              <a:t>. </a:t>
            </a:r>
          </a:p>
          <a:p>
            <a:pPr>
              <a:buNone/>
            </a:pPr>
            <a:endParaRPr lang="en-US" sz="1400" noProof="0"/>
          </a:p>
          <a:p>
            <a:pPr>
              <a:buNone/>
            </a:pPr>
            <a:r>
              <a:rPr lang="en-US" sz="1400" noProof="0"/>
              <a:t>The sample standard deviation is commonly represented by the symbol </a:t>
            </a:r>
            <a:r>
              <a:rPr lang="en-US" sz="1400" i="1" noProof="0"/>
              <a:t>s</a:t>
            </a:r>
            <a:r>
              <a:rPr lang="en-US" sz="1400" noProof="0"/>
              <a:t>. </a:t>
            </a:r>
          </a:p>
          <a:p>
            <a:pPr>
              <a:buNone/>
            </a:pPr>
            <a:endParaRPr lang="en-US" sz="1400" noProof="0"/>
          </a:p>
          <a:p>
            <a:pPr>
              <a:buNone/>
            </a:pPr>
            <a:r>
              <a:rPr lang="en-US" sz="1400" noProof="0"/>
              <a:t>For a theoretical Gaussian distribution, </a:t>
            </a:r>
            <a:r>
              <a:rPr lang="en-US" sz="1400" b="1" noProof="0">
                <a:highlight>
                  <a:srgbClr val="FFC000"/>
                </a:highlight>
              </a:rPr>
              <a:t>the mean ± 1, 2, or 3 standard deviations encompasses 68.3%, 95.4%, and 99.7% </a:t>
            </a:r>
            <a:r>
              <a:rPr lang="en-US" sz="1400" noProof="0"/>
              <a:t>of the probability density, respectively. This is known as the empirical interval.</a:t>
            </a:r>
          </a:p>
        </p:txBody>
      </p:sp>
      <p:pic>
        <p:nvPicPr>
          <p:cNvPr id="3" name="Picture 2">
            <a:extLst>
              <a:ext uri="{FF2B5EF4-FFF2-40B4-BE49-F238E27FC236}">
                <a16:creationId xmlns:a16="http://schemas.microsoft.com/office/drawing/2014/main" id="{6EDC72CF-E419-36F5-5999-0722A98A5076}"/>
              </a:ext>
            </a:extLst>
          </p:cNvPr>
          <p:cNvPicPr>
            <a:picLocks noChangeAspect="1"/>
          </p:cNvPicPr>
          <p:nvPr>
            <p:custDataLst>
              <p:tags r:id="rId1"/>
            </p:custDataLst>
          </p:nvPr>
        </p:nvPicPr>
        <p:blipFill>
          <a:blip r:embed="rId14" cstate="print">
            <a:extLst>
              <a:ext uri="{28A0092B-C50C-407E-A947-70E740481C1C}">
                <a14:useLocalDpi xmlns:a14="http://schemas.microsoft.com/office/drawing/2010/main" val="0"/>
              </a:ext>
            </a:extLst>
          </a:blip>
          <a:stretch>
            <a:fillRect/>
          </a:stretch>
        </p:blipFill>
        <p:spPr>
          <a:xfrm>
            <a:off x="1532981" y="4655954"/>
            <a:ext cx="2948672" cy="535347"/>
          </a:xfrm>
          <a:prstGeom prst="rect">
            <a:avLst/>
          </a:prstGeom>
        </p:spPr>
      </p:pic>
      <p:grpSp>
        <p:nvGrpSpPr>
          <p:cNvPr id="6" name="Group 5">
            <a:extLst>
              <a:ext uri="{FF2B5EF4-FFF2-40B4-BE49-F238E27FC236}">
                <a16:creationId xmlns:a16="http://schemas.microsoft.com/office/drawing/2014/main" id="{27A0BF09-6C6F-748A-A07B-85AD8205B770}"/>
              </a:ext>
            </a:extLst>
          </p:cNvPr>
          <p:cNvGrpSpPr/>
          <p:nvPr/>
        </p:nvGrpSpPr>
        <p:grpSpPr>
          <a:xfrm>
            <a:off x="6271188" y="2391918"/>
            <a:ext cx="5033444" cy="3707388"/>
            <a:chOff x="5442797" y="2385209"/>
            <a:chExt cx="5033444" cy="3707388"/>
          </a:xfrm>
        </p:grpSpPr>
        <p:grpSp>
          <p:nvGrpSpPr>
            <p:cNvPr id="7" name="Group 6">
              <a:extLst>
                <a:ext uri="{FF2B5EF4-FFF2-40B4-BE49-F238E27FC236}">
                  <a16:creationId xmlns:a16="http://schemas.microsoft.com/office/drawing/2014/main" id="{A934DDF9-43C2-1AF2-57F3-DB373A84340D}"/>
                </a:ext>
              </a:extLst>
            </p:cNvPr>
            <p:cNvGrpSpPr/>
            <p:nvPr/>
          </p:nvGrpSpPr>
          <p:grpSpPr>
            <a:xfrm>
              <a:off x="5442797" y="2480343"/>
              <a:ext cx="5033444" cy="3612254"/>
              <a:chOff x="6266966" y="2019068"/>
              <a:chExt cx="5033444" cy="3612254"/>
            </a:xfrm>
          </p:grpSpPr>
          <p:pic>
            <p:nvPicPr>
              <p:cNvPr id="57" name="Picture 56">
                <a:extLst>
                  <a:ext uri="{FF2B5EF4-FFF2-40B4-BE49-F238E27FC236}">
                    <a16:creationId xmlns:a16="http://schemas.microsoft.com/office/drawing/2014/main" id="{49C23E12-E81D-C0E5-7665-6C953951257A}"/>
                  </a:ext>
                </a:extLst>
              </p:cNvPr>
              <p:cNvPicPr>
                <a:picLocks noChangeAspect="1"/>
              </p:cNvPicPr>
              <p:nvPr/>
            </p:nvPicPr>
            <p:blipFill rotWithShape="1">
              <a:blip r:embed="rId15">
                <a:clrChange>
                  <a:clrFrom>
                    <a:srgbClr val="B7C0DF"/>
                  </a:clrFrom>
                  <a:clrTo>
                    <a:srgbClr val="B7C0DF">
                      <a:alpha val="0"/>
                    </a:srgbClr>
                  </a:clrTo>
                </a:clrChange>
                <a:extLst>
                  <a:ext uri="{BEBA8EAE-BF5A-486C-A8C5-ECC9F3942E4B}">
                    <a14:imgProps xmlns:a14="http://schemas.microsoft.com/office/drawing/2010/main">
                      <a14:imgLayer r:embed="rId16">
                        <a14:imgEffect>
                          <a14:backgroundRemoval t="6615" b="96757" l="26549" r="85192">
                            <a14:foregroundMark x1="56814" y1="6615" x2="56814" y2="6615"/>
                            <a14:foregroundMark x1="81534" y1="92088" x2="81534" y2="92088"/>
                            <a14:foregroundMark x1="31268" y1="93126" x2="31268" y2="93126"/>
                            <a14:foregroundMark x1="39469" y1="96757" x2="39469" y2="96757"/>
                            <a14:foregroundMark x1="26549" y1="96757" x2="26549" y2="96757"/>
                          </a14:backgroundRemoval>
                        </a14:imgEffect>
                      </a14:imgLayer>
                    </a14:imgProps>
                  </a:ext>
                </a:extLst>
              </a:blip>
              <a:srcRect l="20078" r="7528"/>
              <a:stretch/>
            </p:blipFill>
            <p:spPr>
              <a:xfrm>
                <a:off x="6266966" y="2348240"/>
                <a:ext cx="5033444" cy="3162630"/>
              </a:xfrm>
              <a:prstGeom prst="rect">
                <a:avLst/>
              </a:prstGeom>
            </p:spPr>
          </p:pic>
          <p:pic>
            <p:nvPicPr>
              <p:cNvPr id="58" name="Picture 57">
                <a:extLst>
                  <a:ext uri="{FF2B5EF4-FFF2-40B4-BE49-F238E27FC236}">
                    <a16:creationId xmlns:a16="http://schemas.microsoft.com/office/drawing/2014/main" id="{DDA069FC-A10E-BD70-F8B1-F82ADA248844}"/>
                  </a:ext>
                </a:extLst>
              </p:cNvPr>
              <p:cNvPicPr>
                <a:picLocks noChangeAspect="1"/>
              </p:cNvPicPr>
              <p:nvPr>
                <p:custDataLst>
                  <p:tags r:id="rId11"/>
                </p:custDataLst>
              </p:nvPr>
            </p:nvPicPr>
            <p:blipFill>
              <a:blip r:embed="rId17" cstate="print">
                <a:extLst>
                  <a:ext uri="{28A0092B-C50C-407E-A947-70E740481C1C}">
                    <a14:useLocalDpi xmlns:a14="http://schemas.microsoft.com/office/drawing/2010/main" val="0"/>
                  </a:ext>
                </a:extLst>
              </a:blip>
              <a:stretch>
                <a:fillRect/>
              </a:stretch>
            </p:blipFill>
            <p:spPr>
              <a:xfrm>
                <a:off x="8764192" y="5494179"/>
                <a:ext cx="115200" cy="137143"/>
              </a:xfrm>
              <a:prstGeom prst="rect">
                <a:avLst/>
              </a:prstGeom>
              <a:noFill/>
            </p:spPr>
          </p:pic>
          <p:cxnSp>
            <p:nvCxnSpPr>
              <p:cNvPr id="59" name="Straight Connector 58">
                <a:extLst>
                  <a:ext uri="{FF2B5EF4-FFF2-40B4-BE49-F238E27FC236}">
                    <a16:creationId xmlns:a16="http://schemas.microsoft.com/office/drawing/2014/main" id="{316C895A-1FC2-F4B0-724E-45BCFCAC9671}"/>
                  </a:ext>
                </a:extLst>
              </p:cNvPr>
              <p:cNvCxnSpPr>
                <a:cxnSpLocks/>
              </p:cNvCxnSpPr>
              <p:nvPr/>
            </p:nvCxnSpPr>
            <p:spPr>
              <a:xfrm>
                <a:off x="9430871" y="2386823"/>
                <a:ext cx="0" cy="301752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41911F6D-EBF6-705C-0B76-D570860A0C00}"/>
                  </a:ext>
                </a:extLst>
              </p:cNvPr>
              <p:cNvCxnSpPr>
                <a:cxnSpLocks/>
              </p:cNvCxnSpPr>
              <p:nvPr/>
            </p:nvCxnSpPr>
            <p:spPr>
              <a:xfrm>
                <a:off x="8824764" y="2587636"/>
                <a:ext cx="0" cy="2819474"/>
              </a:xfrm>
              <a:prstGeom prst="line">
                <a:avLst/>
              </a:prstGeom>
              <a:ln>
                <a:solidFill>
                  <a:srgbClr val="EA2123"/>
                </a:solidFill>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4308374D-4ED0-7961-B9A7-B84FD7016F22}"/>
                  </a:ext>
                </a:extLst>
              </p:cNvPr>
              <p:cNvCxnSpPr>
                <a:cxnSpLocks/>
              </p:cNvCxnSpPr>
              <p:nvPr/>
            </p:nvCxnSpPr>
            <p:spPr>
              <a:xfrm>
                <a:off x="8193741" y="2383240"/>
                <a:ext cx="1237130"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1D4BE0AA-A155-39D2-781E-E5D2BA74D0A7}"/>
                  </a:ext>
                </a:extLst>
              </p:cNvPr>
              <p:cNvCxnSpPr>
                <a:cxnSpLocks/>
              </p:cNvCxnSpPr>
              <p:nvPr/>
            </p:nvCxnSpPr>
            <p:spPr>
              <a:xfrm>
                <a:off x="8193741" y="2383240"/>
                <a:ext cx="0" cy="301752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CBD63AA-14E5-3432-6786-C73E5A20857F}"/>
                  </a:ext>
                </a:extLst>
              </p:cNvPr>
              <p:cNvCxnSpPr>
                <a:cxnSpLocks/>
              </p:cNvCxnSpPr>
              <p:nvPr/>
            </p:nvCxnSpPr>
            <p:spPr>
              <a:xfrm>
                <a:off x="6920752" y="2019068"/>
                <a:ext cx="0" cy="338328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19A4996A-64EF-FAFA-181A-0AF1D7CDF5D3}"/>
                  </a:ext>
                </a:extLst>
              </p:cNvPr>
              <p:cNvCxnSpPr>
                <a:cxnSpLocks/>
              </p:cNvCxnSpPr>
              <p:nvPr/>
            </p:nvCxnSpPr>
            <p:spPr>
              <a:xfrm>
                <a:off x="10694892" y="2019147"/>
                <a:ext cx="0" cy="338328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90FDDDFB-2A96-B115-21B0-E33D8C41AC1A}"/>
                  </a:ext>
                </a:extLst>
              </p:cNvPr>
              <p:cNvCxnSpPr>
                <a:cxnSpLocks/>
              </p:cNvCxnSpPr>
              <p:nvPr/>
            </p:nvCxnSpPr>
            <p:spPr>
              <a:xfrm>
                <a:off x="7602071" y="2200147"/>
                <a:ext cx="0" cy="320040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532EA119-7E23-D8F1-60AC-61B925D35E34}"/>
                  </a:ext>
                </a:extLst>
              </p:cNvPr>
              <p:cNvCxnSpPr>
                <a:cxnSpLocks/>
              </p:cNvCxnSpPr>
              <p:nvPr/>
            </p:nvCxnSpPr>
            <p:spPr>
              <a:xfrm>
                <a:off x="10002671" y="2203888"/>
                <a:ext cx="0" cy="3200400"/>
              </a:xfrm>
              <a:prstGeom prst="line">
                <a:avLst/>
              </a:prstGeom>
              <a:ln w="635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1286848A-61DE-30EC-EF6F-A01F68184885}"/>
                  </a:ext>
                </a:extLst>
              </p:cNvPr>
              <p:cNvCxnSpPr>
                <a:cxnSpLocks/>
              </p:cNvCxnSpPr>
              <p:nvPr/>
            </p:nvCxnSpPr>
            <p:spPr>
              <a:xfrm>
                <a:off x="7602071" y="2200147"/>
                <a:ext cx="2400600"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BF1199C0-C9E1-0E39-CFBD-B3EF78713221}"/>
                  </a:ext>
                </a:extLst>
              </p:cNvPr>
              <p:cNvCxnSpPr>
                <a:cxnSpLocks/>
              </p:cNvCxnSpPr>
              <p:nvPr/>
            </p:nvCxnSpPr>
            <p:spPr>
              <a:xfrm>
                <a:off x="6920752" y="2019068"/>
                <a:ext cx="3774140" cy="0"/>
              </a:xfrm>
              <a:prstGeom prst="straightConnector1">
                <a:avLst/>
              </a:prstGeom>
              <a:ln w="31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grpSp>
        <p:pic>
          <p:nvPicPr>
            <p:cNvPr id="12" name="Picture 11">
              <a:extLst>
                <a:ext uri="{FF2B5EF4-FFF2-40B4-BE49-F238E27FC236}">
                  <a16:creationId xmlns:a16="http://schemas.microsoft.com/office/drawing/2014/main" id="{B06072D8-34A6-DB86-B4BF-973F04109A9B}"/>
                </a:ext>
              </a:extLst>
            </p:cNvPr>
            <p:cNvPicPr>
              <a:picLocks noChangeAspect="1"/>
            </p:cNvPicPr>
            <p:nvPr>
              <p:custDataLst>
                <p:tags r:id="rId2"/>
              </p:custDataLst>
            </p:nvPr>
          </p:nvPicPr>
          <p:blipFill>
            <a:blip r:embed="rId18" cstate="print">
              <a:extLst>
                <a:ext uri="{28A0092B-C50C-407E-A947-70E740481C1C}">
                  <a14:useLocalDpi xmlns:a14="http://schemas.microsoft.com/office/drawing/2010/main" val="0"/>
                </a:ext>
              </a:extLst>
            </a:blip>
            <a:stretch>
              <a:fillRect/>
            </a:stretch>
          </p:blipFill>
          <p:spPr>
            <a:xfrm>
              <a:off x="7802387" y="2780661"/>
              <a:ext cx="385808" cy="123680"/>
            </a:xfrm>
            <a:prstGeom prst="rect">
              <a:avLst/>
            </a:prstGeom>
            <a:solidFill>
              <a:srgbClr val="FFFFFF"/>
            </a:solidFill>
          </p:spPr>
        </p:pic>
        <p:pic>
          <p:nvPicPr>
            <p:cNvPr id="13" name="Picture 12">
              <a:extLst>
                <a:ext uri="{FF2B5EF4-FFF2-40B4-BE49-F238E27FC236}">
                  <a16:creationId xmlns:a16="http://schemas.microsoft.com/office/drawing/2014/main" id="{0027972B-2FE0-AB87-5213-4A740DA6F872}"/>
                </a:ext>
              </a:extLst>
            </p:cNvPr>
            <p:cNvPicPr>
              <a:picLocks noChangeAspect="1"/>
            </p:cNvPicPr>
            <p:nvPr>
              <p:custDataLst>
                <p:tags r:id="rId3"/>
              </p:custDataLst>
            </p:nvPr>
          </p:nvPicPr>
          <p:blipFill>
            <a:blip r:embed="rId19" cstate="print">
              <a:extLst>
                <a:ext uri="{28A0092B-C50C-407E-A947-70E740481C1C}">
                  <a14:useLocalDpi xmlns:a14="http://schemas.microsoft.com/office/drawing/2010/main" val="0"/>
                </a:ext>
              </a:extLst>
            </a:blip>
            <a:stretch>
              <a:fillRect/>
            </a:stretch>
          </p:blipFill>
          <p:spPr>
            <a:xfrm>
              <a:off x="7785298" y="2582935"/>
              <a:ext cx="385808" cy="123680"/>
            </a:xfrm>
            <a:prstGeom prst="rect">
              <a:avLst/>
            </a:prstGeom>
            <a:solidFill>
              <a:srgbClr val="FFFFFF"/>
            </a:solidFill>
          </p:spPr>
        </p:pic>
        <p:pic>
          <p:nvPicPr>
            <p:cNvPr id="14" name="Picture 13">
              <a:extLst>
                <a:ext uri="{FF2B5EF4-FFF2-40B4-BE49-F238E27FC236}">
                  <a16:creationId xmlns:a16="http://schemas.microsoft.com/office/drawing/2014/main" id="{0CDD3932-0049-E5F1-5BE8-CFCFFF9137E1}"/>
                </a:ext>
              </a:extLst>
            </p:cNvPr>
            <p:cNvPicPr>
              <a:picLocks noChangeAspect="1"/>
            </p:cNvPicPr>
            <p:nvPr>
              <p:custDataLst>
                <p:tags r:id="rId4"/>
              </p:custDataLst>
            </p:nvPr>
          </p:nvPicPr>
          <p:blipFill>
            <a:blip r:embed="rId20" cstate="print">
              <a:extLst>
                <a:ext uri="{28A0092B-C50C-407E-A947-70E740481C1C}">
                  <a14:useLocalDpi xmlns:a14="http://schemas.microsoft.com/office/drawing/2010/main" val="0"/>
                </a:ext>
              </a:extLst>
            </a:blip>
            <a:stretch>
              <a:fillRect/>
            </a:stretch>
          </p:blipFill>
          <p:spPr>
            <a:xfrm>
              <a:off x="7768024" y="2385209"/>
              <a:ext cx="385808" cy="123680"/>
            </a:xfrm>
            <a:prstGeom prst="rect">
              <a:avLst/>
            </a:prstGeom>
            <a:solidFill>
              <a:srgbClr val="FFFFFF"/>
            </a:solidFill>
          </p:spPr>
        </p:pic>
        <p:pic>
          <p:nvPicPr>
            <p:cNvPr id="39" name="Picture 38">
              <a:extLst>
                <a:ext uri="{FF2B5EF4-FFF2-40B4-BE49-F238E27FC236}">
                  <a16:creationId xmlns:a16="http://schemas.microsoft.com/office/drawing/2014/main" id="{4644E8AE-3608-11ED-9934-B2DB1BCCFC68}"/>
                </a:ext>
              </a:extLst>
            </p:cNvPr>
            <p:cNvPicPr>
              <a:picLocks noChangeAspect="1"/>
            </p:cNvPicPr>
            <p:nvPr>
              <p:custDataLst>
                <p:tags r:id="rId5"/>
              </p:custDataLst>
            </p:nvPr>
          </p:nvPicPr>
          <p:blipFill>
            <a:blip r:embed="rId21" cstate="print">
              <a:extLst>
                <a:ext uri="{28A0092B-C50C-407E-A947-70E740481C1C}">
                  <a14:useLocalDpi xmlns:a14="http://schemas.microsoft.com/office/drawing/2010/main" val="0"/>
                </a:ext>
              </a:extLst>
            </a:blip>
            <a:stretch>
              <a:fillRect/>
            </a:stretch>
          </p:blipFill>
          <p:spPr>
            <a:xfrm>
              <a:off x="7234750" y="5972145"/>
              <a:ext cx="351490" cy="88069"/>
            </a:xfrm>
            <a:prstGeom prst="rect">
              <a:avLst/>
            </a:prstGeom>
            <a:noFill/>
          </p:spPr>
        </p:pic>
        <p:pic>
          <p:nvPicPr>
            <p:cNvPr id="47" name="Picture 46">
              <a:extLst>
                <a:ext uri="{FF2B5EF4-FFF2-40B4-BE49-F238E27FC236}">
                  <a16:creationId xmlns:a16="http://schemas.microsoft.com/office/drawing/2014/main" id="{90DA4BF8-009D-CFB7-3E8B-037BF97BCCBA}"/>
                </a:ext>
              </a:extLst>
            </p:cNvPr>
            <p:cNvPicPr>
              <a:picLocks noChangeAspect="1"/>
            </p:cNvPicPr>
            <p:nvPr>
              <p:custDataLst>
                <p:tags r:id="rId6"/>
              </p:custDataLst>
            </p:nvPr>
          </p:nvPicPr>
          <p:blipFill>
            <a:blip r:embed="rId22" cstate="print">
              <a:extLst>
                <a:ext uri="{28A0092B-C50C-407E-A947-70E740481C1C}">
                  <a14:useLocalDpi xmlns:a14="http://schemas.microsoft.com/office/drawing/2010/main" val="0"/>
                </a:ext>
              </a:extLst>
            </a:blip>
            <a:stretch>
              <a:fillRect/>
            </a:stretch>
          </p:blipFill>
          <p:spPr>
            <a:xfrm>
              <a:off x="6602157" y="5972144"/>
              <a:ext cx="351490" cy="88069"/>
            </a:xfrm>
            <a:prstGeom prst="rect">
              <a:avLst/>
            </a:prstGeom>
            <a:noFill/>
          </p:spPr>
        </p:pic>
        <p:pic>
          <p:nvPicPr>
            <p:cNvPr id="48" name="Picture 47">
              <a:extLst>
                <a:ext uri="{FF2B5EF4-FFF2-40B4-BE49-F238E27FC236}">
                  <a16:creationId xmlns:a16="http://schemas.microsoft.com/office/drawing/2014/main" id="{A50643C6-4714-6C00-226F-FE8240B69CA2}"/>
                </a:ext>
              </a:extLst>
            </p:cNvPr>
            <p:cNvPicPr>
              <a:picLocks noChangeAspect="1"/>
            </p:cNvPicPr>
            <p:nvPr>
              <p:custDataLst>
                <p:tags r:id="rId7"/>
              </p:custDataLst>
            </p:nvPr>
          </p:nvPicPr>
          <p:blipFill>
            <a:blip r:embed="rId23" cstate="print">
              <a:extLst>
                <a:ext uri="{28A0092B-C50C-407E-A947-70E740481C1C}">
                  <a14:useLocalDpi xmlns:a14="http://schemas.microsoft.com/office/drawing/2010/main" val="0"/>
                </a:ext>
              </a:extLst>
            </a:blip>
            <a:stretch>
              <a:fillRect/>
            </a:stretch>
          </p:blipFill>
          <p:spPr>
            <a:xfrm>
              <a:off x="5938111" y="5971357"/>
              <a:ext cx="351490" cy="89642"/>
            </a:xfrm>
            <a:prstGeom prst="rect">
              <a:avLst/>
            </a:prstGeom>
            <a:noFill/>
          </p:spPr>
        </p:pic>
        <p:pic>
          <p:nvPicPr>
            <p:cNvPr id="50" name="Picture 49">
              <a:extLst>
                <a:ext uri="{FF2B5EF4-FFF2-40B4-BE49-F238E27FC236}">
                  <a16:creationId xmlns:a16="http://schemas.microsoft.com/office/drawing/2014/main" id="{60CF8FEB-CD8D-1FDC-AA1D-6A7BF27D4A7B}"/>
                </a:ext>
              </a:extLst>
            </p:cNvPr>
            <p:cNvPicPr>
              <a:picLocks noChangeAspect="1"/>
            </p:cNvPicPr>
            <p:nvPr>
              <p:custDataLst>
                <p:tags r:id="rId8"/>
              </p:custDataLst>
            </p:nvPr>
          </p:nvPicPr>
          <p:blipFill>
            <a:blip r:embed="rId24" cstate="print">
              <a:extLst>
                <a:ext uri="{28A0092B-C50C-407E-A947-70E740481C1C}">
                  <a14:useLocalDpi xmlns:a14="http://schemas.microsoft.com/office/drawing/2010/main" val="0"/>
                </a:ext>
              </a:extLst>
            </a:blip>
            <a:stretch>
              <a:fillRect/>
            </a:stretch>
          </p:blipFill>
          <p:spPr>
            <a:xfrm>
              <a:off x="9766190" y="5971360"/>
              <a:ext cx="351490" cy="97505"/>
            </a:xfrm>
            <a:prstGeom prst="rect">
              <a:avLst/>
            </a:prstGeom>
            <a:noFill/>
          </p:spPr>
        </p:pic>
        <p:pic>
          <p:nvPicPr>
            <p:cNvPr id="55" name="Picture 54">
              <a:extLst>
                <a:ext uri="{FF2B5EF4-FFF2-40B4-BE49-F238E27FC236}">
                  <a16:creationId xmlns:a16="http://schemas.microsoft.com/office/drawing/2014/main" id="{6221E67F-4FBF-D8DD-F83E-55CBEDAA856B}"/>
                </a:ext>
              </a:extLst>
            </p:cNvPr>
            <p:cNvPicPr>
              <a:picLocks noChangeAspect="1"/>
            </p:cNvPicPr>
            <p:nvPr>
              <p:custDataLst>
                <p:tags r:id="rId9"/>
              </p:custDataLst>
            </p:nvPr>
          </p:nvPicPr>
          <p:blipFill>
            <a:blip r:embed="rId25" cstate="print">
              <a:extLst>
                <a:ext uri="{28A0092B-C50C-407E-A947-70E740481C1C}">
                  <a14:useLocalDpi xmlns:a14="http://schemas.microsoft.com/office/drawing/2010/main" val="0"/>
                </a:ext>
              </a:extLst>
            </a:blip>
            <a:stretch>
              <a:fillRect/>
            </a:stretch>
          </p:blipFill>
          <p:spPr>
            <a:xfrm>
              <a:off x="9133597" y="5971359"/>
              <a:ext cx="351490" cy="97505"/>
            </a:xfrm>
            <a:prstGeom prst="rect">
              <a:avLst/>
            </a:prstGeom>
            <a:noFill/>
          </p:spPr>
        </p:pic>
        <p:pic>
          <p:nvPicPr>
            <p:cNvPr id="56" name="Picture 55">
              <a:extLst>
                <a:ext uri="{FF2B5EF4-FFF2-40B4-BE49-F238E27FC236}">
                  <a16:creationId xmlns:a16="http://schemas.microsoft.com/office/drawing/2014/main" id="{15FBEA36-7222-BB7A-F76B-E65BB1D65AF5}"/>
                </a:ext>
              </a:extLst>
            </p:cNvPr>
            <p:cNvPicPr>
              <a:picLocks noChangeAspect="1"/>
            </p:cNvPicPr>
            <p:nvPr>
              <p:custDataLst>
                <p:tags r:id="rId10"/>
              </p:custDataLst>
            </p:nvPr>
          </p:nvPicPr>
          <p:blipFill>
            <a:blip r:embed="rId26" cstate="print">
              <a:extLst>
                <a:ext uri="{28A0092B-C50C-407E-A947-70E740481C1C}">
                  <a14:useLocalDpi xmlns:a14="http://schemas.microsoft.com/office/drawing/2010/main" val="0"/>
                </a:ext>
              </a:extLst>
            </a:blip>
            <a:stretch>
              <a:fillRect/>
            </a:stretch>
          </p:blipFill>
          <p:spPr>
            <a:xfrm>
              <a:off x="8469551" y="5970572"/>
              <a:ext cx="351490" cy="97505"/>
            </a:xfrm>
            <a:prstGeom prst="rect">
              <a:avLst/>
            </a:prstGeom>
            <a:noFill/>
          </p:spPr>
        </p:pic>
      </p:grpSp>
      <p:sp>
        <p:nvSpPr>
          <p:cNvPr id="9" name="Título 1">
            <a:extLst>
              <a:ext uri="{FF2B5EF4-FFF2-40B4-BE49-F238E27FC236}">
                <a16:creationId xmlns:a16="http://schemas.microsoft.com/office/drawing/2014/main" id="{FADD5E40-5673-1031-5F06-FD3DCC5F6427}"/>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15" name="Footer Placeholder 4">
            <a:extLst>
              <a:ext uri="{FF2B5EF4-FFF2-40B4-BE49-F238E27FC236}">
                <a16:creationId xmlns:a16="http://schemas.microsoft.com/office/drawing/2014/main" id="{A1CE742F-A3C7-FAEF-F01D-53B6DA5379E4}"/>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1227792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animEffect transition="in" filter="fade">
                                      <p:cBhvr>
                                        <p:cTn id="7" dur="500"/>
                                        <p:tgtEl>
                                          <p:spTgt spid="15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5">
                                            <p:txEl>
                                              <p:pRg st="2" end="2"/>
                                            </p:txEl>
                                          </p:spTgt>
                                        </p:tgtEl>
                                        <p:attrNameLst>
                                          <p:attrName>style.visibility</p:attrName>
                                        </p:attrNameLst>
                                      </p:cBhvr>
                                      <p:to>
                                        <p:strVal val="visible"/>
                                      </p:to>
                                    </p:set>
                                    <p:animEffect transition="in" filter="fade">
                                      <p:cBhvr>
                                        <p:cTn id="10" dur="500"/>
                                        <p:tgtEl>
                                          <p:spTgt spid="1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5">
                                            <p:txEl>
                                              <p:pRg st="4" end="4"/>
                                            </p:txEl>
                                          </p:spTgt>
                                        </p:tgtEl>
                                        <p:attrNameLst>
                                          <p:attrName>style.visibility</p:attrName>
                                        </p:attrNameLst>
                                      </p:cBhvr>
                                      <p:to>
                                        <p:strVal val="visible"/>
                                      </p:to>
                                    </p:set>
                                    <p:animEffect transition="in" filter="fade">
                                      <p:cBhvr>
                                        <p:cTn id="15" dur="500"/>
                                        <p:tgtEl>
                                          <p:spTgt spid="155">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2CC9-C3DF-5E1A-19D9-1133DA2278E4}"/>
            </a:ext>
          </a:extLst>
        </p:cNvPr>
        <p:cNvGrpSpPr/>
        <p:nvPr/>
      </p:nvGrpSpPr>
      <p:grpSpPr>
        <a:xfrm>
          <a:off x="0" y="0"/>
          <a:ext cx="0" cy="0"/>
          <a:chOff x="0" y="0"/>
          <a:chExt cx="0" cy="0"/>
        </a:xfrm>
      </p:grpSpPr>
      <p:sp>
        <p:nvSpPr>
          <p:cNvPr id="4" name="Date Placeholder 3 1">
            <a:extLst>
              <a:ext uri="{FF2B5EF4-FFF2-40B4-BE49-F238E27FC236}">
                <a16:creationId xmlns:a16="http://schemas.microsoft.com/office/drawing/2014/main" id="{DD604470-1063-5E21-6CF1-3CA947F6068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EDFE03AF-F7E3-7888-E042-216EB9A8ED9E}"/>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5585BB29-2D21-A46F-BE72-58C079CFA75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55" name="TextBox 154">
            <a:extLst>
              <a:ext uri="{FF2B5EF4-FFF2-40B4-BE49-F238E27FC236}">
                <a16:creationId xmlns:a16="http://schemas.microsoft.com/office/drawing/2014/main" id="{214ED9D7-CA08-CD31-5872-DE36F85A164B}"/>
              </a:ext>
            </a:extLst>
          </p:cNvPr>
          <p:cNvSpPr txBox="1"/>
          <p:nvPr/>
        </p:nvSpPr>
        <p:spPr>
          <a:xfrm>
            <a:off x="874668" y="1493942"/>
            <a:ext cx="5690384" cy="2585323"/>
          </a:xfrm>
          <a:prstGeom prst="rect">
            <a:avLst/>
          </a:prstGeom>
          <a:noFill/>
        </p:spPr>
        <p:txBody>
          <a:bodyPr wrap="square">
            <a:spAutoFit/>
          </a:bodyPr>
          <a:lstStyle/>
          <a:p>
            <a:pPr>
              <a:buNone/>
            </a:pPr>
            <a:r>
              <a:rPr lang="en-US" sz="1600" b="1" noProof="0">
                <a:solidFill>
                  <a:srgbClr val="FF0000"/>
                </a:solidFill>
              </a:rPr>
              <a:t>Interquartile Range (IQR)</a:t>
            </a:r>
            <a:br>
              <a:rPr lang="en-US" sz="1600" b="1" noProof="0"/>
            </a:br>
            <a:r>
              <a:rPr lang="en-US" sz="1400" noProof="0"/>
              <a:t>The interquartile range (IQR) is calculated using the limits of the data located between the first and third quartiles. </a:t>
            </a:r>
            <a:r>
              <a:rPr lang="en-US" sz="1400" b="1" noProof="0">
                <a:highlight>
                  <a:srgbClr val="FFC000"/>
                </a:highlight>
              </a:rPr>
              <a:t>The IQR is a more robust measure of dispersion than the variance or the standard deviation and should therefore be preferred for small or asymmetric distributions</a:t>
            </a:r>
            <a:r>
              <a:rPr lang="en-US" sz="1400" noProof="0"/>
              <a:t>.</a:t>
            </a:r>
          </a:p>
          <a:p>
            <a:pPr>
              <a:buNone/>
            </a:pPr>
            <a:endParaRPr lang="en-US" sz="1400" noProof="0"/>
          </a:p>
          <a:p>
            <a:pPr marL="285750" indent="-285750">
              <a:buFont typeface="Arial" panose="020B0604020202020204" pitchFamily="34" charset="0"/>
              <a:buChar char="•"/>
            </a:pPr>
            <a:r>
              <a:rPr lang="en-US" sz="1200" b="1" noProof="0"/>
              <a:t>For symmetric distributions </a:t>
            </a:r>
            <a:r>
              <a:rPr lang="en-US" sz="1200" noProof="0"/>
              <a:t>(not necessarily normal) and N &gt; 30, results should be expressed as mean ± standard deviation.</a:t>
            </a:r>
          </a:p>
          <a:p>
            <a:pPr marL="285750" indent="-285750">
              <a:buFont typeface="Arial" panose="020B0604020202020204" pitchFamily="34" charset="0"/>
              <a:buChar char="•"/>
            </a:pPr>
            <a:r>
              <a:rPr lang="en-US" sz="1200" b="1" noProof="0"/>
              <a:t>For asymmetric distributions, </a:t>
            </a:r>
            <a:r>
              <a:rPr lang="en-US" sz="1200" noProof="0"/>
              <a:t>N &lt; 30, or when there is evidence of outliers, results should be expressed as median ± IQR, as these are more robust.</a:t>
            </a:r>
          </a:p>
          <a:p>
            <a:pPr>
              <a:buNone/>
            </a:pPr>
            <a:endParaRPr lang="en-US" sz="1400" noProof="0"/>
          </a:p>
        </p:txBody>
      </p:sp>
      <p:sp>
        <p:nvSpPr>
          <p:cNvPr id="2" name="TextBox 1">
            <a:extLst>
              <a:ext uri="{FF2B5EF4-FFF2-40B4-BE49-F238E27FC236}">
                <a16:creationId xmlns:a16="http://schemas.microsoft.com/office/drawing/2014/main" id="{30915F75-E1C3-4242-005F-1CB145B79178}"/>
              </a:ext>
            </a:extLst>
          </p:cNvPr>
          <p:cNvSpPr txBox="1"/>
          <p:nvPr/>
        </p:nvSpPr>
        <p:spPr>
          <a:xfrm>
            <a:off x="6885381" y="1576805"/>
            <a:ext cx="4206430" cy="338554"/>
          </a:xfrm>
          <a:prstGeom prst="rect">
            <a:avLst/>
          </a:prstGeom>
          <a:noFill/>
        </p:spPr>
        <p:txBody>
          <a:bodyPr wrap="square">
            <a:spAutoFit/>
          </a:bodyPr>
          <a:lstStyle>
            <a:defPPr>
              <a:defRPr lang="en-US"/>
            </a:defPPr>
            <a:lvl1pPr>
              <a:defRPr sz="1600" b="1"/>
            </a:lvl1pPr>
          </a:lstStyle>
          <a:p>
            <a:r>
              <a:rPr lang="en-US" sz="1600" b="1" noProof="0">
                <a:solidFill>
                  <a:srgbClr val="FF0000"/>
                </a:solidFill>
              </a:rPr>
              <a:t>IQR</a:t>
            </a:r>
            <a:endParaRPr lang="en-US" noProof="0">
              <a:solidFill>
                <a:srgbClr val="FF0000"/>
              </a:solidFill>
            </a:endParaRPr>
          </a:p>
        </p:txBody>
      </p:sp>
      <p:pic>
        <p:nvPicPr>
          <p:cNvPr id="20" name="Picture 19">
            <a:extLst>
              <a:ext uri="{FF2B5EF4-FFF2-40B4-BE49-F238E27FC236}">
                <a16:creationId xmlns:a16="http://schemas.microsoft.com/office/drawing/2014/main" id="{7A926C53-0BC6-45BC-EE39-BC27F22D2845}"/>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367133" y="2225556"/>
            <a:ext cx="1040787" cy="220710"/>
          </a:xfrm>
          <a:prstGeom prst="rect">
            <a:avLst/>
          </a:prstGeom>
        </p:spPr>
      </p:pic>
      <p:pic>
        <p:nvPicPr>
          <p:cNvPr id="23" name="Picture 22">
            <a:extLst>
              <a:ext uri="{FF2B5EF4-FFF2-40B4-BE49-F238E27FC236}">
                <a16:creationId xmlns:a16="http://schemas.microsoft.com/office/drawing/2014/main" id="{A1CFC754-BE68-432B-CBA2-7F1054B0800A}"/>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8676233" y="2225556"/>
            <a:ext cx="1040787" cy="221756"/>
          </a:xfrm>
          <a:prstGeom prst="rect">
            <a:avLst/>
          </a:prstGeom>
        </p:spPr>
      </p:pic>
      <p:pic>
        <p:nvPicPr>
          <p:cNvPr id="24" name="Picture 23">
            <a:extLst>
              <a:ext uri="{FF2B5EF4-FFF2-40B4-BE49-F238E27FC236}">
                <a16:creationId xmlns:a16="http://schemas.microsoft.com/office/drawing/2014/main" id="{675741A3-0562-AEA1-C04C-6A378EE51B59}"/>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367133" y="2676257"/>
            <a:ext cx="1175837" cy="170263"/>
          </a:xfrm>
          <a:prstGeom prst="rect">
            <a:avLst/>
          </a:prstGeom>
        </p:spPr>
      </p:pic>
      <p:cxnSp>
        <p:nvCxnSpPr>
          <p:cNvPr id="149" name="Straight Connector 148">
            <a:extLst>
              <a:ext uri="{FF2B5EF4-FFF2-40B4-BE49-F238E27FC236}">
                <a16:creationId xmlns:a16="http://schemas.microsoft.com/office/drawing/2014/main" id="{10170241-3DBB-33FF-1E83-7808C83D7900}"/>
              </a:ext>
            </a:extLst>
          </p:cNvPr>
          <p:cNvCxnSpPr/>
          <p:nvPr/>
        </p:nvCxnSpPr>
        <p:spPr>
          <a:xfrm>
            <a:off x="4667633" y="4315844"/>
            <a:ext cx="0" cy="72390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sp>
        <p:nvSpPr>
          <p:cNvPr id="150" name="TextBox 149">
            <a:extLst>
              <a:ext uri="{FF2B5EF4-FFF2-40B4-BE49-F238E27FC236}">
                <a16:creationId xmlns:a16="http://schemas.microsoft.com/office/drawing/2014/main" id="{0807038A-C0A4-5868-DCB8-DEC29B51636B}"/>
              </a:ext>
            </a:extLst>
          </p:cNvPr>
          <p:cNvSpPr txBox="1"/>
          <p:nvPr/>
        </p:nvSpPr>
        <p:spPr>
          <a:xfrm>
            <a:off x="4332471" y="5045446"/>
            <a:ext cx="682084" cy="400110"/>
          </a:xfrm>
          <a:prstGeom prst="rect">
            <a:avLst/>
          </a:prstGeom>
          <a:noFill/>
        </p:spPr>
        <p:txBody>
          <a:bodyPr wrap="square">
            <a:spAutoFit/>
          </a:bodyPr>
          <a:lstStyle/>
          <a:p>
            <a:pPr algn="ctr"/>
            <a:r>
              <a:rPr lang="en-US" sz="1000" b="1" noProof="0"/>
              <a:t>Q1</a:t>
            </a:r>
          </a:p>
          <a:p>
            <a:pPr algn="ctr"/>
            <a:r>
              <a:rPr lang="en-US" sz="1000" noProof="0"/>
              <a:t>39,024  </a:t>
            </a:r>
            <a:endParaRPr lang="en-US" sz="1000" b="1" noProof="0"/>
          </a:p>
        </p:txBody>
      </p:sp>
      <p:sp>
        <p:nvSpPr>
          <p:cNvPr id="151" name="Rectangle 150">
            <a:extLst>
              <a:ext uri="{FF2B5EF4-FFF2-40B4-BE49-F238E27FC236}">
                <a16:creationId xmlns:a16="http://schemas.microsoft.com/office/drawing/2014/main" id="{6F7BEB8C-1AF3-1786-EBF2-791FC827C53F}"/>
              </a:ext>
            </a:extLst>
          </p:cNvPr>
          <p:cNvSpPr/>
          <p:nvPr/>
        </p:nvSpPr>
        <p:spPr>
          <a:xfrm>
            <a:off x="2842537" y="4506366"/>
            <a:ext cx="1828906" cy="533378"/>
          </a:xfrm>
          <a:prstGeom prst="rect">
            <a:avLst/>
          </a:prstGeom>
          <a:solidFill>
            <a:srgbClr val="FAC228">
              <a:alpha val="30196"/>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noProof="0"/>
          </a:p>
        </p:txBody>
      </p:sp>
      <p:sp>
        <p:nvSpPr>
          <p:cNvPr id="152" name="TextBox 151">
            <a:extLst>
              <a:ext uri="{FF2B5EF4-FFF2-40B4-BE49-F238E27FC236}">
                <a16:creationId xmlns:a16="http://schemas.microsoft.com/office/drawing/2014/main" id="{8E9204AB-61BF-9064-6CAF-B666506156DE}"/>
              </a:ext>
            </a:extLst>
          </p:cNvPr>
          <p:cNvSpPr txBox="1"/>
          <p:nvPr/>
        </p:nvSpPr>
        <p:spPr>
          <a:xfrm>
            <a:off x="3450474" y="4768601"/>
            <a:ext cx="609222" cy="246221"/>
          </a:xfrm>
          <a:prstGeom prst="rect">
            <a:avLst/>
          </a:prstGeom>
          <a:noFill/>
        </p:spPr>
        <p:txBody>
          <a:bodyPr wrap="square">
            <a:spAutoFit/>
          </a:bodyPr>
          <a:lstStyle/>
          <a:p>
            <a:pPr algn="ctr"/>
            <a:r>
              <a:rPr lang="en-US" sz="1000" b="1" noProof="0"/>
              <a:t>25%</a:t>
            </a:r>
          </a:p>
        </p:txBody>
      </p:sp>
      <p:cxnSp>
        <p:nvCxnSpPr>
          <p:cNvPr id="153" name="Straight Connector 152">
            <a:extLst>
              <a:ext uri="{FF2B5EF4-FFF2-40B4-BE49-F238E27FC236}">
                <a16:creationId xmlns:a16="http://schemas.microsoft.com/office/drawing/2014/main" id="{5528A854-010D-D33D-1B4C-9E896756BC5A}"/>
              </a:ext>
            </a:extLst>
          </p:cNvPr>
          <p:cNvCxnSpPr/>
          <p:nvPr/>
        </p:nvCxnSpPr>
        <p:spPr>
          <a:xfrm>
            <a:off x="6601335" y="4315844"/>
            <a:ext cx="0" cy="72390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sp>
        <p:nvSpPr>
          <p:cNvPr id="154" name="TextBox 153">
            <a:extLst>
              <a:ext uri="{FF2B5EF4-FFF2-40B4-BE49-F238E27FC236}">
                <a16:creationId xmlns:a16="http://schemas.microsoft.com/office/drawing/2014/main" id="{6460BFB2-0B7D-C672-8400-0DA8ABB1FA09}"/>
              </a:ext>
            </a:extLst>
          </p:cNvPr>
          <p:cNvSpPr txBox="1"/>
          <p:nvPr/>
        </p:nvSpPr>
        <p:spPr>
          <a:xfrm>
            <a:off x="6260289" y="5039744"/>
            <a:ext cx="682084" cy="492443"/>
          </a:xfrm>
          <a:prstGeom prst="rect">
            <a:avLst/>
          </a:prstGeom>
          <a:noFill/>
        </p:spPr>
        <p:txBody>
          <a:bodyPr wrap="square">
            <a:spAutoFit/>
          </a:bodyPr>
          <a:lstStyle/>
          <a:p>
            <a:pPr algn="ctr"/>
            <a:r>
              <a:rPr lang="en-US" sz="1000" b="1" noProof="0"/>
              <a:t>Q2</a:t>
            </a:r>
          </a:p>
          <a:p>
            <a:pPr algn="ctr"/>
            <a:r>
              <a:rPr lang="en-US" sz="1000" noProof="0"/>
              <a:t>40,701</a:t>
            </a:r>
          </a:p>
          <a:p>
            <a:pPr algn="ctr"/>
            <a:r>
              <a:rPr lang="en-US" sz="500" b="1" noProof="0"/>
              <a:t>Median</a:t>
            </a:r>
            <a:endParaRPr lang="en-US" sz="1000" b="1" noProof="0"/>
          </a:p>
        </p:txBody>
      </p:sp>
      <p:sp>
        <p:nvSpPr>
          <p:cNvPr id="156" name="Rectangle 155">
            <a:extLst>
              <a:ext uri="{FF2B5EF4-FFF2-40B4-BE49-F238E27FC236}">
                <a16:creationId xmlns:a16="http://schemas.microsoft.com/office/drawing/2014/main" id="{C21B14A6-70E0-976D-D001-C2B291506D3A}"/>
              </a:ext>
            </a:extLst>
          </p:cNvPr>
          <p:cNvSpPr/>
          <p:nvPr/>
        </p:nvSpPr>
        <p:spPr>
          <a:xfrm>
            <a:off x="4680036" y="4506366"/>
            <a:ext cx="1916533" cy="533378"/>
          </a:xfrm>
          <a:prstGeom prst="rect">
            <a:avLst/>
          </a:prstGeom>
          <a:solidFill>
            <a:schemeClr val="accent4">
              <a:alpha val="30196"/>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noProof="0"/>
          </a:p>
        </p:txBody>
      </p:sp>
      <p:sp>
        <p:nvSpPr>
          <p:cNvPr id="157" name="TextBox 156">
            <a:extLst>
              <a:ext uri="{FF2B5EF4-FFF2-40B4-BE49-F238E27FC236}">
                <a16:creationId xmlns:a16="http://schemas.microsoft.com/office/drawing/2014/main" id="{F7A86636-A144-5015-CBC1-2AA951A3234A}"/>
              </a:ext>
            </a:extLst>
          </p:cNvPr>
          <p:cNvSpPr txBox="1"/>
          <p:nvPr/>
        </p:nvSpPr>
        <p:spPr>
          <a:xfrm>
            <a:off x="5292736" y="4768601"/>
            <a:ext cx="609222" cy="246221"/>
          </a:xfrm>
          <a:prstGeom prst="rect">
            <a:avLst/>
          </a:prstGeom>
          <a:noFill/>
        </p:spPr>
        <p:txBody>
          <a:bodyPr wrap="square">
            <a:spAutoFit/>
          </a:bodyPr>
          <a:lstStyle/>
          <a:p>
            <a:pPr algn="ctr"/>
            <a:r>
              <a:rPr lang="en-US" sz="1000" b="1" noProof="0"/>
              <a:t>25%</a:t>
            </a:r>
          </a:p>
        </p:txBody>
      </p:sp>
      <p:cxnSp>
        <p:nvCxnSpPr>
          <p:cNvPr id="158" name="Straight Connector 157">
            <a:extLst>
              <a:ext uri="{FF2B5EF4-FFF2-40B4-BE49-F238E27FC236}">
                <a16:creationId xmlns:a16="http://schemas.microsoft.com/office/drawing/2014/main" id="{A87F66B3-8A98-17D1-AA37-D3783E174778}"/>
              </a:ext>
            </a:extLst>
          </p:cNvPr>
          <p:cNvCxnSpPr/>
          <p:nvPr/>
        </p:nvCxnSpPr>
        <p:spPr>
          <a:xfrm>
            <a:off x="8431683" y="4315844"/>
            <a:ext cx="0" cy="72390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sp>
        <p:nvSpPr>
          <p:cNvPr id="159" name="TextBox 158">
            <a:extLst>
              <a:ext uri="{FF2B5EF4-FFF2-40B4-BE49-F238E27FC236}">
                <a16:creationId xmlns:a16="http://schemas.microsoft.com/office/drawing/2014/main" id="{323A3813-0313-20CD-C621-63E293CC724E}"/>
              </a:ext>
            </a:extLst>
          </p:cNvPr>
          <p:cNvSpPr txBox="1"/>
          <p:nvPr/>
        </p:nvSpPr>
        <p:spPr>
          <a:xfrm>
            <a:off x="8070394" y="5039744"/>
            <a:ext cx="722578" cy="400110"/>
          </a:xfrm>
          <a:prstGeom prst="rect">
            <a:avLst/>
          </a:prstGeom>
          <a:noFill/>
        </p:spPr>
        <p:txBody>
          <a:bodyPr wrap="square">
            <a:spAutoFit/>
          </a:bodyPr>
          <a:lstStyle/>
          <a:p>
            <a:pPr algn="ctr"/>
            <a:r>
              <a:rPr lang="en-US" sz="1000" b="1" noProof="0"/>
              <a:t>Q3</a:t>
            </a:r>
          </a:p>
          <a:p>
            <a:pPr algn="ctr"/>
            <a:r>
              <a:rPr lang="en-US" sz="1000" noProof="0"/>
              <a:t>44,260  </a:t>
            </a:r>
            <a:endParaRPr lang="en-US" sz="1000" b="1" noProof="0"/>
          </a:p>
        </p:txBody>
      </p:sp>
      <p:sp>
        <p:nvSpPr>
          <p:cNvPr id="160" name="Rectangle 159">
            <a:extLst>
              <a:ext uri="{FF2B5EF4-FFF2-40B4-BE49-F238E27FC236}">
                <a16:creationId xmlns:a16="http://schemas.microsoft.com/office/drawing/2014/main" id="{96441C54-64C3-C5A3-F7D7-A5738D566110}"/>
              </a:ext>
            </a:extLst>
          </p:cNvPr>
          <p:cNvSpPr/>
          <p:nvPr/>
        </p:nvSpPr>
        <p:spPr>
          <a:xfrm>
            <a:off x="6606587" y="4506366"/>
            <a:ext cx="1825096" cy="533378"/>
          </a:xfrm>
          <a:prstGeom prst="rect">
            <a:avLst/>
          </a:prstGeom>
          <a:solidFill>
            <a:schemeClr val="accent5">
              <a:alpha val="30196"/>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noProof="0"/>
          </a:p>
        </p:txBody>
      </p:sp>
      <p:sp>
        <p:nvSpPr>
          <p:cNvPr id="161" name="TextBox 160">
            <a:extLst>
              <a:ext uri="{FF2B5EF4-FFF2-40B4-BE49-F238E27FC236}">
                <a16:creationId xmlns:a16="http://schemas.microsoft.com/office/drawing/2014/main" id="{0C6FA75A-A7FD-11F9-0E4D-2550D43BCE0E}"/>
              </a:ext>
            </a:extLst>
          </p:cNvPr>
          <p:cNvSpPr txBox="1"/>
          <p:nvPr/>
        </p:nvSpPr>
        <p:spPr>
          <a:xfrm>
            <a:off x="7214524" y="4768601"/>
            <a:ext cx="609222" cy="246221"/>
          </a:xfrm>
          <a:prstGeom prst="rect">
            <a:avLst/>
          </a:prstGeom>
          <a:noFill/>
        </p:spPr>
        <p:txBody>
          <a:bodyPr wrap="square">
            <a:spAutoFit/>
          </a:bodyPr>
          <a:lstStyle/>
          <a:p>
            <a:pPr algn="ctr"/>
            <a:r>
              <a:rPr lang="en-US" sz="1000" b="1" noProof="0"/>
              <a:t>25%</a:t>
            </a:r>
          </a:p>
        </p:txBody>
      </p:sp>
      <p:sp>
        <p:nvSpPr>
          <p:cNvPr id="162" name="Rectangle 161">
            <a:extLst>
              <a:ext uri="{FF2B5EF4-FFF2-40B4-BE49-F238E27FC236}">
                <a16:creationId xmlns:a16="http://schemas.microsoft.com/office/drawing/2014/main" id="{DE337899-79FD-3388-B994-8C59C390D137}"/>
              </a:ext>
            </a:extLst>
          </p:cNvPr>
          <p:cNvSpPr/>
          <p:nvPr/>
        </p:nvSpPr>
        <p:spPr>
          <a:xfrm>
            <a:off x="8442866" y="4506366"/>
            <a:ext cx="1909153" cy="533378"/>
          </a:xfrm>
          <a:prstGeom prst="rect">
            <a:avLst/>
          </a:prstGeom>
          <a:solidFill>
            <a:schemeClr val="accent6">
              <a:lumMod val="50000"/>
              <a:alpha val="30196"/>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noProof="0"/>
          </a:p>
        </p:txBody>
      </p:sp>
      <p:sp>
        <p:nvSpPr>
          <p:cNvPr id="163" name="TextBox 162">
            <a:extLst>
              <a:ext uri="{FF2B5EF4-FFF2-40B4-BE49-F238E27FC236}">
                <a16:creationId xmlns:a16="http://schemas.microsoft.com/office/drawing/2014/main" id="{C1AA072C-D4FD-96E7-384B-66EAF5DCBC0A}"/>
              </a:ext>
            </a:extLst>
          </p:cNvPr>
          <p:cNvSpPr txBox="1"/>
          <p:nvPr/>
        </p:nvSpPr>
        <p:spPr>
          <a:xfrm>
            <a:off x="9050804" y="4768601"/>
            <a:ext cx="609222" cy="246221"/>
          </a:xfrm>
          <a:prstGeom prst="rect">
            <a:avLst/>
          </a:prstGeom>
          <a:noFill/>
        </p:spPr>
        <p:txBody>
          <a:bodyPr wrap="square">
            <a:spAutoFit/>
          </a:bodyPr>
          <a:lstStyle/>
          <a:p>
            <a:pPr algn="ctr"/>
            <a:r>
              <a:rPr lang="en-US" sz="1000" b="1" noProof="0"/>
              <a:t>25%</a:t>
            </a:r>
          </a:p>
        </p:txBody>
      </p:sp>
      <p:graphicFrame>
        <p:nvGraphicFramePr>
          <p:cNvPr id="164" name="Table 163">
            <a:extLst>
              <a:ext uri="{FF2B5EF4-FFF2-40B4-BE49-F238E27FC236}">
                <a16:creationId xmlns:a16="http://schemas.microsoft.com/office/drawing/2014/main" id="{F7CF6F75-B68D-DA28-2A00-F2DC2F507CCC}"/>
              </a:ext>
            </a:extLst>
          </p:cNvPr>
          <p:cNvGraphicFramePr>
            <a:graphicFrameLocks noGrp="1"/>
          </p:cNvGraphicFramePr>
          <p:nvPr>
            <p:extLst>
              <p:ext uri="{D42A27DB-BD31-4B8C-83A1-F6EECF244321}">
                <p14:modId xmlns:p14="http://schemas.microsoft.com/office/powerpoint/2010/main" val="2543266838"/>
              </p:ext>
            </p:extLst>
          </p:nvPr>
        </p:nvGraphicFramePr>
        <p:xfrm>
          <a:off x="2256897" y="4315844"/>
          <a:ext cx="8095126" cy="381044"/>
        </p:xfrm>
        <a:graphic>
          <a:graphicData uri="http://schemas.openxmlformats.org/drawingml/2006/table">
            <a:tbl>
              <a:tblPr>
                <a:tableStyleId>{5C22544A-7EE6-4342-B048-85BDC9FD1C3A}</a:tableStyleId>
              </a:tblPr>
              <a:tblGrid>
                <a:gridCol w="622702">
                  <a:extLst>
                    <a:ext uri="{9D8B030D-6E8A-4147-A177-3AD203B41FA5}">
                      <a16:colId xmlns:a16="http://schemas.microsoft.com/office/drawing/2014/main" val="1867650162"/>
                    </a:ext>
                  </a:extLst>
                </a:gridCol>
                <a:gridCol w="622702">
                  <a:extLst>
                    <a:ext uri="{9D8B030D-6E8A-4147-A177-3AD203B41FA5}">
                      <a16:colId xmlns:a16="http://schemas.microsoft.com/office/drawing/2014/main" val="1267603815"/>
                    </a:ext>
                  </a:extLst>
                </a:gridCol>
                <a:gridCol w="622702">
                  <a:extLst>
                    <a:ext uri="{9D8B030D-6E8A-4147-A177-3AD203B41FA5}">
                      <a16:colId xmlns:a16="http://schemas.microsoft.com/office/drawing/2014/main" val="1540284086"/>
                    </a:ext>
                  </a:extLst>
                </a:gridCol>
                <a:gridCol w="622702">
                  <a:extLst>
                    <a:ext uri="{9D8B030D-6E8A-4147-A177-3AD203B41FA5}">
                      <a16:colId xmlns:a16="http://schemas.microsoft.com/office/drawing/2014/main" val="2469128759"/>
                    </a:ext>
                  </a:extLst>
                </a:gridCol>
                <a:gridCol w="622702">
                  <a:extLst>
                    <a:ext uri="{9D8B030D-6E8A-4147-A177-3AD203B41FA5}">
                      <a16:colId xmlns:a16="http://schemas.microsoft.com/office/drawing/2014/main" val="1534587149"/>
                    </a:ext>
                  </a:extLst>
                </a:gridCol>
                <a:gridCol w="622702">
                  <a:extLst>
                    <a:ext uri="{9D8B030D-6E8A-4147-A177-3AD203B41FA5}">
                      <a16:colId xmlns:a16="http://schemas.microsoft.com/office/drawing/2014/main" val="2698953022"/>
                    </a:ext>
                  </a:extLst>
                </a:gridCol>
                <a:gridCol w="622702">
                  <a:extLst>
                    <a:ext uri="{9D8B030D-6E8A-4147-A177-3AD203B41FA5}">
                      <a16:colId xmlns:a16="http://schemas.microsoft.com/office/drawing/2014/main" val="1973885363"/>
                    </a:ext>
                  </a:extLst>
                </a:gridCol>
                <a:gridCol w="622702">
                  <a:extLst>
                    <a:ext uri="{9D8B030D-6E8A-4147-A177-3AD203B41FA5}">
                      <a16:colId xmlns:a16="http://schemas.microsoft.com/office/drawing/2014/main" val="3263161922"/>
                    </a:ext>
                  </a:extLst>
                </a:gridCol>
                <a:gridCol w="622702">
                  <a:extLst>
                    <a:ext uri="{9D8B030D-6E8A-4147-A177-3AD203B41FA5}">
                      <a16:colId xmlns:a16="http://schemas.microsoft.com/office/drawing/2014/main" val="3693937660"/>
                    </a:ext>
                  </a:extLst>
                </a:gridCol>
                <a:gridCol w="622702">
                  <a:extLst>
                    <a:ext uri="{9D8B030D-6E8A-4147-A177-3AD203B41FA5}">
                      <a16:colId xmlns:a16="http://schemas.microsoft.com/office/drawing/2014/main" val="1194429123"/>
                    </a:ext>
                  </a:extLst>
                </a:gridCol>
                <a:gridCol w="622702">
                  <a:extLst>
                    <a:ext uri="{9D8B030D-6E8A-4147-A177-3AD203B41FA5}">
                      <a16:colId xmlns:a16="http://schemas.microsoft.com/office/drawing/2014/main" val="699477491"/>
                    </a:ext>
                  </a:extLst>
                </a:gridCol>
                <a:gridCol w="622702">
                  <a:extLst>
                    <a:ext uri="{9D8B030D-6E8A-4147-A177-3AD203B41FA5}">
                      <a16:colId xmlns:a16="http://schemas.microsoft.com/office/drawing/2014/main" val="3883334951"/>
                    </a:ext>
                  </a:extLst>
                </a:gridCol>
                <a:gridCol w="622702">
                  <a:extLst>
                    <a:ext uri="{9D8B030D-6E8A-4147-A177-3AD203B41FA5}">
                      <a16:colId xmlns:a16="http://schemas.microsoft.com/office/drawing/2014/main" val="4048320854"/>
                    </a:ext>
                  </a:extLst>
                </a:gridCol>
              </a:tblGrid>
              <a:tr h="0">
                <a:tc>
                  <a:txBody>
                    <a:bodyPr/>
                    <a:lstStyle/>
                    <a:p>
                      <a:pPr algn="ctr" fontAlgn="b"/>
                      <a:r>
                        <a:rPr lang="en-US" sz="1200" b="1" i="0" u="none" strike="noStrike" noProof="0">
                          <a:solidFill>
                            <a:srgbClr val="000000"/>
                          </a:solidFill>
                          <a:effectLst/>
                          <a:latin typeface="+mj-lt"/>
                        </a:rPr>
                        <a:t>Position</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1</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2</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3</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4</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5</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6</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7</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8</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9</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10</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11</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noProof="0">
                          <a:solidFill>
                            <a:srgbClr val="000000"/>
                          </a:solidFill>
                          <a:effectLst/>
                          <a:latin typeface="+mj-lt"/>
                        </a:rPr>
                        <a:t>12</a:t>
                      </a: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23342615"/>
                  </a:ext>
                </a:extLst>
              </a:tr>
              <a:tr h="0">
                <a:tc>
                  <a:txBody>
                    <a:bodyPr/>
                    <a:lstStyle/>
                    <a:p>
                      <a:pPr algn="l" fontAlgn="b"/>
                      <a:r>
                        <a:rPr lang="en-US" sz="1200" b="1" i="0" u="none" strike="noStrike" noProof="0">
                          <a:solidFill>
                            <a:srgbClr val="000000"/>
                          </a:solidFill>
                          <a:effectLst/>
                          <a:latin typeface="+mj-lt"/>
                        </a:rPr>
                        <a:t> </a:t>
                      </a:r>
                      <a:r>
                        <a:rPr lang="en-US" sz="1200" b="1" i="0" u="none" strike="noStrike" noProof="0" err="1">
                          <a:solidFill>
                            <a:srgbClr val="000000"/>
                          </a:solidFill>
                          <a:effectLst/>
                          <a:latin typeface="+mj-lt"/>
                        </a:rPr>
                        <a:t>Valye</a:t>
                      </a:r>
                      <a:endParaRPr lang="en-US" sz="1200" b="1" i="0" u="none" strike="noStrike" noProof="0">
                        <a:solidFill>
                          <a:srgbClr val="000000"/>
                        </a:solidFill>
                        <a:effectLst/>
                        <a:latin typeface="+mj-lt"/>
                      </a:endParaRPr>
                    </a:p>
                  </a:txBody>
                  <a:tcPr marL="7642" marR="7642" marT="7642"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 38,077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38,353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38,366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39,682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40,677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40,687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40,715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42,362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44,165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44,355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45,054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u="none" strike="noStrike" noProof="0">
                          <a:effectLst/>
                          <a:latin typeface="+mj-lt"/>
                        </a:rPr>
                        <a:t>48,360 </a:t>
                      </a:r>
                      <a:endParaRPr lang="en-US" sz="1200" b="0" i="0" u="none" strike="noStrike" noProof="0">
                        <a:solidFill>
                          <a:srgbClr val="000000"/>
                        </a:solidFill>
                        <a:effectLst/>
                        <a:latin typeface="+mj-lt"/>
                      </a:endParaRPr>
                    </a:p>
                  </a:txBody>
                  <a:tcPr marL="7642" marR="7642" marT="7642"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30008186"/>
                  </a:ext>
                </a:extLst>
              </a:tr>
            </a:tbl>
          </a:graphicData>
        </a:graphic>
      </p:graphicFrame>
      <p:sp>
        <p:nvSpPr>
          <p:cNvPr id="165" name="Right Brace 164">
            <a:extLst>
              <a:ext uri="{FF2B5EF4-FFF2-40B4-BE49-F238E27FC236}">
                <a16:creationId xmlns:a16="http://schemas.microsoft.com/office/drawing/2014/main" id="{2AEFD58B-BEB0-CD18-EA04-F648FCED974C}"/>
              </a:ext>
            </a:extLst>
          </p:cNvPr>
          <p:cNvSpPr/>
          <p:nvPr/>
        </p:nvSpPr>
        <p:spPr>
          <a:xfrm rot="5400000">
            <a:off x="6465562" y="3929175"/>
            <a:ext cx="198980" cy="3752525"/>
          </a:xfrm>
          <a:prstGeom prst="rightBrace">
            <a:avLst/>
          </a:prstGeom>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noProof="0"/>
          </a:p>
        </p:txBody>
      </p:sp>
      <p:sp>
        <p:nvSpPr>
          <p:cNvPr id="167" name="TextBox 166">
            <a:extLst>
              <a:ext uri="{FF2B5EF4-FFF2-40B4-BE49-F238E27FC236}">
                <a16:creationId xmlns:a16="http://schemas.microsoft.com/office/drawing/2014/main" id="{991AD368-9505-5033-413F-70BA8609EB0A}"/>
              </a:ext>
            </a:extLst>
          </p:cNvPr>
          <p:cNvSpPr txBox="1"/>
          <p:nvPr/>
        </p:nvSpPr>
        <p:spPr>
          <a:xfrm>
            <a:off x="6307726" y="5494621"/>
            <a:ext cx="609222" cy="246221"/>
          </a:xfrm>
          <a:prstGeom prst="rect">
            <a:avLst/>
          </a:prstGeom>
          <a:noFill/>
        </p:spPr>
        <p:txBody>
          <a:bodyPr wrap="square">
            <a:spAutoFit/>
          </a:bodyPr>
          <a:lstStyle/>
          <a:p>
            <a:pPr algn="ctr"/>
            <a:r>
              <a:rPr lang="en-US" sz="1000" b="1" noProof="0"/>
              <a:t>50%</a:t>
            </a:r>
          </a:p>
        </p:txBody>
      </p:sp>
      <p:sp>
        <p:nvSpPr>
          <p:cNvPr id="168" name="TextBox 167">
            <a:extLst>
              <a:ext uri="{FF2B5EF4-FFF2-40B4-BE49-F238E27FC236}">
                <a16:creationId xmlns:a16="http://schemas.microsoft.com/office/drawing/2014/main" id="{FFD59A2B-F777-1528-585B-1142F01D0049}"/>
              </a:ext>
            </a:extLst>
          </p:cNvPr>
          <p:cNvSpPr txBox="1"/>
          <p:nvPr/>
        </p:nvSpPr>
        <p:spPr>
          <a:xfrm>
            <a:off x="4667633" y="5968098"/>
            <a:ext cx="3752526" cy="415498"/>
          </a:xfrm>
          <a:prstGeom prst="rect">
            <a:avLst/>
          </a:prstGeom>
          <a:noFill/>
        </p:spPr>
        <p:txBody>
          <a:bodyPr wrap="square">
            <a:spAutoFit/>
          </a:bodyPr>
          <a:lstStyle>
            <a:defPPr>
              <a:defRPr lang="en-US"/>
            </a:defPPr>
            <a:lvl1pPr>
              <a:defRPr sz="1600" b="0"/>
            </a:lvl1pPr>
          </a:lstStyle>
          <a:p>
            <a:pPr algn="ctr"/>
            <a:r>
              <a:rPr lang="en-US" sz="1050" noProof="0"/>
              <a:t>The difference between Q1 and Q2 indicates the dispersion of the central 50% of the values</a:t>
            </a:r>
          </a:p>
        </p:txBody>
      </p:sp>
      <p:sp>
        <p:nvSpPr>
          <p:cNvPr id="3" name="Título 1">
            <a:extLst>
              <a:ext uri="{FF2B5EF4-FFF2-40B4-BE49-F238E27FC236}">
                <a16:creationId xmlns:a16="http://schemas.microsoft.com/office/drawing/2014/main" id="{FB2718D8-5AF1-4EF2-27ED-BA23A6636B1C}"/>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6" name="Footer Placeholder 4">
            <a:extLst>
              <a:ext uri="{FF2B5EF4-FFF2-40B4-BE49-F238E27FC236}">
                <a16:creationId xmlns:a16="http://schemas.microsoft.com/office/drawing/2014/main" id="{2D3B12BC-D238-18B0-1AD7-8DD5D31CD352}"/>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2968802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animEffect transition="in" filter="fade">
                                      <p:cBhvr>
                                        <p:cTn id="7" dur="500"/>
                                        <p:tgtEl>
                                          <p:spTgt spid="15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5">
                                            <p:txEl>
                                              <p:pRg st="2" end="2"/>
                                            </p:txEl>
                                          </p:spTgt>
                                        </p:tgtEl>
                                        <p:attrNameLst>
                                          <p:attrName>style.visibility</p:attrName>
                                        </p:attrNameLst>
                                      </p:cBhvr>
                                      <p:to>
                                        <p:strVal val="visible"/>
                                      </p:to>
                                    </p:set>
                                    <p:animEffect transition="in" filter="fade">
                                      <p:cBhvr>
                                        <p:cTn id="10" dur="500"/>
                                        <p:tgtEl>
                                          <p:spTgt spid="15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5">
                                            <p:txEl>
                                              <p:pRg st="3" end="3"/>
                                            </p:txEl>
                                          </p:spTgt>
                                        </p:tgtEl>
                                        <p:attrNameLst>
                                          <p:attrName>style.visibility</p:attrName>
                                        </p:attrNameLst>
                                      </p:cBhvr>
                                      <p:to>
                                        <p:strVal val="visible"/>
                                      </p:to>
                                    </p:set>
                                    <p:animEffect transition="in" filter="fade">
                                      <p:cBhvr>
                                        <p:cTn id="13" dur="500"/>
                                        <p:tgtEl>
                                          <p:spTgt spid="15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9"/>
                                        </p:tgtEl>
                                        <p:attrNameLst>
                                          <p:attrName>style.visibility</p:attrName>
                                        </p:attrNameLst>
                                      </p:cBhvr>
                                      <p:to>
                                        <p:strVal val="visible"/>
                                      </p:to>
                                    </p:set>
                                    <p:animEffect transition="in" filter="fade">
                                      <p:cBhvr>
                                        <p:cTn id="23" dur="500"/>
                                        <p:tgtEl>
                                          <p:spTgt spid="14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0"/>
                                        </p:tgtEl>
                                        <p:attrNameLst>
                                          <p:attrName>style.visibility</p:attrName>
                                        </p:attrNameLst>
                                      </p:cBhvr>
                                      <p:to>
                                        <p:strVal val="visible"/>
                                      </p:to>
                                    </p:set>
                                    <p:animEffect transition="in" filter="fade">
                                      <p:cBhvr>
                                        <p:cTn id="26" dur="500"/>
                                        <p:tgtEl>
                                          <p:spTgt spid="15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1"/>
                                        </p:tgtEl>
                                        <p:attrNameLst>
                                          <p:attrName>style.visibility</p:attrName>
                                        </p:attrNameLst>
                                      </p:cBhvr>
                                      <p:to>
                                        <p:strVal val="visible"/>
                                      </p:to>
                                    </p:set>
                                    <p:animEffect transition="in" filter="fade">
                                      <p:cBhvr>
                                        <p:cTn id="29" dur="500"/>
                                        <p:tgtEl>
                                          <p:spTgt spid="15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2"/>
                                        </p:tgtEl>
                                        <p:attrNameLst>
                                          <p:attrName>style.visibility</p:attrName>
                                        </p:attrNameLst>
                                      </p:cBhvr>
                                      <p:to>
                                        <p:strVal val="visible"/>
                                      </p:to>
                                    </p:set>
                                    <p:animEffect transition="in" filter="fade">
                                      <p:cBhvr>
                                        <p:cTn id="32" dur="500"/>
                                        <p:tgtEl>
                                          <p:spTgt spid="152"/>
                                        </p:tgtEl>
                                      </p:cBhvr>
                                    </p:animEffect>
                                  </p:childTnLst>
                                </p:cTn>
                              </p:par>
                              <p:par>
                                <p:cTn id="33" presetID="10" presetClass="entr" presetSubtype="0" fill="hold" nodeType="withEffect">
                                  <p:stCondLst>
                                    <p:cond delay="0"/>
                                  </p:stCondLst>
                                  <p:childTnLst>
                                    <p:set>
                                      <p:cBhvr>
                                        <p:cTn id="34" dur="1" fill="hold">
                                          <p:stCondLst>
                                            <p:cond delay="0"/>
                                          </p:stCondLst>
                                        </p:cTn>
                                        <p:tgtEl>
                                          <p:spTgt spid="153"/>
                                        </p:tgtEl>
                                        <p:attrNameLst>
                                          <p:attrName>style.visibility</p:attrName>
                                        </p:attrNameLst>
                                      </p:cBhvr>
                                      <p:to>
                                        <p:strVal val="visible"/>
                                      </p:to>
                                    </p:set>
                                    <p:animEffect transition="in" filter="fade">
                                      <p:cBhvr>
                                        <p:cTn id="35" dur="500"/>
                                        <p:tgtEl>
                                          <p:spTgt spid="15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4"/>
                                        </p:tgtEl>
                                        <p:attrNameLst>
                                          <p:attrName>style.visibility</p:attrName>
                                        </p:attrNameLst>
                                      </p:cBhvr>
                                      <p:to>
                                        <p:strVal val="visible"/>
                                      </p:to>
                                    </p:set>
                                    <p:animEffect transition="in" filter="fade">
                                      <p:cBhvr>
                                        <p:cTn id="38" dur="500"/>
                                        <p:tgtEl>
                                          <p:spTgt spid="15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6"/>
                                        </p:tgtEl>
                                        <p:attrNameLst>
                                          <p:attrName>style.visibility</p:attrName>
                                        </p:attrNameLst>
                                      </p:cBhvr>
                                      <p:to>
                                        <p:strVal val="visible"/>
                                      </p:to>
                                    </p:set>
                                    <p:animEffect transition="in" filter="fade">
                                      <p:cBhvr>
                                        <p:cTn id="41" dur="500"/>
                                        <p:tgtEl>
                                          <p:spTgt spid="15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7"/>
                                        </p:tgtEl>
                                        <p:attrNameLst>
                                          <p:attrName>style.visibility</p:attrName>
                                        </p:attrNameLst>
                                      </p:cBhvr>
                                      <p:to>
                                        <p:strVal val="visible"/>
                                      </p:to>
                                    </p:set>
                                    <p:animEffect transition="in" filter="fade">
                                      <p:cBhvr>
                                        <p:cTn id="44" dur="500"/>
                                        <p:tgtEl>
                                          <p:spTgt spid="157"/>
                                        </p:tgtEl>
                                      </p:cBhvr>
                                    </p:animEffect>
                                  </p:childTnLst>
                                </p:cTn>
                              </p:par>
                              <p:par>
                                <p:cTn id="45" presetID="10" presetClass="entr" presetSubtype="0" fill="hold" nodeType="withEffect">
                                  <p:stCondLst>
                                    <p:cond delay="0"/>
                                  </p:stCondLst>
                                  <p:childTnLst>
                                    <p:set>
                                      <p:cBhvr>
                                        <p:cTn id="46" dur="1" fill="hold">
                                          <p:stCondLst>
                                            <p:cond delay="0"/>
                                          </p:stCondLst>
                                        </p:cTn>
                                        <p:tgtEl>
                                          <p:spTgt spid="158"/>
                                        </p:tgtEl>
                                        <p:attrNameLst>
                                          <p:attrName>style.visibility</p:attrName>
                                        </p:attrNameLst>
                                      </p:cBhvr>
                                      <p:to>
                                        <p:strVal val="visible"/>
                                      </p:to>
                                    </p:set>
                                    <p:animEffect transition="in" filter="fade">
                                      <p:cBhvr>
                                        <p:cTn id="47" dur="500"/>
                                        <p:tgtEl>
                                          <p:spTgt spid="15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9"/>
                                        </p:tgtEl>
                                        <p:attrNameLst>
                                          <p:attrName>style.visibility</p:attrName>
                                        </p:attrNameLst>
                                      </p:cBhvr>
                                      <p:to>
                                        <p:strVal val="visible"/>
                                      </p:to>
                                    </p:set>
                                    <p:animEffect transition="in" filter="fade">
                                      <p:cBhvr>
                                        <p:cTn id="50" dur="500"/>
                                        <p:tgtEl>
                                          <p:spTgt spid="15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0"/>
                                        </p:tgtEl>
                                        <p:attrNameLst>
                                          <p:attrName>style.visibility</p:attrName>
                                        </p:attrNameLst>
                                      </p:cBhvr>
                                      <p:to>
                                        <p:strVal val="visible"/>
                                      </p:to>
                                    </p:set>
                                    <p:animEffect transition="in" filter="fade">
                                      <p:cBhvr>
                                        <p:cTn id="53" dur="500"/>
                                        <p:tgtEl>
                                          <p:spTgt spid="16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1"/>
                                        </p:tgtEl>
                                        <p:attrNameLst>
                                          <p:attrName>style.visibility</p:attrName>
                                        </p:attrNameLst>
                                      </p:cBhvr>
                                      <p:to>
                                        <p:strVal val="visible"/>
                                      </p:to>
                                    </p:set>
                                    <p:animEffect transition="in" filter="fade">
                                      <p:cBhvr>
                                        <p:cTn id="56" dur="500"/>
                                        <p:tgtEl>
                                          <p:spTgt spid="16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62"/>
                                        </p:tgtEl>
                                        <p:attrNameLst>
                                          <p:attrName>style.visibility</p:attrName>
                                        </p:attrNameLst>
                                      </p:cBhvr>
                                      <p:to>
                                        <p:strVal val="visible"/>
                                      </p:to>
                                    </p:set>
                                    <p:animEffect transition="in" filter="fade">
                                      <p:cBhvr>
                                        <p:cTn id="59" dur="500"/>
                                        <p:tgtEl>
                                          <p:spTgt spid="16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63"/>
                                        </p:tgtEl>
                                        <p:attrNameLst>
                                          <p:attrName>style.visibility</p:attrName>
                                        </p:attrNameLst>
                                      </p:cBhvr>
                                      <p:to>
                                        <p:strVal val="visible"/>
                                      </p:to>
                                    </p:set>
                                    <p:animEffect transition="in" filter="fade">
                                      <p:cBhvr>
                                        <p:cTn id="62" dur="500"/>
                                        <p:tgtEl>
                                          <p:spTgt spid="16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7"/>
                                        </p:tgtEl>
                                        <p:attrNameLst>
                                          <p:attrName>style.visibility</p:attrName>
                                        </p:attrNameLst>
                                      </p:cBhvr>
                                      <p:to>
                                        <p:strVal val="visible"/>
                                      </p:to>
                                    </p:set>
                                    <p:animEffect transition="in" filter="fade">
                                      <p:cBhvr>
                                        <p:cTn id="67" dur="500"/>
                                        <p:tgtEl>
                                          <p:spTgt spid="16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65"/>
                                        </p:tgtEl>
                                        <p:attrNameLst>
                                          <p:attrName>style.visibility</p:attrName>
                                        </p:attrNameLst>
                                      </p:cBhvr>
                                      <p:to>
                                        <p:strVal val="visible"/>
                                      </p:to>
                                    </p:set>
                                    <p:animEffect transition="in" filter="fade">
                                      <p:cBhvr>
                                        <p:cTn id="70" dur="500"/>
                                        <p:tgtEl>
                                          <p:spTgt spid="16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8"/>
                                        </p:tgtEl>
                                        <p:attrNameLst>
                                          <p:attrName>style.visibility</p:attrName>
                                        </p:attrNameLst>
                                      </p:cBhvr>
                                      <p:to>
                                        <p:strVal val="visible"/>
                                      </p:to>
                                    </p:set>
                                    <p:animEffect transition="in" filter="fade">
                                      <p:cBhvr>
                                        <p:cTn id="73" dur="500"/>
                                        <p:tgtEl>
                                          <p:spTgt spid="16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fade">
                                      <p:cBhvr>
                                        <p:cTn id="78" dur="500"/>
                                        <p:tgtEl>
                                          <p:spTgt spid="2"/>
                                        </p:tgtEl>
                                      </p:cBhvr>
                                    </p:animEffect>
                                  </p:childTnLst>
                                </p:cTn>
                              </p:par>
                              <p:par>
                                <p:cTn id="79" presetID="10" presetClass="entr" presetSubtype="0"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par>
                                <p:cTn id="82" presetID="10" presetClass="entr" presetSubtype="0"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0" grpId="0"/>
      <p:bldP spid="151" grpId="0" animBg="1"/>
      <p:bldP spid="152" grpId="0"/>
      <p:bldP spid="154" grpId="0"/>
      <p:bldP spid="156" grpId="0" animBg="1"/>
      <p:bldP spid="157" grpId="0"/>
      <p:bldP spid="159" grpId="0"/>
      <p:bldP spid="160" grpId="0" animBg="1"/>
      <p:bldP spid="161" grpId="0"/>
      <p:bldP spid="162" grpId="0" animBg="1"/>
      <p:bldP spid="163" grpId="0"/>
      <p:bldP spid="165" grpId="0" animBg="1"/>
      <p:bldP spid="167" grpId="0"/>
      <p:bldP spid="16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DC68-DD7B-42B9-9169-DD111AD991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E257A2B-616C-F9A1-E978-70C6EF87935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85EC1183-1D51-723D-F908-F50AC6F501B1}"/>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5E6DF9E8-4359-44E1-79B5-9CE31691D2F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47094AE0-4C3F-D1CF-88F1-0D9934AC6466}"/>
              </a:ext>
            </a:extLst>
          </p:cNvPr>
          <p:cNvSpPr txBox="1"/>
          <p:nvPr/>
        </p:nvSpPr>
        <p:spPr>
          <a:xfrm>
            <a:off x="891590" y="1575107"/>
            <a:ext cx="3781263" cy="4124206"/>
          </a:xfrm>
          <a:prstGeom prst="rect">
            <a:avLst/>
          </a:prstGeom>
          <a:noFill/>
        </p:spPr>
        <p:txBody>
          <a:bodyPr wrap="square">
            <a:spAutoFit/>
          </a:bodyPr>
          <a:lstStyle/>
          <a:p>
            <a:pPr>
              <a:buNone/>
            </a:pPr>
            <a:r>
              <a:rPr lang="en-US" sz="1600" b="1" noProof="0">
                <a:solidFill>
                  <a:srgbClr val="FF0000"/>
                </a:solidFill>
              </a:rPr>
              <a:t>Cross tabulation</a:t>
            </a:r>
            <a:br>
              <a:rPr lang="en-US" sz="1600" b="1" noProof="0"/>
            </a:br>
            <a:br>
              <a:rPr lang="en-US" sz="1600" noProof="0"/>
            </a:br>
            <a:r>
              <a:rPr lang="en-US" sz="1600" noProof="0"/>
              <a:t>C</a:t>
            </a:r>
            <a:r>
              <a:rPr lang="en-US" sz="1400" noProof="0"/>
              <a:t>ross‑tabulation represents a bivariate non‑graphical exploratory data analysis (EDA) technique. </a:t>
            </a:r>
            <a:r>
              <a:rPr lang="en-US" sz="1400" b="1" noProof="0">
                <a:highlight>
                  <a:srgbClr val="FFC000"/>
                </a:highlight>
              </a:rPr>
              <a:t>It is an extension of tabulation and is applicable to categorical data as well as quantitative data with only a few variables</a:t>
            </a:r>
            <a:r>
              <a:rPr lang="en-US" sz="1400" noProof="0"/>
              <a:t>.</a:t>
            </a:r>
          </a:p>
          <a:p>
            <a:pPr>
              <a:buNone/>
            </a:pPr>
            <a:endParaRPr lang="en-US" sz="1400" noProof="0"/>
          </a:p>
          <a:p>
            <a:r>
              <a:rPr lang="en-US" sz="1400" noProof="0"/>
              <a:t>For two variables, a two‑way table is constructed with:</a:t>
            </a:r>
          </a:p>
          <a:p>
            <a:endParaRPr lang="en-US" sz="1400" noProof="0"/>
          </a:p>
          <a:p>
            <a:pPr marL="742950" lvl="1" indent="-285750">
              <a:buFont typeface="Arial" panose="020B0604020202020204" pitchFamily="34" charset="0"/>
              <a:buChar char="•"/>
            </a:pPr>
            <a:r>
              <a:rPr lang="en-US" sz="1200" b="1" noProof="0">
                <a:solidFill>
                  <a:schemeClr val="bg1">
                    <a:lumMod val="75000"/>
                  </a:schemeClr>
                </a:solidFill>
              </a:rPr>
              <a:t>Column headers </a:t>
            </a:r>
            <a:r>
              <a:rPr lang="en-US" sz="1200" noProof="0">
                <a:solidFill>
                  <a:schemeClr val="bg1">
                    <a:lumMod val="75000"/>
                  </a:schemeClr>
                </a:solidFill>
              </a:rPr>
              <a:t>corresponding to the levels of one variable, and</a:t>
            </a:r>
          </a:p>
          <a:p>
            <a:pPr marL="742950" lvl="1" indent="-285750">
              <a:buFont typeface="Arial" panose="020B0604020202020204" pitchFamily="34" charset="0"/>
              <a:buChar char="•"/>
            </a:pPr>
            <a:r>
              <a:rPr lang="en-US" sz="1200" b="1" noProof="0">
                <a:solidFill>
                  <a:schemeClr val="bg1">
                    <a:lumMod val="75000"/>
                  </a:schemeClr>
                </a:solidFill>
              </a:rPr>
              <a:t>Row headers </a:t>
            </a:r>
            <a:r>
              <a:rPr lang="en-US" sz="1200" noProof="0">
                <a:solidFill>
                  <a:schemeClr val="bg1">
                    <a:lumMod val="75000"/>
                  </a:schemeClr>
                </a:solidFill>
              </a:rPr>
              <a:t>corresponding to the levels of the other variable.</a:t>
            </a:r>
          </a:p>
          <a:p>
            <a:pPr marL="285750" indent="-285750">
              <a:buFont typeface="Arial" panose="020B0604020202020204" pitchFamily="34" charset="0"/>
              <a:buChar char="•"/>
            </a:pPr>
            <a:endParaRPr lang="en-US" sz="1200" noProof="0"/>
          </a:p>
          <a:p>
            <a:r>
              <a:rPr lang="en-US" sz="1400" noProof="0"/>
              <a:t>The table is then filled with the counts of all individuals who share each pair of levels. </a:t>
            </a:r>
          </a:p>
        </p:txBody>
      </p:sp>
      <p:graphicFrame>
        <p:nvGraphicFramePr>
          <p:cNvPr id="12" name="Table 11">
            <a:extLst>
              <a:ext uri="{FF2B5EF4-FFF2-40B4-BE49-F238E27FC236}">
                <a16:creationId xmlns:a16="http://schemas.microsoft.com/office/drawing/2014/main" id="{44380EBE-7995-998F-3BBC-A4BA804DFE40}"/>
              </a:ext>
            </a:extLst>
          </p:cNvPr>
          <p:cNvGraphicFramePr>
            <a:graphicFrameLocks noGrp="1"/>
          </p:cNvGraphicFramePr>
          <p:nvPr>
            <p:extLst>
              <p:ext uri="{D42A27DB-BD31-4B8C-83A1-F6EECF244321}">
                <p14:modId xmlns:p14="http://schemas.microsoft.com/office/powerpoint/2010/main" val="2332238642"/>
              </p:ext>
            </p:extLst>
          </p:nvPr>
        </p:nvGraphicFramePr>
        <p:xfrm>
          <a:off x="5148291" y="3643268"/>
          <a:ext cx="2588105" cy="2059305"/>
        </p:xfrm>
        <a:graphic>
          <a:graphicData uri="http://schemas.openxmlformats.org/drawingml/2006/table">
            <a:tbl>
              <a:tblPr/>
              <a:tblGrid>
                <a:gridCol w="500419">
                  <a:extLst>
                    <a:ext uri="{9D8B030D-6E8A-4147-A177-3AD203B41FA5}">
                      <a16:colId xmlns:a16="http://schemas.microsoft.com/office/drawing/2014/main" val="1061006504"/>
                    </a:ext>
                  </a:extLst>
                </a:gridCol>
                <a:gridCol w="500419">
                  <a:extLst>
                    <a:ext uri="{9D8B030D-6E8A-4147-A177-3AD203B41FA5}">
                      <a16:colId xmlns:a16="http://schemas.microsoft.com/office/drawing/2014/main" val="1874063639"/>
                    </a:ext>
                  </a:extLst>
                </a:gridCol>
                <a:gridCol w="500419">
                  <a:extLst>
                    <a:ext uri="{9D8B030D-6E8A-4147-A177-3AD203B41FA5}">
                      <a16:colId xmlns:a16="http://schemas.microsoft.com/office/drawing/2014/main" val="3027353811"/>
                    </a:ext>
                  </a:extLst>
                </a:gridCol>
                <a:gridCol w="1086848">
                  <a:extLst>
                    <a:ext uri="{9D8B030D-6E8A-4147-A177-3AD203B41FA5}">
                      <a16:colId xmlns:a16="http://schemas.microsoft.com/office/drawing/2014/main" val="1866686838"/>
                    </a:ext>
                  </a:extLst>
                </a:gridCol>
              </a:tblGrid>
              <a:tr h="126643">
                <a:tc>
                  <a:txBody>
                    <a:bodyPr/>
                    <a:lstStyle/>
                    <a:p>
                      <a:pPr algn="l" fontAlgn="b"/>
                      <a:r>
                        <a:rPr lang="en-US" sz="1100" b="1" i="0" u="none" strike="noStrike" noProof="0">
                          <a:solidFill>
                            <a:srgbClr val="000000"/>
                          </a:solidFill>
                          <a:effectLst/>
                          <a:latin typeface="Aptos Narrow" panose="020B0004020202020204" pitchFamily="34" charset="0"/>
                        </a:rPr>
                        <a:t>Var1</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1" i="0" u="none" strike="noStrike" noProof="0">
                          <a:solidFill>
                            <a:srgbClr val="000000"/>
                          </a:solidFill>
                          <a:effectLst/>
                          <a:latin typeface="Aptos Narrow" panose="020B0004020202020204" pitchFamily="34" charset="0"/>
                        </a:rPr>
                        <a:t>Var2</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1" i="0" u="none" strike="noStrike" noProof="0">
                          <a:solidFill>
                            <a:srgbClr val="000000"/>
                          </a:solidFill>
                          <a:effectLst/>
                          <a:latin typeface="Aptos Narrow" panose="020B0004020202020204" pitchFamily="34" charset="0"/>
                        </a:rPr>
                        <a:t>Freq</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1" i="0" u="none" strike="noStrike" noProof="0">
                          <a:solidFill>
                            <a:srgbClr val="000000"/>
                          </a:solidFill>
                          <a:effectLst/>
                          <a:latin typeface="Aptos Narrow" panose="020B0004020202020204" pitchFamily="34" charset="0"/>
                        </a:rPr>
                        <a:t>Relative frequency</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6614887"/>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A</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l" fontAlgn="b"/>
                      <a:r>
                        <a:rPr lang="en-US" sz="1100" b="0" i="0" u="none" strike="noStrike" noProof="0">
                          <a:solidFill>
                            <a:srgbClr val="000000"/>
                          </a:solidFill>
                          <a:effectLst/>
                          <a:latin typeface="Aptos Narrow" panose="020B0004020202020204" pitchFamily="34" charset="0"/>
                        </a:rPr>
                        <a:t>X</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10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0.1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3998792880"/>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B</a:t>
                      </a:r>
                    </a:p>
                  </a:txBody>
                  <a:tcPr marL="9525" marR="9525" marT="9525" marB="0" anchor="b">
                    <a:lnL>
                      <a:noFill/>
                    </a:lnL>
                    <a:lnR>
                      <a:noFill/>
                    </a:lnR>
                    <a:lnT>
                      <a:noFill/>
                    </a:lnT>
                    <a:lnB>
                      <a:noFill/>
                    </a:lnB>
                    <a:noFill/>
                  </a:tcPr>
                </a:tc>
                <a:tc>
                  <a:txBody>
                    <a:bodyPr/>
                    <a:lstStyle/>
                    <a:p>
                      <a:pPr algn="l" fontAlgn="b"/>
                      <a:r>
                        <a:rPr lang="en-US" sz="1100" b="0" i="0" u="none" strike="noStrike" noProof="0">
                          <a:solidFill>
                            <a:srgbClr val="000000"/>
                          </a:solidFill>
                          <a:effectLst/>
                          <a:latin typeface="Aptos Narrow" panose="020B0004020202020204" pitchFamily="34" charset="0"/>
                        </a:rPr>
                        <a:t>X</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11</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0.11</a:t>
                      </a:r>
                    </a:p>
                  </a:txBody>
                  <a:tcPr marL="9525" marR="9525" marT="9525" marB="0" anchor="b">
                    <a:lnL>
                      <a:noFill/>
                    </a:lnL>
                    <a:lnR>
                      <a:noFill/>
                    </a:lnR>
                    <a:lnT>
                      <a:noFill/>
                    </a:lnT>
                    <a:lnB>
                      <a:noFill/>
                    </a:lnB>
                    <a:noFill/>
                  </a:tcPr>
                </a:tc>
                <a:extLst>
                  <a:ext uri="{0D108BD9-81ED-4DB2-BD59-A6C34878D82A}">
                    <a16:rowId xmlns:a16="http://schemas.microsoft.com/office/drawing/2014/main" val="3305631656"/>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C</a:t>
                      </a:r>
                    </a:p>
                  </a:txBody>
                  <a:tcPr marL="9525" marR="9525" marT="9525" marB="0" anchor="b">
                    <a:lnL>
                      <a:noFill/>
                    </a:lnL>
                    <a:lnR>
                      <a:noFill/>
                    </a:lnR>
                    <a:lnT>
                      <a:noFill/>
                    </a:lnT>
                    <a:lnB>
                      <a:noFill/>
                    </a:lnB>
                    <a:solidFill>
                      <a:schemeClr val="bg1">
                        <a:lumMod val="95000"/>
                      </a:schemeClr>
                    </a:solidFill>
                  </a:tcPr>
                </a:tc>
                <a:tc>
                  <a:txBody>
                    <a:bodyPr/>
                    <a:lstStyle/>
                    <a:p>
                      <a:pPr algn="l" fontAlgn="b"/>
                      <a:r>
                        <a:rPr lang="en-US" sz="1100" b="0" i="0" u="none" strike="noStrike" noProof="0">
                          <a:solidFill>
                            <a:srgbClr val="000000"/>
                          </a:solidFill>
                          <a:effectLst/>
                          <a:latin typeface="Aptos Narrow" panose="020B0004020202020204" pitchFamily="34" charset="0"/>
                        </a:rPr>
                        <a:t>X</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9</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0.09</a:t>
                      </a:r>
                    </a:p>
                  </a:txBody>
                  <a:tcPr marL="9525" marR="9525" marT="9525"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735998584"/>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A</a:t>
                      </a:r>
                    </a:p>
                  </a:txBody>
                  <a:tcPr marL="9525" marR="9525" marT="9525" marB="0" anchor="b">
                    <a:lnL>
                      <a:noFill/>
                    </a:lnL>
                    <a:lnR>
                      <a:noFill/>
                    </a:lnR>
                    <a:lnT>
                      <a:noFill/>
                    </a:lnT>
                    <a:lnB>
                      <a:noFill/>
                    </a:lnB>
                    <a:noFill/>
                  </a:tcPr>
                </a:tc>
                <a:tc>
                  <a:txBody>
                    <a:bodyPr/>
                    <a:lstStyle/>
                    <a:p>
                      <a:pPr algn="l" fontAlgn="b"/>
                      <a:r>
                        <a:rPr lang="en-US" sz="1100" b="0" i="0" u="none" strike="noStrike" noProof="0">
                          <a:solidFill>
                            <a:srgbClr val="000000"/>
                          </a:solidFill>
                          <a:effectLst/>
                          <a:latin typeface="Aptos Narrow" panose="020B0004020202020204" pitchFamily="34" charset="0"/>
                        </a:rPr>
                        <a:t>Y</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12</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0.12</a:t>
                      </a:r>
                    </a:p>
                  </a:txBody>
                  <a:tcPr marL="9525" marR="9525" marT="9525" marB="0" anchor="b">
                    <a:lnL>
                      <a:noFill/>
                    </a:lnL>
                    <a:lnR>
                      <a:noFill/>
                    </a:lnR>
                    <a:lnT>
                      <a:noFill/>
                    </a:lnT>
                    <a:lnB>
                      <a:noFill/>
                    </a:lnB>
                    <a:noFill/>
                  </a:tcPr>
                </a:tc>
                <a:extLst>
                  <a:ext uri="{0D108BD9-81ED-4DB2-BD59-A6C34878D82A}">
                    <a16:rowId xmlns:a16="http://schemas.microsoft.com/office/drawing/2014/main" val="652831934"/>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B</a:t>
                      </a:r>
                    </a:p>
                  </a:txBody>
                  <a:tcPr marL="9525" marR="9525" marT="9525" marB="0" anchor="b">
                    <a:lnL>
                      <a:noFill/>
                    </a:lnL>
                    <a:lnR>
                      <a:noFill/>
                    </a:lnR>
                    <a:lnT>
                      <a:noFill/>
                    </a:lnT>
                    <a:lnB>
                      <a:noFill/>
                    </a:lnB>
                    <a:solidFill>
                      <a:schemeClr val="bg1">
                        <a:lumMod val="95000"/>
                      </a:schemeClr>
                    </a:solidFill>
                  </a:tcPr>
                </a:tc>
                <a:tc>
                  <a:txBody>
                    <a:bodyPr/>
                    <a:lstStyle/>
                    <a:p>
                      <a:pPr algn="l" fontAlgn="b"/>
                      <a:r>
                        <a:rPr lang="en-US" sz="1100" b="0" i="0" u="none" strike="noStrike" noProof="0">
                          <a:solidFill>
                            <a:srgbClr val="000000"/>
                          </a:solidFill>
                          <a:effectLst/>
                          <a:latin typeface="Aptos Narrow" panose="020B0004020202020204" pitchFamily="34" charset="0"/>
                        </a:rPr>
                        <a:t>Y</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8</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0.08</a:t>
                      </a:r>
                    </a:p>
                  </a:txBody>
                  <a:tcPr marL="9525" marR="9525" marT="9525"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573092103"/>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C</a:t>
                      </a:r>
                    </a:p>
                  </a:txBody>
                  <a:tcPr marL="9525" marR="9525" marT="9525" marB="0" anchor="b">
                    <a:lnL>
                      <a:noFill/>
                    </a:lnL>
                    <a:lnR>
                      <a:noFill/>
                    </a:lnR>
                    <a:lnT>
                      <a:noFill/>
                    </a:lnT>
                    <a:lnB>
                      <a:noFill/>
                    </a:lnB>
                    <a:noFill/>
                  </a:tcPr>
                </a:tc>
                <a:tc>
                  <a:txBody>
                    <a:bodyPr/>
                    <a:lstStyle/>
                    <a:p>
                      <a:pPr algn="l" fontAlgn="b"/>
                      <a:r>
                        <a:rPr lang="en-US" sz="1100" b="0" i="0" u="none" strike="noStrike" noProof="0">
                          <a:solidFill>
                            <a:srgbClr val="000000"/>
                          </a:solidFill>
                          <a:effectLst/>
                          <a:latin typeface="Aptos Narrow" panose="020B0004020202020204" pitchFamily="34" charset="0"/>
                        </a:rPr>
                        <a:t>Y</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18</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0.18</a:t>
                      </a:r>
                    </a:p>
                  </a:txBody>
                  <a:tcPr marL="9525" marR="9525" marT="9525" marB="0" anchor="b">
                    <a:lnL>
                      <a:noFill/>
                    </a:lnL>
                    <a:lnR>
                      <a:noFill/>
                    </a:lnR>
                    <a:lnT>
                      <a:noFill/>
                    </a:lnT>
                    <a:lnB>
                      <a:noFill/>
                    </a:lnB>
                    <a:noFill/>
                  </a:tcPr>
                </a:tc>
                <a:extLst>
                  <a:ext uri="{0D108BD9-81ED-4DB2-BD59-A6C34878D82A}">
                    <a16:rowId xmlns:a16="http://schemas.microsoft.com/office/drawing/2014/main" val="2054971045"/>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A</a:t>
                      </a:r>
                    </a:p>
                  </a:txBody>
                  <a:tcPr marL="9525" marR="9525" marT="9525" marB="0" anchor="b">
                    <a:lnL>
                      <a:noFill/>
                    </a:lnL>
                    <a:lnR>
                      <a:noFill/>
                    </a:lnR>
                    <a:lnT>
                      <a:noFill/>
                    </a:lnT>
                    <a:lnB>
                      <a:noFill/>
                    </a:lnB>
                    <a:solidFill>
                      <a:schemeClr val="bg1">
                        <a:lumMod val="95000"/>
                      </a:schemeClr>
                    </a:solidFill>
                  </a:tcPr>
                </a:tc>
                <a:tc>
                  <a:txBody>
                    <a:bodyPr/>
                    <a:lstStyle/>
                    <a:p>
                      <a:pPr algn="l" fontAlgn="b"/>
                      <a:r>
                        <a:rPr lang="en-US" sz="1100" b="0" i="0" u="none" strike="noStrike" noProof="0">
                          <a:solidFill>
                            <a:srgbClr val="000000"/>
                          </a:solidFill>
                          <a:effectLst/>
                          <a:latin typeface="Aptos Narrow" panose="020B0004020202020204" pitchFamily="34" charset="0"/>
                        </a:rPr>
                        <a:t>Z</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11</a:t>
                      </a:r>
                    </a:p>
                  </a:txBody>
                  <a:tcPr marL="9525" marR="9525" marT="9525" marB="0" anchor="b">
                    <a:lnL>
                      <a:noFill/>
                    </a:lnL>
                    <a:lnR>
                      <a:noFill/>
                    </a:lnR>
                    <a:lnT>
                      <a:noFill/>
                    </a:lnT>
                    <a:lnB>
                      <a:noFill/>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0.11</a:t>
                      </a:r>
                    </a:p>
                  </a:txBody>
                  <a:tcPr marL="9525" marR="9525" marT="9525"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764563095"/>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B</a:t>
                      </a:r>
                    </a:p>
                  </a:txBody>
                  <a:tcPr marL="9525" marR="9525" marT="9525" marB="0" anchor="b">
                    <a:lnL>
                      <a:noFill/>
                    </a:lnL>
                    <a:lnR>
                      <a:noFill/>
                    </a:lnR>
                    <a:lnT>
                      <a:noFill/>
                    </a:lnT>
                    <a:lnB>
                      <a:noFill/>
                    </a:lnB>
                    <a:noFill/>
                  </a:tcPr>
                </a:tc>
                <a:tc>
                  <a:txBody>
                    <a:bodyPr/>
                    <a:lstStyle/>
                    <a:p>
                      <a:pPr algn="l" fontAlgn="b"/>
                      <a:r>
                        <a:rPr lang="en-US" sz="1100" b="0" i="0" u="none" strike="noStrike" noProof="0">
                          <a:solidFill>
                            <a:srgbClr val="000000"/>
                          </a:solidFill>
                          <a:effectLst/>
                          <a:latin typeface="Aptos Narrow" panose="020B0004020202020204" pitchFamily="34" charset="0"/>
                        </a:rPr>
                        <a:t>Z</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13</a:t>
                      </a:r>
                    </a:p>
                  </a:txBody>
                  <a:tcPr marL="9525" marR="9525" marT="9525" marB="0" anchor="b">
                    <a:lnL>
                      <a:noFill/>
                    </a:lnL>
                    <a:lnR>
                      <a:noFill/>
                    </a:lnR>
                    <a:lnT>
                      <a:noFill/>
                    </a:lnT>
                    <a:lnB>
                      <a:noFill/>
                    </a:lnB>
                    <a:noFill/>
                  </a:tcPr>
                </a:tc>
                <a:tc>
                  <a:txBody>
                    <a:bodyPr/>
                    <a:lstStyle/>
                    <a:p>
                      <a:pPr algn="r" fontAlgn="b"/>
                      <a:r>
                        <a:rPr lang="en-US" sz="1100" b="0" i="0" u="none" strike="noStrike" noProof="0">
                          <a:solidFill>
                            <a:srgbClr val="000000"/>
                          </a:solidFill>
                          <a:effectLst/>
                          <a:latin typeface="Aptos Narrow" panose="020B0004020202020204" pitchFamily="34" charset="0"/>
                        </a:rPr>
                        <a:t>0.13</a:t>
                      </a:r>
                    </a:p>
                  </a:txBody>
                  <a:tcPr marL="9525" marR="9525" marT="9525" marB="0" anchor="b">
                    <a:lnL>
                      <a:noFill/>
                    </a:lnL>
                    <a:lnR>
                      <a:noFill/>
                    </a:lnR>
                    <a:lnT>
                      <a:noFill/>
                    </a:lnT>
                    <a:lnB>
                      <a:noFill/>
                    </a:lnB>
                    <a:noFill/>
                  </a:tcPr>
                </a:tc>
                <a:extLst>
                  <a:ext uri="{0D108BD9-81ED-4DB2-BD59-A6C34878D82A}">
                    <a16:rowId xmlns:a16="http://schemas.microsoft.com/office/drawing/2014/main" val="2332287288"/>
                  </a:ext>
                </a:extLst>
              </a:tr>
              <a:tr h="190500">
                <a:tc>
                  <a:txBody>
                    <a:bodyPr/>
                    <a:lstStyle/>
                    <a:p>
                      <a:pPr algn="l" fontAlgn="b"/>
                      <a:r>
                        <a:rPr lang="en-US" sz="1100" b="0" i="0" u="none" strike="noStrike" noProof="0">
                          <a:solidFill>
                            <a:srgbClr val="000000"/>
                          </a:solidFill>
                          <a:effectLst/>
                          <a:latin typeface="Aptos Narrow" panose="020B0004020202020204" pitchFamily="34" charset="0"/>
                        </a:rPr>
                        <a:t>C</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en-US" sz="1100" b="0" i="0" u="none" strike="noStrike" noProof="0">
                          <a:solidFill>
                            <a:srgbClr val="000000"/>
                          </a:solidFill>
                          <a:effectLst/>
                          <a:latin typeface="Aptos Narrow" panose="020B0004020202020204" pitchFamily="34" charset="0"/>
                        </a:rPr>
                        <a:t>Z</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8</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en-US" sz="1100" b="0" i="0" u="none" strike="noStrike" noProof="0">
                          <a:solidFill>
                            <a:srgbClr val="000000"/>
                          </a:solidFill>
                          <a:effectLst/>
                          <a:latin typeface="Aptos Narrow" panose="020B0004020202020204" pitchFamily="34" charset="0"/>
                        </a:rPr>
                        <a:t>0.08</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96357969"/>
                  </a:ext>
                </a:extLst>
              </a:tr>
            </a:tbl>
          </a:graphicData>
        </a:graphic>
      </p:graphicFrame>
      <p:pic>
        <p:nvPicPr>
          <p:cNvPr id="14" name="Picture 13">
            <a:extLst>
              <a:ext uri="{FF2B5EF4-FFF2-40B4-BE49-F238E27FC236}">
                <a16:creationId xmlns:a16="http://schemas.microsoft.com/office/drawing/2014/main" id="{EDB74ECD-8865-9FFE-DDBF-79CFDCDC5771}"/>
              </a:ext>
            </a:extLst>
          </p:cNvPr>
          <p:cNvPicPr>
            <a:picLocks noChangeAspect="1"/>
          </p:cNvPicPr>
          <p:nvPr/>
        </p:nvPicPr>
        <p:blipFill>
          <a:blip r:embed="rId3">
            <a:duotone>
              <a:schemeClr val="bg2">
                <a:shade val="45000"/>
                <a:satMod val="135000"/>
              </a:schemeClr>
              <a:prstClr val="white"/>
            </a:duotone>
          </a:blip>
          <a:srcRect r="12851"/>
          <a:stretch>
            <a:fillRect/>
          </a:stretch>
        </p:blipFill>
        <p:spPr>
          <a:xfrm>
            <a:off x="8061511" y="3593262"/>
            <a:ext cx="3238899" cy="2248521"/>
          </a:xfrm>
          <a:prstGeom prst="rect">
            <a:avLst/>
          </a:prstGeom>
        </p:spPr>
      </p:pic>
      <p:sp>
        <p:nvSpPr>
          <p:cNvPr id="6" name="Título 1">
            <a:extLst>
              <a:ext uri="{FF2B5EF4-FFF2-40B4-BE49-F238E27FC236}">
                <a16:creationId xmlns:a16="http://schemas.microsoft.com/office/drawing/2014/main" id="{3BF3E7FC-25D2-8F9C-B0CA-1F9E272E29A2}"/>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7" name="Rectangle 1">
            <a:extLst>
              <a:ext uri="{FF2B5EF4-FFF2-40B4-BE49-F238E27FC236}">
                <a16:creationId xmlns:a16="http://schemas.microsoft.com/office/drawing/2014/main" id="{D8F20FD1-2836-10B2-9E20-6430D9EF8648}"/>
              </a:ext>
            </a:extLst>
          </p:cNvPr>
          <p:cNvSpPr>
            <a:spLocks noChangeArrowheads="1"/>
          </p:cNvSpPr>
          <p:nvPr/>
        </p:nvSpPr>
        <p:spPr bwMode="auto">
          <a:xfrm>
            <a:off x="5267541" y="1877637"/>
            <a:ext cx="6032869" cy="1551363"/>
          </a:xfrm>
          <a:prstGeom prst="roundRect">
            <a:avLst/>
          </a:prstGeom>
          <a:solidFill>
            <a:schemeClr val="bg1"/>
          </a:solidFill>
          <a:ln>
            <a:solidFill>
              <a:schemeClr val="bg1">
                <a:lumMod val="75000"/>
              </a:schemeClr>
            </a:solidFill>
          </a:ln>
          <a:effectLst/>
        </p:spPr>
        <p:txBody>
          <a:bodyPr vert="horz" wrap="square" lIns="0" tIns="0" rIns="0" bIns="0" numCol="1" anchor="ctr" anchorCtr="0" compatLnSpc="1">
            <a:prstTxWarp prst="textNoShape">
              <a:avLst/>
            </a:prstTxWarp>
            <a:noAutofit/>
          </a:bodyPr>
          <a:lstStyle/>
          <a:p>
            <a:pPr lvl="1" eaLnBrk="0" fontAlgn="base" hangingPunct="0">
              <a:spcAft>
                <a:spcPct val="0"/>
              </a:spcAft>
            </a:pP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Crear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tabulación</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cruzadatabla_cruzada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table(datos$Variable1, datos$Variable2)</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Convertir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cruzada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 un data frame</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tabla_cruzada_df</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as.data.frame</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tabla_cruzada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Agregar</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columna de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frecuencia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relativa</a:t>
            </a:r>
            <a:b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b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tabla_cruzada_df$FrecuenciaRelativa</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&lt;- </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tabla_cruzada_df$Freq</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 / sum(</a:t>
            </a:r>
            <a:r>
              <a:rPr lang="en-US" sz="900" noProof="0" err="1">
                <a:solidFill>
                  <a:schemeClr val="bg1">
                    <a:lumMod val="50000"/>
                  </a:schemeClr>
                </a:solidFill>
                <a:latin typeface="Cascadia Code ExtraLight" panose="020B0609020000020004" pitchFamily="49" charset="0"/>
                <a:cs typeface="Cascadia Code ExtraLight" panose="020B0609020000020004" pitchFamily="49" charset="0"/>
              </a:rPr>
              <a:t>tabla_cruzada_df$Freq</a:t>
            </a:r>
            <a:r>
              <a:rPr lang="en-US" sz="900" noProof="0">
                <a:solidFill>
                  <a:schemeClr val="bg1">
                    <a:lumMod val="50000"/>
                  </a:schemeClr>
                </a:solidFill>
                <a:latin typeface="Cascadia Code ExtraLight" panose="020B0609020000020004" pitchFamily="49" charset="0"/>
                <a:cs typeface="Cascadia Code ExtraLight" panose="020B0609020000020004" pitchFamily="49" charset="0"/>
              </a:rPr>
              <a:t>)</a:t>
            </a:r>
          </a:p>
        </p:txBody>
      </p:sp>
      <p:sp>
        <p:nvSpPr>
          <p:cNvPr id="9" name="Rectangle 1">
            <a:extLst>
              <a:ext uri="{FF2B5EF4-FFF2-40B4-BE49-F238E27FC236}">
                <a16:creationId xmlns:a16="http://schemas.microsoft.com/office/drawing/2014/main" id="{08044AD2-29C1-5DA2-D1C5-EF22CF698462}"/>
              </a:ext>
            </a:extLst>
          </p:cNvPr>
          <p:cNvSpPr>
            <a:spLocks noChangeArrowheads="1"/>
          </p:cNvSpPr>
          <p:nvPr/>
        </p:nvSpPr>
        <p:spPr bwMode="auto">
          <a:xfrm>
            <a:off x="5105613" y="1877637"/>
            <a:ext cx="632413" cy="1551365"/>
          </a:xfrm>
          <a:prstGeom prst="roundRect">
            <a:avLst/>
          </a:prstGeom>
          <a:solidFill>
            <a:srgbClr val="FF0000"/>
          </a:solidFill>
          <a:ln>
            <a:noFill/>
          </a:ln>
          <a:effectLst/>
        </p:spPr>
        <p:txBody>
          <a:bodyPr vert="vert270" wrap="square" lIns="0" tIns="0" rIns="0" bIns="0" numCol="1" anchor="t" anchorCtr="0" compatLnSpc="1">
            <a:prstTxWarp prst="textNoShape">
              <a:avLst/>
            </a:prstTxWarp>
            <a:noAutofit/>
          </a:bodyPr>
          <a:lstStyle/>
          <a:p>
            <a:pPr marL="0" lvl="1" algn="ctr" eaLnBrk="0" fontAlgn="base" hangingPunct="0">
              <a:spcAft>
                <a:spcPct val="0"/>
              </a:spcAft>
              <a:defRPr/>
            </a:pPr>
            <a:r>
              <a:rPr lang="en-US" sz="1200" b="1" noProof="0">
                <a:solidFill>
                  <a:schemeClr val="bg1"/>
                </a:solidFill>
                <a:latin typeface="Aptos SemiBold" panose="020B0004020202020204" pitchFamily="34" charset="0"/>
                <a:cs typeface="Cascadia Code ExtraLight" panose="020B0609020000020004" pitchFamily="49" charset="0"/>
              </a:rPr>
              <a:t>Cross </a:t>
            </a:r>
            <a:br>
              <a:rPr lang="en-US" sz="1200" b="1" noProof="0">
                <a:solidFill>
                  <a:schemeClr val="bg1"/>
                </a:solidFill>
                <a:latin typeface="Aptos SemiBold" panose="020B0004020202020204" pitchFamily="34" charset="0"/>
                <a:cs typeface="Cascadia Code ExtraLight" panose="020B0609020000020004" pitchFamily="49" charset="0"/>
              </a:rPr>
            </a:br>
            <a:r>
              <a:rPr lang="en-US" sz="1200" b="1" noProof="0">
                <a:solidFill>
                  <a:schemeClr val="bg1"/>
                </a:solidFill>
                <a:latin typeface="Aptos SemiBold" panose="020B0004020202020204" pitchFamily="34" charset="0"/>
                <a:cs typeface="Cascadia Code ExtraLight" panose="020B0609020000020004" pitchFamily="49" charset="0"/>
              </a:rPr>
              <a:t>tabulation</a:t>
            </a:r>
            <a:endParaRPr kumimoji="0" lang="en-US" sz="1400" b="1" i="0" u="none" strike="noStrike" kern="1200" cap="none" spc="0" normalizeH="0" baseline="0" noProof="0">
              <a:ln>
                <a:noFill/>
              </a:ln>
              <a:solidFill>
                <a:schemeClr val="bg1"/>
              </a:solidFill>
              <a:effectLst/>
              <a:uLnTx/>
              <a:uFillTx/>
              <a:latin typeface="Aptos SemiBold" panose="020B0004020202020204" pitchFamily="34" charset="0"/>
              <a:cs typeface="Cascadia Code ExtraLight" panose="020B0609020000020004" pitchFamily="49" charset="0"/>
            </a:endParaRPr>
          </a:p>
        </p:txBody>
      </p:sp>
      <p:sp>
        <p:nvSpPr>
          <p:cNvPr id="13" name="Footer Placeholder 4">
            <a:extLst>
              <a:ext uri="{FF2B5EF4-FFF2-40B4-BE49-F238E27FC236}">
                <a16:creationId xmlns:a16="http://schemas.microsoft.com/office/drawing/2014/main" id="{081EBBAD-214C-2006-92E7-1F850631AA0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1936215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2786-9A8E-5171-824D-0FC20E8BD6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EE372F8-F38D-3C83-0997-06B48EA497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3AAA2E7E-068D-3854-2FA6-D60DC7A50D79}"/>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a:extLst>
              <a:ext uri="{FF2B5EF4-FFF2-40B4-BE49-F238E27FC236}">
                <a16:creationId xmlns:a16="http://schemas.microsoft.com/office/drawing/2014/main" id="{E4678F61-98D8-7FD9-E8FF-714B2D674DBA}"/>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 name="TextBox 2">
            <a:extLst>
              <a:ext uri="{FF2B5EF4-FFF2-40B4-BE49-F238E27FC236}">
                <a16:creationId xmlns:a16="http://schemas.microsoft.com/office/drawing/2014/main" id="{61FC5663-6A31-54D9-959B-5BE84A4E153B}"/>
              </a:ext>
            </a:extLst>
          </p:cNvPr>
          <p:cNvSpPr txBox="1"/>
          <p:nvPr/>
        </p:nvSpPr>
        <p:spPr>
          <a:xfrm>
            <a:off x="891590" y="1918007"/>
            <a:ext cx="3781263" cy="1200329"/>
          </a:xfrm>
          <a:prstGeom prst="rect">
            <a:avLst/>
          </a:prstGeom>
          <a:noFill/>
        </p:spPr>
        <p:txBody>
          <a:bodyPr wrap="square">
            <a:spAutoFit/>
          </a:bodyPr>
          <a:lstStyle/>
          <a:p>
            <a:pPr>
              <a:buNone/>
            </a:pPr>
            <a:r>
              <a:rPr lang="en-US" sz="1600" b="1" noProof="0">
                <a:solidFill>
                  <a:srgbClr val="FF0000"/>
                </a:solidFill>
              </a:rPr>
              <a:t>Covariance and Correlation</a:t>
            </a:r>
          </a:p>
          <a:p>
            <a:pPr>
              <a:buNone/>
            </a:pPr>
            <a:r>
              <a:rPr lang="en-US" sz="1400" noProof="0"/>
              <a:t>These measures assess the degree of relationship between two random variables and express the extent to which they vary together.</a:t>
            </a:r>
          </a:p>
        </p:txBody>
      </p:sp>
      <p:sp>
        <p:nvSpPr>
          <p:cNvPr id="6" name="TextBox 5">
            <a:extLst>
              <a:ext uri="{FF2B5EF4-FFF2-40B4-BE49-F238E27FC236}">
                <a16:creationId xmlns:a16="http://schemas.microsoft.com/office/drawing/2014/main" id="{460F2A58-6B3F-174C-376B-4A8DB4542E1B}"/>
              </a:ext>
            </a:extLst>
          </p:cNvPr>
          <p:cNvSpPr txBox="1"/>
          <p:nvPr/>
        </p:nvSpPr>
        <p:spPr>
          <a:xfrm>
            <a:off x="891590" y="3269788"/>
            <a:ext cx="4206430" cy="338554"/>
          </a:xfrm>
          <a:prstGeom prst="rect">
            <a:avLst/>
          </a:prstGeom>
          <a:noFill/>
        </p:spPr>
        <p:txBody>
          <a:bodyPr wrap="square">
            <a:spAutoFit/>
          </a:bodyPr>
          <a:lstStyle>
            <a:defPPr>
              <a:defRPr lang="en-US"/>
            </a:defPPr>
            <a:lvl1pPr>
              <a:defRPr sz="1600" b="1"/>
            </a:lvl1pPr>
          </a:lstStyle>
          <a:p>
            <a:r>
              <a:rPr lang="en-US" noProof="0">
                <a:solidFill>
                  <a:srgbClr val="FF0000"/>
                </a:solidFill>
              </a:rPr>
              <a:t>Covariance</a:t>
            </a:r>
            <a:endParaRPr lang="en-US" noProof="0"/>
          </a:p>
        </p:txBody>
      </p:sp>
      <p:pic>
        <p:nvPicPr>
          <p:cNvPr id="9" name="Picture 8">
            <a:extLst>
              <a:ext uri="{FF2B5EF4-FFF2-40B4-BE49-F238E27FC236}">
                <a16:creationId xmlns:a16="http://schemas.microsoft.com/office/drawing/2014/main" id="{D9B4DFF1-FF04-2084-86C1-4AC1E22E9DE4}"/>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534013" y="3834453"/>
            <a:ext cx="878382" cy="318645"/>
          </a:xfrm>
          <a:prstGeom prst="rect">
            <a:avLst/>
          </a:prstGeom>
        </p:spPr>
      </p:pic>
      <p:pic>
        <p:nvPicPr>
          <p:cNvPr id="13" name="Picture 12">
            <a:extLst>
              <a:ext uri="{FF2B5EF4-FFF2-40B4-BE49-F238E27FC236}">
                <a16:creationId xmlns:a16="http://schemas.microsoft.com/office/drawing/2014/main" id="{651D5859-B333-7BDF-EFCD-DD8FB12CB194}"/>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769374" y="3814620"/>
            <a:ext cx="857564" cy="318767"/>
          </a:xfrm>
          <a:prstGeom prst="rect">
            <a:avLst/>
          </a:prstGeom>
        </p:spPr>
      </p:pic>
      <p:cxnSp>
        <p:nvCxnSpPr>
          <p:cNvPr id="17" name="Straight Connector 16">
            <a:extLst>
              <a:ext uri="{FF2B5EF4-FFF2-40B4-BE49-F238E27FC236}">
                <a16:creationId xmlns:a16="http://schemas.microsoft.com/office/drawing/2014/main" id="{EBFF834D-4D65-56BC-E8B2-15B12F48D201}"/>
              </a:ext>
            </a:extLst>
          </p:cNvPr>
          <p:cNvCxnSpPr/>
          <p:nvPr/>
        </p:nvCxnSpPr>
        <p:spPr>
          <a:xfrm>
            <a:off x="2638191" y="3780647"/>
            <a:ext cx="0" cy="365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E4BED732-FBE7-1740-12F0-6062B92B775B}"/>
              </a:ext>
            </a:extLst>
          </p:cNvPr>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512371" y="4967751"/>
            <a:ext cx="1397976" cy="212061"/>
          </a:xfrm>
          <a:prstGeom prst="rect">
            <a:avLst/>
          </a:prstGeom>
        </p:spPr>
      </p:pic>
      <p:sp>
        <p:nvSpPr>
          <p:cNvPr id="20" name="TextBox 19">
            <a:extLst>
              <a:ext uri="{FF2B5EF4-FFF2-40B4-BE49-F238E27FC236}">
                <a16:creationId xmlns:a16="http://schemas.microsoft.com/office/drawing/2014/main" id="{69ED1AF3-ADA5-3D95-9CA8-17E96FBC4D4A}"/>
              </a:ext>
            </a:extLst>
          </p:cNvPr>
          <p:cNvSpPr txBox="1"/>
          <p:nvPr/>
        </p:nvSpPr>
        <p:spPr>
          <a:xfrm>
            <a:off x="1097330" y="3814246"/>
            <a:ext cx="436683" cy="369332"/>
          </a:xfrm>
          <a:prstGeom prst="rect">
            <a:avLst/>
          </a:prstGeom>
          <a:noFill/>
        </p:spPr>
        <p:txBody>
          <a:bodyPr wrap="square">
            <a:spAutoFit/>
          </a:bodyPr>
          <a:lstStyle/>
          <a:p>
            <a:r>
              <a:rPr lang="en-US" noProof="0">
                <a:solidFill>
                  <a:srgbClr val="FF0000"/>
                </a:solidFill>
                <a:latin typeface="Aptos Black" panose="020B0004020202020204" pitchFamily="34" charset="0"/>
              </a:rPr>
              <a:t>1.</a:t>
            </a:r>
            <a:endParaRPr lang="en-US" b="1" noProof="0">
              <a:solidFill>
                <a:srgbClr val="FF0000"/>
              </a:solidFill>
              <a:latin typeface="Aptos Black" panose="020B0004020202020204" pitchFamily="34" charset="0"/>
            </a:endParaRPr>
          </a:p>
        </p:txBody>
      </p:sp>
      <p:sp>
        <p:nvSpPr>
          <p:cNvPr id="21" name="TextBox 20">
            <a:extLst>
              <a:ext uri="{FF2B5EF4-FFF2-40B4-BE49-F238E27FC236}">
                <a16:creationId xmlns:a16="http://schemas.microsoft.com/office/drawing/2014/main" id="{98371B82-71E8-CC8B-0E74-7EABF33EFC29}"/>
              </a:ext>
            </a:extLst>
          </p:cNvPr>
          <p:cNvSpPr txBox="1"/>
          <p:nvPr/>
        </p:nvSpPr>
        <p:spPr>
          <a:xfrm>
            <a:off x="1089298" y="4345201"/>
            <a:ext cx="436683" cy="369332"/>
          </a:xfrm>
          <a:prstGeom prst="rect">
            <a:avLst/>
          </a:prstGeom>
          <a:noFill/>
        </p:spPr>
        <p:txBody>
          <a:bodyPr wrap="square">
            <a:spAutoFit/>
          </a:bodyPr>
          <a:lstStyle/>
          <a:p>
            <a:r>
              <a:rPr lang="en-US" noProof="0">
                <a:solidFill>
                  <a:srgbClr val="FF0000"/>
                </a:solidFill>
                <a:latin typeface="Aptos Black" panose="020B0004020202020204" pitchFamily="34" charset="0"/>
              </a:rPr>
              <a:t>2.</a:t>
            </a:r>
            <a:endParaRPr lang="en-US" b="1" noProof="0">
              <a:solidFill>
                <a:srgbClr val="FF0000"/>
              </a:solidFill>
              <a:latin typeface="Aptos Black" panose="020B0004020202020204" pitchFamily="34" charset="0"/>
            </a:endParaRPr>
          </a:p>
        </p:txBody>
      </p:sp>
      <p:pic>
        <p:nvPicPr>
          <p:cNvPr id="22" name="Picture 21">
            <a:extLst>
              <a:ext uri="{FF2B5EF4-FFF2-40B4-BE49-F238E27FC236}">
                <a16:creationId xmlns:a16="http://schemas.microsoft.com/office/drawing/2014/main" id="{28C4F1A3-C5AC-2D47-3AE2-03EC116C6339}"/>
              </a:ext>
            </a:extLst>
          </p:cNvPr>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2852010" y="4403894"/>
            <a:ext cx="665343" cy="212061"/>
          </a:xfrm>
          <a:prstGeom prst="rect">
            <a:avLst/>
          </a:prstGeom>
        </p:spPr>
      </p:pic>
      <p:pic>
        <p:nvPicPr>
          <p:cNvPr id="23" name="Picture 22">
            <a:extLst>
              <a:ext uri="{FF2B5EF4-FFF2-40B4-BE49-F238E27FC236}">
                <a16:creationId xmlns:a16="http://schemas.microsoft.com/office/drawing/2014/main" id="{0C41E653-24C8-8AA9-A77B-1559DBAA077E}"/>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1512371" y="4418456"/>
            <a:ext cx="703898" cy="215706"/>
          </a:xfrm>
          <a:prstGeom prst="rect">
            <a:avLst/>
          </a:prstGeom>
        </p:spPr>
      </p:pic>
      <p:cxnSp>
        <p:nvCxnSpPr>
          <p:cNvPr id="24" name="Straight Connector 23">
            <a:extLst>
              <a:ext uri="{FF2B5EF4-FFF2-40B4-BE49-F238E27FC236}">
                <a16:creationId xmlns:a16="http://schemas.microsoft.com/office/drawing/2014/main" id="{CF1CBC12-1A7C-96A4-6D90-C1306B2F6DA3}"/>
              </a:ext>
            </a:extLst>
          </p:cNvPr>
          <p:cNvCxnSpPr/>
          <p:nvPr/>
        </p:nvCxnSpPr>
        <p:spPr>
          <a:xfrm>
            <a:off x="2647278" y="4345201"/>
            <a:ext cx="0" cy="365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EF8A8A7-1513-E502-F82B-041A8921BE8E}"/>
              </a:ext>
            </a:extLst>
          </p:cNvPr>
          <p:cNvSpPr txBox="1"/>
          <p:nvPr/>
        </p:nvSpPr>
        <p:spPr>
          <a:xfrm>
            <a:off x="1089298" y="4883772"/>
            <a:ext cx="436683" cy="369332"/>
          </a:xfrm>
          <a:prstGeom prst="rect">
            <a:avLst/>
          </a:prstGeom>
          <a:noFill/>
        </p:spPr>
        <p:txBody>
          <a:bodyPr wrap="square">
            <a:spAutoFit/>
          </a:bodyPr>
          <a:lstStyle/>
          <a:p>
            <a:r>
              <a:rPr lang="en-US" noProof="0">
                <a:solidFill>
                  <a:srgbClr val="FF0000"/>
                </a:solidFill>
                <a:latin typeface="Aptos Black" panose="020B0004020202020204" pitchFamily="34" charset="0"/>
              </a:rPr>
              <a:t>3.</a:t>
            </a:r>
            <a:endParaRPr lang="en-US" b="1" noProof="0">
              <a:solidFill>
                <a:srgbClr val="FF0000"/>
              </a:solidFill>
              <a:latin typeface="Aptos Black" panose="020B0004020202020204" pitchFamily="34" charset="0"/>
            </a:endParaRPr>
          </a:p>
        </p:txBody>
      </p:sp>
      <p:sp>
        <p:nvSpPr>
          <p:cNvPr id="30" name="TextBox 29">
            <a:extLst>
              <a:ext uri="{FF2B5EF4-FFF2-40B4-BE49-F238E27FC236}">
                <a16:creationId xmlns:a16="http://schemas.microsoft.com/office/drawing/2014/main" id="{7F44CFA7-826B-4DB9-A90D-F4A5367513AE}"/>
              </a:ext>
            </a:extLst>
          </p:cNvPr>
          <p:cNvSpPr txBox="1"/>
          <p:nvPr/>
        </p:nvSpPr>
        <p:spPr>
          <a:xfrm>
            <a:off x="1089298" y="5355315"/>
            <a:ext cx="436683" cy="369332"/>
          </a:xfrm>
          <a:prstGeom prst="rect">
            <a:avLst/>
          </a:prstGeom>
          <a:noFill/>
        </p:spPr>
        <p:txBody>
          <a:bodyPr wrap="square">
            <a:spAutoFit/>
          </a:bodyPr>
          <a:lstStyle/>
          <a:p>
            <a:r>
              <a:rPr lang="en-US" noProof="0">
                <a:solidFill>
                  <a:srgbClr val="FF0000"/>
                </a:solidFill>
                <a:latin typeface="Aptos Black" panose="020B0004020202020204" pitchFamily="34" charset="0"/>
              </a:rPr>
              <a:t>4.</a:t>
            </a:r>
            <a:endParaRPr lang="en-US" b="1" noProof="0">
              <a:solidFill>
                <a:srgbClr val="FF0000"/>
              </a:solidFill>
              <a:latin typeface="Aptos Black" panose="020B0004020202020204" pitchFamily="34" charset="0"/>
            </a:endParaRPr>
          </a:p>
        </p:txBody>
      </p:sp>
      <p:pic>
        <p:nvPicPr>
          <p:cNvPr id="31" name="Picture 30">
            <a:extLst>
              <a:ext uri="{FF2B5EF4-FFF2-40B4-BE49-F238E27FC236}">
                <a16:creationId xmlns:a16="http://schemas.microsoft.com/office/drawing/2014/main" id="{6B5406B6-A300-60D3-FCCC-DBAB3BDF463F}"/>
              </a:ext>
            </a:extLst>
          </p:cNvPr>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1534013" y="5411262"/>
            <a:ext cx="2027150" cy="313385"/>
          </a:xfrm>
          <a:prstGeom prst="rect">
            <a:avLst/>
          </a:prstGeom>
        </p:spPr>
      </p:pic>
      <p:sp>
        <p:nvSpPr>
          <p:cNvPr id="32" name="TextBox 31">
            <a:extLst>
              <a:ext uri="{FF2B5EF4-FFF2-40B4-BE49-F238E27FC236}">
                <a16:creationId xmlns:a16="http://schemas.microsoft.com/office/drawing/2014/main" id="{FAA276EF-48F9-B7B3-56A9-C5B9D6C6F2E3}"/>
              </a:ext>
            </a:extLst>
          </p:cNvPr>
          <p:cNvSpPr txBox="1"/>
          <p:nvPr/>
        </p:nvSpPr>
        <p:spPr>
          <a:xfrm>
            <a:off x="5378325" y="1916390"/>
            <a:ext cx="4206430" cy="338554"/>
          </a:xfrm>
          <a:prstGeom prst="rect">
            <a:avLst/>
          </a:prstGeom>
          <a:noFill/>
        </p:spPr>
        <p:txBody>
          <a:bodyPr wrap="square">
            <a:spAutoFit/>
          </a:bodyPr>
          <a:lstStyle>
            <a:defPPr>
              <a:defRPr lang="en-US"/>
            </a:defPPr>
            <a:lvl1pPr>
              <a:defRPr sz="1600" b="1"/>
            </a:lvl1pPr>
          </a:lstStyle>
          <a:p>
            <a:r>
              <a:rPr lang="en-US" noProof="0">
                <a:solidFill>
                  <a:srgbClr val="FF0000"/>
                </a:solidFill>
              </a:rPr>
              <a:t>Correlation coefficient</a:t>
            </a:r>
            <a:endParaRPr lang="en-US" noProof="0"/>
          </a:p>
        </p:txBody>
      </p:sp>
      <p:pic>
        <p:nvPicPr>
          <p:cNvPr id="34" name="Picture 33">
            <a:extLst>
              <a:ext uri="{FF2B5EF4-FFF2-40B4-BE49-F238E27FC236}">
                <a16:creationId xmlns:a16="http://schemas.microsoft.com/office/drawing/2014/main" id="{270654F2-C51C-2834-2F18-10460D72D145}"/>
              </a:ext>
            </a:extLst>
          </p:cNvPr>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7229826" y="2518171"/>
            <a:ext cx="1509563" cy="405209"/>
          </a:xfrm>
          <a:prstGeom prst="rect">
            <a:avLst/>
          </a:prstGeom>
        </p:spPr>
      </p:pic>
      <p:sp>
        <p:nvSpPr>
          <p:cNvPr id="35" name="TextBox 34">
            <a:extLst>
              <a:ext uri="{FF2B5EF4-FFF2-40B4-BE49-F238E27FC236}">
                <a16:creationId xmlns:a16="http://schemas.microsoft.com/office/drawing/2014/main" id="{3E9222E9-23AE-EC05-2016-AC1E30915E3A}"/>
              </a:ext>
            </a:extLst>
          </p:cNvPr>
          <p:cNvSpPr txBox="1"/>
          <p:nvPr/>
        </p:nvSpPr>
        <p:spPr>
          <a:xfrm>
            <a:off x="5378325" y="3172961"/>
            <a:ext cx="5724377" cy="3019416"/>
          </a:xfrm>
          <a:prstGeom prst="rect">
            <a:avLst/>
          </a:prstGeom>
          <a:noFill/>
        </p:spPr>
        <p:txBody>
          <a:bodyPr wrap="square">
            <a:spAutoFit/>
          </a:bodyPr>
          <a:lstStyle>
            <a:defPPr>
              <a:defRPr lang="en-US"/>
            </a:defPPr>
            <a:lvl1pPr lvl="0" indent="0">
              <a:lnSpc>
                <a:spcPct val="115000"/>
              </a:lnSpc>
              <a:spcBef>
                <a:spcPts val="0"/>
              </a:spcBef>
              <a:spcAft>
                <a:spcPts val="1200"/>
              </a:spcAft>
              <a:buNone/>
              <a:defRPr sz="1400" b="0"/>
            </a:lvl1pPr>
          </a:lstStyle>
          <a:p>
            <a:r>
              <a:rPr lang="en-US" b="1" noProof="0">
                <a:highlight>
                  <a:srgbClr val="FFC000"/>
                </a:highlight>
              </a:rPr>
              <a:t>The correlation test helps determine the degree of association between two variables</a:t>
            </a:r>
            <a:r>
              <a:rPr lang="en-US" b="1" noProof="0"/>
              <a:t>. </a:t>
            </a:r>
            <a:r>
              <a:rPr lang="en-US" noProof="0"/>
              <a:t>This association does not imply causality. The correlation coefficient is a number between –1 and 1 that indicates the strength and direction of the relationship between variables</a:t>
            </a:r>
            <a:r>
              <a:rPr lang="en-US" b="1" noProof="0"/>
              <a:t>:</a:t>
            </a:r>
          </a:p>
          <a:p>
            <a:pPr marL="457200"/>
            <a:r>
              <a:rPr lang="en-US" b="1" noProof="0"/>
              <a:t>1 indicates a perfect positive correlation:</a:t>
            </a:r>
            <a:r>
              <a:rPr lang="en-US" noProof="0"/>
              <a:t> as one variable increases, so does the other.</a:t>
            </a:r>
          </a:p>
          <a:p>
            <a:pPr marL="457200"/>
            <a:r>
              <a:rPr lang="en-US" b="1" noProof="0"/>
              <a:t>0 indicates no correlation: </a:t>
            </a:r>
            <a:r>
              <a:rPr lang="en-US" noProof="0"/>
              <a:t>the variables show no linear association.</a:t>
            </a:r>
          </a:p>
          <a:p>
            <a:pPr marL="457200"/>
            <a:r>
              <a:rPr lang="en-US" b="1" noProof="0"/>
              <a:t>–1 indicates a perfect negative correlation: </a:t>
            </a:r>
            <a:r>
              <a:rPr lang="en-US" noProof="0"/>
              <a:t>as one variable increases, the other decreases.</a:t>
            </a:r>
            <a:endParaRPr lang="en-US" sz="1400" noProof="0"/>
          </a:p>
        </p:txBody>
      </p:sp>
      <p:sp>
        <p:nvSpPr>
          <p:cNvPr id="2" name="Título 1">
            <a:extLst>
              <a:ext uri="{FF2B5EF4-FFF2-40B4-BE49-F238E27FC236}">
                <a16:creationId xmlns:a16="http://schemas.microsoft.com/office/drawing/2014/main" id="{602C2754-9565-C118-6696-CB64E4FC2991}"/>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12" name="Freeform: Shape 11">
            <a:extLst>
              <a:ext uri="{FF2B5EF4-FFF2-40B4-BE49-F238E27FC236}">
                <a16:creationId xmlns:a16="http://schemas.microsoft.com/office/drawing/2014/main" id="{98A23764-6694-7CE2-8F1B-9F320DEF5C7D}"/>
              </a:ext>
            </a:extLst>
          </p:cNvPr>
          <p:cNvSpPr/>
          <p:nvPr/>
        </p:nvSpPr>
        <p:spPr>
          <a:xfrm>
            <a:off x="5613209" y="4403894"/>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14" name="Freeform: Shape 13">
            <a:extLst>
              <a:ext uri="{FF2B5EF4-FFF2-40B4-BE49-F238E27FC236}">
                <a16:creationId xmlns:a16="http://schemas.microsoft.com/office/drawing/2014/main" id="{FB2B5E9B-ACE8-502B-5A01-5F1E41F10A43}"/>
              </a:ext>
            </a:extLst>
          </p:cNvPr>
          <p:cNvSpPr/>
          <p:nvPr/>
        </p:nvSpPr>
        <p:spPr>
          <a:xfrm>
            <a:off x="5612847" y="5008995"/>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15" name="Freeform: Shape 14">
            <a:extLst>
              <a:ext uri="{FF2B5EF4-FFF2-40B4-BE49-F238E27FC236}">
                <a16:creationId xmlns:a16="http://schemas.microsoft.com/office/drawing/2014/main" id="{9A6D9732-CEA4-FDAF-41AC-56AA26C2A07A}"/>
              </a:ext>
            </a:extLst>
          </p:cNvPr>
          <p:cNvSpPr/>
          <p:nvPr/>
        </p:nvSpPr>
        <p:spPr>
          <a:xfrm>
            <a:off x="5612847" y="5677864"/>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16" name="Footer Placeholder 4">
            <a:extLst>
              <a:ext uri="{FF2B5EF4-FFF2-40B4-BE49-F238E27FC236}">
                <a16:creationId xmlns:a16="http://schemas.microsoft.com/office/drawing/2014/main" id="{4E8A61EB-54EA-D1B3-D2C7-EFF35C56C12E}"/>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249344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500"/>
                                        <p:tgtEl>
                                          <p:spTgt spid="1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20" grpId="0"/>
      <p:bldP spid="21" grpId="0"/>
      <p:bldP spid="25" grpId="0"/>
      <p:bldP spid="30" grpId="0"/>
      <p:bldP spid="32" grpId="0"/>
      <p:bldP spid="35" grpId="0"/>
      <p:bldP spid="12"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EAF6B-05AF-F470-BA85-AD1DF5F02656}"/>
            </a:ext>
          </a:extLst>
        </p:cNvPr>
        <p:cNvGrpSpPr/>
        <p:nvPr/>
      </p:nvGrpSpPr>
      <p:grpSpPr>
        <a:xfrm>
          <a:off x="0" y="0"/>
          <a:ext cx="0" cy="0"/>
          <a:chOff x="0" y="0"/>
          <a:chExt cx="0" cy="0"/>
        </a:xfrm>
      </p:grpSpPr>
      <p:sp>
        <p:nvSpPr>
          <p:cNvPr id="4" name="Date Placeholder 3 1">
            <a:extLst>
              <a:ext uri="{FF2B5EF4-FFF2-40B4-BE49-F238E27FC236}">
                <a16:creationId xmlns:a16="http://schemas.microsoft.com/office/drawing/2014/main" id="{F32F30EF-A76C-9D4D-8571-71970804855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6B985E6A-FC30-2FF9-D41F-1FE2DFBFD11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F3CF25BE-8E39-21F4-1300-C299C3D929F3}"/>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32" name="TextBox 31">
            <a:extLst>
              <a:ext uri="{FF2B5EF4-FFF2-40B4-BE49-F238E27FC236}">
                <a16:creationId xmlns:a16="http://schemas.microsoft.com/office/drawing/2014/main" id="{2ECA9F9F-340A-9178-C576-9362FFE364CE}"/>
              </a:ext>
            </a:extLst>
          </p:cNvPr>
          <p:cNvSpPr txBox="1"/>
          <p:nvPr/>
        </p:nvSpPr>
        <p:spPr>
          <a:xfrm>
            <a:off x="891589" y="1526508"/>
            <a:ext cx="4206430" cy="338554"/>
          </a:xfrm>
          <a:prstGeom prst="rect">
            <a:avLst/>
          </a:prstGeom>
          <a:noFill/>
        </p:spPr>
        <p:txBody>
          <a:bodyPr wrap="square">
            <a:spAutoFit/>
          </a:bodyPr>
          <a:lstStyle>
            <a:defPPr>
              <a:defRPr lang="en-US"/>
            </a:defPPr>
            <a:lvl1pPr>
              <a:defRPr sz="1600" b="1"/>
            </a:lvl1pPr>
          </a:lstStyle>
          <a:p>
            <a:r>
              <a:rPr lang="en-US" sz="1600" b="1" noProof="0">
                <a:solidFill>
                  <a:srgbClr val="FF0000"/>
                </a:solidFill>
              </a:rPr>
              <a:t>Pearson Correlation Coefficient</a:t>
            </a:r>
            <a:endParaRPr lang="en-US" noProof="0">
              <a:solidFill>
                <a:srgbClr val="FF0000"/>
              </a:solidFill>
            </a:endParaRPr>
          </a:p>
        </p:txBody>
      </p:sp>
      <p:pic>
        <p:nvPicPr>
          <p:cNvPr id="12" name="Picture 11">
            <a:extLst>
              <a:ext uri="{FF2B5EF4-FFF2-40B4-BE49-F238E27FC236}">
                <a16:creationId xmlns:a16="http://schemas.microsoft.com/office/drawing/2014/main" id="{44427CA0-0BB4-8E05-F1EA-57C43D3474DE}"/>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585070" y="2081880"/>
            <a:ext cx="2245238" cy="444053"/>
          </a:xfrm>
          <a:prstGeom prst="rect">
            <a:avLst/>
          </a:prstGeom>
        </p:spPr>
      </p:pic>
      <p:sp>
        <p:nvSpPr>
          <p:cNvPr id="35" name="TextBox 34">
            <a:extLst>
              <a:ext uri="{FF2B5EF4-FFF2-40B4-BE49-F238E27FC236}">
                <a16:creationId xmlns:a16="http://schemas.microsoft.com/office/drawing/2014/main" id="{3F6A492C-D2E4-D022-6AA6-DFA461760BB6}"/>
              </a:ext>
            </a:extLst>
          </p:cNvPr>
          <p:cNvSpPr txBox="1"/>
          <p:nvPr/>
        </p:nvSpPr>
        <p:spPr>
          <a:xfrm>
            <a:off x="891589" y="2785665"/>
            <a:ext cx="4450031" cy="1968359"/>
          </a:xfrm>
          <a:prstGeom prst="rect">
            <a:avLst/>
          </a:prstGeom>
          <a:noFill/>
        </p:spPr>
        <p:txBody>
          <a:bodyPr wrap="square">
            <a:spAutoFit/>
          </a:bodyPr>
          <a:lstStyle>
            <a:defPPr>
              <a:defRPr lang="en-US"/>
            </a:defPPr>
            <a:lvl1pPr lvl="0" indent="0">
              <a:lnSpc>
                <a:spcPct val="115000"/>
              </a:lnSpc>
              <a:spcBef>
                <a:spcPts val="0"/>
              </a:spcBef>
              <a:spcAft>
                <a:spcPts val="1200"/>
              </a:spcAft>
              <a:buNone/>
              <a:defRPr sz="1400" b="0"/>
            </a:lvl1pPr>
          </a:lstStyle>
          <a:p>
            <a:r>
              <a:rPr lang="en-US" b="1" noProof="0">
                <a:highlight>
                  <a:srgbClr val="FFC000"/>
                </a:highlight>
              </a:rPr>
              <a:t>The Pearson correlation measures the linear relationship between two continuous quantitative variables</a:t>
            </a:r>
            <a:r>
              <a:rPr lang="en-US" noProof="0"/>
              <a:t>. It evaluates how the values of both variables vary together while maintaining a proportional relationship. The coefficient ranges from –1 to 1:</a:t>
            </a:r>
          </a:p>
          <a:p>
            <a:pPr marL="285750" indent="-285750">
              <a:buFont typeface="Arial" panose="020B0604020202020204" pitchFamily="34" charset="0"/>
              <a:buChar char="•"/>
            </a:pPr>
            <a:r>
              <a:rPr lang="en-US" sz="1200" noProof="0">
                <a:solidFill>
                  <a:schemeClr val="bg1">
                    <a:lumMod val="65000"/>
                  </a:schemeClr>
                </a:solidFill>
              </a:rPr>
              <a:t>Pearson’s correlation is sensitive to outliers, as these can considerably influence its value.</a:t>
            </a:r>
          </a:p>
        </p:txBody>
      </p:sp>
      <p:sp>
        <p:nvSpPr>
          <p:cNvPr id="14" name="TextBox 13">
            <a:extLst>
              <a:ext uri="{FF2B5EF4-FFF2-40B4-BE49-F238E27FC236}">
                <a16:creationId xmlns:a16="http://schemas.microsoft.com/office/drawing/2014/main" id="{0AB896B1-4B03-3C9A-4AC2-1103959A9013}"/>
              </a:ext>
            </a:extLst>
          </p:cNvPr>
          <p:cNvSpPr txBox="1"/>
          <p:nvPr/>
        </p:nvSpPr>
        <p:spPr>
          <a:xfrm>
            <a:off x="6154304" y="1526508"/>
            <a:ext cx="4206430" cy="338554"/>
          </a:xfrm>
          <a:prstGeom prst="rect">
            <a:avLst/>
          </a:prstGeom>
          <a:noFill/>
        </p:spPr>
        <p:txBody>
          <a:bodyPr wrap="square">
            <a:spAutoFit/>
          </a:bodyPr>
          <a:lstStyle>
            <a:defPPr>
              <a:defRPr lang="en-US"/>
            </a:defPPr>
            <a:lvl1pPr>
              <a:defRPr sz="1600" b="1"/>
            </a:lvl1pPr>
          </a:lstStyle>
          <a:p>
            <a:r>
              <a:rPr lang="en-US" sz="1600" b="1" noProof="0">
                <a:solidFill>
                  <a:srgbClr val="FF0000"/>
                </a:solidFill>
              </a:rPr>
              <a:t>Spearman Correlation Coefficient</a:t>
            </a:r>
            <a:endParaRPr lang="en-US" noProof="0">
              <a:solidFill>
                <a:srgbClr val="FF0000"/>
              </a:solidFill>
            </a:endParaRPr>
          </a:p>
        </p:txBody>
      </p:sp>
      <p:pic>
        <p:nvPicPr>
          <p:cNvPr id="27" name="Picture 26">
            <a:extLst>
              <a:ext uri="{FF2B5EF4-FFF2-40B4-BE49-F238E27FC236}">
                <a16:creationId xmlns:a16="http://schemas.microsoft.com/office/drawing/2014/main" id="{436B313C-F690-7EC5-CC97-5F2CD06F0C50}"/>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491500" y="2145652"/>
            <a:ext cx="1532038" cy="380281"/>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B14993C-31E0-32DD-D2B7-42EC406ED3B9}"/>
                  </a:ext>
                </a:extLst>
              </p:cNvPr>
              <p:cNvSpPr txBox="1"/>
              <p:nvPr/>
            </p:nvSpPr>
            <p:spPr>
              <a:xfrm>
                <a:off x="6154304" y="2785665"/>
                <a:ext cx="5146107" cy="3206840"/>
              </a:xfrm>
              <a:prstGeom prst="rect">
                <a:avLst/>
              </a:prstGeom>
              <a:noFill/>
            </p:spPr>
            <p:txBody>
              <a:bodyPr wrap="square">
                <a:spAutoFit/>
              </a:bodyPr>
              <a:lstStyle>
                <a:defPPr>
                  <a:defRPr lang="en-US"/>
                </a:defPPr>
                <a:lvl1pPr lvl="0" indent="0">
                  <a:lnSpc>
                    <a:spcPct val="115000"/>
                  </a:lnSpc>
                  <a:spcBef>
                    <a:spcPts val="0"/>
                  </a:spcBef>
                  <a:spcAft>
                    <a:spcPts val="1200"/>
                  </a:spcAft>
                  <a:buNone/>
                  <a:defRPr sz="1400" b="0"/>
                </a:lvl1pPr>
              </a:lstStyle>
              <a:p>
                <a:r>
                  <a:rPr lang="en-US" noProof="0"/>
                  <a:t>Where: </a:t>
                </a:r>
                <a14:m>
                  <m:oMath xmlns:m="http://schemas.openxmlformats.org/officeDocument/2006/math">
                    <m:d>
                      <m:dPr>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𝑑</m:t>
                            </m:r>
                          </m:e>
                          <m:sub>
                            <m:r>
                              <a:rPr lang="en-US" i="1" noProof="0" smtClean="0">
                                <a:latin typeface="Cambria Math" panose="02040503050406030204" pitchFamily="18" charset="0"/>
                              </a:rPr>
                              <m:t>𝑖</m:t>
                            </m:r>
                          </m:sub>
                        </m:sSub>
                      </m:e>
                    </m:d>
                  </m:oMath>
                </a14:m>
                <a:r>
                  <a:rPr lang="en-US" noProof="0"/>
                  <a:t> is the difference between the ranges of </a:t>
                </a:r>
                <a14:m>
                  <m:oMath xmlns:m="http://schemas.openxmlformats.org/officeDocument/2006/math">
                    <m:d>
                      <m:dPr>
                        <m:ctrlPr>
                          <a:rPr lang="en-US" i="1" noProof="0" smtClean="0">
                            <a:latin typeface="Cambria Math" panose="02040503050406030204" pitchFamily="18" charset="0"/>
                          </a:rPr>
                        </m:ctrlPr>
                      </m:dPr>
                      <m:e>
                        <m:r>
                          <a:rPr lang="en-US" i="1" noProof="0" smtClean="0">
                            <a:latin typeface="Cambria Math" panose="02040503050406030204" pitchFamily="18" charset="0"/>
                          </a:rPr>
                          <m:t>𝑋</m:t>
                        </m:r>
                      </m:e>
                    </m:d>
                    <m:r>
                      <a:rPr lang="en-US" b="0" i="0" noProof="0" smtClean="0">
                        <a:latin typeface="Cambria Math" panose="02040503050406030204" pitchFamily="18" charset="0"/>
                      </a:rPr>
                      <m:t> </m:t>
                    </m:r>
                  </m:oMath>
                </a14:m>
                <a:r>
                  <a:rPr lang="en-US" noProof="0"/>
                  <a:t>and </a:t>
                </a:r>
                <a14:m>
                  <m:oMath xmlns:m="http://schemas.openxmlformats.org/officeDocument/2006/math">
                    <m:d>
                      <m:dPr>
                        <m:ctrlPr>
                          <a:rPr lang="en-US" i="1" noProof="0" smtClean="0">
                            <a:latin typeface="Cambria Math" panose="02040503050406030204" pitchFamily="18" charset="0"/>
                          </a:rPr>
                        </m:ctrlPr>
                      </m:dPr>
                      <m:e>
                        <m:r>
                          <a:rPr lang="en-US" i="1" noProof="0" smtClean="0">
                            <a:latin typeface="Cambria Math" panose="02040503050406030204" pitchFamily="18" charset="0"/>
                          </a:rPr>
                          <m:t>𝑌</m:t>
                        </m:r>
                      </m:e>
                    </m:d>
                    <m:r>
                      <a:rPr lang="en-US" i="1" noProof="0" smtClean="0">
                        <a:latin typeface="Cambria Math" panose="02040503050406030204" pitchFamily="18" charset="0"/>
                      </a:rPr>
                      <m:t>,</m:t>
                    </m:r>
                  </m:oMath>
                </a14:m>
                <a:r>
                  <a:rPr lang="en-US" noProof="0" err="1"/>
                  <a:t>calculada</a:t>
                </a:r>
                <a:r>
                  <a:rPr lang="en-US" noProof="0"/>
                  <a:t> </a:t>
                </a:r>
                <a:r>
                  <a:rPr lang="en-US" noProof="0" err="1"/>
                  <a:t>descrived</a:t>
                </a:r>
                <a:r>
                  <a:rPr lang="en-US" noProof="0"/>
                  <a:t> as: </a:t>
                </a:r>
                <a14:m>
                  <m:oMath xmlns:m="http://schemas.openxmlformats.org/officeDocument/2006/math">
                    <m:d>
                      <m:dPr>
                        <m:ctrlPr>
                          <a:rPr lang="en-US" i="1" noProof="0" smtClean="0">
                            <a:latin typeface="Cambria Math" panose="02040503050406030204" pitchFamily="18" charset="0"/>
                          </a:rPr>
                        </m:ctrlPr>
                      </m:dPr>
                      <m:e>
                        <m:r>
                          <a:rPr lang="en-US" i="1" noProof="0" smtClean="0">
                            <a:latin typeface="Cambria Math" panose="02040503050406030204" pitchFamily="18" charset="0"/>
                          </a:rPr>
                          <m:t>𝑅</m:t>
                        </m:r>
                        <m:d>
                          <m:dPr>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𝑥</m:t>
                                </m:r>
                              </m:e>
                              <m:sub>
                                <m:r>
                                  <a:rPr lang="en-US" i="1" noProof="0" smtClean="0">
                                    <a:latin typeface="Cambria Math" panose="02040503050406030204" pitchFamily="18" charset="0"/>
                                  </a:rPr>
                                  <m:t>𝑖</m:t>
                                </m:r>
                              </m:sub>
                            </m:sSub>
                          </m:e>
                        </m:d>
                        <m:r>
                          <a:rPr lang="en-US" i="1" noProof="0" smtClean="0">
                            <a:latin typeface="Cambria Math" panose="02040503050406030204" pitchFamily="18" charset="0"/>
                          </a:rPr>
                          <m:t>− </m:t>
                        </m:r>
                        <m:r>
                          <a:rPr lang="en-US" i="1" noProof="0" smtClean="0">
                            <a:latin typeface="Cambria Math" panose="02040503050406030204" pitchFamily="18" charset="0"/>
                          </a:rPr>
                          <m:t>𝑅</m:t>
                        </m:r>
                        <m:d>
                          <m:dPr>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𝑦</m:t>
                                </m:r>
                              </m:e>
                              <m:sub>
                                <m:r>
                                  <a:rPr lang="en-US" i="1" noProof="0" smtClean="0">
                                    <a:latin typeface="Cambria Math" panose="02040503050406030204" pitchFamily="18" charset="0"/>
                                  </a:rPr>
                                  <m:t>𝑖</m:t>
                                </m:r>
                              </m:sub>
                            </m:sSub>
                          </m:e>
                        </m:d>
                      </m:e>
                    </m:d>
                    <m:r>
                      <a:rPr lang="en-US" i="1" noProof="0" smtClean="0">
                        <a:latin typeface="Cambria Math" panose="02040503050406030204" pitchFamily="18" charset="0"/>
                      </a:rPr>
                      <m:t>.</m:t>
                    </m:r>
                  </m:oMath>
                </a14:m>
                <a:endParaRPr lang="en-US" noProof="0"/>
              </a:p>
              <a:p>
                <a:r>
                  <a:rPr lang="en-US" b="1" noProof="0">
                    <a:highlight>
                      <a:srgbClr val="FFC000"/>
                    </a:highlight>
                  </a:rPr>
                  <a:t>The Spearman correlation evaluates the monotonic relationship between two variables by ranking their values</a:t>
                </a:r>
                <a:r>
                  <a:rPr lang="en-US" noProof="0"/>
                  <a:t>.</a:t>
                </a:r>
              </a:p>
              <a:p>
                <a:pPr marL="285750" indent="-285750">
                  <a:buFont typeface="Arial" panose="020B0604020202020204" pitchFamily="34" charset="0"/>
                  <a:buChar char="•"/>
                </a:pPr>
                <a:r>
                  <a:rPr lang="en-US" sz="1200" noProof="0">
                    <a:solidFill>
                      <a:schemeClr val="bg1">
                        <a:lumMod val="65000"/>
                      </a:schemeClr>
                    </a:solidFill>
                  </a:rPr>
                  <a:t>SCC is non‑parametric, meaning it does not require assumptions about the distribution of the data.</a:t>
                </a:r>
              </a:p>
              <a:p>
                <a:pPr marL="285750" indent="-285750">
                  <a:buFont typeface="Arial" panose="020B0604020202020204" pitchFamily="34" charset="0"/>
                  <a:buChar char="•"/>
                </a:pPr>
                <a:r>
                  <a:rPr lang="en-US" sz="1200" noProof="0">
                    <a:solidFill>
                      <a:schemeClr val="bg1">
                        <a:lumMod val="65000"/>
                      </a:schemeClr>
                    </a:solidFill>
                  </a:rPr>
                  <a:t>This coefficient is useful when relationships are not strictly linear but follow a consistently increasing or decreasing pattern. </a:t>
                </a:r>
              </a:p>
              <a:p>
                <a:pPr marL="285750" indent="-285750">
                  <a:buFont typeface="Arial" panose="020B0604020202020204" pitchFamily="34" charset="0"/>
                  <a:buChar char="•"/>
                </a:pPr>
                <a:r>
                  <a:rPr lang="en-US" sz="1200" noProof="0">
                    <a:solidFill>
                      <a:schemeClr val="bg1">
                        <a:lumMod val="65000"/>
                      </a:schemeClr>
                    </a:solidFill>
                  </a:rPr>
                  <a:t>As with Pearson’s coefficient, its values range from –1 to 1, but Spearman is more robust in the presence of outliers and can be applied to ordinal data.</a:t>
                </a:r>
                <a:endParaRPr lang="en-US" sz="1200" b="1" noProof="0">
                  <a:solidFill>
                    <a:schemeClr val="bg1">
                      <a:lumMod val="65000"/>
                    </a:schemeClr>
                  </a:solidFill>
                </a:endParaRPr>
              </a:p>
            </p:txBody>
          </p:sp>
        </mc:Choice>
        <mc:Fallback xmlns="">
          <p:sp>
            <p:nvSpPr>
              <p:cNvPr id="18" name="TextBox 17">
                <a:extLst>
                  <a:ext uri="{FF2B5EF4-FFF2-40B4-BE49-F238E27FC236}">
                    <a16:creationId xmlns:a16="http://schemas.microsoft.com/office/drawing/2014/main" id="{6B14993C-31E0-32DD-D2B7-42EC406ED3B9}"/>
                  </a:ext>
                </a:extLst>
              </p:cNvPr>
              <p:cNvSpPr txBox="1">
                <a:spLocks noRot="1" noChangeAspect="1" noMove="1" noResize="1" noEditPoints="1" noAdjustHandles="1" noChangeArrowheads="1" noChangeShapeType="1" noTextEdit="1"/>
              </p:cNvSpPr>
              <p:nvPr/>
            </p:nvSpPr>
            <p:spPr>
              <a:xfrm>
                <a:off x="6154304" y="2785665"/>
                <a:ext cx="5146107" cy="3206840"/>
              </a:xfrm>
              <a:prstGeom prst="rect">
                <a:avLst/>
              </a:prstGeom>
              <a:blipFill>
                <a:blip r:embed="rId7"/>
                <a:stretch>
                  <a:fillRect l="-355" r="-474"/>
                </a:stretch>
              </a:blipFill>
            </p:spPr>
            <p:txBody>
              <a:bodyPr/>
              <a:lstStyle/>
              <a:p>
                <a:r>
                  <a:rPr lang="en-US">
                    <a:noFill/>
                  </a:rPr>
                  <a:t> </a:t>
                </a:r>
              </a:p>
            </p:txBody>
          </p:sp>
        </mc:Fallback>
      </mc:AlternateContent>
      <p:sp>
        <p:nvSpPr>
          <p:cNvPr id="3" name="Título 1">
            <a:extLst>
              <a:ext uri="{FF2B5EF4-FFF2-40B4-BE49-F238E27FC236}">
                <a16:creationId xmlns:a16="http://schemas.microsoft.com/office/drawing/2014/main" id="{04CECEA9-A7E9-EFB8-0C04-FBF4ED1F06FA}"/>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Types of Data and </a:t>
            </a:r>
            <a:br>
              <a:rPr kumimoji="0" lang="en-US" sz="3200" b="1" i="0" u="none" strike="noStrike" kern="1200" cap="none" spc="0" normalizeH="0" baseline="0" noProof="0">
                <a:ln>
                  <a:noFill/>
                </a:ln>
                <a:effectLst/>
                <a:uLnTx/>
                <a:uFillTx/>
                <a:latin typeface="Aptos SemiBold" panose="020F0502020204030204" pitchFamily="34" charset="0"/>
                <a:ea typeface="+mj-ea"/>
                <a:cs typeface="+mj-cs"/>
              </a:rPr>
            </a:br>
            <a:r>
              <a:rPr lang="en-US" sz="3200" b="1" noProof="0">
                <a:highlight>
                  <a:srgbClr val="FFC000"/>
                </a:highlight>
                <a:latin typeface="Aptos SemiBold" panose="020F0502020204030204" pitchFamily="34" charset="0"/>
              </a:rPr>
              <a:t>non-g</a:t>
            </a:r>
            <a:r>
              <a:rPr kumimoji="0" lang="en-US" sz="3200" b="1" i="0" u="none" strike="noStrike" kern="1200" cap="none" spc="0" normalizeH="0" baseline="0" noProof="0">
                <a:ln>
                  <a:noFill/>
                </a:ln>
                <a:effectLst/>
                <a:highlight>
                  <a:srgbClr val="FFC000"/>
                </a:highlight>
                <a:uLnTx/>
                <a:uFillTx/>
                <a:latin typeface="Aptos SemiBold" panose="020F0502020204030204" pitchFamily="34" charset="0"/>
                <a:ea typeface="+mj-ea"/>
                <a:cs typeface="+mj-cs"/>
              </a:rPr>
              <a:t>raphical </a:t>
            </a: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EDA Techniques</a:t>
            </a:r>
          </a:p>
        </p:txBody>
      </p:sp>
      <p:sp>
        <p:nvSpPr>
          <p:cNvPr id="6" name="Footer Placeholder 4">
            <a:extLst>
              <a:ext uri="{FF2B5EF4-FFF2-40B4-BE49-F238E27FC236}">
                <a16:creationId xmlns:a16="http://schemas.microsoft.com/office/drawing/2014/main" id="{14144316-D189-9A83-3AF4-44EA01169353}"/>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Tree>
    <p:extLst>
      <p:ext uri="{BB962C8B-B14F-4D97-AF65-F5344CB8AC3E}">
        <p14:creationId xmlns:p14="http://schemas.microsoft.com/office/powerpoint/2010/main" val="3018169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14"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F78322C4-1308-FDD7-A666-A5B05B57E3DE}"/>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9F13B35C-1513-2F3A-BC3A-DD0DC6DC30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3EA2945F-CB17-A559-1261-0F96DD7973E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6" name="Footer Placeholder 1">
            <a:extLst>
              <a:ext uri="{FF2B5EF4-FFF2-40B4-BE49-F238E27FC236}">
                <a16:creationId xmlns:a16="http://schemas.microsoft.com/office/drawing/2014/main" id="{875EF197-FC42-475E-A071-78DBF029293F}"/>
              </a:ext>
            </a:extLst>
          </p:cNvPr>
          <p:cNvSpPr txBox="1">
            <a:spLocks/>
          </p:cNvSpPr>
          <p:nvPr/>
        </p:nvSpPr>
        <p:spPr>
          <a:xfrm>
            <a:off x="2021680" y="6356350"/>
            <a:ext cx="221932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Métodos</a:t>
            </a:r>
            <a:r>
              <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rPr>
              <a:t> </a:t>
            </a:r>
            <a:r>
              <a:rPr kumimoji="0" lang="en-US" sz="1200" b="0" i="0" u="none" strike="noStrike" kern="1200" cap="none" spc="0" normalizeH="0" baseline="0" noProof="0" err="1">
                <a:ln>
                  <a:noFill/>
                </a:ln>
                <a:solidFill>
                  <a:prstClr val="white">
                    <a:lumMod val="65000"/>
                  </a:prstClr>
                </a:solidFill>
                <a:effectLst/>
                <a:uLnTx/>
                <a:uFillTx/>
                <a:latin typeface="Aptos" panose="020B0004020202020204"/>
                <a:ea typeface="+mn-ea"/>
                <a:cs typeface="+mn-cs"/>
              </a:rPr>
              <a:t>cuantitativos</a:t>
            </a:r>
            <a:endParaRPr kumimoji="0" lang="en-US" sz="1200" b="0" i="0" u="none" strike="noStrike" kern="1200" cap="none" spc="0" normalizeH="0" baseline="0" noProof="0">
              <a:ln>
                <a:noFill/>
              </a:ln>
              <a:solidFill>
                <a:prstClr val="white">
                  <a:lumMod val="65000"/>
                </a:prstClr>
              </a:solidFill>
              <a:effectLst/>
              <a:uLnTx/>
              <a:uFillTx/>
              <a:latin typeface="Aptos" panose="020B0004020202020204"/>
              <a:ea typeface="+mn-ea"/>
              <a:cs typeface="+mn-cs"/>
            </a:endParaRPr>
          </a:p>
        </p:txBody>
      </p:sp>
      <p:pic>
        <p:nvPicPr>
          <p:cNvPr id="2" name="Picture 1">
            <a:extLst>
              <a:ext uri="{FF2B5EF4-FFF2-40B4-BE49-F238E27FC236}">
                <a16:creationId xmlns:a16="http://schemas.microsoft.com/office/drawing/2014/main" id="{CF0A0AF3-B7C8-8588-8D77-0945E7C4E27B}"/>
              </a:ext>
            </a:extLst>
          </p:cNvPr>
          <p:cNvPicPr>
            <a:picLocks noChangeAspect="1"/>
          </p:cNvPicPr>
          <p:nvPr/>
        </p:nvPicPr>
        <p:blipFill>
          <a:blip r:embed="rId3"/>
          <a:stretch>
            <a:fillRect/>
          </a:stretch>
        </p:blipFill>
        <p:spPr>
          <a:xfrm>
            <a:off x="143080" y="6102984"/>
            <a:ext cx="5249008" cy="609685"/>
          </a:xfrm>
          <a:prstGeom prst="rect">
            <a:avLst/>
          </a:prstGeom>
        </p:spPr>
      </p:pic>
      <p:pic>
        <p:nvPicPr>
          <p:cNvPr id="3" name="Picture 2">
            <a:extLst>
              <a:ext uri="{FF2B5EF4-FFF2-40B4-BE49-F238E27FC236}">
                <a16:creationId xmlns:a16="http://schemas.microsoft.com/office/drawing/2014/main" id="{5FCD2AD5-B500-241E-1D20-463B817FC731}"/>
              </a:ext>
            </a:extLst>
          </p:cNvPr>
          <p:cNvPicPr>
            <a:picLocks noChangeAspect="1"/>
          </p:cNvPicPr>
          <p:nvPr/>
        </p:nvPicPr>
        <p:blipFill>
          <a:blip r:embed="rId3"/>
          <a:stretch>
            <a:fillRect/>
          </a:stretch>
        </p:blipFill>
        <p:spPr>
          <a:xfrm>
            <a:off x="143080" y="6078270"/>
            <a:ext cx="5249008" cy="609685"/>
          </a:xfrm>
          <a:prstGeom prst="rect">
            <a:avLst/>
          </a:prstGeom>
        </p:spPr>
      </p:pic>
      <p:pic>
        <p:nvPicPr>
          <p:cNvPr id="7" name="Picture 6">
            <a:extLst>
              <a:ext uri="{FF2B5EF4-FFF2-40B4-BE49-F238E27FC236}">
                <a16:creationId xmlns:a16="http://schemas.microsoft.com/office/drawing/2014/main" id="{1639EF9D-C2C1-6BA8-B912-DF42F1BC5C23}"/>
              </a:ext>
            </a:extLst>
          </p:cNvPr>
          <p:cNvPicPr>
            <a:picLocks noChangeAspect="1"/>
          </p:cNvPicPr>
          <p:nvPr/>
        </p:nvPicPr>
        <p:blipFill>
          <a:blip r:embed="rId3"/>
          <a:stretch>
            <a:fillRect/>
          </a:stretch>
        </p:blipFill>
        <p:spPr>
          <a:xfrm>
            <a:off x="295480" y="6230670"/>
            <a:ext cx="5249008" cy="609685"/>
          </a:xfrm>
          <a:prstGeom prst="rect">
            <a:avLst/>
          </a:prstGeom>
        </p:spPr>
      </p:pic>
      <p:sp>
        <p:nvSpPr>
          <p:cNvPr id="30" name="Título 1">
            <a:extLst>
              <a:ext uri="{FF2B5EF4-FFF2-40B4-BE49-F238E27FC236}">
                <a16:creationId xmlns:a16="http://schemas.microsoft.com/office/drawing/2014/main" id="{A549B66C-94A3-425D-5EF3-E5FF8A8BA771}"/>
              </a:ext>
            </a:extLst>
          </p:cNvPr>
          <p:cNvSpPr txBox="1">
            <a:spLocks/>
          </p:cNvSpPr>
          <p:nvPr/>
        </p:nvSpPr>
        <p:spPr>
          <a:xfrm>
            <a:off x="891589" y="501651"/>
            <a:ext cx="6584249"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solidFill>
                <a:effectLst/>
                <a:uLnTx/>
                <a:uFillTx/>
                <a:latin typeface="Aptos SemiBold" panose="020F0502020204030204" pitchFamily="34" charset="0"/>
                <a:ea typeface="+mj-ea"/>
                <a:cs typeface="+mj-cs"/>
              </a:rPr>
              <a:t>Identification of Data Types and Study Objectives</a:t>
            </a:r>
          </a:p>
        </p:txBody>
      </p:sp>
      <p:sp>
        <p:nvSpPr>
          <p:cNvPr id="15" name="TextBox 14">
            <a:extLst>
              <a:ext uri="{FF2B5EF4-FFF2-40B4-BE49-F238E27FC236}">
                <a16:creationId xmlns:a16="http://schemas.microsoft.com/office/drawing/2014/main" id="{40C25BA3-3A9E-EBF0-474E-CDE0F3C94E01}"/>
              </a:ext>
            </a:extLst>
          </p:cNvPr>
          <p:cNvSpPr txBox="1"/>
          <p:nvPr/>
        </p:nvSpPr>
        <p:spPr>
          <a:xfrm>
            <a:off x="891589" y="1726768"/>
            <a:ext cx="4305698" cy="1600438"/>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Study Objectives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a:ln>
                  <a:noFill/>
                </a:ln>
                <a:solidFill>
                  <a:prstClr val="white"/>
                </a:solidFill>
                <a:effectLst/>
                <a:uLnTx/>
                <a:uFillTx/>
                <a:latin typeface="Aptos" panose="020B0004020202020204"/>
                <a:ea typeface="+mn-ea"/>
                <a:cs typeface="+mn-cs"/>
              </a:rPr>
              <a:t>Identifying the objective of the study is an extremely important aspect when planning data analysis.</a:t>
            </a:r>
            <a:r>
              <a:rPr kumimoji="0" lang="en-US" b="1" i="0" u="none" strike="noStrike" kern="1200" cap="none" spc="0" normalizeH="0" baseline="0" noProof="0">
                <a:ln>
                  <a:noFill/>
                </a:ln>
                <a:solidFill>
                  <a:prstClr val="white"/>
                </a:solidFill>
                <a:effectLst/>
                <a:highlight>
                  <a:srgbClr val="FFC000"/>
                </a:highlight>
                <a:uLnTx/>
                <a:uFillTx/>
                <a:latin typeface="Aptos" panose="020B0004020202020204"/>
                <a:ea typeface="+mn-ea"/>
                <a:cs typeface="+mn-cs"/>
              </a:rPr>
              <a:t> </a:t>
            </a:r>
            <a:r>
              <a:rPr kumimoji="0" lang="en-US" b="1" i="0" u="none" strike="noStrike" kern="1200" cap="none" spc="0" normalizeH="0" baseline="0" noProof="0">
                <a:ln>
                  <a:noFill/>
                </a:ln>
                <a:solidFill>
                  <a:schemeClr val="tx1"/>
                </a:solidFill>
                <a:effectLst/>
                <a:highlight>
                  <a:srgbClr val="FFC000"/>
                </a:highlight>
                <a:uLnTx/>
                <a:uFillTx/>
                <a:latin typeface="Aptos" panose="020B0004020202020204"/>
                <a:ea typeface="+mn-ea"/>
                <a:cs typeface="+mn-cs"/>
              </a:rPr>
              <a:t>A vague or poorly described objective often leads to poorly executed analysis.</a:t>
            </a:r>
            <a:endParaRPr kumimoji="0" lang="en-US" sz="1400" b="1" i="0" u="none" strike="noStrike" kern="1200" cap="none" spc="0" normalizeH="0" baseline="0" noProof="0">
              <a:ln>
                <a:noFill/>
              </a:ln>
              <a:solidFill>
                <a:prstClr val="white"/>
              </a:solidFill>
              <a:effectLst/>
              <a:highlight>
                <a:srgbClr val="FFC000"/>
              </a:highlight>
              <a:uLnTx/>
              <a:uFillTx/>
              <a:latin typeface="Aptos" panose="020B0004020202020204"/>
              <a:ea typeface="+mn-ea"/>
              <a:cs typeface="+mn-cs"/>
            </a:endParaRPr>
          </a:p>
        </p:txBody>
      </p:sp>
      <p:sp>
        <p:nvSpPr>
          <p:cNvPr id="18" name="TextBox 17">
            <a:extLst>
              <a:ext uri="{FF2B5EF4-FFF2-40B4-BE49-F238E27FC236}">
                <a16:creationId xmlns:a16="http://schemas.microsoft.com/office/drawing/2014/main" id="{C38B1FCE-F134-6297-2B94-AD38218C67DD}"/>
              </a:ext>
            </a:extLst>
          </p:cNvPr>
          <p:cNvSpPr txBox="1"/>
          <p:nvPr/>
        </p:nvSpPr>
        <p:spPr>
          <a:xfrm>
            <a:off x="5730690" y="1726768"/>
            <a:ext cx="5031838"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The study objective must clearly identify: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noProof="0">
              <a:solidFill>
                <a:prstClr val="white"/>
              </a:solidFill>
              <a:latin typeface="Aptos" panose="020B00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The study population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The outcome of interest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The covariate(s) of interest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The relevant temporal points of the study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What is intended to be done with these elements</a:t>
            </a:r>
          </a:p>
        </p:txBody>
      </p:sp>
      <p:cxnSp>
        <p:nvCxnSpPr>
          <p:cNvPr id="20" name="Straight Connector 19">
            <a:extLst>
              <a:ext uri="{FF2B5EF4-FFF2-40B4-BE49-F238E27FC236}">
                <a16:creationId xmlns:a16="http://schemas.microsoft.com/office/drawing/2014/main" id="{1ED6E397-E28A-85A1-3ACF-B13E83A7D194}"/>
              </a:ext>
            </a:extLst>
          </p:cNvPr>
          <p:cNvCxnSpPr>
            <a:cxnSpLocks/>
          </p:cNvCxnSpPr>
          <p:nvPr/>
        </p:nvCxnSpPr>
        <p:spPr>
          <a:xfrm>
            <a:off x="5453342" y="1765677"/>
            <a:ext cx="0" cy="1776973"/>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45B1ADD0-D95A-9E1D-DD5A-E18AC51E7577}"/>
              </a:ext>
            </a:extLst>
          </p:cNvPr>
          <p:cNvSpPr txBox="1"/>
          <p:nvPr/>
        </p:nvSpPr>
        <p:spPr>
          <a:xfrm>
            <a:off x="891588" y="3720026"/>
            <a:ext cx="10309809" cy="23698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highlight>
                  <a:srgbClr val="FFC000"/>
                </a:highlight>
                <a:uLnTx/>
                <a:uFillTx/>
                <a:latin typeface="Aptos" panose="020B0004020202020204"/>
                <a:ea typeface="+mn-ea"/>
                <a:cs typeface="+mn-cs"/>
              </a:rPr>
              <a:t>Investing time in making the objective as specific and clear as possible often saves time in the long term.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ptos" panose="020B0004020202020204"/>
              <a:ea typeface="+mn-ea"/>
              <a:cs typeface="+mn-cs"/>
            </a:endParaRPr>
          </a:p>
          <a:p>
            <a:pPr marL="457200" marR="0" lvl="0" algn="l"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Aptos" panose="020B0004020202020204"/>
                <a:ea typeface="+mn-ea"/>
                <a:cs typeface="+mn-cs"/>
              </a:rPr>
              <a:t>“To evaluate the reduction in the unemployment rate within the population that has completed tertiary education in Colombia over the past five years.”</a:t>
            </a:r>
          </a:p>
          <a:p>
            <a:pPr marL="457200" marR="0" lvl="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chemeClr val="bg1"/>
              </a:solidFill>
              <a:effectLst/>
              <a:uLnTx/>
              <a:uFillTx/>
              <a:latin typeface="Aptos" panose="020B0004020202020204"/>
              <a:ea typeface="+mn-ea"/>
              <a:cs typeface="+mn-cs"/>
            </a:endParaRPr>
          </a:p>
          <a:p>
            <a:pPr marL="457200" marR="0" lvl="0" algn="l"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bg1"/>
                </a:solidFill>
                <a:effectLst/>
                <a:uLnTx/>
                <a:uFillTx/>
                <a:latin typeface="Aptos" panose="020B0004020202020204"/>
                <a:ea typeface="+mn-ea"/>
                <a:cs typeface="+mn-cs"/>
              </a:rPr>
              <a:t>“To evaluate the impact of </a:t>
            </a:r>
            <a:r>
              <a:rPr kumimoji="0" lang="en-US" sz="1400" b="0" i="0" u="none" strike="noStrike" kern="1200" cap="none" spc="0" normalizeH="0" baseline="0" noProof="0" err="1">
                <a:ln>
                  <a:noFill/>
                </a:ln>
                <a:solidFill>
                  <a:schemeClr val="bg1"/>
                </a:solidFill>
                <a:effectLst/>
                <a:uLnTx/>
                <a:uFillTx/>
                <a:latin typeface="Aptos" panose="020B0004020202020204"/>
                <a:ea typeface="+mn-ea"/>
                <a:cs typeface="+mn-cs"/>
              </a:rPr>
              <a:t>programmes</a:t>
            </a:r>
            <a:r>
              <a:rPr kumimoji="0" lang="en-US" sz="1400" b="0" i="0" u="none" strike="noStrike" kern="1200" cap="none" spc="0" normalizeH="0" baseline="0" noProof="0">
                <a:ln>
                  <a:noFill/>
                </a:ln>
                <a:solidFill>
                  <a:schemeClr val="bg1"/>
                </a:solidFill>
                <a:effectLst/>
                <a:uLnTx/>
                <a:uFillTx/>
                <a:latin typeface="Aptos" panose="020B0004020202020204"/>
                <a:ea typeface="+mn-ea"/>
                <a:cs typeface="+mn-cs"/>
              </a:rPr>
              <a:t> aimed at expanding access to higher education in rural areas of Colombia, considering as the study population young people aged 17–25 from municipalities with low educational access. The outcome of interest will be the increase in enrolment and graduation rates, while covariates will include available educational infrastructure, socioeconomic status, and governmental support received. The evolution of these factors will be </a:t>
            </a:r>
            <a:r>
              <a:rPr kumimoji="0" lang="en-US" sz="1400" b="0" i="0" u="none" strike="noStrike" kern="1200" cap="none" spc="0" normalizeH="0" baseline="0" noProof="0" err="1">
                <a:ln>
                  <a:noFill/>
                </a:ln>
                <a:solidFill>
                  <a:schemeClr val="bg1"/>
                </a:solidFill>
                <a:effectLst/>
                <a:uLnTx/>
                <a:uFillTx/>
                <a:latin typeface="Aptos" panose="020B0004020202020204"/>
                <a:ea typeface="+mn-ea"/>
                <a:cs typeface="+mn-cs"/>
              </a:rPr>
              <a:t>analysed</a:t>
            </a:r>
            <a:r>
              <a:rPr kumimoji="0" lang="en-US" sz="1400" b="0" i="0" u="none" strike="noStrike" kern="1200" cap="none" spc="0" normalizeH="0" baseline="0" noProof="0">
                <a:ln>
                  <a:noFill/>
                </a:ln>
                <a:solidFill>
                  <a:schemeClr val="bg1"/>
                </a:solidFill>
                <a:effectLst/>
                <a:uLnTx/>
                <a:uFillTx/>
                <a:latin typeface="Aptos" panose="020B0004020202020204"/>
                <a:ea typeface="+mn-ea"/>
                <a:cs typeface="+mn-cs"/>
              </a:rPr>
              <a:t> over the past seven years.”</a:t>
            </a:r>
          </a:p>
        </p:txBody>
      </p:sp>
      <p:sp>
        <p:nvSpPr>
          <p:cNvPr id="13" name="Freeform: Shape 12">
            <a:extLst>
              <a:ext uri="{FF2B5EF4-FFF2-40B4-BE49-F238E27FC236}">
                <a16:creationId xmlns:a16="http://schemas.microsoft.com/office/drawing/2014/main" id="{063AFACB-66BD-B70D-EE8B-15796E5548AE}"/>
              </a:ext>
            </a:extLst>
          </p:cNvPr>
          <p:cNvSpPr/>
          <p:nvPr/>
        </p:nvSpPr>
        <p:spPr>
          <a:xfrm>
            <a:off x="1133602" y="4881507"/>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FF00"/>
          </a:solidFill>
          <a:ln w="5358" cap="flat">
            <a:noFill/>
            <a:prstDash val="solid"/>
            <a:miter/>
          </a:ln>
        </p:spPr>
        <p:txBody>
          <a:bodyPr rtlCol="0" anchor="ctr"/>
          <a:lstStyle/>
          <a:p>
            <a:endParaRPr lang="en-US" noProof="0"/>
          </a:p>
        </p:txBody>
      </p:sp>
      <p:pic>
        <p:nvPicPr>
          <p:cNvPr id="19" name="Graphic 18" descr="Badge Cross with solid fill">
            <a:extLst>
              <a:ext uri="{FF2B5EF4-FFF2-40B4-BE49-F238E27FC236}">
                <a16:creationId xmlns:a16="http://schemas.microsoft.com/office/drawing/2014/main" id="{785306A3-D7B1-C760-61EA-99804CEAD1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7373" y="4226950"/>
            <a:ext cx="219302" cy="219302"/>
          </a:xfrm>
          <a:prstGeom prst="rect">
            <a:avLst/>
          </a:prstGeom>
        </p:spPr>
      </p:pic>
    </p:spTree>
    <p:extLst>
      <p:ext uri="{BB962C8B-B14F-4D97-AF65-F5344CB8AC3E}">
        <p14:creationId xmlns:p14="http://schemas.microsoft.com/office/powerpoint/2010/main" val="7831251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3" grpId="0"/>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1736A-DA1C-1A4B-1B63-7E7736BA7FF6}"/>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96A38C7A-3968-46EA-1722-002CC171BDF3}"/>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D09F5A90-9C6E-8A10-465A-4A18BCBEE964}"/>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C44913EA-8DB2-19FA-D314-58684450126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9" name="TextBox 8">
            <a:extLst>
              <a:ext uri="{FF2B5EF4-FFF2-40B4-BE49-F238E27FC236}">
                <a16:creationId xmlns:a16="http://schemas.microsoft.com/office/drawing/2014/main" id="{74D5C4FA-F670-FAAD-AF26-CAFD1C9B4280}"/>
              </a:ext>
            </a:extLst>
          </p:cNvPr>
          <p:cNvSpPr txBox="1"/>
          <p:nvPr/>
        </p:nvSpPr>
        <p:spPr>
          <a:xfrm>
            <a:off x="805565" y="1007670"/>
            <a:ext cx="4113398" cy="830997"/>
          </a:xfrm>
          <a:prstGeom prst="rect">
            <a:avLst/>
          </a:prstGeom>
          <a:noFill/>
        </p:spPr>
        <p:txBody>
          <a:bodyPr wrap="square">
            <a:spAutoFit/>
          </a:bodyPr>
          <a:lstStyle>
            <a:defPPr>
              <a:defRPr lang="en-US"/>
            </a:defPPr>
            <a:lvl1pPr>
              <a:defRPr sz="1600" b="1"/>
            </a:lvl1pPr>
          </a:lstStyle>
          <a:p>
            <a:r>
              <a:rPr lang="en-US" sz="1600" b="0" noProof="0"/>
              <a:t>After specifying a clear study objective, the next step is to </a:t>
            </a:r>
            <a:r>
              <a:rPr lang="en-US" sz="1600" b="1" noProof="0">
                <a:highlight>
                  <a:srgbClr val="FFC000"/>
                </a:highlight>
              </a:rPr>
              <a:t>determine the types of data that will be used in the analysis</a:t>
            </a:r>
            <a:r>
              <a:rPr lang="en-US" sz="1600" b="1" noProof="0"/>
              <a:t>.</a:t>
            </a:r>
            <a:endParaRPr lang="en-US" noProof="0"/>
          </a:p>
        </p:txBody>
      </p:sp>
      <p:sp>
        <p:nvSpPr>
          <p:cNvPr id="11" name="Título 1">
            <a:extLst>
              <a:ext uri="{FF2B5EF4-FFF2-40B4-BE49-F238E27FC236}">
                <a16:creationId xmlns:a16="http://schemas.microsoft.com/office/drawing/2014/main" id="{E6E3BA55-30F8-E1DE-F9A2-2DF2C4A1F82D}"/>
              </a:ext>
            </a:extLst>
          </p:cNvPr>
          <p:cNvSpPr txBox="1">
            <a:spLocks/>
          </p:cNvSpPr>
          <p:nvPr/>
        </p:nvSpPr>
        <p:spPr>
          <a:xfrm>
            <a:off x="805565" y="501651"/>
            <a:ext cx="6071485"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Data types</a:t>
            </a:r>
          </a:p>
        </p:txBody>
      </p:sp>
      <p:sp>
        <p:nvSpPr>
          <p:cNvPr id="15" name="Freeform: Shape 14">
            <a:extLst>
              <a:ext uri="{FF2B5EF4-FFF2-40B4-BE49-F238E27FC236}">
                <a16:creationId xmlns:a16="http://schemas.microsoft.com/office/drawing/2014/main" id="{0A46C1E9-BFF6-14F2-9C8A-9773FA3C9438}"/>
              </a:ext>
            </a:extLst>
          </p:cNvPr>
          <p:cNvSpPr/>
          <p:nvPr/>
        </p:nvSpPr>
        <p:spPr>
          <a:xfrm rot="5400000">
            <a:off x="4999803" y="728465"/>
            <a:ext cx="2191980" cy="4422946"/>
          </a:xfrm>
          <a:custGeom>
            <a:avLst/>
            <a:gdLst>
              <a:gd name="csX0" fmla="*/ 0 w 2742618"/>
              <a:gd name="csY0" fmla="*/ 2767007 h 5534015"/>
              <a:gd name="csX1" fmla="*/ 2485261 w 2742618"/>
              <a:gd name="csY1" fmla="*/ 12995 h 5534015"/>
              <a:gd name="csX2" fmla="*/ 2742618 w 2742618"/>
              <a:gd name="csY2" fmla="*/ 0 h 5534015"/>
              <a:gd name="csX3" fmla="*/ 2742618 w 2742618"/>
              <a:gd name="csY3" fmla="*/ 899643 h 5534015"/>
              <a:gd name="csX4" fmla="*/ 2577244 w 2742618"/>
              <a:gd name="csY4" fmla="*/ 907994 h 5534015"/>
              <a:gd name="csX5" fmla="*/ 899642 w 2742618"/>
              <a:gd name="csY5" fmla="*/ 2767007 h 5534015"/>
              <a:gd name="csX6" fmla="*/ 2577244 w 2742618"/>
              <a:gd name="csY6" fmla="*/ 4626021 h 5534015"/>
              <a:gd name="csX7" fmla="*/ 2742618 w 2742618"/>
              <a:gd name="csY7" fmla="*/ 4634372 h 5534015"/>
              <a:gd name="csX8" fmla="*/ 2742618 w 2742618"/>
              <a:gd name="csY8" fmla="*/ 5534015 h 5534015"/>
              <a:gd name="csX9" fmla="*/ 2485261 w 2742618"/>
              <a:gd name="csY9" fmla="*/ 5521020 h 5534015"/>
              <a:gd name="csX10" fmla="*/ 0 w 2742618"/>
              <a:gd name="csY10" fmla="*/ 2767007 h 5534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2618" h="5534015">
                <a:moveTo>
                  <a:pt x="0" y="2767007"/>
                </a:moveTo>
                <a:cubicBezTo>
                  <a:pt x="0" y="1333671"/>
                  <a:pt x="1089327" y="154760"/>
                  <a:pt x="2485261" y="12995"/>
                </a:cubicBezTo>
                <a:lnTo>
                  <a:pt x="2742618" y="0"/>
                </a:lnTo>
                <a:lnTo>
                  <a:pt x="2742618" y="899643"/>
                </a:lnTo>
                <a:lnTo>
                  <a:pt x="2577244" y="907994"/>
                </a:lnTo>
                <a:cubicBezTo>
                  <a:pt x="1634960" y="1003688"/>
                  <a:pt x="899643" y="1799476"/>
                  <a:pt x="899642" y="2767007"/>
                </a:cubicBezTo>
                <a:cubicBezTo>
                  <a:pt x="899642" y="3734539"/>
                  <a:pt x="1634960" y="4530327"/>
                  <a:pt x="2577244" y="4626021"/>
                </a:cubicBezTo>
                <a:lnTo>
                  <a:pt x="2742618" y="4634372"/>
                </a:lnTo>
                <a:lnTo>
                  <a:pt x="2742618" y="5534015"/>
                </a:lnTo>
                <a:lnTo>
                  <a:pt x="2485261" y="5521020"/>
                </a:lnTo>
                <a:cubicBezTo>
                  <a:pt x="1089327" y="5379254"/>
                  <a:pt x="-1" y="4200344"/>
                  <a:pt x="0" y="2767007"/>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16" name="Freeform: Shape 15">
            <a:extLst>
              <a:ext uri="{FF2B5EF4-FFF2-40B4-BE49-F238E27FC236}">
                <a16:creationId xmlns:a16="http://schemas.microsoft.com/office/drawing/2014/main" id="{E0179BF7-4409-7057-5B21-057BF18F617F}"/>
              </a:ext>
            </a:extLst>
          </p:cNvPr>
          <p:cNvSpPr/>
          <p:nvPr/>
        </p:nvSpPr>
        <p:spPr>
          <a:xfrm rot="5400000">
            <a:off x="6105539" y="2612799"/>
            <a:ext cx="1413383" cy="1432876"/>
          </a:xfrm>
          <a:custGeom>
            <a:avLst/>
            <a:gdLst>
              <a:gd name="csX0" fmla="*/ 0 w 1768432"/>
              <a:gd name="csY0" fmla="*/ 1792820 h 1792822"/>
              <a:gd name="csX1" fmla="*/ 1610679 w 1768432"/>
              <a:gd name="csY1" fmla="*/ 7966 h 1792822"/>
              <a:gd name="csX2" fmla="*/ 1768432 w 1768432"/>
              <a:gd name="csY2" fmla="*/ 0 h 1792822"/>
              <a:gd name="csX3" fmla="*/ 1768432 w 1768432"/>
              <a:gd name="csY3" fmla="*/ 982100 h 1792822"/>
              <a:gd name="csX4" fmla="*/ 1711093 w 1768432"/>
              <a:gd name="csY4" fmla="*/ 984995 h 1792822"/>
              <a:gd name="csX5" fmla="*/ 982100 w 1768432"/>
              <a:gd name="csY5" fmla="*/ 1792820 h 1792822"/>
              <a:gd name="csX6" fmla="*/ 982100 w 1768432"/>
              <a:gd name="csY6" fmla="*/ 1792822 h 1792822"/>
              <a:gd name="csX7" fmla="*/ 0 w 1768432"/>
              <a:gd name="csY7" fmla="*/ 1792822 h 1792822"/>
              <a:gd name="csX8" fmla="*/ 0 w 1768432"/>
              <a:gd name="csY8" fmla="*/ 1792820 h 1792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8432" h="1792822">
                <a:moveTo>
                  <a:pt x="0" y="1792820"/>
                </a:moveTo>
                <a:cubicBezTo>
                  <a:pt x="0" y="863886"/>
                  <a:pt x="705985" y="99843"/>
                  <a:pt x="1610679" y="7966"/>
                </a:cubicBezTo>
                <a:lnTo>
                  <a:pt x="1768432" y="0"/>
                </a:lnTo>
                <a:lnTo>
                  <a:pt x="1768432" y="982100"/>
                </a:lnTo>
                <a:lnTo>
                  <a:pt x="1711093" y="984995"/>
                </a:lnTo>
                <a:cubicBezTo>
                  <a:pt x="1301628" y="1026579"/>
                  <a:pt x="982100" y="1372384"/>
                  <a:pt x="982100" y="1792820"/>
                </a:cubicBezTo>
                <a:lnTo>
                  <a:pt x="982100" y="1792822"/>
                </a:lnTo>
                <a:lnTo>
                  <a:pt x="0" y="1792822"/>
                </a:lnTo>
                <a:lnTo>
                  <a:pt x="0" y="1792820"/>
                </a:lnTo>
                <a:close/>
              </a:path>
            </a:pathLst>
          </a:custGeom>
          <a:solidFill>
            <a:srgbClr val="FF5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17" name="Freeform: Shape 16">
            <a:extLst>
              <a:ext uri="{FF2B5EF4-FFF2-40B4-BE49-F238E27FC236}">
                <a16:creationId xmlns:a16="http://schemas.microsoft.com/office/drawing/2014/main" id="{802CD206-1EBC-31B9-C4C0-98AC87E513F2}"/>
              </a:ext>
            </a:extLst>
          </p:cNvPr>
          <p:cNvSpPr/>
          <p:nvPr/>
        </p:nvSpPr>
        <p:spPr>
          <a:xfrm rot="5400000">
            <a:off x="4653173" y="2634365"/>
            <a:ext cx="1411309" cy="1391817"/>
          </a:xfrm>
          <a:custGeom>
            <a:avLst/>
            <a:gdLst>
              <a:gd name="csX0" fmla="*/ 0 w 1765838"/>
              <a:gd name="csY0" fmla="*/ 0 h 1741449"/>
              <a:gd name="csX1" fmla="*/ 982099 w 1765838"/>
              <a:gd name="csY1" fmla="*/ 0 h 1741449"/>
              <a:gd name="csX2" fmla="*/ 983698 w 1765838"/>
              <a:gd name="csY2" fmla="*/ 31653 h 1741449"/>
              <a:gd name="csX3" fmla="*/ 1708499 w 1765838"/>
              <a:gd name="csY3" fmla="*/ 756454 h 1741449"/>
              <a:gd name="csX4" fmla="*/ 1765838 w 1765838"/>
              <a:gd name="csY4" fmla="*/ 759349 h 1741449"/>
              <a:gd name="csX5" fmla="*/ 1765838 w 1765838"/>
              <a:gd name="csY5" fmla="*/ 1741449 h 1741449"/>
              <a:gd name="csX6" fmla="*/ 1608085 w 1765838"/>
              <a:gd name="csY6" fmla="*/ 1733483 h 1741449"/>
              <a:gd name="csX7" fmla="*/ 6669 w 1765838"/>
              <a:gd name="csY7" fmla="*/ 132067 h 1741449"/>
              <a:gd name="csX8" fmla="*/ 0 w 1765838"/>
              <a:gd name="csY8" fmla="*/ 0 h 1741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5838" h="1741449">
                <a:moveTo>
                  <a:pt x="0" y="0"/>
                </a:moveTo>
                <a:lnTo>
                  <a:pt x="982099" y="0"/>
                </a:lnTo>
                <a:lnTo>
                  <a:pt x="983698" y="31653"/>
                </a:lnTo>
                <a:cubicBezTo>
                  <a:pt x="1022509" y="413820"/>
                  <a:pt x="1326331" y="717642"/>
                  <a:pt x="1708499" y="756454"/>
                </a:cubicBezTo>
                <a:lnTo>
                  <a:pt x="1765838" y="759349"/>
                </a:lnTo>
                <a:lnTo>
                  <a:pt x="1765838" y="1741449"/>
                </a:lnTo>
                <a:lnTo>
                  <a:pt x="1608085" y="1733483"/>
                </a:lnTo>
                <a:cubicBezTo>
                  <a:pt x="763704" y="1647731"/>
                  <a:pt x="92420" y="976448"/>
                  <a:pt x="6669" y="132067"/>
                </a:cubicBezTo>
                <a:lnTo>
                  <a:pt x="0" y="0"/>
                </a:lnTo>
                <a:close/>
              </a:path>
            </a:pathLst>
          </a:custGeom>
          <a:solidFill>
            <a:srgbClr val="CC006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19" name="Freeform: Shape 18">
            <a:extLst>
              <a:ext uri="{FF2B5EF4-FFF2-40B4-BE49-F238E27FC236}">
                <a16:creationId xmlns:a16="http://schemas.microsoft.com/office/drawing/2014/main" id="{9160400A-16E5-51A5-6082-17D352A17D6E}"/>
              </a:ext>
            </a:extLst>
          </p:cNvPr>
          <p:cNvSpPr/>
          <p:nvPr/>
        </p:nvSpPr>
        <p:spPr>
          <a:xfrm rot="5400000">
            <a:off x="4999803" y="2961503"/>
            <a:ext cx="2191981" cy="4422946"/>
          </a:xfrm>
          <a:custGeom>
            <a:avLst/>
            <a:gdLst>
              <a:gd name="csX0" fmla="*/ 0 w 2742619"/>
              <a:gd name="csY0" fmla="*/ 5534015 h 5534015"/>
              <a:gd name="csX1" fmla="*/ 0 w 2742619"/>
              <a:gd name="csY1" fmla="*/ 4634372 h 5534015"/>
              <a:gd name="csX2" fmla="*/ 165375 w 2742619"/>
              <a:gd name="csY2" fmla="*/ 4626021 h 5534015"/>
              <a:gd name="csX3" fmla="*/ 1842976 w 2742619"/>
              <a:gd name="csY3" fmla="*/ 2767007 h 5534015"/>
              <a:gd name="csX4" fmla="*/ 165375 w 2742619"/>
              <a:gd name="csY4" fmla="*/ 907994 h 5534015"/>
              <a:gd name="csX5" fmla="*/ 0 w 2742619"/>
              <a:gd name="csY5" fmla="*/ 899643 h 5534015"/>
              <a:gd name="csX6" fmla="*/ 0 w 2742619"/>
              <a:gd name="csY6" fmla="*/ 0 h 5534015"/>
              <a:gd name="csX7" fmla="*/ 257358 w 2742619"/>
              <a:gd name="csY7" fmla="*/ 12995 h 5534015"/>
              <a:gd name="csX8" fmla="*/ 2742619 w 2742619"/>
              <a:gd name="csY8" fmla="*/ 2767007 h 5534015"/>
              <a:gd name="csX9" fmla="*/ 257358 w 2742619"/>
              <a:gd name="csY9" fmla="*/ 5521020 h 5534015"/>
              <a:gd name="csX10" fmla="*/ 0 w 2742619"/>
              <a:gd name="csY10" fmla="*/ 5534015 h 5534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2619" h="5534015">
                <a:moveTo>
                  <a:pt x="0" y="5534015"/>
                </a:moveTo>
                <a:lnTo>
                  <a:pt x="0" y="4634372"/>
                </a:lnTo>
                <a:lnTo>
                  <a:pt x="165375" y="4626021"/>
                </a:lnTo>
                <a:cubicBezTo>
                  <a:pt x="1107658" y="4530327"/>
                  <a:pt x="1842976" y="3734539"/>
                  <a:pt x="1842976" y="2767007"/>
                </a:cubicBezTo>
                <a:cubicBezTo>
                  <a:pt x="1842976" y="1799476"/>
                  <a:pt x="1107658" y="1003688"/>
                  <a:pt x="165375" y="907994"/>
                </a:cubicBezTo>
                <a:lnTo>
                  <a:pt x="0" y="899643"/>
                </a:lnTo>
                <a:lnTo>
                  <a:pt x="0" y="0"/>
                </a:lnTo>
                <a:lnTo>
                  <a:pt x="257358" y="12995"/>
                </a:lnTo>
                <a:cubicBezTo>
                  <a:pt x="1653292" y="154760"/>
                  <a:pt x="2742619" y="1333671"/>
                  <a:pt x="2742619" y="2767007"/>
                </a:cubicBezTo>
                <a:cubicBezTo>
                  <a:pt x="2742619" y="4200344"/>
                  <a:pt x="1653291" y="5379254"/>
                  <a:pt x="257358" y="5521020"/>
                </a:cubicBezTo>
                <a:lnTo>
                  <a:pt x="0" y="553401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20" name="Freeform: Shape 19">
            <a:extLst>
              <a:ext uri="{FF2B5EF4-FFF2-40B4-BE49-F238E27FC236}">
                <a16:creationId xmlns:a16="http://schemas.microsoft.com/office/drawing/2014/main" id="{015FB31F-B113-F363-085F-2FF3E023A003}"/>
              </a:ext>
            </a:extLst>
          </p:cNvPr>
          <p:cNvSpPr/>
          <p:nvPr/>
        </p:nvSpPr>
        <p:spPr>
          <a:xfrm rot="5400000">
            <a:off x="4653174" y="4086732"/>
            <a:ext cx="1411309" cy="1391817"/>
          </a:xfrm>
          <a:custGeom>
            <a:avLst/>
            <a:gdLst>
              <a:gd name="csX0" fmla="*/ 0 w 1765837"/>
              <a:gd name="csY0" fmla="*/ 1741449 h 1741449"/>
              <a:gd name="csX1" fmla="*/ 0 w 1765837"/>
              <a:gd name="csY1" fmla="*/ 759349 h 1741449"/>
              <a:gd name="csX2" fmla="*/ 57338 w 1765837"/>
              <a:gd name="csY2" fmla="*/ 756454 h 1741449"/>
              <a:gd name="csX3" fmla="*/ 782139 w 1765837"/>
              <a:gd name="csY3" fmla="*/ 31653 h 1741449"/>
              <a:gd name="csX4" fmla="*/ 783737 w 1765837"/>
              <a:gd name="csY4" fmla="*/ 0 h 1741449"/>
              <a:gd name="csX5" fmla="*/ 1765837 w 1765837"/>
              <a:gd name="csY5" fmla="*/ 0 h 1741449"/>
              <a:gd name="csX6" fmla="*/ 1759168 w 1765837"/>
              <a:gd name="csY6" fmla="*/ 132067 h 1741449"/>
              <a:gd name="csX7" fmla="*/ 157752 w 1765837"/>
              <a:gd name="csY7" fmla="*/ 1733483 h 1741449"/>
              <a:gd name="csX8" fmla="*/ 0 w 1765837"/>
              <a:gd name="csY8" fmla="*/ 1741449 h 1741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5837" h="1741449">
                <a:moveTo>
                  <a:pt x="0" y="1741449"/>
                </a:moveTo>
                <a:lnTo>
                  <a:pt x="0" y="759349"/>
                </a:lnTo>
                <a:lnTo>
                  <a:pt x="57338" y="756454"/>
                </a:lnTo>
                <a:cubicBezTo>
                  <a:pt x="439505" y="717642"/>
                  <a:pt x="743327" y="413820"/>
                  <a:pt x="782139" y="31653"/>
                </a:cubicBezTo>
                <a:lnTo>
                  <a:pt x="783737" y="0"/>
                </a:lnTo>
                <a:lnTo>
                  <a:pt x="1765837" y="0"/>
                </a:lnTo>
                <a:lnTo>
                  <a:pt x="1759168" y="132067"/>
                </a:lnTo>
                <a:cubicBezTo>
                  <a:pt x="1673416" y="976448"/>
                  <a:pt x="1002132" y="1647731"/>
                  <a:pt x="157752" y="1733483"/>
                </a:cubicBezTo>
                <a:lnTo>
                  <a:pt x="0" y="1741449"/>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21" name="Freeform: Shape 20">
            <a:extLst>
              <a:ext uri="{FF2B5EF4-FFF2-40B4-BE49-F238E27FC236}">
                <a16:creationId xmlns:a16="http://schemas.microsoft.com/office/drawing/2014/main" id="{A402FF8C-01AE-1602-F7A7-66039E9527AC}"/>
              </a:ext>
            </a:extLst>
          </p:cNvPr>
          <p:cNvSpPr/>
          <p:nvPr/>
        </p:nvSpPr>
        <p:spPr>
          <a:xfrm rot="5400000">
            <a:off x="6105540" y="4067238"/>
            <a:ext cx="1413382" cy="1432876"/>
          </a:xfrm>
          <a:custGeom>
            <a:avLst/>
            <a:gdLst>
              <a:gd name="csX0" fmla="*/ 0 w 1768431"/>
              <a:gd name="csY0" fmla="*/ 982100 h 1792822"/>
              <a:gd name="csX1" fmla="*/ 0 w 1768431"/>
              <a:gd name="csY1" fmla="*/ 0 h 1792822"/>
              <a:gd name="csX2" fmla="*/ 157752 w 1768431"/>
              <a:gd name="csY2" fmla="*/ 7966 h 1792822"/>
              <a:gd name="csX3" fmla="*/ 1768431 w 1768431"/>
              <a:gd name="csY3" fmla="*/ 1792820 h 1792822"/>
              <a:gd name="csX4" fmla="*/ 1768431 w 1768431"/>
              <a:gd name="csY4" fmla="*/ 1792822 h 1792822"/>
              <a:gd name="csX5" fmla="*/ 786331 w 1768431"/>
              <a:gd name="csY5" fmla="*/ 1792822 h 1792822"/>
              <a:gd name="csX6" fmla="*/ 786331 w 1768431"/>
              <a:gd name="csY6" fmla="*/ 1792820 h 1792822"/>
              <a:gd name="csX7" fmla="*/ 57338 w 1768431"/>
              <a:gd name="csY7" fmla="*/ 984995 h 1792822"/>
              <a:gd name="csX8" fmla="*/ 0 w 1768431"/>
              <a:gd name="csY8" fmla="*/ 982100 h 1792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8431" h="1792822">
                <a:moveTo>
                  <a:pt x="0" y="982100"/>
                </a:moveTo>
                <a:lnTo>
                  <a:pt x="0" y="0"/>
                </a:lnTo>
                <a:lnTo>
                  <a:pt x="157752" y="7966"/>
                </a:lnTo>
                <a:cubicBezTo>
                  <a:pt x="1062446" y="99843"/>
                  <a:pt x="1768431" y="863886"/>
                  <a:pt x="1768431" y="1792820"/>
                </a:cubicBezTo>
                <a:lnTo>
                  <a:pt x="1768431" y="1792822"/>
                </a:lnTo>
                <a:lnTo>
                  <a:pt x="786331" y="1792822"/>
                </a:lnTo>
                <a:lnTo>
                  <a:pt x="786331" y="1792820"/>
                </a:lnTo>
                <a:cubicBezTo>
                  <a:pt x="786331" y="1372384"/>
                  <a:pt x="466803" y="1026579"/>
                  <a:pt x="57338" y="984995"/>
                </a:cubicBezTo>
                <a:lnTo>
                  <a:pt x="0" y="9821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noProof="0"/>
          </a:p>
        </p:txBody>
      </p:sp>
      <p:sp>
        <p:nvSpPr>
          <p:cNvPr id="22" name="TextBox 21">
            <a:extLst>
              <a:ext uri="{FF2B5EF4-FFF2-40B4-BE49-F238E27FC236}">
                <a16:creationId xmlns:a16="http://schemas.microsoft.com/office/drawing/2014/main" id="{39B58003-8A69-5850-CA8A-23C48C62C014}"/>
              </a:ext>
            </a:extLst>
          </p:cNvPr>
          <p:cNvSpPr txBox="1"/>
          <p:nvPr/>
        </p:nvSpPr>
        <p:spPr>
          <a:xfrm>
            <a:off x="5160069" y="2198784"/>
            <a:ext cx="1871445" cy="830082"/>
          </a:xfrm>
          <a:prstGeom prst="rect">
            <a:avLst/>
          </a:prstGeom>
          <a:noFill/>
        </p:spPr>
        <p:txBody>
          <a:bodyPr wrap="square">
            <a:prstTxWarp prst="textArchUp">
              <a:avLst>
                <a:gd name="adj" fmla="val 11769923"/>
              </a:avLst>
            </a:prstTxWarp>
            <a:spAutoFit/>
          </a:bodyPr>
          <a:lstStyle/>
          <a:p>
            <a:pPr algn="ctr"/>
            <a:r>
              <a:rPr lang="en-US" noProof="0">
                <a:solidFill>
                  <a:schemeClr val="bg1"/>
                </a:solidFill>
                <a:latin typeface="Aptos SemiBold" panose="020B0004020202020204" pitchFamily="34" charset="0"/>
              </a:rPr>
              <a:t>Dependent variables</a:t>
            </a:r>
          </a:p>
        </p:txBody>
      </p:sp>
      <p:sp>
        <p:nvSpPr>
          <p:cNvPr id="24" name="TextBox 23">
            <a:extLst>
              <a:ext uri="{FF2B5EF4-FFF2-40B4-BE49-F238E27FC236}">
                <a16:creationId xmlns:a16="http://schemas.microsoft.com/office/drawing/2014/main" id="{72155990-6654-93EB-381E-5895D61895CB}"/>
              </a:ext>
            </a:extLst>
          </p:cNvPr>
          <p:cNvSpPr txBox="1"/>
          <p:nvPr/>
        </p:nvSpPr>
        <p:spPr>
          <a:xfrm>
            <a:off x="4922289" y="3122576"/>
            <a:ext cx="1132448" cy="523220"/>
          </a:xfrm>
          <a:prstGeom prst="rect">
            <a:avLst/>
          </a:prstGeom>
          <a:noFill/>
        </p:spPr>
        <p:txBody>
          <a:bodyPr wrap="square">
            <a:spAutoFit/>
          </a:bodyPr>
          <a:lstStyle/>
          <a:p>
            <a:r>
              <a:rPr lang="en-US" sz="1400" noProof="0">
                <a:solidFill>
                  <a:schemeClr val="bg1"/>
                </a:solidFill>
              </a:rPr>
              <a:t>Numerical</a:t>
            </a:r>
            <a:br>
              <a:rPr lang="en-US" sz="1400" noProof="0">
                <a:solidFill>
                  <a:schemeClr val="bg1"/>
                </a:solidFill>
              </a:rPr>
            </a:br>
            <a:r>
              <a:rPr lang="en-US" sz="1400" noProof="0">
                <a:solidFill>
                  <a:schemeClr val="bg1"/>
                </a:solidFill>
              </a:rPr>
              <a:t>data</a:t>
            </a:r>
          </a:p>
        </p:txBody>
      </p:sp>
      <p:sp>
        <p:nvSpPr>
          <p:cNvPr id="25" name="TextBox 24">
            <a:extLst>
              <a:ext uri="{FF2B5EF4-FFF2-40B4-BE49-F238E27FC236}">
                <a16:creationId xmlns:a16="http://schemas.microsoft.com/office/drawing/2014/main" id="{5ABD3868-DF42-E426-E776-9616C3555CB9}"/>
              </a:ext>
            </a:extLst>
          </p:cNvPr>
          <p:cNvSpPr txBox="1"/>
          <p:nvPr/>
        </p:nvSpPr>
        <p:spPr>
          <a:xfrm>
            <a:off x="5004988" y="4641261"/>
            <a:ext cx="1132277" cy="523220"/>
          </a:xfrm>
          <a:prstGeom prst="rect">
            <a:avLst/>
          </a:prstGeom>
          <a:noFill/>
        </p:spPr>
        <p:txBody>
          <a:bodyPr wrap="square">
            <a:spAutoFit/>
          </a:bodyPr>
          <a:lstStyle/>
          <a:p>
            <a:r>
              <a:rPr lang="en-US" sz="1400" noProof="0"/>
              <a:t>Numerical data</a:t>
            </a:r>
          </a:p>
        </p:txBody>
      </p:sp>
      <p:sp>
        <p:nvSpPr>
          <p:cNvPr id="26" name="TextBox 25">
            <a:extLst>
              <a:ext uri="{FF2B5EF4-FFF2-40B4-BE49-F238E27FC236}">
                <a16:creationId xmlns:a16="http://schemas.microsoft.com/office/drawing/2014/main" id="{EF68F76F-E758-3029-074E-35261CEB37A2}"/>
              </a:ext>
            </a:extLst>
          </p:cNvPr>
          <p:cNvSpPr txBox="1"/>
          <p:nvPr/>
        </p:nvSpPr>
        <p:spPr>
          <a:xfrm>
            <a:off x="6267111" y="3163781"/>
            <a:ext cx="1132448" cy="523220"/>
          </a:xfrm>
          <a:prstGeom prst="rect">
            <a:avLst/>
          </a:prstGeom>
          <a:noFill/>
        </p:spPr>
        <p:txBody>
          <a:bodyPr wrap="square">
            <a:spAutoFit/>
          </a:bodyPr>
          <a:lstStyle/>
          <a:p>
            <a:pPr algn="ctr"/>
            <a:r>
              <a:rPr lang="en-US" sz="1400" noProof="0">
                <a:solidFill>
                  <a:schemeClr val="bg1"/>
                </a:solidFill>
              </a:rPr>
              <a:t>Categorical data</a:t>
            </a:r>
          </a:p>
        </p:txBody>
      </p:sp>
      <p:sp>
        <p:nvSpPr>
          <p:cNvPr id="28" name="TextBox 27">
            <a:extLst>
              <a:ext uri="{FF2B5EF4-FFF2-40B4-BE49-F238E27FC236}">
                <a16:creationId xmlns:a16="http://schemas.microsoft.com/office/drawing/2014/main" id="{66E74379-8A69-6D49-44BF-E779021070A0}"/>
              </a:ext>
            </a:extLst>
          </p:cNvPr>
          <p:cNvSpPr txBox="1"/>
          <p:nvPr/>
        </p:nvSpPr>
        <p:spPr>
          <a:xfrm>
            <a:off x="6219296" y="4641261"/>
            <a:ext cx="1132448" cy="523220"/>
          </a:xfrm>
          <a:prstGeom prst="rect">
            <a:avLst/>
          </a:prstGeom>
          <a:noFill/>
        </p:spPr>
        <p:txBody>
          <a:bodyPr wrap="square">
            <a:spAutoFit/>
          </a:bodyPr>
          <a:lstStyle/>
          <a:p>
            <a:pPr algn="ctr"/>
            <a:r>
              <a:rPr lang="en-US" sz="1400" noProof="0"/>
              <a:t>Categorical data</a:t>
            </a:r>
          </a:p>
        </p:txBody>
      </p:sp>
      <p:sp>
        <p:nvSpPr>
          <p:cNvPr id="29" name="TextBox 28">
            <a:extLst>
              <a:ext uri="{FF2B5EF4-FFF2-40B4-BE49-F238E27FC236}">
                <a16:creationId xmlns:a16="http://schemas.microsoft.com/office/drawing/2014/main" id="{C532B443-D163-49D7-A872-0BDB9854527E}"/>
              </a:ext>
            </a:extLst>
          </p:cNvPr>
          <p:cNvSpPr txBox="1"/>
          <p:nvPr/>
        </p:nvSpPr>
        <p:spPr>
          <a:xfrm>
            <a:off x="8525580" y="1943922"/>
            <a:ext cx="3104664" cy="1908215"/>
          </a:xfrm>
          <a:prstGeom prst="rect">
            <a:avLst/>
          </a:prstGeom>
          <a:noFill/>
        </p:spPr>
        <p:txBody>
          <a:bodyPr wrap="square">
            <a:spAutoFit/>
          </a:bodyPr>
          <a:lstStyle/>
          <a:p>
            <a:r>
              <a:rPr lang="en-US" sz="1600" b="1" noProof="0">
                <a:solidFill>
                  <a:srgbClr val="FF0000"/>
                </a:solidFill>
              </a:rPr>
              <a:t>Outcomes</a:t>
            </a:r>
            <a:r>
              <a:rPr lang="en-US" sz="1600" noProof="0"/>
              <a:t> are the variables that the study aims to investigate, improve, or influence. </a:t>
            </a:r>
          </a:p>
          <a:p>
            <a:pPr marL="285750" indent="-285750">
              <a:buFont typeface="Arial" panose="020B0604020202020204" pitchFamily="34" charset="0"/>
              <a:buChar char="•"/>
            </a:pPr>
            <a:r>
              <a:rPr lang="en-US" sz="1400" noProof="0">
                <a:solidFill>
                  <a:schemeClr val="bg1">
                    <a:lumMod val="75000"/>
                  </a:schemeClr>
                </a:solidFill>
              </a:rPr>
              <a:t>In the case of analyzing the impact of tertiary education on employability, the outcome would be the rate of labor market insertion</a:t>
            </a:r>
          </a:p>
        </p:txBody>
      </p:sp>
      <p:sp>
        <p:nvSpPr>
          <p:cNvPr id="30" name="TextBox 29">
            <a:extLst>
              <a:ext uri="{FF2B5EF4-FFF2-40B4-BE49-F238E27FC236}">
                <a16:creationId xmlns:a16="http://schemas.microsoft.com/office/drawing/2014/main" id="{436DE9F7-6051-6304-3F37-EC1A5B552D0E}"/>
              </a:ext>
            </a:extLst>
          </p:cNvPr>
          <p:cNvSpPr txBox="1"/>
          <p:nvPr/>
        </p:nvSpPr>
        <p:spPr>
          <a:xfrm>
            <a:off x="8525580" y="4076985"/>
            <a:ext cx="3104664" cy="2369880"/>
          </a:xfrm>
          <a:prstGeom prst="rect">
            <a:avLst/>
          </a:prstGeom>
          <a:noFill/>
        </p:spPr>
        <p:txBody>
          <a:bodyPr wrap="square">
            <a:spAutoFit/>
          </a:bodyPr>
          <a:lstStyle/>
          <a:p>
            <a:r>
              <a:rPr lang="en-US" sz="1600" b="1" noProof="0">
                <a:solidFill>
                  <a:srgbClr val="FF0000"/>
                </a:solidFill>
              </a:rPr>
              <a:t>Covariates </a:t>
            </a:r>
            <a:r>
              <a:rPr lang="en-US" sz="1600" noProof="0"/>
              <a:t>are variables that may influence the outcome or should be considered to avoid bias. </a:t>
            </a:r>
          </a:p>
          <a:p>
            <a:pPr marL="285750" indent="-285750">
              <a:buFont typeface="Arial" panose="020B0604020202020204" pitchFamily="34" charset="0"/>
              <a:buChar char="•"/>
            </a:pPr>
            <a:r>
              <a:rPr lang="en-US" sz="1400" noProof="0">
                <a:solidFill>
                  <a:schemeClr val="bg1">
                    <a:lumMod val="75000"/>
                  </a:schemeClr>
                </a:solidFill>
              </a:rPr>
              <a:t>For instance, in assessing the impact of tertiary education on employment, covariates may include educational level attained, field of study, and region of residence. </a:t>
            </a:r>
            <a:endParaRPr lang="en-US" sz="1200" noProof="0">
              <a:solidFill>
                <a:schemeClr val="bg1">
                  <a:lumMod val="75000"/>
                </a:schemeClr>
              </a:solidFill>
            </a:endParaRPr>
          </a:p>
        </p:txBody>
      </p:sp>
      <p:sp>
        <p:nvSpPr>
          <p:cNvPr id="31" name="TextBox 30">
            <a:extLst>
              <a:ext uri="{FF2B5EF4-FFF2-40B4-BE49-F238E27FC236}">
                <a16:creationId xmlns:a16="http://schemas.microsoft.com/office/drawing/2014/main" id="{E724C2B5-459A-67FC-83A9-94AA202CCA08}"/>
              </a:ext>
            </a:extLst>
          </p:cNvPr>
          <p:cNvSpPr txBox="1"/>
          <p:nvPr/>
        </p:nvSpPr>
        <p:spPr>
          <a:xfrm>
            <a:off x="805565" y="2269779"/>
            <a:ext cx="2581600" cy="2154436"/>
          </a:xfrm>
          <a:prstGeom prst="rect">
            <a:avLst/>
          </a:prstGeom>
          <a:noFill/>
        </p:spPr>
        <p:txBody>
          <a:bodyPr wrap="square">
            <a:spAutoFit/>
          </a:bodyPr>
          <a:lstStyle/>
          <a:p>
            <a:r>
              <a:rPr lang="en-US" sz="1600" b="1" noProof="0">
                <a:solidFill>
                  <a:srgbClr val="FF0000"/>
                </a:solidFill>
              </a:rPr>
              <a:t>Numerical </a:t>
            </a:r>
            <a:r>
              <a:rPr lang="en-US" sz="1600" noProof="0"/>
              <a:t>data are values that may take any numerical value within a range.</a:t>
            </a:r>
            <a:endParaRPr lang="en-US" sz="1600" b="1" noProof="0">
              <a:solidFill>
                <a:srgbClr val="FF0000"/>
              </a:solidFill>
            </a:endParaRPr>
          </a:p>
          <a:p>
            <a:pPr marL="285750" indent="-285750">
              <a:buFont typeface="Arial" panose="020B0604020202020204" pitchFamily="34" charset="0"/>
              <a:buChar char="•"/>
            </a:pPr>
            <a:r>
              <a:rPr lang="en-US" sz="1400" noProof="0">
                <a:solidFill>
                  <a:schemeClr val="bg1">
                    <a:lumMod val="75000"/>
                  </a:schemeClr>
                </a:solidFill>
              </a:rPr>
              <a:t>For example, graduates’ income levels would be continuous data in a study </a:t>
            </a:r>
            <a:r>
              <a:rPr lang="en-US" sz="1400" noProof="0" err="1">
                <a:solidFill>
                  <a:schemeClr val="bg1">
                    <a:lumMod val="75000"/>
                  </a:schemeClr>
                </a:solidFill>
              </a:rPr>
              <a:t>analysing</a:t>
            </a:r>
            <a:r>
              <a:rPr lang="en-US" sz="1400" noProof="0">
                <a:solidFill>
                  <a:schemeClr val="bg1">
                    <a:lumMod val="75000"/>
                  </a:schemeClr>
                </a:solidFill>
              </a:rPr>
              <a:t> the impact of education on employment.</a:t>
            </a:r>
          </a:p>
        </p:txBody>
      </p:sp>
      <p:sp>
        <p:nvSpPr>
          <p:cNvPr id="33" name="TextBox 32">
            <a:extLst>
              <a:ext uri="{FF2B5EF4-FFF2-40B4-BE49-F238E27FC236}">
                <a16:creationId xmlns:a16="http://schemas.microsoft.com/office/drawing/2014/main" id="{77A97081-D2F2-61AB-72CA-6E93738DEB58}"/>
              </a:ext>
            </a:extLst>
          </p:cNvPr>
          <p:cNvSpPr txBox="1"/>
          <p:nvPr/>
        </p:nvSpPr>
        <p:spPr>
          <a:xfrm>
            <a:off x="805565" y="4690601"/>
            <a:ext cx="2901830" cy="1477328"/>
          </a:xfrm>
          <a:prstGeom prst="rect">
            <a:avLst/>
          </a:prstGeom>
          <a:noFill/>
        </p:spPr>
        <p:txBody>
          <a:bodyPr wrap="square">
            <a:spAutoFit/>
          </a:bodyPr>
          <a:lstStyle/>
          <a:p>
            <a:r>
              <a:rPr lang="en-US" sz="1600" b="1" noProof="0">
                <a:solidFill>
                  <a:srgbClr val="FF0000"/>
                </a:solidFill>
              </a:rPr>
              <a:t>Categorical data </a:t>
            </a:r>
            <a:r>
              <a:rPr lang="en-US" sz="1600" noProof="0"/>
              <a:t>are values that take a limited number of categories.</a:t>
            </a:r>
          </a:p>
          <a:p>
            <a:pPr marL="285750" indent="-285750">
              <a:buFont typeface="Arial" panose="020B0604020202020204" pitchFamily="34" charset="0"/>
              <a:buChar char="•"/>
            </a:pPr>
            <a:r>
              <a:rPr lang="en-US" sz="1400" noProof="0">
                <a:solidFill>
                  <a:schemeClr val="bg1">
                    <a:lumMod val="75000"/>
                  </a:schemeClr>
                </a:solidFill>
              </a:rPr>
              <a:t>Such as educational level (technical, undergraduate, postgraduate).</a:t>
            </a:r>
          </a:p>
        </p:txBody>
      </p:sp>
      <p:sp>
        <p:nvSpPr>
          <p:cNvPr id="34" name="Footer Placeholder 4">
            <a:extLst>
              <a:ext uri="{FF2B5EF4-FFF2-40B4-BE49-F238E27FC236}">
                <a16:creationId xmlns:a16="http://schemas.microsoft.com/office/drawing/2014/main" id="{0CE8E14B-8DCE-6EF7-64E2-D1783711D4D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noProof="0">
                <a:solidFill>
                  <a:schemeClr val="bg1">
                    <a:lumMod val="85000"/>
                  </a:schemeClr>
                </a:solidFill>
              </a:rPr>
              <a:t>Data analysis</a:t>
            </a:r>
          </a:p>
        </p:txBody>
      </p:sp>
      <p:sp>
        <p:nvSpPr>
          <p:cNvPr id="5" name="TextBox 4">
            <a:extLst>
              <a:ext uri="{FF2B5EF4-FFF2-40B4-BE49-F238E27FC236}">
                <a16:creationId xmlns:a16="http://schemas.microsoft.com/office/drawing/2014/main" id="{7D57E123-DBE6-859C-E892-EE861AF663EA}"/>
              </a:ext>
            </a:extLst>
          </p:cNvPr>
          <p:cNvSpPr txBox="1"/>
          <p:nvPr/>
        </p:nvSpPr>
        <p:spPr>
          <a:xfrm rot="10800000">
            <a:off x="4619486" y="3852137"/>
            <a:ext cx="2952610" cy="2101467"/>
          </a:xfrm>
          <a:prstGeom prst="rect">
            <a:avLst/>
          </a:prstGeom>
          <a:noFill/>
        </p:spPr>
        <p:txBody>
          <a:bodyPr wrap="square">
            <a:prstTxWarp prst="textArchUp">
              <a:avLst>
                <a:gd name="adj" fmla="val 11844860"/>
              </a:avLst>
            </a:prstTxWarp>
            <a:spAutoFit/>
          </a:bodyPr>
          <a:lstStyle/>
          <a:p>
            <a:pPr algn="ctr"/>
            <a:r>
              <a:rPr lang="en-US" noProof="0">
                <a:latin typeface="Aptos SemiBold" panose="020B0004020202020204" pitchFamily="34" charset="0"/>
              </a:rPr>
              <a:t>Covariates / independent variables</a:t>
            </a:r>
          </a:p>
        </p:txBody>
      </p:sp>
    </p:spTree>
    <p:extLst>
      <p:ext uri="{BB962C8B-B14F-4D97-AF65-F5344CB8AC3E}">
        <p14:creationId xmlns:p14="http://schemas.microsoft.com/office/powerpoint/2010/main" val="1243547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animBg="1"/>
      <p:bldP spid="16" grpId="0" animBg="1"/>
      <p:bldP spid="17" grpId="0" animBg="1"/>
      <p:bldP spid="19" grpId="0" animBg="1"/>
      <p:bldP spid="20" grpId="0" animBg="1"/>
      <p:bldP spid="21" grpId="0" animBg="1"/>
      <p:bldP spid="22" grpId="0"/>
      <p:bldP spid="24" grpId="0"/>
      <p:bldP spid="25" grpId="0"/>
      <p:bldP spid="26" grpId="0"/>
      <p:bldP spid="28" grpId="0"/>
      <p:bldP spid="29" grpId="0"/>
      <p:bldP spid="30" grpId="0"/>
      <p:bldP spid="31" grpId="0"/>
      <p:bldP spid="33"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B279-4B7D-7001-E0B9-50A0AA75D71D}"/>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742DF344-D4F5-7B00-5505-EC2EF6301C1A}"/>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6497A451-B65D-873B-08AE-D8502715BEB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7B32C36D-60CC-C758-FE6E-9F084EF8351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C3F9F99F-95D4-DA18-22CF-38B7024CC6D9}"/>
              </a:ext>
            </a:extLst>
          </p:cNvPr>
          <p:cNvSpPr txBox="1">
            <a:spLocks/>
          </p:cNvSpPr>
          <p:nvPr/>
        </p:nvSpPr>
        <p:spPr>
          <a:xfrm>
            <a:off x="891590" y="501651"/>
            <a:ext cx="5985460"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Data types and </a:t>
            </a:r>
            <a:b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b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model selection</a:t>
            </a:r>
          </a:p>
        </p:txBody>
      </p:sp>
      <p:sp>
        <p:nvSpPr>
          <p:cNvPr id="34" name="Footer Placeholder 4">
            <a:extLst>
              <a:ext uri="{FF2B5EF4-FFF2-40B4-BE49-F238E27FC236}">
                <a16:creationId xmlns:a16="http://schemas.microsoft.com/office/drawing/2014/main" id="{7140CF00-E79F-AEDB-A4F5-E9E0987FAE27}"/>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cxnSp>
        <p:nvCxnSpPr>
          <p:cNvPr id="6" name="Connector: Elbow 5">
            <a:extLst>
              <a:ext uri="{FF2B5EF4-FFF2-40B4-BE49-F238E27FC236}">
                <a16:creationId xmlns:a16="http://schemas.microsoft.com/office/drawing/2014/main" id="{5E933C50-ED1D-2EE1-CB9F-2882EF706D16}"/>
              </a:ext>
            </a:extLst>
          </p:cNvPr>
          <p:cNvCxnSpPr>
            <a:cxnSpLocks/>
            <a:stCxn id="136" idx="6"/>
            <a:endCxn id="57" idx="1"/>
          </p:cNvCxnSpPr>
          <p:nvPr/>
        </p:nvCxnSpPr>
        <p:spPr>
          <a:xfrm flipV="1">
            <a:off x="2598385" y="3479080"/>
            <a:ext cx="1045249" cy="473519"/>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Connector: Elbow 9">
            <a:extLst>
              <a:ext uri="{FF2B5EF4-FFF2-40B4-BE49-F238E27FC236}">
                <a16:creationId xmlns:a16="http://schemas.microsoft.com/office/drawing/2014/main" id="{73CFCEC3-E205-EEF3-6C90-5A79AA67B92E}"/>
              </a:ext>
            </a:extLst>
          </p:cNvPr>
          <p:cNvCxnSpPr>
            <a:cxnSpLocks/>
            <a:stCxn id="136" idx="6"/>
            <a:endCxn id="58" idx="1"/>
          </p:cNvCxnSpPr>
          <p:nvPr/>
        </p:nvCxnSpPr>
        <p:spPr>
          <a:xfrm>
            <a:off x="2598385" y="3952599"/>
            <a:ext cx="1045249" cy="12700"/>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nector: Elbow 17">
            <a:extLst>
              <a:ext uri="{FF2B5EF4-FFF2-40B4-BE49-F238E27FC236}">
                <a16:creationId xmlns:a16="http://schemas.microsoft.com/office/drawing/2014/main" id="{CD48B42F-A20C-D09F-5630-B9015980ED9C}"/>
              </a:ext>
            </a:extLst>
          </p:cNvPr>
          <p:cNvCxnSpPr>
            <a:cxnSpLocks/>
            <a:stCxn id="57" idx="3"/>
          </p:cNvCxnSpPr>
          <p:nvPr/>
        </p:nvCxnSpPr>
        <p:spPr>
          <a:xfrm flipV="1">
            <a:off x="4790462" y="2223647"/>
            <a:ext cx="314046" cy="1255433"/>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Connector: Elbow 26">
            <a:extLst>
              <a:ext uri="{FF2B5EF4-FFF2-40B4-BE49-F238E27FC236}">
                <a16:creationId xmlns:a16="http://schemas.microsoft.com/office/drawing/2014/main" id="{C3EB4A73-3E68-93D7-0E8E-866F103DBCB2}"/>
              </a:ext>
            </a:extLst>
          </p:cNvPr>
          <p:cNvCxnSpPr>
            <a:cxnSpLocks/>
            <a:stCxn id="57" idx="3"/>
          </p:cNvCxnSpPr>
          <p:nvPr/>
        </p:nvCxnSpPr>
        <p:spPr>
          <a:xfrm flipV="1">
            <a:off x="4790462" y="3165855"/>
            <a:ext cx="314045" cy="313225"/>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Rectangle: Rounded Corners 31">
            <a:extLst>
              <a:ext uri="{FF2B5EF4-FFF2-40B4-BE49-F238E27FC236}">
                <a16:creationId xmlns:a16="http://schemas.microsoft.com/office/drawing/2014/main" id="{2BDE8AB9-7345-BC3C-D9C6-422861D45C26}"/>
              </a:ext>
            </a:extLst>
          </p:cNvPr>
          <p:cNvSpPr/>
          <p:nvPr/>
        </p:nvSpPr>
        <p:spPr>
          <a:xfrm>
            <a:off x="6661544" y="1991253"/>
            <a:ext cx="1149725" cy="308162"/>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Binary</a:t>
            </a:r>
          </a:p>
        </p:txBody>
      </p:sp>
      <p:sp>
        <p:nvSpPr>
          <p:cNvPr id="41" name="Rectangle: Rounded Corners 40">
            <a:extLst>
              <a:ext uri="{FF2B5EF4-FFF2-40B4-BE49-F238E27FC236}">
                <a16:creationId xmlns:a16="http://schemas.microsoft.com/office/drawing/2014/main" id="{7B6F0DD8-21DA-B5B1-21B3-F4123F8A87B0}"/>
              </a:ext>
            </a:extLst>
          </p:cNvPr>
          <p:cNvSpPr/>
          <p:nvPr/>
        </p:nvSpPr>
        <p:spPr>
          <a:xfrm>
            <a:off x="8566384" y="2007828"/>
            <a:ext cx="2416720" cy="272089"/>
          </a:xfrm>
          <a:prstGeom prst="roundRect">
            <a:avLst/>
          </a:prstGeom>
          <a:solidFill>
            <a:srgbClr val="FF5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US" sz="1200" noProof="0">
                <a:solidFill>
                  <a:sysClr val="windowText" lastClr="000000"/>
                </a:solidFill>
              </a:rPr>
              <a:t>Logit/probit regression</a:t>
            </a:r>
          </a:p>
        </p:txBody>
      </p:sp>
      <p:cxnSp>
        <p:nvCxnSpPr>
          <p:cNvPr id="42" name="Straight Arrow Connector 41">
            <a:extLst>
              <a:ext uri="{FF2B5EF4-FFF2-40B4-BE49-F238E27FC236}">
                <a16:creationId xmlns:a16="http://schemas.microsoft.com/office/drawing/2014/main" id="{67AB79AE-39F9-87E4-1EAA-0EACBAABA460}"/>
              </a:ext>
            </a:extLst>
          </p:cNvPr>
          <p:cNvCxnSpPr>
            <a:cxnSpLocks/>
            <a:stCxn id="32" idx="3"/>
            <a:endCxn id="41" idx="1"/>
          </p:cNvCxnSpPr>
          <p:nvPr/>
        </p:nvCxnSpPr>
        <p:spPr>
          <a:xfrm flipV="1">
            <a:off x="7811269" y="2143873"/>
            <a:ext cx="755115" cy="1461"/>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Oval 42">
            <a:extLst>
              <a:ext uri="{FF2B5EF4-FFF2-40B4-BE49-F238E27FC236}">
                <a16:creationId xmlns:a16="http://schemas.microsoft.com/office/drawing/2014/main" id="{D83E9C75-2B0C-527E-C32A-C6E50C088F25}"/>
              </a:ext>
            </a:extLst>
          </p:cNvPr>
          <p:cNvSpPr/>
          <p:nvPr/>
        </p:nvSpPr>
        <p:spPr>
          <a:xfrm>
            <a:off x="8566384" y="2131198"/>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5" name="Oval 44">
            <a:extLst>
              <a:ext uri="{FF2B5EF4-FFF2-40B4-BE49-F238E27FC236}">
                <a16:creationId xmlns:a16="http://schemas.microsoft.com/office/drawing/2014/main" id="{589A2934-6D82-C555-B888-8E2FE00B1342}"/>
              </a:ext>
            </a:extLst>
          </p:cNvPr>
          <p:cNvSpPr/>
          <p:nvPr/>
        </p:nvSpPr>
        <p:spPr>
          <a:xfrm>
            <a:off x="8566384" y="3026903"/>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7" name="Oval 46">
            <a:extLst>
              <a:ext uri="{FF2B5EF4-FFF2-40B4-BE49-F238E27FC236}">
                <a16:creationId xmlns:a16="http://schemas.microsoft.com/office/drawing/2014/main" id="{40779F04-DEB3-2898-4EB4-99289F3A948F}"/>
              </a:ext>
            </a:extLst>
          </p:cNvPr>
          <p:cNvSpPr/>
          <p:nvPr/>
        </p:nvSpPr>
        <p:spPr>
          <a:xfrm>
            <a:off x="8558461" y="3073406"/>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9" name="Oval 48">
            <a:extLst>
              <a:ext uri="{FF2B5EF4-FFF2-40B4-BE49-F238E27FC236}">
                <a16:creationId xmlns:a16="http://schemas.microsoft.com/office/drawing/2014/main" id="{0C830ABC-961B-4550-52E2-FC712EC0E989}"/>
              </a:ext>
            </a:extLst>
          </p:cNvPr>
          <p:cNvSpPr/>
          <p:nvPr/>
        </p:nvSpPr>
        <p:spPr>
          <a:xfrm>
            <a:off x="8557882" y="3964529"/>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0" name="Oval 49">
            <a:extLst>
              <a:ext uri="{FF2B5EF4-FFF2-40B4-BE49-F238E27FC236}">
                <a16:creationId xmlns:a16="http://schemas.microsoft.com/office/drawing/2014/main" id="{4000E02F-B78A-6CA0-14C3-F8BC3C259CD5}"/>
              </a:ext>
            </a:extLst>
          </p:cNvPr>
          <p:cNvSpPr/>
          <p:nvPr/>
        </p:nvSpPr>
        <p:spPr>
          <a:xfrm>
            <a:off x="8549959" y="4011032"/>
            <a:ext cx="184897" cy="184897"/>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6" name="Oval 55">
            <a:extLst>
              <a:ext uri="{FF2B5EF4-FFF2-40B4-BE49-F238E27FC236}">
                <a16:creationId xmlns:a16="http://schemas.microsoft.com/office/drawing/2014/main" id="{4C030DDC-68B9-FEEE-689F-CECC36B78F9E}"/>
              </a:ext>
            </a:extLst>
          </p:cNvPr>
          <p:cNvSpPr/>
          <p:nvPr/>
        </p:nvSpPr>
        <p:spPr>
          <a:xfrm>
            <a:off x="891590" y="3621826"/>
            <a:ext cx="661546" cy="661546"/>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ysClr val="windowText" lastClr="000000"/>
                </a:solidFill>
              </a:rPr>
              <a:t>Objective</a:t>
            </a:r>
          </a:p>
        </p:txBody>
      </p:sp>
      <p:sp>
        <p:nvSpPr>
          <p:cNvPr id="57" name="Rectangle: Rounded Corners 56">
            <a:extLst>
              <a:ext uri="{FF2B5EF4-FFF2-40B4-BE49-F238E27FC236}">
                <a16:creationId xmlns:a16="http://schemas.microsoft.com/office/drawing/2014/main" id="{D24863B7-CD6D-1A69-DFFF-BAE518F943FF}"/>
              </a:ext>
            </a:extLst>
          </p:cNvPr>
          <p:cNvSpPr/>
          <p:nvPr/>
        </p:nvSpPr>
        <p:spPr>
          <a:xfrm>
            <a:off x="3643634" y="3213834"/>
            <a:ext cx="1146828" cy="530492"/>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Outcome </a:t>
            </a:r>
            <a:br>
              <a:rPr lang="en-US" sz="1200" b="1" noProof="0">
                <a:solidFill>
                  <a:schemeClr val="bg1"/>
                </a:solidFill>
              </a:rPr>
            </a:br>
            <a:r>
              <a:rPr lang="en-US" sz="1200" b="1" noProof="0">
                <a:solidFill>
                  <a:schemeClr val="bg1"/>
                </a:solidFill>
              </a:rPr>
              <a:t>variable</a:t>
            </a:r>
          </a:p>
        </p:txBody>
      </p:sp>
      <p:sp>
        <p:nvSpPr>
          <p:cNvPr id="58" name="Rectangle: Rounded Corners 57">
            <a:extLst>
              <a:ext uri="{FF2B5EF4-FFF2-40B4-BE49-F238E27FC236}">
                <a16:creationId xmlns:a16="http://schemas.microsoft.com/office/drawing/2014/main" id="{AD796FD8-8280-65FA-E647-C9553F4B29EB}"/>
              </a:ext>
            </a:extLst>
          </p:cNvPr>
          <p:cNvSpPr/>
          <p:nvPr/>
        </p:nvSpPr>
        <p:spPr>
          <a:xfrm>
            <a:off x="3643634" y="3798518"/>
            <a:ext cx="1146828" cy="30816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ysClr val="windowText" lastClr="000000"/>
                </a:solidFill>
              </a:rPr>
              <a:t>Covariates</a:t>
            </a:r>
          </a:p>
        </p:txBody>
      </p:sp>
      <p:sp>
        <p:nvSpPr>
          <p:cNvPr id="67" name="Rectangle: Rounded Corners 66">
            <a:extLst>
              <a:ext uri="{FF2B5EF4-FFF2-40B4-BE49-F238E27FC236}">
                <a16:creationId xmlns:a16="http://schemas.microsoft.com/office/drawing/2014/main" id="{13675F0B-8746-620A-7777-15D12FA56EA2}"/>
              </a:ext>
            </a:extLst>
          </p:cNvPr>
          <p:cNvSpPr/>
          <p:nvPr/>
        </p:nvSpPr>
        <p:spPr>
          <a:xfrm>
            <a:off x="5114593" y="2080113"/>
            <a:ext cx="1149725" cy="308162"/>
          </a:xfrm>
          <a:prstGeom prst="roundRect">
            <a:avLst/>
          </a:prstGeom>
          <a:solidFill>
            <a:srgbClr val="FF50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Categorical</a:t>
            </a:r>
          </a:p>
        </p:txBody>
      </p:sp>
      <p:sp>
        <p:nvSpPr>
          <p:cNvPr id="68" name="Rectangle: Rounded Corners 67">
            <a:extLst>
              <a:ext uri="{FF2B5EF4-FFF2-40B4-BE49-F238E27FC236}">
                <a16:creationId xmlns:a16="http://schemas.microsoft.com/office/drawing/2014/main" id="{6BBBFB75-5D3D-2B77-51E3-0F936B38E67C}"/>
              </a:ext>
            </a:extLst>
          </p:cNvPr>
          <p:cNvSpPr/>
          <p:nvPr/>
        </p:nvSpPr>
        <p:spPr>
          <a:xfrm>
            <a:off x="5114592" y="3022321"/>
            <a:ext cx="1149725" cy="308162"/>
          </a:xfrm>
          <a:prstGeom prst="roundRect">
            <a:avLst/>
          </a:prstGeom>
          <a:solidFill>
            <a:srgbClr val="CC006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Numerical</a:t>
            </a:r>
          </a:p>
        </p:txBody>
      </p:sp>
      <p:sp>
        <p:nvSpPr>
          <p:cNvPr id="74" name="Rectangle: Rounded Corners 73">
            <a:extLst>
              <a:ext uri="{FF2B5EF4-FFF2-40B4-BE49-F238E27FC236}">
                <a16:creationId xmlns:a16="http://schemas.microsoft.com/office/drawing/2014/main" id="{A4F7D98A-03A1-4C94-57D6-40704622EFEA}"/>
              </a:ext>
            </a:extLst>
          </p:cNvPr>
          <p:cNvSpPr/>
          <p:nvPr/>
        </p:nvSpPr>
        <p:spPr>
          <a:xfrm>
            <a:off x="6642718" y="1621086"/>
            <a:ext cx="1149725" cy="308162"/>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Ordered</a:t>
            </a:r>
          </a:p>
        </p:txBody>
      </p:sp>
      <p:sp>
        <p:nvSpPr>
          <p:cNvPr id="75" name="Rectangle: Rounded Corners 74">
            <a:extLst>
              <a:ext uri="{FF2B5EF4-FFF2-40B4-BE49-F238E27FC236}">
                <a16:creationId xmlns:a16="http://schemas.microsoft.com/office/drawing/2014/main" id="{8E53D1B8-A240-9250-B94F-F57891D045AF}"/>
              </a:ext>
            </a:extLst>
          </p:cNvPr>
          <p:cNvSpPr/>
          <p:nvPr/>
        </p:nvSpPr>
        <p:spPr>
          <a:xfrm>
            <a:off x="6642718" y="1252001"/>
            <a:ext cx="1149725" cy="308162"/>
          </a:xfrm>
          <a:prstGeom prst="roundRect">
            <a:avLst/>
          </a:prstGeom>
          <a:solidFill>
            <a:srgbClr val="FF5050">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Multinomial</a:t>
            </a:r>
          </a:p>
        </p:txBody>
      </p:sp>
      <p:cxnSp>
        <p:nvCxnSpPr>
          <p:cNvPr id="76" name="Connector: Elbow 75">
            <a:extLst>
              <a:ext uri="{FF2B5EF4-FFF2-40B4-BE49-F238E27FC236}">
                <a16:creationId xmlns:a16="http://schemas.microsoft.com/office/drawing/2014/main" id="{40423ACB-0AD6-4D8F-CF19-700F64A362E2}"/>
              </a:ext>
            </a:extLst>
          </p:cNvPr>
          <p:cNvCxnSpPr>
            <a:cxnSpLocks/>
            <a:stCxn id="67" idx="3"/>
            <a:endCxn id="75" idx="1"/>
          </p:cNvCxnSpPr>
          <p:nvPr/>
        </p:nvCxnSpPr>
        <p:spPr>
          <a:xfrm flipV="1">
            <a:off x="6264318" y="1406082"/>
            <a:ext cx="378400" cy="828112"/>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Connector: Elbow 78">
            <a:extLst>
              <a:ext uri="{FF2B5EF4-FFF2-40B4-BE49-F238E27FC236}">
                <a16:creationId xmlns:a16="http://schemas.microsoft.com/office/drawing/2014/main" id="{63567063-6520-16E9-2BFE-6B6A9193062F}"/>
              </a:ext>
            </a:extLst>
          </p:cNvPr>
          <p:cNvCxnSpPr>
            <a:cxnSpLocks/>
            <a:stCxn id="67" idx="3"/>
            <a:endCxn id="74" idx="1"/>
          </p:cNvCxnSpPr>
          <p:nvPr/>
        </p:nvCxnSpPr>
        <p:spPr>
          <a:xfrm flipV="1">
            <a:off x="6264318" y="1775167"/>
            <a:ext cx="378400" cy="459027"/>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7" name="Rectangle: Rounded Corners 86">
            <a:extLst>
              <a:ext uri="{FF2B5EF4-FFF2-40B4-BE49-F238E27FC236}">
                <a16:creationId xmlns:a16="http://schemas.microsoft.com/office/drawing/2014/main" id="{C43EF607-0666-AB21-C8F1-5E7537F66616}"/>
              </a:ext>
            </a:extLst>
          </p:cNvPr>
          <p:cNvSpPr/>
          <p:nvPr/>
        </p:nvSpPr>
        <p:spPr>
          <a:xfrm>
            <a:off x="8586274" y="1281450"/>
            <a:ext cx="2416720" cy="247581"/>
          </a:xfrm>
          <a:prstGeom prst="roundRect">
            <a:avLst/>
          </a:prstGeom>
          <a:solidFill>
            <a:srgbClr val="FF5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US" sz="1200" noProof="0">
                <a:solidFill>
                  <a:sysClr val="windowText" lastClr="000000"/>
                </a:solidFill>
              </a:rPr>
              <a:t>Multinominal logit regression</a:t>
            </a:r>
          </a:p>
        </p:txBody>
      </p:sp>
      <p:sp>
        <p:nvSpPr>
          <p:cNvPr id="88" name="Rectangle: Rounded Corners 87">
            <a:extLst>
              <a:ext uri="{FF2B5EF4-FFF2-40B4-BE49-F238E27FC236}">
                <a16:creationId xmlns:a16="http://schemas.microsoft.com/office/drawing/2014/main" id="{6906E4A3-8C50-2803-5859-3C6848330D64}"/>
              </a:ext>
            </a:extLst>
          </p:cNvPr>
          <p:cNvSpPr/>
          <p:nvPr/>
        </p:nvSpPr>
        <p:spPr>
          <a:xfrm>
            <a:off x="8586896" y="1651940"/>
            <a:ext cx="2416720" cy="247581"/>
          </a:xfrm>
          <a:prstGeom prst="roundRect">
            <a:avLst/>
          </a:prstGeom>
          <a:solidFill>
            <a:srgbClr val="FF5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US" sz="1200" noProof="0">
                <a:solidFill>
                  <a:sysClr val="windowText" lastClr="000000"/>
                </a:solidFill>
              </a:rPr>
              <a:t>Ordered logit regression</a:t>
            </a:r>
          </a:p>
        </p:txBody>
      </p:sp>
      <p:cxnSp>
        <p:nvCxnSpPr>
          <p:cNvPr id="93" name="Straight Arrow Connector 92">
            <a:extLst>
              <a:ext uri="{FF2B5EF4-FFF2-40B4-BE49-F238E27FC236}">
                <a16:creationId xmlns:a16="http://schemas.microsoft.com/office/drawing/2014/main" id="{1B7359F4-3D2D-FEDF-3267-4FE088EDB13C}"/>
              </a:ext>
            </a:extLst>
          </p:cNvPr>
          <p:cNvCxnSpPr>
            <a:cxnSpLocks/>
            <a:stCxn id="74" idx="3"/>
            <a:endCxn id="88" idx="1"/>
          </p:cNvCxnSpPr>
          <p:nvPr/>
        </p:nvCxnSpPr>
        <p:spPr>
          <a:xfrm>
            <a:off x="7792443" y="1775167"/>
            <a:ext cx="794453" cy="564"/>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6" name="Straight Arrow Connector 95">
            <a:extLst>
              <a:ext uri="{FF2B5EF4-FFF2-40B4-BE49-F238E27FC236}">
                <a16:creationId xmlns:a16="http://schemas.microsoft.com/office/drawing/2014/main" id="{9323F2D3-0260-AE37-1F60-1C2501E467DB}"/>
              </a:ext>
            </a:extLst>
          </p:cNvPr>
          <p:cNvCxnSpPr>
            <a:cxnSpLocks/>
            <a:stCxn id="75" idx="3"/>
            <a:endCxn id="87" idx="1"/>
          </p:cNvCxnSpPr>
          <p:nvPr/>
        </p:nvCxnSpPr>
        <p:spPr>
          <a:xfrm flipV="1">
            <a:off x="7792443" y="1405241"/>
            <a:ext cx="793831" cy="841"/>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Rectangle: Rounded Corners 101">
            <a:extLst>
              <a:ext uri="{FF2B5EF4-FFF2-40B4-BE49-F238E27FC236}">
                <a16:creationId xmlns:a16="http://schemas.microsoft.com/office/drawing/2014/main" id="{0DF25486-94B6-4231-717F-D0DFB3B28DAB}"/>
              </a:ext>
            </a:extLst>
          </p:cNvPr>
          <p:cNvSpPr/>
          <p:nvPr/>
        </p:nvSpPr>
        <p:spPr>
          <a:xfrm>
            <a:off x="8566384" y="3035768"/>
            <a:ext cx="2416720" cy="280288"/>
          </a:xfrm>
          <a:prstGeom prst="roundRect">
            <a:avLst/>
          </a:prstGeom>
          <a:solidFill>
            <a:srgbClr val="CC00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bg1"/>
                </a:solidFill>
              </a:rPr>
              <a:t>Cox proportional hazards model</a:t>
            </a:r>
          </a:p>
        </p:txBody>
      </p:sp>
      <p:sp>
        <p:nvSpPr>
          <p:cNvPr id="103" name="Rectangle: Rounded Corners 102">
            <a:extLst>
              <a:ext uri="{FF2B5EF4-FFF2-40B4-BE49-F238E27FC236}">
                <a16:creationId xmlns:a16="http://schemas.microsoft.com/office/drawing/2014/main" id="{5FCD9817-D8D0-F60B-C8C3-E9F0EE7BC077}"/>
              </a:ext>
            </a:extLst>
          </p:cNvPr>
          <p:cNvSpPr/>
          <p:nvPr/>
        </p:nvSpPr>
        <p:spPr>
          <a:xfrm>
            <a:off x="8586274" y="3374118"/>
            <a:ext cx="2416720" cy="280288"/>
          </a:xfrm>
          <a:prstGeom prst="roundRect">
            <a:avLst/>
          </a:prstGeom>
          <a:solidFill>
            <a:srgbClr val="CC00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bg1"/>
                </a:solidFill>
              </a:rPr>
              <a:t>Linear regression</a:t>
            </a:r>
          </a:p>
        </p:txBody>
      </p:sp>
      <p:sp>
        <p:nvSpPr>
          <p:cNvPr id="113" name="Rectangle: Rounded Corners 112">
            <a:extLst>
              <a:ext uri="{FF2B5EF4-FFF2-40B4-BE49-F238E27FC236}">
                <a16:creationId xmlns:a16="http://schemas.microsoft.com/office/drawing/2014/main" id="{05536915-15D8-2AC1-AA78-285415E7BD43}"/>
              </a:ext>
            </a:extLst>
          </p:cNvPr>
          <p:cNvSpPr/>
          <p:nvPr/>
        </p:nvSpPr>
        <p:spPr>
          <a:xfrm>
            <a:off x="8586274" y="3715827"/>
            <a:ext cx="2416720" cy="280288"/>
          </a:xfrm>
          <a:prstGeom prst="roundRect">
            <a:avLst/>
          </a:prstGeom>
          <a:solidFill>
            <a:srgbClr val="CC00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bg1"/>
                </a:solidFill>
              </a:rPr>
              <a:t>Poisson regression</a:t>
            </a:r>
          </a:p>
        </p:txBody>
      </p:sp>
      <p:cxnSp>
        <p:nvCxnSpPr>
          <p:cNvPr id="114" name="Straight Arrow Connector 113">
            <a:extLst>
              <a:ext uri="{FF2B5EF4-FFF2-40B4-BE49-F238E27FC236}">
                <a16:creationId xmlns:a16="http://schemas.microsoft.com/office/drawing/2014/main" id="{102596EC-ECDC-653F-B93C-6E43495AD182}"/>
              </a:ext>
            </a:extLst>
          </p:cNvPr>
          <p:cNvCxnSpPr>
            <a:cxnSpLocks/>
            <a:stCxn id="109" idx="3"/>
            <a:endCxn id="113" idx="1"/>
          </p:cNvCxnSpPr>
          <p:nvPr/>
        </p:nvCxnSpPr>
        <p:spPr>
          <a:xfrm flipV="1">
            <a:off x="7811269" y="3855971"/>
            <a:ext cx="775005" cy="98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9" name="Rectangle: Rounded Corners 118">
            <a:extLst>
              <a:ext uri="{FF2B5EF4-FFF2-40B4-BE49-F238E27FC236}">
                <a16:creationId xmlns:a16="http://schemas.microsoft.com/office/drawing/2014/main" id="{D0CDFDB6-9D9A-7E92-8FF5-1952639362C5}"/>
              </a:ext>
            </a:extLst>
          </p:cNvPr>
          <p:cNvSpPr/>
          <p:nvPr/>
        </p:nvSpPr>
        <p:spPr>
          <a:xfrm>
            <a:off x="8586274" y="4086397"/>
            <a:ext cx="2416720" cy="280288"/>
          </a:xfrm>
          <a:prstGeom prst="roundRect">
            <a:avLst/>
          </a:prstGeom>
          <a:solidFill>
            <a:srgbClr val="CC00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bg1"/>
                </a:solidFill>
              </a:rPr>
              <a:t>Negative binomial regression</a:t>
            </a:r>
          </a:p>
        </p:txBody>
      </p:sp>
      <p:cxnSp>
        <p:nvCxnSpPr>
          <p:cNvPr id="120" name="Connector: Elbow 119">
            <a:extLst>
              <a:ext uri="{FF2B5EF4-FFF2-40B4-BE49-F238E27FC236}">
                <a16:creationId xmlns:a16="http://schemas.microsoft.com/office/drawing/2014/main" id="{D1C0B51E-E1BE-E5A9-D7D1-3D05B8D31F94}"/>
              </a:ext>
            </a:extLst>
          </p:cNvPr>
          <p:cNvCxnSpPr>
            <a:cxnSpLocks/>
            <a:stCxn id="109" idx="3"/>
            <a:endCxn id="119" idx="1"/>
          </p:cNvCxnSpPr>
          <p:nvPr/>
        </p:nvCxnSpPr>
        <p:spPr>
          <a:xfrm>
            <a:off x="7811269" y="3856951"/>
            <a:ext cx="775005" cy="369590"/>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9" name="Rectangle: Rounded Corners 128">
            <a:extLst>
              <a:ext uri="{FF2B5EF4-FFF2-40B4-BE49-F238E27FC236}">
                <a16:creationId xmlns:a16="http://schemas.microsoft.com/office/drawing/2014/main" id="{290B8B60-3942-1A8B-BFA9-373F6A6A6367}"/>
              </a:ext>
            </a:extLst>
          </p:cNvPr>
          <p:cNvSpPr/>
          <p:nvPr/>
        </p:nvSpPr>
        <p:spPr>
          <a:xfrm>
            <a:off x="8586274" y="4436115"/>
            <a:ext cx="2416720" cy="280288"/>
          </a:xfrm>
          <a:prstGeom prst="roundRect">
            <a:avLst/>
          </a:prstGeom>
          <a:solidFill>
            <a:srgbClr val="CC0066">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bg1"/>
                </a:solidFill>
              </a:rPr>
              <a:t>Beta regression</a:t>
            </a:r>
          </a:p>
        </p:txBody>
      </p:sp>
      <p:cxnSp>
        <p:nvCxnSpPr>
          <p:cNvPr id="131" name="Straight Arrow Connector 130">
            <a:extLst>
              <a:ext uri="{FF2B5EF4-FFF2-40B4-BE49-F238E27FC236}">
                <a16:creationId xmlns:a16="http://schemas.microsoft.com/office/drawing/2014/main" id="{9F42703F-3CBE-4F9E-712A-BE3C1754012C}"/>
              </a:ext>
            </a:extLst>
          </p:cNvPr>
          <p:cNvCxnSpPr>
            <a:cxnSpLocks/>
            <a:stCxn id="124" idx="3"/>
            <a:endCxn id="129" idx="1"/>
          </p:cNvCxnSpPr>
          <p:nvPr/>
        </p:nvCxnSpPr>
        <p:spPr>
          <a:xfrm>
            <a:off x="7792443" y="4576259"/>
            <a:ext cx="793831" cy="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6" name="Oval 135">
            <a:extLst>
              <a:ext uri="{FF2B5EF4-FFF2-40B4-BE49-F238E27FC236}">
                <a16:creationId xmlns:a16="http://schemas.microsoft.com/office/drawing/2014/main" id="{3A2845A5-7CD6-7217-774F-876352F44FC9}"/>
              </a:ext>
            </a:extLst>
          </p:cNvPr>
          <p:cNvSpPr/>
          <p:nvPr/>
        </p:nvSpPr>
        <p:spPr>
          <a:xfrm>
            <a:off x="1936839" y="3621826"/>
            <a:ext cx="661546" cy="661546"/>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100" b="1" noProof="0">
                <a:solidFill>
                  <a:sysClr val="windowText" lastClr="000000"/>
                </a:solidFill>
              </a:rPr>
              <a:t>Data </a:t>
            </a:r>
            <a:br>
              <a:rPr lang="en-US" sz="1100" b="1" noProof="0">
                <a:solidFill>
                  <a:sysClr val="windowText" lastClr="000000"/>
                </a:solidFill>
              </a:rPr>
            </a:br>
            <a:r>
              <a:rPr lang="en-US" sz="1100" b="1" noProof="0">
                <a:solidFill>
                  <a:sysClr val="windowText" lastClr="000000"/>
                </a:solidFill>
              </a:rPr>
              <a:t>structure</a:t>
            </a:r>
          </a:p>
        </p:txBody>
      </p:sp>
      <p:cxnSp>
        <p:nvCxnSpPr>
          <p:cNvPr id="138" name="Straight Arrow Connector 137">
            <a:extLst>
              <a:ext uri="{FF2B5EF4-FFF2-40B4-BE49-F238E27FC236}">
                <a16:creationId xmlns:a16="http://schemas.microsoft.com/office/drawing/2014/main" id="{823D7340-1375-EB09-0333-BC7CFEB6DC04}"/>
              </a:ext>
            </a:extLst>
          </p:cNvPr>
          <p:cNvCxnSpPr>
            <a:cxnSpLocks/>
            <a:stCxn id="56" idx="6"/>
            <a:endCxn id="136" idx="2"/>
          </p:cNvCxnSpPr>
          <p:nvPr/>
        </p:nvCxnSpPr>
        <p:spPr>
          <a:xfrm>
            <a:off x="1553136" y="3952599"/>
            <a:ext cx="383703" cy="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7" name="Rectangle: Rounded Corners 146">
            <a:extLst>
              <a:ext uri="{FF2B5EF4-FFF2-40B4-BE49-F238E27FC236}">
                <a16:creationId xmlns:a16="http://schemas.microsoft.com/office/drawing/2014/main" id="{835C4CDF-EF66-339C-76A3-D8687B8EB248}"/>
              </a:ext>
            </a:extLst>
          </p:cNvPr>
          <p:cNvSpPr/>
          <p:nvPr/>
        </p:nvSpPr>
        <p:spPr>
          <a:xfrm>
            <a:off x="2496806" y="4689033"/>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tx1">
                    <a:lumMod val="50000"/>
                    <a:lumOff val="50000"/>
                  </a:schemeClr>
                </a:solidFill>
              </a:rPr>
              <a:t>Cross section</a:t>
            </a:r>
          </a:p>
        </p:txBody>
      </p:sp>
      <p:sp>
        <p:nvSpPr>
          <p:cNvPr id="151" name="Rectangle: Rounded Corners 150">
            <a:extLst>
              <a:ext uri="{FF2B5EF4-FFF2-40B4-BE49-F238E27FC236}">
                <a16:creationId xmlns:a16="http://schemas.microsoft.com/office/drawing/2014/main" id="{EE6DE10C-58F5-27CF-82F2-0C36006A606C}"/>
              </a:ext>
            </a:extLst>
          </p:cNvPr>
          <p:cNvSpPr/>
          <p:nvPr/>
        </p:nvSpPr>
        <p:spPr>
          <a:xfrm>
            <a:off x="2496806" y="5013436"/>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tx1">
                    <a:lumMod val="50000"/>
                    <a:lumOff val="50000"/>
                  </a:schemeClr>
                </a:solidFill>
              </a:rPr>
              <a:t>Time series</a:t>
            </a:r>
          </a:p>
        </p:txBody>
      </p:sp>
      <p:sp>
        <p:nvSpPr>
          <p:cNvPr id="152" name="Rectangle: Rounded Corners 151">
            <a:extLst>
              <a:ext uri="{FF2B5EF4-FFF2-40B4-BE49-F238E27FC236}">
                <a16:creationId xmlns:a16="http://schemas.microsoft.com/office/drawing/2014/main" id="{9205989B-4707-023E-A5A5-4D63EF65C4B8}"/>
              </a:ext>
            </a:extLst>
          </p:cNvPr>
          <p:cNvSpPr/>
          <p:nvPr/>
        </p:nvSpPr>
        <p:spPr>
          <a:xfrm>
            <a:off x="2496806" y="5337839"/>
            <a:ext cx="1146828" cy="255442"/>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tx1">
                    <a:lumMod val="50000"/>
                    <a:lumOff val="50000"/>
                  </a:schemeClr>
                </a:solidFill>
              </a:rPr>
              <a:t>Panel</a:t>
            </a:r>
          </a:p>
        </p:txBody>
      </p:sp>
      <p:sp>
        <p:nvSpPr>
          <p:cNvPr id="153" name="Rectangle: Rounded Corners 152">
            <a:extLst>
              <a:ext uri="{FF2B5EF4-FFF2-40B4-BE49-F238E27FC236}">
                <a16:creationId xmlns:a16="http://schemas.microsoft.com/office/drawing/2014/main" id="{0E0732A6-D82E-73A7-145F-DC0491300086}"/>
              </a:ext>
            </a:extLst>
          </p:cNvPr>
          <p:cNvSpPr/>
          <p:nvPr/>
        </p:nvSpPr>
        <p:spPr>
          <a:xfrm>
            <a:off x="2496806" y="5662242"/>
            <a:ext cx="1146828" cy="400616"/>
          </a:xfrm>
          <a:prstGeom prst="round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91440" bIns="0" rtlCol="0" anchor="ctr"/>
          <a:lstStyle/>
          <a:p>
            <a:pPr algn="r"/>
            <a:r>
              <a:rPr lang="en-US" sz="1200" noProof="0">
                <a:solidFill>
                  <a:schemeClr val="tx1">
                    <a:lumMod val="50000"/>
                    <a:lumOff val="50000"/>
                  </a:schemeClr>
                </a:solidFill>
              </a:rPr>
              <a:t>Repeated </a:t>
            </a:r>
            <a:br>
              <a:rPr lang="en-US" sz="1200" noProof="0">
                <a:solidFill>
                  <a:schemeClr val="tx1">
                    <a:lumMod val="50000"/>
                    <a:lumOff val="50000"/>
                  </a:schemeClr>
                </a:solidFill>
              </a:rPr>
            </a:br>
            <a:r>
              <a:rPr lang="en-US" sz="1200" noProof="0">
                <a:solidFill>
                  <a:schemeClr val="tx1">
                    <a:lumMod val="50000"/>
                    <a:lumOff val="50000"/>
                  </a:schemeClr>
                </a:solidFill>
              </a:rPr>
              <a:t>cross section</a:t>
            </a:r>
          </a:p>
        </p:txBody>
      </p:sp>
      <p:cxnSp>
        <p:nvCxnSpPr>
          <p:cNvPr id="157" name="Connector: Elbow 156">
            <a:extLst>
              <a:ext uri="{FF2B5EF4-FFF2-40B4-BE49-F238E27FC236}">
                <a16:creationId xmlns:a16="http://schemas.microsoft.com/office/drawing/2014/main" id="{A0DD67E1-8C36-08C0-3851-9AC105CFC350}"/>
              </a:ext>
            </a:extLst>
          </p:cNvPr>
          <p:cNvCxnSpPr>
            <a:cxnSpLocks/>
            <a:stCxn id="136" idx="4"/>
            <a:endCxn id="147" idx="1"/>
          </p:cNvCxnSpPr>
          <p:nvPr/>
        </p:nvCxnSpPr>
        <p:spPr>
          <a:xfrm rot="16200000" flipH="1">
            <a:off x="2115518" y="4435466"/>
            <a:ext cx="533382"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0" name="Connector: Elbow 159">
            <a:extLst>
              <a:ext uri="{FF2B5EF4-FFF2-40B4-BE49-F238E27FC236}">
                <a16:creationId xmlns:a16="http://schemas.microsoft.com/office/drawing/2014/main" id="{F5E89FB9-76C2-3AFB-C687-023F3E2912AA}"/>
              </a:ext>
            </a:extLst>
          </p:cNvPr>
          <p:cNvCxnSpPr>
            <a:cxnSpLocks/>
            <a:stCxn id="136" idx="4"/>
            <a:endCxn id="151" idx="1"/>
          </p:cNvCxnSpPr>
          <p:nvPr/>
        </p:nvCxnSpPr>
        <p:spPr>
          <a:xfrm rot="16200000" flipH="1">
            <a:off x="1953317" y="4597667"/>
            <a:ext cx="857785"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3" name="Connector: Elbow 162">
            <a:extLst>
              <a:ext uri="{FF2B5EF4-FFF2-40B4-BE49-F238E27FC236}">
                <a16:creationId xmlns:a16="http://schemas.microsoft.com/office/drawing/2014/main" id="{8BE8F8E1-E3D0-717C-E39C-C725712C12A6}"/>
              </a:ext>
            </a:extLst>
          </p:cNvPr>
          <p:cNvCxnSpPr>
            <a:cxnSpLocks/>
            <a:stCxn id="136" idx="4"/>
            <a:endCxn id="152" idx="1"/>
          </p:cNvCxnSpPr>
          <p:nvPr/>
        </p:nvCxnSpPr>
        <p:spPr>
          <a:xfrm rot="16200000" flipH="1">
            <a:off x="1791115" y="4759869"/>
            <a:ext cx="1182188"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6" name="Connector: Elbow 165">
            <a:extLst>
              <a:ext uri="{FF2B5EF4-FFF2-40B4-BE49-F238E27FC236}">
                <a16:creationId xmlns:a16="http://schemas.microsoft.com/office/drawing/2014/main" id="{C504B4C8-9907-B74B-2638-62C5F35DBDD0}"/>
              </a:ext>
            </a:extLst>
          </p:cNvPr>
          <p:cNvCxnSpPr>
            <a:cxnSpLocks/>
            <a:stCxn id="136" idx="4"/>
            <a:endCxn id="153" idx="1"/>
          </p:cNvCxnSpPr>
          <p:nvPr/>
        </p:nvCxnSpPr>
        <p:spPr>
          <a:xfrm rot="16200000" flipH="1">
            <a:off x="1592620" y="4958364"/>
            <a:ext cx="1579178" cy="229194"/>
          </a:xfrm>
          <a:prstGeom prst="bentConnector2">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3" name="Straight Arrow Connector 172">
            <a:extLst>
              <a:ext uri="{FF2B5EF4-FFF2-40B4-BE49-F238E27FC236}">
                <a16:creationId xmlns:a16="http://schemas.microsoft.com/office/drawing/2014/main" id="{08BBE525-E4CB-D233-D39B-0EFF05CD8BD1}"/>
              </a:ext>
            </a:extLst>
          </p:cNvPr>
          <p:cNvCxnSpPr>
            <a:cxnSpLocks/>
            <a:stCxn id="134" idx="3"/>
            <a:endCxn id="102" idx="1"/>
          </p:cNvCxnSpPr>
          <p:nvPr/>
        </p:nvCxnSpPr>
        <p:spPr>
          <a:xfrm flipV="1">
            <a:off x="7800366" y="3175912"/>
            <a:ext cx="766018" cy="49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1" name="Rectangle: Rounded Corners 180">
            <a:extLst>
              <a:ext uri="{FF2B5EF4-FFF2-40B4-BE49-F238E27FC236}">
                <a16:creationId xmlns:a16="http://schemas.microsoft.com/office/drawing/2014/main" id="{12AE2FD4-EDF5-0072-377B-85DCA5C0A610}"/>
              </a:ext>
            </a:extLst>
          </p:cNvPr>
          <p:cNvSpPr/>
          <p:nvPr/>
        </p:nvSpPr>
        <p:spPr>
          <a:xfrm>
            <a:off x="8566384" y="2364238"/>
            <a:ext cx="2416720" cy="272089"/>
          </a:xfrm>
          <a:prstGeom prst="roundRect">
            <a:avLst/>
          </a:prstGeom>
          <a:solidFill>
            <a:srgbClr val="FF505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274320" tIns="0" rIns="91440" bIns="0" rtlCol="0" anchor="ctr"/>
          <a:lstStyle/>
          <a:p>
            <a:pPr algn="r"/>
            <a:r>
              <a:rPr lang="en-US" sz="1200" noProof="0">
                <a:solidFill>
                  <a:sysClr val="windowText" lastClr="000000"/>
                </a:solidFill>
              </a:rPr>
              <a:t>Linear probability</a:t>
            </a:r>
          </a:p>
        </p:txBody>
      </p:sp>
      <p:cxnSp>
        <p:nvCxnSpPr>
          <p:cNvPr id="184" name="Connector: Elbow 183">
            <a:extLst>
              <a:ext uri="{FF2B5EF4-FFF2-40B4-BE49-F238E27FC236}">
                <a16:creationId xmlns:a16="http://schemas.microsoft.com/office/drawing/2014/main" id="{B97A0BA2-BE77-70A5-9F71-DE6F254A0BD0}"/>
              </a:ext>
            </a:extLst>
          </p:cNvPr>
          <p:cNvCxnSpPr>
            <a:cxnSpLocks/>
            <a:stCxn id="67" idx="3"/>
            <a:endCxn id="32" idx="1"/>
          </p:cNvCxnSpPr>
          <p:nvPr/>
        </p:nvCxnSpPr>
        <p:spPr>
          <a:xfrm flipV="1">
            <a:off x="6264318" y="2145334"/>
            <a:ext cx="397226" cy="88860"/>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8" name="Connector: Elbow 187">
            <a:extLst>
              <a:ext uri="{FF2B5EF4-FFF2-40B4-BE49-F238E27FC236}">
                <a16:creationId xmlns:a16="http://schemas.microsoft.com/office/drawing/2014/main" id="{19D369CD-E633-CD99-DAE1-1F1D6D266BEA}"/>
              </a:ext>
            </a:extLst>
          </p:cNvPr>
          <p:cNvCxnSpPr>
            <a:cxnSpLocks/>
            <a:stCxn id="32" idx="3"/>
            <a:endCxn id="181" idx="1"/>
          </p:cNvCxnSpPr>
          <p:nvPr/>
        </p:nvCxnSpPr>
        <p:spPr>
          <a:xfrm>
            <a:off x="7811269" y="2145334"/>
            <a:ext cx="755115" cy="354949"/>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2" name="TextBox 191">
            <a:extLst>
              <a:ext uri="{FF2B5EF4-FFF2-40B4-BE49-F238E27FC236}">
                <a16:creationId xmlns:a16="http://schemas.microsoft.com/office/drawing/2014/main" id="{42BB119F-95A9-5BFE-C14A-AE17E1B25F57}"/>
              </a:ext>
            </a:extLst>
          </p:cNvPr>
          <p:cNvSpPr txBox="1"/>
          <p:nvPr/>
        </p:nvSpPr>
        <p:spPr>
          <a:xfrm>
            <a:off x="891591" y="1641622"/>
            <a:ext cx="3334408" cy="565283"/>
          </a:xfrm>
          <a:prstGeom prst="rect">
            <a:avLst/>
          </a:prstGeom>
          <a:noFill/>
        </p:spPr>
        <p:txBody>
          <a:bodyPr wrap="square">
            <a:spAutoFit/>
          </a:bodyPr>
          <a:lstStyle>
            <a:defPPr>
              <a:defRPr lang="en-US"/>
            </a:defPPr>
            <a:lvl1pPr lvl="0" indent="0">
              <a:lnSpc>
                <a:spcPct val="115000"/>
              </a:lnSpc>
              <a:spcBef>
                <a:spcPts val="0"/>
              </a:spcBef>
              <a:spcAft>
                <a:spcPts val="1200"/>
              </a:spcAft>
              <a:buNone/>
              <a:defRPr sz="1400" b="1">
                <a:solidFill>
                  <a:srgbClr val="FF0000"/>
                </a:solidFill>
              </a:defRPr>
            </a:lvl1pPr>
          </a:lstStyle>
          <a:p>
            <a:pPr>
              <a:lnSpc>
                <a:spcPts val="1200"/>
              </a:lnSpc>
            </a:pPr>
            <a:r>
              <a:rPr lang="en-US" noProof="0">
                <a:solidFill>
                  <a:schemeClr val="tx1"/>
                </a:solidFill>
                <a:highlight>
                  <a:srgbClr val="FFC000"/>
                </a:highlight>
              </a:rPr>
              <a:t>In some cases, this framework is unsuitable, requiring the use of alternative methods</a:t>
            </a:r>
            <a:endParaRPr lang="en-US" b="0" noProof="0">
              <a:solidFill>
                <a:schemeClr val="tx1"/>
              </a:solidFill>
            </a:endParaRPr>
          </a:p>
        </p:txBody>
      </p:sp>
      <p:grpSp>
        <p:nvGrpSpPr>
          <p:cNvPr id="3" name="Group 2">
            <a:extLst>
              <a:ext uri="{FF2B5EF4-FFF2-40B4-BE49-F238E27FC236}">
                <a16:creationId xmlns:a16="http://schemas.microsoft.com/office/drawing/2014/main" id="{38FA36A8-4CDC-463A-24E3-B4CFDB248AFC}"/>
              </a:ext>
            </a:extLst>
          </p:cNvPr>
          <p:cNvGrpSpPr/>
          <p:nvPr/>
        </p:nvGrpSpPr>
        <p:grpSpPr>
          <a:xfrm>
            <a:off x="6264317" y="3022321"/>
            <a:ext cx="1546952" cy="1708019"/>
            <a:chOff x="6264317" y="3022321"/>
            <a:chExt cx="1546952" cy="1708019"/>
          </a:xfrm>
        </p:grpSpPr>
        <p:cxnSp>
          <p:nvCxnSpPr>
            <p:cNvPr id="48" name="Straight Arrow Connector 47">
              <a:extLst>
                <a:ext uri="{FF2B5EF4-FFF2-40B4-BE49-F238E27FC236}">
                  <a16:creationId xmlns:a16="http://schemas.microsoft.com/office/drawing/2014/main" id="{45791939-0C3E-C42B-F797-BE0048372AD9}"/>
                </a:ext>
              </a:extLst>
            </p:cNvPr>
            <p:cNvCxnSpPr>
              <a:cxnSpLocks/>
              <a:endCxn id="134" idx="1"/>
            </p:cNvCxnSpPr>
            <p:nvPr/>
          </p:nvCxnSpPr>
          <p:spPr>
            <a:xfrm>
              <a:off x="6264317" y="3176402"/>
              <a:ext cx="386324" cy="0"/>
            </a:xfrm>
            <a:prstGeom prst="straightConnector1">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6" name="Connector: Elbow 105">
              <a:extLst>
                <a:ext uri="{FF2B5EF4-FFF2-40B4-BE49-F238E27FC236}">
                  <a16:creationId xmlns:a16="http://schemas.microsoft.com/office/drawing/2014/main" id="{C8B476FC-80FA-A007-6BD0-372460EC5ED0}"/>
                </a:ext>
              </a:extLst>
            </p:cNvPr>
            <p:cNvCxnSpPr>
              <a:cxnSpLocks/>
              <a:stCxn id="68" idx="3"/>
              <a:endCxn id="193" idx="1"/>
            </p:cNvCxnSpPr>
            <p:nvPr/>
          </p:nvCxnSpPr>
          <p:spPr>
            <a:xfrm>
              <a:off x="6264317" y="3176402"/>
              <a:ext cx="386323" cy="337476"/>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Rectangle: Rounded Corners 108">
              <a:extLst>
                <a:ext uri="{FF2B5EF4-FFF2-40B4-BE49-F238E27FC236}">
                  <a16:creationId xmlns:a16="http://schemas.microsoft.com/office/drawing/2014/main" id="{87490726-C132-AD71-CBF7-E305A9CA97E4}"/>
                </a:ext>
              </a:extLst>
            </p:cNvPr>
            <p:cNvSpPr/>
            <p:nvPr/>
          </p:nvSpPr>
          <p:spPr>
            <a:xfrm>
              <a:off x="6661544" y="3702870"/>
              <a:ext cx="1149725" cy="308162"/>
            </a:xfrm>
            <a:prstGeom prst="roundRect">
              <a:avLst/>
            </a:prstGeom>
            <a:solidFill>
              <a:srgbClr val="CC0066">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Count</a:t>
              </a:r>
            </a:p>
          </p:txBody>
        </p:sp>
        <p:cxnSp>
          <p:nvCxnSpPr>
            <p:cNvPr id="110" name="Connector: Elbow 109">
              <a:extLst>
                <a:ext uri="{FF2B5EF4-FFF2-40B4-BE49-F238E27FC236}">
                  <a16:creationId xmlns:a16="http://schemas.microsoft.com/office/drawing/2014/main" id="{E6A57C69-151B-A805-365F-C4597749F100}"/>
                </a:ext>
              </a:extLst>
            </p:cNvPr>
            <p:cNvCxnSpPr>
              <a:cxnSpLocks/>
              <a:stCxn id="68" idx="3"/>
              <a:endCxn id="109" idx="1"/>
            </p:cNvCxnSpPr>
            <p:nvPr/>
          </p:nvCxnSpPr>
          <p:spPr>
            <a:xfrm>
              <a:off x="6264317" y="3176402"/>
              <a:ext cx="397227" cy="680549"/>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4" name="Rectangle: Rounded Corners 123">
              <a:extLst>
                <a:ext uri="{FF2B5EF4-FFF2-40B4-BE49-F238E27FC236}">
                  <a16:creationId xmlns:a16="http://schemas.microsoft.com/office/drawing/2014/main" id="{681688E6-A594-B164-3DEA-6CE30DBEBDD9}"/>
                </a:ext>
              </a:extLst>
            </p:cNvPr>
            <p:cNvSpPr/>
            <p:nvPr/>
          </p:nvSpPr>
          <p:spPr>
            <a:xfrm>
              <a:off x="6642718" y="4422178"/>
              <a:ext cx="1149725" cy="308162"/>
            </a:xfrm>
            <a:prstGeom prst="roundRect">
              <a:avLst/>
            </a:prstGeom>
            <a:solidFill>
              <a:srgbClr val="CC0066">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Proportion</a:t>
              </a:r>
            </a:p>
          </p:txBody>
        </p:sp>
        <p:cxnSp>
          <p:nvCxnSpPr>
            <p:cNvPr id="125" name="Connector: Elbow 124">
              <a:extLst>
                <a:ext uri="{FF2B5EF4-FFF2-40B4-BE49-F238E27FC236}">
                  <a16:creationId xmlns:a16="http://schemas.microsoft.com/office/drawing/2014/main" id="{EEDAB8D2-860D-1D13-B55E-DDD89644CBE6}"/>
                </a:ext>
              </a:extLst>
            </p:cNvPr>
            <p:cNvCxnSpPr>
              <a:cxnSpLocks/>
              <a:stCxn id="68" idx="3"/>
              <a:endCxn id="124" idx="1"/>
            </p:cNvCxnSpPr>
            <p:nvPr/>
          </p:nvCxnSpPr>
          <p:spPr>
            <a:xfrm>
              <a:off x="6264317" y="3176402"/>
              <a:ext cx="378401" cy="1399857"/>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4" name="Rectangle: Rounded Corners 133">
              <a:extLst>
                <a:ext uri="{FF2B5EF4-FFF2-40B4-BE49-F238E27FC236}">
                  <a16:creationId xmlns:a16="http://schemas.microsoft.com/office/drawing/2014/main" id="{E8147F02-2B3E-15CF-C860-E2EA4DED2456}"/>
                </a:ext>
              </a:extLst>
            </p:cNvPr>
            <p:cNvSpPr/>
            <p:nvPr/>
          </p:nvSpPr>
          <p:spPr>
            <a:xfrm>
              <a:off x="6650641" y="3022321"/>
              <a:ext cx="1149725" cy="308162"/>
            </a:xfrm>
            <a:prstGeom prst="roundRect">
              <a:avLst/>
            </a:prstGeom>
            <a:solidFill>
              <a:srgbClr val="CC0066">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Time to event</a:t>
              </a:r>
            </a:p>
          </p:txBody>
        </p:sp>
        <p:sp>
          <p:nvSpPr>
            <p:cNvPr id="193" name="Rectangle: Rounded Corners 192">
              <a:extLst>
                <a:ext uri="{FF2B5EF4-FFF2-40B4-BE49-F238E27FC236}">
                  <a16:creationId xmlns:a16="http://schemas.microsoft.com/office/drawing/2014/main" id="{66C717BD-36B1-3239-2DDB-032D5DF7F207}"/>
                </a:ext>
              </a:extLst>
            </p:cNvPr>
            <p:cNvSpPr/>
            <p:nvPr/>
          </p:nvSpPr>
          <p:spPr>
            <a:xfrm>
              <a:off x="6650640" y="3359797"/>
              <a:ext cx="1149725" cy="308162"/>
            </a:xfrm>
            <a:prstGeom prst="roundRect">
              <a:avLst/>
            </a:prstGeom>
            <a:solidFill>
              <a:srgbClr val="CC0066">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b="1" noProof="0">
                  <a:solidFill>
                    <a:schemeClr val="bg1"/>
                  </a:solidFill>
                </a:rPr>
                <a:t>Continuous</a:t>
              </a:r>
            </a:p>
          </p:txBody>
        </p:sp>
      </p:grpSp>
      <p:cxnSp>
        <p:nvCxnSpPr>
          <p:cNvPr id="195" name="Connector: Elbow 194">
            <a:extLst>
              <a:ext uri="{FF2B5EF4-FFF2-40B4-BE49-F238E27FC236}">
                <a16:creationId xmlns:a16="http://schemas.microsoft.com/office/drawing/2014/main" id="{2451CB60-FA02-0A98-9D6F-707D349C2EA1}"/>
              </a:ext>
            </a:extLst>
          </p:cNvPr>
          <p:cNvCxnSpPr>
            <a:cxnSpLocks/>
            <a:stCxn id="193" idx="3"/>
            <a:endCxn id="103" idx="1"/>
          </p:cNvCxnSpPr>
          <p:nvPr/>
        </p:nvCxnSpPr>
        <p:spPr>
          <a:xfrm>
            <a:off x="7800365" y="3513878"/>
            <a:ext cx="785909" cy="384"/>
          </a:xfrm>
          <a:prstGeom prst="bentConnector3">
            <a:avLst>
              <a:gd name="adj1" fmla="val 50000"/>
            </a:avLst>
          </a:prstGeom>
          <a:ln w="19050" cap="flat" cmpd="sng" algn="ctr">
            <a:solidFill>
              <a:schemeClr val="bg1">
                <a:lumMod val="8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87681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138"/>
                                        </p:tgtEl>
                                        <p:attrNameLst>
                                          <p:attrName>style.visibility</p:attrName>
                                        </p:attrNameLst>
                                      </p:cBhvr>
                                      <p:to>
                                        <p:strVal val="visible"/>
                                      </p:to>
                                    </p:set>
                                    <p:animEffect transition="in" filter="fade">
                                      <p:cBhvr>
                                        <p:cTn id="10" dur="500"/>
                                        <p:tgtEl>
                                          <p:spTgt spid="1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6"/>
                                        </p:tgtEl>
                                        <p:attrNameLst>
                                          <p:attrName>style.visibility</p:attrName>
                                        </p:attrNameLst>
                                      </p:cBhvr>
                                      <p:to>
                                        <p:strVal val="visible"/>
                                      </p:to>
                                    </p:set>
                                    <p:animEffect transition="in" filter="fade">
                                      <p:cBhvr>
                                        <p:cTn id="13" dur="500"/>
                                        <p:tgtEl>
                                          <p:spTgt spid="13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7"/>
                                        </p:tgtEl>
                                        <p:attrNameLst>
                                          <p:attrName>style.visibility</p:attrName>
                                        </p:attrNameLst>
                                      </p:cBhvr>
                                      <p:to>
                                        <p:strVal val="visible"/>
                                      </p:to>
                                    </p:set>
                                    <p:animEffect transition="in" filter="fade">
                                      <p:cBhvr>
                                        <p:cTn id="18" dur="500"/>
                                        <p:tgtEl>
                                          <p:spTgt spid="15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7"/>
                                        </p:tgtEl>
                                        <p:attrNameLst>
                                          <p:attrName>style.visibility</p:attrName>
                                        </p:attrNameLst>
                                      </p:cBhvr>
                                      <p:to>
                                        <p:strVal val="visible"/>
                                      </p:to>
                                    </p:set>
                                    <p:animEffect transition="in" filter="fade">
                                      <p:cBhvr>
                                        <p:cTn id="21" dur="500"/>
                                        <p:tgtEl>
                                          <p:spTgt spid="14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0"/>
                                        </p:tgtEl>
                                        <p:attrNameLst>
                                          <p:attrName>style.visibility</p:attrName>
                                        </p:attrNameLst>
                                      </p:cBhvr>
                                      <p:to>
                                        <p:strVal val="visible"/>
                                      </p:to>
                                    </p:set>
                                    <p:animEffect transition="in" filter="fade">
                                      <p:cBhvr>
                                        <p:cTn id="26" dur="500"/>
                                        <p:tgtEl>
                                          <p:spTgt spid="16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1"/>
                                        </p:tgtEl>
                                        <p:attrNameLst>
                                          <p:attrName>style.visibility</p:attrName>
                                        </p:attrNameLst>
                                      </p:cBhvr>
                                      <p:to>
                                        <p:strVal val="visible"/>
                                      </p:to>
                                    </p:set>
                                    <p:animEffect transition="in" filter="fade">
                                      <p:cBhvr>
                                        <p:cTn id="29" dur="500"/>
                                        <p:tgtEl>
                                          <p:spTgt spid="15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3"/>
                                        </p:tgtEl>
                                        <p:attrNameLst>
                                          <p:attrName>style.visibility</p:attrName>
                                        </p:attrNameLst>
                                      </p:cBhvr>
                                      <p:to>
                                        <p:strVal val="visible"/>
                                      </p:to>
                                    </p:set>
                                    <p:animEffect transition="in" filter="fade">
                                      <p:cBhvr>
                                        <p:cTn id="34" dur="500"/>
                                        <p:tgtEl>
                                          <p:spTgt spid="16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2"/>
                                        </p:tgtEl>
                                        <p:attrNameLst>
                                          <p:attrName>style.visibility</p:attrName>
                                        </p:attrNameLst>
                                      </p:cBhvr>
                                      <p:to>
                                        <p:strVal val="visible"/>
                                      </p:to>
                                    </p:set>
                                    <p:animEffect transition="in" filter="fade">
                                      <p:cBhvr>
                                        <p:cTn id="37" dur="500"/>
                                        <p:tgtEl>
                                          <p:spTgt spid="15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6"/>
                                        </p:tgtEl>
                                        <p:attrNameLst>
                                          <p:attrName>style.visibility</p:attrName>
                                        </p:attrNameLst>
                                      </p:cBhvr>
                                      <p:to>
                                        <p:strVal val="visible"/>
                                      </p:to>
                                    </p:set>
                                    <p:animEffect transition="in" filter="fade">
                                      <p:cBhvr>
                                        <p:cTn id="42" dur="500"/>
                                        <p:tgtEl>
                                          <p:spTgt spid="16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3"/>
                                        </p:tgtEl>
                                        <p:attrNameLst>
                                          <p:attrName>style.visibility</p:attrName>
                                        </p:attrNameLst>
                                      </p:cBhvr>
                                      <p:to>
                                        <p:strVal val="visible"/>
                                      </p:to>
                                    </p:set>
                                    <p:animEffect transition="in" filter="fade">
                                      <p:cBhvr>
                                        <p:cTn id="45" dur="500"/>
                                        <p:tgtEl>
                                          <p:spTgt spid="15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500"/>
                                        <p:tgtEl>
                                          <p:spTgt spid="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fade">
                                      <p:cBhvr>
                                        <p:cTn id="53" dur="500"/>
                                        <p:tgtEl>
                                          <p:spTgt spid="5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500"/>
                                        <p:tgtEl>
                                          <p:spTgt spid="58"/>
                                        </p:tgtEl>
                                      </p:cBhvr>
                                    </p:animEffect>
                                  </p:childTnLst>
                                </p:cTn>
                              </p:par>
                              <p:par>
                                <p:cTn id="59" presetID="10"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7"/>
                                        </p:tgtEl>
                                        <p:attrNameLst>
                                          <p:attrName>style.visibility</p:attrName>
                                        </p:attrNameLst>
                                      </p:cBhvr>
                                      <p:to>
                                        <p:strVal val="visible"/>
                                      </p:to>
                                    </p:set>
                                    <p:animEffect transition="in" filter="fade">
                                      <p:cBhvr>
                                        <p:cTn id="66" dur="500"/>
                                        <p:tgtEl>
                                          <p:spTgt spid="67"/>
                                        </p:tgtEl>
                                      </p:cBhvr>
                                    </p:animEffect>
                                  </p:childTnLst>
                                </p:cTn>
                              </p:par>
                              <p:par>
                                <p:cTn id="67" presetID="10"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fade">
                                      <p:cBhvr>
                                        <p:cTn id="74" dur="500"/>
                                        <p:tgtEl>
                                          <p:spTgt spid="68"/>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fade">
                                      <p:cBhvr>
                                        <p:cTn id="82" dur="500"/>
                                        <p:tgtEl>
                                          <p:spTgt spid="7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500"/>
                                        <p:tgtEl>
                                          <p:spTgt spid="7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500"/>
                                        <p:tgtEl>
                                          <p:spTgt spid="7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par>
                                <p:cTn id="92" presetID="10" presetClass="entr" presetSubtype="0" fill="hold" nodeType="withEffect">
                                  <p:stCondLst>
                                    <p:cond delay="0"/>
                                  </p:stCondLst>
                                  <p:childTnLst>
                                    <p:set>
                                      <p:cBhvr>
                                        <p:cTn id="93" dur="1" fill="hold">
                                          <p:stCondLst>
                                            <p:cond delay="0"/>
                                          </p:stCondLst>
                                        </p:cTn>
                                        <p:tgtEl>
                                          <p:spTgt spid="79"/>
                                        </p:tgtEl>
                                        <p:attrNameLst>
                                          <p:attrName>style.visibility</p:attrName>
                                        </p:attrNameLst>
                                      </p:cBhvr>
                                      <p:to>
                                        <p:strVal val="visible"/>
                                      </p:to>
                                    </p:set>
                                    <p:animEffect transition="in" filter="fade">
                                      <p:cBhvr>
                                        <p:cTn id="94" dur="500"/>
                                        <p:tgtEl>
                                          <p:spTgt spid="79"/>
                                        </p:tgtEl>
                                      </p:cBhvr>
                                    </p:animEffect>
                                  </p:childTnLst>
                                </p:cTn>
                              </p:par>
                              <p:par>
                                <p:cTn id="95" presetID="10" presetClass="entr" presetSubtype="0" fill="hold" nodeType="withEffect">
                                  <p:stCondLst>
                                    <p:cond delay="0"/>
                                  </p:stCondLst>
                                  <p:childTnLst>
                                    <p:set>
                                      <p:cBhvr>
                                        <p:cTn id="96" dur="1" fill="hold">
                                          <p:stCondLst>
                                            <p:cond delay="0"/>
                                          </p:stCondLst>
                                        </p:cTn>
                                        <p:tgtEl>
                                          <p:spTgt spid="184"/>
                                        </p:tgtEl>
                                        <p:attrNameLst>
                                          <p:attrName>style.visibility</p:attrName>
                                        </p:attrNameLst>
                                      </p:cBhvr>
                                      <p:to>
                                        <p:strVal val="visible"/>
                                      </p:to>
                                    </p:set>
                                    <p:animEffect transition="in" filter="fade">
                                      <p:cBhvr>
                                        <p:cTn id="97" dur="500"/>
                                        <p:tgtEl>
                                          <p:spTgt spid="18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96"/>
                                        </p:tgtEl>
                                        <p:attrNameLst>
                                          <p:attrName>style.visibility</p:attrName>
                                        </p:attrNameLst>
                                      </p:cBhvr>
                                      <p:to>
                                        <p:strVal val="visible"/>
                                      </p:to>
                                    </p:set>
                                    <p:animEffect transition="in" filter="fade">
                                      <p:cBhvr>
                                        <p:cTn id="102" dur="500"/>
                                        <p:tgtEl>
                                          <p:spTgt spid="9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87"/>
                                        </p:tgtEl>
                                        <p:attrNameLst>
                                          <p:attrName>style.visibility</p:attrName>
                                        </p:attrNameLst>
                                      </p:cBhvr>
                                      <p:to>
                                        <p:strVal val="visible"/>
                                      </p:to>
                                    </p:set>
                                    <p:animEffect transition="in" filter="fade">
                                      <p:cBhvr>
                                        <p:cTn id="105" dur="500"/>
                                        <p:tgtEl>
                                          <p:spTgt spid="87"/>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93"/>
                                        </p:tgtEl>
                                        <p:attrNameLst>
                                          <p:attrName>style.visibility</p:attrName>
                                        </p:attrNameLst>
                                      </p:cBhvr>
                                      <p:to>
                                        <p:strVal val="visible"/>
                                      </p:to>
                                    </p:set>
                                    <p:animEffect transition="in" filter="fade">
                                      <p:cBhvr>
                                        <p:cTn id="110" dur="500"/>
                                        <p:tgtEl>
                                          <p:spTgt spid="9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8"/>
                                        </p:tgtEl>
                                        <p:attrNameLst>
                                          <p:attrName>style.visibility</p:attrName>
                                        </p:attrNameLst>
                                      </p:cBhvr>
                                      <p:to>
                                        <p:strVal val="visible"/>
                                      </p:to>
                                    </p:set>
                                    <p:animEffect transition="in" filter="fade">
                                      <p:cBhvr>
                                        <p:cTn id="113" dur="500"/>
                                        <p:tgtEl>
                                          <p:spTgt spid="8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500"/>
                                        <p:tgtEl>
                                          <p:spTgt spid="41"/>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188"/>
                                        </p:tgtEl>
                                        <p:attrNameLst>
                                          <p:attrName>style.visibility</p:attrName>
                                        </p:attrNameLst>
                                      </p:cBhvr>
                                      <p:to>
                                        <p:strVal val="visible"/>
                                      </p:to>
                                    </p:set>
                                    <p:animEffect transition="in" filter="fade">
                                      <p:cBhvr>
                                        <p:cTn id="126" dur="500"/>
                                        <p:tgtEl>
                                          <p:spTgt spid="188"/>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81"/>
                                        </p:tgtEl>
                                        <p:attrNameLst>
                                          <p:attrName>style.visibility</p:attrName>
                                        </p:attrNameLst>
                                      </p:cBhvr>
                                      <p:to>
                                        <p:strVal val="visible"/>
                                      </p:to>
                                    </p:set>
                                    <p:animEffect transition="in" filter="fade">
                                      <p:cBhvr>
                                        <p:cTn id="129" dur="500"/>
                                        <p:tgtEl>
                                          <p:spTgt spid="181"/>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3"/>
                                        </p:tgtEl>
                                        <p:attrNameLst>
                                          <p:attrName>style.visibility</p:attrName>
                                        </p:attrNameLst>
                                      </p:cBhvr>
                                      <p:to>
                                        <p:strVal val="visible"/>
                                      </p:to>
                                    </p:set>
                                    <p:animEffect transition="in" filter="fade">
                                      <p:cBhvr>
                                        <p:cTn id="134" dur="500"/>
                                        <p:tgtEl>
                                          <p:spTgt spid="3"/>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173"/>
                                        </p:tgtEl>
                                        <p:attrNameLst>
                                          <p:attrName>style.visibility</p:attrName>
                                        </p:attrNameLst>
                                      </p:cBhvr>
                                      <p:to>
                                        <p:strVal val="visible"/>
                                      </p:to>
                                    </p:set>
                                    <p:animEffect transition="in" filter="fade">
                                      <p:cBhvr>
                                        <p:cTn id="139" dur="500"/>
                                        <p:tgtEl>
                                          <p:spTgt spid="173"/>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02"/>
                                        </p:tgtEl>
                                        <p:attrNameLst>
                                          <p:attrName>style.visibility</p:attrName>
                                        </p:attrNameLst>
                                      </p:cBhvr>
                                      <p:to>
                                        <p:strVal val="visible"/>
                                      </p:to>
                                    </p:set>
                                    <p:animEffect transition="in" filter="fade">
                                      <p:cBhvr>
                                        <p:cTn id="142" dur="500"/>
                                        <p:tgtEl>
                                          <p:spTgt spid="102"/>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95"/>
                                        </p:tgtEl>
                                        <p:attrNameLst>
                                          <p:attrName>style.visibility</p:attrName>
                                        </p:attrNameLst>
                                      </p:cBhvr>
                                      <p:to>
                                        <p:strVal val="visible"/>
                                      </p:to>
                                    </p:set>
                                    <p:animEffect transition="in" filter="fade">
                                      <p:cBhvr>
                                        <p:cTn id="147" dur="500"/>
                                        <p:tgtEl>
                                          <p:spTgt spid="195"/>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03"/>
                                        </p:tgtEl>
                                        <p:attrNameLst>
                                          <p:attrName>style.visibility</p:attrName>
                                        </p:attrNameLst>
                                      </p:cBhvr>
                                      <p:to>
                                        <p:strVal val="visible"/>
                                      </p:to>
                                    </p:set>
                                    <p:animEffect transition="in" filter="fade">
                                      <p:cBhvr>
                                        <p:cTn id="150" dur="500"/>
                                        <p:tgtEl>
                                          <p:spTgt spid="103"/>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114"/>
                                        </p:tgtEl>
                                        <p:attrNameLst>
                                          <p:attrName>style.visibility</p:attrName>
                                        </p:attrNameLst>
                                      </p:cBhvr>
                                      <p:to>
                                        <p:strVal val="visible"/>
                                      </p:to>
                                    </p:set>
                                    <p:animEffect transition="in" filter="fade">
                                      <p:cBhvr>
                                        <p:cTn id="155" dur="500"/>
                                        <p:tgtEl>
                                          <p:spTgt spid="11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13"/>
                                        </p:tgtEl>
                                        <p:attrNameLst>
                                          <p:attrName>style.visibility</p:attrName>
                                        </p:attrNameLst>
                                      </p:cBhvr>
                                      <p:to>
                                        <p:strVal val="visible"/>
                                      </p:to>
                                    </p:set>
                                    <p:animEffect transition="in" filter="fade">
                                      <p:cBhvr>
                                        <p:cTn id="158" dur="500"/>
                                        <p:tgtEl>
                                          <p:spTgt spid="113"/>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120"/>
                                        </p:tgtEl>
                                        <p:attrNameLst>
                                          <p:attrName>style.visibility</p:attrName>
                                        </p:attrNameLst>
                                      </p:cBhvr>
                                      <p:to>
                                        <p:strVal val="visible"/>
                                      </p:to>
                                    </p:set>
                                    <p:animEffect transition="in" filter="fade">
                                      <p:cBhvr>
                                        <p:cTn id="163" dur="500"/>
                                        <p:tgtEl>
                                          <p:spTgt spid="120"/>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119"/>
                                        </p:tgtEl>
                                        <p:attrNameLst>
                                          <p:attrName>style.visibility</p:attrName>
                                        </p:attrNameLst>
                                      </p:cBhvr>
                                      <p:to>
                                        <p:strVal val="visible"/>
                                      </p:to>
                                    </p:set>
                                    <p:animEffect transition="in" filter="fade">
                                      <p:cBhvr>
                                        <p:cTn id="166" dur="500"/>
                                        <p:tgtEl>
                                          <p:spTgt spid="119"/>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131"/>
                                        </p:tgtEl>
                                        <p:attrNameLst>
                                          <p:attrName>style.visibility</p:attrName>
                                        </p:attrNameLst>
                                      </p:cBhvr>
                                      <p:to>
                                        <p:strVal val="visible"/>
                                      </p:to>
                                    </p:set>
                                    <p:animEffect transition="in" filter="fade">
                                      <p:cBhvr>
                                        <p:cTn id="171" dur="500"/>
                                        <p:tgtEl>
                                          <p:spTgt spid="131"/>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129"/>
                                        </p:tgtEl>
                                        <p:attrNameLst>
                                          <p:attrName>style.visibility</p:attrName>
                                        </p:attrNameLst>
                                      </p:cBhvr>
                                      <p:to>
                                        <p:strVal val="visible"/>
                                      </p:to>
                                    </p:set>
                                    <p:animEffect transition="in" filter="fade">
                                      <p:cBhvr>
                                        <p:cTn id="174"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1" grpId="0" animBg="1"/>
      <p:bldP spid="56" grpId="0" animBg="1"/>
      <p:bldP spid="57" grpId="0" animBg="1"/>
      <p:bldP spid="58" grpId="0" animBg="1"/>
      <p:bldP spid="67" grpId="0" animBg="1"/>
      <p:bldP spid="68" grpId="0" animBg="1"/>
      <p:bldP spid="74" grpId="0" animBg="1"/>
      <p:bldP spid="75" grpId="0" animBg="1"/>
      <p:bldP spid="87" grpId="0" animBg="1"/>
      <p:bldP spid="88" grpId="0" animBg="1"/>
      <p:bldP spid="102" grpId="0" animBg="1"/>
      <p:bldP spid="103" grpId="0" animBg="1"/>
      <p:bldP spid="113" grpId="0" animBg="1"/>
      <p:bldP spid="119" grpId="0" animBg="1"/>
      <p:bldP spid="129" grpId="0" animBg="1"/>
      <p:bldP spid="136" grpId="0" animBg="1"/>
      <p:bldP spid="147" grpId="0" animBg="1"/>
      <p:bldP spid="151" grpId="0" animBg="1"/>
      <p:bldP spid="152" grpId="0" animBg="1"/>
      <p:bldP spid="153" grpId="0" animBg="1"/>
      <p:bldP spid="18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E1180-581C-1AB1-03CC-462C2E450A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8A5DD33-785E-7CB1-1A9B-FA8EEC6B0422}"/>
              </a:ext>
              <a:ext uri="{C183D7F6-B498-43B3-948B-1728B52AA6E4}">
                <adec:decorative xmlns:adec="http://schemas.microsoft.com/office/drawing/2017/decorative" val="1"/>
              </a:ext>
            </a:extLst>
          </p:cNvPr>
          <p:cNvSpPr/>
          <p:nvPr/>
        </p:nvSpPr>
        <p:spPr>
          <a:xfrm>
            <a:off x="0" y="0"/>
            <a:ext cx="12192000" cy="6865082"/>
          </a:xfrm>
          <a:prstGeom prst="rect">
            <a:avLst/>
          </a:prstGeom>
          <a:gradFill flip="none" rotWithShape="1">
            <a:gsLst>
              <a:gs pos="85000">
                <a:srgbClr val="F22D1C"/>
              </a:gs>
              <a:gs pos="7000">
                <a:srgbClr val="FF5050">
                  <a:alpha val="94902"/>
                </a:srgbClr>
              </a:gs>
              <a:gs pos="0">
                <a:srgbClr val="FF7C80"/>
              </a:gs>
            </a:gsLst>
            <a:lin ang="120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lide Number Placeholder 2">
            <a:extLst>
              <a:ext uri="{FF2B5EF4-FFF2-40B4-BE49-F238E27FC236}">
                <a16:creationId xmlns:a16="http://schemas.microsoft.com/office/drawing/2014/main" id="{F1E9FCAD-94F2-AD80-C7C0-3F056E718ADF}"/>
              </a:ext>
            </a:extLst>
          </p:cNvPr>
          <p:cNvSpPr>
            <a:spLocks noGrp="1"/>
          </p:cNvSpPr>
          <p:nvPr>
            <p:ph type="sldNum" sz="quarter" idx="12"/>
          </p:nvPr>
        </p:nvSpPr>
        <p:spPr>
          <a:xfrm>
            <a:off x="8739389" y="6356348"/>
            <a:ext cx="2743200" cy="365125"/>
          </a:xfrm>
        </p:spPr>
        <p:txBody>
          <a:bodyPr/>
          <a:lstStyle/>
          <a:p>
            <a:fld id="{330EA680-D336-4FF7-8B7A-9848BB0A1C32}" type="slidenum">
              <a:rPr lang="en-US" noProof="0" smtClean="0">
                <a:solidFill>
                  <a:schemeClr val="bg1"/>
                </a:solidFill>
              </a:rPr>
              <a:t>24</a:t>
            </a:fld>
            <a:endParaRPr lang="en-US" noProof="0">
              <a:solidFill>
                <a:schemeClr val="bg1"/>
              </a:solidFill>
            </a:endParaRPr>
          </a:p>
        </p:txBody>
      </p:sp>
      <p:sp>
        <p:nvSpPr>
          <p:cNvPr id="4" name="Date Placeholder 3">
            <a:extLst>
              <a:ext uri="{FF2B5EF4-FFF2-40B4-BE49-F238E27FC236}">
                <a16:creationId xmlns:a16="http://schemas.microsoft.com/office/drawing/2014/main" id="{55B41E5C-8DDA-C138-F5DC-4D6E6AC410EE}"/>
              </a:ext>
            </a:extLst>
          </p:cNvPr>
          <p:cNvSpPr>
            <a:spLocks noGrp="1"/>
          </p:cNvSpPr>
          <p:nvPr>
            <p:ph type="dt" sz="half" idx="10"/>
          </p:nvPr>
        </p:nvSpPr>
        <p:spPr/>
        <p:txBody>
          <a:bodyPr/>
          <a:lstStyle/>
          <a:p>
            <a:fld id="{26E845D0-70B0-405D-A6BF-798C9CBE9027}" type="datetime1">
              <a:rPr lang="en-US" noProof="0" smtClean="0">
                <a:solidFill>
                  <a:schemeClr val="bg1"/>
                </a:solidFill>
              </a:rPr>
              <a:t>2/8/2026</a:t>
            </a:fld>
            <a:endParaRPr lang="en-US" noProof="0">
              <a:solidFill>
                <a:schemeClr val="bg1"/>
              </a:solidFill>
            </a:endParaRPr>
          </a:p>
        </p:txBody>
      </p:sp>
      <p:pic>
        <p:nvPicPr>
          <p:cNvPr id="2050" name="Picture 2" descr="Foro Enseñanza e Investigación de las Políticas Públicas en Colombia – En  homenaje a Luis Fernando Aguilar Villanueva">
            <a:extLst>
              <a:ext uri="{FF2B5EF4-FFF2-40B4-BE49-F238E27FC236}">
                <a16:creationId xmlns:a16="http://schemas.microsoft.com/office/drawing/2014/main" id="{EDAC3B71-7EF0-2704-3C90-8B5AE2C0C41D}"/>
              </a:ext>
            </a:extLst>
          </p:cNvPr>
          <p:cNvPicPr>
            <a:picLocks noChangeAspect="1" noChangeArrowheads="1"/>
          </p:cNvPicPr>
          <p:nvPr/>
        </p:nvPicPr>
        <p:blipFill rotWithShape="1">
          <a:blip r:embed="rId2" cstate="print">
            <a:lum bright="70000" contrast="-70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t="1" b="39588"/>
          <a:stretch/>
        </p:blipFill>
        <p:spPr bwMode="auto">
          <a:xfrm>
            <a:off x="1063942" y="266365"/>
            <a:ext cx="1843086" cy="6019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0C1064-E73A-3D85-668B-0050452AFC64}"/>
              </a:ext>
            </a:extLst>
          </p:cNvPr>
          <p:cNvSpPr txBox="1"/>
          <p:nvPr/>
        </p:nvSpPr>
        <p:spPr>
          <a:xfrm>
            <a:off x="1071562" y="1671726"/>
            <a:ext cx="6487478" cy="705258"/>
          </a:xfrm>
          <a:prstGeom prst="rect">
            <a:avLst/>
          </a:prstGeom>
          <a:noFill/>
        </p:spPr>
        <p:txBody>
          <a:bodyPr wrap="square" rtlCol="0">
            <a:spAutoFit/>
          </a:bodyPr>
          <a:lstStyle/>
          <a:p>
            <a:pPr>
              <a:lnSpc>
                <a:spcPts val="4600"/>
              </a:lnSpc>
            </a:pPr>
            <a:r>
              <a:rPr lang="en-US" sz="4800" noProof="0">
                <a:solidFill>
                  <a:schemeClr val="bg1"/>
                </a:solidFill>
                <a:latin typeface="Aptos Black" panose="020F0502020204030204" pitchFamily="34" charset="0"/>
              </a:rPr>
              <a:t>Linear regression</a:t>
            </a:r>
          </a:p>
        </p:txBody>
      </p:sp>
      <p:sp>
        <p:nvSpPr>
          <p:cNvPr id="10" name="Subtítulo 2">
            <a:extLst>
              <a:ext uri="{FF2B5EF4-FFF2-40B4-BE49-F238E27FC236}">
                <a16:creationId xmlns:a16="http://schemas.microsoft.com/office/drawing/2014/main" id="{9F87C5DD-CCE3-ED89-CD7A-D8C1A0DDBAAA}"/>
              </a:ext>
            </a:extLst>
          </p:cNvPr>
          <p:cNvSpPr txBox="1">
            <a:spLocks/>
          </p:cNvSpPr>
          <p:nvPr/>
        </p:nvSpPr>
        <p:spPr>
          <a:xfrm>
            <a:off x="1071562" y="3899334"/>
            <a:ext cx="7557871" cy="15766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800" noProof="0">
                <a:solidFill>
                  <a:schemeClr val="bg1"/>
                </a:solidFill>
                <a:latin typeface="Corbel Light" panose="020B0303020204020204" pitchFamily="34" charset="0"/>
              </a:rPr>
              <a:t>Luis Carlos Guevara</a:t>
            </a:r>
          </a:p>
          <a:p>
            <a:pPr marL="0" indent="0">
              <a:spcBef>
                <a:spcPts val="0"/>
              </a:spcBef>
              <a:buNone/>
            </a:pPr>
            <a:endParaRPr lang="en-US" sz="1800" noProof="0">
              <a:solidFill>
                <a:schemeClr val="bg1"/>
              </a:solidFill>
              <a:latin typeface="Corbel Light" panose="020B0303020204020204" pitchFamily="34" charset="0"/>
            </a:endParaRPr>
          </a:p>
          <a:p>
            <a:pPr marL="0" indent="0">
              <a:spcBef>
                <a:spcPts val="0"/>
              </a:spcBef>
              <a:buNone/>
            </a:pPr>
            <a:r>
              <a:rPr lang="en-US" sz="1800" noProof="0">
                <a:solidFill>
                  <a:schemeClr val="bg1"/>
                </a:solidFill>
                <a:latin typeface="Corbel Light" panose="020B0303020204020204" pitchFamily="34" charset="0"/>
              </a:rPr>
              <a:t>Faculty of Finance, </a:t>
            </a:r>
            <a:br>
              <a:rPr lang="en-US" sz="1800" noProof="0">
                <a:solidFill>
                  <a:schemeClr val="bg1"/>
                </a:solidFill>
                <a:latin typeface="Corbel Light" panose="020B0303020204020204" pitchFamily="34" charset="0"/>
              </a:rPr>
            </a:br>
            <a:r>
              <a:rPr lang="en-US" sz="1800" noProof="0">
                <a:solidFill>
                  <a:schemeClr val="bg1"/>
                </a:solidFill>
                <a:latin typeface="Corbel Light" panose="020B0303020204020204" pitchFamily="34" charset="0"/>
              </a:rPr>
              <a:t>Government and International Relations</a:t>
            </a:r>
          </a:p>
          <a:p>
            <a:pPr marL="0" indent="0">
              <a:spcBef>
                <a:spcPts val="0"/>
              </a:spcBef>
              <a:buNone/>
            </a:pPr>
            <a:br>
              <a:rPr lang="en-US" sz="1800" noProof="0">
                <a:solidFill>
                  <a:schemeClr val="bg1"/>
                </a:solidFill>
                <a:latin typeface="Corbel Light" panose="020B0303020204020204" pitchFamily="34" charset="0"/>
              </a:rPr>
            </a:br>
            <a:r>
              <a:rPr lang="en-US" sz="1800" noProof="0">
                <a:solidFill>
                  <a:schemeClr val="bg1"/>
                </a:solidFill>
                <a:latin typeface="Corbel Light" panose="020B0303020204020204" pitchFamily="34" charset="0"/>
              </a:rPr>
              <a:t>2026-I</a:t>
            </a:r>
          </a:p>
        </p:txBody>
      </p:sp>
      <p:sp>
        <p:nvSpPr>
          <p:cNvPr id="16" name="Rectangle 15">
            <a:extLst>
              <a:ext uri="{FF2B5EF4-FFF2-40B4-BE49-F238E27FC236}">
                <a16:creationId xmlns:a16="http://schemas.microsoft.com/office/drawing/2014/main" id="{7983CA60-FCF5-743E-F7A3-9B8FBEA38858}"/>
              </a:ext>
              <a:ext uri="{C183D7F6-B498-43B3-948B-1728B52AA6E4}">
                <adec:decorative xmlns:adec="http://schemas.microsoft.com/office/drawing/2017/decorative" val="1"/>
              </a:ext>
            </a:extLst>
          </p:cNvPr>
          <p:cNvSpPr/>
          <p:nvPr/>
        </p:nvSpPr>
        <p:spPr>
          <a:xfrm>
            <a:off x="1193800" y="3257462"/>
            <a:ext cx="1097280" cy="120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2297EC5B-BD00-12A7-7477-D4E40C295507}"/>
              </a:ext>
              <a:ext uri="{C183D7F6-B498-43B3-948B-1728B52AA6E4}">
                <adec:decorative xmlns:adec="http://schemas.microsoft.com/office/drawing/2017/decorative" val="1"/>
              </a:ext>
            </a:extLst>
          </p:cNvPr>
          <p:cNvSpPr/>
          <p:nvPr/>
        </p:nvSpPr>
        <p:spPr>
          <a:xfrm>
            <a:off x="2395855" y="3268161"/>
            <a:ext cx="1097280" cy="120915"/>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25474CEA-159F-1800-27CF-E5AC624DC047}"/>
              </a:ext>
              <a:ext uri="{C183D7F6-B498-43B3-948B-1728B52AA6E4}">
                <adec:decorative xmlns:adec="http://schemas.microsoft.com/office/drawing/2017/decorative" val="1"/>
              </a:ext>
            </a:extLst>
          </p:cNvPr>
          <p:cNvSpPr/>
          <p:nvPr/>
        </p:nvSpPr>
        <p:spPr>
          <a:xfrm>
            <a:off x="3597910" y="3268161"/>
            <a:ext cx="1097280" cy="120915"/>
          </a:xfrm>
          <a:prstGeom prst="rect">
            <a:avLst/>
          </a:prstGeom>
          <a:solidFill>
            <a:srgbClr val="FF7C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ectangle 18">
            <a:extLst>
              <a:ext uri="{FF2B5EF4-FFF2-40B4-BE49-F238E27FC236}">
                <a16:creationId xmlns:a16="http://schemas.microsoft.com/office/drawing/2014/main" id="{70236C50-7756-B949-DCF4-1F724D7397E9}"/>
              </a:ext>
              <a:ext uri="{C183D7F6-B498-43B3-948B-1728B52AA6E4}">
                <adec:decorative xmlns:adec="http://schemas.microsoft.com/office/drawing/2017/decorative" val="1"/>
              </a:ext>
            </a:extLst>
          </p:cNvPr>
          <p:cNvSpPr/>
          <p:nvPr/>
        </p:nvSpPr>
        <p:spPr>
          <a:xfrm>
            <a:off x="4799965" y="3268161"/>
            <a:ext cx="1097280" cy="120915"/>
          </a:xfrm>
          <a:prstGeom prst="rect">
            <a:avLst/>
          </a:prstGeom>
          <a:solidFill>
            <a:srgbClr val="C01C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a:extLst>
              <a:ext uri="{FF2B5EF4-FFF2-40B4-BE49-F238E27FC236}">
                <a16:creationId xmlns:a16="http://schemas.microsoft.com/office/drawing/2014/main" id="{64BD1273-D393-2C57-6DF2-02B9B8082213}"/>
              </a:ext>
              <a:ext uri="{C183D7F6-B498-43B3-948B-1728B52AA6E4}">
                <adec:decorative xmlns:adec="http://schemas.microsoft.com/office/drawing/2017/decorative" val="1"/>
              </a:ext>
            </a:extLst>
          </p:cNvPr>
          <p:cNvSpPr/>
          <p:nvPr/>
        </p:nvSpPr>
        <p:spPr>
          <a:xfrm>
            <a:off x="5993448" y="3268161"/>
            <a:ext cx="1097280" cy="12091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90991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E3835C4F-FB22-123B-29EE-7DF3C870B32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91CE9EDB-9777-B819-4DB2-C3E4FA2DF8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AC600CBA-94E3-EDAF-2450-D5F05829F37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AA50DF1F-C4F6-CD15-4553-8B7A13E73920}"/>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Linear regression</a:t>
            </a:r>
          </a:p>
        </p:txBody>
      </p:sp>
      <p:sp>
        <p:nvSpPr>
          <p:cNvPr id="15" name="TextBox 14">
            <a:extLst>
              <a:ext uri="{FF2B5EF4-FFF2-40B4-BE49-F238E27FC236}">
                <a16:creationId xmlns:a16="http://schemas.microsoft.com/office/drawing/2014/main" id="{098828FB-E60C-FF0F-ACC3-AB790B5D2F67}"/>
              </a:ext>
            </a:extLst>
          </p:cNvPr>
          <p:cNvSpPr txBox="1"/>
          <p:nvPr/>
        </p:nvSpPr>
        <p:spPr>
          <a:xfrm>
            <a:off x="891588" y="1536268"/>
            <a:ext cx="4500493" cy="230832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Linear regression provides </a:t>
            </a:r>
            <a:r>
              <a:rPr kumimoji="0" lang="en-US" sz="1600" b="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the foundation for many analytical approaches </a:t>
            </a: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used to study a dependent continuous variable in relation to a set of independent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ptos" panose="020B0004020202020204"/>
              <a:ea typeface="+mn-ea"/>
              <a:cs typeface="+mn-cs"/>
            </a:endParaRPr>
          </a:p>
          <a:p>
            <a:pPr lvl="0">
              <a:defRPr/>
            </a:pPr>
            <a:r>
              <a:rPr lang="en-US" noProof="0"/>
              <a:t>In the simplest case (univariate linear regression) the objective is to relate a continuous outcome to a single continuous or categorical covariate, by estimating values for β0​ and β1​ in the model:</a:t>
            </a:r>
            <a:endParaRPr kumimoji="0" lang="en-US"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C996F1A-CCD7-CA92-24C9-3F32DA86F579}"/>
                  </a:ext>
                </a:extLst>
              </p:cNvPr>
              <p:cNvSpPr txBox="1"/>
              <p:nvPr/>
            </p:nvSpPr>
            <p:spPr>
              <a:xfrm>
                <a:off x="988507" y="4180158"/>
                <a:ext cx="440357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 = </m:t>
                      </m:r>
                      <m:sSub>
                        <m:sSubPr>
                          <m:ctrlP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 </m:t>
                      </m:r>
                      <m:sSub>
                        <m:sSubPr>
                          <m:ctrlP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𝑥</m:t>
                          </m:r>
                        </m:sub>
                      </m:sSub>
                    </m:oMath>
                  </m:oMathPara>
                </a14:m>
                <a:endParaRPr kumimoji="0" lang="en-US" sz="1800" b="0" i="0" u="none" strike="noStrike" kern="1200" cap="none" spc="0" normalizeH="0" baseline="0" noProof="0">
                  <a:ln>
                    <a:noFill/>
                  </a:ln>
                  <a:solidFill>
                    <a:srgbClr val="FFFF00"/>
                  </a:solidFill>
                  <a:effectLst/>
                  <a:uLnTx/>
                  <a:uFillTx/>
                  <a:latin typeface="Aptos" panose="020B0004020202020204"/>
                  <a:ea typeface="+mn-ea"/>
                  <a:cs typeface="+mn-cs"/>
                </a:endParaRPr>
              </a:p>
            </p:txBody>
          </p:sp>
        </mc:Choice>
        <mc:Fallback xmlns="">
          <p:sp>
            <p:nvSpPr>
              <p:cNvPr id="13" name="TextBox 12">
                <a:extLst>
                  <a:ext uri="{FF2B5EF4-FFF2-40B4-BE49-F238E27FC236}">
                    <a16:creationId xmlns:a16="http://schemas.microsoft.com/office/drawing/2014/main" id="{BC996F1A-CCD7-CA92-24C9-3F32DA86F579}"/>
                  </a:ext>
                </a:extLst>
              </p:cNvPr>
              <p:cNvSpPr txBox="1">
                <a:spLocks noRot="1" noChangeAspect="1" noMove="1" noResize="1" noEditPoints="1" noAdjustHandles="1" noChangeArrowheads="1" noChangeShapeType="1" noTextEdit="1"/>
              </p:cNvSpPr>
              <p:nvPr/>
            </p:nvSpPr>
            <p:spPr>
              <a:xfrm>
                <a:off x="988507" y="4180158"/>
                <a:ext cx="4403575"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B9330EB-A24E-D87D-DF31-AE372A552CC6}"/>
                  </a:ext>
                </a:extLst>
              </p:cNvPr>
              <p:cNvSpPr txBox="1"/>
              <p:nvPr/>
            </p:nvSpPr>
            <p:spPr>
              <a:xfrm>
                <a:off x="891588" y="4676398"/>
                <a:ext cx="4500493" cy="1090298"/>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Aptos" panose="020B0004020202020204"/>
                  </a:defRPr>
                </a:lvl1pPr>
              </a:lstStyle>
              <a:p>
                <a:pPr lvl="0"/>
                <a:r>
                  <a:rPr lang="en-US" noProof="0"/>
                  <a:t>such that the equation fits the observed data in an optimal way. The estimates </a:t>
                </a: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a:t>
                </a:r>
                <a14:m>
                  <m:oMath xmlns:m="http://schemas.openxmlformats.org/officeDocument/2006/math">
                    <m:acc>
                      <m:accPr>
                        <m:chr m:val="̂"/>
                        <m:ctrlPr>
                          <a:rPr kumimoji="0" lang="en-US" sz="1600" b="0" i="1" u="none" strike="noStrike" kern="1200" cap="none" spc="0" normalizeH="0" baseline="0" noProof="0" smtClean="0">
                            <a:ln>
                              <a:noFill/>
                            </a:ln>
                            <a:solidFill>
                              <a:srgbClr val="FAC228"/>
                            </a:solidFill>
                            <a:effectLst/>
                            <a:uLnTx/>
                            <a:uFillTx/>
                            <a:latin typeface="Cambria Math" panose="02040503050406030204" pitchFamily="18" charset="0"/>
                            <a:ea typeface="+mn-ea"/>
                            <a:cs typeface="+mn-cs"/>
                          </a:rPr>
                        </m:ctrlPr>
                      </m:accPr>
                      <m:e>
                        <m:sSub>
                          <m:sSubPr>
                            <m:ctrlP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ctrlPr>
                          </m:sSubPr>
                          <m:e>
                            <m: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𝛽</m:t>
                            </m:r>
                          </m:e>
                          <m:sub>
                            <m: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0</m:t>
                            </m:r>
                          </m:sub>
                        </m:sSub>
                      </m:e>
                    </m:acc>
                  </m:oMath>
                </a14:m>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y ( </a:t>
                </a:r>
                <a14:m>
                  <m:oMath xmlns:m="http://schemas.openxmlformats.org/officeDocument/2006/math">
                    <m:acc>
                      <m:accPr>
                        <m:chr m:val="̂"/>
                        <m:ctrlPr>
                          <a:rPr kumimoji="0" lang="en-US" sz="1600" b="0" i="1" u="none" strike="noStrike" kern="1200" cap="none" spc="0" normalizeH="0" baseline="0" noProof="0" smtClean="0">
                            <a:ln>
                              <a:noFill/>
                            </a:ln>
                            <a:solidFill>
                              <a:srgbClr val="FAC228"/>
                            </a:solidFill>
                            <a:effectLst/>
                            <a:uLnTx/>
                            <a:uFillTx/>
                            <a:latin typeface="Cambria Math" panose="02040503050406030204" pitchFamily="18" charset="0"/>
                            <a:ea typeface="+mn-ea"/>
                            <a:cs typeface="+mn-cs"/>
                          </a:rPr>
                        </m:ctrlPr>
                      </m:accPr>
                      <m:e>
                        <m:sSub>
                          <m:sSubPr>
                            <m:ctrlP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ctrlPr>
                          </m:sSubPr>
                          <m:e>
                            <m: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𝛽</m:t>
                            </m:r>
                          </m:e>
                          <m:sub>
                            <m:r>
                              <a:rPr kumimoji="0" lang="en-US" sz="1600" b="0" i="1" u="none" strike="noStrike" kern="1200" cap="none" spc="0" normalizeH="0" baseline="0" noProof="0" smtClean="0">
                                <a:ln>
                                  <a:noFill/>
                                </a:ln>
                                <a:solidFill>
                                  <a:srgbClr val="FFFF00"/>
                                </a:solidFill>
                                <a:effectLst/>
                                <a:uLnTx/>
                                <a:uFillTx/>
                                <a:latin typeface="Cambria Math" panose="02040503050406030204" pitchFamily="18" charset="0"/>
                                <a:ea typeface="+mn-ea"/>
                                <a:cs typeface="+mn-cs"/>
                              </a:rPr>
                              <m:t>1</m:t>
                            </m:r>
                          </m:sub>
                        </m:sSub>
                      </m:e>
                    </m:acc>
                  </m:oMath>
                </a14:m>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a:t>
                </a:r>
                <a:r>
                  <a:rPr lang="en-US" noProof="0"/>
                  <a:t>are distinguished from the true (often unknown) parameter values.</a:t>
                </a:r>
                <a:endParaRPr kumimoji="0" lang="en-US"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mc:Choice>
        <mc:Fallback xmlns="">
          <p:sp>
            <p:nvSpPr>
              <p:cNvPr id="16" name="TextBox 15">
                <a:extLst>
                  <a:ext uri="{FF2B5EF4-FFF2-40B4-BE49-F238E27FC236}">
                    <a16:creationId xmlns:a16="http://schemas.microsoft.com/office/drawing/2014/main" id="{1B9330EB-A24E-D87D-DF31-AE372A552CC6}"/>
                  </a:ext>
                </a:extLst>
              </p:cNvPr>
              <p:cNvSpPr txBox="1">
                <a:spLocks noRot="1" noChangeAspect="1" noMove="1" noResize="1" noEditPoints="1" noAdjustHandles="1" noChangeArrowheads="1" noChangeShapeType="1" noTextEdit="1"/>
              </p:cNvSpPr>
              <p:nvPr/>
            </p:nvSpPr>
            <p:spPr>
              <a:xfrm>
                <a:off x="891588" y="4676398"/>
                <a:ext cx="4500493" cy="1090298"/>
              </a:xfrm>
              <a:prstGeom prst="rect">
                <a:avLst/>
              </a:prstGeom>
              <a:blipFill>
                <a:blip r:embed="rId5"/>
                <a:stretch>
                  <a:fillRect l="-677" t="-1676" b="-6145"/>
                </a:stretch>
              </a:blipFill>
            </p:spPr>
            <p:txBody>
              <a:bodyPr/>
              <a:lstStyle/>
              <a:p>
                <a:r>
                  <a:rPr lang="en-US">
                    <a:noFill/>
                  </a:rPr>
                  <a:t> </a:t>
                </a:r>
              </a:p>
            </p:txBody>
          </p:sp>
        </mc:Fallback>
      </mc:AlternateContent>
      <p:pic>
        <p:nvPicPr>
          <p:cNvPr id="3321" name="Picture 3320">
            <a:extLst>
              <a:ext uri="{FF2B5EF4-FFF2-40B4-BE49-F238E27FC236}">
                <a16:creationId xmlns:a16="http://schemas.microsoft.com/office/drawing/2014/main" id="{12CA319C-AA85-A778-5E21-5D9341D9B7F0}"/>
              </a:ext>
            </a:extLst>
          </p:cNvPr>
          <p:cNvPicPr>
            <a:picLocks noChangeAspect="1"/>
          </p:cNvPicPr>
          <p:nvPr/>
        </p:nvPicPr>
        <p:blipFill>
          <a:blip r:embed="rId6"/>
          <a:stretch>
            <a:fillRect/>
          </a:stretch>
        </p:blipFill>
        <p:spPr>
          <a:xfrm>
            <a:off x="5870763" y="2484884"/>
            <a:ext cx="2786191" cy="3211859"/>
          </a:xfrm>
          <a:prstGeom prst="rect">
            <a:avLst/>
          </a:prstGeom>
        </p:spPr>
      </p:pic>
      <p:sp>
        <p:nvSpPr>
          <p:cNvPr id="14" name="TextBox 13">
            <a:extLst>
              <a:ext uri="{FF2B5EF4-FFF2-40B4-BE49-F238E27FC236}">
                <a16:creationId xmlns:a16="http://schemas.microsoft.com/office/drawing/2014/main" id="{DDBCB033-AEC4-800F-8584-4252DD5FDA3A}"/>
              </a:ext>
            </a:extLst>
          </p:cNvPr>
          <p:cNvSpPr txBox="1"/>
          <p:nvPr/>
        </p:nvSpPr>
        <p:spPr>
          <a:xfrm>
            <a:off x="5870763" y="1870557"/>
            <a:ext cx="506169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00"/>
                </a:solidFill>
                <a:effectLst/>
                <a:uLnTx/>
                <a:uFillTx/>
                <a:latin typeface="Aptos" panose="020B0004020202020204"/>
                <a:ea typeface="+mn-ea"/>
                <a:cs typeface="+mn-cs"/>
              </a:rPr>
              <a:t>Scatter Plot: PCO₂ and TCO₂ in a Sample of 1,776 Patients</a:t>
            </a:r>
          </a:p>
        </p:txBody>
      </p:sp>
      <p:sp>
        <p:nvSpPr>
          <p:cNvPr id="18" name="TextBox 17">
            <a:extLst>
              <a:ext uri="{FF2B5EF4-FFF2-40B4-BE49-F238E27FC236}">
                <a16:creationId xmlns:a16="http://schemas.microsoft.com/office/drawing/2014/main" id="{F3F5335C-0CAB-FB89-89A9-2DF8360D19AB}"/>
              </a:ext>
            </a:extLst>
          </p:cNvPr>
          <p:cNvSpPr txBox="1"/>
          <p:nvPr/>
        </p:nvSpPr>
        <p:spPr>
          <a:xfrm>
            <a:off x="9135635" y="2751985"/>
            <a:ext cx="2218165" cy="2677656"/>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0B0004020202020204"/>
                <a:ea typeface="+mn-ea"/>
                <a:cs typeface="+mn-cs"/>
              </a:rPr>
              <a:t>A scatter plot of total carbon dioxide (TCO₂) (dependent variable, y‑axis) against partial pressure of carbon dioxide (PCO₂) (independent variable, x‑axis) shows that as PCO₂ increases, TCO₂ also increases.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This visual pattern suggests that a linear regression model could be appropriately fitted to describe how TCO₂ varies as a function of PCO₂.</a:t>
            </a:r>
            <a:endParaRPr kumimoji="0" lang="en-US" sz="12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endParaRPr>
          </a:p>
        </p:txBody>
      </p:sp>
      <p:pic>
        <p:nvPicPr>
          <p:cNvPr id="4" name="Picture 3">
            <a:extLst>
              <a:ext uri="{FF2B5EF4-FFF2-40B4-BE49-F238E27FC236}">
                <a16:creationId xmlns:a16="http://schemas.microsoft.com/office/drawing/2014/main" id="{632D1132-3381-405B-862A-3A7E8BF2BEEA}"/>
              </a:ext>
            </a:extLst>
          </p:cNvPr>
          <p:cNvPicPr>
            <a:picLocks noChangeAspect="1"/>
          </p:cNvPicPr>
          <p:nvPr/>
        </p:nvPicPr>
        <p:blipFill>
          <a:blip r:embed="rId7"/>
          <a:stretch>
            <a:fillRect/>
          </a:stretch>
        </p:blipFill>
        <p:spPr>
          <a:xfrm>
            <a:off x="295480" y="6230670"/>
            <a:ext cx="5249008" cy="609685"/>
          </a:xfrm>
          <a:prstGeom prst="rect">
            <a:avLst/>
          </a:prstGeom>
        </p:spPr>
      </p:pic>
    </p:spTree>
    <p:extLst>
      <p:ext uri="{BB962C8B-B14F-4D97-AF65-F5344CB8AC3E}">
        <p14:creationId xmlns:p14="http://schemas.microsoft.com/office/powerpoint/2010/main" val="11746019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0BB02-9641-2453-F4B7-AD0C79993BC2}"/>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764C567D-2A44-F3A6-A547-D775188E8E3D}"/>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EA0DC9FA-E33C-344B-26F3-AFDDE4AB7EA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136BFE74-1391-1230-A0C8-D80D8E516B0E}"/>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EC9C08D9-C5A1-CAD8-4547-14855ACE3B87}"/>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572F1A54-B38D-D012-2C6D-663842F2EF96}"/>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3" name="TextBox 2">
            <a:extLst>
              <a:ext uri="{FF2B5EF4-FFF2-40B4-BE49-F238E27FC236}">
                <a16:creationId xmlns:a16="http://schemas.microsoft.com/office/drawing/2014/main" id="{92DD92B9-21A7-4B7B-6859-26633AD39B9F}"/>
              </a:ext>
            </a:extLst>
          </p:cNvPr>
          <p:cNvSpPr txBox="1"/>
          <p:nvPr/>
        </p:nvSpPr>
        <p:spPr>
          <a:xfrm>
            <a:off x="891590" y="1933189"/>
            <a:ext cx="8231862" cy="830997"/>
          </a:xfrm>
          <a:prstGeom prst="rect">
            <a:avLst/>
          </a:prstGeom>
          <a:noFill/>
        </p:spPr>
        <p:txBody>
          <a:bodyPr wrap="square">
            <a:spAutoFit/>
          </a:bodyPr>
          <a:lstStyle/>
          <a:p>
            <a:r>
              <a:rPr lang="en-US" sz="1600" noProof="0"/>
              <a:t>Simple linear regression </a:t>
            </a:r>
            <a:r>
              <a:rPr lang="en-US" sz="1600" b="1" noProof="0">
                <a:highlight>
                  <a:srgbClr val="FFC000"/>
                </a:highlight>
              </a:rPr>
              <a:t>is used to examine the relationship between a single independent variable and a continuous dependent variable</a:t>
            </a:r>
            <a:r>
              <a:rPr lang="en-US" sz="1600" noProof="0"/>
              <a:t>, assuming that this relationship can be adequately represented by a straight line.</a:t>
            </a:r>
            <a:endParaRPr lang="en-US" sz="1600" b="1" noProof="0"/>
          </a:p>
        </p:txBody>
      </p:sp>
      <p:grpSp>
        <p:nvGrpSpPr>
          <p:cNvPr id="12" name="Group 11">
            <a:extLst>
              <a:ext uri="{FF2B5EF4-FFF2-40B4-BE49-F238E27FC236}">
                <a16:creationId xmlns:a16="http://schemas.microsoft.com/office/drawing/2014/main" id="{565F8D27-D57E-B19D-66BD-F71C7C834AB8}"/>
              </a:ext>
            </a:extLst>
          </p:cNvPr>
          <p:cNvGrpSpPr/>
          <p:nvPr/>
        </p:nvGrpSpPr>
        <p:grpSpPr>
          <a:xfrm>
            <a:off x="2804874" y="3502943"/>
            <a:ext cx="6094378" cy="839256"/>
            <a:chOff x="822073" y="4791976"/>
            <a:chExt cx="6094378" cy="839256"/>
          </a:xfrm>
        </p:grpSpPr>
        <p:sp>
          <p:nvSpPr>
            <p:cNvPr id="13" name="TextBox 12">
              <a:extLst>
                <a:ext uri="{FF2B5EF4-FFF2-40B4-BE49-F238E27FC236}">
                  <a16:creationId xmlns:a16="http://schemas.microsoft.com/office/drawing/2014/main" id="{5AFB8B54-6638-9FFA-D7C2-0E88FC454AD6}"/>
                </a:ext>
              </a:extLst>
            </p:cNvPr>
            <p:cNvSpPr txBox="1"/>
            <p:nvPr/>
          </p:nvSpPr>
          <p:spPr>
            <a:xfrm>
              <a:off x="822073" y="4791976"/>
              <a:ext cx="6094378" cy="544893"/>
            </a:xfrm>
            <a:prstGeom prst="rect">
              <a:avLst/>
            </a:prstGeom>
            <a:noFill/>
          </p:spPr>
          <p:txBody>
            <a:bodyPr wrap="square">
              <a:spAutoFit/>
            </a:bodyPr>
            <a:lstStyle>
              <a:defPPr>
                <a:defRPr lang="en-US"/>
              </a:defPPr>
              <a:lvl1pPr>
                <a:defRPr sz="1400"/>
              </a:lvl1pPr>
            </a:lstStyle>
            <a:p>
              <a:pPr algn="ctr">
                <a:lnSpc>
                  <a:spcPts val="1700"/>
                </a:lnSpc>
              </a:pPr>
              <a:r>
                <a:rPr lang="en-US" sz="4000" b="1" noProof="0">
                  <a:solidFill>
                    <a:srgbClr val="FF0000"/>
                  </a:solidFill>
                </a:rPr>
                <a:t>“</a:t>
              </a:r>
              <a:r>
                <a:rPr lang="en-US" sz="2000" b="1" noProof="0"/>
                <a:t>Explain </a:t>
              </a:r>
              <a:r>
                <a:rPr lang="en-US" sz="2000" b="1" i="1" noProof="0">
                  <a:solidFill>
                    <a:schemeClr val="accent3"/>
                  </a:solidFill>
                </a:rPr>
                <a:t>y</a:t>
              </a:r>
              <a:r>
                <a:rPr lang="en-US" sz="2000" b="1" noProof="0"/>
                <a:t> in terms of </a:t>
              </a:r>
              <a:r>
                <a:rPr lang="en-US" sz="2000" b="1" i="1" noProof="0">
                  <a:solidFill>
                    <a:schemeClr val="accent5"/>
                  </a:solidFill>
                </a:rPr>
                <a:t>x</a:t>
              </a:r>
              <a:r>
                <a:rPr lang="en-US" sz="2000" b="1" noProof="0"/>
                <a:t>, or study how </a:t>
              </a:r>
              <a:r>
                <a:rPr lang="en-US" sz="2000" b="1" i="1" noProof="0">
                  <a:solidFill>
                    <a:schemeClr val="accent3"/>
                  </a:solidFill>
                </a:rPr>
                <a:t>y </a:t>
              </a:r>
              <a:r>
                <a:rPr lang="en-US" sz="2000" b="1" noProof="0"/>
                <a:t>changes when </a:t>
              </a:r>
              <a:r>
                <a:rPr lang="en-US" sz="2000" b="1" i="1" noProof="0">
                  <a:solidFill>
                    <a:srgbClr val="9F2A63"/>
                  </a:solidFill>
                </a:rPr>
                <a:t>x </a:t>
              </a:r>
              <a:r>
                <a:rPr lang="en-US" sz="2000" b="1" noProof="0"/>
                <a:t>changes</a:t>
              </a:r>
            </a:p>
          </p:txBody>
        </p:sp>
        <p:sp>
          <p:nvSpPr>
            <p:cNvPr id="14" name="TextBox 13">
              <a:extLst>
                <a:ext uri="{FF2B5EF4-FFF2-40B4-BE49-F238E27FC236}">
                  <a16:creationId xmlns:a16="http://schemas.microsoft.com/office/drawing/2014/main" id="{5AA4DA55-7C50-AC20-19FF-9A769880A965}"/>
                </a:ext>
              </a:extLst>
            </p:cNvPr>
            <p:cNvSpPr txBox="1"/>
            <p:nvPr/>
          </p:nvSpPr>
          <p:spPr>
            <a:xfrm>
              <a:off x="4839688" y="4923346"/>
              <a:ext cx="513134" cy="707886"/>
            </a:xfrm>
            <a:prstGeom prst="rect">
              <a:avLst/>
            </a:prstGeom>
            <a:noFill/>
          </p:spPr>
          <p:txBody>
            <a:bodyPr wrap="square">
              <a:spAutoFit/>
            </a:bodyPr>
            <a:lstStyle/>
            <a:p>
              <a:r>
                <a:rPr kumimoji="0" lang="en-US" sz="4000" b="1" i="0" u="none" strike="noStrike" kern="1200" cap="none" spc="0" normalizeH="0" baseline="0" noProof="0">
                  <a:ln>
                    <a:noFill/>
                  </a:ln>
                  <a:solidFill>
                    <a:srgbClr val="FF0000"/>
                  </a:solidFill>
                  <a:effectLst/>
                  <a:uLnTx/>
                  <a:uFillTx/>
                  <a:latin typeface="Aptos" panose="020B0004020202020204"/>
                  <a:ea typeface="+mn-ea"/>
                  <a:cs typeface="+mn-cs"/>
                </a:rPr>
                <a:t>” </a:t>
              </a:r>
              <a:endParaRPr lang="en-US" noProof="0">
                <a:solidFill>
                  <a:srgbClr val="FF0000"/>
                </a:solidFill>
              </a:endParaRPr>
            </a:p>
          </p:txBody>
        </p:sp>
      </p:grpSp>
      <p:sp>
        <p:nvSpPr>
          <p:cNvPr id="16" name="TextBox 15">
            <a:extLst>
              <a:ext uri="{FF2B5EF4-FFF2-40B4-BE49-F238E27FC236}">
                <a16:creationId xmlns:a16="http://schemas.microsoft.com/office/drawing/2014/main" id="{D4F8417E-9126-3417-019A-4227D4F0A77A}"/>
              </a:ext>
            </a:extLst>
          </p:cNvPr>
          <p:cNvSpPr txBox="1"/>
          <p:nvPr/>
        </p:nvSpPr>
        <p:spPr>
          <a:xfrm>
            <a:off x="3105181" y="4301080"/>
            <a:ext cx="5634208" cy="830997"/>
          </a:xfrm>
          <a:prstGeom prst="rect">
            <a:avLst/>
          </a:prstGeom>
          <a:noFill/>
        </p:spPr>
        <p:txBody>
          <a:bodyPr wrap="square">
            <a:spAutoFit/>
          </a:bodyPr>
          <a:lstStyle/>
          <a:p>
            <a:r>
              <a:rPr lang="en-US" sz="1600"/>
              <a:t>Are there exact relationships between </a:t>
            </a:r>
            <a:r>
              <a:rPr lang="en-US" sz="1600" b="1" i="1"/>
              <a:t>x</a:t>
            </a:r>
            <a:r>
              <a:rPr lang="en-US" sz="1600" i="1"/>
              <a:t> </a:t>
            </a:r>
            <a:r>
              <a:rPr lang="en-US" sz="1600"/>
              <a:t>and </a:t>
            </a:r>
            <a:r>
              <a:rPr lang="en-US" sz="1600" b="1" i="1"/>
              <a:t>y</a:t>
            </a:r>
            <a:r>
              <a:rPr lang="en-US" sz="1600"/>
              <a:t>?</a:t>
            </a:r>
          </a:p>
          <a:p>
            <a:r>
              <a:rPr lang="en-US" sz="1600"/>
              <a:t>Is there a </a:t>
            </a:r>
            <a:r>
              <a:rPr lang="en-US" sz="1600" b="1">
                <a:highlight>
                  <a:srgbClr val="FFC000"/>
                </a:highlight>
              </a:rPr>
              <a:t>functional relationship </a:t>
            </a:r>
            <a:r>
              <a:rPr lang="en-US" sz="1600"/>
              <a:t>between </a:t>
            </a:r>
            <a:r>
              <a:rPr lang="en-US" sz="1600" b="1" i="1"/>
              <a:t>x</a:t>
            </a:r>
            <a:r>
              <a:rPr lang="en-US" sz="1600"/>
              <a:t> and </a:t>
            </a:r>
            <a:r>
              <a:rPr lang="en-US" sz="1600" b="1" i="1"/>
              <a:t>y</a:t>
            </a:r>
            <a:r>
              <a:rPr lang="en-US" sz="1600"/>
              <a:t>?</a:t>
            </a:r>
          </a:p>
          <a:p>
            <a:r>
              <a:rPr lang="en-US" sz="1600"/>
              <a:t>Is there a </a:t>
            </a:r>
            <a:r>
              <a:rPr lang="en-US" sz="1600" b="1">
                <a:highlight>
                  <a:srgbClr val="FFC000"/>
                </a:highlight>
              </a:rPr>
              <a:t>ceteris paribus </a:t>
            </a:r>
            <a:r>
              <a:rPr lang="en-US" sz="1600"/>
              <a:t>relationship between </a:t>
            </a:r>
            <a:r>
              <a:rPr lang="en-US" sz="1600" b="1"/>
              <a:t>x</a:t>
            </a:r>
            <a:r>
              <a:rPr lang="en-US" sz="1600"/>
              <a:t> and </a:t>
            </a:r>
            <a:r>
              <a:rPr lang="en-US" sz="1600" i="1"/>
              <a:t>y</a:t>
            </a:r>
            <a:r>
              <a:rPr lang="en-US" sz="1600"/>
              <a:t>?</a:t>
            </a:r>
            <a:endParaRPr lang="en-US" sz="1600" b="1" noProof="0"/>
          </a:p>
        </p:txBody>
      </p:sp>
      <p:sp>
        <p:nvSpPr>
          <p:cNvPr id="19" name="Freeform: Shape 18">
            <a:extLst>
              <a:ext uri="{FF2B5EF4-FFF2-40B4-BE49-F238E27FC236}">
                <a16:creationId xmlns:a16="http://schemas.microsoft.com/office/drawing/2014/main" id="{2FBA6DE9-F6DC-D62E-DBE6-1AA473627307}"/>
              </a:ext>
            </a:extLst>
          </p:cNvPr>
          <p:cNvSpPr/>
          <p:nvPr/>
        </p:nvSpPr>
        <p:spPr>
          <a:xfrm>
            <a:off x="2930501" y="4397650"/>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20" name="Freeform: Shape 19">
            <a:extLst>
              <a:ext uri="{FF2B5EF4-FFF2-40B4-BE49-F238E27FC236}">
                <a16:creationId xmlns:a16="http://schemas.microsoft.com/office/drawing/2014/main" id="{414297A5-2F3C-C518-2BE8-114D81CB6A3E}"/>
              </a:ext>
            </a:extLst>
          </p:cNvPr>
          <p:cNvSpPr/>
          <p:nvPr/>
        </p:nvSpPr>
        <p:spPr>
          <a:xfrm>
            <a:off x="2930501" y="4636561"/>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21" name="Freeform: Shape 20">
            <a:extLst>
              <a:ext uri="{FF2B5EF4-FFF2-40B4-BE49-F238E27FC236}">
                <a16:creationId xmlns:a16="http://schemas.microsoft.com/office/drawing/2014/main" id="{630F50C0-0B95-6D0C-F859-BAFCED814EBB}"/>
              </a:ext>
            </a:extLst>
          </p:cNvPr>
          <p:cNvSpPr/>
          <p:nvPr/>
        </p:nvSpPr>
        <p:spPr>
          <a:xfrm>
            <a:off x="2930501" y="4884319"/>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Tree>
    <p:extLst>
      <p:ext uri="{BB962C8B-B14F-4D97-AF65-F5344CB8AC3E}">
        <p14:creationId xmlns:p14="http://schemas.microsoft.com/office/powerpoint/2010/main" val="670537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A61C-5CD6-05A0-FB30-F2BE78F13662}"/>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C2B725A9-7863-78C4-C46D-F020EE257207}"/>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D43413A6-487E-E694-98D2-BAA990BB97F6}"/>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B66274E5-6E60-CF40-A2BA-9C3AB12396CF}"/>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B9813692-17FF-FC3C-0152-1A2110B23123}"/>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960BCC6A-9C70-9C75-54CB-1EB590C472DB}"/>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grpSp>
        <p:nvGrpSpPr>
          <p:cNvPr id="4" name="Group 3">
            <a:extLst>
              <a:ext uri="{FF2B5EF4-FFF2-40B4-BE49-F238E27FC236}">
                <a16:creationId xmlns:a16="http://schemas.microsoft.com/office/drawing/2014/main" id="{DA93B509-67B8-E849-FECC-00A34E64BD29}"/>
              </a:ext>
            </a:extLst>
          </p:cNvPr>
          <p:cNvGrpSpPr>
            <a:grpSpLocks noChangeAspect="1"/>
          </p:cNvGrpSpPr>
          <p:nvPr>
            <p:custDataLst>
              <p:tags r:id="rId1"/>
            </p:custDataLst>
          </p:nvPr>
        </p:nvGrpSpPr>
        <p:grpSpPr>
          <a:xfrm>
            <a:off x="1325974" y="2159312"/>
            <a:ext cx="2397698" cy="293471"/>
            <a:chOff x="4306195" y="3814010"/>
            <a:chExt cx="1695107" cy="207476"/>
          </a:xfrm>
        </p:grpSpPr>
        <p:sp>
          <p:nvSpPr>
            <p:cNvPr id="5" name="Freeform: Shape 4">
              <a:extLst>
                <a:ext uri="{FF2B5EF4-FFF2-40B4-BE49-F238E27FC236}">
                  <a16:creationId xmlns:a16="http://schemas.microsoft.com/office/drawing/2014/main" id="{1514708F-58EA-D9AA-763A-C1A4CB61B2D1}"/>
                </a:ext>
              </a:extLst>
            </p:cNvPr>
            <p:cNvSpPr/>
            <p:nvPr>
              <p:custDataLst>
                <p:tags r:id="rId25"/>
              </p:custDataLst>
            </p:nvPr>
          </p:nvSpPr>
          <p:spPr>
            <a:xfrm>
              <a:off x="4306195" y="3874135"/>
              <a:ext cx="105345" cy="147351"/>
            </a:xfrm>
            <a:custGeom>
              <a:avLst/>
              <a:gdLst>
                <a:gd name="connsiteX0" fmla="*/ 104508 w 105345"/>
                <a:gd name="connsiteY0" fmla="*/ 13955 h 147351"/>
                <a:gd name="connsiteX1" fmla="*/ 105422 w 105345"/>
                <a:gd name="connsiteY1" fmla="*/ 8717 h 147351"/>
                <a:gd name="connsiteX2" fmla="*/ 98795 w 105345"/>
                <a:gd name="connsiteY2" fmla="*/ 2568 h 147351"/>
                <a:gd name="connsiteX3" fmla="*/ 90797 w 105345"/>
                <a:gd name="connsiteY3" fmla="*/ 7351 h 147351"/>
                <a:gd name="connsiteX4" fmla="*/ 87598 w 105345"/>
                <a:gd name="connsiteY4" fmla="*/ 19649 h 147351"/>
                <a:gd name="connsiteX5" fmla="*/ 83028 w 105345"/>
                <a:gd name="connsiteY5" fmla="*/ 37869 h 147351"/>
                <a:gd name="connsiteX6" fmla="*/ 72745 w 105345"/>
                <a:gd name="connsiteY6" fmla="*/ 78863 h 147351"/>
                <a:gd name="connsiteX7" fmla="*/ 46922 w 105345"/>
                <a:gd name="connsiteY7" fmla="*/ 98221 h 147351"/>
                <a:gd name="connsiteX8" fmla="*/ 32754 w 105345"/>
                <a:gd name="connsiteY8" fmla="*/ 79774 h 147351"/>
                <a:gd name="connsiteX9" fmla="*/ 44409 w 105345"/>
                <a:gd name="connsiteY9" fmla="*/ 35136 h 147351"/>
                <a:gd name="connsiteX10" fmla="*/ 48979 w 105345"/>
                <a:gd name="connsiteY10" fmla="*/ 18738 h 147351"/>
                <a:gd name="connsiteX11" fmla="*/ 30241 w 105345"/>
                <a:gd name="connsiteY11" fmla="*/ 63 h 147351"/>
                <a:gd name="connsiteX12" fmla="*/ 77 w 105345"/>
                <a:gd name="connsiteY12" fmla="*/ 35136 h 147351"/>
                <a:gd name="connsiteX13" fmla="*/ 2819 w 105345"/>
                <a:gd name="connsiteY13" fmla="*/ 37413 h 147351"/>
                <a:gd name="connsiteX14" fmla="*/ 6475 w 105345"/>
                <a:gd name="connsiteY14" fmla="*/ 33314 h 147351"/>
                <a:gd name="connsiteX15" fmla="*/ 29555 w 105345"/>
                <a:gd name="connsiteY15" fmla="*/ 5073 h 147351"/>
                <a:gd name="connsiteX16" fmla="*/ 35268 w 105345"/>
                <a:gd name="connsiteY16" fmla="*/ 12361 h 147351"/>
                <a:gd name="connsiteX17" fmla="*/ 31383 w 105345"/>
                <a:gd name="connsiteY17" fmla="*/ 28303 h 147351"/>
                <a:gd name="connsiteX18" fmla="*/ 18129 w 105345"/>
                <a:gd name="connsiteY18" fmla="*/ 76130 h 147351"/>
                <a:gd name="connsiteX19" fmla="*/ 46008 w 105345"/>
                <a:gd name="connsiteY19" fmla="*/ 103232 h 147351"/>
                <a:gd name="connsiteX20" fmla="*/ 69088 w 105345"/>
                <a:gd name="connsiteY20" fmla="*/ 92983 h 147351"/>
                <a:gd name="connsiteX21" fmla="*/ 54235 w 105345"/>
                <a:gd name="connsiteY21" fmla="*/ 128056 h 147351"/>
                <a:gd name="connsiteX22" fmla="*/ 29098 w 105345"/>
                <a:gd name="connsiteY22" fmla="*/ 142404 h 147351"/>
                <a:gd name="connsiteX23" fmla="*/ 11731 w 105345"/>
                <a:gd name="connsiteY23" fmla="*/ 132839 h 147351"/>
                <a:gd name="connsiteX24" fmla="*/ 21557 w 105345"/>
                <a:gd name="connsiteY24" fmla="*/ 130106 h 147351"/>
                <a:gd name="connsiteX25" fmla="*/ 26127 w 105345"/>
                <a:gd name="connsiteY25" fmla="*/ 120768 h 147351"/>
                <a:gd name="connsiteX26" fmla="*/ 17672 w 105345"/>
                <a:gd name="connsiteY26" fmla="*/ 112797 h 147351"/>
                <a:gd name="connsiteX27" fmla="*/ 4876 w 105345"/>
                <a:gd name="connsiteY27" fmla="*/ 127601 h 147351"/>
                <a:gd name="connsiteX28" fmla="*/ 29098 w 105345"/>
                <a:gd name="connsiteY28" fmla="*/ 147414 h 147351"/>
                <a:gd name="connsiteX29" fmla="*/ 82571 w 105345"/>
                <a:gd name="connsiteY29" fmla="*/ 100954 h 147351"/>
                <a:gd name="connsiteX30" fmla="*/ 104508 w 105345"/>
                <a:gd name="connsiteY30" fmla="*/ 13955 h 14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45" h="147351">
                  <a:moveTo>
                    <a:pt x="104508" y="13955"/>
                  </a:moveTo>
                  <a:cubicBezTo>
                    <a:pt x="105422" y="10767"/>
                    <a:pt x="105422" y="10311"/>
                    <a:pt x="105422" y="8717"/>
                  </a:cubicBezTo>
                  <a:cubicBezTo>
                    <a:pt x="105422" y="4618"/>
                    <a:pt x="102223" y="2568"/>
                    <a:pt x="98795" y="2568"/>
                  </a:cubicBezTo>
                  <a:cubicBezTo>
                    <a:pt x="96510" y="2568"/>
                    <a:pt x="92854" y="3934"/>
                    <a:pt x="90797" y="7351"/>
                  </a:cubicBezTo>
                  <a:cubicBezTo>
                    <a:pt x="90340" y="8489"/>
                    <a:pt x="88512" y="15550"/>
                    <a:pt x="87598" y="19649"/>
                  </a:cubicBezTo>
                  <a:cubicBezTo>
                    <a:pt x="85998" y="25570"/>
                    <a:pt x="84399" y="31719"/>
                    <a:pt x="83028" y="37869"/>
                  </a:cubicBezTo>
                  <a:lnTo>
                    <a:pt x="72745" y="78863"/>
                  </a:lnTo>
                  <a:cubicBezTo>
                    <a:pt x="71831" y="82279"/>
                    <a:pt x="62004" y="98221"/>
                    <a:pt x="46922" y="98221"/>
                  </a:cubicBezTo>
                  <a:cubicBezTo>
                    <a:pt x="35268" y="98221"/>
                    <a:pt x="32754" y="88200"/>
                    <a:pt x="32754" y="79774"/>
                  </a:cubicBezTo>
                  <a:cubicBezTo>
                    <a:pt x="32754" y="69298"/>
                    <a:pt x="36639" y="55177"/>
                    <a:pt x="44409" y="35136"/>
                  </a:cubicBezTo>
                  <a:cubicBezTo>
                    <a:pt x="48065" y="25798"/>
                    <a:pt x="48979" y="23293"/>
                    <a:pt x="48979" y="18738"/>
                  </a:cubicBezTo>
                  <a:cubicBezTo>
                    <a:pt x="48979" y="8489"/>
                    <a:pt x="41667" y="63"/>
                    <a:pt x="30241" y="63"/>
                  </a:cubicBezTo>
                  <a:cubicBezTo>
                    <a:pt x="8532" y="63"/>
                    <a:pt x="77" y="33086"/>
                    <a:pt x="77" y="35136"/>
                  </a:cubicBezTo>
                  <a:cubicBezTo>
                    <a:pt x="77" y="37413"/>
                    <a:pt x="2362" y="37413"/>
                    <a:pt x="2819" y="37413"/>
                  </a:cubicBezTo>
                  <a:cubicBezTo>
                    <a:pt x="5104" y="37413"/>
                    <a:pt x="5333" y="36958"/>
                    <a:pt x="6475" y="33314"/>
                  </a:cubicBezTo>
                  <a:cubicBezTo>
                    <a:pt x="12645" y="11906"/>
                    <a:pt x="21786" y="5073"/>
                    <a:pt x="29555" y="5073"/>
                  </a:cubicBezTo>
                  <a:cubicBezTo>
                    <a:pt x="31383" y="5073"/>
                    <a:pt x="35268" y="5073"/>
                    <a:pt x="35268" y="12361"/>
                  </a:cubicBezTo>
                  <a:cubicBezTo>
                    <a:pt x="35268" y="18055"/>
                    <a:pt x="32983" y="23976"/>
                    <a:pt x="31383" y="28303"/>
                  </a:cubicBezTo>
                  <a:cubicBezTo>
                    <a:pt x="22243" y="52444"/>
                    <a:pt x="18129" y="65426"/>
                    <a:pt x="18129" y="76130"/>
                  </a:cubicBezTo>
                  <a:cubicBezTo>
                    <a:pt x="18129" y="96399"/>
                    <a:pt x="32526" y="103232"/>
                    <a:pt x="46008" y="103232"/>
                  </a:cubicBezTo>
                  <a:cubicBezTo>
                    <a:pt x="54920" y="103232"/>
                    <a:pt x="62690" y="99360"/>
                    <a:pt x="69088" y="92983"/>
                  </a:cubicBezTo>
                  <a:cubicBezTo>
                    <a:pt x="66118" y="104826"/>
                    <a:pt x="63375" y="115985"/>
                    <a:pt x="54235" y="128056"/>
                  </a:cubicBezTo>
                  <a:cubicBezTo>
                    <a:pt x="48293" y="135799"/>
                    <a:pt x="39610" y="142404"/>
                    <a:pt x="29098" y="142404"/>
                  </a:cubicBezTo>
                  <a:cubicBezTo>
                    <a:pt x="25899" y="142404"/>
                    <a:pt x="15616" y="141721"/>
                    <a:pt x="11731" y="132839"/>
                  </a:cubicBezTo>
                  <a:cubicBezTo>
                    <a:pt x="15387" y="132839"/>
                    <a:pt x="18358" y="132839"/>
                    <a:pt x="21557" y="130106"/>
                  </a:cubicBezTo>
                  <a:cubicBezTo>
                    <a:pt x="23842" y="128056"/>
                    <a:pt x="26127" y="125095"/>
                    <a:pt x="26127" y="120768"/>
                  </a:cubicBezTo>
                  <a:cubicBezTo>
                    <a:pt x="26127" y="113708"/>
                    <a:pt x="19958" y="112797"/>
                    <a:pt x="17672" y="112797"/>
                  </a:cubicBezTo>
                  <a:cubicBezTo>
                    <a:pt x="12417" y="112797"/>
                    <a:pt x="4876" y="116441"/>
                    <a:pt x="4876" y="127601"/>
                  </a:cubicBezTo>
                  <a:cubicBezTo>
                    <a:pt x="4876" y="138988"/>
                    <a:pt x="14930" y="147414"/>
                    <a:pt x="29098" y="147414"/>
                  </a:cubicBezTo>
                  <a:cubicBezTo>
                    <a:pt x="52635" y="147414"/>
                    <a:pt x="76172" y="126690"/>
                    <a:pt x="82571" y="100954"/>
                  </a:cubicBezTo>
                  <a:lnTo>
                    <a:pt x="104508" y="13955"/>
                  </a:lnTo>
                  <a:close/>
                </a:path>
              </a:pathLst>
            </a:custGeom>
            <a:solidFill>
              <a:schemeClr val="accent3"/>
            </a:solidFill>
            <a:ln w="22911"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F1C3BA67-27E9-C4F9-85EF-282BD454A321}"/>
                </a:ext>
              </a:extLst>
            </p:cNvPr>
            <p:cNvSpPr/>
            <p:nvPr>
              <p:custDataLst>
                <p:tags r:id="rId26"/>
              </p:custDataLst>
            </p:nvPr>
          </p:nvSpPr>
          <p:spPr>
            <a:xfrm>
              <a:off x="4496075" y="3891216"/>
              <a:ext cx="151962" cy="53292"/>
            </a:xfrm>
            <a:custGeom>
              <a:avLst/>
              <a:gdLst>
                <a:gd name="connsiteX0" fmla="*/ 144278 w 151962"/>
                <a:gd name="connsiteY0" fmla="*/ 9173 h 53292"/>
                <a:gd name="connsiteX1" fmla="*/ 152047 w 151962"/>
                <a:gd name="connsiteY1" fmla="*/ 4618 h 53292"/>
                <a:gd name="connsiteX2" fmla="*/ 144506 w 151962"/>
                <a:gd name="connsiteY2" fmla="*/ 63 h 53292"/>
                <a:gd name="connsiteX3" fmla="*/ 7626 w 151962"/>
                <a:gd name="connsiteY3" fmla="*/ 63 h 53292"/>
                <a:gd name="connsiteX4" fmla="*/ 85 w 151962"/>
                <a:gd name="connsiteY4" fmla="*/ 4618 h 53292"/>
                <a:gd name="connsiteX5" fmla="*/ 7854 w 151962"/>
                <a:gd name="connsiteY5" fmla="*/ 9173 h 53292"/>
                <a:gd name="connsiteX6" fmla="*/ 144278 w 151962"/>
                <a:gd name="connsiteY6" fmla="*/ 9173 h 53292"/>
                <a:gd name="connsiteX7" fmla="*/ 144506 w 151962"/>
                <a:gd name="connsiteY7" fmla="*/ 53355 h 53292"/>
                <a:gd name="connsiteX8" fmla="*/ 152047 w 151962"/>
                <a:gd name="connsiteY8" fmla="*/ 48800 h 53292"/>
                <a:gd name="connsiteX9" fmla="*/ 144278 w 151962"/>
                <a:gd name="connsiteY9" fmla="*/ 44245 h 53292"/>
                <a:gd name="connsiteX10" fmla="*/ 7854 w 151962"/>
                <a:gd name="connsiteY10" fmla="*/ 44245 h 53292"/>
                <a:gd name="connsiteX11" fmla="*/ 85 w 151962"/>
                <a:gd name="connsiteY11" fmla="*/ 48800 h 53292"/>
                <a:gd name="connsiteX12" fmla="*/ 7626 w 151962"/>
                <a:gd name="connsiteY12" fmla="*/ 53355 h 53292"/>
                <a:gd name="connsiteX13" fmla="*/ 144506 w 151962"/>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62" h="53292">
                  <a:moveTo>
                    <a:pt x="144278" y="9173"/>
                  </a:moveTo>
                  <a:cubicBezTo>
                    <a:pt x="147706" y="9173"/>
                    <a:pt x="152047" y="9173"/>
                    <a:pt x="152047" y="4618"/>
                  </a:cubicBezTo>
                  <a:cubicBezTo>
                    <a:pt x="152047" y="63"/>
                    <a:pt x="147706" y="63"/>
                    <a:pt x="144506" y="63"/>
                  </a:cubicBezTo>
                  <a:lnTo>
                    <a:pt x="7626" y="63"/>
                  </a:lnTo>
                  <a:cubicBezTo>
                    <a:pt x="4427" y="63"/>
                    <a:pt x="85" y="63"/>
                    <a:pt x="85" y="4618"/>
                  </a:cubicBezTo>
                  <a:cubicBezTo>
                    <a:pt x="85" y="9173"/>
                    <a:pt x="4427" y="9173"/>
                    <a:pt x="7854" y="9173"/>
                  </a:cubicBezTo>
                  <a:lnTo>
                    <a:pt x="144278" y="9173"/>
                  </a:lnTo>
                  <a:close/>
                  <a:moveTo>
                    <a:pt x="144506" y="53355"/>
                  </a:moveTo>
                  <a:cubicBezTo>
                    <a:pt x="147706" y="53355"/>
                    <a:pt x="152047" y="53355"/>
                    <a:pt x="152047" y="48800"/>
                  </a:cubicBezTo>
                  <a:cubicBezTo>
                    <a:pt x="152047" y="44245"/>
                    <a:pt x="147706" y="44245"/>
                    <a:pt x="144278" y="44245"/>
                  </a:cubicBezTo>
                  <a:lnTo>
                    <a:pt x="7854" y="44245"/>
                  </a:lnTo>
                  <a:cubicBezTo>
                    <a:pt x="4427" y="44245"/>
                    <a:pt x="85" y="44245"/>
                    <a:pt x="85" y="48800"/>
                  </a:cubicBezTo>
                  <a:cubicBezTo>
                    <a:pt x="85" y="53355"/>
                    <a:pt x="4427" y="53355"/>
                    <a:pt x="7626" y="53355"/>
                  </a:cubicBezTo>
                  <a:lnTo>
                    <a:pt x="144506" y="53355"/>
                  </a:lnTo>
                  <a:close/>
                </a:path>
              </a:pathLst>
            </a:custGeom>
            <a:solidFill>
              <a:srgbClr val="000000"/>
            </a:solidFill>
            <a:ln w="22911"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91520A9C-4EFB-DFD8-E261-AED43E6300D0}"/>
                </a:ext>
              </a:extLst>
            </p:cNvPr>
            <p:cNvSpPr/>
            <p:nvPr>
              <p:custDataLst>
                <p:tags r:id="rId27"/>
              </p:custDataLst>
            </p:nvPr>
          </p:nvSpPr>
          <p:spPr>
            <a:xfrm>
              <a:off x="4731315" y="3814010"/>
              <a:ext cx="124569" cy="204971"/>
            </a:xfrm>
            <a:custGeom>
              <a:avLst/>
              <a:gdLst>
                <a:gd name="connsiteX0" fmla="*/ 124665 w 124569"/>
                <a:gd name="connsiteY0" fmla="*/ 31264 h 204971"/>
                <a:gd name="connsiteX1" fmla="*/ 93587 w 124569"/>
                <a:gd name="connsiteY1" fmla="*/ 63 h 204971"/>
                <a:gd name="connsiteX2" fmla="*/ 65937 w 124569"/>
                <a:gd name="connsiteY2" fmla="*/ 9628 h 204971"/>
                <a:gd name="connsiteX3" fmla="*/ 36458 w 124569"/>
                <a:gd name="connsiteY3" fmla="*/ 58138 h 204971"/>
                <a:gd name="connsiteX4" fmla="*/ 124 w 124569"/>
                <a:gd name="connsiteY4" fmla="*/ 202757 h 204971"/>
                <a:gd name="connsiteX5" fmla="*/ 2866 w 124569"/>
                <a:gd name="connsiteY5" fmla="*/ 205034 h 204971"/>
                <a:gd name="connsiteX6" fmla="*/ 5609 w 124569"/>
                <a:gd name="connsiteY6" fmla="*/ 203895 h 204971"/>
                <a:gd name="connsiteX7" fmla="*/ 21605 w 124569"/>
                <a:gd name="connsiteY7" fmla="*/ 141038 h 204971"/>
                <a:gd name="connsiteX8" fmla="*/ 52683 w 124569"/>
                <a:gd name="connsiteY8" fmla="*/ 163129 h 204971"/>
                <a:gd name="connsiteX9" fmla="*/ 96786 w 124569"/>
                <a:gd name="connsiteY9" fmla="*/ 145137 h 204971"/>
                <a:gd name="connsiteX10" fmla="*/ 115067 w 124569"/>
                <a:gd name="connsiteY10" fmla="*/ 103232 h 204971"/>
                <a:gd name="connsiteX11" fmla="*/ 98386 w 124569"/>
                <a:gd name="connsiteY11" fmla="*/ 69298 h 204971"/>
                <a:gd name="connsiteX12" fmla="*/ 124665 w 124569"/>
                <a:gd name="connsiteY12" fmla="*/ 31264 h 204971"/>
                <a:gd name="connsiteX13" fmla="*/ 83532 w 124569"/>
                <a:gd name="connsiteY13" fmla="*/ 69070 h 204971"/>
                <a:gd name="connsiteX14" fmla="*/ 72564 w 124569"/>
                <a:gd name="connsiteY14" fmla="*/ 70664 h 204971"/>
                <a:gd name="connsiteX15" fmla="*/ 62509 w 124569"/>
                <a:gd name="connsiteY15" fmla="*/ 69753 h 204971"/>
                <a:gd name="connsiteX16" fmla="*/ 73706 w 124569"/>
                <a:gd name="connsiteY16" fmla="*/ 67931 h 204971"/>
                <a:gd name="connsiteX17" fmla="*/ 83532 w 124569"/>
                <a:gd name="connsiteY17" fmla="*/ 69070 h 204971"/>
                <a:gd name="connsiteX18" fmla="*/ 111868 w 124569"/>
                <a:gd name="connsiteY18" fmla="*/ 26026 h 204971"/>
                <a:gd name="connsiteX19" fmla="*/ 91302 w 124569"/>
                <a:gd name="connsiteY19" fmla="*/ 65426 h 204971"/>
                <a:gd name="connsiteX20" fmla="*/ 73706 w 124569"/>
                <a:gd name="connsiteY20" fmla="*/ 62693 h 204971"/>
                <a:gd name="connsiteX21" fmla="*/ 56110 w 124569"/>
                <a:gd name="connsiteY21" fmla="*/ 69981 h 204971"/>
                <a:gd name="connsiteX22" fmla="*/ 71878 w 124569"/>
                <a:gd name="connsiteY22" fmla="*/ 75674 h 204971"/>
                <a:gd name="connsiteX23" fmla="*/ 90616 w 124569"/>
                <a:gd name="connsiteY23" fmla="*/ 72714 h 204971"/>
                <a:gd name="connsiteX24" fmla="*/ 100671 w 124569"/>
                <a:gd name="connsiteY24" fmla="*/ 98449 h 204971"/>
                <a:gd name="connsiteX25" fmla="*/ 89245 w 124569"/>
                <a:gd name="connsiteY25" fmla="*/ 137621 h 204971"/>
                <a:gd name="connsiteX26" fmla="*/ 51997 w 124569"/>
                <a:gd name="connsiteY26" fmla="*/ 158118 h 204971"/>
                <a:gd name="connsiteX27" fmla="*/ 25946 w 124569"/>
                <a:gd name="connsiteY27" fmla="*/ 128739 h 204971"/>
                <a:gd name="connsiteX28" fmla="*/ 27089 w 124569"/>
                <a:gd name="connsiteY28" fmla="*/ 118718 h 204971"/>
                <a:gd name="connsiteX29" fmla="*/ 41714 w 124569"/>
                <a:gd name="connsiteY29" fmla="*/ 61099 h 204971"/>
                <a:gd name="connsiteX30" fmla="*/ 90616 w 124569"/>
                <a:gd name="connsiteY30" fmla="*/ 5301 h 204971"/>
                <a:gd name="connsiteX31" fmla="*/ 111868 w 124569"/>
                <a:gd name="connsiteY31" fmla="*/ 26026 h 20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69" h="204971">
                  <a:moveTo>
                    <a:pt x="124665" y="31264"/>
                  </a:moveTo>
                  <a:cubicBezTo>
                    <a:pt x="124665" y="14183"/>
                    <a:pt x="112097" y="63"/>
                    <a:pt x="93587" y="63"/>
                  </a:cubicBezTo>
                  <a:cubicBezTo>
                    <a:pt x="80333" y="63"/>
                    <a:pt x="73935" y="3707"/>
                    <a:pt x="65937" y="9628"/>
                  </a:cubicBezTo>
                  <a:cubicBezTo>
                    <a:pt x="53368" y="18738"/>
                    <a:pt x="40800" y="40829"/>
                    <a:pt x="36458" y="58138"/>
                  </a:cubicBezTo>
                  <a:lnTo>
                    <a:pt x="124" y="202757"/>
                  </a:lnTo>
                  <a:cubicBezTo>
                    <a:pt x="-104" y="203668"/>
                    <a:pt x="1038" y="205034"/>
                    <a:pt x="2866" y="205034"/>
                  </a:cubicBezTo>
                  <a:cubicBezTo>
                    <a:pt x="4695" y="205034"/>
                    <a:pt x="5380" y="204579"/>
                    <a:pt x="5609" y="203895"/>
                  </a:cubicBezTo>
                  <a:lnTo>
                    <a:pt x="21605" y="141038"/>
                  </a:lnTo>
                  <a:cubicBezTo>
                    <a:pt x="25946" y="154702"/>
                    <a:pt x="36001" y="163129"/>
                    <a:pt x="52683" y="163129"/>
                  </a:cubicBezTo>
                  <a:cubicBezTo>
                    <a:pt x="69364" y="163129"/>
                    <a:pt x="86503" y="155158"/>
                    <a:pt x="96786" y="145137"/>
                  </a:cubicBezTo>
                  <a:cubicBezTo>
                    <a:pt x="107755" y="134661"/>
                    <a:pt x="115067" y="120085"/>
                    <a:pt x="115067" y="103232"/>
                  </a:cubicBezTo>
                  <a:cubicBezTo>
                    <a:pt x="115067" y="86834"/>
                    <a:pt x="106612" y="74991"/>
                    <a:pt x="98386" y="69298"/>
                  </a:cubicBezTo>
                  <a:cubicBezTo>
                    <a:pt x="111640" y="61782"/>
                    <a:pt x="124665" y="47662"/>
                    <a:pt x="124665" y="31264"/>
                  </a:cubicBezTo>
                  <a:close/>
                  <a:moveTo>
                    <a:pt x="83532" y="69070"/>
                  </a:moveTo>
                  <a:cubicBezTo>
                    <a:pt x="80562" y="70209"/>
                    <a:pt x="78048" y="70664"/>
                    <a:pt x="72564" y="70664"/>
                  </a:cubicBezTo>
                  <a:cubicBezTo>
                    <a:pt x="69364" y="70664"/>
                    <a:pt x="64794" y="70892"/>
                    <a:pt x="62509" y="69753"/>
                  </a:cubicBezTo>
                  <a:cubicBezTo>
                    <a:pt x="62966" y="67476"/>
                    <a:pt x="71192" y="67931"/>
                    <a:pt x="73706" y="67931"/>
                  </a:cubicBezTo>
                  <a:cubicBezTo>
                    <a:pt x="78505" y="67931"/>
                    <a:pt x="80562" y="67931"/>
                    <a:pt x="83532" y="69070"/>
                  </a:cubicBezTo>
                  <a:close/>
                  <a:moveTo>
                    <a:pt x="111868" y="26026"/>
                  </a:moveTo>
                  <a:cubicBezTo>
                    <a:pt x="111868" y="41968"/>
                    <a:pt x="103185" y="58366"/>
                    <a:pt x="91302" y="65426"/>
                  </a:cubicBezTo>
                  <a:cubicBezTo>
                    <a:pt x="85132" y="63148"/>
                    <a:pt x="80562" y="62693"/>
                    <a:pt x="73706" y="62693"/>
                  </a:cubicBezTo>
                  <a:cubicBezTo>
                    <a:pt x="68907" y="62693"/>
                    <a:pt x="56110" y="62465"/>
                    <a:pt x="56110" y="69981"/>
                  </a:cubicBezTo>
                  <a:cubicBezTo>
                    <a:pt x="55882" y="76358"/>
                    <a:pt x="67765" y="75674"/>
                    <a:pt x="71878" y="75674"/>
                  </a:cubicBezTo>
                  <a:cubicBezTo>
                    <a:pt x="80333" y="75674"/>
                    <a:pt x="83761" y="75447"/>
                    <a:pt x="90616" y="72714"/>
                  </a:cubicBezTo>
                  <a:cubicBezTo>
                    <a:pt x="99300" y="80913"/>
                    <a:pt x="100442" y="87973"/>
                    <a:pt x="100671" y="98449"/>
                  </a:cubicBezTo>
                  <a:cubicBezTo>
                    <a:pt x="101128" y="111658"/>
                    <a:pt x="95644" y="128739"/>
                    <a:pt x="89245" y="137621"/>
                  </a:cubicBezTo>
                  <a:cubicBezTo>
                    <a:pt x="80333" y="149920"/>
                    <a:pt x="65023" y="158118"/>
                    <a:pt x="51997" y="158118"/>
                  </a:cubicBezTo>
                  <a:cubicBezTo>
                    <a:pt x="34630" y="158118"/>
                    <a:pt x="25946" y="144909"/>
                    <a:pt x="25946" y="128739"/>
                  </a:cubicBezTo>
                  <a:cubicBezTo>
                    <a:pt x="25946" y="126462"/>
                    <a:pt x="25946" y="123046"/>
                    <a:pt x="27089" y="118718"/>
                  </a:cubicBezTo>
                  <a:lnTo>
                    <a:pt x="41714" y="61099"/>
                  </a:lnTo>
                  <a:cubicBezTo>
                    <a:pt x="46741" y="41513"/>
                    <a:pt x="63194" y="5301"/>
                    <a:pt x="90616" y="5301"/>
                  </a:cubicBezTo>
                  <a:cubicBezTo>
                    <a:pt x="103870" y="5301"/>
                    <a:pt x="111868" y="12361"/>
                    <a:pt x="111868" y="26026"/>
                  </a:cubicBezTo>
                  <a:close/>
                </a:path>
              </a:pathLst>
            </a:custGeom>
            <a:solidFill>
              <a:srgbClr val="000000"/>
            </a:solidFill>
            <a:ln w="22911"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77E12878-6908-F407-4E65-D2009E302F20}"/>
                </a:ext>
              </a:extLst>
            </p:cNvPr>
            <p:cNvSpPr/>
            <p:nvPr>
              <p:custDataLst>
                <p:tags r:id="rId28"/>
              </p:custDataLst>
            </p:nvPr>
          </p:nvSpPr>
          <p:spPr>
            <a:xfrm>
              <a:off x="4862060" y="3903104"/>
              <a:ext cx="74221" cy="109044"/>
            </a:xfrm>
            <a:custGeom>
              <a:avLst/>
              <a:gdLst>
                <a:gd name="connsiteX0" fmla="*/ 74323 w 74221"/>
                <a:gd name="connsiteY0" fmla="*/ 55065 h 109044"/>
                <a:gd name="connsiteX1" fmla="*/ 64885 w 74221"/>
                <a:gd name="connsiteY1" fmla="*/ 13775 h 109044"/>
                <a:gd name="connsiteX2" fmla="*/ 37212 w 74221"/>
                <a:gd name="connsiteY2" fmla="*/ 64 h 109044"/>
                <a:gd name="connsiteX3" fmla="*/ 101 w 74221"/>
                <a:gd name="connsiteY3" fmla="*/ 55065 h 109044"/>
                <a:gd name="connsiteX4" fmla="*/ 37212 w 74221"/>
                <a:gd name="connsiteY4" fmla="*/ 109109 h 109044"/>
                <a:gd name="connsiteX5" fmla="*/ 74323 w 74221"/>
                <a:gd name="connsiteY5" fmla="*/ 55065 h 109044"/>
                <a:gd name="connsiteX6" fmla="*/ 37212 w 74221"/>
                <a:gd name="connsiteY6" fmla="*/ 104645 h 109044"/>
                <a:gd name="connsiteX7" fmla="*/ 16897 w 74221"/>
                <a:gd name="connsiteY7" fmla="*/ 87268 h 109044"/>
                <a:gd name="connsiteX8" fmla="*/ 14657 w 74221"/>
                <a:gd name="connsiteY8" fmla="*/ 52992 h 109044"/>
                <a:gd name="connsiteX9" fmla="*/ 17057 w 74221"/>
                <a:gd name="connsiteY9" fmla="*/ 20470 h 109044"/>
                <a:gd name="connsiteX10" fmla="*/ 37212 w 74221"/>
                <a:gd name="connsiteY10" fmla="*/ 4528 h 109044"/>
                <a:gd name="connsiteX11" fmla="*/ 57047 w 74221"/>
                <a:gd name="connsiteY11" fmla="*/ 19035 h 109044"/>
                <a:gd name="connsiteX12" fmla="*/ 59766 w 74221"/>
                <a:gd name="connsiteY12" fmla="*/ 52992 h 109044"/>
                <a:gd name="connsiteX13" fmla="*/ 57687 w 74221"/>
                <a:gd name="connsiteY13" fmla="*/ 86630 h 109044"/>
                <a:gd name="connsiteX14" fmla="*/ 37212 w 7422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21" h="109044">
                  <a:moveTo>
                    <a:pt x="74323" y="55065"/>
                  </a:moveTo>
                  <a:cubicBezTo>
                    <a:pt x="74323" y="37528"/>
                    <a:pt x="72243" y="24934"/>
                    <a:pt x="64885" y="13775"/>
                  </a:cubicBezTo>
                  <a:cubicBezTo>
                    <a:pt x="59926" y="6441"/>
                    <a:pt x="50009" y="64"/>
                    <a:pt x="37212" y="64"/>
                  </a:cubicBezTo>
                  <a:cubicBezTo>
                    <a:pt x="101" y="64"/>
                    <a:pt x="101" y="43586"/>
                    <a:pt x="101" y="55065"/>
                  </a:cubicBezTo>
                  <a:cubicBezTo>
                    <a:pt x="101" y="66543"/>
                    <a:pt x="101" y="109109"/>
                    <a:pt x="37212" y="109109"/>
                  </a:cubicBezTo>
                  <a:cubicBezTo>
                    <a:pt x="74323" y="109109"/>
                    <a:pt x="74323" y="66543"/>
                    <a:pt x="74323" y="55065"/>
                  </a:cubicBezTo>
                  <a:close/>
                  <a:moveTo>
                    <a:pt x="37212" y="104645"/>
                  </a:moveTo>
                  <a:cubicBezTo>
                    <a:pt x="29854" y="104645"/>
                    <a:pt x="20096" y="100341"/>
                    <a:pt x="16897" y="87268"/>
                  </a:cubicBezTo>
                  <a:cubicBezTo>
                    <a:pt x="14657" y="77862"/>
                    <a:pt x="14657" y="64790"/>
                    <a:pt x="14657" y="52992"/>
                  </a:cubicBezTo>
                  <a:cubicBezTo>
                    <a:pt x="14657" y="41355"/>
                    <a:pt x="14657" y="29239"/>
                    <a:pt x="17057" y="20470"/>
                  </a:cubicBezTo>
                  <a:cubicBezTo>
                    <a:pt x="20416" y="7876"/>
                    <a:pt x="30653" y="4528"/>
                    <a:pt x="37212" y="4528"/>
                  </a:cubicBezTo>
                  <a:cubicBezTo>
                    <a:pt x="45850" y="4528"/>
                    <a:pt x="54168" y="9789"/>
                    <a:pt x="57047" y="19035"/>
                  </a:cubicBezTo>
                  <a:cubicBezTo>
                    <a:pt x="59606" y="27644"/>
                    <a:pt x="59766" y="39123"/>
                    <a:pt x="59766" y="52992"/>
                  </a:cubicBezTo>
                  <a:cubicBezTo>
                    <a:pt x="59766" y="64790"/>
                    <a:pt x="59766" y="76587"/>
                    <a:pt x="57687" y="86630"/>
                  </a:cubicBezTo>
                  <a:cubicBezTo>
                    <a:pt x="54488" y="101138"/>
                    <a:pt x="43610" y="104645"/>
                    <a:pt x="37212" y="104645"/>
                  </a:cubicBezTo>
                  <a:close/>
                </a:path>
              </a:pathLst>
            </a:custGeom>
            <a:solidFill>
              <a:srgbClr val="000000"/>
            </a:solidFill>
            <a:ln w="2291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5A6B271A-509C-7FC8-7CF9-1719058573B7}"/>
                </a:ext>
              </a:extLst>
            </p:cNvPr>
            <p:cNvSpPr/>
            <p:nvPr>
              <p:custDataLst>
                <p:tags r:id="rId29"/>
              </p:custDataLst>
            </p:nvPr>
          </p:nvSpPr>
          <p:spPr>
            <a:xfrm>
              <a:off x="5019834" y="3842023"/>
              <a:ext cx="151962" cy="151678"/>
            </a:xfrm>
            <a:custGeom>
              <a:avLst/>
              <a:gdLst>
                <a:gd name="connsiteX0" fmla="*/ 80773 w 151962"/>
                <a:gd name="connsiteY0" fmla="*/ 80457 h 151678"/>
                <a:gd name="connsiteX1" fmla="*/ 144529 w 151962"/>
                <a:gd name="connsiteY1" fmla="*/ 80457 h 151678"/>
                <a:gd name="connsiteX2" fmla="*/ 152070 w 151962"/>
                <a:gd name="connsiteY2" fmla="*/ 75902 h 151678"/>
                <a:gd name="connsiteX3" fmla="*/ 144529 w 151962"/>
                <a:gd name="connsiteY3" fmla="*/ 71347 h 151678"/>
                <a:gd name="connsiteX4" fmla="*/ 80773 w 151962"/>
                <a:gd name="connsiteY4" fmla="*/ 71347 h 151678"/>
                <a:gd name="connsiteX5" fmla="*/ 80773 w 151962"/>
                <a:gd name="connsiteY5" fmla="*/ 7578 h 151678"/>
                <a:gd name="connsiteX6" fmla="*/ 76203 w 151962"/>
                <a:gd name="connsiteY6" fmla="*/ 63 h 151678"/>
                <a:gd name="connsiteX7" fmla="*/ 71633 w 151962"/>
                <a:gd name="connsiteY7" fmla="*/ 7578 h 151678"/>
                <a:gd name="connsiteX8" fmla="*/ 71633 w 151962"/>
                <a:gd name="connsiteY8" fmla="*/ 71347 h 151678"/>
                <a:gd name="connsiteX9" fmla="*/ 7649 w 151962"/>
                <a:gd name="connsiteY9" fmla="*/ 71347 h 151678"/>
                <a:gd name="connsiteX10" fmla="*/ 108 w 151962"/>
                <a:gd name="connsiteY10" fmla="*/ 75902 h 151678"/>
                <a:gd name="connsiteX11" fmla="*/ 7649 w 151962"/>
                <a:gd name="connsiteY11" fmla="*/ 80457 h 151678"/>
                <a:gd name="connsiteX12" fmla="*/ 71633 w 151962"/>
                <a:gd name="connsiteY12" fmla="*/ 80457 h 151678"/>
                <a:gd name="connsiteX13" fmla="*/ 71633 w 151962"/>
                <a:gd name="connsiteY13" fmla="*/ 144226 h 151678"/>
                <a:gd name="connsiteX14" fmla="*/ 76203 w 151962"/>
                <a:gd name="connsiteY14" fmla="*/ 151742 h 151678"/>
                <a:gd name="connsiteX15" fmla="*/ 80773 w 151962"/>
                <a:gd name="connsiteY15" fmla="*/ 144226 h 151678"/>
                <a:gd name="connsiteX16" fmla="*/ 80773 w 151962"/>
                <a:gd name="connsiteY16" fmla="*/ 80457 h 151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62" h="151678">
                  <a:moveTo>
                    <a:pt x="80773" y="80457"/>
                  </a:moveTo>
                  <a:lnTo>
                    <a:pt x="144529" y="80457"/>
                  </a:lnTo>
                  <a:cubicBezTo>
                    <a:pt x="147728" y="80457"/>
                    <a:pt x="152070" y="80457"/>
                    <a:pt x="152070" y="75902"/>
                  </a:cubicBezTo>
                  <a:cubicBezTo>
                    <a:pt x="152070" y="71347"/>
                    <a:pt x="147728" y="71347"/>
                    <a:pt x="144529" y="71347"/>
                  </a:cubicBezTo>
                  <a:lnTo>
                    <a:pt x="80773" y="71347"/>
                  </a:lnTo>
                  <a:lnTo>
                    <a:pt x="80773" y="7578"/>
                  </a:lnTo>
                  <a:cubicBezTo>
                    <a:pt x="80773" y="4390"/>
                    <a:pt x="80773" y="63"/>
                    <a:pt x="76203" y="63"/>
                  </a:cubicBezTo>
                  <a:cubicBezTo>
                    <a:pt x="71633" y="63"/>
                    <a:pt x="71633" y="4390"/>
                    <a:pt x="71633" y="7578"/>
                  </a:cubicBezTo>
                  <a:lnTo>
                    <a:pt x="71633" y="71347"/>
                  </a:lnTo>
                  <a:lnTo>
                    <a:pt x="7649" y="71347"/>
                  </a:lnTo>
                  <a:cubicBezTo>
                    <a:pt x="4449" y="71347"/>
                    <a:pt x="108" y="71347"/>
                    <a:pt x="108" y="75902"/>
                  </a:cubicBezTo>
                  <a:cubicBezTo>
                    <a:pt x="108" y="80457"/>
                    <a:pt x="4449" y="80457"/>
                    <a:pt x="7649" y="80457"/>
                  </a:cubicBezTo>
                  <a:lnTo>
                    <a:pt x="71633" y="80457"/>
                  </a:lnTo>
                  <a:lnTo>
                    <a:pt x="71633" y="144226"/>
                  </a:lnTo>
                  <a:cubicBezTo>
                    <a:pt x="71633" y="147414"/>
                    <a:pt x="71633" y="151742"/>
                    <a:pt x="76203" y="151742"/>
                  </a:cubicBezTo>
                  <a:cubicBezTo>
                    <a:pt x="80773" y="151742"/>
                    <a:pt x="80773" y="147414"/>
                    <a:pt x="80773" y="144226"/>
                  </a:cubicBezTo>
                  <a:lnTo>
                    <a:pt x="80773" y="80457"/>
                  </a:lnTo>
                  <a:close/>
                </a:path>
              </a:pathLst>
            </a:custGeom>
            <a:solidFill>
              <a:srgbClr val="000000"/>
            </a:solidFill>
            <a:ln w="22911"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D5CE6AAE-7516-BD87-F67C-2D6FC56171A2}"/>
                </a:ext>
              </a:extLst>
            </p:cNvPr>
            <p:cNvSpPr/>
            <p:nvPr>
              <p:custDataLst>
                <p:tags r:id="rId30"/>
              </p:custDataLst>
            </p:nvPr>
          </p:nvSpPr>
          <p:spPr>
            <a:xfrm>
              <a:off x="5242379" y="3814010"/>
              <a:ext cx="124569" cy="204971"/>
            </a:xfrm>
            <a:custGeom>
              <a:avLst/>
              <a:gdLst>
                <a:gd name="connsiteX0" fmla="*/ 124687 w 124569"/>
                <a:gd name="connsiteY0" fmla="*/ 31264 h 204971"/>
                <a:gd name="connsiteX1" fmla="*/ 93609 w 124569"/>
                <a:gd name="connsiteY1" fmla="*/ 63 h 204971"/>
                <a:gd name="connsiteX2" fmla="*/ 65959 w 124569"/>
                <a:gd name="connsiteY2" fmla="*/ 9628 h 204971"/>
                <a:gd name="connsiteX3" fmla="*/ 36480 w 124569"/>
                <a:gd name="connsiteY3" fmla="*/ 58138 h 204971"/>
                <a:gd name="connsiteX4" fmla="*/ 146 w 124569"/>
                <a:gd name="connsiteY4" fmla="*/ 202757 h 204971"/>
                <a:gd name="connsiteX5" fmla="*/ 2889 w 124569"/>
                <a:gd name="connsiteY5" fmla="*/ 205034 h 204971"/>
                <a:gd name="connsiteX6" fmla="*/ 5631 w 124569"/>
                <a:gd name="connsiteY6" fmla="*/ 203895 h 204971"/>
                <a:gd name="connsiteX7" fmla="*/ 21627 w 124569"/>
                <a:gd name="connsiteY7" fmla="*/ 141038 h 204971"/>
                <a:gd name="connsiteX8" fmla="*/ 52705 w 124569"/>
                <a:gd name="connsiteY8" fmla="*/ 163129 h 204971"/>
                <a:gd name="connsiteX9" fmla="*/ 96808 w 124569"/>
                <a:gd name="connsiteY9" fmla="*/ 145137 h 204971"/>
                <a:gd name="connsiteX10" fmla="*/ 115090 w 124569"/>
                <a:gd name="connsiteY10" fmla="*/ 103232 h 204971"/>
                <a:gd name="connsiteX11" fmla="*/ 98408 w 124569"/>
                <a:gd name="connsiteY11" fmla="*/ 69298 h 204971"/>
                <a:gd name="connsiteX12" fmla="*/ 124687 w 124569"/>
                <a:gd name="connsiteY12" fmla="*/ 31264 h 204971"/>
                <a:gd name="connsiteX13" fmla="*/ 83555 w 124569"/>
                <a:gd name="connsiteY13" fmla="*/ 69070 h 204971"/>
                <a:gd name="connsiteX14" fmla="*/ 72586 w 124569"/>
                <a:gd name="connsiteY14" fmla="*/ 70664 h 204971"/>
                <a:gd name="connsiteX15" fmla="*/ 62531 w 124569"/>
                <a:gd name="connsiteY15" fmla="*/ 69753 h 204971"/>
                <a:gd name="connsiteX16" fmla="*/ 73728 w 124569"/>
                <a:gd name="connsiteY16" fmla="*/ 67931 h 204971"/>
                <a:gd name="connsiteX17" fmla="*/ 83555 w 124569"/>
                <a:gd name="connsiteY17" fmla="*/ 69070 h 204971"/>
                <a:gd name="connsiteX18" fmla="*/ 111891 w 124569"/>
                <a:gd name="connsiteY18" fmla="*/ 26026 h 204971"/>
                <a:gd name="connsiteX19" fmla="*/ 91324 w 124569"/>
                <a:gd name="connsiteY19" fmla="*/ 65426 h 204971"/>
                <a:gd name="connsiteX20" fmla="*/ 73728 w 124569"/>
                <a:gd name="connsiteY20" fmla="*/ 62693 h 204971"/>
                <a:gd name="connsiteX21" fmla="*/ 56133 w 124569"/>
                <a:gd name="connsiteY21" fmla="*/ 69981 h 204971"/>
                <a:gd name="connsiteX22" fmla="*/ 71900 w 124569"/>
                <a:gd name="connsiteY22" fmla="*/ 75674 h 204971"/>
                <a:gd name="connsiteX23" fmla="*/ 90639 w 124569"/>
                <a:gd name="connsiteY23" fmla="*/ 72714 h 204971"/>
                <a:gd name="connsiteX24" fmla="*/ 100693 w 124569"/>
                <a:gd name="connsiteY24" fmla="*/ 98449 h 204971"/>
                <a:gd name="connsiteX25" fmla="*/ 89267 w 124569"/>
                <a:gd name="connsiteY25" fmla="*/ 137621 h 204971"/>
                <a:gd name="connsiteX26" fmla="*/ 52019 w 124569"/>
                <a:gd name="connsiteY26" fmla="*/ 158118 h 204971"/>
                <a:gd name="connsiteX27" fmla="*/ 25969 w 124569"/>
                <a:gd name="connsiteY27" fmla="*/ 128739 h 204971"/>
                <a:gd name="connsiteX28" fmla="*/ 27111 w 124569"/>
                <a:gd name="connsiteY28" fmla="*/ 118718 h 204971"/>
                <a:gd name="connsiteX29" fmla="*/ 41736 w 124569"/>
                <a:gd name="connsiteY29" fmla="*/ 61099 h 204971"/>
                <a:gd name="connsiteX30" fmla="*/ 90639 w 124569"/>
                <a:gd name="connsiteY30" fmla="*/ 5301 h 204971"/>
                <a:gd name="connsiteX31" fmla="*/ 111891 w 124569"/>
                <a:gd name="connsiteY31" fmla="*/ 26026 h 20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69" h="204971">
                  <a:moveTo>
                    <a:pt x="124687" y="31264"/>
                  </a:moveTo>
                  <a:cubicBezTo>
                    <a:pt x="124687" y="14183"/>
                    <a:pt x="112119" y="63"/>
                    <a:pt x="93609" y="63"/>
                  </a:cubicBezTo>
                  <a:cubicBezTo>
                    <a:pt x="80355" y="63"/>
                    <a:pt x="73957" y="3707"/>
                    <a:pt x="65959" y="9628"/>
                  </a:cubicBezTo>
                  <a:cubicBezTo>
                    <a:pt x="53391" y="18738"/>
                    <a:pt x="40822" y="40829"/>
                    <a:pt x="36480" y="58138"/>
                  </a:cubicBezTo>
                  <a:lnTo>
                    <a:pt x="146" y="202757"/>
                  </a:lnTo>
                  <a:cubicBezTo>
                    <a:pt x="-82" y="203668"/>
                    <a:pt x="1061" y="205034"/>
                    <a:pt x="2889" y="205034"/>
                  </a:cubicBezTo>
                  <a:cubicBezTo>
                    <a:pt x="4717" y="205034"/>
                    <a:pt x="5402" y="204579"/>
                    <a:pt x="5631" y="203895"/>
                  </a:cubicBezTo>
                  <a:lnTo>
                    <a:pt x="21627" y="141038"/>
                  </a:lnTo>
                  <a:cubicBezTo>
                    <a:pt x="25969" y="154702"/>
                    <a:pt x="36023" y="163129"/>
                    <a:pt x="52705" y="163129"/>
                  </a:cubicBezTo>
                  <a:cubicBezTo>
                    <a:pt x="69387" y="163129"/>
                    <a:pt x="86525" y="155158"/>
                    <a:pt x="96808" y="145137"/>
                  </a:cubicBezTo>
                  <a:cubicBezTo>
                    <a:pt x="107777" y="134661"/>
                    <a:pt x="115090" y="120085"/>
                    <a:pt x="115090" y="103232"/>
                  </a:cubicBezTo>
                  <a:cubicBezTo>
                    <a:pt x="115090" y="86834"/>
                    <a:pt x="106635" y="74991"/>
                    <a:pt x="98408" y="69298"/>
                  </a:cubicBezTo>
                  <a:cubicBezTo>
                    <a:pt x="111662" y="61782"/>
                    <a:pt x="124687" y="47662"/>
                    <a:pt x="124687" y="31264"/>
                  </a:cubicBezTo>
                  <a:close/>
                  <a:moveTo>
                    <a:pt x="83555" y="69070"/>
                  </a:moveTo>
                  <a:cubicBezTo>
                    <a:pt x="80584" y="70209"/>
                    <a:pt x="78070" y="70664"/>
                    <a:pt x="72586" y="70664"/>
                  </a:cubicBezTo>
                  <a:cubicBezTo>
                    <a:pt x="69387" y="70664"/>
                    <a:pt x="64816" y="70892"/>
                    <a:pt x="62531" y="69753"/>
                  </a:cubicBezTo>
                  <a:cubicBezTo>
                    <a:pt x="62988" y="67476"/>
                    <a:pt x="71215" y="67931"/>
                    <a:pt x="73728" y="67931"/>
                  </a:cubicBezTo>
                  <a:cubicBezTo>
                    <a:pt x="78527" y="67931"/>
                    <a:pt x="80584" y="67931"/>
                    <a:pt x="83555" y="69070"/>
                  </a:cubicBezTo>
                  <a:close/>
                  <a:moveTo>
                    <a:pt x="111891" y="26026"/>
                  </a:moveTo>
                  <a:cubicBezTo>
                    <a:pt x="111891" y="41968"/>
                    <a:pt x="103207" y="58366"/>
                    <a:pt x="91324" y="65426"/>
                  </a:cubicBezTo>
                  <a:cubicBezTo>
                    <a:pt x="85154" y="63148"/>
                    <a:pt x="80584" y="62693"/>
                    <a:pt x="73728" y="62693"/>
                  </a:cubicBezTo>
                  <a:cubicBezTo>
                    <a:pt x="68930" y="62693"/>
                    <a:pt x="56133" y="62465"/>
                    <a:pt x="56133" y="69981"/>
                  </a:cubicBezTo>
                  <a:cubicBezTo>
                    <a:pt x="55904" y="76358"/>
                    <a:pt x="67787" y="75674"/>
                    <a:pt x="71900" y="75674"/>
                  </a:cubicBezTo>
                  <a:cubicBezTo>
                    <a:pt x="80355" y="75674"/>
                    <a:pt x="83783" y="75447"/>
                    <a:pt x="90639" y="72714"/>
                  </a:cubicBezTo>
                  <a:cubicBezTo>
                    <a:pt x="99322" y="80913"/>
                    <a:pt x="100465" y="87973"/>
                    <a:pt x="100693" y="98449"/>
                  </a:cubicBezTo>
                  <a:cubicBezTo>
                    <a:pt x="101150" y="111658"/>
                    <a:pt x="95666" y="128739"/>
                    <a:pt x="89267" y="137621"/>
                  </a:cubicBezTo>
                  <a:cubicBezTo>
                    <a:pt x="80355" y="149920"/>
                    <a:pt x="65045" y="158118"/>
                    <a:pt x="52019" y="158118"/>
                  </a:cubicBezTo>
                  <a:cubicBezTo>
                    <a:pt x="34652" y="158118"/>
                    <a:pt x="25969" y="144909"/>
                    <a:pt x="25969" y="128739"/>
                  </a:cubicBezTo>
                  <a:cubicBezTo>
                    <a:pt x="25969" y="126462"/>
                    <a:pt x="25969" y="123046"/>
                    <a:pt x="27111" y="118718"/>
                  </a:cubicBezTo>
                  <a:lnTo>
                    <a:pt x="41736" y="61099"/>
                  </a:lnTo>
                  <a:cubicBezTo>
                    <a:pt x="46764" y="41513"/>
                    <a:pt x="63217" y="5301"/>
                    <a:pt x="90639" y="5301"/>
                  </a:cubicBezTo>
                  <a:cubicBezTo>
                    <a:pt x="103892" y="5301"/>
                    <a:pt x="111891" y="12361"/>
                    <a:pt x="111891" y="26026"/>
                  </a:cubicBezTo>
                  <a:close/>
                </a:path>
              </a:pathLst>
            </a:custGeom>
            <a:solidFill>
              <a:srgbClr val="000000"/>
            </a:solidFill>
            <a:ln w="22911"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4133678-A012-75A8-4192-AE71F01BE0B9}"/>
                </a:ext>
              </a:extLst>
            </p:cNvPr>
            <p:cNvSpPr/>
            <p:nvPr>
              <p:custDataLst>
                <p:tags r:id="rId31"/>
              </p:custDataLst>
            </p:nvPr>
          </p:nvSpPr>
          <p:spPr>
            <a:xfrm>
              <a:off x="5382242" y="3903104"/>
              <a:ext cx="58225" cy="105856"/>
            </a:xfrm>
            <a:custGeom>
              <a:avLst/>
              <a:gdLst>
                <a:gd name="connsiteX0" fmla="*/ 36274 w 58225"/>
                <a:gd name="connsiteY0" fmla="*/ 4528 h 105856"/>
                <a:gd name="connsiteX1" fmla="*/ 31475 w 58225"/>
                <a:gd name="connsiteY1" fmla="*/ 64 h 105856"/>
                <a:gd name="connsiteX2" fmla="*/ 123 w 58225"/>
                <a:gd name="connsiteY2" fmla="*/ 10267 h 105856"/>
                <a:gd name="connsiteX3" fmla="*/ 123 w 58225"/>
                <a:gd name="connsiteY3" fmla="*/ 16006 h 105856"/>
                <a:gd name="connsiteX4" fmla="*/ 23317 w 58225"/>
                <a:gd name="connsiteY4" fmla="*/ 11543 h 105856"/>
                <a:gd name="connsiteX5" fmla="*/ 23317 w 58225"/>
                <a:gd name="connsiteY5" fmla="*/ 92848 h 105856"/>
                <a:gd name="connsiteX6" fmla="*/ 7321 w 58225"/>
                <a:gd name="connsiteY6" fmla="*/ 100181 h 105856"/>
                <a:gd name="connsiteX7" fmla="*/ 1243 w 58225"/>
                <a:gd name="connsiteY7" fmla="*/ 100181 h 105856"/>
                <a:gd name="connsiteX8" fmla="*/ 1243 w 58225"/>
                <a:gd name="connsiteY8" fmla="*/ 105921 h 105856"/>
                <a:gd name="connsiteX9" fmla="*/ 29716 w 58225"/>
                <a:gd name="connsiteY9" fmla="*/ 105283 h 105856"/>
                <a:gd name="connsiteX10" fmla="*/ 58349 w 58225"/>
                <a:gd name="connsiteY10" fmla="*/ 105921 h 105856"/>
                <a:gd name="connsiteX11" fmla="*/ 58349 w 58225"/>
                <a:gd name="connsiteY11" fmla="*/ 100181 h 105856"/>
                <a:gd name="connsiteX12" fmla="*/ 52270 w 58225"/>
                <a:gd name="connsiteY12" fmla="*/ 100181 h 105856"/>
                <a:gd name="connsiteX13" fmla="*/ 36274 w 58225"/>
                <a:gd name="connsiteY13" fmla="*/ 92848 h 105856"/>
                <a:gd name="connsiteX14" fmla="*/ 36274 w 58225"/>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225" h="105856">
                  <a:moveTo>
                    <a:pt x="36274" y="4528"/>
                  </a:moveTo>
                  <a:cubicBezTo>
                    <a:pt x="36274" y="224"/>
                    <a:pt x="35954" y="64"/>
                    <a:pt x="31475" y="64"/>
                  </a:cubicBezTo>
                  <a:cubicBezTo>
                    <a:pt x="21238" y="10108"/>
                    <a:pt x="6682" y="10267"/>
                    <a:pt x="123" y="10267"/>
                  </a:cubicBezTo>
                  <a:lnTo>
                    <a:pt x="123" y="16006"/>
                  </a:lnTo>
                  <a:cubicBezTo>
                    <a:pt x="3962" y="16006"/>
                    <a:pt x="14520" y="16006"/>
                    <a:pt x="23317" y="11543"/>
                  </a:cubicBezTo>
                  <a:lnTo>
                    <a:pt x="23317" y="92848"/>
                  </a:lnTo>
                  <a:cubicBezTo>
                    <a:pt x="23317" y="98109"/>
                    <a:pt x="23317" y="100181"/>
                    <a:pt x="7321" y="100181"/>
                  </a:cubicBezTo>
                  <a:lnTo>
                    <a:pt x="1243" y="100181"/>
                  </a:lnTo>
                  <a:lnTo>
                    <a:pt x="1243" y="105921"/>
                  </a:lnTo>
                  <a:cubicBezTo>
                    <a:pt x="4122" y="105761"/>
                    <a:pt x="23797" y="105283"/>
                    <a:pt x="29716" y="105283"/>
                  </a:cubicBezTo>
                  <a:cubicBezTo>
                    <a:pt x="34675" y="105283"/>
                    <a:pt x="54830" y="105761"/>
                    <a:pt x="58349" y="105921"/>
                  </a:cubicBezTo>
                  <a:lnTo>
                    <a:pt x="58349" y="100181"/>
                  </a:lnTo>
                  <a:lnTo>
                    <a:pt x="52270" y="100181"/>
                  </a:lnTo>
                  <a:cubicBezTo>
                    <a:pt x="36274" y="100181"/>
                    <a:pt x="36274" y="98109"/>
                    <a:pt x="36274" y="92848"/>
                  </a:cubicBezTo>
                  <a:lnTo>
                    <a:pt x="36274" y="4528"/>
                  </a:lnTo>
                  <a:close/>
                </a:path>
              </a:pathLst>
            </a:custGeom>
            <a:solidFill>
              <a:srgbClr val="000000"/>
            </a:solidFill>
            <a:ln w="2291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45D3523C-217D-8149-48DC-38792D3A1A60}"/>
                </a:ext>
              </a:extLst>
            </p:cNvPr>
            <p:cNvSpPr/>
            <p:nvPr>
              <p:custDataLst>
                <p:tags r:id="rId32"/>
              </p:custDataLst>
            </p:nvPr>
          </p:nvSpPr>
          <p:spPr>
            <a:xfrm>
              <a:off x="5473948" y="3874135"/>
              <a:ext cx="113800" cy="103168"/>
            </a:xfrm>
            <a:custGeom>
              <a:avLst/>
              <a:gdLst>
                <a:gd name="connsiteX0" fmla="*/ 69825 w 113800"/>
                <a:gd name="connsiteY0" fmla="*/ 31947 h 103168"/>
                <a:gd name="connsiteX1" fmla="*/ 92448 w 113800"/>
                <a:gd name="connsiteY1" fmla="*/ 5073 h 103168"/>
                <a:gd name="connsiteX2" fmla="*/ 103874 w 113800"/>
                <a:gd name="connsiteY2" fmla="*/ 8034 h 103168"/>
                <a:gd name="connsiteX3" fmla="*/ 92905 w 113800"/>
                <a:gd name="connsiteY3" fmla="*/ 20332 h 103168"/>
                <a:gd name="connsiteX4" fmla="*/ 101588 w 113800"/>
                <a:gd name="connsiteY4" fmla="*/ 28303 h 103168"/>
                <a:gd name="connsiteX5" fmla="*/ 113928 w 113800"/>
                <a:gd name="connsiteY5" fmla="*/ 15094 h 103168"/>
                <a:gd name="connsiteX6" fmla="*/ 92676 w 113800"/>
                <a:gd name="connsiteY6" fmla="*/ 63 h 103168"/>
                <a:gd name="connsiteX7" fmla="*/ 68682 w 113800"/>
                <a:gd name="connsiteY7" fmla="*/ 17371 h 103168"/>
                <a:gd name="connsiteX8" fmla="*/ 44003 w 113800"/>
                <a:gd name="connsiteY8" fmla="*/ 63 h 103168"/>
                <a:gd name="connsiteX9" fmla="*/ 7212 w 113800"/>
                <a:gd name="connsiteY9" fmla="*/ 35136 h 103168"/>
                <a:gd name="connsiteX10" fmla="*/ 9954 w 113800"/>
                <a:gd name="connsiteY10" fmla="*/ 37413 h 103168"/>
                <a:gd name="connsiteX11" fmla="*/ 12924 w 113800"/>
                <a:gd name="connsiteY11" fmla="*/ 34908 h 103168"/>
                <a:gd name="connsiteX12" fmla="*/ 43546 w 113800"/>
                <a:gd name="connsiteY12" fmla="*/ 5073 h 103168"/>
                <a:gd name="connsiteX13" fmla="*/ 55885 w 113800"/>
                <a:gd name="connsiteY13" fmla="*/ 20332 h 103168"/>
                <a:gd name="connsiteX14" fmla="*/ 43546 w 113800"/>
                <a:gd name="connsiteY14" fmla="*/ 74536 h 103168"/>
                <a:gd name="connsiteX15" fmla="*/ 21837 w 113800"/>
                <a:gd name="connsiteY15" fmla="*/ 98221 h 103168"/>
                <a:gd name="connsiteX16" fmla="*/ 10411 w 113800"/>
                <a:gd name="connsiteY16" fmla="*/ 95261 h 103168"/>
                <a:gd name="connsiteX17" fmla="*/ 21151 w 113800"/>
                <a:gd name="connsiteY17" fmla="*/ 82962 h 103168"/>
                <a:gd name="connsiteX18" fmla="*/ 12696 w 113800"/>
                <a:gd name="connsiteY18" fmla="*/ 74991 h 103168"/>
                <a:gd name="connsiteX19" fmla="*/ 128 w 113800"/>
                <a:gd name="connsiteY19" fmla="*/ 88200 h 103168"/>
                <a:gd name="connsiteX20" fmla="*/ 21608 w 113800"/>
                <a:gd name="connsiteY20" fmla="*/ 103232 h 103168"/>
                <a:gd name="connsiteX21" fmla="*/ 45602 w 113800"/>
                <a:gd name="connsiteY21" fmla="*/ 85923 h 103168"/>
                <a:gd name="connsiteX22" fmla="*/ 70282 w 113800"/>
                <a:gd name="connsiteY22" fmla="*/ 103232 h 103168"/>
                <a:gd name="connsiteX23" fmla="*/ 106844 w 113800"/>
                <a:gd name="connsiteY23" fmla="*/ 68159 h 103168"/>
                <a:gd name="connsiteX24" fmla="*/ 104102 w 113800"/>
                <a:gd name="connsiteY24" fmla="*/ 65881 h 103168"/>
                <a:gd name="connsiteX25" fmla="*/ 101131 w 113800"/>
                <a:gd name="connsiteY25" fmla="*/ 68387 h 103168"/>
                <a:gd name="connsiteX26" fmla="*/ 70739 w 113800"/>
                <a:gd name="connsiteY26" fmla="*/ 98221 h 103168"/>
                <a:gd name="connsiteX27" fmla="*/ 58171 w 113800"/>
                <a:gd name="connsiteY27" fmla="*/ 83190 h 103168"/>
                <a:gd name="connsiteX28" fmla="*/ 62055 w 113800"/>
                <a:gd name="connsiteY28" fmla="*/ 63148 h 103168"/>
                <a:gd name="connsiteX29" fmla="*/ 69825 w 113800"/>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0" h="103168">
                  <a:moveTo>
                    <a:pt x="69825" y="31947"/>
                  </a:moveTo>
                  <a:cubicBezTo>
                    <a:pt x="71196" y="26026"/>
                    <a:pt x="76452" y="5073"/>
                    <a:pt x="92448" y="5073"/>
                  </a:cubicBezTo>
                  <a:cubicBezTo>
                    <a:pt x="93590" y="5073"/>
                    <a:pt x="99075" y="5073"/>
                    <a:pt x="103874" y="8034"/>
                  </a:cubicBezTo>
                  <a:cubicBezTo>
                    <a:pt x="97475" y="9173"/>
                    <a:pt x="92905" y="14866"/>
                    <a:pt x="92905" y="20332"/>
                  </a:cubicBezTo>
                  <a:cubicBezTo>
                    <a:pt x="92905" y="23976"/>
                    <a:pt x="95419" y="28303"/>
                    <a:pt x="101588" y="28303"/>
                  </a:cubicBezTo>
                  <a:cubicBezTo>
                    <a:pt x="106616" y="28303"/>
                    <a:pt x="113928" y="24204"/>
                    <a:pt x="113928" y="15094"/>
                  </a:cubicBezTo>
                  <a:cubicBezTo>
                    <a:pt x="113928" y="3251"/>
                    <a:pt x="100446" y="63"/>
                    <a:pt x="92676" y="63"/>
                  </a:cubicBezTo>
                  <a:cubicBezTo>
                    <a:pt x="79422" y="63"/>
                    <a:pt x="71424" y="12133"/>
                    <a:pt x="68682" y="17371"/>
                  </a:cubicBezTo>
                  <a:cubicBezTo>
                    <a:pt x="62969" y="2340"/>
                    <a:pt x="50630" y="63"/>
                    <a:pt x="44003" y="63"/>
                  </a:cubicBezTo>
                  <a:cubicBezTo>
                    <a:pt x="20237" y="63"/>
                    <a:pt x="7212" y="29442"/>
                    <a:pt x="7212" y="35136"/>
                  </a:cubicBezTo>
                  <a:cubicBezTo>
                    <a:pt x="7212" y="37413"/>
                    <a:pt x="9497" y="37413"/>
                    <a:pt x="9954" y="37413"/>
                  </a:cubicBezTo>
                  <a:cubicBezTo>
                    <a:pt x="11782" y="37413"/>
                    <a:pt x="12467" y="36958"/>
                    <a:pt x="12924" y="34908"/>
                  </a:cubicBezTo>
                  <a:cubicBezTo>
                    <a:pt x="20694" y="10767"/>
                    <a:pt x="35776" y="5073"/>
                    <a:pt x="43546" y="5073"/>
                  </a:cubicBezTo>
                  <a:cubicBezTo>
                    <a:pt x="47887" y="5073"/>
                    <a:pt x="55885" y="7123"/>
                    <a:pt x="55885" y="20332"/>
                  </a:cubicBezTo>
                  <a:cubicBezTo>
                    <a:pt x="55885" y="27392"/>
                    <a:pt x="52001" y="42651"/>
                    <a:pt x="43546" y="74536"/>
                  </a:cubicBezTo>
                  <a:cubicBezTo>
                    <a:pt x="39889" y="88656"/>
                    <a:pt x="31891" y="98221"/>
                    <a:pt x="21837" y="98221"/>
                  </a:cubicBezTo>
                  <a:cubicBezTo>
                    <a:pt x="20465" y="98221"/>
                    <a:pt x="15210" y="98221"/>
                    <a:pt x="10411" y="95261"/>
                  </a:cubicBezTo>
                  <a:cubicBezTo>
                    <a:pt x="16124" y="94122"/>
                    <a:pt x="21151" y="89339"/>
                    <a:pt x="21151" y="82962"/>
                  </a:cubicBezTo>
                  <a:cubicBezTo>
                    <a:pt x="21151" y="76813"/>
                    <a:pt x="16124" y="74991"/>
                    <a:pt x="12696" y="74991"/>
                  </a:cubicBezTo>
                  <a:cubicBezTo>
                    <a:pt x="5841" y="74991"/>
                    <a:pt x="128" y="80913"/>
                    <a:pt x="128" y="88200"/>
                  </a:cubicBezTo>
                  <a:cubicBezTo>
                    <a:pt x="128" y="98677"/>
                    <a:pt x="11553" y="103232"/>
                    <a:pt x="21608" y="103232"/>
                  </a:cubicBezTo>
                  <a:cubicBezTo>
                    <a:pt x="36690" y="103232"/>
                    <a:pt x="44917" y="87289"/>
                    <a:pt x="45602" y="85923"/>
                  </a:cubicBezTo>
                  <a:cubicBezTo>
                    <a:pt x="48344" y="94350"/>
                    <a:pt x="56571" y="103232"/>
                    <a:pt x="70282" y="103232"/>
                  </a:cubicBezTo>
                  <a:cubicBezTo>
                    <a:pt x="93819" y="103232"/>
                    <a:pt x="106844" y="73852"/>
                    <a:pt x="106844" y="68159"/>
                  </a:cubicBezTo>
                  <a:cubicBezTo>
                    <a:pt x="106844" y="65881"/>
                    <a:pt x="104788" y="65881"/>
                    <a:pt x="104102" y="65881"/>
                  </a:cubicBezTo>
                  <a:cubicBezTo>
                    <a:pt x="102045" y="65881"/>
                    <a:pt x="101588" y="66792"/>
                    <a:pt x="101131" y="68387"/>
                  </a:cubicBezTo>
                  <a:cubicBezTo>
                    <a:pt x="93590" y="92755"/>
                    <a:pt x="78051" y="98221"/>
                    <a:pt x="70739" y="98221"/>
                  </a:cubicBezTo>
                  <a:cubicBezTo>
                    <a:pt x="61827" y="98221"/>
                    <a:pt x="58171" y="90933"/>
                    <a:pt x="58171" y="83190"/>
                  </a:cubicBezTo>
                  <a:cubicBezTo>
                    <a:pt x="58171" y="78180"/>
                    <a:pt x="59542" y="73169"/>
                    <a:pt x="62055" y="63148"/>
                  </a:cubicBezTo>
                  <a:lnTo>
                    <a:pt x="69825" y="31947"/>
                  </a:lnTo>
                  <a:close/>
                </a:path>
              </a:pathLst>
            </a:custGeom>
            <a:solidFill>
              <a:srgbClr val="9F2A63"/>
            </a:solidFill>
            <a:ln w="2291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6D01616A-2C82-3875-A30C-9FF7E3143059}"/>
                </a:ext>
              </a:extLst>
            </p:cNvPr>
            <p:cNvSpPr/>
            <p:nvPr>
              <p:custDataLst>
                <p:tags r:id="rId33"/>
              </p:custDataLst>
            </p:nvPr>
          </p:nvSpPr>
          <p:spPr>
            <a:xfrm>
              <a:off x="5661501" y="3842023"/>
              <a:ext cx="151962" cy="151678"/>
            </a:xfrm>
            <a:custGeom>
              <a:avLst/>
              <a:gdLst>
                <a:gd name="connsiteX0" fmla="*/ 80801 w 151962"/>
                <a:gd name="connsiteY0" fmla="*/ 80457 h 151678"/>
                <a:gd name="connsiteX1" fmla="*/ 144557 w 151962"/>
                <a:gd name="connsiteY1" fmla="*/ 80457 h 151678"/>
                <a:gd name="connsiteX2" fmla="*/ 152098 w 151962"/>
                <a:gd name="connsiteY2" fmla="*/ 75902 h 151678"/>
                <a:gd name="connsiteX3" fmla="*/ 144557 w 151962"/>
                <a:gd name="connsiteY3" fmla="*/ 71347 h 151678"/>
                <a:gd name="connsiteX4" fmla="*/ 80801 w 151962"/>
                <a:gd name="connsiteY4" fmla="*/ 71347 h 151678"/>
                <a:gd name="connsiteX5" fmla="*/ 80801 w 151962"/>
                <a:gd name="connsiteY5" fmla="*/ 7578 h 151678"/>
                <a:gd name="connsiteX6" fmla="*/ 76231 w 151962"/>
                <a:gd name="connsiteY6" fmla="*/ 63 h 151678"/>
                <a:gd name="connsiteX7" fmla="*/ 71661 w 151962"/>
                <a:gd name="connsiteY7" fmla="*/ 7578 h 151678"/>
                <a:gd name="connsiteX8" fmla="*/ 71661 w 151962"/>
                <a:gd name="connsiteY8" fmla="*/ 71347 h 151678"/>
                <a:gd name="connsiteX9" fmla="*/ 7677 w 151962"/>
                <a:gd name="connsiteY9" fmla="*/ 71347 h 151678"/>
                <a:gd name="connsiteX10" fmla="*/ 136 w 151962"/>
                <a:gd name="connsiteY10" fmla="*/ 75902 h 151678"/>
                <a:gd name="connsiteX11" fmla="*/ 7677 w 151962"/>
                <a:gd name="connsiteY11" fmla="*/ 80457 h 151678"/>
                <a:gd name="connsiteX12" fmla="*/ 71661 w 151962"/>
                <a:gd name="connsiteY12" fmla="*/ 80457 h 151678"/>
                <a:gd name="connsiteX13" fmla="*/ 71661 w 151962"/>
                <a:gd name="connsiteY13" fmla="*/ 144226 h 151678"/>
                <a:gd name="connsiteX14" fmla="*/ 76231 w 151962"/>
                <a:gd name="connsiteY14" fmla="*/ 151742 h 151678"/>
                <a:gd name="connsiteX15" fmla="*/ 80801 w 151962"/>
                <a:gd name="connsiteY15" fmla="*/ 144226 h 151678"/>
                <a:gd name="connsiteX16" fmla="*/ 80801 w 151962"/>
                <a:gd name="connsiteY16" fmla="*/ 80457 h 151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62" h="151678">
                  <a:moveTo>
                    <a:pt x="80801" y="80457"/>
                  </a:moveTo>
                  <a:lnTo>
                    <a:pt x="144557" y="80457"/>
                  </a:lnTo>
                  <a:cubicBezTo>
                    <a:pt x="147756" y="80457"/>
                    <a:pt x="152098" y="80457"/>
                    <a:pt x="152098" y="75902"/>
                  </a:cubicBezTo>
                  <a:cubicBezTo>
                    <a:pt x="152098" y="71347"/>
                    <a:pt x="147756" y="71347"/>
                    <a:pt x="144557" y="71347"/>
                  </a:cubicBezTo>
                  <a:lnTo>
                    <a:pt x="80801" y="71347"/>
                  </a:lnTo>
                  <a:lnTo>
                    <a:pt x="80801" y="7578"/>
                  </a:lnTo>
                  <a:cubicBezTo>
                    <a:pt x="80801" y="4390"/>
                    <a:pt x="80801" y="63"/>
                    <a:pt x="76231" y="63"/>
                  </a:cubicBezTo>
                  <a:cubicBezTo>
                    <a:pt x="71661" y="63"/>
                    <a:pt x="71661" y="4390"/>
                    <a:pt x="71661" y="7578"/>
                  </a:cubicBezTo>
                  <a:lnTo>
                    <a:pt x="71661" y="71347"/>
                  </a:lnTo>
                  <a:lnTo>
                    <a:pt x="7677" y="71347"/>
                  </a:lnTo>
                  <a:cubicBezTo>
                    <a:pt x="4477" y="71347"/>
                    <a:pt x="136" y="71347"/>
                    <a:pt x="136" y="75902"/>
                  </a:cubicBezTo>
                  <a:cubicBezTo>
                    <a:pt x="136" y="80457"/>
                    <a:pt x="4477" y="80457"/>
                    <a:pt x="7677" y="80457"/>
                  </a:cubicBezTo>
                  <a:lnTo>
                    <a:pt x="71661" y="80457"/>
                  </a:lnTo>
                  <a:lnTo>
                    <a:pt x="71661" y="144226"/>
                  </a:lnTo>
                  <a:cubicBezTo>
                    <a:pt x="71661" y="147414"/>
                    <a:pt x="71661" y="151742"/>
                    <a:pt x="76231" y="151742"/>
                  </a:cubicBezTo>
                  <a:cubicBezTo>
                    <a:pt x="80801" y="151742"/>
                    <a:pt x="80801" y="147414"/>
                    <a:pt x="80801" y="144226"/>
                  </a:cubicBezTo>
                  <a:lnTo>
                    <a:pt x="80801" y="80457"/>
                  </a:lnTo>
                  <a:close/>
                </a:path>
              </a:pathLst>
            </a:custGeom>
            <a:solidFill>
              <a:srgbClr val="000000"/>
            </a:solidFill>
            <a:ln w="2291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644B817E-4BB5-428B-E2A0-499B9873A340}"/>
                </a:ext>
              </a:extLst>
            </p:cNvPr>
            <p:cNvSpPr/>
            <p:nvPr>
              <p:custDataLst>
                <p:tags r:id="rId34"/>
              </p:custDataLst>
            </p:nvPr>
          </p:nvSpPr>
          <p:spPr>
            <a:xfrm>
              <a:off x="5883846" y="3874135"/>
              <a:ext cx="117456" cy="103168"/>
            </a:xfrm>
            <a:custGeom>
              <a:avLst/>
              <a:gdLst>
                <a:gd name="connsiteX0" fmla="*/ 73499 w 117456"/>
                <a:gd name="connsiteY0" fmla="*/ 87973 h 103168"/>
                <a:gd name="connsiteX1" fmla="*/ 93837 w 117456"/>
                <a:gd name="connsiteY1" fmla="*/ 103232 h 103168"/>
                <a:gd name="connsiteX2" fmla="*/ 110747 w 117456"/>
                <a:gd name="connsiteY2" fmla="*/ 90706 h 103168"/>
                <a:gd name="connsiteX3" fmla="*/ 117602 w 117456"/>
                <a:gd name="connsiteY3" fmla="*/ 68159 h 103168"/>
                <a:gd name="connsiteX4" fmla="*/ 114860 w 117456"/>
                <a:gd name="connsiteY4" fmla="*/ 65881 h 103168"/>
                <a:gd name="connsiteX5" fmla="*/ 111661 w 117456"/>
                <a:gd name="connsiteY5" fmla="*/ 69981 h 103168"/>
                <a:gd name="connsiteX6" fmla="*/ 94522 w 117456"/>
                <a:gd name="connsiteY6" fmla="*/ 98221 h 103168"/>
                <a:gd name="connsiteX7" fmla="*/ 87438 w 117456"/>
                <a:gd name="connsiteY7" fmla="*/ 87745 h 103168"/>
                <a:gd name="connsiteX8" fmla="*/ 92009 w 117456"/>
                <a:gd name="connsiteY8" fmla="*/ 64059 h 103168"/>
                <a:gd name="connsiteX9" fmla="*/ 98407 w 117456"/>
                <a:gd name="connsiteY9" fmla="*/ 39463 h 103168"/>
                <a:gd name="connsiteX10" fmla="*/ 102292 w 117456"/>
                <a:gd name="connsiteY10" fmla="*/ 23976 h 103168"/>
                <a:gd name="connsiteX11" fmla="*/ 105720 w 117456"/>
                <a:gd name="connsiteY11" fmla="*/ 8717 h 103168"/>
                <a:gd name="connsiteX12" fmla="*/ 99093 w 117456"/>
                <a:gd name="connsiteY12" fmla="*/ 2568 h 103168"/>
                <a:gd name="connsiteX13" fmla="*/ 90181 w 117456"/>
                <a:gd name="connsiteY13" fmla="*/ 10539 h 103168"/>
                <a:gd name="connsiteX14" fmla="*/ 73042 w 117456"/>
                <a:gd name="connsiteY14" fmla="*/ 79091 h 103168"/>
                <a:gd name="connsiteX15" fmla="*/ 46991 w 117456"/>
                <a:gd name="connsiteY15" fmla="*/ 98221 h 103168"/>
                <a:gd name="connsiteX16" fmla="*/ 32823 w 117456"/>
                <a:gd name="connsiteY16" fmla="*/ 79546 h 103168"/>
                <a:gd name="connsiteX17" fmla="*/ 45163 w 117456"/>
                <a:gd name="connsiteY17" fmla="*/ 33086 h 103168"/>
                <a:gd name="connsiteX18" fmla="*/ 49048 w 117456"/>
                <a:gd name="connsiteY18" fmla="*/ 18738 h 103168"/>
                <a:gd name="connsiteX19" fmla="*/ 30310 w 117456"/>
                <a:gd name="connsiteY19" fmla="*/ 63 h 103168"/>
                <a:gd name="connsiteX20" fmla="*/ 145 w 117456"/>
                <a:gd name="connsiteY20" fmla="*/ 35136 h 103168"/>
                <a:gd name="connsiteX21" fmla="*/ 2888 w 117456"/>
                <a:gd name="connsiteY21" fmla="*/ 37413 h 103168"/>
                <a:gd name="connsiteX22" fmla="*/ 6544 w 117456"/>
                <a:gd name="connsiteY22" fmla="*/ 33314 h 103168"/>
                <a:gd name="connsiteX23" fmla="*/ 29624 w 117456"/>
                <a:gd name="connsiteY23" fmla="*/ 5073 h 103168"/>
                <a:gd name="connsiteX24" fmla="*/ 35337 w 117456"/>
                <a:gd name="connsiteY24" fmla="*/ 12589 h 103168"/>
                <a:gd name="connsiteX25" fmla="*/ 31452 w 117456"/>
                <a:gd name="connsiteY25" fmla="*/ 28076 h 103168"/>
                <a:gd name="connsiteX26" fmla="*/ 18198 w 117456"/>
                <a:gd name="connsiteY26" fmla="*/ 75902 h 103168"/>
                <a:gd name="connsiteX27" fmla="*/ 46306 w 117456"/>
                <a:gd name="connsiteY27" fmla="*/ 103232 h 103168"/>
                <a:gd name="connsiteX28" fmla="*/ 73499 w 117456"/>
                <a:gd name="connsiteY28" fmla="*/ 87973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456" h="103168">
                  <a:moveTo>
                    <a:pt x="73499" y="87973"/>
                  </a:moveTo>
                  <a:cubicBezTo>
                    <a:pt x="76013" y="97310"/>
                    <a:pt x="84011" y="103232"/>
                    <a:pt x="93837" y="103232"/>
                  </a:cubicBezTo>
                  <a:cubicBezTo>
                    <a:pt x="101835" y="103232"/>
                    <a:pt x="107091" y="97994"/>
                    <a:pt x="110747" y="90706"/>
                  </a:cubicBezTo>
                  <a:cubicBezTo>
                    <a:pt x="114632" y="82507"/>
                    <a:pt x="117602" y="68614"/>
                    <a:pt x="117602" y="68159"/>
                  </a:cubicBezTo>
                  <a:cubicBezTo>
                    <a:pt x="117602" y="65881"/>
                    <a:pt x="115546" y="65881"/>
                    <a:pt x="114860" y="65881"/>
                  </a:cubicBezTo>
                  <a:cubicBezTo>
                    <a:pt x="112575" y="65881"/>
                    <a:pt x="112347" y="66792"/>
                    <a:pt x="111661" y="69981"/>
                  </a:cubicBezTo>
                  <a:cubicBezTo>
                    <a:pt x="108462" y="82735"/>
                    <a:pt x="104120" y="98221"/>
                    <a:pt x="94522" y="98221"/>
                  </a:cubicBezTo>
                  <a:cubicBezTo>
                    <a:pt x="89724" y="98221"/>
                    <a:pt x="87438" y="95261"/>
                    <a:pt x="87438" y="87745"/>
                  </a:cubicBezTo>
                  <a:cubicBezTo>
                    <a:pt x="87438" y="82735"/>
                    <a:pt x="90181" y="72030"/>
                    <a:pt x="92009" y="64059"/>
                  </a:cubicBezTo>
                  <a:lnTo>
                    <a:pt x="98407" y="39463"/>
                  </a:lnTo>
                  <a:cubicBezTo>
                    <a:pt x="99093" y="36047"/>
                    <a:pt x="101378" y="27392"/>
                    <a:pt x="102292" y="23976"/>
                  </a:cubicBezTo>
                  <a:cubicBezTo>
                    <a:pt x="103434" y="18738"/>
                    <a:pt x="105720" y="10084"/>
                    <a:pt x="105720" y="8717"/>
                  </a:cubicBezTo>
                  <a:cubicBezTo>
                    <a:pt x="105720" y="4618"/>
                    <a:pt x="102520" y="2568"/>
                    <a:pt x="99093" y="2568"/>
                  </a:cubicBezTo>
                  <a:cubicBezTo>
                    <a:pt x="97950" y="2568"/>
                    <a:pt x="92009" y="2796"/>
                    <a:pt x="90181" y="10539"/>
                  </a:cubicBezTo>
                  <a:cubicBezTo>
                    <a:pt x="85839" y="27165"/>
                    <a:pt x="75784" y="67020"/>
                    <a:pt x="73042" y="79091"/>
                  </a:cubicBezTo>
                  <a:cubicBezTo>
                    <a:pt x="72813" y="80002"/>
                    <a:pt x="63673" y="98221"/>
                    <a:pt x="46991" y="98221"/>
                  </a:cubicBezTo>
                  <a:cubicBezTo>
                    <a:pt x="35108" y="98221"/>
                    <a:pt x="32823" y="87973"/>
                    <a:pt x="32823" y="79546"/>
                  </a:cubicBezTo>
                  <a:cubicBezTo>
                    <a:pt x="32823" y="66792"/>
                    <a:pt x="39222" y="48800"/>
                    <a:pt x="45163" y="33086"/>
                  </a:cubicBezTo>
                  <a:cubicBezTo>
                    <a:pt x="47905" y="26254"/>
                    <a:pt x="49048" y="23065"/>
                    <a:pt x="49048" y="18738"/>
                  </a:cubicBezTo>
                  <a:cubicBezTo>
                    <a:pt x="49048" y="8489"/>
                    <a:pt x="41735" y="63"/>
                    <a:pt x="30310" y="63"/>
                  </a:cubicBezTo>
                  <a:cubicBezTo>
                    <a:pt x="8601" y="63"/>
                    <a:pt x="145" y="33086"/>
                    <a:pt x="145" y="35136"/>
                  </a:cubicBezTo>
                  <a:cubicBezTo>
                    <a:pt x="145" y="37413"/>
                    <a:pt x="2431" y="37413"/>
                    <a:pt x="2888" y="37413"/>
                  </a:cubicBezTo>
                  <a:cubicBezTo>
                    <a:pt x="5173" y="37413"/>
                    <a:pt x="5401" y="36958"/>
                    <a:pt x="6544" y="33314"/>
                  </a:cubicBezTo>
                  <a:cubicBezTo>
                    <a:pt x="12257" y="13500"/>
                    <a:pt x="20940" y="5073"/>
                    <a:pt x="29624" y="5073"/>
                  </a:cubicBezTo>
                  <a:cubicBezTo>
                    <a:pt x="31681" y="5073"/>
                    <a:pt x="35337" y="5301"/>
                    <a:pt x="35337" y="12589"/>
                  </a:cubicBezTo>
                  <a:cubicBezTo>
                    <a:pt x="35337" y="18055"/>
                    <a:pt x="32823" y="24659"/>
                    <a:pt x="31452" y="28076"/>
                  </a:cubicBezTo>
                  <a:cubicBezTo>
                    <a:pt x="22997" y="50622"/>
                    <a:pt x="18198" y="64743"/>
                    <a:pt x="18198" y="75902"/>
                  </a:cubicBezTo>
                  <a:cubicBezTo>
                    <a:pt x="18198" y="97538"/>
                    <a:pt x="33966" y="103232"/>
                    <a:pt x="46306" y="103232"/>
                  </a:cubicBezTo>
                  <a:cubicBezTo>
                    <a:pt x="61388" y="103232"/>
                    <a:pt x="69614" y="92983"/>
                    <a:pt x="73499" y="87973"/>
                  </a:cubicBezTo>
                  <a:close/>
                </a:path>
              </a:pathLst>
            </a:custGeom>
            <a:solidFill>
              <a:srgbClr val="FF0000"/>
            </a:solidFill>
            <a:ln w="22911" cap="flat">
              <a:noFill/>
              <a:prstDash val="solid"/>
              <a:miter/>
            </a:ln>
          </p:spPr>
          <p:txBody>
            <a:bodyPr rtlCol="0" anchor="ctr"/>
            <a:lstStyle/>
            <a:p>
              <a:endParaRPr lang="en-GB">
                <a:solidFill>
                  <a:srgbClr val="FF0000"/>
                </a:solidFill>
              </a:endParaRPr>
            </a:p>
          </p:txBody>
        </p:sp>
      </p:grpSp>
      <p:sp>
        <p:nvSpPr>
          <p:cNvPr id="25" name="TextBox 24">
            <a:extLst>
              <a:ext uri="{FF2B5EF4-FFF2-40B4-BE49-F238E27FC236}">
                <a16:creationId xmlns:a16="http://schemas.microsoft.com/office/drawing/2014/main" id="{1B064B5F-E7B5-DA6B-7AF8-EAB0FB947F3A}"/>
              </a:ext>
            </a:extLst>
          </p:cNvPr>
          <p:cNvSpPr txBox="1"/>
          <p:nvPr/>
        </p:nvSpPr>
        <p:spPr>
          <a:xfrm>
            <a:off x="4638246" y="1992982"/>
            <a:ext cx="4407448" cy="584775"/>
          </a:xfrm>
          <a:prstGeom prst="rect">
            <a:avLst/>
          </a:prstGeom>
          <a:noFill/>
        </p:spPr>
        <p:txBody>
          <a:bodyPr wrap="square">
            <a:spAutoFit/>
          </a:bodyPr>
          <a:lstStyle/>
          <a:p>
            <a:r>
              <a:rPr lang="it-IT" sz="1600" b="1">
                <a:solidFill>
                  <a:srgbClr val="FF0000"/>
                </a:solidFill>
              </a:rPr>
              <a:t>Simple linear regression model  </a:t>
            </a:r>
          </a:p>
          <a:p>
            <a:r>
              <a:rPr lang="it-IT" sz="1600" b="1">
                <a:solidFill>
                  <a:srgbClr val="FF0000"/>
                </a:solidFill>
              </a:rPr>
              <a:t>Or bivariate linear regression model</a:t>
            </a:r>
            <a:endParaRPr lang="es-ES" sz="1600" b="1">
              <a:solidFill>
                <a:srgbClr val="FF0000"/>
              </a:solidFill>
            </a:endParaRPr>
          </a:p>
        </p:txBody>
      </p:sp>
      <p:sp>
        <p:nvSpPr>
          <p:cNvPr id="27" name="TextBox 26">
            <a:extLst>
              <a:ext uri="{FF2B5EF4-FFF2-40B4-BE49-F238E27FC236}">
                <a16:creationId xmlns:a16="http://schemas.microsoft.com/office/drawing/2014/main" id="{2DB8E9EE-AEBD-E1E1-5E6F-9DB329D4197F}"/>
              </a:ext>
            </a:extLst>
          </p:cNvPr>
          <p:cNvSpPr txBox="1"/>
          <p:nvPr/>
        </p:nvSpPr>
        <p:spPr>
          <a:xfrm>
            <a:off x="4638246" y="2652932"/>
            <a:ext cx="6365370" cy="1600438"/>
          </a:xfrm>
          <a:prstGeom prst="rect">
            <a:avLst/>
          </a:prstGeom>
          <a:noFill/>
        </p:spPr>
        <p:txBody>
          <a:bodyPr wrap="square">
            <a:spAutoFit/>
          </a:bodyPr>
          <a:lstStyle>
            <a:defPPr>
              <a:defRPr lang="en-US"/>
            </a:defPPr>
            <a:lvl1pPr>
              <a:defRPr sz="1600"/>
            </a:lvl1pPr>
          </a:lstStyle>
          <a:p>
            <a:r>
              <a:rPr lang="en-US" sz="1400"/>
              <a:t>This model is assumed to hold in the population of interest, and it enables us to relate two variables: a </a:t>
            </a:r>
            <a:r>
              <a:rPr lang="en-US" sz="1400" b="1">
                <a:highlight>
                  <a:srgbClr val="FFC000"/>
                </a:highlight>
              </a:rPr>
              <a:t>dependent variable, an independent variable, and an error term</a:t>
            </a:r>
            <a:r>
              <a:rPr lang="en-US" sz="1400"/>
              <a:t> (or disturbance) that captures unexplained variation in the relationship.</a:t>
            </a:r>
          </a:p>
          <a:p>
            <a:endParaRPr lang="en-US" sz="1400"/>
          </a:p>
          <a:p>
            <a:r>
              <a:rPr lang="en-US" sz="1400"/>
              <a:t>A simple regression analysis treats all factors that affect y, and which are different from x, </a:t>
            </a:r>
            <a:r>
              <a:rPr lang="en-US" sz="1400" b="1">
                <a:highlight>
                  <a:srgbClr val="FFC000"/>
                </a:highlight>
              </a:rPr>
              <a:t>as unobserved factors</a:t>
            </a:r>
            <a:r>
              <a:rPr lang="en-US" sz="1400"/>
              <a:t>.</a:t>
            </a:r>
            <a:endParaRPr lang="en-GB" sz="1400"/>
          </a:p>
        </p:txBody>
      </p:sp>
      <p:sp>
        <p:nvSpPr>
          <p:cNvPr id="29" name="TextBox 28">
            <a:extLst>
              <a:ext uri="{FF2B5EF4-FFF2-40B4-BE49-F238E27FC236}">
                <a16:creationId xmlns:a16="http://schemas.microsoft.com/office/drawing/2014/main" id="{D6E8C0D8-81CC-411B-9CDE-11A4F3DDA203}"/>
              </a:ext>
            </a:extLst>
          </p:cNvPr>
          <p:cNvSpPr txBox="1"/>
          <p:nvPr/>
        </p:nvSpPr>
        <p:spPr>
          <a:xfrm>
            <a:off x="1188384" y="2984337"/>
            <a:ext cx="1582729" cy="769441"/>
          </a:xfrm>
          <a:prstGeom prst="rect">
            <a:avLst/>
          </a:prstGeom>
          <a:noFill/>
        </p:spPr>
        <p:txBody>
          <a:bodyPr wrap="square">
            <a:spAutoFit/>
          </a:bodyPr>
          <a:lstStyle/>
          <a:p>
            <a:r>
              <a:rPr lang="en-US" sz="1100" b="1">
                <a:solidFill>
                  <a:srgbClr val="FF0000"/>
                </a:solidFill>
              </a:rPr>
              <a:t>Systematic part of the model</a:t>
            </a:r>
            <a:r>
              <a:rPr lang="en-US" sz="1100" b="1"/>
              <a:t>: </a:t>
            </a:r>
            <a:r>
              <a:rPr lang="en-US" sz="1100"/>
              <a:t>the component of y that is explained by </a:t>
            </a:r>
            <a:r>
              <a:rPr lang="en-US" sz="1100" i="1"/>
              <a:t>x</a:t>
            </a:r>
            <a:r>
              <a:rPr lang="en-US" sz="1100"/>
              <a:t>.</a:t>
            </a:r>
            <a:endParaRPr lang="es-CO" sz="1100">
              <a:solidFill>
                <a:schemeClr val="accent5"/>
              </a:solidFill>
            </a:endParaRPr>
          </a:p>
        </p:txBody>
      </p:sp>
      <p:sp>
        <p:nvSpPr>
          <p:cNvPr id="30" name="Right Brace 29">
            <a:extLst>
              <a:ext uri="{FF2B5EF4-FFF2-40B4-BE49-F238E27FC236}">
                <a16:creationId xmlns:a16="http://schemas.microsoft.com/office/drawing/2014/main" id="{1DD820D2-B456-4C56-BBCB-E318FCAF3DCB}"/>
              </a:ext>
            </a:extLst>
          </p:cNvPr>
          <p:cNvSpPr/>
          <p:nvPr/>
        </p:nvSpPr>
        <p:spPr>
          <a:xfrm rot="5400000">
            <a:off x="2273238" y="2081428"/>
            <a:ext cx="289929" cy="1126221"/>
          </a:xfrm>
          <a:prstGeom prst="rightBrace">
            <a:avLst>
              <a:gd name="adj1" fmla="val 0"/>
              <a:gd name="adj2" fmla="val 50000"/>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1" name="Right Brace 30">
            <a:extLst>
              <a:ext uri="{FF2B5EF4-FFF2-40B4-BE49-F238E27FC236}">
                <a16:creationId xmlns:a16="http://schemas.microsoft.com/office/drawing/2014/main" id="{88646764-1B54-CB9E-0824-4C5873DDF64E}"/>
              </a:ext>
            </a:extLst>
          </p:cNvPr>
          <p:cNvSpPr/>
          <p:nvPr/>
        </p:nvSpPr>
        <p:spPr>
          <a:xfrm rot="5400000">
            <a:off x="3471290" y="2446101"/>
            <a:ext cx="289929" cy="387049"/>
          </a:xfrm>
          <a:prstGeom prst="rightBrace">
            <a:avLst>
              <a:gd name="adj1" fmla="val 0"/>
              <a:gd name="adj2" fmla="val 23153"/>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2" name="TextBox 31">
            <a:extLst>
              <a:ext uri="{FF2B5EF4-FFF2-40B4-BE49-F238E27FC236}">
                <a16:creationId xmlns:a16="http://schemas.microsoft.com/office/drawing/2014/main" id="{F6D920D3-C247-2400-1224-14A2D0DD9265}"/>
              </a:ext>
            </a:extLst>
          </p:cNvPr>
          <p:cNvSpPr txBox="1"/>
          <p:nvPr/>
        </p:nvSpPr>
        <p:spPr>
          <a:xfrm>
            <a:off x="2981313" y="2960843"/>
            <a:ext cx="1582729" cy="769441"/>
          </a:xfrm>
          <a:prstGeom prst="rect">
            <a:avLst/>
          </a:prstGeom>
          <a:noFill/>
        </p:spPr>
        <p:txBody>
          <a:bodyPr wrap="square">
            <a:spAutoFit/>
          </a:bodyPr>
          <a:lstStyle/>
          <a:p>
            <a:r>
              <a:rPr lang="en-US" sz="1100" b="1">
                <a:solidFill>
                  <a:srgbClr val="FF0000"/>
                </a:solidFill>
              </a:rPr>
              <a:t>Non‑systematic part of the model</a:t>
            </a:r>
            <a:r>
              <a:rPr lang="en-US" sz="1100" b="1"/>
              <a:t>: </a:t>
            </a:r>
            <a:r>
              <a:rPr lang="en-US" sz="1100"/>
              <a:t>the component of y that is explained by</a:t>
            </a:r>
            <a:r>
              <a:rPr lang="en-US" sz="1100" i="1"/>
              <a:t> u</a:t>
            </a:r>
            <a:r>
              <a:rPr lang="en-US" sz="1100"/>
              <a:t>.</a:t>
            </a:r>
            <a:endParaRPr lang="es-CO" sz="1100">
              <a:solidFill>
                <a:srgbClr val="00B050"/>
              </a:solidFill>
            </a:endParaRPr>
          </a:p>
        </p:txBody>
      </p:sp>
      <p:grpSp>
        <p:nvGrpSpPr>
          <p:cNvPr id="3" name="Group 2">
            <a:extLst>
              <a:ext uri="{FF2B5EF4-FFF2-40B4-BE49-F238E27FC236}">
                <a16:creationId xmlns:a16="http://schemas.microsoft.com/office/drawing/2014/main" id="{06634D53-F262-14E8-59A8-10C9A662F7D9}"/>
              </a:ext>
            </a:extLst>
          </p:cNvPr>
          <p:cNvGrpSpPr>
            <a:grpSpLocks noChangeAspect="1"/>
          </p:cNvGrpSpPr>
          <p:nvPr>
            <p:custDataLst>
              <p:tags r:id="rId2"/>
            </p:custDataLst>
          </p:nvPr>
        </p:nvGrpSpPr>
        <p:grpSpPr>
          <a:xfrm>
            <a:off x="4902218" y="4567338"/>
            <a:ext cx="2867319" cy="246038"/>
            <a:chOff x="7697344" y="6457942"/>
            <a:chExt cx="3457639" cy="296692"/>
          </a:xfrm>
          <a:solidFill>
            <a:schemeClr val="tx1"/>
          </a:solidFill>
        </p:grpSpPr>
        <p:sp>
          <p:nvSpPr>
            <p:cNvPr id="16" name="Freeform: Shape 15">
              <a:extLst>
                <a:ext uri="{FF2B5EF4-FFF2-40B4-BE49-F238E27FC236}">
                  <a16:creationId xmlns:a16="http://schemas.microsoft.com/office/drawing/2014/main" id="{1011F656-71FF-2434-6D10-7DEC2B1AA391}"/>
                </a:ext>
              </a:extLst>
            </p:cNvPr>
            <p:cNvSpPr/>
            <p:nvPr>
              <p:custDataLst>
                <p:tags r:id="rId11"/>
              </p:custDataLst>
            </p:nvPr>
          </p:nvSpPr>
          <p:spPr>
            <a:xfrm>
              <a:off x="7697344" y="6457942"/>
              <a:ext cx="237741" cy="230653"/>
            </a:xfrm>
            <a:custGeom>
              <a:avLst/>
              <a:gdLst>
                <a:gd name="connsiteX0" fmla="*/ 127323 w 237741"/>
                <a:gd name="connsiteY0" fmla="*/ 5861 h 230653"/>
                <a:gd name="connsiteX1" fmla="*/ 118947 w 237741"/>
                <a:gd name="connsiteY1" fmla="*/ 63 h 230653"/>
                <a:gd name="connsiteX2" fmla="*/ 110572 w 237741"/>
                <a:gd name="connsiteY2" fmla="*/ 5861 h 230653"/>
                <a:gd name="connsiteX3" fmla="*/ 1687 w 237741"/>
                <a:gd name="connsiteY3" fmla="*/ 224274 h 230653"/>
                <a:gd name="connsiteX4" fmla="*/ 77 w 237741"/>
                <a:gd name="connsiteY4" fmla="*/ 228139 h 230653"/>
                <a:gd name="connsiteX5" fmla="*/ 7164 w 237741"/>
                <a:gd name="connsiteY5" fmla="*/ 230716 h 230653"/>
                <a:gd name="connsiteX6" fmla="*/ 230731 w 237741"/>
                <a:gd name="connsiteY6" fmla="*/ 230716 h 230653"/>
                <a:gd name="connsiteX7" fmla="*/ 237818 w 237741"/>
                <a:gd name="connsiteY7" fmla="*/ 228139 h 230653"/>
                <a:gd name="connsiteX8" fmla="*/ 236207 w 237741"/>
                <a:gd name="connsiteY8" fmla="*/ 224274 h 230653"/>
                <a:gd name="connsiteX9" fmla="*/ 127323 w 237741"/>
                <a:gd name="connsiteY9" fmla="*/ 5861 h 230653"/>
                <a:gd name="connsiteX10" fmla="*/ 108639 w 237741"/>
                <a:gd name="connsiteY10" fmla="*/ 32277 h 230653"/>
                <a:gd name="connsiteX11" fmla="*/ 195295 w 237741"/>
                <a:gd name="connsiteY11" fmla="*/ 206234 h 230653"/>
                <a:gd name="connsiteX12" fmla="*/ 21660 w 237741"/>
                <a:gd name="connsiteY12" fmla="*/ 206234 h 230653"/>
                <a:gd name="connsiteX13" fmla="*/ 108639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323" y="5861"/>
                  </a:moveTo>
                  <a:cubicBezTo>
                    <a:pt x="125068" y="1673"/>
                    <a:pt x="124424" y="63"/>
                    <a:pt x="118947" y="63"/>
                  </a:cubicBezTo>
                  <a:cubicBezTo>
                    <a:pt x="113471" y="63"/>
                    <a:pt x="112827" y="1673"/>
                    <a:pt x="110572" y="5861"/>
                  </a:cubicBezTo>
                  <a:lnTo>
                    <a:pt x="1687" y="224274"/>
                  </a:lnTo>
                  <a:cubicBezTo>
                    <a:pt x="77" y="227173"/>
                    <a:pt x="77" y="227817"/>
                    <a:pt x="77" y="228139"/>
                  </a:cubicBezTo>
                  <a:cubicBezTo>
                    <a:pt x="77" y="230716"/>
                    <a:pt x="2010" y="230716"/>
                    <a:pt x="7164" y="230716"/>
                  </a:cubicBezTo>
                  <a:lnTo>
                    <a:pt x="230731" y="230716"/>
                  </a:lnTo>
                  <a:cubicBezTo>
                    <a:pt x="235885" y="230716"/>
                    <a:pt x="237818" y="230716"/>
                    <a:pt x="237818" y="228139"/>
                  </a:cubicBezTo>
                  <a:cubicBezTo>
                    <a:pt x="237818" y="227817"/>
                    <a:pt x="237818" y="227173"/>
                    <a:pt x="236207" y="224274"/>
                  </a:cubicBezTo>
                  <a:lnTo>
                    <a:pt x="127323" y="5861"/>
                  </a:lnTo>
                  <a:close/>
                  <a:moveTo>
                    <a:pt x="108639" y="32277"/>
                  </a:moveTo>
                  <a:lnTo>
                    <a:pt x="195295" y="206234"/>
                  </a:lnTo>
                  <a:lnTo>
                    <a:pt x="21660" y="206234"/>
                  </a:lnTo>
                  <a:lnTo>
                    <a:pt x="108639" y="3227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Freeform: Shape 18">
              <a:extLst>
                <a:ext uri="{FF2B5EF4-FFF2-40B4-BE49-F238E27FC236}">
                  <a16:creationId xmlns:a16="http://schemas.microsoft.com/office/drawing/2014/main" id="{C76571FC-D70A-23C1-BD5F-C6A324E5EAF2}"/>
                </a:ext>
              </a:extLst>
            </p:cNvPr>
            <p:cNvSpPr/>
            <p:nvPr>
              <p:custDataLst>
                <p:tags r:id="rId12"/>
              </p:custDataLst>
            </p:nvPr>
          </p:nvSpPr>
          <p:spPr>
            <a:xfrm>
              <a:off x="7959998" y="6546209"/>
              <a:ext cx="148507" cy="208425"/>
            </a:xfrm>
            <a:custGeom>
              <a:avLst/>
              <a:gdLst>
                <a:gd name="connsiteX0" fmla="*/ 147304 w 148507"/>
                <a:gd name="connsiteY0" fmla="*/ 19713 h 208425"/>
                <a:gd name="connsiteX1" fmla="*/ 148593 w 148507"/>
                <a:gd name="connsiteY1" fmla="*/ 12304 h 208425"/>
                <a:gd name="connsiteX2" fmla="*/ 139251 w 148507"/>
                <a:gd name="connsiteY2" fmla="*/ 3606 h 208425"/>
                <a:gd name="connsiteX3" fmla="*/ 127976 w 148507"/>
                <a:gd name="connsiteY3" fmla="*/ 10371 h 208425"/>
                <a:gd name="connsiteX4" fmla="*/ 123466 w 148507"/>
                <a:gd name="connsiteY4" fmla="*/ 27767 h 208425"/>
                <a:gd name="connsiteX5" fmla="*/ 117023 w 148507"/>
                <a:gd name="connsiteY5" fmla="*/ 53538 h 208425"/>
                <a:gd name="connsiteX6" fmla="*/ 102526 w 148507"/>
                <a:gd name="connsiteY6" fmla="*/ 111524 h 208425"/>
                <a:gd name="connsiteX7" fmla="*/ 66124 w 148507"/>
                <a:gd name="connsiteY7" fmla="*/ 138906 h 208425"/>
                <a:gd name="connsiteX8" fmla="*/ 46151 w 148507"/>
                <a:gd name="connsiteY8" fmla="*/ 112812 h 208425"/>
                <a:gd name="connsiteX9" fmla="*/ 62581 w 148507"/>
                <a:gd name="connsiteY9" fmla="*/ 49673 h 208425"/>
                <a:gd name="connsiteX10" fmla="*/ 69024 w 148507"/>
                <a:gd name="connsiteY10" fmla="*/ 26478 h 208425"/>
                <a:gd name="connsiteX11" fmla="*/ 42608 w 148507"/>
                <a:gd name="connsiteY11" fmla="*/ 63 h 208425"/>
                <a:gd name="connsiteX12" fmla="*/ 85 w 148507"/>
                <a:gd name="connsiteY12" fmla="*/ 49673 h 208425"/>
                <a:gd name="connsiteX13" fmla="*/ 3951 w 148507"/>
                <a:gd name="connsiteY13" fmla="*/ 52894 h 208425"/>
                <a:gd name="connsiteX14" fmla="*/ 9105 w 148507"/>
                <a:gd name="connsiteY14" fmla="*/ 47096 h 208425"/>
                <a:gd name="connsiteX15" fmla="*/ 41641 w 148507"/>
                <a:gd name="connsiteY15" fmla="*/ 7150 h 208425"/>
                <a:gd name="connsiteX16" fmla="*/ 49695 w 148507"/>
                <a:gd name="connsiteY16" fmla="*/ 17458 h 208425"/>
                <a:gd name="connsiteX17" fmla="*/ 44219 w 148507"/>
                <a:gd name="connsiteY17" fmla="*/ 40008 h 208425"/>
                <a:gd name="connsiteX18" fmla="*/ 25534 w 148507"/>
                <a:gd name="connsiteY18" fmla="*/ 107658 h 208425"/>
                <a:gd name="connsiteX19" fmla="*/ 64836 w 148507"/>
                <a:gd name="connsiteY19" fmla="*/ 145993 h 208425"/>
                <a:gd name="connsiteX20" fmla="*/ 97372 w 148507"/>
                <a:gd name="connsiteY20" fmla="*/ 131497 h 208425"/>
                <a:gd name="connsiteX21" fmla="*/ 76433 w 148507"/>
                <a:gd name="connsiteY21" fmla="*/ 181107 h 208425"/>
                <a:gd name="connsiteX22" fmla="*/ 40997 w 148507"/>
                <a:gd name="connsiteY22" fmla="*/ 201402 h 208425"/>
                <a:gd name="connsiteX23" fmla="*/ 16514 w 148507"/>
                <a:gd name="connsiteY23" fmla="*/ 187872 h 208425"/>
                <a:gd name="connsiteX24" fmla="*/ 30366 w 148507"/>
                <a:gd name="connsiteY24" fmla="*/ 184006 h 208425"/>
                <a:gd name="connsiteX25" fmla="*/ 36809 w 148507"/>
                <a:gd name="connsiteY25" fmla="*/ 170798 h 208425"/>
                <a:gd name="connsiteX26" fmla="*/ 24890 w 148507"/>
                <a:gd name="connsiteY26" fmla="*/ 159523 h 208425"/>
                <a:gd name="connsiteX27" fmla="*/ 6850 w 148507"/>
                <a:gd name="connsiteY27" fmla="*/ 180462 h 208425"/>
                <a:gd name="connsiteX28" fmla="*/ 40997 w 148507"/>
                <a:gd name="connsiteY28" fmla="*/ 208489 h 208425"/>
                <a:gd name="connsiteX29" fmla="*/ 116378 w 148507"/>
                <a:gd name="connsiteY29" fmla="*/ 142772 h 208425"/>
                <a:gd name="connsiteX30" fmla="*/ 147304 w 148507"/>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507" h="208425">
                  <a:moveTo>
                    <a:pt x="147304" y="19713"/>
                  </a:moveTo>
                  <a:cubicBezTo>
                    <a:pt x="148593" y="15203"/>
                    <a:pt x="148593" y="14559"/>
                    <a:pt x="148593" y="12304"/>
                  </a:cubicBezTo>
                  <a:cubicBezTo>
                    <a:pt x="148593" y="6506"/>
                    <a:pt x="144083" y="3606"/>
                    <a:pt x="139251" y="3606"/>
                  </a:cubicBezTo>
                  <a:cubicBezTo>
                    <a:pt x="136029" y="3606"/>
                    <a:pt x="130875" y="5539"/>
                    <a:pt x="127976" y="10371"/>
                  </a:cubicBezTo>
                  <a:cubicBezTo>
                    <a:pt x="127331" y="11982"/>
                    <a:pt x="124754" y="21968"/>
                    <a:pt x="123466" y="27767"/>
                  </a:cubicBezTo>
                  <a:cubicBezTo>
                    <a:pt x="121211" y="36143"/>
                    <a:pt x="118956" y="44841"/>
                    <a:pt x="117023" y="53538"/>
                  </a:cubicBezTo>
                  <a:lnTo>
                    <a:pt x="102526" y="111524"/>
                  </a:lnTo>
                  <a:cubicBezTo>
                    <a:pt x="101238" y="116356"/>
                    <a:pt x="87386" y="138906"/>
                    <a:pt x="66124" y="138906"/>
                  </a:cubicBezTo>
                  <a:cubicBezTo>
                    <a:pt x="49695" y="138906"/>
                    <a:pt x="46151" y="124732"/>
                    <a:pt x="46151" y="112812"/>
                  </a:cubicBezTo>
                  <a:cubicBezTo>
                    <a:pt x="46151" y="97994"/>
                    <a:pt x="51628" y="78021"/>
                    <a:pt x="62581" y="49673"/>
                  </a:cubicBezTo>
                  <a:cubicBezTo>
                    <a:pt x="67735" y="36465"/>
                    <a:pt x="69024" y="32921"/>
                    <a:pt x="69024" y="26478"/>
                  </a:cubicBezTo>
                  <a:cubicBezTo>
                    <a:pt x="69024" y="11982"/>
                    <a:pt x="58715" y="63"/>
                    <a:pt x="42608" y="63"/>
                  </a:cubicBezTo>
                  <a:cubicBezTo>
                    <a:pt x="12004" y="63"/>
                    <a:pt x="85" y="46773"/>
                    <a:pt x="85" y="49673"/>
                  </a:cubicBezTo>
                  <a:cubicBezTo>
                    <a:pt x="85" y="52894"/>
                    <a:pt x="3306" y="52894"/>
                    <a:pt x="3951" y="52894"/>
                  </a:cubicBezTo>
                  <a:cubicBezTo>
                    <a:pt x="7172" y="52894"/>
                    <a:pt x="7494" y="52250"/>
                    <a:pt x="9105" y="47096"/>
                  </a:cubicBezTo>
                  <a:cubicBezTo>
                    <a:pt x="17803" y="16814"/>
                    <a:pt x="30689" y="7150"/>
                    <a:pt x="41641" y="7150"/>
                  </a:cubicBezTo>
                  <a:cubicBezTo>
                    <a:pt x="44219" y="7150"/>
                    <a:pt x="49695" y="7150"/>
                    <a:pt x="49695" y="17458"/>
                  </a:cubicBezTo>
                  <a:cubicBezTo>
                    <a:pt x="49695" y="25512"/>
                    <a:pt x="46474" y="33888"/>
                    <a:pt x="44219" y="40008"/>
                  </a:cubicBezTo>
                  <a:cubicBezTo>
                    <a:pt x="31333" y="74155"/>
                    <a:pt x="25534" y="92518"/>
                    <a:pt x="25534" y="107658"/>
                  </a:cubicBezTo>
                  <a:cubicBezTo>
                    <a:pt x="25534" y="136329"/>
                    <a:pt x="45829" y="145993"/>
                    <a:pt x="64836" y="145993"/>
                  </a:cubicBezTo>
                  <a:cubicBezTo>
                    <a:pt x="77399" y="145993"/>
                    <a:pt x="88352" y="140517"/>
                    <a:pt x="97372" y="131497"/>
                  </a:cubicBezTo>
                  <a:cubicBezTo>
                    <a:pt x="93184" y="148248"/>
                    <a:pt x="89318" y="164033"/>
                    <a:pt x="76433" y="181107"/>
                  </a:cubicBezTo>
                  <a:cubicBezTo>
                    <a:pt x="68057" y="192059"/>
                    <a:pt x="55816" y="201402"/>
                    <a:pt x="40997" y="201402"/>
                  </a:cubicBezTo>
                  <a:cubicBezTo>
                    <a:pt x="36487" y="201402"/>
                    <a:pt x="21991" y="200435"/>
                    <a:pt x="16514" y="187872"/>
                  </a:cubicBezTo>
                  <a:cubicBezTo>
                    <a:pt x="21669" y="187872"/>
                    <a:pt x="25856" y="187872"/>
                    <a:pt x="30366" y="184006"/>
                  </a:cubicBezTo>
                  <a:cubicBezTo>
                    <a:pt x="33588" y="181107"/>
                    <a:pt x="36809" y="176919"/>
                    <a:pt x="36809" y="170798"/>
                  </a:cubicBezTo>
                  <a:cubicBezTo>
                    <a:pt x="36809" y="160812"/>
                    <a:pt x="28111" y="159523"/>
                    <a:pt x="24890" y="159523"/>
                  </a:cubicBezTo>
                  <a:cubicBezTo>
                    <a:pt x="17481" y="159523"/>
                    <a:pt x="6850" y="164677"/>
                    <a:pt x="6850" y="180462"/>
                  </a:cubicBezTo>
                  <a:cubicBezTo>
                    <a:pt x="6850" y="196569"/>
                    <a:pt x="21024" y="208489"/>
                    <a:pt x="40997" y="208489"/>
                  </a:cubicBezTo>
                  <a:cubicBezTo>
                    <a:pt x="74178" y="208489"/>
                    <a:pt x="107358" y="179174"/>
                    <a:pt x="116378" y="142772"/>
                  </a:cubicBezTo>
                  <a:lnTo>
                    <a:pt x="147304" y="19713"/>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0" name="Freeform: Shape 19">
              <a:extLst>
                <a:ext uri="{FF2B5EF4-FFF2-40B4-BE49-F238E27FC236}">
                  <a16:creationId xmlns:a16="http://schemas.microsoft.com/office/drawing/2014/main" id="{7CC9EC81-CD7B-600E-0912-FA8F40A28557}"/>
                </a:ext>
              </a:extLst>
            </p:cNvPr>
            <p:cNvSpPr/>
            <p:nvPr>
              <p:custDataLst>
                <p:tags r:id="rId13"/>
              </p:custDataLst>
            </p:nvPr>
          </p:nvSpPr>
          <p:spPr>
            <a:xfrm>
              <a:off x="8227676" y="6570370"/>
              <a:ext cx="214224" cy="75381"/>
            </a:xfrm>
            <a:custGeom>
              <a:avLst/>
              <a:gdLst>
                <a:gd name="connsiteX0" fmla="*/ 203365 w 214224"/>
                <a:gd name="connsiteY0" fmla="*/ 12948 h 75381"/>
                <a:gd name="connsiteX1" fmla="*/ 214318 w 214224"/>
                <a:gd name="connsiteY1" fmla="*/ 6506 h 75381"/>
                <a:gd name="connsiteX2" fmla="*/ 203687 w 214224"/>
                <a:gd name="connsiteY2" fmla="*/ 63 h 75381"/>
                <a:gd name="connsiteX3" fmla="*/ 10724 w 214224"/>
                <a:gd name="connsiteY3" fmla="*/ 63 h 75381"/>
                <a:gd name="connsiteX4" fmla="*/ 93 w 214224"/>
                <a:gd name="connsiteY4" fmla="*/ 6506 h 75381"/>
                <a:gd name="connsiteX5" fmla="*/ 11046 w 214224"/>
                <a:gd name="connsiteY5" fmla="*/ 12948 h 75381"/>
                <a:gd name="connsiteX6" fmla="*/ 203365 w 214224"/>
                <a:gd name="connsiteY6" fmla="*/ 12948 h 75381"/>
                <a:gd name="connsiteX7" fmla="*/ 203687 w 214224"/>
                <a:gd name="connsiteY7" fmla="*/ 75444 h 75381"/>
                <a:gd name="connsiteX8" fmla="*/ 214318 w 214224"/>
                <a:gd name="connsiteY8" fmla="*/ 69001 h 75381"/>
                <a:gd name="connsiteX9" fmla="*/ 203365 w 214224"/>
                <a:gd name="connsiteY9" fmla="*/ 62558 h 75381"/>
                <a:gd name="connsiteX10" fmla="*/ 11046 w 214224"/>
                <a:gd name="connsiteY10" fmla="*/ 62558 h 75381"/>
                <a:gd name="connsiteX11" fmla="*/ 93 w 214224"/>
                <a:gd name="connsiteY11" fmla="*/ 69001 h 75381"/>
                <a:gd name="connsiteX12" fmla="*/ 10724 w 214224"/>
                <a:gd name="connsiteY12" fmla="*/ 75444 h 75381"/>
                <a:gd name="connsiteX13" fmla="*/ 203687 w 214224"/>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224" h="75381">
                  <a:moveTo>
                    <a:pt x="203365" y="12948"/>
                  </a:moveTo>
                  <a:cubicBezTo>
                    <a:pt x="208197" y="12948"/>
                    <a:pt x="214318" y="12948"/>
                    <a:pt x="214318" y="6506"/>
                  </a:cubicBezTo>
                  <a:cubicBezTo>
                    <a:pt x="214318" y="63"/>
                    <a:pt x="208197" y="63"/>
                    <a:pt x="203687" y="63"/>
                  </a:cubicBezTo>
                  <a:lnTo>
                    <a:pt x="10724" y="63"/>
                  </a:lnTo>
                  <a:cubicBezTo>
                    <a:pt x="6214" y="63"/>
                    <a:pt x="93" y="63"/>
                    <a:pt x="93" y="6506"/>
                  </a:cubicBezTo>
                  <a:cubicBezTo>
                    <a:pt x="93" y="12948"/>
                    <a:pt x="6214" y="12948"/>
                    <a:pt x="11046" y="12948"/>
                  </a:cubicBezTo>
                  <a:lnTo>
                    <a:pt x="203365" y="12948"/>
                  </a:lnTo>
                  <a:close/>
                  <a:moveTo>
                    <a:pt x="203687" y="75444"/>
                  </a:moveTo>
                  <a:cubicBezTo>
                    <a:pt x="208197" y="75444"/>
                    <a:pt x="214318" y="75444"/>
                    <a:pt x="214318" y="69001"/>
                  </a:cubicBezTo>
                  <a:cubicBezTo>
                    <a:pt x="214318" y="62558"/>
                    <a:pt x="208197" y="62558"/>
                    <a:pt x="203365" y="62558"/>
                  </a:cubicBezTo>
                  <a:lnTo>
                    <a:pt x="11046" y="62558"/>
                  </a:lnTo>
                  <a:cubicBezTo>
                    <a:pt x="6214" y="62558"/>
                    <a:pt x="93" y="62558"/>
                    <a:pt x="93" y="69001"/>
                  </a:cubicBezTo>
                  <a:cubicBezTo>
                    <a:pt x="93" y="75444"/>
                    <a:pt x="6214" y="75444"/>
                    <a:pt x="10724" y="75444"/>
                  </a:cubicBezTo>
                  <a:lnTo>
                    <a:pt x="203687" y="7544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Freeform: Shape 20">
              <a:extLst>
                <a:ext uri="{FF2B5EF4-FFF2-40B4-BE49-F238E27FC236}">
                  <a16:creationId xmlns:a16="http://schemas.microsoft.com/office/drawing/2014/main" id="{F5D8B545-A71C-9807-7235-E9603553187C}"/>
                </a:ext>
              </a:extLst>
            </p:cNvPr>
            <p:cNvSpPr/>
            <p:nvPr>
              <p:custDataLst>
                <p:tags r:id="rId14"/>
              </p:custDataLst>
            </p:nvPr>
          </p:nvSpPr>
          <p:spPr>
            <a:xfrm>
              <a:off x="8564815" y="6457942"/>
              <a:ext cx="237741" cy="230653"/>
            </a:xfrm>
            <a:custGeom>
              <a:avLst/>
              <a:gdLst>
                <a:gd name="connsiteX0" fmla="*/ 127350 w 237741"/>
                <a:gd name="connsiteY0" fmla="*/ 5861 h 230653"/>
                <a:gd name="connsiteX1" fmla="*/ 118974 w 237741"/>
                <a:gd name="connsiteY1" fmla="*/ 63 h 230653"/>
                <a:gd name="connsiteX2" fmla="*/ 110598 w 237741"/>
                <a:gd name="connsiteY2" fmla="*/ 5861 h 230653"/>
                <a:gd name="connsiteX3" fmla="*/ 1714 w 237741"/>
                <a:gd name="connsiteY3" fmla="*/ 224274 h 230653"/>
                <a:gd name="connsiteX4" fmla="*/ 104 w 237741"/>
                <a:gd name="connsiteY4" fmla="*/ 228139 h 230653"/>
                <a:gd name="connsiteX5" fmla="*/ 7191 w 237741"/>
                <a:gd name="connsiteY5" fmla="*/ 230716 h 230653"/>
                <a:gd name="connsiteX6" fmla="*/ 230758 w 237741"/>
                <a:gd name="connsiteY6" fmla="*/ 230716 h 230653"/>
                <a:gd name="connsiteX7" fmla="*/ 237845 w 237741"/>
                <a:gd name="connsiteY7" fmla="*/ 228139 h 230653"/>
                <a:gd name="connsiteX8" fmla="*/ 236234 w 237741"/>
                <a:gd name="connsiteY8" fmla="*/ 224274 h 230653"/>
                <a:gd name="connsiteX9" fmla="*/ 127350 w 237741"/>
                <a:gd name="connsiteY9" fmla="*/ 5861 h 230653"/>
                <a:gd name="connsiteX10" fmla="*/ 108666 w 237741"/>
                <a:gd name="connsiteY10" fmla="*/ 32277 h 230653"/>
                <a:gd name="connsiteX11" fmla="*/ 195322 w 237741"/>
                <a:gd name="connsiteY11" fmla="*/ 206234 h 230653"/>
                <a:gd name="connsiteX12" fmla="*/ 21687 w 237741"/>
                <a:gd name="connsiteY12" fmla="*/ 206234 h 230653"/>
                <a:gd name="connsiteX13" fmla="*/ 108666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350" y="5861"/>
                  </a:moveTo>
                  <a:cubicBezTo>
                    <a:pt x="125095" y="1673"/>
                    <a:pt x="124451" y="63"/>
                    <a:pt x="118974" y="63"/>
                  </a:cubicBezTo>
                  <a:cubicBezTo>
                    <a:pt x="113498" y="63"/>
                    <a:pt x="112853" y="1673"/>
                    <a:pt x="110598" y="5861"/>
                  </a:cubicBezTo>
                  <a:lnTo>
                    <a:pt x="1714" y="224274"/>
                  </a:lnTo>
                  <a:cubicBezTo>
                    <a:pt x="104" y="227173"/>
                    <a:pt x="104" y="227817"/>
                    <a:pt x="104" y="228139"/>
                  </a:cubicBezTo>
                  <a:cubicBezTo>
                    <a:pt x="104" y="230716"/>
                    <a:pt x="2036" y="230716"/>
                    <a:pt x="7191" y="230716"/>
                  </a:cubicBezTo>
                  <a:lnTo>
                    <a:pt x="230758" y="230716"/>
                  </a:lnTo>
                  <a:cubicBezTo>
                    <a:pt x="235912" y="230716"/>
                    <a:pt x="237845" y="230716"/>
                    <a:pt x="237845" y="228139"/>
                  </a:cubicBezTo>
                  <a:cubicBezTo>
                    <a:pt x="237845" y="227817"/>
                    <a:pt x="237845" y="227173"/>
                    <a:pt x="236234" y="224274"/>
                  </a:cubicBezTo>
                  <a:lnTo>
                    <a:pt x="127350" y="5861"/>
                  </a:lnTo>
                  <a:close/>
                  <a:moveTo>
                    <a:pt x="108666" y="32277"/>
                  </a:moveTo>
                  <a:lnTo>
                    <a:pt x="195322" y="206234"/>
                  </a:lnTo>
                  <a:lnTo>
                    <a:pt x="21687" y="206234"/>
                  </a:lnTo>
                  <a:lnTo>
                    <a:pt x="108666" y="3227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 name="Freeform: Shape 25">
              <a:extLst>
                <a:ext uri="{FF2B5EF4-FFF2-40B4-BE49-F238E27FC236}">
                  <a16:creationId xmlns:a16="http://schemas.microsoft.com/office/drawing/2014/main" id="{E77A3D91-6199-603C-9C9C-B6DC79F8FBE7}"/>
                </a:ext>
              </a:extLst>
            </p:cNvPr>
            <p:cNvSpPr/>
            <p:nvPr>
              <p:custDataLst>
                <p:tags r:id="rId15"/>
              </p:custDataLst>
            </p:nvPr>
          </p:nvSpPr>
          <p:spPr>
            <a:xfrm>
              <a:off x="8827751" y="6461164"/>
              <a:ext cx="175608" cy="289927"/>
            </a:xfrm>
            <a:custGeom>
              <a:avLst/>
              <a:gdLst>
                <a:gd name="connsiteX0" fmla="*/ 175720 w 175608"/>
                <a:gd name="connsiteY0" fmla="*/ 44196 h 289927"/>
                <a:gd name="connsiteX1" fmla="*/ 131909 w 175608"/>
                <a:gd name="connsiteY1" fmla="*/ 63 h 289927"/>
                <a:gd name="connsiteX2" fmla="*/ 92930 w 175608"/>
                <a:gd name="connsiteY2" fmla="*/ 13593 h 289927"/>
                <a:gd name="connsiteX3" fmla="*/ 51373 w 175608"/>
                <a:gd name="connsiteY3" fmla="*/ 82209 h 289927"/>
                <a:gd name="connsiteX4" fmla="*/ 153 w 175608"/>
                <a:gd name="connsiteY4" fmla="*/ 286769 h 289927"/>
                <a:gd name="connsiteX5" fmla="*/ 4018 w 175608"/>
                <a:gd name="connsiteY5" fmla="*/ 289991 h 289927"/>
                <a:gd name="connsiteX6" fmla="*/ 7884 w 175608"/>
                <a:gd name="connsiteY6" fmla="*/ 288380 h 289927"/>
                <a:gd name="connsiteX7" fmla="*/ 30434 w 175608"/>
                <a:gd name="connsiteY7" fmla="*/ 199469 h 289927"/>
                <a:gd name="connsiteX8" fmla="*/ 74245 w 175608"/>
                <a:gd name="connsiteY8" fmla="*/ 230716 h 289927"/>
                <a:gd name="connsiteX9" fmla="*/ 136419 w 175608"/>
                <a:gd name="connsiteY9" fmla="*/ 205267 h 289927"/>
                <a:gd name="connsiteX10" fmla="*/ 162190 w 175608"/>
                <a:gd name="connsiteY10" fmla="*/ 145993 h 289927"/>
                <a:gd name="connsiteX11" fmla="*/ 138674 w 175608"/>
                <a:gd name="connsiteY11" fmla="*/ 97994 h 289927"/>
                <a:gd name="connsiteX12" fmla="*/ 175720 w 175608"/>
                <a:gd name="connsiteY12" fmla="*/ 44196 h 289927"/>
                <a:gd name="connsiteX13" fmla="*/ 117735 w 175608"/>
                <a:gd name="connsiteY13" fmla="*/ 97672 h 289927"/>
                <a:gd name="connsiteX14" fmla="*/ 102272 w 175608"/>
                <a:gd name="connsiteY14" fmla="*/ 99927 h 289927"/>
                <a:gd name="connsiteX15" fmla="*/ 88098 w 175608"/>
                <a:gd name="connsiteY15" fmla="*/ 98638 h 289927"/>
                <a:gd name="connsiteX16" fmla="*/ 103883 w 175608"/>
                <a:gd name="connsiteY16" fmla="*/ 96061 h 289927"/>
                <a:gd name="connsiteX17" fmla="*/ 117735 w 175608"/>
                <a:gd name="connsiteY17" fmla="*/ 97672 h 289927"/>
                <a:gd name="connsiteX18" fmla="*/ 157680 w 175608"/>
                <a:gd name="connsiteY18" fmla="*/ 36787 h 289927"/>
                <a:gd name="connsiteX19" fmla="*/ 128688 w 175608"/>
                <a:gd name="connsiteY19" fmla="*/ 92518 h 289927"/>
                <a:gd name="connsiteX20" fmla="*/ 103883 w 175608"/>
                <a:gd name="connsiteY20" fmla="*/ 88652 h 289927"/>
                <a:gd name="connsiteX21" fmla="*/ 79078 w 175608"/>
                <a:gd name="connsiteY21" fmla="*/ 98960 h 289927"/>
                <a:gd name="connsiteX22" fmla="*/ 101305 w 175608"/>
                <a:gd name="connsiteY22" fmla="*/ 107014 h 289927"/>
                <a:gd name="connsiteX23" fmla="*/ 127721 w 175608"/>
                <a:gd name="connsiteY23" fmla="*/ 102826 h 289927"/>
                <a:gd name="connsiteX24" fmla="*/ 141895 w 175608"/>
                <a:gd name="connsiteY24" fmla="*/ 139228 h 289927"/>
                <a:gd name="connsiteX25" fmla="*/ 125788 w 175608"/>
                <a:gd name="connsiteY25" fmla="*/ 194637 h 289927"/>
                <a:gd name="connsiteX26" fmla="*/ 73279 w 175608"/>
                <a:gd name="connsiteY26" fmla="*/ 223629 h 289927"/>
                <a:gd name="connsiteX27" fmla="*/ 36555 w 175608"/>
                <a:gd name="connsiteY27" fmla="*/ 182073 h 289927"/>
                <a:gd name="connsiteX28" fmla="*/ 38166 w 175608"/>
                <a:gd name="connsiteY28" fmla="*/ 167899 h 289927"/>
                <a:gd name="connsiteX29" fmla="*/ 58783 w 175608"/>
                <a:gd name="connsiteY29" fmla="*/ 86397 h 289927"/>
                <a:gd name="connsiteX30" fmla="*/ 127721 w 175608"/>
                <a:gd name="connsiteY30" fmla="*/ 7472 h 289927"/>
                <a:gd name="connsiteX31" fmla="*/ 157680 w 175608"/>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89927">
                  <a:moveTo>
                    <a:pt x="175720" y="44196"/>
                  </a:moveTo>
                  <a:cubicBezTo>
                    <a:pt x="175720" y="20036"/>
                    <a:pt x="158003" y="63"/>
                    <a:pt x="131909" y="63"/>
                  </a:cubicBezTo>
                  <a:cubicBezTo>
                    <a:pt x="113225" y="63"/>
                    <a:pt x="104205" y="5217"/>
                    <a:pt x="92930" y="13593"/>
                  </a:cubicBezTo>
                  <a:cubicBezTo>
                    <a:pt x="75212" y="26478"/>
                    <a:pt x="57494" y="57726"/>
                    <a:pt x="51373" y="82209"/>
                  </a:cubicBezTo>
                  <a:lnTo>
                    <a:pt x="153" y="286769"/>
                  </a:lnTo>
                  <a:cubicBezTo>
                    <a:pt x="-169" y="288058"/>
                    <a:pt x="1441" y="289991"/>
                    <a:pt x="4018" y="289991"/>
                  </a:cubicBezTo>
                  <a:cubicBezTo>
                    <a:pt x="6596" y="289991"/>
                    <a:pt x="7562" y="289346"/>
                    <a:pt x="7884" y="288380"/>
                  </a:cubicBezTo>
                  <a:lnTo>
                    <a:pt x="30434" y="199469"/>
                  </a:lnTo>
                  <a:cubicBezTo>
                    <a:pt x="36555" y="218797"/>
                    <a:pt x="50729" y="230716"/>
                    <a:pt x="74245" y="230716"/>
                  </a:cubicBezTo>
                  <a:cubicBezTo>
                    <a:pt x="97762" y="230716"/>
                    <a:pt x="121923" y="219441"/>
                    <a:pt x="136419" y="205267"/>
                  </a:cubicBezTo>
                  <a:cubicBezTo>
                    <a:pt x="151882" y="190449"/>
                    <a:pt x="162190" y="169832"/>
                    <a:pt x="162190" y="145993"/>
                  </a:cubicBezTo>
                  <a:cubicBezTo>
                    <a:pt x="162190" y="122799"/>
                    <a:pt x="150271" y="106047"/>
                    <a:pt x="138674" y="97994"/>
                  </a:cubicBezTo>
                  <a:cubicBezTo>
                    <a:pt x="157358" y="87363"/>
                    <a:pt x="175720" y="67390"/>
                    <a:pt x="175720" y="44196"/>
                  </a:cubicBezTo>
                  <a:close/>
                  <a:moveTo>
                    <a:pt x="117735" y="97672"/>
                  </a:moveTo>
                  <a:cubicBezTo>
                    <a:pt x="113547" y="99282"/>
                    <a:pt x="110003" y="99927"/>
                    <a:pt x="102272" y="99927"/>
                  </a:cubicBezTo>
                  <a:cubicBezTo>
                    <a:pt x="97762" y="99927"/>
                    <a:pt x="91319" y="100249"/>
                    <a:pt x="88098" y="98638"/>
                  </a:cubicBezTo>
                  <a:cubicBezTo>
                    <a:pt x="88742" y="95417"/>
                    <a:pt x="100339" y="96061"/>
                    <a:pt x="103883" y="96061"/>
                  </a:cubicBezTo>
                  <a:cubicBezTo>
                    <a:pt x="110648" y="96061"/>
                    <a:pt x="113547" y="96061"/>
                    <a:pt x="117735" y="97672"/>
                  </a:cubicBezTo>
                  <a:close/>
                  <a:moveTo>
                    <a:pt x="157680" y="36787"/>
                  </a:moveTo>
                  <a:cubicBezTo>
                    <a:pt x="157680" y="59337"/>
                    <a:pt x="145439" y="82531"/>
                    <a:pt x="128688" y="92518"/>
                  </a:cubicBezTo>
                  <a:cubicBezTo>
                    <a:pt x="119990" y="89296"/>
                    <a:pt x="113547" y="88652"/>
                    <a:pt x="103883" y="88652"/>
                  </a:cubicBezTo>
                  <a:cubicBezTo>
                    <a:pt x="97118" y="88652"/>
                    <a:pt x="79078" y="88330"/>
                    <a:pt x="79078" y="98960"/>
                  </a:cubicBezTo>
                  <a:cubicBezTo>
                    <a:pt x="78755" y="107980"/>
                    <a:pt x="95507" y="107014"/>
                    <a:pt x="101305" y="107014"/>
                  </a:cubicBezTo>
                  <a:cubicBezTo>
                    <a:pt x="113225" y="107014"/>
                    <a:pt x="118057" y="106692"/>
                    <a:pt x="127721" y="102826"/>
                  </a:cubicBezTo>
                  <a:cubicBezTo>
                    <a:pt x="139963" y="114423"/>
                    <a:pt x="141573" y="124410"/>
                    <a:pt x="141895" y="139228"/>
                  </a:cubicBezTo>
                  <a:cubicBezTo>
                    <a:pt x="142540" y="157912"/>
                    <a:pt x="134808" y="182073"/>
                    <a:pt x="125788" y="194637"/>
                  </a:cubicBezTo>
                  <a:cubicBezTo>
                    <a:pt x="113225" y="212032"/>
                    <a:pt x="91641" y="223629"/>
                    <a:pt x="73279" y="223629"/>
                  </a:cubicBezTo>
                  <a:cubicBezTo>
                    <a:pt x="48796" y="223629"/>
                    <a:pt x="36555" y="204945"/>
                    <a:pt x="36555" y="182073"/>
                  </a:cubicBezTo>
                  <a:cubicBezTo>
                    <a:pt x="36555" y="178852"/>
                    <a:pt x="36555" y="174019"/>
                    <a:pt x="38166" y="167899"/>
                  </a:cubicBezTo>
                  <a:lnTo>
                    <a:pt x="58783" y="86397"/>
                  </a:lnTo>
                  <a:cubicBezTo>
                    <a:pt x="65870" y="58693"/>
                    <a:pt x="89064" y="7472"/>
                    <a:pt x="127721" y="7472"/>
                  </a:cubicBezTo>
                  <a:cubicBezTo>
                    <a:pt x="146405" y="7472"/>
                    <a:pt x="157680" y="17458"/>
                    <a:pt x="157680" y="36787"/>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8" name="Freeform: Shape 27">
              <a:extLst>
                <a:ext uri="{FF2B5EF4-FFF2-40B4-BE49-F238E27FC236}">
                  <a16:creationId xmlns:a16="http://schemas.microsoft.com/office/drawing/2014/main" id="{31A28458-9176-5CF4-75C8-8C52D4585E54}"/>
                </a:ext>
              </a:extLst>
            </p:cNvPr>
            <p:cNvSpPr/>
            <p:nvPr>
              <p:custDataLst>
                <p:tags r:id="rId16"/>
              </p:custDataLst>
            </p:nvPr>
          </p:nvSpPr>
          <p:spPr>
            <a:xfrm>
              <a:off x="9012065" y="6587185"/>
              <a:ext cx="104631" cy="154241"/>
            </a:xfrm>
            <a:custGeom>
              <a:avLst/>
              <a:gdLst>
                <a:gd name="connsiteX0" fmla="*/ 104749 w 104631"/>
                <a:gd name="connsiteY0" fmla="*/ 77862 h 154241"/>
                <a:gd name="connsiteX1" fmla="*/ 91445 w 104631"/>
                <a:gd name="connsiteY1" fmla="*/ 19457 h 154241"/>
                <a:gd name="connsiteX2" fmla="*/ 52433 w 104631"/>
                <a:gd name="connsiteY2" fmla="*/ 64 h 154241"/>
                <a:gd name="connsiteX3" fmla="*/ 117 w 104631"/>
                <a:gd name="connsiteY3" fmla="*/ 77862 h 154241"/>
                <a:gd name="connsiteX4" fmla="*/ 52433 w 104631"/>
                <a:gd name="connsiteY4" fmla="*/ 154306 h 154241"/>
                <a:gd name="connsiteX5" fmla="*/ 104749 w 104631"/>
                <a:gd name="connsiteY5" fmla="*/ 77862 h 154241"/>
                <a:gd name="connsiteX6" fmla="*/ 52433 w 104631"/>
                <a:gd name="connsiteY6" fmla="*/ 147992 h 154241"/>
                <a:gd name="connsiteX7" fmla="*/ 23795 w 104631"/>
                <a:gd name="connsiteY7" fmla="*/ 123412 h 154241"/>
                <a:gd name="connsiteX8" fmla="*/ 20638 w 104631"/>
                <a:gd name="connsiteY8" fmla="*/ 74930 h 154241"/>
                <a:gd name="connsiteX9" fmla="*/ 24020 w 104631"/>
                <a:gd name="connsiteY9" fmla="*/ 28928 h 154241"/>
                <a:gd name="connsiteX10" fmla="*/ 52433 w 104631"/>
                <a:gd name="connsiteY10" fmla="*/ 6378 h 154241"/>
                <a:gd name="connsiteX11" fmla="*/ 80395 w 104631"/>
                <a:gd name="connsiteY11" fmla="*/ 26899 h 154241"/>
                <a:gd name="connsiteX12" fmla="*/ 84229 w 104631"/>
                <a:gd name="connsiteY12" fmla="*/ 74930 h 154241"/>
                <a:gd name="connsiteX13" fmla="*/ 81297 w 104631"/>
                <a:gd name="connsiteY13" fmla="*/ 122510 h 154241"/>
                <a:gd name="connsiteX14" fmla="*/ 52433 w 104631"/>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631" h="154241">
                  <a:moveTo>
                    <a:pt x="104749" y="77862"/>
                  </a:moveTo>
                  <a:cubicBezTo>
                    <a:pt x="104749" y="53057"/>
                    <a:pt x="101818" y="35242"/>
                    <a:pt x="91445" y="19457"/>
                  </a:cubicBezTo>
                  <a:cubicBezTo>
                    <a:pt x="84454" y="9084"/>
                    <a:pt x="70473" y="64"/>
                    <a:pt x="52433" y="64"/>
                  </a:cubicBezTo>
                  <a:cubicBezTo>
                    <a:pt x="117" y="64"/>
                    <a:pt x="117" y="61626"/>
                    <a:pt x="117" y="77862"/>
                  </a:cubicBezTo>
                  <a:cubicBezTo>
                    <a:pt x="117" y="94097"/>
                    <a:pt x="117" y="154306"/>
                    <a:pt x="52433" y="154306"/>
                  </a:cubicBezTo>
                  <a:cubicBezTo>
                    <a:pt x="104749" y="154306"/>
                    <a:pt x="104749" y="94098"/>
                    <a:pt x="104749" y="77862"/>
                  </a:cubicBezTo>
                  <a:close/>
                  <a:moveTo>
                    <a:pt x="52433" y="147992"/>
                  </a:moveTo>
                  <a:cubicBezTo>
                    <a:pt x="42060" y="147992"/>
                    <a:pt x="28305" y="141903"/>
                    <a:pt x="23795" y="123412"/>
                  </a:cubicBezTo>
                  <a:cubicBezTo>
                    <a:pt x="20638" y="110108"/>
                    <a:pt x="20638" y="91617"/>
                    <a:pt x="20638" y="74930"/>
                  </a:cubicBezTo>
                  <a:cubicBezTo>
                    <a:pt x="20638" y="58469"/>
                    <a:pt x="20638" y="41331"/>
                    <a:pt x="24020" y="28928"/>
                  </a:cubicBezTo>
                  <a:cubicBezTo>
                    <a:pt x="28756" y="11114"/>
                    <a:pt x="43188" y="6378"/>
                    <a:pt x="52433" y="6378"/>
                  </a:cubicBezTo>
                  <a:cubicBezTo>
                    <a:pt x="64610" y="6378"/>
                    <a:pt x="76336" y="13820"/>
                    <a:pt x="80395" y="26899"/>
                  </a:cubicBezTo>
                  <a:cubicBezTo>
                    <a:pt x="84003" y="39076"/>
                    <a:pt x="84229" y="55312"/>
                    <a:pt x="84229" y="74930"/>
                  </a:cubicBezTo>
                  <a:cubicBezTo>
                    <a:pt x="84229" y="91617"/>
                    <a:pt x="84229" y="108304"/>
                    <a:pt x="81297" y="122510"/>
                  </a:cubicBezTo>
                  <a:cubicBezTo>
                    <a:pt x="76787" y="143031"/>
                    <a:pt x="61453" y="147992"/>
                    <a:pt x="52433" y="14799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 name="Freeform: Shape 32">
              <a:extLst>
                <a:ext uri="{FF2B5EF4-FFF2-40B4-BE49-F238E27FC236}">
                  <a16:creationId xmlns:a16="http://schemas.microsoft.com/office/drawing/2014/main" id="{86EAFDD8-6BCF-25D5-73DA-5437286F7247}"/>
                </a:ext>
              </a:extLst>
            </p:cNvPr>
            <p:cNvSpPr/>
            <p:nvPr>
              <p:custDataLst>
                <p:tags r:id="rId17"/>
              </p:custDataLst>
            </p:nvPr>
          </p:nvSpPr>
          <p:spPr>
            <a:xfrm>
              <a:off x="9234482" y="6500787"/>
              <a:ext cx="214224" cy="214546"/>
            </a:xfrm>
            <a:custGeom>
              <a:avLst/>
              <a:gdLst>
                <a:gd name="connsiteX0" fmla="*/ 113840 w 214224"/>
                <a:gd name="connsiteY0" fmla="*/ 113779 h 214546"/>
                <a:gd name="connsiteX1" fmla="*/ 203718 w 214224"/>
                <a:gd name="connsiteY1" fmla="*/ 113779 h 214546"/>
                <a:gd name="connsiteX2" fmla="*/ 214349 w 214224"/>
                <a:gd name="connsiteY2" fmla="*/ 107336 h 214546"/>
                <a:gd name="connsiteX3" fmla="*/ 203718 w 214224"/>
                <a:gd name="connsiteY3" fmla="*/ 100893 h 214546"/>
                <a:gd name="connsiteX4" fmla="*/ 113840 w 214224"/>
                <a:gd name="connsiteY4" fmla="*/ 100893 h 214546"/>
                <a:gd name="connsiteX5" fmla="*/ 113840 w 214224"/>
                <a:gd name="connsiteY5" fmla="*/ 10693 h 214546"/>
                <a:gd name="connsiteX6" fmla="*/ 107398 w 214224"/>
                <a:gd name="connsiteY6" fmla="*/ 63 h 214546"/>
                <a:gd name="connsiteX7" fmla="*/ 100955 w 214224"/>
                <a:gd name="connsiteY7" fmla="*/ 10693 h 214546"/>
                <a:gd name="connsiteX8" fmla="*/ 100955 w 214224"/>
                <a:gd name="connsiteY8" fmla="*/ 100893 h 214546"/>
                <a:gd name="connsiteX9" fmla="*/ 10755 w 214224"/>
                <a:gd name="connsiteY9" fmla="*/ 100893 h 214546"/>
                <a:gd name="connsiteX10" fmla="*/ 124 w 214224"/>
                <a:gd name="connsiteY10" fmla="*/ 107336 h 214546"/>
                <a:gd name="connsiteX11" fmla="*/ 10755 w 214224"/>
                <a:gd name="connsiteY11" fmla="*/ 113779 h 214546"/>
                <a:gd name="connsiteX12" fmla="*/ 100955 w 214224"/>
                <a:gd name="connsiteY12" fmla="*/ 113779 h 214546"/>
                <a:gd name="connsiteX13" fmla="*/ 100955 w 214224"/>
                <a:gd name="connsiteY13" fmla="*/ 203979 h 214546"/>
                <a:gd name="connsiteX14" fmla="*/ 107398 w 214224"/>
                <a:gd name="connsiteY14" fmla="*/ 214609 h 214546"/>
                <a:gd name="connsiteX15" fmla="*/ 113840 w 214224"/>
                <a:gd name="connsiteY15" fmla="*/ 203979 h 214546"/>
                <a:gd name="connsiteX16" fmla="*/ 113840 w 214224"/>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224" h="214546">
                  <a:moveTo>
                    <a:pt x="113840" y="113779"/>
                  </a:moveTo>
                  <a:lnTo>
                    <a:pt x="203718" y="113779"/>
                  </a:lnTo>
                  <a:cubicBezTo>
                    <a:pt x="208228" y="113779"/>
                    <a:pt x="214349" y="113779"/>
                    <a:pt x="214349" y="107336"/>
                  </a:cubicBezTo>
                  <a:cubicBezTo>
                    <a:pt x="214349" y="100893"/>
                    <a:pt x="208228" y="100893"/>
                    <a:pt x="203718" y="100893"/>
                  </a:cubicBezTo>
                  <a:lnTo>
                    <a:pt x="113840" y="100893"/>
                  </a:lnTo>
                  <a:lnTo>
                    <a:pt x="113840" y="10693"/>
                  </a:lnTo>
                  <a:cubicBezTo>
                    <a:pt x="113840" y="6183"/>
                    <a:pt x="113840" y="63"/>
                    <a:pt x="107398" y="63"/>
                  </a:cubicBezTo>
                  <a:cubicBezTo>
                    <a:pt x="100955" y="63"/>
                    <a:pt x="100955" y="6183"/>
                    <a:pt x="100955" y="10693"/>
                  </a:cubicBezTo>
                  <a:lnTo>
                    <a:pt x="100955" y="100893"/>
                  </a:lnTo>
                  <a:lnTo>
                    <a:pt x="10755" y="100893"/>
                  </a:lnTo>
                  <a:cubicBezTo>
                    <a:pt x="6245" y="100893"/>
                    <a:pt x="124" y="100893"/>
                    <a:pt x="124" y="107336"/>
                  </a:cubicBezTo>
                  <a:cubicBezTo>
                    <a:pt x="124" y="113779"/>
                    <a:pt x="6245" y="113779"/>
                    <a:pt x="10755" y="113779"/>
                  </a:cubicBezTo>
                  <a:lnTo>
                    <a:pt x="100955" y="113779"/>
                  </a:lnTo>
                  <a:lnTo>
                    <a:pt x="100955" y="203979"/>
                  </a:lnTo>
                  <a:cubicBezTo>
                    <a:pt x="100955" y="208489"/>
                    <a:pt x="100955" y="214609"/>
                    <a:pt x="107398" y="214609"/>
                  </a:cubicBezTo>
                  <a:cubicBezTo>
                    <a:pt x="113840" y="214609"/>
                    <a:pt x="113840" y="208489"/>
                    <a:pt x="113840" y="203979"/>
                  </a:cubicBezTo>
                  <a:lnTo>
                    <a:pt x="113840" y="11377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5" name="Freeform: Shape 34">
              <a:extLst>
                <a:ext uri="{FF2B5EF4-FFF2-40B4-BE49-F238E27FC236}">
                  <a16:creationId xmlns:a16="http://schemas.microsoft.com/office/drawing/2014/main" id="{D384AF93-8061-5699-9378-8F5E3D1E5EBC}"/>
                </a:ext>
              </a:extLst>
            </p:cNvPr>
            <p:cNvSpPr/>
            <p:nvPr>
              <p:custDataLst>
                <p:tags r:id="rId18"/>
              </p:custDataLst>
            </p:nvPr>
          </p:nvSpPr>
          <p:spPr>
            <a:xfrm>
              <a:off x="9553725" y="6457942"/>
              <a:ext cx="237741" cy="230653"/>
            </a:xfrm>
            <a:custGeom>
              <a:avLst/>
              <a:gdLst>
                <a:gd name="connsiteX0" fmla="*/ 127380 w 237741"/>
                <a:gd name="connsiteY0" fmla="*/ 5861 h 230653"/>
                <a:gd name="connsiteX1" fmla="*/ 119005 w 237741"/>
                <a:gd name="connsiteY1" fmla="*/ 63 h 230653"/>
                <a:gd name="connsiteX2" fmla="*/ 110629 w 237741"/>
                <a:gd name="connsiteY2" fmla="*/ 5861 h 230653"/>
                <a:gd name="connsiteX3" fmla="*/ 1745 w 237741"/>
                <a:gd name="connsiteY3" fmla="*/ 224274 h 230653"/>
                <a:gd name="connsiteX4" fmla="*/ 134 w 237741"/>
                <a:gd name="connsiteY4" fmla="*/ 228139 h 230653"/>
                <a:gd name="connsiteX5" fmla="*/ 7221 w 237741"/>
                <a:gd name="connsiteY5" fmla="*/ 230716 h 230653"/>
                <a:gd name="connsiteX6" fmla="*/ 230788 w 237741"/>
                <a:gd name="connsiteY6" fmla="*/ 230716 h 230653"/>
                <a:gd name="connsiteX7" fmla="*/ 237875 w 237741"/>
                <a:gd name="connsiteY7" fmla="*/ 228139 h 230653"/>
                <a:gd name="connsiteX8" fmla="*/ 236265 w 237741"/>
                <a:gd name="connsiteY8" fmla="*/ 224274 h 230653"/>
                <a:gd name="connsiteX9" fmla="*/ 127380 w 237741"/>
                <a:gd name="connsiteY9" fmla="*/ 5861 h 230653"/>
                <a:gd name="connsiteX10" fmla="*/ 108696 w 237741"/>
                <a:gd name="connsiteY10" fmla="*/ 32277 h 230653"/>
                <a:gd name="connsiteX11" fmla="*/ 195352 w 237741"/>
                <a:gd name="connsiteY11" fmla="*/ 206234 h 230653"/>
                <a:gd name="connsiteX12" fmla="*/ 21718 w 237741"/>
                <a:gd name="connsiteY12" fmla="*/ 206234 h 230653"/>
                <a:gd name="connsiteX13" fmla="*/ 108696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380" y="5861"/>
                  </a:moveTo>
                  <a:cubicBezTo>
                    <a:pt x="125125" y="1673"/>
                    <a:pt x="124481" y="63"/>
                    <a:pt x="119005" y="63"/>
                  </a:cubicBezTo>
                  <a:cubicBezTo>
                    <a:pt x="113528" y="63"/>
                    <a:pt x="112884" y="1673"/>
                    <a:pt x="110629" y="5861"/>
                  </a:cubicBezTo>
                  <a:lnTo>
                    <a:pt x="1745" y="224274"/>
                  </a:lnTo>
                  <a:cubicBezTo>
                    <a:pt x="134" y="227173"/>
                    <a:pt x="134" y="227817"/>
                    <a:pt x="134" y="228139"/>
                  </a:cubicBezTo>
                  <a:cubicBezTo>
                    <a:pt x="134" y="230716"/>
                    <a:pt x="2067" y="230716"/>
                    <a:pt x="7221" y="230716"/>
                  </a:cubicBezTo>
                  <a:lnTo>
                    <a:pt x="230788" y="230716"/>
                  </a:lnTo>
                  <a:cubicBezTo>
                    <a:pt x="235942" y="230716"/>
                    <a:pt x="237875" y="230716"/>
                    <a:pt x="237875" y="228139"/>
                  </a:cubicBezTo>
                  <a:cubicBezTo>
                    <a:pt x="237875" y="227817"/>
                    <a:pt x="237875" y="227173"/>
                    <a:pt x="236265" y="224274"/>
                  </a:cubicBezTo>
                  <a:lnTo>
                    <a:pt x="127380" y="5861"/>
                  </a:lnTo>
                  <a:close/>
                  <a:moveTo>
                    <a:pt x="108696" y="32277"/>
                  </a:moveTo>
                  <a:lnTo>
                    <a:pt x="195352" y="206234"/>
                  </a:lnTo>
                  <a:lnTo>
                    <a:pt x="21718" y="206234"/>
                  </a:lnTo>
                  <a:lnTo>
                    <a:pt x="108696" y="3227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6" name="Freeform: Shape 35">
              <a:extLst>
                <a:ext uri="{FF2B5EF4-FFF2-40B4-BE49-F238E27FC236}">
                  <a16:creationId xmlns:a16="http://schemas.microsoft.com/office/drawing/2014/main" id="{578E5600-5B6C-587C-BE0E-89851743EDEB}"/>
                </a:ext>
              </a:extLst>
            </p:cNvPr>
            <p:cNvSpPr/>
            <p:nvPr>
              <p:custDataLst>
                <p:tags r:id="rId19"/>
              </p:custDataLst>
            </p:nvPr>
          </p:nvSpPr>
          <p:spPr>
            <a:xfrm>
              <a:off x="9816660" y="6461164"/>
              <a:ext cx="175608" cy="289927"/>
            </a:xfrm>
            <a:custGeom>
              <a:avLst/>
              <a:gdLst>
                <a:gd name="connsiteX0" fmla="*/ 175751 w 175608"/>
                <a:gd name="connsiteY0" fmla="*/ 44196 h 289927"/>
                <a:gd name="connsiteX1" fmla="*/ 131940 w 175608"/>
                <a:gd name="connsiteY1" fmla="*/ 63 h 289927"/>
                <a:gd name="connsiteX2" fmla="*/ 92960 w 175608"/>
                <a:gd name="connsiteY2" fmla="*/ 13593 h 289927"/>
                <a:gd name="connsiteX3" fmla="*/ 51404 w 175608"/>
                <a:gd name="connsiteY3" fmla="*/ 82209 h 289927"/>
                <a:gd name="connsiteX4" fmla="*/ 183 w 175608"/>
                <a:gd name="connsiteY4" fmla="*/ 286769 h 289927"/>
                <a:gd name="connsiteX5" fmla="*/ 4049 w 175608"/>
                <a:gd name="connsiteY5" fmla="*/ 289991 h 289927"/>
                <a:gd name="connsiteX6" fmla="*/ 7915 w 175608"/>
                <a:gd name="connsiteY6" fmla="*/ 288380 h 289927"/>
                <a:gd name="connsiteX7" fmla="*/ 30465 w 175608"/>
                <a:gd name="connsiteY7" fmla="*/ 199469 h 289927"/>
                <a:gd name="connsiteX8" fmla="*/ 74276 w 175608"/>
                <a:gd name="connsiteY8" fmla="*/ 230716 h 289927"/>
                <a:gd name="connsiteX9" fmla="*/ 136450 w 175608"/>
                <a:gd name="connsiteY9" fmla="*/ 205267 h 289927"/>
                <a:gd name="connsiteX10" fmla="*/ 162221 w 175608"/>
                <a:gd name="connsiteY10" fmla="*/ 145993 h 289927"/>
                <a:gd name="connsiteX11" fmla="*/ 138705 w 175608"/>
                <a:gd name="connsiteY11" fmla="*/ 97994 h 289927"/>
                <a:gd name="connsiteX12" fmla="*/ 175751 w 175608"/>
                <a:gd name="connsiteY12" fmla="*/ 44196 h 289927"/>
                <a:gd name="connsiteX13" fmla="*/ 117765 w 175608"/>
                <a:gd name="connsiteY13" fmla="*/ 97672 h 289927"/>
                <a:gd name="connsiteX14" fmla="*/ 102302 w 175608"/>
                <a:gd name="connsiteY14" fmla="*/ 99927 h 289927"/>
                <a:gd name="connsiteX15" fmla="*/ 88128 w 175608"/>
                <a:gd name="connsiteY15" fmla="*/ 98638 h 289927"/>
                <a:gd name="connsiteX16" fmla="*/ 103913 w 175608"/>
                <a:gd name="connsiteY16" fmla="*/ 96061 h 289927"/>
                <a:gd name="connsiteX17" fmla="*/ 117765 w 175608"/>
                <a:gd name="connsiteY17" fmla="*/ 97672 h 289927"/>
                <a:gd name="connsiteX18" fmla="*/ 157711 w 175608"/>
                <a:gd name="connsiteY18" fmla="*/ 36787 h 289927"/>
                <a:gd name="connsiteX19" fmla="*/ 128718 w 175608"/>
                <a:gd name="connsiteY19" fmla="*/ 92518 h 289927"/>
                <a:gd name="connsiteX20" fmla="*/ 103913 w 175608"/>
                <a:gd name="connsiteY20" fmla="*/ 88652 h 289927"/>
                <a:gd name="connsiteX21" fmla="*/ 79108 w 175608"/>
                <a:gd name="connsiteY21" fmla="*/ 98960 h 289927"/>
                <a:gd name="connsiteX22" fmla="*/ 101336 w 175608"/>
                <a:gd name="connsiteY22" fmla="*/ 107014 h 289927"/>
                <a:gd name="connsiteX23" fmla="*/ 127752 w 175608"/>
                <a:gd name="connsiteY23" fmla="*/ 102826 h 289927"/>
                <a:gd name="connsiteX24" fmla="*/ 141926 w 175608"/>
                <a:gd name="connsiteY24" fmla="*/ 139228 h 289927"/>
                <a:gd name="connsiteX25" fmla="*/ 125819 w 175608"/>
                <a:gd name="connsiteY25" fmla="*/ 194637 h 289927"/>
                <a:gd name="connsiteX26" fmla="*/ 73310 w 175608"/>
                <a:gd name="connsiteY26" fmla="*/ 223629 h 289927"/>
                <a:gd name="connsiteX27" fmla="*/ 36585 w 175608"/>
                <a:gd name="connsiteY27" fmla="*/ 182073 h 289927"/>
                <a:gd name="connsiteX28" fmla="*/ 38196 w 175608"/>
                <a:gd name="connsiteY28" fmla="*/ 167899 h 289927"/>
                <a:gd name="connsiteX29" fmla="*/ 58813 w 175608"/>
                <a:gd name="connsiteY29" fmla="*/ 86397 h 289927"/>
                <a:gd name="connsiteX30" fmla="*/ 127752 w 175608"/>
                <a:gd name="connsiteY30" fmla="*/ 7472 h 289927"/>
                <a:gd name="connsiteX31" fmla="*/ 157711 w 175608"/>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89927">
                  <a:moveTo>
                    <a:pt x="175751" y="44196"/>
                  </a:moveTo>
                  <a:cubicBezTo>
                    <a:pt x="175751" y="20036"/>
                    <a:pt x="158033" y="63"/>
                    <a:pt x="131940" y="63"/>
                  </a:cubicBezTo>
                  <a:cubicBezTo>
                    <a:pt x="113255" y="63"/>
                    <a:pt x="104235" y="5217"/>
                    <a:pt x="92960" y="13593"/>
                  </a:cubicBezTo>
                  <a:cubicBezTo>
                    <a:pt x="75242" y="26478"/>
                    <a:pt x="57525" y="57726"/>
                    <a:pt x="51404" y="82209"/>
                  </a:cubicBezTo>
                  <a:lnTo>
                    <a:pt x="183" y="286769"/>
                  </a:lnTo>
                  <a:cubicBezTo>
                    <a:pt x="-139" y="288058"/>
                    <a:pt x="1472" y="289991"/>
                    <a:pt x="4049" y="289991"/>
                  </a:cubicBezTo>
                  <a:cubicBezTo>
                    <a:pt x="6626" y="289991"/>
                    <a:pt x="7593" y="289346"/>
                    <a:pt x="7915" y="288380"/>
                  </a:cubicBezTo>
                  <a:lnTo>
                    <a:pt x="30465" y="199469"/>
                  </a:lnTo>
                  <a:cubicBezTo>
                    <a:pt x="36585" y="218797"/>
                    <a:pt x="50760" y="230716"/>
                    <a:pt x="74276" y="230716"/>
                  </a:cubicBezTo>
                  <a:cubicBezTo>
                    <a:pt x="97792" y="230716"/>
                    <a:pt x="121953" y="219441"/>
                    <a:pt x="136450" y="205267"/>
                  </a:cubicBezTo>
                  <a:cubicBezTo>
                    <a:pt x="151912" y="190449"/>
                    <a:pt x="162221" y="169832"/>
                    <a:pt x="162221" y="145993"/>
                  </a:cubicBezTo>
                  <a:cubicBezTo>
                    <a:pt x="162221" y="122799"/>
                    <a:pt x="150302" y="106047"/>
                    <a:pt x="138705" y="97994"/>
                  </a:cubicBezTo>
                  <a:cubicBezTo>
                    <a:pt x="157389" y="87363"/>
                    <a:pt x="175751" y="67390"/>
                    <a:pt x="175751" y="44196"/>
                  </a:cubicBezTo>
                  <a:close/>
                  <a:moveTo>
                    <a:pt x="117765" y="97672"/>
                  </a:moveTo>
                  <a:cubicBezTo>
                    <a:pt x="113577" y="99282"/>
                    <a:pt x="110034" y="99927"/>
                    <a:pt x="102302" y="99927"/>
                  </a:cubicBezTo>
                  <a:cubicBezTo>
                    <a:pt x="97792" y="99927"/>
                    <a:pt x="91350" y="100249"/>
                    <a:pt x="88128" y="98638"/>
                  </a:cubicBezTo>
                  <a:cubicBezTo>
                    <a:pt x="88772" y="95417"/>
                    <a:pt x="100370" y="96061"/>
                    <a:pt x="103913" y="96061"/>
                  </a:cubicBezTo>
                  <a:cubicBezTo>
                    <a:pt x="110678" y="96061"/>
                    <a:pt x="113577" y="96061"/>
                    <a:pt x="117765" y="97672"/>
                  </a:cubicBezTo>
                  <a:close/>
                  <a:moveTo>
                    <a:pt x="157711" y="36787"/>
                  </a:moveTo>
                  <a:cubicBezTo>
                    <a:pt x="157711" y="59337"/>
                    <a:pt x="145470" y="82531"/>
                    <a:pt x="128718" y="92518"/>
                  </a:cubicBezTo>
                  <a:cubicBezTo>
                    <a:pt x="120020" y="89296"/>
                    <a:pt x="113577" y="88652"/>
                    <a:pt x="103913" y="88652"/>
                  </a:cubicBezTo>
                  <a:cubicBezTo>
                    <a:pt x="97148" y="88652"/>
                    <a:pt x="79108" y="88330"/>
                    <a:pt x="79108" y="98960"/>
                  </a:cubicBezTo>
                  <a:cubicBezTo>
                    <a:pt x="78786" y="107980"/>
                    <a:pt x="95537" y="107014"/>
                    <a:pt x="101336" y="107014"/>
                  </a:cubicBezTo>
                  <a:cubicBezTo>
                    <a:pt x="113255" y="107014"/>
                    <a:pt x="118087" y="106692"/>
                    <a:pt x="127752" y="102826"/>
                  </a:cubicBezTo>
                  <a:cubicBezTo>
                    <a:pt x="139993" y="114423"/>
                    <a:pt x="141604" y="124410"/>
                    <a:pt x="141926" y="139228"/>
                  </a:cubicBezTo>
                  <a:cubicBezTo>
                    <a:pt x="142570" y="157912"/>
                    <a:pt x="134839" y="182073"/>
                    <a:pt x="125819" y="194637"/>
                  </a:cubicBezTo>
                  <a:cubicBezTo>
                    <a:pt x="113255" y="212032"/>
                    <a:pt x="91672" y="223629"/>
                    <a:pt x="73310" y="223629"/>
                  </a:cubicBezTo>
                  <a:cubicBezTo>
                    <a:pt x="48827" y="223629"/>
                    <a:pt x="36585" y="204945"/>
                    <a:pt x="36585" y="182073"/>
                  </a:cubicBezTo>
                  <a:cubicBezTo>
                    <a:pt x="36585" y="178852"/>
                    <a:pt x="36585" y="174019"/>
                    <a:pt x="38196" y="167899"/>
                  </a:cubicBezTo>
                  <a:lnTo>
                    <a:pt x="58813" y="86397"/>
                  </a:lnTo>
                  <a:cubicBezTo>
                    <a:pt x="65900" y="58693"/>
                    <a:pt x="89095" y="7472"/>
                    <a:pt x="127752" y="7472"/>
                  </a:cubicBezTo>
                  <a:cubicBezTo>
                    <a:pt x="146436" y="7472"/>
                    <a:pt x="157711" y="17458"/>
                    <a:pt x="157711" y="36787"/>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7" name="Freeform: Shape 36">
              <a:extLst>
                <a:ext uri="{FF2B5EF4-FFF2-40B4-BE49-F238E27FC236}">
                  <a16:creationId xmlns:a16="http://schemas.microsoft.com/office/drawing/2014/main" id="{24E3DA32-6E75-159B-DCB9-DA6918B0CCE4}"/>
                </a:ext>
              </a:extLst>
            </p:cNvPr>
            <p:cNvSpPr/>
            <p:nvPr>
              <p:custDataLst>
                <p:tags r:id="rId20"/>
              </p:custDataLst>
            </p:nvPr>
          </p:nvSpPr>
          <p:spPr>
            <a:xfrm>
              <a:off x="10013828" y="6587185"/>
              <a:ext cx="82081" cy="149731"/>
            </a:xfrm>
            <a:custGeom>
              <a:avLst/>
              <a:gdLst>
                <a:gd name="connsiteX0" fmla="*/ 51111 w 82081"/>
                <a:gd name="connsiteY0" fmla="*/ 6378 h 149731"/>
                <a:gd name="connsiteX1" fmla="*/ 44346 w 82081"/>
                <a:gd name="connsiteY1" fmla="*/ 64 h 149731"/>
                <a:gd name="connsiteX2" fmla="*/ 148 w 82081"/>
                <a:gd name="connsiteY2" fmla="*/ 14496 h 149731"/>
                <a:gd name="connsiteX3" fmla="*/ 148 w 82081"/>
                <a:gd name="connsiteY3" fmla="*/ 22614 h 149731"/>
                <a:gd name="connsiteX4" fmla="*/ 32846 w 82081"/>
                <a:gd name="connsiteY4" fmla="*/ 16300 h 149731"/>
                <a:gd name="connsiteX5" fmla="*/ 32846 w 82081"/>
                <a:gd name="connsiteY5" fmla="*/ 131305 h 149731"/>
                <a:gd name="connsiteX6" fmla="*/ 10296 w 82081"/>
                <a:gd name="connsiteY6" fmla="*/ 141678 h 149731"/>
                <a:gd name="connsiteX7" fmla="*/ 1727 w 82081"/>
                <a:gd name="connsiteY7" fmla="*/ 141678 h 149731"/>
                <a:gd name="connsiteX8" fmla="*/ 1727 w 82081"/>
                <a:gd name="connsiteY8" fmla="*/ 149796 h 149731"/>
                <a:gd name="connsiteX9" fmla="*/ 41866 w 82081"/>
                <a:gd name="connsiteY9" fmla="*/ 148894 h 149731"/>
                <a:gd name="connsiteX10" fmla="*/ 82230 w 82081"/>
                <a:gd name="connsiteY10" fmla="*/ 149796 h 149731"/>
                <a:gd name="connsiteX11" fmla="*/ 82230 w 82081"/>
                <a:gd name="connsiteY11" fmla="*/ 141678 h 149731"/>
                <a:gd name="connsiteX12" fmla="*/ 73661 w 82081"/>
                <a:gd name="connsiteY12" fmla="*/ 141678 h 149731"/>
                <a:gd name="connsiteX13" fmla="*/ 51111 w 82081"/>
                <a:gd name="connsiteY13" fmla="*/ 131305 h 149731"/>
                <a:gd name="connsiteX14" fmla="*/ 51111 w 82081"/>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081" h="149731">
                  <a:moveTo>
                    <a:pt x="51111" y="6378"/>
                  </a:moveTo>
                  <a:cubicBezTo>
                    <a:pt x="51111" y="290"/>
                    <a:pt x="50660" y="64"/>
                    <a:pt x="44346" y="64"/>
                  </a:cubicBezTo>
                  <a:cubicBezTo>
                    <a:pt x="29914" y="14271"/>
                    <a:pt x="9394" y="14496"/>
                    <a:pt x="148" y="14496"/>
                  </a:cubicBezTo>
                  <a:lnTo>
                    <a:pt x="148" y="22614"/>
                  </a:lnTo>
                  <a:cubicBezTo>
                    <a:pt x="5560" y="22614"/>
                    <a:pt x="20443" y="22614"/>
                    <a:pt x="32846" y="16300"/>
                  </a:cubicBezTo>
                  <a:lnTo>
                    <a:pt x="32846" y="131305"/>
                  </a:lnTo>
                  <a:cubicBezTo>
                    <a:pt x="32846" y="138746"/>
                    <a:pt x="32846" y="141678"/>
                    <a:pt x="10296" y="141678"/>
                  </a:cubicBezTo>
                  <a:lnTo>
                    <a:pt x="1727" y="141678"/>
                  </a:lnTo>
                  <a:lnTo>
                    <a:pt x="1727" y="149796"/>
                  </a:lnTo>
                  <a:cubicBezTo>
                    <a:pt x="5786" y="149570"/>
                    <a:pt x="33522" y="148894"/>
                    <a:pt x="41866" y="148894"/>
                  </a:cubicBezTo>
                  <a:cubicBezTo>
                    <a:pt x="48856" y="148894"/>
                    <a:pt x="77269" y="149570"/>
                    <a:pt x="82230" y="149796"/>
                  </a:cubicBezTo>
                  <a:lnTo>
                    <a:pt x="82230" y="141678"/>
                  </a:lnTo>
                  <a:lnTo>
                    <a:pt x="73661" y="141678"/>
                  </a:lnTo>
                  <a:cubicBezTo>
                    <a:pt x="51111" y="141678"/>
                    <a:pt x="51111" y="138746"/>
                    <a:pt x="51111" y="131305"/>
                  </a:cubicBezTo>
                  <a:lnTo>
                    <a:pt x="51111" y="637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8" name="Freeform: Shape 37">
              <a:extLst>
                <a:ext uri="{FF2B5EF4-FFF2-40B4-BE49-F238E27FC236}">
                  <a16:creationId xmlns:a16="http://schemas.microsoft.com/office/drawing/2014/main" id="{3C31399D-8A8E-9489-45A0-DD94B0A018CC}"/>
                </a:ext>
              </a:extLst>
            </p:cNvPr>
            <p:cNvSpPr/>
            <p:nvPr>
              <p:custDataLst>
                <p:tags r:id="rId21"/>
              </p:custDataLst>
            </p:nvPr>
          </p:nvSpPr>
          <p:spPr>
            <a:xfrm>
              <a:off x="10143108" y="6546209"/>
              <a:ext cx="160426" cy="145930"/>
            </a:xfrm>
            <a:custGeom>
              <a:avLst/>
              <a:gdLst>
                <a:gd name="connsiteX0" fmla="*/ 98406 w 160426"/>
                <a:gd name="connsiteY0" fmla="*/ 45163 h 145930"/>
                <a:gd name="connsiteX1" fmla="*/ 130298 w 160426"/>
                <a:gd name="connsiteY1" fmla="*/ 7150 h 145930"/>
                <a:gd name="connsiteX2" fmla="*/ 146405 w 160426"/>
                <a:gd name="connsiteY2" fmla="*/ 11338 h 145930"/>
                <a:gd name="connsiteX3" fmla="*/ 130942 w 160426"/>
                <a:gd name="connsiteY3" fmla="*/ 28733 h 145930"/>
                <a:gd name="connsiteX4" fmla="*/ 143184 w 160426"/>
                <a:gd name="connsiteY4" fmla="*/ 40008 h 145930"/>
                <a:gd name="connsiteX5" fmla="*/ 160579 w 160426"/>
                <a:gd name="connsiteY5" fmla="*/ 21324 h 145930"/>
                <a:gd name="connsiteX6" fmla="*/ 130620 w 160426"/>
                <a:gd name="connsiteY6" fmla="*/ 63 h 145930"/>
                <a:gd name="connsiteX7" fmla="*/ 96795 w 160426"/>
                <a:gd name="connsiteY7" fmla="*/ 24546 h 145930"/>
                <a:gd name="connsiteX8" fmla="*/ 62004 w 160426"/>
                <a:gd name="connsiteY8" fmla="*/ 63 h 145930"/>
                <a:gd name="connsiteX9" fmla="*/ 10139 w 160426"/>
                <a:gd name="connsiteY9" fmla="*/ 49673 h 145930"/>
                <a:gd name="connsiteX10" fmla="*/ 14005 w 160426"/>
                <a:gd name="connsiteY10" fmla="*/ 52894 h 145930"/>
                <a:gd name="connsiteX11" fmla="*/ 18192 w 160426"/>
                <a:gd name="connsiteY11" fmla="*/ 49350 h 145930"/>
                <a:gd name="connsiteX12" fmla="*/ 61360 w 160426"/>
                <a:gd name="connsiteY12" fmla="*/ 7150 h 145930"/>
                <a:gd name="connsiteX13" fmla="*/ 78755 w 160426"/>
                <a:gd name="connsiteY13" fmla="*/ 28733 h 145930"/>
                <a:gd name="connsiteX14" fmla="*/ 61360 w 160426"/>
                <a:gd name="connsiteY14" fmla="*/ 105403 h 145930"/>
                <a:gd name="connsiteX15" fmla="*/ 30756 w 160426"/>
                <a:gd name="connsiteY15" fmla="*/ 138906 h 145930"/>
                <a:gd name="connsiteX16" fmla="*/ 14649 w 160426"/>
                <a:gd name="connsiteY16" fmla="*/ 134718 h 145930"/>
                <a:gd name="connsiteX17" fmla="*/ 29790 w 160426"/>
                <a:gd name="connsiteY17" fmla="*/ 117322 h 145930"/>
                <a:gd name="connsiteX18" fmla="*/ 17870 w 160426"/>
                <a:gd name="connsiteY18" fmla="*/ 106047 h 145930"/>
                <a:gd name="connsiteX19" fmla="*/ 153 w 160426"/>
                <a:gd name="connsiteY19" fmla="*/ 124732 h 145930"/>
                <a:gd name="connsiteX20" fmla="*/ 30434 w 160426"/>
                <a:gd name="connsiteY20" fmla="*/ 145993 h 145930"/>
                <a:gd name="connsiteX21" fmla="*/ 64259 w 160426"/>
                <a:gd name="connsiteY21" fmla="*/ 121510 h 145930"/>
                <a:gd name="connsiteX22" fmla="*/ 99050 w 160426"/>
                <a:gd name="connsiteY22" fmla="*/ 145993 h 145930"/>
                <a:gd name="connsiteX23" fmla="*/ 150593 w 160426"/>
                <a:gd name="connsiteY23" fmla="*/ 96383 h 145930"/>
                <a:gd name="connsiteX24" fmla="*/ 146727 w 160426"/>
                <a:gd name="connsiteY24" fmla="*/ 93162 h 145930"/>
                <a:gd name="connsiteX25" fmla="*/ 142539 w 160426"/>
                <a:gd name="connsiteY25" fmla="*/ 96705 h 145930"/>
                <a:gd name="connsiteX26" fmla="*/ 99695 w 160426"/>
                <a:gd name="connsiteY26" fmla="*/ 138906 h 145930"/>
                <a:gd name="connsiteX27" fmla="*/ 81977 w 160426"/>
                <a:gd name="connsiteY27" fmla="*/ 117645 h 145930"/>
                <a:gd name="connsiteX28" fmla="*/ 87453 w 160426"/>
                <a:gd name="connsiteY28" fmla="*/ 89296 h 145930"/>
                <a:gd name="connsiteX29" fmla="*/ 98406 w 160426"/>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5930">
                  <a:moveTo>
                    <a:pt x="98406" y="45163"/>
                  </a:moveTo>
                  <a:cubicBezTo>
                    <a:pt x="100339" y="36787"/>
                    <a:pt x="107748" y="7150"/>
                    <a:pt x="130298" y="7150"/>
                  </a:cubicBezTo>
                  <a:cubicBezTo>
                    <a:pt x="131909" y="7150"/>
                    <a:pt x="139640" y="7150"/>
                    <a:pt x="146405" y="11338"/>
                  </a:cubicBezTo>
                  <a:cubicBezTo>
                    <a:pt x="137385" y="12948"/>
                    <a:pt x="130942" y="21002"/>
                    <a:pt x="130942" y="28733"/>
                  </a:cubicBezTo>
                  <a:cubicBezTo>
                    <a:pt x="130942" y="33888"/>
                    <a:pt x="134486" y="40008"/>
                    <a:pt x="143184" y="40008"/>
                  </a:cubicBezTo>
                  <a:cubicBezTo>
                    <a:pt x="150271" y="40008"/>
                    <a:pt x="160579" y="34210"/>
                    <a:pt x="160579" y="21324"/>
                  </a:cubicBezTo>
                  <a:cubicBezTo>
                    <a:pt x="160579" y="4573"/>
                    <a:pt x="141573" y="63"/>
                    <a:pt x="130620" y="63"/>
                  </a:cubicBezTo>
                  <a:cubicBezTo>
                    <a:pt x="111936" y="63"/>
                    <a:pt x="100661" y="17136"/>
                    <a:pt x="96795" y="24546"/>
                  </a:cubicBezTo>
                  <a:cubicBezTo>
                    <a:pt x="88742" y="3284"/>
                    <a:pt x="71346" y="63"/>
                    <a:pt x="62004" y="63"/>
                  </a:cubicBezTo>
                  <a:cubicBezTo>
                    <a:pt x="28501" y="63"/>
                    <a:pt x="10139" y="41619"/>
                    <a:pt x="10139" y="49673"/>
                  </a:cubicBezTo>
                  <a:cubicBezTo>
                    <a:pt x="10139" y="52894"/>
                    <a:pt x="13360" y="52894"/>
                    <a:pt x="14005" y="52894"/>
                  </a:cubicBezTo>
                  <a:cubicBezTo>
                    <a:pt x="16582" y="52894"/>
                    <a:pt x="17548" y="52250"/>
                    <a:pt x="18192" y="49350"/>
                  </a:cubicBezTo>
                  <a:cubicBezTo>
                    <a:pt x="29145" y="15203"/>
                    <a:pt x="50407" y="7150"/>
                    <a:pt x="61360" y="7150"/>
                  </a:cubicBezTo>
                  <a:cubicBezTo>
                    <a:pt x="67480" y="7150"/>
                    <a:pt x="78755" y="10049"/>
                    <a:pt x="78755" y="28733"/>
                  </a:cubicBezTo>
                  <a:cubicBezTo>
                    <a:pt x="78755" y="38720"/>
                    <a:pt x="73279" y="60303"/>
                    <a:pt x="61360" y="105403"/>
                  </a:cubicBezTo>
                  <a:cubicBezTo>
                    <a:pt x="56205" y="125376"/>
                    <a:pt x="44930" y="138906"/>
                    <a:pt x="30756" y="138906"/>
                  </a:cubicBezTo>
                  <a:cubicBezTo>
                    <a:pt x="28823" y="138906"/>
                    <a:pt x="21414" y="138906"/>
                    <a:pt x="14649" y="134718"/>
                  </a:cubicBezTo>
                  <a:cubicBezTo>
                    <a:pt x="22702" y="133107"/>
                    <a:pt x="29790" y="126342"/>
                    <a:pt x="29790" y="117322"/>
                  </a:cubicBezTo>
                  <a:cubicBezTo>
                    <a:pt x="29790" y="108625"/>
                    <a:pt x="22702" y="106047"/>
                    <a:pt x="17870" y="106047"/>
                  </a:cubicBezTo>
                  <a:cubicBezTo>
                    <a:pt x="8206" y="106047"/>
                    <a:pt x="153" y="114423"/>
                    <a:pt x="153" y="124732"/>
                  </a:cubicBezTo>
                  <a:cubicBezTo>
                    <a:pt x="153" y="139550"/>
                    <a:pt x="16260" y="145993"/>
                    <a:pt x="30434" y="145993"/>
                  </a:cubicBezTo>
                  <a:cubicBezTo>
                    <a:pt x="51695" y="145993"/>
                    <a:pt x="63292" y="123443"/>
                    <a:pt x="64259" y="121510"/>
                  </a:cubicBezTo>
                  <a:cubicBezTo>
                    <a:pt x="68125" y="133430"/>
                    <a:pt x="79722" y="145993"/>
                    <a:pt x="99050" y="145993"/>
                  </a:cubicBezTo>
                  <a:cubicBezTo>
                    <a:pt x="132231" y="145993"/>
                    <a:pt x="150593" y="104437"/>
                    <a:pt x="150593" y="96383"/>
                  </a:cubicBezTo>
                  <a:cubicBezTo>
                    <a:pt x="150593" y="93162"/>
                    <a:pt x="147694" y="93162"/>
                    <a:pt x="146727" y="93162"/>
                  </a:cubicBezTo>
                  <a:cubicBezTo>
                    <a:pt x="143828" y="93162"/>
                    <a:pt x="143184" y="94450"/>
                    <a:pt x="142539" y="96705"/>
                  </a:cubicBezTo>
                  <a:cubicBezTo>
                    <a:pt x="131909" y="131175"/>
                    <a:pt x="110003" y="138906"/>
                    <a:pt x="99695" y="138906"/>
                  </a:cubicBezTo>
                  <a:cubicBezTo>
                    <a:pt x="87131" y="138906"/>
                    <a:pt x="81977" y="128597"/>
                    <a:pt x="81977" y="117645"/>
                  </a:cubicBezTo>
                  <a:cubicBezTo>
                    <a:pt x="81977" y="110557"/>
                    <a:pt x="83910" y="103470"/>
                    <a:pt x="87453" y="89296"/>
                  </a:cubicBezTo>
                  <a:lnTo>
                    <a:pt x="98406" y="45163"/>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9" name="Freeform: Shape 38">
              <a:extLst>
                <a:ext uri="{FF2B5EF4-FFF2-40B4-BE49-F238E27FC236}">
                  <a16:creationId xmlns:a16="http://schemas.microsoft.com/office/drawing/2014/main" id="{08603611-935B-E41C-39B1-9223FF4CD325}"/>
                </a:ext>
              </a:extLst>
            </p:cNvPr>
            <p:cNvSpPr/>
            <p:nvPr>
              <p:custDataLst>
                <p:tags r:id="rId22"/>
              </p:custDataLst>
            </p:nvPr>
          </p:nvSpPr>
          <p:spPr>
            <a:xfrm>
              <a:off x="10407505" y="6500787"/>
              <a:ext cx="214224" cy="214546"/>
            </a:xfrm>
            <a:custGeom>
              <a:avLst/>
              <a:gdLst>
                <a:gd name="connsiteX0" fmla="*/ 113877 w 214224"/>
                <a:gd name="connsiteY0" fmla="*/ 113779 h 214546"/>
                <a:gd name="connsiteX1" fmla="*/ 203755 w 214224"/>
                <a:gd name="connsiteY1" fmla="*/ 113779 h 214546"/>
                <a:gd name="connsiteX2" fmla="*/ 214385 w 214224"/>
                <a:gd name="connsiteY2" fmla="*/ 107336 h 214546"/>
                <a:gd name="connsiteX3" fmla="*/ 203755 w 214224"/>
                <a:gd name="connsiteY3" fmla="*/ 100893 h 214546"/>
                <a:gd name="connsiteX4" fmla="*/ 113877 w 214224"/>
                <a:gd name="connsiteY4" fmla="*/ 100893 h 214546"/>
                <a:gd name="connsiteX5" fmla="*/ 113877 w 214224"/>
                <a:gd name="connsiteY5" fmla="*/ 10693 h 214546"/>
                <a:gd name="connsiteX6" fmla="*/ 107434 w 214224"/>
                <a:gd name="connsiteY6" fmla="*/ 63 h 214546"/>
                <a:gd name="connsiteX7" fmla="*/ 100991 w 214224"/>
                <a:gd name="connsiteY7" fmla="*/ 10693 h 214546"/>
                <a:gd name="connsiteX8" fmla="*/ 100991 w 214224"/>
                <a:gd name="connsiteY8" fmla="*/ 100893 h 214546"/>
                <a:gd name="connsiteX9" fmla="*/ 10791 w 214224"/>
                <a:gd name="connsiteY9" fmla="*/ 100893 h 214546"/>
                <a:gd name="connsiteX10" fmla="*/ 160 w 214224"/>
                <a:gd name="connsiteY10" fmla="*/ 107336 h 214546"/>
                <a:gd name="connsiteX11" fmla="*/ 10791 w 214224"/>
                <a:gd name="connsiteY11" fmla="*/ 113779 h 214546"/>
                <a:gd name="connsiteX12" fmla="*/ 100991 w 214224"/>
                <a:gd name="connsiteY12" fmla="*/ 113779 h 214546"/>
                <a:gd name="connsiteX13" fmla="*/ 100991 w 214224"/>
                <a:gd name="connsiteY13" fmla="*/ 203979 h 214546"/>
                <a:gd name="connsiteX14" fmla="*/ 107434 w 214224"/>
                <a:gd name="connsiteY14" fmla="*/ 214609 h 214546"/>
                <a:gd name="connsiteX15" fmla="*/ 113877 w 214224"/>
                <a:gd name="connsiteY15" fmla="*/ 203979 h 214546"/>
                <a:gd name="connsiteX16" fmla="*/ 113877 w 214224"/>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224" h="214546">
                  <a:moveTo>
                    <a:pt x="113877" y="113779"/>
                  </a:moveTo>
                  <a:lnTo>
                    <a:pt x="203755" y="113779"/>
                  </a:lnTo>
                  <a:cubicBezTo>
                    <a:pt x="208264" y="113779"/>
                    <a:pt x="214385" y="113779"/>
                    <a:pt x="214385" y="107336"/>
                  </a:cubicBezTo>
                  <a:cubicBezTo>
                    <a:pt x="214385" y="100893"/>
                    <a:pt x="208264" y="100893"/>
                    <a:pt x="203755" y="100893"/>
                  </a:cubicBezTo>
                  <a:lnTo>
                    <a:pt x="113877" y="100893"/>
                  </a:lnTo>
                  <a:lnTo>
                    <a:pt x="113877" y="10693"/>
                  </a:lnTo>
                  <a:cubicBezTo>
                    <a:pt x="113877" y="6183"/>
                    <a:pt x="113877" y="63"/>
                    <a:pt x="107434" y="63"/>
                  </a:cubicBezTo>
                  <a:cubicBezTo>
                    <a:pt x="100991" y="63"/>
                    <a:pt x="100991" y="6183"/>
                    <a:pt x="100991" y="10693"/>
                  </a:cubicBezTo>
                  <a:lnTo>
                    <a:pt x="100991" y="100893"/>
                  </a:lnTo>
                  <a:lnTo>
                    <a:pt x="10791" y="100893"/>
                  </a:lnTo>
                  <a:cubicBezTo>
                    <a:pt x="6281" y="100893"/>
                    <a:pt x="160" y="100893"/>
                    <a:pt x="160" y="107336"/>
                  </a:cubicBezTo>
                  <a:cubicBezTo>
                    <a:pt x="160" y="113779"/>
                    <a:pt x="6281" y="113779"/>
                    <a:pt x="10791" y="113779"/>
                  </a:cubicBezTo>
                  <a:lnTo>
                    <a:pt x="100991" y="113779"/>
                  </a:lnTo>
                  <a:lnTo>
                    <a:pt x="100991" y="203979"/>
                  </a:lnTo>
                  <a:cubicBezTo>
                    <a:pt x="100991" y="208489"/>
                    <a:pt x="100991" y="214609"/>
                    <a:pt x="107434" y="214609"/>
                  </a:cubicBezTo>
                  <a:cubicBezTo>
                    <a:pt x="113877" y="214609"/>
                    <a:pt x="113877" y="208489"/>
                    <a:pt x="113877" y="203979"/>
                  </a:cubicBezTo>
                  <a:lnTo>
                    <a:pt x="113877" y="11377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0" name="Freeform: Shape 39">
              <a:extLst>
                <a:ext uri="{FF2B5EF4-FFF2-40B4-BE49-F238E27FC236}">
                  <a16:creationId xmlns:a16="http://schemas.microsoft.com/office/drawing/2014/main" id="{7D49D545-A791-F54F-FBE5-CDAEA847CC70}"/>
                </a:ext>
              </a:extLst>
            </p:cNvPr>
            <p:cNvSpPr/>
            <p:nvPr>
              <p:custDataLst>
                <p:tags r:id="rId23"/>
              </p:custDataLst>
            </p:nvPr>
          </p:nvSpPr>
          <p:spPr>
            <a:xfrm>
              <a:off x="10726748" y="6457942"/>
              <a:ext cx="237741" cy="230653"/>
            </a:xfrm>
            <a:custGeom>
              <a:avLst/>
              <a:gdLst>
                <a:gd name="connsiteX0" fmla="*/ 127417 w 237741"/>
                <a:gd name="connsiteY0" fmla="*/ 5861 h 230653"/>
                <a:gd name="connsiteX1" fmla="*/ 119041 w 237741"/>
                <a:gd name="connsiteY1" fmla="*/ 63 h 230653"/>
                <a:gd name="connsiteX2" fmla="*/ 110665 w 237741"/>
                <a:gd name="connsiteY2" fmla="*/ 5861 h 230653"/>
                <a:gd name="connsiteX3" fmla="*/ 1781 w 237741"/>
                <a:gd name="connsiteY3" fmla="*/ 224274 h 230653"/>
                <a:gd name="connsiteX4" fmla="*/ 170 w 237741"/>
                <a:gd name="connsiteY4" fmla="*/ 228139 h 230653"/>
                <a:gd name="connsiteX5" fmla="*/ 7258 w 237741"/>
                <a:gd name="connsiteY5" fmla="*/ 230716 h 230653"/>
                <a:gd name="connsiteX6" fmla="*/ 230824 w 237741"/>
                <a:gd name="connsiteY6" fmla="*/ 230716 h 230653"/>
                <a:gd name="connsiteX7" fmla="*/ 237912 w 237741"/>
                <a:gd name="connsiteY7" fmla="*/ 228139 h 230653"/>
                <a:gd name="connsiteX8" fmla="*/ 236301 w 237741"/>
                <a:gd name="connsiteY8" fmla="*/ 224274 h 230653"/>
                <a:gd name="connsiteX9" fmla="*/ 127417 w 237741"/>
                <a:gd name="connsiteY9" fmla="*/ 5861 h 230653"/>
                <a:gd name="connsiteX10" fmla="*/ 108732 w 237741"/>
                <a:gd name="connsiteY10" fmla="*/ 32277 h 230653"/>
                <a:gd name="connsiteX11" fmla="*/ 195389 w 237741"/>
                <a:gd name="connsiteY11" fmla="*/ 206234 h 230653"/>
                <a:gd name="connsiteX12" fmla="*/ 21754 w 237741"/>
                <a:gd name="connsiteY12" fmla="*/ 206234 h 230653"/>
                <a:gd name="connsiteX13" fmla="*/ 108732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417" y="5861"/>
                  </a:moveTo>
                  <a:cubicBezTo>
                    <a:pt x="125162" y="1673"/>
                    <a:pt x="124517" y="63"/>
                    <a:pt x="119041" y="63"/>
                  </a:cubicBezTo>
                  <a:cubicBezTo>
                    <a:pt x="113565" y="63"/>
                    <a:pt x="112920" y="1673"/>
                    <a:pt x="110665" y="5861"/>
                  </a:cubicBezTo>
                  <a:lnTo>
                    <a:pt x="1781" y="224274"/>
                  </a:lnTo>
                  <a:cubicBezTo>
                    <a:pt x="170" y="227173"/>
                    <a:pt x="170" y="227817"/>
                    <a:pt x="170" y="228139"/>
                  </a:cubicBezTo>
                  <a:cubicBezTo>
                    <a:pt x="170" y="230716"/>
                    <a:pt x="2103" y="230716"/>
                    <a:pt x="7258" y="230716"/>
                  </a:cubicBezTo>
                  <a:lnTo>
                    <a:pt x="230824" y="230716"/>
                  </a:lnTo>
                  <a:cubicBezTo>
                    <a:pt x="235979" y="230716"/>
                    <a:pt x="237912" y="230716"/>
                    <a:pt x="237912" y="228139"/>
                  </a:cubicBezTo>
                  <a:cubicBezTo>
                    <a:pt x="237912" y="227817"/>
                    <a:pt x="237912" y="227173"/>
                    <a:pt x="236301" y="224274"/>
                  </a:cubicBezTo>
                  <a:lnTo>
                    <a:pt x="127417" y="5861"/>
                  </a:lnTo>
                  <a:close/>
                  <a:moveTo>
                    <a:pt x="108732" y="32277"/>
                  </a:moveTo>
                  <a:lnTo>
                    <a:pt x="195389" y="206234"/>
                  </a:lnTo>
                  <a:lnTo>
                    <a:pt x="21754" y="206234"/>
                  </a:lnTo>
                  <a:lnTo>
                    <a:pt x="108732" y="3227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1" name="Freeform: Shape 40">
              <a:extLst>
                <a:ext uri="{FF2B5EF4-FFF2-40B4-BE49-F238E27FC236}">
                  <a16:creationId xmlns:a16="http://schemas.microsoft.com/office/drawing/2014/main" id="{1C201626-688B-F770-42BD-4039E9B196DB}"/>
                </a:ext>
              </a:extLst>
            </p:cNvPr>
            <p:cNvSpPr/>
            <p:nvPr>
              <p:custDataLst>
                <p:tags r:id="rId24"/>
              </p:custDataLst>
            </p:nvPr>
          </p:nvSpPr>
          <p:spPr>
            <a:xfrm>
              <a:off x="10989402" y="6546209"/>
              <a:ext cx="165581" cy="145930"/>
            </a:xfrm>
            <a:custGeom>
              <a:avLst/>
              <a:gdLst>
                <a:gd name="connsiteX0" fmla="*/ 103586 w 165581"/>
                <a:gd name="connsiteY0" fmla="*/ 124410 h 145930"/>
                <a:gd name="connsiteX1" fmla="*/ 132257 w 165581"/>
                <a:gd name="connsiteY1" fmla="*/ 145993 h 145930"/>
                <a:gd name="connsiteX2" fmla="*/ 156096 w 165581"/>
                <a:gd name="connsiteY2" fmla="*/ 128275 h 145930"/>
                <a:gd name="connsiteX3" fmla="*/ 165760 w 165581"/>
                <a:gd name="connsiteY3" fmla="*/ 96383 h 145930"/>
                <a:gd name="connsiteX4" fmla="*/ 161894 w 165581"/>
                <a:gd name="connsiteY4" fmla="*/ 93162 h 145930"/>
                <a:gd name="connsiteX5" fmla="*/ 157384 w 165581"/>
                <a:gd name="connsiteY5" fmla="*/ 98960 h 145930"/>
                <a:gd name="connsiteX6" fmla="*/ 133224 w 165581"/>
                <a:gd name="connsiteY6" fmla="*/ 138906 h 145930"/>
                <a:gd name="connsiteX7" fmla="*/ 123237 w 165581"/>
                <a:gd name="connsiteY7" fmla="*/ 124087 h 145930"/>
                <a:gd name="connsiteX8" fmla="*/ 129680 w 165581"/>
                <a:gd name="connsiteY8" fmla="*/ 90585 h 145930"/>
                <a:gd name="connsiteX9" fmla="*/ 138700 w 165581"/>
                <a:gd name="connsiteY9" fmla="*/ 55793 h 145930"/>
                <a:gd name="connsiteX10" fmla="*/ 144176 w 165581"/>
                <a:gd name="connsiteY10" fmla="*/ 33888 h 145930"/>
                <a:gd name="connsiteX11" fmla="*/ 149009 w 165581"/>
                <a:gd name="connsiteY11" fmla="*/ 12304 h 145930"/>
                <a:gd name="connsiteX12" fmla="*/ 139666 w 165581"/>
                <a:gd name="connsiteY12" fmla="*/ 3606 h 145930"/>
                <a:gd name="connsiteX13" fmla="*/ 127103 w 165581"/>
                <a:gd name="connsiteY13" fmla="*/ 14881 h 145930"/>
                <a:gd name="connsiteX14" fmla="*/ 102942 w 165581"/>
                <a:gd name="connsiteY14" fmla="*/ 111846 h 145930"/>
                <a:gd name="connsiteX15" fmla="*/ 66218 w 165581"/>
                <a:gd name="connsiteY15" fmla="*/ 138906 h 145930"/>
                <a:gd name="connsiteX16" fmla="*/ 46245 w 165581"/>
                <a:gd name="connsiteY16" fmla="*/ 112490 h 145930"/>
                <a:gd name="connsiteX17" fmla="*/ 63641 w 165581"/>
                <a:gd name="connsiteY17" fmla="*/ 46773 h 145930"/>
                <a:gd name="connsiteX18" fmla="*/ 69117 w 165581"/>
                <a:gd name="connsiteY18" fmla="*/ 26478 h 145930"/>
                <a:gd name="connsiteX19" fmla="*/ 42701 w 165581"/>
                <a:gd name="connsiteY19" fmla="*/ 63 h 145930"/>
                <a:gd name="connsiteX20" fmla="*/ 179 w 165581"/>
                <a:gd name="connsiteY20" fmla="*/ 49673 h 145930"/>
                <a:gd name="connsiteX21" fmla="*/ 4044 w 165581"/>
                <a:gd name="connsiteY21" fmla="*/ 52894 h 145930"/>
                <a:gd name="connsiteX22" fmla="*/ 9199 w 165581"/>
                <a:gd name="connsiteY22" fmla="*/ 47096 h 145930"/>
                <a:gd name="connsiteX23" fmla="*/ 41735 w 165581"/>
                <a:gd name="connsiteY23" fmla="*/ 7150 h 145930"/>
                <a:gd name="connsiteX24" fmla="*/ 49789 w 165581"/>
                <a:gd name="connsiteY24" fmla="*/ 17781 h 145930"/>
                <a:gd name="connsiteX25" fmla="*/ 44312 w 165581"/>
                <a:gd name="connsiteY25" fmla="*/ 39686 h 145930"/>
                <a:gd name="connsiteX26" fmla="*/ 25628 w 165581"/>
                <a:gd name="connsiteY26" fmla="*/ 107336 h 145930"/>
                <a:gd name="connsiteX27" fmla="*/ 65251 w 165581"/>
                <a:gd name="connsiteY27" fmla="*/ 145993 h 145930"/>
                <a:gd name="connsiteX28" fmla="*/ 103586 w 165581"/>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5581" h="145930">
                  <a:moveTo>
                    <a:pt x="103586" y="124410"/>
                  </a:moveTo>
                  <a:cubicBezTo>
                    <a:pt x="107130" y="137617"/>
                    <a:pt x="118405" y="145993"/>
                    <a:pt x="132257" y="145993"/>
                  </a:cubicBezTo>
                  <a:cubicBezTo>
                    <a:pt x="143532" y="145993"/>
                    <a:pt x="150941" y="138584"/>
                    <a:pt x="156096" y="128275"/>
                  </a:cubicBezTo>
                  <a:cubicBezTo>
                    <a:pt x="161572" y="116678"/>
                    <a:pt x="165760" y="97028"/>
                    <a:pt x="165760" y="96383"/>
                  </a:cubicBezTo>
                  <a:cubicBezTo>
                    <a:pt x="165760" y="93162"/>
                    <a:pt x="162861" y="93162"/>
                    <a:pt x="161894" y="93162"/>
                  </a:cubicBezTo>
                  <a:cubicBezTo>
                    <a:pt x="158673" y="93162"/>
                    <a:pt x="158351" y="94450"/>
                    <a:pt x="157384" y="98960"/>
                  </a:cubicBezTo>
                  <a:cubicBezTo>
                    <a:pt x="152874" y="117000"/>
                    <a:pt x="146754" y="138906"/>
                    <a:pt x="133224" y="138906"/>
                  </a:cubicBezTo>
                  <a:cubicBezTo>
                    <a:pt x="126459" y="138906"/>
                    <a:pt x="123237" y="134718"/>
                    <a:pt x="123237" y="124087"/>
                  </a:cubicBezTo>
                  <a:cubicBezTo>
                    <a:pt x="123237" y="117000"/>
                    <a:pt x="127103" y="101860"/>
                    <a:pt x="129680" y="90585"/>
                  </a:cubicBezTo>
                  <a:lnTo>
                    <a:pt x="138700" y="55793"/>
                  </a:lnTo>
                  <a:cubicBezTo>
                    <a:pt x="139666" y="50961"/>
                    <a:pt x="142888" y="38720"/>
                    <a:pt x="144176" y="33888"/>
                  </a:cubicBezTo>
                  <a:cubicBezTo>
                    <a:pt x="145787" y="26478"/>
                    <a:pt x="149009" y="14237"/>
                    <a:pt x="149009" y="12304"/>
                  </a:cubicBezTo>
                  <a:cubicBezTo>
                    <a:pt x="149009" y="6506"/>
                    <a:pt x="144499" y="3606"/>
                    <a:pt x="139666" y="3606"/>
                  </a:cubicBezTo>
                  <a:cubicBezTo>
                    <a:pt x="138056" y="3606"/>
                    <a:pt x="129680" y="3928"/>
                    <a:pt x="127103" y="14881"/>
                  </a:cubicBezTo>
                  <a:cubicBezTo>
                    <a:pt x="120982" y="38398"/>
                    <a:pt x="106808" y="94773"/>
                    <a:pt x="102942" y="111846"/>
                  </a:cubicBezTo>
                  <a:cubicBezTo>
                    <a:pt x="102620" y="113135"/>
                    <a:pt x="89734" y="138906"/>
                    <a:pt x="66218" y="138906"/>
                  </a:cubicBezTo>
                  <a:cubicBezTo>
                    <a:pt x="49466" y="138906"/>
                    <a:pt x="46245" y="124410"/>
                    <a:pt x="46245" y="112490"/>
                  </a:cubicBezTo>
                  <a:cubicBezTo>
                    <a:pt x="46245" y="94450"/>
                    <a:pt x="55265" y="69001"/>
                    <a:pt x="63641" y="46773"/>
                  </a:cubicBezTo>
                  <a:cubicBezTo>
                    <a:pt x="67506" y="37109"/>
                    <a:pt x="69117" y="32599"/>
                    <a:pt x="69117" y="26478"/>
                  </a:cubicBezTo>
                  <a:cubicBezTo>
                    <a:pt x="69117" y="11982"/>
                    <a:pt x="58809" y="63"/>
                    <a:pt x="42701" y="63"/>
                  </a:cubicBezTo>
                  <a:cubicBezTo>
                    <a:pt x="12098" y="63"/>
                    <a:pt x="179" y="46773"/>
                    <a:pt x="179" y="49673"/>
                  </a:cubicBezTo>
                  <a:cubicBezTo>
                    <a:pt x="179" y="52894"/>
                    <a:pt x="3400" y="52894"/>
                    <a:pt x="4044" y="52894"/>
                  </a:cubicBezTo>
                  <a:cubicBezTo>
                    <a:pt x="7266" y="52894"/>
                    <a:pt x="7588" y="52250"/>
                    <a:pt x="9199" y="47096"/>
                  </a:cubicBezTo>
                  <a:cubicBezTo>
                    <a:pt x="17252" y="19069"/>
                    <a:pt x="29494" y="7150"/>
                    <a:pt x="41735" y="7150"/>
                  </a:cubicBezTo>
                  <a:cubicBezTo>
                    <a:pt x="44634" y="7150"/>
                    <a:pt x="49789" y="7472"/>
                    <a:pt x="49789" y="17781"/>
                  </a:cubicBezTo>
                  <a:cubicBezTo>
                    <a:pt x="49789" y="25512"/>
                    <a:pt x="46245" y="34854"/>
                    <a:pt x="44312" y="39686"/>
                  </a:cubicBezTo>
                  <a:cubicBezTo>
                    <a:pt x="32393" y="71578"/>
                    <a:pt x="25628" y="91551"/>
                    <a:pt x="25628" y="107336"/>
                  </a:cubicBezTo>
                  <a:cubicBezTo>
                    <a:pt x="25628" y="137940"/>
                    <a:pt x="47856" y="145993"/>
                    <a:pt x="65251" y="145993"/>
                  </a:cubicBezTo>
                  <a:cubicBezTo>
                    <a:pt x="86513" y="145993"/>
                    <a:pt x="98110" y="131497"/>
                    <a:pt x="103586" y="124410"/>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42" name="Group 41">
            <a:extLst>
              <a:ext uri="{FF2B5EF4-FFF2-40B4-BE49-F238E27FC236}">
                <a16:creationId xmlns:a16="http://schemas.microsoft.com/office/drawing/2014/main" id="{DB670689-57D2-3506-F73D-3EB82BB55D41}"/>
              </a:ext>
            </a:extLst>
          </p:cNvPr>
          <p:cNvGrpSpPr>
            <a:grpSpLocks noChangeAspect="1"/>
          </p:cNvGrpSpPr>
          <p:nvPr>
            <p:custDataLst>
              <p:tags r:id="rId3"/>
            </p:custDataLst>
          </p:nvPr>
        </p:nvGrpSpPr>
        <p:grpSpPr>
          <a:xfrm>
            <a:off x="4904727" y="4968247"/>
            <a:ext cx="1341164" cy="246038"/>
            <a:chOff x="7722615" y="6854842"/>
            <a:chExt cx="1617281" cy="296692"/>
          </a:xfrm>
        </p:grpSpPr>
        <p:sp>
          <p:nvSpPr>
            <p:cNvPr id="43" name="Freeform: Shape 42">
              <a:extLst>
                <a:ext uri="{FF2B5EF4-FFF2-40B4-BE49-F238E27FC236}">
                  <a16:creationId xmlns:a16="http://schemas.microsoft.com/office/drawing/2014/main" id="{DBC23320-7F79-5A9F-377F-1949C438FDF7}"/>
                </a:ext>
              </a:extLst>
            </p:cNvPr>
            <p:cNvSpPr/>
            <p:nvPr>
              <p:custDataLst>
                <p:tags r:id="rId4"/>
              </p:custDataLst>
            </p:nvPr>
          </p:nvSpPr>
          <p:spPr>
            <a:xfrm>
              <a:off x="7722615" y="6854842"/>
              <a:ext cx="237741" cy="230653"/>
            </a:xfrm>
            <a:custGeom>
              <a:avLst/>
              <a:gdLst>
                <a:gd name="connsiteX0" fmla="*/ 127323 w 237741"/>
                <a:gd name="connsiteY0" fmla="*/ 5861 h 230653"/>
                <a:gd name="connsiteX1" fmla="*/ 118947 w 237741"/>
                <a:gd name="connsiteY1" fmla="*/ 63 h 230653"/>
                <a:gd name="connsiteX2" fmla="*/ 110572 w 237741"/>
                <a:gd name="connsiteY2" fmla="*/ 5861 h 230653"/>
                <a:gd name="connsiteX3" fmla="*/ 1687 w 237741"/>
                <a:gd name="connsiteY3" fmla="*/ 224274 h 230653"/>
                <a:gd name="connsiteX4" fmla="*/ 77 w 237741"/>
                <a:gd name="connsiteY4" fmla="*/ 228139 h 230653"/>
                <a:gd name="connsiteX5" fmla="*/ 7164 w 237741"/>
                <a:gd name="connsiteY5" fmla="*/ 230716 h 230653"/>
                <a:gd name="connsiteX6" fmla="*/ 230731 w 237741"/>
                <a:gd name="connsiteY6" fmla="*/ 230716 h 230653"/>
                <a:gd name="connsiteX7" fmla="*/ 237818 w 237741"/>
                <a:gd name="connsiteY7" fmla="*/ 228139 h 230653"/>
                <a:gd name="connsiteX8" fmla="*/ 236207 w 237741"/>
                <a:gd name="connsiteY8" fmla="*/ 224274 h 230653"/>
                <a:gd name="connsiteX9" fmla="*/ 127323 w 237741"/>
                <a:gd name="connsiteY9" fmla="*/ 5861 h 230653"/>
                <a:gd name="connsiteX10" fmla="*/ 108639 w 237741"/>
                <a:gd name="connsiteY10" fmla="*/ 32277 h 230653"/>
                <a:gd name="connsiteX11" fmla="*/ 195295 w 237741"/>
                <a:gd name="connsiteY11" fmla="*/ 206234 h 230653"/>
                <a:gd name="connsiteX12" fmla="*/ 21660 w 237741"/>
                <a:gd name="connsiteY12" fmla="*/ 206234 h 230653"/>
                <a:gd name="connsiteX13" fmla="*/ 108639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323" y="5861"/>
                  </a:moveTo>
                  <a:cubicBezTo>
                    <a:pt x="125068" y="1673"/>
                    <a:pt x="124424" y="63"/>
                    <a:pt x="118947" y="63"/>
                  </a:cubicBezTo>
                  <a:cubicBezTo>
                    <a:pt x="113471" y="63"/>
                    <a:pt x="112827" y="1673"/>
                    <a:pt x="110572" y="5861"/>
                  </a:cubicBezTo>
                  <a:lnTo>
                    <a:pt x="1687" y="224274"/>
                  </a:lnTo>
                  <a:cubicBezTo>
                    <a:pt x="77" y="227173"/>
                    <a:pt x="77" y="227817"/>
                    <a:pt x="77" y="228139"/>
                  </a:cubicBezTo>
                  <a:cubicBezTo>
                    <a:pt x="77" y="230716"/>
                    <a:pt x="2010" y="230716"/>
                    <a:pt x="7164" y="230716"/>
                  </a:cubicBezTo>
                  <a:lnTo>
                    <a:pt x="230731" y="230716"/>
                  </a:lnTo>
                  <a:cubicBezTo>
                    <a:pt x="235885" y="230716"/>
                    <a:pt x="237818" y="230716"/>
                    <a:pt x="237818" y="228139"/>
                  </a:cubicBezTo>
                  <a:cubicBezTo>
                    <a:pt x="237818" y="227817"/>
                    <a:pt x="237818" y="227173"/>
                    <a:pt x="236207" y="224274"/>
                  </a:cubicBezTo>
                  <a:lnTo>
                    <a:pt x="127323" y="5861"/>
                  </a:lnTo>
                  <a:close/>
                  <a:moveTo>
                    <a:pt x="108639" y="32277"/>
                  </a:moveTo>
                  <a:lnTo>
                    <a:pt x="195295" y="206234"/>
                  </a:lnTo>
                  <a:lnTo>
                    <a:pt x="21660" y="206234"/>
                  </a:lnTo>
                  <a:lnTo>
                    <a:pt x="108639" y="32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4" name="Freeform: Shape 43">
              <a:extLst>
                <a:ext uri="{FF2B5EF4-FFF2-40B4-BE49-F238E27FC236}">
                  <a16:creationId xmlns:a16="http://schemas.microsoft.com/office/drawing/2014/main" id="{CF0C9F3C-FA23-3477-B7E2-D0BBB98E8D5F}"/>
                </a:ext>
              </a:extLst>
            </p:cNvPr>
            <p:cNvSpPr/>
            <p:nvPr>
              <p:custDataLst>
                <p:tags r:id="rId5"/>
              </p:custDataLst>
            </p:nvPr>
          </p:nvSpPr>
          <p:spPr>
            <a:xfrm>
              <a:off x="7985269" y="6943109"/>
              <a:ext cx="148507" cy="208425"/>
            </a:xfrm>
            <a:custGeom>
              <a:avLst/>
              <a:gdLst>
                <a:gd name="connsiteX0" fmla="*/ 147304 w 148507"/>
                <a:gd name="connsiteY0" fmla="*/ 19713 h 208425"/>
                <a:gd name="connsiteX1" fmla="*/ 148593 w 148507"/>
                <a:gd name="connsiteY1" fmla="*/ 12304 h 208425"/>
                <a:gd name="connsiteX2" fmla="*/ 139251 w 148507"/>
                <a:gd name="connsiteY2" fmla="*/ 3606 h 208425"/>
                <a:gd name="connsiteX3" fmla="*/ 127976 w 148507"/>
                <a:gd name="connsiteY3" fmla="*/ 10371 h 208425"/>
                <a:gd name="connsiteX4" fmla="*/ 123466 w 148507"/>
                <a:gd name="connsiteY4" fmla="*/ 27767 h 208425"/>
                <a:gd name="connsiteX5" fmla="*/ 117023 w 148507"/>
                <a:gd name="connsiteY5" fmla="*/ 53538 h 208425"/>
                <a:gd name="connsiteX6" fmla="*/ 102526 w 148507"/>
                <a:gd name="connsiteY6" fmla="*/ 111524 h 208425"/>
                <a:gd name="connsiteX7" fmla="*/ 66124 w 148507"/>
                <a:gd name="connsiteY7" fmla="*/ 138906 h 208425"/>
                <a:gd name="connsiteX8" fmla="*/ 46151 w 148507"/>
                <a:gd name="connsiteY8" fmla="*/ 112812 h 208425"/>
                <a:gd name="connsiteX9" fmla="*/ 62581 w 148507"/>
                <a:gd name="connsiteY9" fmla="*/ 49673 h 208425"/>
                <a:gd name="connsiteX10" fmla="*/ 69024 w 148507"/>
                <a:gd name="connsiteY10" fmla="*/ 26478 h 208425"/>
                <a:gd name="connsiteX11" fmla="*/ 42608 w 148507"/>
                <a:gd name="connsiteY11" fmla="*/ 63 h 208425"/>
                <a:gd name="connsiteX12" fmla="*/ 85 w 148507"/>
                <a:gd name="connsiteY12" fmla="*/ 49673 h 208425"/>
                <a:gd name="connsiteX13" fmla="*/ 3951 w 148507"/>
                <a:gd name="connsiteY13" fmla="*/ 52894 h 208425"/>
                <a:gd name="connsiteX14" fmla="*/ 9105 w 148507"/>
                <a:gd name="connsiteY14" fmla="*/ 47096 h 208425"/>
                <a:gd name="connsiteX15" fmla="*/ 41641 w 148507"/>
                <a:gd name="connsiteY15" fmla="*/ 7150 h 208425"/>
                <a:gd name="connsiteX16" fmla="*/ 49695 w 148507"/>
                <a:gd name="connsiteY16" fmla="*/ 17458 h 208425"/>
                <a:gd name="connsiteX17" fmla="*/ 44219 w 148507"/>
                <a:gd name="connsiteY17" fmla="*/ 40008 h 208425"/>
                <a:gd name="connsiteX18" fmla="*/ 25534 w 148507"/>
                <a:gd name="connsiteY18" fmla="*/ 107658 h 208425"/>
                <a:gd name="connsiteX19" fmla="*/ 64836 w 148507"/>
                <a:gd name="connsiteY19" fmla="*/ 145993 h 208425"/>
                <a:gd name="connsiteX20" fmla="*/ 97372 w 148507"/>
                <a:gd name="connsiteY20" fmla="*/ 131497 h 208425"/>
                <a:gd name="connsiteX21" fmla="*/ 76433 w 148507"/>
                <a:gd name="connsiteY21" fmla="*/ 181107 h 208425"/>
                <a:gd name="connsiteX22" fmla="*/ 40997 w 148507"/>
                <a:gd name="connsiteY22" fmla="*/ 201402 h 208425"/>
                <a:gd name="connsiteX23" fmla="*/ 16514 w 148507"/>
                <a:gd name="connsiteY23" fmla="*/ 187872 h 208425"/>
                <a:gd name="connsiteX24" fmla="*/ 30366 w 148507"/>
                <a:gd name="connsiteY24" fmla="*/ 184006 h 208425"/>
                <a:gd name="connsiteX25" fmla="*/ 36809 w 148507"/>
                <a:gd name="connsiteY25" fmla="*/ 170798 h 208425"/>
                <a:gd name="connsiteX26" fmla="*/ 24890 w 148507"/>
                <a:gd name="connsiteY26" fmla="*/ 159523 h 208425"/>
                <a:gd name="connsiteX27" fmla="*/ 6850 w 148507"/>
                <a:gd name="connsiteY27" fmla="*/ 180462 h 208425"/>
                <a:gd name="connsiteX28" fmla="*/ 40997 w 148507"/>
                <a:gd name="connsiteY28" fmla="*/ 208489 h 208425"/>
                <a:gd name="connsiteX29" fmla="*/ 116378 w 148507"/>
                <a:gd name="connsiteY29" fmla="*/ 142772 h 208425"/>
                <a:gd name="connsiteX30" fmla="*/ 147304 w 148507"/>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507" h="208425">
                  <a:moveTo>
                    <a:pt x="147304" y="19713"/>
                  </a:moveTo>
                  <a:cubicBezTo>
                    <a:pt x="148593" y="15203"/>
                    <a:pt x="148593" y="14559"/>
                    <a:pt x="148593" y="12304"/>
                  </a:cubicBezTo>
                  <a:cubicBezTo>
                    <a:pt x="148593" y="6506"/>
                    <a:pt x="144083" y="3606"/>
                    <a:pt x="139251" y="3606"/>
                  </a:cubicBezTo>
                  <a:cubicBezTo>
                    <a:pt x="136029" y="3606"/>
                    <a:pt x="130875" y="5539"/>
                    <a:pt x="127976" y="10371"/>
                  </a:cubicBezTo>
                  <a:cubicBezTo>
                    <a:pt x="127331" y="11982"/>
                    <a:pt x="124754" y="21968"/>
                    <a:pt x="123466" y="27767"/>
                  </a:cubicBezTo>
                  <a:cubicBezTo>
                    <a:pt x="121211" y="36143"/>
                    <a:pt x="118956" y="44841"/>
                    <a:pt x="117023" y="53538"/>
                  </a:cubicBezTo>
                  <a:lnTo>
                    <a:pt x="102526" y="111524"/>
                  </a:lnTo>
                  <a:cubicBezTo>
                    <a:pt x="101238" y="116356"/>
                    <a:pt x="87386" y="138906"/>
                    <a:pt x="66124" y="138906"/>
                  </a:cubicBezTo>
                  <a:cubicBezTo>
                    <a:pt x="49695" y="138906"/>
                    <a:pt x="46151" y="124732"/>
                    <a:pt x="46151" y="112812"/>
                  </a:cubicBezTo>
                  <a:cubicBezTo>
                    <a:pt x="46151" y="97994"/>
                    <a:pt x="51628" y="78021"/>
                    <a:pt x="62581" y="49673"/>
                  </a:cubicBezTo>
                  <a:cubicBezTo>
                    <a:pt x="67735" y="36465"/>
                    <a:pt x="69024" y="32921"/>
                    <a:pt x="69024" y="26478"/>
                  </a:cubicBezTo>
                  <a:cubicBezTo>
                    <a:pt x="69024" y="11982"/>
                    <a:pt x="58715" y="63"/>
                    <a:pt x="42608" y="63"/>
                  </a:cubicBezTo>
                  <a:cubicBezTo>
                    <a:pt x="12004" y="63"/>
                    <a:pt x="85" y="46773"/>
                    <a:pt x="85" y="49673"/>
                  </a:cubicBezTo>
                  <a:cubicBezTo>
                    <a:pt x="85" y="52894"/>
                    <a:pt x="3306" y="52894"/>
                    <a:pt x="3951" y="52894"/>
                  </a:cubicBezTo>
                  <a:cubicBezTo>
                    <a:pt x="7172" y="52894"/>
                    <a:pt x="7494" y="52250"/>
                    <a:pt x="9105" y="47096"/>
                  </a:cubicBezTo>
                  <a:cubicBezTo>
                    <a:pt x="17803" y="16814"/>
                    <a:pt x="30689" y="7150"/>
                    <a:pt x="41641" y="7150"/>
                  </a:cubicBezTo>
                  <a:cubicBezTo>
                    <a:pt x="44219" y="7150"/>
                    <a:pt x="49695" y="7150"/>
                    <a:pt x="49695" y="17458"/>
                  </a:cubicBezTo>
                  <a:cubicBezTo>
                    <a:pt x="49695" y="25512"/>
                    <a:pt x="46474" y="33888"/>
                    <a:pt x="44219" y="40008"/>
                  </a:cubicBezTo>
                  <a:cubicBezTo>
                    <a:pt x="31333" y="74155"/>
                    <a:pt x="25534" y="92518"/>
                    <a:pt x="25534" y="107658"/>
                  </a:cubicBezTo>
                  <a:cubicBezTo>
                    <a:pt x="25534" y="136329"/>
                    <a:pt x="45829" y="145993"/>
                    <a:pt x="64836" y="145993"/>
                  </a:cubicBezTo>
                  <a:cubicBezTo>
                    <a:pt x="77399" y="145993"/>
                    <a:pt x="88352" y="140517"/>
                    <a:pt x="97372" y="131497"/>
                  </a:cubicBezTo>
                  <a:cubicBezTo>
                    <a:pt x="93184" y="148248"/>
                    <a:pt x="89318" y="164033"/>
                    <a:pt x="76433" y="181107"/>
                  </a:cubicBezTo>
                  <a:cubicBezTo>
                    <a:pt x="68057" y="192059"/>
                    <a:pt x="55816" y="201402"/>
                    <a:pt x="40997" y="201402"/>
                  </a:cubicBezTo>
                  <a:cubicBezTo>
                    <a:pt x="36487" y="201402"/>
                    <a:pt x="21991" y="200435"/>
                    <a:pt x="16514" y="187872"/>
                  </a:cubicBezTo>
                  <a:cubicBezTo>
                    <a:pt x="21669" y="187872"/>
                    <a:pt x="25856" y="187872"/>
                    <a:pt x="30366" y="184006"/>
                  </a:cubicBezTo>
                  <a:cubicBezTo>
                    <a:pt x="33588" y="181107"/>
                    <a:pt x="36809" y="176919"/>
                    <a:pt x="36809" y="170798"/>
                  </a:cubicBezTo>
                  <a:cubicBezTo>
                    <a:pt x="36809" y="160812"/>
                    <a:pt x="28111" y="159523"/>
                    <a:pt x="24890" y="159523"/>
                  </a:cubicBezTo>
                  <a:cubicBezTo>
                    <a:pt x="17481" y="159523"/>
                    <a:pt x="6850" y="164677"/>
                    <a:pt x="6850" y="180462"/>
                  </a:cubicBezTo>
                  <a:cubicBezTo>
                    <a:pt x="6850" y="196569"/>
                    <a:pt x="21024" y="208489"/>
                    <a:pt x="40997" y="208489"/>
                  </a:cubicBezTo>
                  <a:cubicBezTo>
                    <a:pt x="74178" y="208489"/>
                    <a:pt x="107358" y="179174"/>
                    <a:pt x="116378" y="142772"/>
                  </a:cubicBezTo>
                  <a:lnTo>
                    <a:pt x="147304" y="1971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5" name="Freeform: Shape 44">
              <a:extLst>
                <a:ext uri="{FF2B5EF4-FFF2-40B4-BE49-F238E27FC236}">
                  <a16:creationId xmlns:a16="http://schemas.microsoft.com/office/drawing/2014/main" id="{4686550F-92D2-2A17-242B-3DC51D9B28B7}"/>
                </a:ext>
              </a:extLst>
            </p:cNvPr>
            <p:cNvSpPr/>
            <p:nvPr>
              <p:custDataLst>
                <p:tags r:id="rId6"/>
              </p:custDataLst>
            </p:nvPr>
          </p:nvSpPr>
          <p:spPr>
            <a:xfrm>
              <a:off x="8252948" y="6967270"/>
              <a:ext cx="214224" cy="75381"/>
            </a:xfrm>
            <a:custGeom>
              <a:avLst/>
              <a:gdLst>
                <a:gd name="connsiteX0" fmla="*/ 203365 w 214224"/>
                <a:gd name="connsiteY0" fmla="*/ 12948 h 75381"/>
                <a:gd name="connsiteX1" fmla="*/ 214318 w 214224"/>
                <a:gd name="connsiteY1" fmla="*/ 6506 h 75381"/>
                <a:gd name="connsiteX2" fmla="*/ 203687 w 214224"/>
                <a:gd name="connsiteY2" fmla="*/ 63 h 75381"/>
                <a:gd name="connsiteX3" fmla="*/ 10724 w 214224"/>
                <a:gd name="connsiteY3" fmla="*/ 63 h 75381"/>
                <a:gd name="connsiteX4" fmla="*/ 93 w 214224"/>
                <a:gd name="connsiteY4" fmla="*/ 6506 h 75381"/>
                <a:gd name="connsiteX5" fmla="*/ 11046 w 214224"/>
                <a:gd name="connsiteY5" fmla="*/ 12948 h 75381"/>
                <a:gd name="connsiteX6" fmla="*/ 203365 w 214224"/>
                <a:gd name="connsiteY6" fmla="*/ 12948 h 75381"/>
                <a:gd name="connsiteX7" fmla="*/ 203687 w 214224"/>
                <a:gd name="connsiteY7" fmla="*/ 75444 h 75381"/>
                <a:gd name="connsiteX8" fmla="*/ 214318 w 214224"/>
                <a:gd name="connsiteY8" fmla="*/ 69001 h 75381"/>
                <a:gd name="connsiteX9" fmla="*/ 203365 w 214224"/>
                <a:gd name="connsiteY9" fmla="*/ 62558 h 75381"/>
                <a:gd name="connsiteX10" fmla="*/ 11046 w 214224"/>
                <a:gd name="connsiteY10" fmla="*/ 62558 h 75381"/>
                <a:gd name="connsiteX11" fmla="*/ 93 w 214224"/>
                <a:gd name="connsiteY11" fmla="*/ 69001 h 75381"/>
                <a:gd name="connsiteX12" fmla="*/ 10724 w 214224"/>
                <a:gd name="connsiteY12" fmla="*/ 75444 h 75381"/>
                <a:gd name="connsiteX13" fmla="*/ 203687 w 214224"/>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224" h="75381">
                  <a:moveTo>
                    <a:pt x="203365" y="12948"/>
                  </a:moveTo>
                  <a:cubicBezTo>
                    <a:pt x="208197" y="12948"/>
                    <a:pt x="214318" y="12948"/>
                    <a:pt x="214318" y="6506"/>
                  </a:cubicBezTo>
                  <a:cubicBezTo>
                    <a:pt x="214318" y="63"/>
                    <a:pt x="208197" y="63"/>
                    <a:pt x="203687" y="63"/>
                  </a:cubicBezTo>
                  <a:lnTo>
                    <a:pt x="10724" y="63"/>
                  </a:lnTo>
                  <a:cubicBezTo>
                    <a:pt x="6214" y="63"/>
                    <a:pt x="93" y="63"/>
                    <a:pt x="93" y="6506"/>
                  </a:cubicBezTo>
                  <a:cubicBezTo>
                    <a:pt x="93" y="12948"/>
                    <a:pt x="6214" y="12948"/>
                    <a:pt x="11046" y="12948"/>
                  </a:cubicBezTo>
                  <a:lnTo>
                    <a:pt x="203365" y="12948"/>
                  </a:lnTo>
                  <a:close/>
                  <a:moveTo>
                    <a:pt x="203687" y="75444"/>
                  </a:moveTo>
                  <a:cubicBezTo>
                    <a:pt x="208197" y="75444"/>
                    <a:pt x="214318" y="75444"/>
                    <a:pt x="214318" y="69001"/>
                  </a:cubicBezTo>
                  <a:cubicBezTo>
                    <a:pt x="214318" y="62558"/>
                    <a:pt x="208197" y="62558"/>
                    <a:pt x="203365" y="62558"/>
                  </a:cubicBezTo>
                  <a:lnTo>
                    <a:pt x="11046" y="62558"/>
                  </a:lnTo>
                  <a:cubicBezTo>
                    <a:pt x="6214" y="62558"/>
                    <a:pt x="93" y="62558"/>
                    <a:pt x="93" y="69001"/>
                  </a:cubicBezTo>
                  <a:cubicBezTo>
                    <a:pt x="93" y="75444"/>
                    <a:pt x="6214" y="75444"/>
                    <a:pt x="10724" y="75444"/>
                  </a:cubicBezTo>
                  <a:lnTo>
                    <a:pt x="203687" y="7544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6" name="Freeform: Shape 45">
              <a:extLst>
                <a:ext uri="{FF2B5EF4-FFF2-40B4-BE49-F238E27FC236}">
                  <a16:creationId xmlns:a16="http://schemas.microsoft.com/office/drawing/2014/main" id="{D7923402-7872-B516-7067-E4EB944F1B0A}"/>
                </a:ext>
              </a:extLst>
            </p:cNvPr>
            <p:cNvSpPr/>
            <p:nvPr>
              <p:custDataLst>
                <p:tags r:id="rId7"/>
              </p:custDataLst>
            </p:nvPr>
          </p:nvSpPr>
          <p:spPr>
            <a:xfrm>
              <a:off x="8584569" y="6858064"/>
              <a:ext cx="175608" cy="289927"/>
            </a:xfrm>
            <a:custGeom>
              <a:avLst/>
              <a:gdLst>
                <a:gd name="connsiteX0" fmla="*/ 175712 w 175608"/>
                <a:gd name="connsiteY0" fmla="*/ 44196 h 289927"/>
                <a:gd name="connsiteX1" fmla="*/ 131901 w 175608"/>
                <a:gd name="connsiteY1" fmla="*/ 63 h 289927"/>
                <a:gd name="connsiteX2" fmla="*/ 92921 w 175608"/>
                <a:gd name="connsiteY2" fmla="*/ 13593 h 289927"/>
                <a:gd name="connsiteX3" fmla="*/ 51365 w 175608"/>
                <a:gd name="connsiteY3" fmla="*/ 82209 h 289927"/>
                <a:gd name="connsiteX4" fmla="*/ 144 w 175608"/>
                <a:gd name="connsiteY4" fmla="*/ 286769 h 289927"/>
                <a:gd name="connsiteX5" fmla="*/ 4010 w 175608"/>
                <a:gd name="connsiteY5" fmla="*/ 289991 h 289927"/>
                <a:gd name="connsiteX6" fmla="*/ 7876 w 175608"/>
                <a:gd name="connsiteY6" fmla="*/ 288380 h 289927"/>
                <a:gd name="connsiteX7" fmla="*/ 30426 w 175608"/>
                <a:gd name="connsiteY7" fmla="*/ 199469 h 289927"/>
                <a:gd name="connsiteX8" fmla="*/ 74237 w 175608"/>
                <a:gd name="connsiteY8" fmla="*/ 230716 h 289927"/>
                <a:gd name="connsiteX9" fmla="*/ 136411 w 175608"/>
                <a:gd name="connsiteY9" fmla="*/ 205267 h 289927"/>
                <a:gd name="connsiteX10" fmla="*/ 162182 w 175608"/>
                <a:gd name="connsiteY10" fmla="*/ 145993 h 289927"/>
                <a:gd name="connsiteX11" fmla="*/ 138666 w 175608"/>
                <a:gd name="connsiteY11" fmla="*/ 97994 h 289927"/>
                <a:gd name="connsiteX12" fmla="*/ 175712 w 175608"/>
                <a:gd name="connsiteY12" fmla="*/ 44196 h 289927"/>
                <a:gd name="connsiteX13" fmla="*/ 117726 w 175608"/>
                <a:gd name="connsiteY13" fmla="*/ 97672 h 289927"/>
                <a:gd name="connsiteX14" fmla="*/ 102264 w 175608"/>
                <a:gd name="connsiteY14" fmla="*/ 99927 h 289927"/>
                <a:gd name="connsiteX15" fmla="*/ 88089 w 175608"/>
                <a:gd name="connsiteY15" fmla="*/ 98638 h 289927"/>
                <a:gd name="connsiteX16" fmla="*/ 103874 w 175608"/>
                <a:gd name="connsiteY16" fmla="*/ 96061 h 289927"/>
                <a:gd name="connsiteX17" fmla="*/ 117726 w 175608"/>
                <a:gd name="connsiteY17" fmla="*/ 97672 h 289927"/>
                <a:gd name="connsiteX18" fmla="*/ 157672 w 175608"/>
                <a:gd name="connsiteY18" fmla="*/ 36787 h 289927"/>
                <a:gd name="connsiteX19" fmla="*/ 128679 w 175608"/>
                <a:gd name="connsiteY19" fmla="*/ 92518 h 289927"/>
                <a:gd name="connsiteX20" fmla="*/ 103874 w 175608"/>
                <a:gd name="connsiteY20" fmla="*/ 88652 h 289927"/>
                <a:gd name="connsiteX21" fmla="*/ 79069 w 175608"/>
                <a:gd name="connsiteY21" fmla="*/ 98960 h 289927"/>
                <a:gd name="connsiteX22" fmla="*/ 101297 w 175608"/>
                <a:gd name="connsiteY22" fmla="*/ 107014 h 289927"/>
                <a:gd name="connsiteX23" fmla="*/ 127713 w 175608"/>
                <a:gd name="connsiteY23" fmla="*/ 102826 h 289927"/>
                <a:gd name="connsiteX24" fmla="*/ 141887 w 175608"/>
                <a:gd name="connsiteY24" fmla="*/ 139228 h 289927"/>
                <a:gd name="connsiteX25" fmla="*/ 125780 w 175608"/>
                <a:gd name="connsiteY25" fmla="*/ 194637 h 289927"/>
                <a:gd name="connsiteX26" fmla="*/ 73271 w 175608"/>
                <a:gd name="connsiteY26" fmla="*/ 223629 h 289927"/>
                <a:gd name="connsiteX27" fmla="*/ 36547 w 175608"/>
                <a:gd name="connsiteY27" fmla="*/ 182073 h 289927"/>
                <a:gd name="connsiteX28" fmla="*/ 38157 w 175608"/>
                <a:gd name="connsiteY28" fmla="*/ 167899 h 289927"/>
                <a:gd name="connsiteX29" fmla="*/ 58774 w 175608"/>
                <a:gd name="connsiteY29" fmla="*/ 86397 h 289927"/>
                <a:gd name="connsiteX30" fmla="*/ 127713 w 175608"/>
                <a:gd name="connsiteY30" fmla="*/ 7472 h 289927"/>
                <a:gd name="connsiteX31" fmla="*/ 157672 w 175608"/>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89927">
                  <a:moveTo>
                    <a:pt x="175712" y="44196"/>
                  </a:moveTo>
                  <a:cubicBezTo>
                    <a:pt x="175712" y="20036"/>
                    <a:pt x="157994" y="63"/>
                    <a:pt x="131901" y="63"/>
                  </a:cubicBezTo>
                  <a:cubicBezTo>
                    <a:pt x="113216" y="63"/>
                    <a:pt x="104196" y="5217"/>
                    <a:pt x="92921" y="13593"/>
                  </a:cubicBezTo>
                  <a:cubicBezTo>
                    <a:pt x="75204" y="26478"/>
                    <a:pt x="57486" y="57726"/>
                    <a:pt x="51365" y="82209"/>
                  </a:cubicBezTo>
                  <a:lnTo>
                    <a:pt x="144" y="286769"/>
                  </a:lnTo>
                  <a:cubicBezTo>
                    <a:pt x="-178" y="288058"/>
                    <a:pt x="1433" y="289991"/>
                    <a:pt x="4010" y="289991"/>
                  </a:cubicBezTo>
                  <a:cubicBezTo>
                    <a:pt x="6587" y="289991"/>
                    <a:pt x="7554" y="289346"/>
                    <a:pt x="7876" y="288380"/>
                  </a:cubicBezTo>
                  <a:lnTo>
                    <a:pt x="30426" y="199469"/>
                  </a:lnTo>
                  <a:cubicBezTo>
                    <a:pt x="36547" y="218797"/>
                    <a:pt x="50721" y="230716"/>
                    <a:pt x="74237" y="230716"/>
                  </a:cubicBezTo>
                  <a:cubicBezTo>
                    <a:pt x="97754" y="230716"/>
                    <a:pt x="121914" y="219441"/>
                    <a:pt x="136411" y="205267"/>
                  </a:cubicBezTo>
                  <a:cubicBezTo>
                    <a:pt x="151874" y="190449"/>
                    <a:pt x="162182" y="169832"/>
                    <a:pt x="162182" y="145993"/>
                  </a:cubicBezTo>
                  <a:cubicBezTo>
                    <a:pt x="162182" y="122799"/>
                    <a:pt x="150263" y="106047"/>
                    <a:pt x="138666" y="97994"/>
                  </a:cubicBezTo>
                  <a:cubicBezTo>
                    <a:pt x="157350" y="87363"/>
                    <a:pt x="175712" y="67390"/>
                    <a:pt x="175712" y="44196"/>
                  </a:cubicBezTo>
                  <a:close/>
                  <a:moveTo>
                    <a:pt x="117726" y="97672"/>
                  </a:moveTo>
                  <a:cubicBezTo>
                    <a:pt x="113539" y="99282"/>
                    <a:pt x="109995" y="99927"/>
                    <a:pt x="102264" y="99927"/>
                  </a:cubicBezTo>
                  <a:cubicBezTo>
                    <a:pt x="97754" y="99927"/>
                    <a:pt x="91311" y="100249"/>
                    <a:pt x="88089" y="98638"/>
                  </a:cubicBezTo>
                  <a:cubicBezTo>
                    <a:pt x="88734" y="95417"/>
                    <a:pt x="100331" y="96061"/>
                    <a:pt x="103874" y="96061"/>
                  </a:cubicBezTo>
                  <a:cubicBezTo>
                    <a:pt x="110639" y="96061"/>
                    <a:pt x="113539" y="96061"/>
                    <a:pt x="117726" y="97672"/>
                  </a:cubicBezTo>
                  <a:close/>
                  <a:moveTo>
                    <a:pt x="157672" y="36787"/>
                  </a:moveTo>
                  <a:cubicBezTo>
                    <a:pt x="157672" y="59337"/>
                    <a:pt x="145431" y="82531"/>
                    <a:pt x="128679" y="92518"/>
                  </a:cubicBezTo>
                  <a:cubicBezTo>
                    <a:pt x="119981" y="89296"/>
                    <a:pt x="113539" y="88652"/>
                    <a:pt x="103874" y="88652"/>
                  </a:cubicBezTo>
                  <a:cubicBezTo>
                    <a:pt x="97109" y="88652"/>
                    <a:pt x="79069" y="88330"/>
                    <a:pt x="79069" y="98960"/>
                  </a:cubicBezTo>
                  <a:cubicBezTo>
                    <a:pt x="78747" y="107980"/>
                    <a:pt x="95499" y="107014"/>
                    <a:pt x="101297" y="107014"/>
                  </a:cubicBezTo>
                  <a:cubicBezTo>
                    <a:pt x="113216" y="107014"/>
                    <a:pt x="118049" y="106692"/>
                    <a:pt x="127713" y="102826"/>
                  </a:cubicBezTo>
                  <a:cubicBezTo>
                    <a:pt x="139954" y="114423"/>
                    <a:pt x="141565" y="124410"/>
                    <a:pt x="141887" y="139228"/>
                  </a:cubicBezTo>
                  <a:cubicBezTo>
                    <a:pt x="142531" y="157912"/>
                    <a:pt x="134800" y="182073"/>
                    <a:pt x="125780" y="194637"/>
                  </a:cubicBezTo>
                  <a:cubicBezTo>
                    <a:pt x="113216" y="212032"/>
                    <a:pt x="91633" y="223629"/>
                    <a:pt x="73271" y="223629"/>
                  </a:cubicBezTo>
                  <a:cubicBezTo>
                    <a:pt x="48788" y="223629"/>
                    <a:pt x="36547" y="204945"/>
                    <a:pt x="36547" y="182073"/>
                  </a:cubicBezTo>
                  <a:cubicBezTo>
                    <a:pt x="36547" y="178852"/>
                    <a:pt x="36547" y="174019"/>
                    <a:pt x="38157" y="167899"/>
                  </a:cubicBezTo>
                  <a:lnTo>
                    <a:pt x="58774" y="86397"/>
                  </a:lnTo>
                  <a:cubicBezTo>
                    <a:pt x="65861" y="58693"/>
                    <a:pt x="89056" y="7472"/>
                    <a:pt x="127713" y="7472"/>
                  </a:cubicBezTo>
                  <a:cubicBezTo>
                    <a:pt x="146397" y="7472"/>
                    <a:pt x="157672" y="17458"/>
                    <a:pt x="157672" y="3678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7" name="Freeform: Shape 46">
              <a:extLst>
                <a:ext uri="{FF2B5EF4-FFF2-40B4-BE49-F238E27FC236}">
                  <a16:creationId xmlns:a16="http://schemas.microsoft.com/office/drawing/2014/main" id="{2769D7BE-A424-7907-A4F5-C220F65C75B6}"/>
                </a:ext>
              </a:extLst>
            </p:cNvPr>
            <p:cNvSpPr/>
            <p:nvPr>
              <p:custDataLst>
                <p:tags r:id="rId8"/>
              </p:custDataLst>
            </p:nvPr>
          </p:nvSpPr>
          <p:spPr>
            <a:xfrm>
              <a:off x="8781737" y="6984085"/>
              <a:ext cx="82081" cy="149731"/>
            </a:xfrm>
            <a:custGeom>
              <a:avLst/>
              <a:gdLst>
                <a:gd name="connsiteX0" fmla="*/ 51072 w 82081"/>
                <a:gd name="connsiteY0" fmla="*/ 6378 h 149731"/>
                <a:gd name="connsiteX1" fmla="*/ 44307 w 82081"/>
                <a:gd name="connsiteY1" fmla="*/ 64 h 149731"/>
                <a:gd name="connsiteX2" fmla="*/ 109 w 82081"/>
                <a:gd name="connsiteY2" fmla="*/ 14496 h 149731"/>
                <a:gd name="connsiteX3" fmla="*/ 109 w 82081"/>
                <a:gd name="connsiteY3" fmla="*/ 22614 h 149731"/>
                <a:gd name="connsiteX4" fmla="*/ 32807 w 82081"/>
                <a:gd name="connsiteY4" fmla="*/ 16300 h 149731"/>
                <a:gd name="connsiteX5" fmla="*/ 32807 w 82081"/>
                <a:gd name="connsiteY5" fmla="*/ 131305 h 149731"/>
                <a:gd name="connsiteX6" fmla="*/ 10257 w 82081"/>
                <a:gd name="connsiteY6" fmla="*/ 141678 h 149731"/>
                <a:gd name="connsiteX7" fmla="*/ 1688 w 82081"/>
                <a:gd name="connsiteY7" fmla="*/ 141678 h 149731"/>
                <a:gd name="connsiteX8" fmla="*/ 1688 w 82081"/>
                <a:gd name="connsiteY8" fmla="*/ 149796 h 149731"/>
                <a:gd name="connsiteX9" fmla="*/ 41827 w 82081"/>
                <a:gd name="connsiteY9" fmla="*/ 148894 h 149731"/>
                <a:gd name="connsiteX10" fmla="*/ 82191 w 82081"/>
                <a:gd name="connsiteY10" fmla="*/ 149796 h 149731"/>
                <a:gd name="connsiteX11" fmla="*/ 82191 w 82081"/>
                <a:gd name="connsiteY11" fmla="*/ 141678 h 149731"/>
                <a:gd name="connsiteX12" fmla="*/ 73622 w 82081"/>
                <a:gd name="connsiteY12" fmla="*/ 141678 h 149731"/>
                <a:gd name="connsiteX13" fmla="*/ 51072 w 82081"/>
                <a:gd name="connsiteY13" fmla="*/ 131305 h 149731"/>
                <a:gd name="connsiteX14" fmla="*/ 51072 w 82081"/>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081" h="149731">
                  <a:moveTo>
                    <a:pt x="51072" y="6378"/>
                  </a:moveTo>
                  <a:cubicBezTo>
                    <a:pt x="51072" y="290"/>
                    <a:pt x="50621" y="64"/>
                    <a:pt x="44307" y="64"/>
                  </a:cubicBezTo>
                  <a:cubicBezTo>
                    <a:pt x="29875" y="14271"/>
                    <a:pt x="9355" y="14496"/>
                    <a:pt x="109" y="14496"/>
                  </a:cubicBezTo>
                  <a:lnTo>
                    <a:pt x="109" y="22614"/>
                  </a:lnTo>
                  <a:cubicBezTo>
                    <a:pt x="5521" y="22614"/>
                    <a:pt x="20404" y="22614"/>
                    <a:pt x="32807" y="16300"/>
                  </a:cubicBezTo>
                  <a:lnTo>
                    <a:pt x="32807" y="131305"/>
                  </a:lnTo>
                  <a:cubicBezTo>
                    <a:pt x="32807" y="138746"/>
                    <a:pt x="32807" y="141678"/>
                    <a:pt x="10257" y="141678"/>
                  </a:cubicBezTo>
                  <a:lnTo>
                    <a:pt x="1688" y="141678"/>
                  </a:lnTo>
                  <a:lnTo>
                    <a:pt x="1688" y="149796"/>
                  </a:lnTo>
                  <a:cubicBezTo>
                    <a:pt x="5747" y="149570"/>
                    <a:pt x="33483" y="148894"/>
                    <a:pt x="41827" y="148894"/>
                  </a:cubicBezTo>
                  <a:cubicBezTo>
                    <a:pt x="48817" y="148894"/>
                    <a:pt x="77230" y="149570"/>
                    <a:pt x="82191" y="149796"/>
                  </a:cubicBezTo>
                  <a:lnTo>
                    <a:pt x="82191" y="141678"/>
                  </a:lnTo>
                  <a:lnTo>
                    <a:pt x="73622" y="141678"/>
                  </a:lnTo>
                  <a:cubicBezTo>
                    <a:pt x="51072" y="141678"/>
                    <a:pt x="51072" y="138746"/>
                    <a:pt x="51072" y="131305"/>
                  </a:cubicBezTo>
                  <a:lnTo>
                    <a:pt x="51072" y="637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8" name="Freeform: Shape 47">
              <a:extLst>
                <a:ext uri="{FF2B5EF4-FFF2-40B4-BE49-F238E27FC236}">
                  <a16:creationId xmlns:a16="http://schemas.microsoft.com/office/drawing/2014/main" id="{31B60491-A3C1-E1B9-C01A-540A5AE0CEFD}"/>
                </a:ext>
              </a:extLst>
            </p:cNvPr>
            <p:cNvSpPr/>
            <p:nvPr>
              <p:custDataLst>
                <p:tags r:id="rId9"/>
              </p:custDataLst>
            </p:nvPr>
          </p:nvSpPr>
          <p:spPr>
            <a:xfrm>
              <a:off x="8916816" y="6854842"/>
              <a:ext cx="237741" cy="230653"/>
            </a:xfrm>
            <a:custGeom>
              <a:avLst/>
              <a:gdLst>
                <a:gd name="connsiteX0" fmla="*/ 127360 w 237741"/>
                <a:gd name="connsiteY0" fmla="*/ 5861 h 230653"/>
                <a:gd name="connsiteX1" fmla="*/ 118984 w 237741"/>
                <a:gd name="connsiteY1" fmla="*/ 63 h 230653"/>
                <a:gd name="connsiteX2" fmla="*/ 110609 w 237741"/>
                <a:gd name="connsiteY2" fmla="*/ 5861 h 230653"/>
                <a:gd name="connsiteX3" fmla="*/ 1724 w 237741"/>
                <a:gd name="connsiteY3" fmla="*/ 224274 h 230653"/>
                <a:gd name="connsiteX4" fmla="*/ 114 w 237741"/>
                <a:gd name="connsiteY4" fmla="*/ 228139 h 230653"/>
                <a:gd name="connsiteX5" fmla="*/ 7201 w 237741"/>
                <a:gd name="connsiteY5" fmla="*/ 230716 h 230653"/>
                <a:gd name="connsiteX6" fmla="*/ 230768 w 237741"/>
                <a:gd name="connsiteY6" fmla="*/ 230716 h 230653"/>
                <a:gd name="connsiteX7" fmla="*/ 237855 w 237741"/>
                <a:gd name="connsiteY7" fmla="*/ 228139 h 230653"/>
                <a:gd name="connsiteX8" fmla="*/ 236244 w 237741"/>
                <a:gd name="connsiteY8" fmla="*/ 224274 h 230653"/>
                <a:gd name="connsiteX9" fmla="*/ 127360 w 237741"/>
                <a:gd name="connsiteY9" fmla="*/ 5861 h 230653"/>
                <a:gd name="connsiteX10" fmla="*/ 108676 w 237741"/>
                <a:gd name="connsiteY10" fmla="*/ 32277 h 230653"/>
                <a:gd name="connsiteX11" fmla="*/ 195332 w 237741"/>
                <a:gd name="connsiteY11" fmla="*/ 206234 h 230653"/>
                <a:gd name="connsiteX12" fmla="*/ 21697 w 237741"/>
                <a:gd name="connsiteY12" fmla="*/ 206234 h 230653"/>
                <a:gd name="connsiteX13" fmla="*/ 108676 w 237741"/>
                <a:gd name="connsiteY13" fmla="*/ 32277 h 230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0653">
                  <a:moveTo>
                    <a:pt x="127360" y="5861"/>
                  </a:moveTo>
                  <a:cubicBezTo>
                    <a:pt x="125105" y="1673"/>
                    <a:pt x="124461" y="63"/>
                    <a:pt x="118984" y="63"/>
                  </a:cubicBezTo>
                  <a:cubicBezTo>
                    <a:pt x="113508" y="63"/>
                    <a:pt x="112864" y="1673"/>
                    <a:pt x="110609" y="5861"/>
                  </a:cubicBezTo>
                  <a:lnTo>
                    <a:pt x="1724" y="224274"/>
                  </a:lnTo>
                  <a:cubicBezTo>
                    <a:pt x="114" y="227173"/>
                    <a:pt x="114" y="227817"/>
                    <a:pt x="114" y="228139"/>
                  </a:cubicBezTo>
                  <a:cubicBezTo>
                    <a:pt x="114" y="230716"/>
                    <a:pt x="2047" y="230716"/>
                    <a:pt x="7201" y="230716"/>
                  </a:cubicBezTo>
                  <a:lnTo>
                    <a:pt x="230768" y="230716"/>
                  </a:lnTo>
                  <a:cubicBezTo>
                    <a:pt x="235922" y="230716"/>
                    <a:pt x="237855" y="230716"/>
                    <a:pt x="237855" y="228139"/>
                  </a:cubicBezTo>
                  <a:cubicBezTo>
                    <a:pt x="237855" y="227817"/>
                    <a:pt x="237855" y="227173"/>
                    <a:pt x="236244" y="224274"/>
                  </a:cubicBezTo>
                  <a:lnTo>
                    <a:pt x="127360" y="5861"/>
                  </a:lnTo>
                  <a:close/>
                  <a:moveTo>
                    <a:pt x="108676" y="32277"/>
                  </a:moveTo>
                  <a:lnTo>
                    <a:pt x="195332" y="206234"/>
                  </a:lnTo>
                  <a:lnTo>
                    <a:pt x="21697" y="206234"/>
                  </a:lnTo>
                  <a:lnTo>
                    <a:pt x="108676" y="32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9" name="Freeform: Shape 48">
              <a:extLst>
                <a:ext uri="{FF2B5EF4-FFF2-40B4-BE49-F238E27FC236}">
                  <a16:creationId xmlns:a16="http://schemas.microsoft.com/office/drawing/2014/main" id="{48214A5F-E6D5-6658-B53F-7AF9A156E1F9}"/>
                </a:ext>
              </a:extLst>
            </p:cNvPr>
            <p:cNvSpPr/>
            <p:nvPr>
              <p:custDataLst>
                <p:tags r:id="rId10"/>
              </p:custDataLst>
            </p:nvPr>
          </p:nvSpPr>
          <p:spPr>
            <a:xfrm>
              <a:off x="9179470" y="6943109"/>
              <a:ext cx="160426" cy="145930"/>
            </a:xfrm>
            <a:custGeom>
              <a:avLst/>
              <a:gdLst>
                <a:gd name="connsiteX0" fmla="*/ 98375 w 160426"/>
                <a:gd name="connsiteY0" fmla="*/ 45163 h 145930"/>
                <a:gd name="connsiteX1" fmla="*/ 130268 w 160426"/>
                <a:gd name="connsiteY1" fmla="*/ 7150 h 145930"/>
                <a:gd name="connsiteX2" fmla="*/ 146375 w 160426"/>
                <a:gd name="connsiteY2" fmla="*/ 11338 h 145930"/>
                <a:gd name="connsiteX3" fmla="*/ 130912 w 160426"/>
                <a:gd name="connsiteY3" fmla="*/ 28733 h 145930"/>
                <a:gd name="connsiteX4" fmla="*/ 143153 w 160426"/>
                <a:gd name="connsiteY4" fmla="*/ 40008 h 145930"/>
                <a:gd name="connsiteX5" fmla="*/ 160549 w 160426"/>
                <a:gd name="connsiteY5" fmla="*/ 21324 h 145930"/>
                <a:gd name="connsiteX6" fmla="*/ 130590 w 160426"/>
                <a:gd name="connsiteY6" fmla="*/ 63 h 145930"/>
                <a:gd name="connsiteX7" fmla="*/ 96765 w 160426"/>
                <a:gd name="connsiteY7" fmla="*/ 24546 h 145930"/>
                <a:gd name="connsiteX8" fmla="*/ 61973 w 160426"/>
                <a:gd name="connsiteY8" fmla="*/ 63 h 145930"/>
                <a:gd name="connsiteX9" fmla="*/ 10108 w 160426"/>
                <a:gd name="connsiteY9" fmla="*/ 49673 h 145930"/>
                <a:gd name="connsiteX10" fmla="*/ 13974 w 160426"/>
                <a:gd name="connsiteY10" fmla="*/ 52894 h 145930"/>
                <a:gd name="connsiteX11" fmla="*/ 18162 w 160426"/>
                <a:gd name="connsiteY11" fmla="*/ 49350 h 145930"/>
                <a:gd name="connsiteX12" fmla="*/ 61329 w 160426"/>
                <a:gd name="connsiteY12" fmla="*/ 7150 h 145930"/>
                <a:gd name="connsiteX13" fmla="*/ 78725 w 160426"/>
                <a:gd name="connsiteY13" fmla="*/ 28733 h 145930"/>
                <a:gd name="connsiteX14" fmla="*/ 61329 w 160426"/>
                <a:gd name="connsiteY14" fmla="*/ 105403 h 145930"/>
                <a:gd name="connsiteX15" fmla="*/ 30725 w 160426"/>
                <a:gd name="connsiteY15" fmla="*/ 138906 h 145930"/>
                <a:gd name="connsiteX16" fmla="*/ 14618 w 160426"/>
                <a:gd name="connsiteY16" fmla="*/ 134718 h 145930"/>
                <a:gd name="connsiteX17" fmla="*/ 29759 w 160426"/>
                <a:gd name="connsiteY17" fmla="*/ 117322 h 145930"/>
                <a:gd name="connsiteX18" fmla="*/ 17840 w 160426"/>
                <a:gd name="connsiteY18" fmla="*/ 106047 h 145930"/>
                <a:gd name="connsiteX19" fmla="*/ 122 w 160426"/>
                <a:gd name="connsiteY19" fmla="*/ 124732 h 145930"/>
                <a:gd name="connsiteX20" fmla="*/ 30403 w 160426"/>
                <a:gd name="connsiteY20" fmla="*/ 145993 h 145930"/>
                <a:gd name="connsiteX21" fmla="*/ 64228 w 160426"/>
                <a:gd name="connsiteY21" fmla="*/ 121510 h 145930"/>
                <a:gd name="connsiteX22" fmla="*/ 99020 w 160426"/>
                <a:gd name="connsiteY22" fmla="*/ 145993 h 145930"/>
                <a:gd name="connsiteX23" fmla="*/ 150563 w 160426"/>
                <a:gd name="connsiteY23" fmla="*/ 96383 h 145930"/>
                <a:gd name="connsiteX24" fmla="*/ 146697 w 160426"/>
                <a:gd name="connsiteY24" fmla="*/ 93162 h 145930"/>
                <a:gd name="connsiteX25" fmla="*/ 142509 w 160426"/>
                <a:gd name="connsiteY25" fmla="*/ 96705 h 145930"/>
                <a:gd name="connsiteX26" fmla="*/ 99664 w 160426"/>
                <a:gd name="connsiteY26" fmla="*/ 138906 h 145930"/>
                <a:gd name="connsiteX27" fmla="*/ 81946 w 160426"/>
                <a:gd name="connsiteY27" fmla="*/ 117645 h 145930"/>
                <a:gd name="connsiteX28" fmla="*/ 87423 w 160426"/>
                <a:gd name="connsiteY28" fmla="*/ 89296 h 145930"/>
                <a:gd name="connsiteX29" fmla="*/ 98375 w 160426"/>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5930">
                  <a:moveTo>
                    <a:pt x="98375" y="45163"/>
                  </a:moveTo>
                  <a:cubicBezTo>
                    <a:pt x="100308" y="36787"/>
                    <a:pt x="107718" y="7150"/>
                    <a:pt x="130268" y="7150"/>
                  </a:cubicBezTo>
                  <a:cubicBezTo>
                    <a:pt x="131878" y="7150"/>
                    <a:pt x="139610" y="7150"/>
                    <a:pt x="146375" y="11338"/>
                  </a:cubicBezTo>
                  <a:cubicBezTo>
                    <a:pt x="137355" y="12948"/>
                    <a:pt x="130912" y="21002"/>
                    <a:pt x="130912" y="28733"/>
                  </a:cubicBezTo>
                  <a:cubicBezTo>
                    <a:pt x="130912" y="33888"/>
                    <a:pt x="134455" y="40008"/>
                    <a:pt x="143153" y="40008"/>
                  </a:cubicBezTo>
                  <a:cubicBezTo>
                    <a:pt x="150240" y="40008"/>
                    <a:pt x="160549" y="34210"/>
                    <a:pt x="160549" y="21324"/>
                  </a:cubicBezTo>
                  <a:cubicBezTo>
                    <a:pt x="160549" y="4573"/>
                    <a:pt x="141543" y="63"/>
                    <a:pt x="130590" y="63"/>
                  </a:cubicBezTo>
                  <a:cubicBezTo>
                    <a:pt x="111905" y="63"/>
                    <a:pt x="100630" y="17136"/>
                    <a:pt x="96765" y="24546"/>
                  </a:cubicBezTo>
                  <a:cubicBezTo>
                    <a:pt x="88711" y="3284"/>
                    <a:pt x="71315" y="63"/>
                    <a:pt x="61973" y="63"/>
                  </a:cubicBezTo>
                  <a:cubicBezTo>
                    <a:pt x="28470" y="63"/>
                    <a:pt x="10108" y="41619"/>
                    <a:pt x="10108" y="49673"/>
                  </a:cubicBezTo>
                  <a:cubicBezTo>
                    <a:pt x="10108" y="52894"/>
                    <a:pt x="13330" y="52894"/>
                    <a:pt x="13974" y="52894"/>
                  </a:cubicBezTo>
                  <a:cubicBezTo>
                    <a:pt x="16551" y="52894"/>
                    <a:pt x="17518" y="52250"/>
                    <a:pt x="18162" y="49350"/>
                  </a:cubicBezTo>
                  <a:cubicBezTo>
                    <a:pt x="29115" y="15203"/>
                    <a:pt x="50376" y="7150"/>
                    <a:pt x="61329" y="7150"/>
                  </a:cubicBezTo>
                  <a:cubicBezTo>
                    <a:pt x="67450" y="7150"/>
                    <a:pt x="78725" y="10049"/>
                    <a:pt x="78725" y="28733"/>
                  </a:cubicBezTo>
                  <a:cubicBezTo>
                    <a:pt x="78725" y="38720"/>
                    <a:pt x="73248" y="60303"/>
                    <a:pt x="61329" y="105403"/>
                  </a:cubicBezTo>
                  <a:cubicBezTo>
                    <a:pt x="56175" y="125376"/>
                    <a:pt x="44900" y="138906"/>
                    <a:pt x="30725" y="138906"/>
                  </a:cubicBezTo>
                  <a:cubicBezTo>
                    <a:pt x="28793" y="138906"/>
                    <a:pt x="21383" y="138906"/>
                    <a:pt x="14618" y="134718"/>
                  </a:cubicBezTo>
                  <a:cubicBezTo>
                    <a:pt x="22672" y="133107"/>
                    <a:pt x="29759" y="126342"/>
                    <a:pt x="29759" y="117322"/>
                  </a:cubicBezTo>
                  <a:cubicBezTo>
                    <a:pt x="29759" y="108625"/>
                    <a:pt x="22672" y="106047"/>
                    <a:pt x="17840" y="106047"/>
                  </a:cubicBezTo>
                  <a:cubicBezTo>
                    <a:pt x="8176" y="106047"/>
                    <a:pt x="122" y="114423"/>
                    <a:pt x="122" y="124732"/>
                  </a:cubicBezTo>
                  <a:cubicBezTo>
                    <a:pt x="122" y="139550"/>
                    <a:pt x="16229" y="145993"/>
                    <a:pt x="30403" y="145993"/>
                  </a:cubicBezTo>
                  <a:cubicBezTo>
                    <a:pt x="51665" y="145993"/>
                    <a:pt x="63262" y="123443"/>
                    <a:pt x="64228" y="121510"/>
                  </a:cubicBezTo>
                  <a:cubicBezTo>
                    <a:pt x="68094" y="133430"/>
                    <a:pt x="79691" y="145993"/>
                    <a:pt x="99020" y="145993"/>
                  </a:cubicBezTo>
                  <a:cubicBezTo>
                    <a:pt x="132200" y="145993"/>
                    <a:pt x="150563" y="104437"/>
                    <a:pt x="150563" y="96383"/>
                  </a:cubicBezTo>
                  <a:cubicBezTo>
                    <a:pt x="150563" y="93162"/>
                    <a:pt x="147663" y="93162"/>
                    <a:pt x="146697" y="93162"/>
                  </a:cubicBezTo>
                  <a:cubicBezTo>
                    <a:pt x="143798" y="93162"/>
                    <a:pt x="143153" y="94450"/>
                    <a:pt x="142509" y="96705"/>
                  </a:cubicBezTo>
                  <a:cubicBezTo>
                    <a:pt x="131878" y="131175"/>
                    <a:pt x="109973" y="138906"/>
                    <a:pt x="99664" y="138906"/>
                  </a:cubicBezTo>
                  <a:cubicBezTo>
                    <a:pt x="87100" y="138906"/>
                    <a:pt x="81946" y="128597"/>
                    <a:pt x="81946" y="117645"/>
                  </a:cubicBezTo>
                  <a:cubicBezTo>
                    <a:pt x="81946" y="110557"/>
                    <a:pt x="83879" y="103470"/>
                    <a:pt x="87423" y="89296"/>
                  </a:cubicBezTo>
                  <a:lnTo>
                    <a:pt x="98375" y="451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50" name="TextBox 49">
            <a:extLst>
              <a:ext uri="{FF2B5EF4-FFF2-40B4-BE49-F238E27FC236}">
                <a16:creationId xmlns:a16="http://schemas.microsoft.com/office/drawing/2014/main" id="{ADBFE9FD-1281-65E3-6787-E0308BA12E9F}"/>
              </a:ext>
            </a:extLst>
          </p:cNvPr>
          <p:cNvSpPr txBox="1"/>
          <p:nvPr/>
        </p:nvSpPr>
        <p:spPr>
          <a:xfrm>
            <a:off x="6469520" y="5357494"/>
            <a:ext cx="3938599" cy="738664"/>
          </a:xfrm>
          <a:prstGeom prst="rect">
            <a:avLst/>
          </a:prstGeom>
          <a:noFill/>
        </p:spPr>
        <p:txBody>
          <a:bodyPr wrap="square">
            <a:spAutoFit/>
          </a:bodyPr>
          <a:lstStyle/>
          <a:p>
            <a:r>
              <a:rPr lang="en-US" sz="1400"/>
              <a:t> is the </a:t>
            </a:r>
            <a:r>
              <a:rPr lang="en-US" sz="1400" b="1">
                <a:highlight>
                  <a:srgbClr val="FFC000"/>
                </a:highlight>
              </a:rPr>
              <a:t>slope parameter in the relationship between </a:t>
            </a:r>
            <a:r>
              <a:rPr lang="en-US" sz="1400" b="1" i="1">
                <a:highlight>
                  <a:srgbClr val="FFC000"/>
                </a:highlight>
              </a:rPr>
              <a:t>y</a:t>
            </a:r>
            <a:r>
              <a:rPr lang="en-US" sz="1400" b="1">
                <a:highlight>
                  <a:srgbClr val="FFC000"/>
                </a:highlight>
              </a:rPr>
              <a:t> and </a:t>
            </a:r>
            <a:r>
              <a:rPr lang="en-US" sz="1400" b="1" i="1">
                <a:highlight>
                  <a:srgbClr val="FFC000"/>
                </a:highlight>
              </a:rPr>
              <a:t>x</a:t>
            </a:r>
            <a:r>
              <a:rPr lang="en-US" sz="1400"/>
              <a:t>, when all other factors contained in u remain constant.</a:t>
            </a:r>
            <a:endParaRPr lang="es-CO" sz="1400" b="1"/>
          </a:p>
        </p:txBody>
      </p:sp>
      <p:cxnSp>
        <p:nvCxnSpPr>
          <p:cNvPr id="51" name="Connector: Elbow 50">
            <a:extLst>
              <a:ext uri="{FF2B5EF4-FFF2-40B4-BE49-F238E27FC236}">
                <a16:creationId xmlns:a16="http://schemas.microsoft.com/office/drawing/2014/main" id="{30602C5E-AA29-7546-1EE1-4C6C97DFC66C}"/>
              </a:ext>
            </a:extLst>
          </p:cNvPr>
          <p:cNvCxnSpPr>
            <a:cxnSpLocks/>
            <a:endCxn id="50" idx="1"/>
          </p:cNvCxnSpPr>
          <p:nvPr/>
        </p:nvCxnSpPr>
        <p:spPr>
          <a:xfrm>
            <a:off x="5678783" y="5243362"/>
            <a:ext cx="790737" cy="483464"/>
          </a:xfrm>
          <a:prstGeom prst="bentConnector3">
            <a:avLst>
              <a:gd name="adj1" fmla="val -300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08105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663B-045E-04DD-C9DC-2732CED1461B}"/>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982AFDE3-5EBB-A8C2-63CD-A24341AF11AE}"/>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F454967D-D797-B64C-A493-363E350F12EC}"/>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ECE41AAA-B44F-20EA-FBA1-0DAB9BECCF38}"/>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60416D13-67B2-94B4-F3E8-88C5CC931F6A}"/>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8797ADCF-B039-F44E-03F6-C13E4FF8443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49C63A5E-1657-1A13-215A-7DDC094CF045}"/>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How to assess the relationship between the independent variable and the error term?</a:t>
            </a:r>
            <a:endParaRPr lang="es-ES" sz="1600" b="1">
              <a:solidFill>
                <a:srgbClr val="FF0000"/>
              </a:solidFill>
            </a:endParaRPr>
          </a:p>
        </p:txBody>
      </p:sp>
      <p:sp>
        <p:nvSpPr>
          <p:cNvPr id="27" name="TextBox 26">
            <a:extLst>
              <a:ext uri="{FF2B5EF4-FFF2-40B4-BE49-F238E27FC236}">
                <a16:creationId xmlns:a16="http://schemas.microsoft.com/office/drawing/2014/main" id="{A07D20CD-4DAC-45A1-DF90-0891D79C8890}"/>
              </a:ext>
            </a:extLst>
          </p:cNvPr>
          <p:cNvSpPr txBox="1"/>
          <p:nvPr/>
        </p:nvSpPr>
        <p:spPr>
          <a:xfrm>
            <a:off x="1447800" y="2354981"/>
            <a:ext cx="5809160" cy="523220"/>
          </a:xfrm>
          <a:prstGeom prst="rect">
            <a:avLst/>
          </a:prstGeom>
          <a:noFill/>
        </p:spPr>
        <p:txBody>
          <a:bodyPr wrap="square">
            <a:spAutoFit/>
          </a:bodyPr>
          <a:lstStyle>
            <a:defPPr>
              <a:defRPr lang="en-US"/>
            </a:defPPr>
            <a:lvl1pPr>
              <a:defRPr sz="1600"/>
            </a:lvl1pPr>
          </a:lstStyle>
          <a:p>
            <a:r>
              <a:rPr lang="en-US" sz="1400"/>
              <a:t>Correlation coefficient</a:t>
            </a:r>
          </a:p>
          <a:p>
            <a:r>
              <a:rPr lang="en-US" sz="1400"/>
              <a:t>Conditional expectation</a:t>
            </a:r>
          </a:p>
        </p:txBody>
      </p:sp>
      <p:sp>
        <p:nvSpPr>
          <p:cNvPr id="162" name="Freeform: Shape 161">
            <a:extLst>
              <a:ext uri="{FF2B5EF4-FFF2-40B4-BE49-F238E27FC236}">
                <a16:creationId xmlns:a16="http://schemas.microsoft.com/office/drawing/2014/main" id="{BAEFB958-5107-6B7A-73A2-6B1DF075C0F2}"/>
              </a:ext>
            </a:extLst>
          </p:cNvPr>
          <p:cNvSpPr/>
          <p:nvPr/>
        </p:nvSpPr>
        <p:spPr>
          <a:xfrm>
            <a:off x="1273120" y="2441911"/>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163" name="Freeform: Shape 162">
            <a:extLst>
              <a:ext uri="{FF2B5EF4-FFF2-40B4-BE49-F238E27FC236}">
                <a16:creationId xmlns:a16="http://schemas.microsoft.com/office/drawing/2014/main" id="{77F5EB57-D7CE-7AAD-5A24-33C45CDCA029}"/>
              </a:ext>
            </a:extLst>
          </p:cNvPr>
          <p:cNvSpPr/>
          <p:nvPr/>
        </p:nvSpPr>
        <p:spPr>
          <a:xfrm>
            <a:off x="1273120" y="2659002"/>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FC9A6F88-6BE2-0AAA-9B12-4D67C589F8BC}"/>
                  </a:ext>
                </a:extLst>
              </p:cNvPr>
              <p:cNvSpPr txBox="1"/>
              <p:nvPr/>
            </p:nvSpPr>
            <p:spPr>
              <a:xfrm>
                <a:off x="891589" y="3215183"/>
                <a:ext cx="10112027" cy="738664"/>
              </a:xfrm>
              <a:prstGeom prst="rect">
                <a:avLst/>
              </a:prstGeom>
              <a:noFill/>
            </p:spPr>
            <p:txBody>
              <a:bodyPr wrap="square">
                <a:spAutoFit/>
              </a:bodyPr>
              <a:lstStyle/>
              <a:p>
                <a14:m>
                  <m:oMath xmlns:m="http://schemas.openxmlformats.org/officeDocument/2006/math">
                    <m:r>
                      <a:rPr lang="en-US" sz="1400" b="1" i="1" dirty="0" smtClean="0">
                        <a:solidFill>
                          <a:srgbClr val="FF0000"/>
                        </a:solidFill>
                        <a:latin typeface="Cambria Math" panose="02040503050406030204" pitchFamily="18" charset="0"/>
                      </a:rPr>
                      <m:t>𝑼</m:t>
                    </m:r>
                  </m:oMath>
                </a14:m>
                <a:r>
                  <a:rPr lang="en-US" sz="1400" b="1">
                    <a:solidFill>
                      <a:srgbClr val="FF0000"/>
                    </a:solidFill>
                  </a:rPr>
                  <a:t> and</a:t>
                </a:r>
                <a14:m>
                  <m:oMath xmlns:m="http://schemas.openxmlformats.org/officeDocument/2006/math">
                    <m:r>
                      <a:rPr lang="en-US" sz="1400" b="1" i="1" dirty="0" smtClean="0">
                        <a:solidFill>
                          <a:srgbClr val="FF0000"/>
                        </a:solidFill>
                        <a:latin typeface="Cambria Math" panose="02040503050406030204" pitchFamily="18" charset="0"/>
                      </a:rPr>
                      <m:t> </m:t>
                    </m:r>
                    <m:r>
                      <a:rPr lang="en-US" sz="1400" b="1" i="1" dirty="0" smtClean="0">
                        <a:solidFill>
                          <a:srgbClr val="FF0000"/>
                        </a:solidFill>
                        <a:latin typeface="Cambria Math" panose="02040503050406030204" pitchFamily="18" charset="0"/>
                      </a:rPr>
                      <m:t>𝑿</m:t>
                    </m:r>
                    <m:r>
                      <a:rPr lang="en-US" sz="1400" b="1" i="1" dirty="0" smtClean="0">
                        <a:solidFill>
                          <a:srgbClr val="FF0000"/>
                        </a:solidFill>
                        <a:latin typeface="Cambria Math" panose="02040503050406030204" pitchFamily="18" charset="0"/>
                      </a:rPr>
                      <m:t> </m:t>
                    </m:r>
                  </m:oMath>
                </a14:m>
                <a:r>
                  <a:rPr lang="en-US" sz="1400" b="1">
                    <a:solidFill>
                      <a:srgbClr val="FF0000"/>
                    </a:solidFill>
                  </a:rPr>
                  <a:t>are random variables.</a:t>
                </a:r>
              </a:p>
              <a:p>
                <a:r>
                  <a:rPr lang="en-US" sz="1400" b="1">
                    <a:highlight>
                      <a:srgbClr val="FFC000"/>
                    </a:highlight>
                  </a:rPr>
                  <a:t>The conditional distribution </a:t>
                </a:r>
                <a:r>
                  <a:rPr lang="en-US" sz="1400"/>
                  <a:t>of </a:t>
                </a:r>
                <a14:m>
                  <m:oMath xmlns:m="http://schemas.openxmlformats.org/officeDocument/2006/math">
                    <m:r>
                      <a:rPr lang="en-US" sz="1400" i="1" dirty="0" smtClean="0">
                        <a:latin typeface="Cambria Math" panose="02040503050406030204" pitchFamily="18" charset="0"/>
                      </a:rPr>
                      <m:t>𝑢</m:t>
                    </m:r>
                  </m:oMath>
                </a14:m>
                <a:r>
                  <a:rPr lang="en-US" sz="1400"/>
                  <a:t> given any value of </a:t>
                </a:r>
                <a14:m>
                  <m:oMath xmlns:m="http://schemas.openxmlformats.org/officeDocument/2006/math">
                    <m:r>
                      <a:rPr lang="en-US" sz="1400" i="1" dirty="0" smtClean="0">
                        <a:latin typeface="Cambria Math" panose="02040503050406030204" pitchFamily="18" charset="0"/>
                      </a:rPr>
                      <m:t>𝑥</m:t>
                    </m:r>
                  </m:oMath>
                </a14:m>
                <a:r>
                  <a:rPr lang="en-US" sz="1400"/>
                  <a:t> can be defined as follows:</a:t>
                </a:r>
              </a:p>
              <a:p>
                <a:r>
                  <a:rPr lang="en-US" sz="1400"/>
                  <a:t>For each </a:t>
                </a:r>
                <a14:m>
                  <m:oMath xmlns:m="http://schemas.openxmlformats.org/officeDocument/2006/math">
                    <m:r>
                      <a:rPr lang="en-US" sz="1400" i="1" dirty="0" smtClean="0">
                        <a:latin typeface="Cambria Math" panose="02040503050406030204" pitchFamily="18" charset="0"/>
                      </a:rPr>
                      <m:t>𝑥</m:t>
                    </m:r>
                  </m:oMath>
                </a14:m>
                <a:r>
                  <a:rPr lang="en-US" sz="1400"/>
                  <a:t>, the expected value (or average) of </a:t>
                </a:r>
                <a14:m>
                  <m:oMath xmlns:m="http://schemas.openxmlformats.org/officeDocument/2006/math">
                    <m:r>
                      <a:rPr lang="en-US" sz="1400" i="1" dirty="0" smtClean="0">
                        <a:latin typeface="Cambria Math" panose="02040503050406030204" pitchFamily="18" charset="0"/>
                      </a:rPr>
                      <m:t>𝑢</m:t>
                    </m:r>
                  </m:oMath>
                </a14:m>
                <a:r>
                  <a:rPr lang="en-US" sz="1400"/>
                  <a:t> can be obtained in the subset of the population described by that value of </a:t>
                </a:r>
                <a14:m>
                  <m:oMath xmlns:m="http://schemas.openxmlformats.org/officeDocument/2006/math">
                    <m:r>
                      <a:rPr lang="en-US" sz="1400" i="1" dirty="0" smtClean="0">
                        <a:latin typeface="Cambria Math" panose="02040503050406030204" pitchFamily="18" charset="0"/>
                      </a:rPr>
                      <m:t>𝑥</m:t>
                    </m:r>
                  </m:oMath>
                </a14:m>
                <a:r>
                  <a:rPr lang="en-US" sz="1400"/>
                  <a:t>.</a:t>
                </a:r>
              </a:p>
            </p:txBody>
          </p:sp>
        </mc:Choice>
        <mc:Fallback xmlns="">
          <p:sp>
            <p:nvSpPr>
              <p:cNvPr id="166" name="TextBox 165">
                <a:extLst>
                  <a:ext uri="{FF2B5EF4-FFF2-40B4-BE49-F238E27FC236}">
                    <a16:creationId xmlns:a16="http://schemas.microsoft.com/office/drawing/2014/main" id="{FC9A6F88-6BE2-0AAA-9B12-4D67C589F8BC}"/>
                  </a:ext>
                </a:extLst>
              </p:cNvPr>
              <p:cNvSpPr txBox="1">
                <a:spLocks noRot="1" noChangeAspect="1" noMove="1" noResize="1" noEditPoints="1" noAdjustHandles="1" noChangeArrowheads="1" noChangeShapeType="1" noTextEdit="1"/>
              </p:cNvSpPr>
              <p:nvPr/>
            </p:nvSpPr>
            <p:spPr>
              <a:xfrm>
                <a:off x="891589" y="3215183"/>
                <a:ext cx="10112027" cy="738664"/>
              </a:xfrm>
              <a:prstGeom prst="rect">
                <a:avLst/>
              </a:prstGeom>
              <a:blipFill>
                <a:blip r:embed="rId24"/>
                <a:stretch>
                  <a:fillRect l="-181" t="-820" b="-7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A4E1992D-7C20-71C5-C416-51189013BBC7}"/>
                  </a:ext>
                </a:extLst>
              </p:cNvPr>
              <p:cNvSpPr txBox="1"/>
              <p:nvPr/>
            </p:nvSpPr>
            <p:spPr>
              <a:xfrm>
                <a:off x="2717973" y="4168682"/>
                <a:ext cx="6096000" cy="52322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Mean independence </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of </a:t>
                </a:r>
                <a14:m>
                  <m:oMath xmlns:m="http://schemas.openxmlformats.org/officeDocument/2006/math">
                    <m:r>
                      <a:rPr kumimoji="0" lang="en-US" sz="1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oMath>
                </a14:m>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given </a:t>
                </a:r>
                <a14:m>
                  <m:oMath xmlns:m="http://schemas.openxmlformats.org/officeDocument/2006/math">
                    <m:r>
                      <a:rPr kumimoji="0" lang="en-US" sz="1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oMath>
                </a14:m>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a:t>
                </a:r>
                <a:b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b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The average value of </a:t>
                </a:r>
                <a14:m>
                  <m:oMath xmlns:m="http://schemas.openxmlformats.org/officeDocument/2006/math">
                    <m:r>
                      <a:rPr kumimoji="0" lang="en-US" sz="1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𝑢</m:t>
                    </m:r>
                  </m:oMath>
                </a14:m>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does not depend on the value of </a:t>
                </a:r>
                <a14:m>
                  <m:oMath xmlns:m="http://schemas.openxmlformats.org/officeDocument/2006/math">
                    <m:r>
                      <a:rPr kumimoji="0" lang="en-US" sz="1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𝑥</m:t>
                    </m:r>
                  </m:oMath>
                </a14:m>
                <a:endParaRPr kumimoji="0" lang="en-GB" sz="1400" b="0" i="0" u="none" strike="noStrike" kern="1200" cap="none" spc="0" normalizeH="0" baseline="0" noProof="0">
                  <a:ln>
                    <a:noFill/>
                  </a:ln>
                  <a:solidFill>
                    <a:prstClr val="black"/>
                  </a:solidFill>
                  <a:effectLst/>
                  <a:uLnTx/>
                  <a:uFillTx/>
                  <a:latin typeface="Aptos" panose="020B0004020202020204"/>
                  <a:ea typeface="+mn-ea"/>
                  <a:cs typeface="+mn-cs"/>
                </a:endParaRPr>
              </a:p>
            </p:txBody>
          </p:sp>
        </mc:Choice>
        <mc:Fallback xmlns="">
          <p:sp>
            <p:nvSpPr>
              <p:cNvPr id="170" name="TextBox 169">
                <a:extLst>
                  <a:ext uri="{FF2B5EF4-FFF2-40B4-BE49-F238E27FC236}">
                    <a16:creationId xmlns:a16="http://schemas.microsoft.com/office/drawing/2014/main" id="{A4E1992D-7C20-71C5-C416-51189013BBC7}"/>
                  </a:ext>
                </a:extLst>
              </p:cNvPr>
              <p:cNvSpPr txBox="1">
                <a:spLocks noRot="1" noChangeAspect="1" noMove="1" noResize="1" noEditPoints="1" noAdjustHandles="1" noChangeArrowheads="1" noChangeShapeType="1" noTextEdit="1"/>
              </p:cNvSpPr>
              <p:nvPr/>
            </p:nvSpPr>
            <p:spPr>
              <a:xfrm>
                <a:off x="2717973" y="4168682"/>
                <a:ext cx="6096000" cy="523220"/>
              </a:xfrm>
              <a:prstGeom prst="rect">
                <a:avLst/>
              </a:prstGeom>
              <a:blipFill>
                <a:blip r:embed="rId25"/>
                <a:stretch>
                  <a:fillRect l="-300" t="-2326" b="-10465"/>
                </a:stretch>
              </a:blipFill>
            </p:spPr>
            <p:txBody>
              <a:bodyPr/>
              <a:lstStyle/>
              <a:p>
                <a:r>
                  <a:rPr lang="en-US">
                    <a:noFill/>
                  </a:rPr>
                  <a:t> </a:t>
                </a:r>
              </a:p>
            </p:txBody>
          </p:sp>
        </mc:Fallback>
      </mc:AlternateContent>
      <p:grpSp>
        <p:nvGrpSpPr>
          <p:cNvPr id="171" name="Group 170">
            <a:extLst>
              <a:ext uri="{FF2B5EF4-FFF2-40B4-BE49-F238E27FC236}">
                <a16:creationId xmlns:a16="http://schemas.microsoft.com/office/drawing/2014/main" id="{EB99E7A5-625C-F142-3F83-DD427D39E658}"/>
              </a:ext>
            </a:extLst>
          </p:cNvPr>
          <p:cNvGrpSpPr>
            <a:grpSpLocks noChangeAspect="1"/>
          </p:cNvGrpSpPr>
          <p:nvPr>
            <p:custDataLst>
              <p:tags r:id="rId1"/>
            </p:custDataLst>
          </p:nvPr>
        </p:nvGrpSpPr>
        <p:grpSpPr>
          <a:xfrm>
            <a:off x="1273120" y="4281534"/>
            <a:ext cx="1337676" cy="222052"/>
            <a:chOff x="3783978" y="6927750"/>
            <a:chExt cx="1337676" cy="222052"/>
          </a:xfrm>
        </p:grpSpPr>
        <p:sp>
          <p:nvSpPr>
            <p:cNvPr id="172" name="Freeform: Shape 171">
              <a:extLst>
                <a:ext uri="{FF2B5EF4-FFF2-40B4-BE49-F238E27FC236}">
                  <a16:creationId xmlns:a16="http://schemas.microsoft.com/office/drawing/2014/main" id="{A9779DCE-96B7-76B2-ABE0-7ED0FD75B4C9}"/>
                </a:ext>
              </a:extLst>
            </p:cNvPr>
            <p:cNvSpPr/>
            <p:nvPr>
              <p:custDataLst>
                <p:tags r:id="rId11"/>
              </p:custDataLst>
            </p:nvPr>
          </p:nvSpPr>
          <p:spPr>
            <a:xfrm>
              <a:off x="3783978" y="6943293"/>
              <a:ext cx="165292" cy="150995"/>
            </a:xfrm>
            <a:custGeom>
              <a:avLst/>
              <a:gdLst>
                <a:gd name="connsiteX0" fmla="*/ 152667 w 165292"/>
                <a:gd name="connsiteY0" fmla="*/ 99320 h 150995"/>
                <a:gd name="connsiteX1" fmla="*/ 153805 w 165292"/>
                <a:gd name="connsiteY1" fmla="*/ 96211 h 150995"/>
                <a:gd name="connsiteX2" fmla="*/ 151072 w 165292"/>
                <a:gd name="connsiteY2" fmla="*/ 93769 h 150995"/>
                <a:gd name="connsiteX3" fmla="*/ 148112 w 165292"/>
                <a:gd name="connsiteY3" fmla="*/ 96433 h 150995"/>
                <a:gd name="connsiteX4" fmla="*/ 85937 w 165292"/>
                <a:gd name="connsiteY4" fmla="*/ 144175 h 150995"/>
                <a:gd name="connsiteX5" fmla="*/ 52686 w 165292"/>
                <a:gd name="connsiteY5" fmla="*/ 144175 h 150995"/>
                <a:gd name="connsiteX6" fmla="*/ 47676 w 165292"/>
                <a:gd name="connsiteY6" fmla="*/ 143953 h 150995"/>
                <a:gd name="connsiteX7" fmla="*/ 44715 w 165292"/>
                <a:gd name="connsiteY7" fmla="*/ 141732 h 150995"/>
                <a:gd name="connsiteX8" fmla="*/ 45854 w 165292"/>
                <a:gd name="connsiteY8" fmla="*/ 136625 h 150995"/>
                <a:gd name="connsiteX9" fmla="*/ 61340 w 165292"/>
                <a:gd name="connsiteY9" fmla="*/ 76005 h 150995"/>
                <a:gd name="connsiteX10" fmla="*/ 83887 w 165292"/>
                <a:gd name="connsiteY10" fmla="*/ 76005 h 150995"/>
                <a:gd name="connsiteX11" fmla="*/ 103246 w 165292"/>
                <a:gd name="connsiteY11" fmla="*/ 86219 h 150995"/>
                <a:gd name="connsiteX12" fmla="*/ 101651 w 165292"/>
                <a:gd name="connsiteY12" fmla="*/ 97100 h 150995"/>
                <a:gd name="connsiteX13" fmla="*/ 100968 w 165292"/>
                <a:gd name="connsiteY13" fmla="*/ 99542 h 150995"/>
                <a:gd name="connsiteX14" fmla="*/ 103929 w 165292"/>
                <a:gd name="connsiteY14" fmla="*/ 101985 h 150995"/>
                <a:gd name="connsiteX15" fmla="*/ 107345 w 165292"/>
                <a:gd name="connsiteY15" fmla="*/ 97544 h 150995"/>
                <a:gd name="connsiteX16" fmla="*/ 120327 w 165292"/>
                <a:gd name="connsiteY16" fmla="*/ 45583 h 150995"/>
                <a:gd name="connsiteX17" fmla="*/ 117594 w 165292"/>
                <a:gd name="connsiteY17" fmla="*/ 43141 h 150995"/>
                <a:gd name="connsiteX18" fmla="*/ 114405 w 165292"/>
                <a:gd name="connsiteY18" fmla="*/ 47138 h 150995"/>
                <a:gd name="connsiteX19" fmla="*/ 84570 w 165292"/>
                <a:gd name="connsiteY19" fmla="*/ 69121 h 150995"/>
                <a:gd name="connsiteX20" fmla="*/ 63162 w 165292"/>
                <a:gd name="connsiteY20" fmla="*/ 69121 h 150995"/>
                <a:gd name="connsiteX21" fmla="*/ 76827 w 165292"/>
                <a:gd name="connsiteY21" fmla="*/ 15606 h 150995"/>
                <a:gd name="connsiteX22" fmla="*/ 89125 w 165292"/>
                <a:gd name="connsiteY22" fmla="*/ 6946 h 150995"/>
                <a:gd name="connsiteX23" fmla="*/ 121238 w 165292"/>
                <a:gd name="connsiteY23" fmla="*/ 6946 h 150995"/>
                <a:gd name="connsiteX24" fmla="*/ 155855 w 165292"/>
                <a:gd name="connsiteY24" fmla="*/ 31594 h 150995"/>
                <a:gd name="connsiteX25" fmla="*/ 154944 w 165292"/>
                <a:gd name="connsiteY25" fmla="*/ 43363 h 150995"/>
                <a:gd name="connsiteX26" fmla="*/ 154716 w 165292"/>
                <a:gd name="connsiteY26" fmla="*/ 47360 h 150995"/>
                <a:gd name="connsiteX27" fmla="*/ 157449 w 165292"/>
                <a:gd name="connsiteY27" fmla="*/ 50025 h 150995"/>
                <a:gd name="connsiteX28" fmla="*/ 160638 w 165292"/>
                <a:gd name="connsiteY28" fmla="*/ 44473 h 150995"/>
                <a:gd name="connsiteX29" fmla="*/ 165193 w 165292"/>
                <a:gd name="connsiteY29" fmla="*/ 6058 h 150995"/>
                <a:gd name="connsiteX30" fmla="*/ 159043 w 165292"/>
                <a:gd name="connsiteY30" fmla="*/ 63 h 150995"/>
                <a:gd name="connsiteX31" fmla="*/ 44032 w 165292"/>
                <a:gd name="connsiteY31" fmla="*/ 63 h 150995"/>
                <a:gd name="connsiteX32" fmla="*/ 37199 w 165292"/>
                <a:gd name="connsiteY32" fmla="*/ 4504 h 150995"/>
                <a:gd name="connsiteX33" fmla="*/ 43576 w 165292"/>
                <a:gd name="connsiteY33" fmla="*/ 6946 h 150995"/>
                <a:gd name="connsiteX34" fmla="*/ 58380 w 165292"/>
                <a:gd name="connsiteY34" fmla="*/ 10943 h 150995"/>
                <a:gd name="connsiteX35" fmla="*/ 57241 w 165292"/>
                <a:gd name="connsiteY35" fmla="*/ 16273 h 150995"/>
                <a:gd name="connsiteX36" fmla="*/ 27178 w 165292"/>
                <a:gd name="connsiteY36" fmla="*/ 133738 h 150995"/>
                <a:gd name="connsiteX37" fmla="*/ 6454 w 165292"/>
                <a:gd name="connsiteY37" fmla="*/ 144175 h 150995"/>
                <a:gd name="connsiteX38" fmla="*/ 77 w 165292"/>
                <a:gd name="connsiteY38" fmla="*/ 148394 h 150995"/>
                <a:gd name="connsiteX39" fmla="*/ 6454 w 165292"/>
                <a:gd name="connsiteY39" fmla="*/ 151058 h 150995"/>
                <a:gd name="connsiteX40" fmla="*/ 124654 w 165292"/>
                <a:gd name="connsiteY40" fmla="*/ 151058 h 150995"/>
                <a:gd name="connsiteX41" fmla="*/ 131714 w 165292"/>
                <a:gd name="connsiteY41" fmla="*/ 147283 h 150995"/>
                <a:gd name="connsiteX42" fmla="*/ 152667 w 165292"/>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292" h="150995">
                  <a:moveTo>
                    <a:pt x="152667" y="99320"/>
                  </a:moveTo>
                  <a:cubicBezTo>
                    <a:pt x="153122" y="98210"/>
                    <a:pt x="153805" y="96656"/>
                    <a:pt x="153805" y="96211"/>
                  </a:cubicBezTo>
                  <a:cubicBezTo>
                    <a:pt x="153805" y="95989"/>
                    <a:pt x="153805" y="93769"/>
                    <a:pt x="151072" y="93769"/>
                  </a:cubicBezTo>
                  <a:cubicBezTo>
                    <a:pt x="149023" y="93769"/>
                    <a:pt x="148567" y="95101"/>
                    <a:pt x="148112" y="96433"/>
                  </a:cubicBezTo>
                  <a:cubicBezTo>
                    <a:pt x="133308" y="129297"/>
                    <a:pt x="124882" y="144175"/>
                    <a:pt x="85937" y="144175"/>
                  </a:cubicBezTo>
                  <a:lnTo>
                    <a:pt x="52686" y="144175"/>
                  </a:lnTo>
                  <a:cubicBezTo>
                    <a:pt x="49498" y="144175"/>
                    <a:pt x="49042" y="144175"/>
                    <a:pt x="47676" y="143953"/>
                  </a:cubicBezTo>
                  <a:cubicBezTo>
                    <a:pt x="45398" y="143731"/>
                    <a:pt x="44715" y="143509"/>
                    <a:pt x="44715" y="141732"/>
                  </a:cubicBezTo>
                  <a:cubicBezTo>
                    <a:pt x="44715" y="141066"/>
                    <a:pt x="44715" y="140622"/>
                    <a:pt x="45854" y="136625"/>
                  </a:cubicBezTo>
                  <a:lnTo>
                    <a:pt x="61340" y="76005"/>
                  </a:lnTo>
                  <a:lnTo>
                    <a:pt x="83887" y="76005"/>
                  </a:lnTo>
                  <a:cubicBezTo>
                    <a:pt x="103246" y="76005"/>
                    <a:pt x="103246" y="80668"/>
                    <a:pt x="103246" y="86219"/>
                  </a:cubicBezTo>
                  <a:cubicBezTo>
                    <a:pt x="103246" y="87773"/>
                    <a:pt x="103246" y="90438"/>
                    <a:pt x="101651" y="97100"/>
                  </a:cubicBezTo>
                  <a:cubicBezTo>
                    <a:pt x="101196" y="98210"/>
                    <a:pt x="100968" y="98876"/>
                    <a:pt x="100968" y="99542"/>
                  </a:cubicBezTo>
                  <a:cubicBezTo>
                    <a:pt x="100968" y="100652"/>
                    <a:pt x="101879" y="101985"/>
                    <a:pt x="103929" y="101985"/>
                  </a:cubicBezTo>
                  <a:cubicBezTo>
                    <a:pt x="105751" y="101985"/>
                    <a:pt x="106434" y="100874"/>
                    <a:pt x="107345" y="97544"/>
                  </a:cubicBezTo>
                  <a:lnTo>
                    <a:pt x="120327" y="45583"/>
                  </a:lnTo>
                  <a:cubicBezTo>
                    <a:pt x="120327" y="44251"/>
                    <a:pt x="119188" y="43141"/>
                    <a:pt x="117594" y="43141"/>
                  </a:cubicBezTo>
                  <a:cubicBezTo>
                    <a:pt x="115544" y="43141"/>
                    <a:pt x="115088" y="44473"/>
                    <a:pt x="114405" y="47138"/>
                  </a:cubicBezTo>
                  <a:cubicBezTo>
                    <a:pt x="109623" y="64014"/>
                    <a:pt x="105523" y="69121"/>
                    <a:pt x="84570" y="69121"/>
                  </a:cubicBezTo>
                  <a:lnTo>
                    <a:pt x="63162" y="69121"/>
                  </a:lnTo>
                  <a:lnTo>
                    <a:pt x="76827" y="15606"/>
                  </a:lnTo>
                  <a:cubicBezTo>
                    <a:pt x="78877" y="7835"/>
                    <a:pt x="79105" y="6946"/>
                    <a:pt x="89125" y="6946"/>
                  </a:cubicBezTo>
                  <a:lnTo>
                    <a:pt x="121238" y="6946"/>
                  </a:lnTo>
                  <a:cubicBezTo>
                    <a:pt x="149023" y="6946"/>
                    <a:pt x="155855" y="13386"/>
                    <a:pt x="155855" y="31594"/>
                  </a:cubicBezTo>
                  <a:cubicBezTo>
                    <a:pt x="155855" y="36923"/>
                    <a:pt x="155855" y="37368"/>
                    <a:pt x="154944" y="43363"/>
                  </a:cubicBezTo>
                  <a:cubicBezTo>
                    <a:pt x="154944" y="44695"/>
                    <a:pt x="154716" y="46250"/>
                    <a:pt x="154716" y="47360"/>
                  </a:cubicBezTo>
                  <a:cubicBezTo>
                    <a:pt x="154716" y="48470"/>
                    <a:pt x="155399" y="50025"/>
                    <a:pt x="157449" y="50025"/>
                  </a:cubicBezTo>
                  <a:cubicBezTo>
                    <a:pt x="159954" y="50025"/>
                    <a:pt x="160182" y="48692"/>
                    <a:pt x="160638" y="44473"/>
                  </a:cubicBezTo>
                  <a:lnTo>
                    <a:pt x="165193" y="6058"/>
                  </a:lnTo>
                  <a:cubicBezTo>
                    <a:pt x="165876" y="63"/>
                    <a:pt x="164737" y="63"/>
                    <a:pt x="159043" y="63"/>
                  </a:cubicBezTo>
                  <a:lnTo>
                    <a:pt x="44032" y="63"/>
                  </a:lnTo>
                  <a:cubicBezTo>
                    <a:pt x="39477" y="63"/>
                    <a:pt x="37199" y="63"/>
                    <a:pt x="37199" y="4504"/>
                  </a:cubicBezTo>
                  <a:cubicBezTo>
                    <a:pt x="37199" y="6946"/>
                    <a:pt x="39249" y="6946"/>
                    <a:pt x="43576" y="6946"/>
                  </a:cubicBezTo>
                  <a:cubicBezTo>
                    <a:pt x="52003" y="6946"/>
                    <a:pt x="58380" y="6946"/>
                    <a:pt x="58380" y="10943"/>
                  </a:cubicBezTo>
                  <a:cubicBezTo>
                    <a:pt x="58380" y="11832"/>
                    <a:pt x="58380" y="12276"/>
                    <a:pt x="57241" y="16273"/>
                  </a:cubicBezTo>
                  <a:lnTo>
                    <a:pt x="27178" y="133738"/>
                  </a:lnTo>
                  <a:cubicBezTo>
                    <a:pt x="24901" y="142398"/>
                    <a:pt x="24446" y="144175"/>
                    <a:pt x="6454" y="144175"/>
                  </a:cubicBezTo>
                  <a:cubicBezTo>
                    <a:pt x="2582" y="144175"/>
                    <a:pt x="77" y="144175"/>
                    <a:pt x="77" y="148394"/>
                  </a:cubicBezTo>
                  <a:cubicBezTo>
                    <a:pt x="77" y="151058"/>
                    <a:pt x="2126" y="151058"/>
                    <a:pt x="6454" y="151058"/>
                  </a:cubicBezTo>
                  <a:lnTo>
                    <a:pt x="124654" y="151058"/>
                  </a:lnTo>
                  <a:cubicBezTo>
                    <a:pt x="129892" y="151058"/>
                    <a:pt x="130120" y="150836"/>
                    <a:pt x="131714" y="147283"/>
                  </a:cubicBezTo>
                  <a:lnTo>
                    <a:pt x="152667" y="99320"/>
                  </a:lnTo>
                  <a:close/>
                </a:path>
              </a:pathLst>
            </a:custGeom>
            <a:solidFill>
              <a:srgbClr val="000000"/>
            </a:solidFill>
            <a:ln w="22860" cap="flat">
              <a:noFill/>
              <a:prstDash val="solid"/>
              <a:miter/>
            </a:ln>
          </p:spPr>
          <p:txBody>
            <a:bodyPr rtlCol="0" anchor="ctr"/>
            <a:lstStyle/>
            <a:p>
              <a:endParaRPr lang="en-GB"/>
            </a:p>
          </p:txBody>
        </p:sp>
        <p:sp>
          <p:nvSpPr>
            <p:cNvPr id="173" name="Freeform: Shape 172">
              <a:extLst>
                <a:ext uri="{FF2B5EF4-FFF2-40B4-BE49-F238E27FC236}">
                  <a16:creationId xmlns:a16="http://schemas.microsoft.com/office/drawing/2014/main" id="{AF6335CD-0E7A-4FB8-F2D7-A623B1CF7EA8}"/>
                </a:ext>
              </a:extLst>
            </p:cNvPr>
            <p:cNvSpPr/>
            <p:nvPr>
              <p:custDataLst>
                <p:tags r:id="rId12"/>
              </p:custDataLst>
            </p:nvPr>
          </p:nvSpPr>
          <p:spPr>
            <a:xfrm>
              <a:off x="3983445" y="6927750"/>
              <a:ext cx="31201" cy="222052"/>
            </a:xfrm>
            <a:custGeom>
              <a:avLst/>
              <a:gdLst>
                <a:gd name="connsiteX0" fmla="*/ 31286 w 31201"/>
                <a:gd name="connsiteY0" fmla="*/ 222115 h 222052"/>
                <a:gd name="connsiteX1" fmla="*/ 31286 w 31201"/>
                <a:gd name="connsiteY1" fmla="*/ 213233 h 222052"/>
                <a:gd name="connsiteX2" fmla="*/ 9194 w 31201"/>
                <a:gd name="connsiteY2" fmla="*/ 213233 h 222052"/>
                <a:gd name="connsiteX3" fmla="*/ 9194 w 31201"/>
                <a:gd name="connsiteY3" fmla="*/ 8945 h 222052"/>
                <a:gd name="connsiteX4" fmla="*/ 31286 w 31201"/>
                <a:gd name="connsiteY4" fmla="*/ 8945 h 222052"/>
                <a:gd name="connsiteX5" fmla="*/ 31286 w 31201"/>
                <a:gd name="connsiteY5" fmla="*/ 63 h 222052"/>
                <a:gd name="connsiteX6" fmla="*/ 85 w 31201"/>
                <a:gd name="connsiteY6" fmla="*/ 63 h 222052"/>
                <a:gd name="connsiteX7" fmla="*/ 85 w 31201"/>
                <a:gd name="connsiteY7" fmla="*/ 222115 h 222052"/>
                <a:gd name="connsiteX8" fmla="*/ 31286 w 3120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01" h="222052">
                  <a:moveTo>
                    <a:pt x="31286" y="222115"/>
                  </a:moveTo>
                  <a:lnTo>
                    <a:pt x="31286" y="213233"/>
                  </a:lnTo>
                  <a:lnTo>
                    <a:pt x="9194" y="213233"/>
                  </a:lnTo>
                  <a:lnTo>
                    <a:pt x="9194" y="8945"/>
                  </a:lnTo>
                  <a:lnTo>
                    <a:pt x="31286" y="8945"/>
                  </a:lnTo>
                  <a:lnTo>
                    <a:pt x="31286" y="63"/>
                  </a:lnTo>
                  <a:lnTo>
                    <a:pt x="85" y="63"/>
                  </a:lnTo>
                  <a:lnTo>
                    <a:pt x="85" y="222115"/>
                  </a:lnTo>
                  <a:lnTo>
                    <a:pt x="31286" y="222115"/>
                  </a:lnTo>
                  <a:close/>
                </a:path>
              </a:pathLst>
            </a:custGeom>
            <a:solidFill>
              <a:srgbClr val="000000"/>
            </a:solidFill>
            <a:ln w="22860" cap="flat">
              <a:noFill/>
              <a:prstDash val="solid"/>
              <a:miter/>
            </a:ln>
          </p:spPr>
          <p:txBody>
            <a:bodyPr rtlCol="0" anchor="ctr"/>
            <a:lstStyle/>
            <a:p>
              <a:endParaRPr lang="en-GB"/>
            </a:p>
          </p:txBody>
        </p:sp>
        <p:sp>
          <p:nvSpPr>
            <p:cNvPr id="174" name="Freeform: Shape 173">
              <a:extLst>
                <a:ext uri="{FF2B5EF4-FFF2-40B4-BE49-F238E27FC236}">
                  <a16:creationId xmlns:a16="http://schemas.microsoft.com/office/drawing/2014/main" id="{B762C2B9-A005-BEC3-0407-30A31014042B}"/>
                </a:ext>
              </a:extLst>
            </p:cNvPr>
            <p:cNvSpPr/>
            <p:nvPr>
              <p:custDataLst>
                <p:tags r:id="rId13"/>
              </p:custDataLst>
            </p:nvPr>
          </p:nvSpPr>
          <p:spPr>
            <a:xfrm>
              <a:off x="4026439" y="6996142"/>
              <a:ext cx="117061" cy="100589"/>
            </a:xfrm>
            <a:custGeom>
              <a:avLst/>
              <a:gdLst>
                <a:gd name="connsiteX0" fmla="*/ 73194 w 117061"/>
                <a:gd name="connsiteY0" fmla="*/ 85775 h 100589"/>
                <a:gd name="connsiteX1" fmla="*/ 93463 w 117061"/>
                <a:gd name="connsiteY1" fmla="*/ 100652 h 100589"/>
                <a:gd name="connsiteX2" fmla="*/ 110316 w 117061"/>
                <a:gd name="connsiteY2" fmla="*/ 88440 h 100589"/>
                <a:gd name="connsiteX3" fmla="*/ 117149 w 117061"/>
                <a:gd name="connsiteY3" fmla="*/ 66456 h 100589"/>
                <a:gd name="connsiteX4" fmla="*/ 114416 w 117061"/>
                <a:gd name="connsiteY4" fmla="*/ 64236 h 100589"/>
                <a:gd name="connsiteX5" fmla="*/ 111227 w 117061"/>
                <a:gd name="connsiteY5" fmla="*/ 68233 h 100589"/>
                <a:gd name="connsiteX6" fmla="*/ 94146 w 117061"/>
                <a:gd name="connsiteY6" fmla="*/ 95767 h 100589"/>
                <a:gd name="connsiteX7" fmla="*/ 87086 w 117061"/>
                <a:gd name="connsiteY7" fmla="*/ 85553 h 100589"/>
                <a:gd name="connsiteX8" fmla="*/ 91641 w 117061"/>
                <a:gd name="connsiteY8" fmla="*/ 62459 h 100589"/>
                <a:gd name="connsiteX9" fmla="*/ 98018 w 117061"/>
                <a:gd name="connsiteY9" fmla="*/ 38478 h 100589"/>
                <a:gd name="connsiteX10" fmla="*/ 101890 w 117061"/>
                <a:gd name="connsiteY10" fmla="*/ 23378 h 100589"/>
                <a:gd name="connsiteX11" fmla="*/ 105306 w 117061"/>
                <a:gd name="connsiteY11" fmla="*/ 8501 h 100589"/>
                <a:gd name="connsiteX12" fmla="*/ 98701 w 117061"/>
                <a:gd name="connsiteY12" fmla="*/ 2505 h 100589"/>
                <a:gd name="connsiteX13" fmla="*/ 89819 w 117061"/>
                <a:gd name="connsiteY13" fmla="*/ 10277 h 100589"/>
                <a:gd name="connsiteX14" fmla="*/ 72738 w 117061"/>
                <a:gd name="connsiteY14" fmla="*/ 77115 h 100589"/>
                <a:gd name="connsiteX15" fmla="*/ 46775 w 117061"/>
                <a:gd name="connsiteY15" fmla="*/ 95767 h 100589"/>
                <a:gd name="connsiteX16" fmla="*/ 32655 w 117061"/>
                <a:gd name="connsiteY16" fmla="*/ 77559 h 100589"/>
                <a:gd name="connsiteX17" fmla="*/ 44953 w 117061"/>
                <a:gd name="connsiteY17" fmla="*/ 32260 h 100589"/>
                <a:gd name="connsiteX18" fmla="*/ 48825 w 117061"/>
                <a:gd name="connsiteY18" fmla="*/ 18271 h 100589"/>
                <a:gd name="connsiteX19" fmla="*/ 30150 w 117061"/>
                <a:gd name="connsiteY19" fmla="*/ 63 h 100589"/>
                <a:gd name="connsiteX20" fmla="*/ 87 w 117061"/>
                <a:gd name="connsiteY20" fmla="*/ 34259 h 100589"/>
                <a:gd name="connsiteX21" fmla="*/ 2820 w 117061"/>
                <a:gd name="connsiteY21" fmla="*/ 36479 h 100589"/>
                <a:gd name="connsiteX22" fmla="*/ 6464 w 117061"/>
                <a:gd name="connsiteY22" fmla="*/ 32482 h 100589"/>
                <a:gd name="connsiteX23" fmla="*/ 29467 w 117061"/>
                <a:gd name="connsiteY23" fmla="*/ 4948 h 100589"/>
                <a:gd name="connsiteX24" fmla="*/ 35160 w 117061"/>
                <a:gd name="connsiteY24" fmla="*/ 12276 h 100589"/>
                <a:gd name="connsiteX25" fmla="*/ 31289 w 117061"/>
                <a:gd name="connsiteY25" fmla="*/ 27375 h 100589"/>
                <a:gd name="connsiteX26" fmla="*/ 18079 w 117061"/>
                <a:gd name="connsiteY26" fmla="*/ 74006 h 100589"/>
                <a:gd name="connsiteX27" fmla="*/ 46092 w 117061"/>
                <a:gd name="connsiteY27" fmla="*/ 100652 h 100589"/>
                <a:gd name="connsiteX28" fmla="*/ 73194 w 117061"/>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61" h="100589">
                  <a:moveTo>
                    <a:pt x="73194" y="85775"/>
                  </a:moveTo>
                  <a:cubicBezTo>
                    <a:pt x="75699" y="94879"/>
                    <a:pt x="83670" y="100652"/>
                    <a:pt x="93463" y="100652"/>
                  </a:cubicBezTo>
                  <a:cubicBezTo>
                    <a:pt x="101434" y="100652"/>
                    <a:pt x="106673" y="95545"/>
                    <a:pt x="110316" y="88440"/>
                  </a:cubicBezTo>
                  <a:cubicBezTo>
                    <a:pt x="114188" y="80446"/>
                    <a:pt x="117149" y="66901"/>
                    <a:pt x="117149" y="66456"/>
                  </a:cubicBezTo>
                  <a:cubicBezTo>
                    <a:pt x="117149" y="64236"/>
                    <a:pt x="115099" y="64236"/>
                    <a:pt x="114416" y="64236"/>
                  </a:cubicBezTo>
                  <a:cubicBezTo>
                    <a:pt x="112138" y="64236"/>
                    <a:pt x="111911" y="65124"/>
                    <a:pt x="111227" y="68233"/>
                  </a:cubicBezTo>
                  <a:cubicBezTo>
                    <a:pt x="108039" y="80668"/>
                    <a:pt x="103712" y="95767"/>
                    <a:pt x="94146" y="95767"/>
                  </a:cubicBezTo>
                  <a:cubicBezTo>
                    <a:pt x="89364" y="95767"/>
                    <a:pt x="87086" y="92881"/>
                    <a:pt x="87086" y="85553"/>
                  </a:cubicBezTo>
                  <a:cubicBezTo>
                    <a:pt x="87086" y="80668"/>
                    <a:pt x="89819" y="70231"/>
                    <a:pt x="91641" y="62459"/>
                  </a:cubicBezTo>
                  <a:lnTo>
                    <a:pt x="98018" y="38478"/>
                  </a:lnTo>
                  <a:cubicBezTo>
                    <a:pt x="98701" y="35147"/>
                    <a:pt x="100979" y="26709"/>
                    <a:pt x="101890" y="23378"/>
                  </a:cubicBezTo>
                  <a:cubicBezTo>
                    <a:pt x="103029" y="18271"/>
                    <a:pt x="105306" y="9833"/>
                    <a:pt x="105306" y="8501"/>
                  </a:cubicBezTo>
                  <a:cubicBezTo>
                    <a:pt x="105306" y="4504"/>
                    <a:pt x="102118" y="2505"/>
                    <a:pt x="98701" y="2505"/>
                  </a:cubicBezTo>
                  <a:cubicBezTo>
                    <a:pt x="97563" y="2505"/>
                    <a:pt x="91641" y="2727"/>
                    <a:pt x="89819" y="10277"/>
                  </a:cubicBezTo>
                  <a:cubicBezTo>
                    <a:pt x="85492" y="26487"/>
                    <a:pt x="75471" y="65346"/>
                    <a:pt x="72738" y="77115"/>
                  </a:cubicBezTo>
                  <a:cubicBezTo>
                    <a:pt x="72511" y="78003"/>
                    <a:pt x="63401" y="95767"/>
                    <a:pt x="46775" y="95767"/>
                  </a:cubicBezTo>
                  <a:cubicBezTo>
                    <a:pt x="34933" y="95767"/>
                    <a:pt x="32655" y="85775"/>
                    <a:pt x="32655" y="77559"/>
                  </a:cubicBezTo>
                  <a:cubicBezTo>
                    <a:pt x="32655" y="65124"/>
                    <a:pt x="39032" y="47582"/>
                    <a:pt x="44953" y="32260"/>
                  </a:cubicBezTo>
                  <a:cubicBezTo>
                    <a:pt x="47686" y="25599"/>
                    <a:pt x="48825" y="22490"/>
                    <a:pt x="48825" y="18271"/>
                  </a:cubicBezTo>
                  <a:cubicBezTo>
                    <a:pt x="48825" y="8279"/>
                    <a:pt x="41537" y="63"/>
                    <a:pt x="30150" y="63"/>
                  </a:cubicBezTo>
                  <a:cubicBezTo>
                    <a:pt x="8514" y="63"/>
                    <a:pt x="87" y="32260"/>
                    <a:pt x="87" y="34259"/>
                  </a:cubicBezTo>
                  <a:cubicBezTo>
                    <a:pt x="87" y="36479"/>
                    <a:pt x="2365" y="36479"/>
                    <a:pt x="2820" y="36479"/>
                  </a:cubicBezTo>
                  <a:cubicBezTo>
                    <a:pt x="5098" y="36479"/>
                    <a:pt x="5326" y="36035"/>
                    <a:pt x="6464" y="32482"/>
                  </a:cubicBezTo>
                  <a:cubicBezTo>
                    <a:pt x="12158" y="13164"/>
                    <a:pt x="20812" y="4948"/>
                    <a:pt x="29467" y="4948"/>
                  </a:cubicBezTo>
                  <a:cubicBezTo>
                    <a:pt x="31516" y="4948"/>
                    <a:pt x="35160" y="5170"/>
                    <a:pt x="35160" y="12276"/>
                  </a:cubicBezTo>
                  <a:cubicBezTo>
                    <a:pt x="35160" y="17605"/>
                    <a:pt x="32655" y="24044"/>
                    <a:pt x="31289" y="27375"/>
                  </a:cubicBezTo>
                  <a:cubicBezTo>
                    <a:pt x="22862" y="49358"/>
                    <a:pt x="18079" y="63126"/>
                    <a:pt x="18079" y="74006"/>
                  </a:cubicBezTo>
                  <a:cubicBezTo>
                    <a:pt x="18079" y="95101"/>
                    <a:pt x="33794" y="100652"/>
                    <a:pt x="46092" y="100652"/>
                  </a:cubicBezTo>
                  <a:cubicBezTo>
                    <a:pt x="61123" y="100652"/>
                    <a:pt x="69322" y="90660"/>
                    <a:pt x="73194" y="85775"/>
                  </a:cubicBezTo>
                  <a:close/>
                </a:path>
              </a:pathLst>
            </a:custGeom>
            <a:solidFill>
              <a:srgbClr val="000000"/>
            </a:solidFill>
            <a:ln w="22860" cap="flat">
              <a:noFill/>
              <a:prstDash val="solid"/>
              <a:miter/>
            </a:ln>
          </p:spPr>
          <p:txBody>
            <a:bodyPr rtlCol="0" anchor="ctr"/>
            <a:lstStyle/>
            <a:p>
              <a:endParaRPr lang="en-GB"/>
            </a:p>
          </p:txBody>
        </p:sp>
        <p:sp>
          <p:nvSpPr>
            <p:cNvPr id="175" name="Freeform: Shape 174">
              <a:extLst>
                <a:ext uri="{FF2B5EF4-FFF2-40B4-BE49-F238E27FC236}">
                  <a16:creationId xmlns:a16="http://schemas.microsoft.com/office/drawing/2014/main" id="{A8263CC1-35EE-EDFD-ED36-F90B634C6745}"/>
                </a:ext>
              </a:extLst>
            </p:cNvPr>
            <p:cNvSpPr/>
            <p:nvPr>
              <p:custDataLst>
                <p:tags r:id="rId14"/>
              </p:custDataLst>
            </p:nvPr>
          </p:nvSpPr>
          <p:spPr>
            <a:xfrm>
              <a:off x="4177311" y="6927750"/>
              <a:ext cx="9109" cy="222052"/>
            </a:xfrm>
            <a:custGeom>
              <a:avLst/>
              <a:gdLst>
                <a:gd name="connsiteX0" fmla="*/ 9203 w 9109"/>
                <a:gd name="connsiteY0" fmla="*/ 8057 h 222052"/>
                <a:gd name="connsiteX1" fmla="*/ 4648 w 9109"/>
                <a:gd name="connsiteY1" fmla="*/ 63 h 222052"/>
                <a:gd name="connsiteX2" fmla="*/ 93 w 9109"/>
                <a:gd name="connsiteY2" fmla="*/ 8057 h 222052"/>
                <a:gd name="connsiteX3" fmla="*/ 93 w 9109"/>
                <a:gd name="connsiteY3" fmla="*/ 214121 h 222052"/>
                <a:gd name="connsiteX4" fmla="*/ 4648 w 9109"/>
                <a:gd name="connsiteY4" fmla="*/ 222115 h 222052"/>
                <a:gd name="connsiteX5" fmla="*/ 9203 w 9109"/>
                <a:gd name="connsiteY5" fmla="*/ 214121 h 222052"/>
                <a:gd name="connsiteX6" fmla="*/ 9203 w 910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09" h="222052">
                  <a:moveTo>
                    <a:pt x="9203" y="8057"/>
                  </a:moveTo>
                  <a:cubicBezTo>
                    <a:pt x="9203" y="4060"/>
                    <a:pt x="9203" y="63"/>
                    <a:pt x="4648" y="63"/>
                  </a:cubicBezTo>
                  <a:cubicBezTo>
                    <a:pt x="93" y="63"/>
                    <a:pt x="93" y="4060"/>
                    <a:pt x="93" y="8057"/>
                  </a:cubicBezTo>
                  <a:lnTo>
                    <a:pt x="93" y="214121"/>
                  </a:lnTo>
                  <a:cubicBezTo>
                    <a:pt x="93" y="218118"/>
                    <a:pt x="93" y="222115"/>
                    <a:pt x="4648" y="222115"/>
                  </a:cubicBezTo>
                  <a:cubicBezTo>
                    <a:pt x="9203" y="222115"/>
                    <a:pt x="9203" y="218118"/>
                    <a:pt x="9203" y="214121"/>
                  </a:cubicBezTo>
                  <a:lnTo>
                    <a:pt x="9203" y="8057"/>
                  </a:lnTo>
                  <a:close/>
                </a:path>
              </a:pathLst>
            </a:custGeom>
            <a:solidFill>
              <a:srgbClr val="000000"/>
            </a:solidFill>
            <a:ln w="22860" cap="flat">
              <a:noFill/>
              <a:prstDash val="solid"/>
              <a:miter/>
            </a:ln>
          </p:spPr>
          <p:txBody>
            <a:bodyPr rtlCol="0" anchor="ctr"/>
            <a:lstStyle/>
            <a:p>
              <a:endParaRPr lang="en-GB"/>
            </a:p>
          </p:txBody>
        </p:sp>
        <p:sp>
          <p:nvSpPr>
            <p:cNvPr id="176" name="Freeform: Shape 175">
              <a:extLst>
                <a:ext uri="{FF2B5EF4-FFF2-40B4-BE49-F238E27FC236}">
                  <a16:creationId xmlns:a16="http://schemas.microsoft.com/office/drawing/2014/main" id="{A2EF75F0-27DD-8AD8-3725-063E9A59D899}"/>
                </a:ext>
              </a:extLst>
            </p:cNvPr>
            <p:cNvSpPr/>
            <p:nvPr>
              <p:custDataLst>
                <p:tags r:id="rId15"/>
              </p:custDataLst>
            </p:nvPr>
          </p:nvSpPr>
          <p:spPr>
            <a:xfrm>
              <a:off x="4220077" y="6996142"/>
              <a:ext cx="113417" cy="100589"/>
            </a:xfrm>
            <a:custGeom>
              <a:avLst/>
              <a:gdLst>
                <a:gd name="connsiteX0" fmla="*/ 69558 w 113417"/>
                <a:gd name="connsiteY0" fmla="*/ 31150 h 100589"/>
                <a:gd name="connsiteX1" fmla="*/ 92105 w 113417"/>
                <a:gd name="connsiteY1" fmla="*/ 4948 h 100589"/>
                <a:gd name="connsiteX2" fmla="*/ 103493 w 113417"/>
                <a:gd name="connsiteY2" fmla="*/ 7835 h 100589"/>
                <a:gd name="connsiteX3" fmla="*/ 92561 w 113417"/>
                <a:gd name="connsiteY3" fmla="*/ 19825 h 100589"/>
                <a:gd name="connsiteX4" fmla="*/ 101215 w 113417"/>
                <a:gd name="connsiteY4" fmla="*/ 27597 h 100589"/>
                <a:gd name="connsiteX5" fmla="*/ 113513 w 113417"/>
                <a:gd name="connsiteY5" fmla="*/ 14718 h 100589"/>
                <a:gd name="connsiteX6" fmla="*/ 92333 w 113417"/>
                <a:gd name="connsiteY6" fmla="*/ 63 h 100589"/>
                <a:gd name="connsiteX7" fmla="*/ 68420 w 113417"/>
                <a:gd name="connsiteY7" fmla="*/ 16939 h 100589"/>
                <a:gd name="connsiteX8" fmla="*/ 43823 w 113417"/>
                <a:gd name="connsiteY8" fmla="*/ 63 h 100589"/>
                <a:gd name="connsiteX9" fmla="*/ 7156 w 113417"/>
                <a:gd name="connsiteY9" fmla="*/ 34259 h 100589"/>
                <a:gd name="connsiteX10" fmla="*/ 9889 w 113417"/>
                <a:gd name="connsiteY10" fmla="*/ 36479 h 100589"/>
                <a:gd name="connsiteX11" fmla="*/ 12850 w 113417"/>
                <a:gd name="connsiteY11" fmla="*/ 34037 h 100589"/>
                <a:gd name="connsiteX12" fmla="*/ 43368 w 113417"/>
                <a:gd name="connsiteY12" fmla="*/ 4948 h 100589"/>
                <a:gd name="connsiteX13" fmla="*/ 55666 w 113417"/>
                <a:gd name="connsiteY13" fmla="*/ 19825 h 100589"/>
                <a:gd name="connsiteX14" fmla="*/ 43368 w 113417"/>
                <a:gd name="connsiteY14" fmla="*/ 72674 h 100589"/>
                <a:gd name="connsiteX15" fmla="*/ 21732 w 113417"/>
                <a:gd name="connsiteY15" fmla="*/ 95767 h 100589"/>
                <a:gd name="connsiteX16" fmla="*/ 10344 w 113417"/>
                <a:gd name="connsiteY16" fmla="*/ 92881 h 100589"/>
                <a:gd name="connsiteX17" fmla="*/ 21048 w 113417"/>
                <a:gd name="connsiteY17" fmla="*/ 80890 h 100589"/>
                <a:gd name="connsiteX18" fmla="*/ 12622 w 113417"/>
                <a:gd name="connsiteY18" fmla="*/ 73118 h 100589"/>
                <a:gd name="connsiteX19" fmla="*/ 96 w 113417"/>
                <a:gd name="connsiteY19" fmla="*/ 85997 h 100589"/>
                <a:gd name="connsiteX20" fmla="*/ 21504 w 113417"/>
                <a:gd name="connsiteY20" fmla="*/ 100652 h 100589"/>
                <a:gd name="connsiteX21" fmla="*/ 45417 w 113417"/>
                <a:gd name="connsiteY21" fmla="*/ 83776 h 100589"/>
                <a:gd name="connsiteX22" fmla="*/ 70014 w 113417"/>
                <a:gd name="connsiteY22" fmla="*/ 100652 h 100589"/>
                <a:gd name="connsiteX23" fmla="*/ 106453 w 113417"/>
                <a:gd name="connsiteY23" fmla="*/ 66456 h 100589"/>
                <a:gd name="connsiteX24" fmla="*/ 103720 w 113417"/>
                <a:gd name="connsiteY24" fmla="*/ 64236 h 100589"/>
                <a:gd name="connsiteX25" fmla="*/ 100760 w 113417"/>
                <a:gd name="connsiteY25" fmla="*/ 66678 h 100589"/>
                <a:gd name="connsiteX26" fmla="*/ 70469 w 113417"/>
                <a:gd name="connsiteY26" fmla="*/ 95767 h 100589"/>
                <a:gd name="connsiteX27" fmla="*/ 57943 w 113417"/>
                <a:gd name="connsiteY27" fmla="*/ 81112 h 100589"/>
                <a:gd name="connsiteX28" fmla="*/ 61815 w 113417"/>
                <a:gd name="connsiteY28" fmla="*/ 61571 h 100589"/>
                <a:gd name="connsiteX29" fmla="*/ 69558 w 113417"/>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417" h="100589">
                  <a:moveTo>
                    <a:pt x="69558" y="31150"/>
                  </a:moveTo>
                  <a:cubicBezTo>
                    <a:pt x="70925" y="25377"/>
                    <a:pt x="76163" y="4948"/>
                    <a:pt x="92105" y="4948"/>
                  </a:cubicBezTo>
                  <a:cubicBezTo>
                    <a:pt x="93244" y="4948"/>
                    <a:pt x="98710" y="4948"/>
                    <a:pt x="103493" y="7835"/>
                  </a:cubicBezTo>
                  <a:cubicBezTo>
                    <a:pt x="97116" y="8945"/>
                    <a:pt x="92561" y="14496"/>
                    <a:pt x="92561" y="19825"/>
                  </a:cubicBezTo>
                  <a:cubicBezTo>
                    <a:pt x="92561" y="23378"/>
                    <a:pt x="95066" y="27597"/>
                    <a:pt x="101215" y="27597"/>
                  </a:cubicBezTo>
                  <a:cubicBezTo>
                    <a:pt x="106225" y="27597"/>
                    <a:pt x="113513" y="23600"/>
                    <a:pt x="113513" y="14718"/>
                  </a:cubicBezTo>
                  <a:cubicBezTo>
                    <a:pt x="113513" y="3172"/>
                    <a:pt x="100076" y="63"/>
                    <a:pt x="92333" y="63"/>
                  </a:cubicBezTo>
                  <a:cubicBezTo>
                    <a:pt x="79124" y="63"/>
                    <a:pt x="71153" y="11832"/>
                    <a:pt x="68420" y="16939"/>
                  </a:cubicBezTo>
                  <a:cubicBezTo>
                    <a:pt x="62726" y="2283"/>
                    <a:pt x="50428" y="63"/>
                    <a:pt x="43823" y="63"/>
                  </a:cubicBezTo>
                  <a:cubicBezTo>
                    <a:pt x="20138" y="63"/>
                    <a:pt x="7156" y="28708"/>
                    <a:pt x="7156" y="34259"/>
                  </a:cubicBezTo>
                  <a:cubicBezTo>
                    <a:pt x="7156" y="36479"/>
                    <a:pt x="9433" y="36479"/>
                    <a:pt x="9889" y="36479"/>
                  </a:cubicBezTo>
                  <a:cubicBezTo>
                    <a:pt x="11711" y="36479"/>
                    <a:pt x="12394" y="36035"/>
                    <a:pt x="12850" y="34037"/>
                  </a:cubicBezTo>
                  <a:cubicBezTo>
                    <a:pt x="20593" y="10499"/>
                    <a:pt x="35624" y="4948"/>
                    <a:pt x="43368" y="4948"/>
                  </a:cubicBezTo>
                  <a:cubicBezTo>
                    <a:pt x="47695" y="4948"/>
                    <a:pt x="55666" y="6946"/>
                    <a:pt x="55666" y="19825"/>
                  </a:cubicBezTo>
                  <a:cubicBezTo>
                    <a:pt x="55666" y="26709"/>
                    <a:pt x="51794" y="41587"/>
                    <a:pt x="43368" y="72674"/>
                  </a:cubicBezTo>
                  <a:cubicBezTo>
                    <a:pt x="39724" y="86441"/>
                    <a:pt x="31753" y="95767"/>
                    <a:pt x="21732" y="95767"/>
                  </a:cubicBezTo>
                  <a:cubicBezTo>
                    <a:pt x="20365" y="95767"/>
                    <a:pt x="15127" y="95767"/>
                    <a:pt x="10344" y="92881"/>
                  </a:cubicBezTo>
                  <a:cubicBezTo>
                    <a:pt x="16038" y="91770"/>
                    <a:pt x="21048" y="87107"/>
                    <a:pt x="21048" y="80890"/>
                  </a:cubicBezTo>
                  <a:cubicBezTo>
                    <a:pt x="21048" y="74894"/>
                    <a:pt x="16038" y="73118"/>
                    <a:pt x="12622" y="73118"/>
                  </a:cubicBezTo>
                  <a:cubicBezTo>
                    <a:pt x="5790" y="73118"/>
                    <a:pt x="96" y="78891"/>
                    <a:pt x="96" y="85997"/>
                  </a:cubicBezTo>
                  <a:cubicBezTo>
                    <a:pt x="96" y="96211"/>
                    <a:pt x="11483" y="100652"/>
                    <a:pt x="21504" y="100652"/>
                  </a:cubicBezTo>
                  <a:cubicBezTo>
                    <a:pt x="36535" y="100652"/>
                    <a:pt x="44734" y="85109"/>
                    <a:pt x="45417" y="83776"/>
                  </a:cubicBezTo>
                  <a:cubicBezTo>
                    <a:pt x="48150" y="91992"/>
                    <a:pt x="56349" y="100652"/>
                    <a:pt x="70014" y="100652"/>
                  </a:cubicBezTo>
                  <a:cubicBezTo>
                    <a:pt x="93472" y="100652"/>
                    <a:pt x="106453" y="72008"/>
                    <a:pt x="106453" y="66456"/>
                  </a:cubicBezTo>
                  <a:cubicBezTo>
                    <a:pt x="106453" y="64236"/>
                    <a:pt x="104404" y="64236"/>
                    <a:pt x="103720" y="64236"/>
                  </a:cubicBezTo>
                  <a:cubicBezTo>
                    <a:pt x="101671" y="64236"/>
                    <a:pt x="101215" y="65124"/>
                    <a:pt x="100760" y="66678"/>
                  </a:cubicBezTo>
                  <a:cubicBezTo>
                    <a:pt x="93244" y="90438"/>
                    <a:pt x="77757" y="95767"/>
                    <a:pt x="70469" y="95767"/>
                  </a:cubicBezTo>
                  <a:cubicBezTo>
                    <a:pt x="61587" y="95767"/>
                    <a:pt x="57943" y="88662"/>
                    <a:pt x="57943" y="81112"/>
                  </a:cubicBezTo>
                  <a:cubicBezTo>
                    <a:pt x="57943" y="76227"/>
                    <a:pt x="59310" y="71342"/>
                    <a:pt x="61815" y="61571"/>
                  </a:cubicBezTo>
                  <a:lnTo>
                    <a:pt x="69558" y="31150"/>
                  </a:lnTo>
                  <a:close/>
                </a:path>
              </a:pathLst>
            </a:custGeom>
            <a:solidFill>
              <a:srgbClr val="000000"/>
            </a:solidFill>
            <a:ln w="22860" cap="flat">
              <a:noFill/>
              <a:prstDash val="solid"/>
              <a:miter/>
            </a:ln>
          </p:spPr>
          <p:txBody>
            <a:bodyPr rtlCol="0" anchor="ctr"/>
            <a:lstStyle/>
            <a:p>
              <a:endParaRPr lang="en-GB"/>
            </a:p>
          </p:txBody>
        </p:sp>
        <p:sp>
          <p:nvSpPr>
            <p:cNvPr id="177" name="Freeform: Shape 176">
              <a:extLst>
                <a:ext uri="{FF2B5EF4-FFF2-40B4-BE49-F238E27FC236}">
                  <a16:creationId xmlns:a16="http://schemas.microsoft.com/office/drawing/2014/main" id="{F5106A2B-EC7B-0B54-6750-38AE1A97F331}"/>
                </a:ext>
              </a:extLst>
            </p:cNvPr>
            <p:cNvSpPr/>
            <p:nvPr>
              <p:custDataLst>
                <p:tags r:id="rId16"/>
              </p:custDataLst>
            </p:nvPr>
          </p:nvSpPr>
          <p:spPr>
            <a:xfrm>
              <a:off x="4348646" y="6927750"/>
              <a:ext cx="31201" cy="222052"/>
            </a:xfrm>
            <a:custGeom>
              <a:avLst/>
              <a:gdLst>
                <a:gd name="connsiteX0" fmla="*/ 31303 w 31201"/>
                <a:gd name="connsiteY0" fmla="*/ 63 h 222052"/>
                <a:gd name="connsiteX1" fmla="*/ 102 w 31201"/>
                <a:gd name="connsiteY1" fmla="*/ 63 h 222052"/>
                <a:gd name="connsiteX2" fmla="*/ 102 w 31201"/>
                <a:gd name="connsiteY2" fmla="*/ 8945 h 222052"/>
                <a:gd name="connsiteX3" fmla="*/ 22193 w 31201"/>
                <a:gd name="connsiteY3" fmla="*/ 8945 h 222052"/>
                <a:gd name="connsiteX4" fmla="*/ 22193 w 31201"/>
                <a:gd name="connsiteY4" fmla="*/ 213233 h 222052"/>
                <a:gd name="connsiteX5" fmla="*/ 102 w 31201"/>
                <a:gd name="connsiteY5" fmla="*/ 213233 h 222052"/>
                <a:gd name="connsiteX6" fmla="*/ 102 w 31201"/>
                <a:gd name="connsiteY6" fmla="*/ 222115 h 222052"/>
                <a:gd name="connsiteX7" fmla="*/ 31303 w 31201"/>
                <a:gd name="connsiteY7" fmla="*/ 222115 h 222052"/>
                <a:gd name="connsiteX8" fmla="*/ 31303 w 3120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01" h="222052">
                  <a:moveTo>
                    <a:pt x="31303" y="63"/>
                  </a:moveTo>
                  <a:lnTo>
                    <a:pt x="102" y="63"/>
                  </a:lnTo>
                  <a:lnTo>
                    <a:pt x="102" y="8945"/>
                  </a:lnTo>
                  <a:lnTo>
                    <a:pt x="22193" y="8945"/>
                  </a:lnTo>
                  <a:lnTo>
                    <a:pt x="22193" y="213233"/>
                  </a:lnTo>
                  <a:lnTo>
                    <a:pt x="102" y="213233"/>
                  </a:lnTo>
                  <a:lnTo>
                    <a:pt x="102" y="222115"/>
                  </a:lnTo>
                  <a:lnTo>
                    <a:pt x="31303" y="222115"/>
                  </a:lnTo>
                  <a:lnTo>
                    <a:pt x="31303" y="63"/>
                  </a:lnTo>
                  <a:close/>
                </a:path>
              </a:pathLst>
            </a:custGeom>
            <a:solidFill>
              <a:srgbClr val="000000"/>
            </a:solidFill>
            <a:ln w="22860" cap="flat">
              <a:noFill/>
              <a:prstDash val="solid"/>
              <a:miter/>
            </a:ln>
          </p:spPr>
          <p:txBody>
            <a:bodyPr rtlCol="0" anchor="ctr"/>
            <a:lstStyle/>
            <a:p>
              <a:endParaRPr lang="en-GB"/>
            </a:p>
          </p:txBody>
        </p:sp>
        <p:sp>
          <p:nvSpPr>
            <p:cNvPr id="178" name="Freeform: Shape 177">
              <a:extLst>
                <a:ext uri="{FF2B5EF4-FFF2-40B4-BE49-F238E27FC236}">
                  <a16:creationId xmlns:a16="http://schemas.microsoft.com/office/drawing/2014/main" id="{AC7F1C2F-6972-2A61-E551-C8D8C9AD787F}"/>
                </a:ext>
              </a:extLst>
            </p:cNvPr>
            <p:cNvSpPr/>
            <p:nvPr>
              <p:custDataLst>
                <p:tags r:id="rId17"/>
              </p:custDataLst>
            </p:nvPr>
          </p:nvSpPr>
          <p:spPr>
            <a:xfrm>
              <a:off x="4482913" y="7012796"/>
              <a:ext cx="151451" cy="51960"/>
            </a:xfrm>
            <a:custGeom>
              <a:avLst/>
              <a:gdLst>
                <a:gd name="connsiteX0" fmla="*/ 143815 w 151451"/>
                <a:gd name="connsiteY0" fmla="*/ 8945 h 51960"/>
                <a:gd name="connsiteX1" fmla="*/ 151558 w 151451"/>
                <a:gd name="connsiteY1" fmla="*/ 4504 h 51960"/>
                <a:gd name="connsiteX2" fmla="*/ 144043 w 151451"/>
                <a:gd name="connsiteY2" fmla="*/ 63 h 51960"/>
                <a:gd name="connsiteX3" fmla="*/ 7623 w 151451"/>
                <a:gd name="connsiteY3" fmla="*/ 63 h 51960"/>
                <a:gd name="connsiteX4" fmla="*/ 107 w 151451"/>
                <a:gd name="connsiteY4" fmla="*/ 4504 h 51960"/>
                <a:gd name="connsiteX5" fmla="*/ 7850 w 151451"/>
                <a:gd name="connsiteY5" fmla="*/ 8945 h 51960"/>
                <a:gd name="connsiteX6" fmla="*/ 143815 w 151451"/>
                <a:gd name="connsiteY6" fmla="*/ 8945 h 51960"/>
                <a:gd name="connsiteX7" fmla="*/ 144043 w 151451"/>
                <a:gd name="connsiteY7" fmla="*/ 52023 h 51960"/>
                <a:gd name="connsiteX8" fmla="*/ 151558 w 151451"/>
                <a:gd name="connsiteY8" fmla="*/ 47582 h 51960"/>
                <a:gd name="connsiteX9" fmla="*/ 143815 w 151451"/>
                <a:gd name="connsiteY9" fmla="*/ 43141 h 51960"/>
                <a:gd name="connsiteX10" fmla="*/ 7850 w 151451"/>
                <a:gd name="connsiteY10" fmla="*/ 43141 h 51960"/>
                <a:gd name="connsiteX11" fmla="*/ 107 w 151451"/>
                <a:gd name="connsiteY11" fmla="*/ 47582 h 51960"/>
                <a:gd name="connsiteX12" fmla="*/ 7623 w 151451"/>
                <a:gd name="connsiteY12" fmla="*/ 52023 h 51960"/>
                <a:gd name="connsiteX13" fmla="*/ 144043 w 151451"/>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1960">
                  <a:moveTo>
                    <a:pt x="143815" y="8945"/>
                  </a:moveTo>
                  <a:cubicBezTo>
                    <a:pt x="147231" y="8945"/>
                    <a:pt x="151558" y="8945"/>
                    <a:pt x="151558" y="4504"/>
                  </a:cubicBezTo>
                  <a:cubicBezTo>
                    <a:pt x="151558" y="63"/>
                    <a:pt x="147231" y="63"/>
                    <a:pt x="144043" y="63"/>
                  </a:cubicBezTo>
                  <a:lnTo>
                    <a:pt x="7623" y="63"/>
                  </a:lnTo>
                  <a:cubicBezTo>
                    <a:pt x="4434" y="63"/>
                    <a:pt x="107" y="63"/>
                    <a:pt x="107" y="4504"/>
                  </a:cubicBezTo>
                  <a:cubicBezTo>
                    <a:pt x="107" y="8945"/>
                    <a:pt x="4434" y="8945"/>
                    <a:pt x="7850" y="8945"/>
                  </a:cubicBezTo>
                  <a:lnTo>
                    <a:pt x="143815" y="8945"/>
                  </a:lnTo>
                  <a:close/>
                  <a:moveTo>
                    <a:pt x="144043" y="52023"/>
                  </a:moveTo>
                  <a:cubicBezTo>
                    <a:pt x="147231" y="52023"/>
                    <a:pt x="151558" y="52023"/>
                    <a:pt x="151558" y="47582"/>
                  </a:cubicBezTo>
                  <a:cubicBezTo>
                    <a:pt x="151558" y="43141"/>
                    <a:pt x="147231" y="43141"/>
                    <a:pt x="143815" y="43141"/>
                  </a:cubicBezTo>
                  <a:lnTo>
                    <a:pt x="7850" y="43141"/>
                  </a:lnTo>
                  <a:cubicBezTo>
                    <a:pt x="4434" y="43141"/>
                    <a:pt x="107" y="43141"/>
                    <a:pt x="107" y="47582"/>
                  </a:cubicBezTo>
                  <a:cubicBezTo>
                    <a:pt x="107" y="52023"/>
                    <a:pt x="4434" y="52023"/>
                    <a:pt x="7623" y="52023"/>
                  </a:cubicBezTo>
                  <a:lnTo>
                    <a:pt x="144043" y="52023"/>
                  </a:lnTo>
                  <a:close/>
                </a:path>
              </a:pathLst>
            </a:custGeom>
            <a:solidFill>
              <a:srgbClr val="000000"/>
            </a:solidFill>
            <a:ln w="22860" cap="flat">
              <a:noFill/>
              <a:prstDash val="solid"/>
              <a:miter/>
            </a:ln>
          </p:spPr>
          <p:txBody>
            <a:bodyPr rtlCol="0" anchor="ctr"/>
            <a:lstStyle/>
            <a:p>
              <a:endParaRPr lang="en-GB"/>
            </a:p>
          </p:txBody>
        </p:sp>
        <p:sp>
          <p:nvSpPr>
            <p:cNvPr id="179" name="Freeform: Shape 178">
              <a:extLst>
                <a:ext uri="{FF2B5EF4-FFF2-40B4-BE49-F238E27FC236}">
                  <a16:creationId xmlns:a16="http://schemas.microsoft.com/office/drawing/2014/main" id="{324F1534-EFE2-6049-7C62-E3B6B25CB8A1}"/>
                </a:ext>
              </a:extLst>
            </p:cNvPr>
            <p:cNvSpPr/>
            <p:nvPr>
              <p:custDataLst>
                <p:tags r:id="rId18"/>
              </p:custDataLst>
            </p:nvPr>
          </p:nvSpPr>
          <p:spPr>
            <a:xfrm>
              <a:off x="4719211" y="6943293"/>
              <a:ext cx="165292" cy="150995"/>
            </a:xfrm>
            <a:custGeom>
              <a:avLst/>
              <a:gdLst>
                <a:gd name="connsiteX0" fmla="*/ 152707 w 165292"/>
                <a:gd name="connsiteY0" fmla="*/ 99320 h 150995"/>
                <a:gd name="connsiteX1" fmla="*/ 153846 w 165292"/>
                <a:gd name="connsiteY1" fmla="*/ 96211 h 150995"/>
                <a:gd name="connsiteX2" fmla="*/ 151113 w 165292"/>
                <a:gd name="connsiteY2" fmla="*/ 93769 h 150995"/>
                <a:gd name="connsiteX3" fmla="*/ 148153 w 165292"/>
                <a:gd name="connsiteY3" fmla="*/ 96433 h 150995"/>
                <a:gd name="connsiteX4" fmla="*/ 85978 w 165292"/>
                <a:gd name="connsiteY4" fmla="*/ 144175 h 150995"/>
                <a:gd name="connsiteX5" fmla="*/ 52727 w 165292"/>
                <a:gd name="connsiteY5" fmla="*/ 144175 h 150995"/>
                <a:gd name="connsiteX6" fmla="*/ 47717 w 165292"/>
                <a:gd name="connsiteY6" fmla="*/ 143953 h 150995"/>
                <a:gd name="connsiteX7" fmla="*/ 44756 w 165292"/>
                <a:gd name="connsiteY7" fmla="*/ 141732 h 150995"/>
                <a:gd name="connsiteX8" fmla="*/ 45895 w 165292"/>
                <a:gd name="connsiteY8" fmla="*/ 136625 h 150995"/>
                <a:gd name="connsiteX9" fmla="*/ 61381 w 165292"/>
                <a:gd name="connsiteY9" fmla="*/ 76005 h 150995"/>
                <a:gd name="connsiteX10" fmla="*/ 83928 w 165292"/>
                <a:gd name="connsiteY10" fmla="*/ 76005 h 150995"/>
                <a:gd name="connsiteX11" fmla="*/ 103287 w 165292"/>
                <a:gd name="connsiteY11" fmla="*/ 86219 h 150995"/>
                <a:gd name="connsiteX12" fmla="*/ 101692 w 165292"/>
                <a:gd name="connsiteY12" fmla="*/ 97100 h 150995"/>
                <a:gd name="connsiteX13" fmla="*/ 101009 w 165292"/>
                <a:gd name="connsiteY13" fmla="*/ 99542 h 150995"/>
                <a:gd name="connsiteX14" fmla="*/ 103970 w 165292"/>
                <a:gd name="connsiteY14" fmla="*/ 101985 h 150995"/>
                <a:gd name="connsiteX15" fmla="*/ 107386 w 165292"/>
                <a:gd name="connsiteY15" fmla="*/ 97544 h 150995"/>
                <a:gd name="connsiteX16" fmla="*/ 120367 w 165292"/>
                <a:gd name="connsiteY16" fmla="*/ 45583 h 150995"/>
                <a:gd name="connsiteX17" fmla="*/ 117635 w 165292"/>
                <a:gd name="connsiteY17" fmla="*/ 43141 h 150995"/>
                <a:gd name="connsiteX18" fmla="*/ 114446 w 165292"/>
                <a:gd name="connsiteY18" fmla="*/ 47138 h 150995"/>
                <a:gd name="connsiteX19" fmla="*/ 84611 w 165292"/>
                <a:gd name="connsiteY19" fmla="*/ 69121 h 150995"/>
                <a:gd name="connsiteX20" fmla="*/ 63203 w 165292"/>
                <a:gd name="connsiteY20" fmla="*/ 69121 h 150995"/>
                <a:gd name="connsiteX21" fmla="*/ 76868 w 165292"/>
                <a:gd name="connsiteY21" fmla="*/ 15606 h 150995"/>
                <a:gd name="connsiteX22" fmla="*/ 89166 w 165292"/>
                <a:gd name="connsiteY22" fmla="*/ 6946 h 150995"/>
                <a:gd name="connsiteX23" fmla="*/ 121278 w 165292"/>
                <a:gd name="connsiteY23" fmla="*/ 6946 h 150995"/>
                <a:gd name="connsiteX24" fmla="*/ 155896 w 165292"/>
                <a:gd name="connsiteY24" fmla="*/ 31594 h 150995"/>
                <a:gd name="connsiteX25" fmla="*/ 154985 w 165292"/>
                <a:gd name="connsiteY25" fmla="*/ 43363 h 150995"/>
                <a:gd name="connsiteX26" fmla="*/ 154757 w 165292"/>
                <a:gd name="connsiteY26" fmla="*/ 47360 h 150995"/>
                <a:gd name="connsiteX27" fmla="*/ 157490 w 165292"/>
                <a:gd name="connsiteY27" fmla="*/ 50025 h 150995"/>
                <a:gd name="connsiteX28" fmla="*/ 160679 w 165292"/>
                <a:gd name="connsiteY28" fmla="*/ 44473 h 150995"/>
                <a:gd name="connsiteX29" fmla="*/ 165233 w 165292"/>
                <a:gd name="connsiteY29" fmla="*/ 6058 h 150995"/>
                <a:gd name="connsiteX30" fmla="*/ 159084 w 165292"/>
                <a:gd name="connsiteY30" fmla="*/ 63 h 150995"/>
                <a:gd name="connsiteX31" fmla="*/ 44073 w 165292"/>
                <a:gd name="connsiteY31" fmla="*/ 63 h 150995"/>
                <a:gd name="connsiteX32" fmla="*/ 37240 w 165292"/>
                <a:gd name="connsiteY32" fmla="*/ 4504 h 150995"/>
                <a:gd name="connsiteX33" fmla="*/ 43617 w 165292"/>
                <a:gd name="connsiteY33" fmla="*/ 6946 h 150995"/>
                <a:gd name="connsiteX34" fmla="*/ 58421 w 165292"/>
                <a:gd name="connsiteY34" fmla="*/ 10943 h 150995"/>
                <a:gd name="connsiteX35" fmla="*/ 57282 w 165292"/>
                <a:gd name="connsiteY35" fmla="*/ 16273 h 150995"/>
                <a:gd name="connsiteX36" fmla="*/ 27219 w 165292"/>
                <a:gd name="connsiteY36" fmla="*/ 133738 h 150995"/>
                <a:gd name="connsiteX37" fmla="*/ 6495 w 165292"/>
                <a:gd name="connsiteY37" fmla="*/ 144175 h 150995"/>
                <a:gd name="connsiteX38" fmla="*/ 118 w 165292"/>
                <a:gd name="connsiteY38" fmla="*/ 148394 h 150995"/>
                <a:gd name="connsiteX39" fmla="*/ 6495 w 165292"/>
                <a:gd name="connsiteY39" fmla="*/ 151058 h 150995"/>
                <a:gd name="connsiteX40" fmla="*/ 124695 w 165292"/>
                <a:gd name="connsiteY40" fmla="*/ 151058 h 150995"/>
                <a:gd name="connsiteX41" fmla="*/ 131755 w 165292"/>
                <a:gd name="connsiteY41" fmla="*/ 147283 h 150995"/>
                <a:gd name="connsiteX42" fmla="*/ 152707 w 165292"/>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292" h="150995">
                  <a:moveTo>
                    <a:pt x="152707" y="99320"/>
                  </a:moveTo>
                  <a:cubicBezTo>
                    <a:pt x="153163" y="98210"/>
                    <a:pt x="153846" y="96656"/>
                    <a:pt x="153846" y="96211"/>
                  </a:cubicBezTo>
                  <a:cubicBezTo>
                    <a:pt x="153846" y="95989"/>
                    <a:pt x="153846" y="93769"/>
                    <a:pt x="151113" y="93769"/>
                  </a:cubicBezTo>
                  <a:cubicBezTo>
                    <a:pt x="149063" y="93769"/>
                    <a:pt x="148608" y="95101"/>
                    <a:pt x="148153" y="96433"/>
                  </a:cubicBezTo>
                  <a:cubicBezTo>
                    <a:pt x="133349" y="129297"/>
                    <a:pt x="124922" y="144175"/>
                    <a:pt x="85978" y="144175"/>
                  </a:cubicBezTo>
                  <a:lnTo>
                    <a:pt x="52727" y="144175"/>
                  </a:lnTo>
                  <a:cubicBezTo>
                    <a:pt x="49538" y="144175"/>
                    <a:pt x="49083" y="144175"/>
                    <a:pt x="47717" y="143953"/>
                  </a:cubicBezTo>
                  <a:cubicBezTo>
                    <a:pt x="45439" y="143731"/>
                    <a:pt x="44756" y="143509"/>
                    <a:pt x="44756" y="141732"/>
                  </a:cubicBezTo>
                  <a:cubicBezTo>
                    <a:pt x="44756" y="141066"/>
                    <a:pt x="44756" y="140622"/>
                    <a:pt x="45895" y="136625"/>
                  </a:cubicBezTo>
                  <a:lnTo>
                    <a:pt x="61381" y="76005"/>
                  </a:lnTo>
                  <a:lnTo>
                    <a:pt x="83928" y="76005"/>
                  </a:lnTo>
                  <a:cubicBezTo>
                    <a:pt x="103287" y="76005"/>
                    <a:pt x="103287" y="80668"/>
                    <a:pt x="103287" y="86219"/>
                  </a:cubicBezTo>
                  <a:cubicBezTo>
                    <a:pt x="103287" y="87773"/>
                    <a:pt x="103287" y="90438"/>
                    <a:pt x="101692" y="97100"/>
                  </a:cubicBezTo>
                  <a:cubicBezTo>
                    <a:pt x="101237" y="98210"/>
                    <a:pt x="101009" y="98876"/>
                    <a:pt x="101009" y="99542"/>
                  </a:cubicBezTo>
                  <a:cubicBezTo>
                    <a:pt x="101009" y="100652"/>
                    <a:pt x="101920" y="101985"/>
                    <a:pt x="103970" y="101985"/>
                  </a:cubicBezTo>
                  <a:cubicBezTo>
                    <a:pt x="105792" y="101985"/>
                    <a:pt x="106475" y="100874"/>
                    <a:pt x="107386" y="97544"/>
                  </a:cubicBezTo>
                  <a:lnTo>
                    <a:pt x="120367" y="45583"/>
                  </a:lnTo>
                  <a:cubicBezTo>
                    <a:pt x="120367" y="44251"/>
                    <a:pt x="119229" y="43141"/>
                    <a:pt x="117635" y="43141"/>
                  </a:cubicBezTo>
                  <a:cubicBezTo>
                    <a:pt x="115585" y="43141"/>
                    <a:pt x="115129" y="44473"/>
                    <a:pt x="114446" y="47138"/>
                  </a:cubicBezTo>
                  <a:cubicBezTo>
                    <a:pt x="109663" y="64014"/>
                    <a:pt x="105564" y="69121"/>
                    <a:pt x="84611" y="69121"/>
                  </a:cubicBezTo>
                  <a:lnTo>
                    <a:pt x="63203" y="69121"/>
                  </a:lnTo>
                  <a:lnTo>
                    <a:pt x="76868" y="15606"/>
                  </a:lnTo>
                  <a:cubicBezTo>
                    <a:pt x="78918" y="7835"/>
                    <a:pt x="79145" y="6946"/>
                    <a:pt x="89166" y="6946"/>
                  </a:cubicBezTo>
                  <a:lnTo>
                    <a:pt x="121278" y="6946"/>
                  </a:lnTo>
                  <a:cubicBezTo>
                    <a:pt x="149063" y="6946"/>
                    <a:pt x="155896" y="13386"/>
                    <a:pt x="155896" y="31594"/>
                  </a:cubicBezTo>
                  <a:cubicBezTo>
                    <a:pt x="155896" y="36923"/>
                    <a:pt x="155896" y="37368"/>
                    <a:pt x="154985" y="43363"/>
                  </a:cubicBezTo>
                  <a:cubicBezTo>
                    <a:pt x="154985" y="44695"/>
                    <a:pt x="154757" y="46250"/>
                    <a:pt x="154757" y="47360"/>
                  </a:cubicBezTo>
                  <a:cubicBezTo>
                    <a:pt x="154757" y="48470"/>
                    <a:pt x="155440" y="50025"/>
                    <a:pt x="157490" y="50025"/>
                  </a:cubicBezTo>
                  <a:cubicBezTo>
                    <a:pt x="159995" y="50025"/>
                    <a:pt x="160223" y="48692"/>
                    <a:pt x="160679" y="44473"/>
                  </a:cubicBezTo>
                  <a:lnTo>
                    <a:pt x="165233" y="6058"/>
                  </a:lnTo>
                  <a:cubicBezTo>
                    <a:pt x="165917" y="63"/>
                    <a:pt x="164778" y="63"/>
                    <a:pt x="159084" y="63"/>
                  </a:cubicBezTo>
                  <a:lnTo>
                    <a:pt x="44073" y="63"/>
                  </a:lnTo>
                  <a:cubicBezTo>
                    <a:pt x="39518" y="63"/>
                    <a:pt x="37240" y="63"/>
                    <a:pt x="37240" y="4504"/>
                  </a:cubicBezTo>
                  <a:cubicBezTo>
                    <a:pt x="37240" y="6946"/>
                    <a:pt x="39290" y="6946"/>
                    <a:pt x="43617" y="6946"/>
                  </a:cubicBezTo>
                  <a:cubicBezTo>
                    <a:pt x="52044" y="6946"/>
                    <a:pt x="58421" y="6946"/>
                    <a:pt x="58421" y="10943"/>
                  </a:cubicBezTo>
                  <a:cubicBezTo>
                    <a:pt x="58421" y="11832"/>
                    <a:pt x="58421" y="12276"/>
                    <a:pt x="57282" y="16273"/>
                  </a:cubicBezTo>
                  <a:lnTo>
                    <a:pt x="27219" y="133738"/>
                  </a:lnTo>
                  <a:cubicBezTo>
                    <a:pt x="24942" y="142398"/>
                    <a:pt x="24486" y="144175"/>
                    <a:pt x="6495" y="144175"/>
                  </a:cubicBezTo>
                  <a:cubicBezTo>
                    <a:pt x="2623" y="144175"/>
                    <a:pt x="118" y="144175"/>
                    <a:pt x="118" y="148394"/>
                  </a:cubicBezTo>
                  <a:cubicBezTo>
                    <a:pt x="118" y="151058"/>
                    <a:pt x="2167" y="151058"/>
                    <a:pt x="6495" y="151058"/>
                  </a:cubicBezTo>
                  <a:lnTo>
                    <a:pt x="124695" y="151058"/>
                  </a:lnTo>
                  <a:cubicBezTo>
                    <a:pt x="129933" y="151058"/>
                    <a:pt x="130161" y="150836"/>
                    <a:pt x="131755" y="147283"/>
                  </a:cubicBezTo>
                  <a:lnTo>
                    <a:pt x="152707" y="99320"/>
                  </a:lnTo>
                  <a:close/>
                </a:path>
              </a:pathLst>
            </a:custGeom>
            <a:solidFill>
              <a:srgbClr val="000000"/>
            </a:solidFill>
            <a:ln w="22860" cap="flat">
              <a:noFill/>
              <a:prstDash val="solid"/>
              <a:miter/>
            </a:ln>
          </p:spPr>
          <p:txBody>
            <a:bodyPr rtlCol="0" anchor="ctr"/>
            <a:lstStyle/>
            <a:p>
              <a:endParaRPr lang="en-GB"/>
            </a:p>
          </p:txBody>
        </p:sp>
        <p:sp>
          <p:nvSpPr>
            <p:cNvPr id="180" name="Freeform: Shape 179">
              <a:extLst>
                <a:ext uri="{FF2B5EF4-FFF2-40B4-BE49-F238E27FC236}">
                  <a16:creationId xmlns:a16="http://schemas.microsoft.com/office/drawing/2014/main" id="{44C2DBEC-8CE3-F4A2-3FDA-B03F8023203F}"/>
                </a:ext>
              </a:extLst>
            </p:cNvPr>
            <p:cNvSpPr/>
            <p:nvPr>
              <p:custDataLst>
                <p:tags r:id="rId19"/>
              </p:custDataLst>
            </p:nvPr>
          </p:nvSpPr>
          <p:spPr>
            <a:xfrm>
              <a:off x="4918679" y="6927750"/>
              <a:ext cx="31201" cy="222052"/>
            </a:xfrm>
            <a:custGeom>
              <a:avLst/>
              <a:gdLst>
                <a:gd name="connsiteX0" fmla="*/ 31327 w 31201"/>
                <a:gd name="connsiteY0" fmla="*/ 222115 h 222052"/>
                <a:gd name="connsiteX1" fmla="*/ 31327 w 31201"/>
                <a:gd name="connsiteY1" fmla="*/ 213233 h 222052"/>
                <a:gd name="connsiteX2" fmla="*/ 9235 w 31201"/>
                <a:gd name="connsiteY2" fmla="*/ 213233 h 222052"/>
                <a:gd name="connsiteX3" fmla="*/ 9235 w 31201"/>
                <a:gd name="connsiteY3" fmla="*/ 8945 h 222052"/>
                <a:gd name="connsiteX4" fmla="*/ 31327 w 31201"/>
                <a:gd name="connsiteY4" fmla="*/ 8945 h 222052"/>
                <a:gd name="connsiteX5" fmla="*/ 31327 w 31201"/>
                <a:gd name="connsiteY5" fmla="*/ 63 h 222052"/>
                <a:gd name="connsiteX6" fmla="*/ 126 w 31201"/>
                <a:gd name="connsiteY6" fmla="*/ 63 h 222052"/>
                <a:gd name="connsiteX7" fmla="*/ 126 w 31201"/>
                <a:gd name="connsiteY7" fmla="*/ 222115 h 222052"/>
                <a:gd name="connsiteX8" fmla="*/ 31327 w 3120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01" h="222052">
                  <a:moveTo>
                    <a:pt x="31327" y="222115"/>
                  </a:moveTo>
                  <a:lnTo>
                    <a:pt x="31327" y="213233"/>
                  </a:lnTo>
                  <a:lnTo>
                    <a:pt x="9235" y="213233"/>
                  </a:lnTo>
                  <a:lnTo>
                    <a:pt x="9235" y="8945"/>
                  </a:lnTo>
                  <a:lnTo>
                    <a:pt x="31327" y="8945"/>
                  </a:lnTo>
                  <a:lnTo>
                    <a:pt x="31327" y="63"/>
                  </a:lnTo>
                  <a:lnTo>
                    <a:pt x="126" y="63"/>
                  </a:lnTo>
                  <a:lnTo>
                    <a:pt x="126" y="222115"/>
                  </a:lnTo>
                  <a:lnTo>
                    <a:pt x="31327" y="222115"/>
                  </a:lnTo>
                  <a:close/>
                </a:path>
              </a:pathLst>
            </a:custGeom>
            <a:solidFill>
              <a:srgbClr val="000000"/>
            </a:solidFill>
            <a:ln w="22860" cap="flat">
              <a:noFill/>
              <a:prstDash val="solid"/>
              <a:miter/>
            </a:ln>
          </p:spPr>
          <p:txBody>
            <a:bodyPr rtlCol="0" anchor="ctr"/>
            <a:lstStyle/>
            <a:p>
              <a:endParaRPr lang="en-GB"/>
            </a:p>
          </p:txBody>
        </p:sp>
        <p:sp>
          <p:nvSpPr>
            <p:cNvPr id="181" name="Freeform: Shape 180">
              <a:extLst>
                <a:ext uri="{FF2B5EF4-FFF2-40B4-BE49-F238E27FC236}">
                  <a16:creationId xmlns:a16="http://schemas.microsoft.com/office/drawing/2014/main" id="{735C611B-EE7D-DA60-1F2F-92FBB00C39DB}"/>
                </a:ext>
              </a:extLst>
            </p:cNvPr>
            <p:cNvSpPr/>
            <p:nvPr>
              <p:custDataLst>
                <p:tags r:id="rId20"/>
              </p:custDataLst>
            </p:nvPr>
          </p:nvSpPr>
          <p:spPr>
            <a:xfrm>
              <a:off x="4961672" y="6996142"/>
              <a:ext cx="117061" cy="100589"/>
            </a:xfrm>
            <a:custGeom>
              <a:avLst/>
              <a:gdLst>
                <a:gd name="connsiteX0" fmla="*/ 73235 w 117061"/>
                <a:gd name="connsiteY0" fmla="*/ 85775 h 100589"/>
                <a:gd name="connsiteX1" fmla="*/ 93504 w 117061"/>
                <a:gd name="connsiteY1" fmla="*/ 100652 h 100589"/>
                <a:gd name="connsiteX2" fmla="*/ 110357 w 117061"/>
                <a:gd name="connsiteY2" fmla="*/ 88440 h 100589"/>
                <a:gd name="connsiteX3" fmla="*/ 117190 w 117061"/>
                <a:gd name="connsiteY3" fmla="*/ 66456 h 100589"/>
                <a:gd name="connsiteX4" fmla="*/ 114457 w 117061"/>
                <a:gd name="connsiteY4" fmla="*/ 64236 h 100589"/>
                <a:gd name="connsiteX5" fmla="*/ 111268 w 117061"/>
                <a:gd name="connsiteY5" fmla="*/ 68233 h 100589"/>
                <a:gd name="connsiteX6" fmla="*/ 94187 w 117061"/>
                <a:gd name="connsiteY6" fmla="*/ 95767 h 100589"/>
                <a:gd name="connsiteX7" fmla="*/ 87127 w 117061"/>
                <a:gd name="connsiteY7" fmla="*/ 85553 h 100589"/>
                <a:gd name="connsiteX8" fmla="*/ 91682 w 117061"/>
                <a:gd name="connsiteY8" fmla="*/ 62459 h 100589"/>
                <a:gd name="connsiteX9" fmla="*/ 98059 w 117061"/>
                <a:gd name="connsiteY9" fmla="*/ 38478 h 100589"/>
                <a:gd name="connsiteX10" fmla="*/ 101931 w 117061"/>
                <a:gd name="connsiteY10" fmla="*/ 23378 h 100589"/>
                <a:gd name="connsiteX11" fmla="*/ 105347 w 117061"/>
                <a:gd name="connsiteY11" fmla="*/ 8501 h 100589"/>
                <a:gd name="connsiteX12" fmla="*/ 98742 w 117061"/>
                <a:gd name="connsiteY12" fmla="*/ 2505 h 100589"/>
                <a:gd name="connsiteX13" fmla="*/ 89860 w 117061"/>
                <a:gd name="connsiteY13" fmla="*/ 10277 h 100589"/>
                <a:gd name="connsiteX14" fmla="*/ 72779 w 117061"/>
                <a:gd name="connsiteY14" fmla="*/ 77115 h 100589"/>
                <a:gd name="connsiteX15" fmla="*/ 46816 w 117061"/>
                <a:gd name="connsiteY15" fmla="*/ 95767 h 100589"/>
                <a:gd name="connsiteX16" fmla="*/ 32696 w 117061"/>
                <a:gd name="connsiteY16" fmla="*/ 77559 h 100589"/>
                <a:gd name="connsiteX17" fmla="*/ 44994 w 117061"/>
                <a:gd name="connsiteY17" fmla="*/ 32260 h 100589"/>
                <a:gd name="connsiteX18" fmla="*/ 48866 w 117061"/>
                <a:gd name="connsiteY18" fmla="*/ 18271 h 100589"/>
                <a:gd name="connsiteX19" fmla="*/ 30191 w 117061"/>
                <a:gd name="connsiteY19" fmla="*/ 63 h 100589"/>
                <a:gd name="connsiteX20" fmla="*/ 128 w 117061"/>
                <a:gd name="connsiteY20" fmla="*/ 34259 h 100589"/>
                <a:gd name="connsiteX21" fmla="*/ 2861 w 117061"/>
                <a:gd name="connsiteY21" fmla="*/ 36479 h 100589"/>
                <a:gd name="connsiteX22" fmla="*/ 6505 w 117061"/>
                <a:gd name="connsiteY22" fmla="*/ 32482 h 100589"/>
                <a:gd name="connsiteX23" fmla="*/ 29508 w 117061"/>
                <a:gd name="connsiteY23" fmla="*/ 4948 h 100589"/>
                <a:gd name="connsiteX24" fmla="*/ 35201 w 117061"/>
                <a:gd name="connsiteY24" fmla="*/ 12276 h 100589"/>
                <a:gd name="connsiteX25" fmla="*/ 31329 w 117061"/>
                <a:gd name="connsiteY25" fmla="*/ 27375 h 100589"/>
                <a:gd name="connsiteX26" fmla="*/ 18120 w 117061"/>
                <a:gd name="connsiteY26" fmla="*/ 74006 h 100589"/>
                <a:gd name="connsiteX27" fmla="*/ 46133 w 117061"/>
                <a:gd name="connsiteY27" fmla="*/ 100652 h 100589"/>
                <a:gd name="connsiteX28" fmla="*/ 73235 w 117061"/>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61" h="100589">
                  <a:moveTo>
                    <a:pt x="73235" y="85775"/>
                  </a:moveTo>
                  <a:cubicBezTo>
                    <a:pt x="75740" y="94879"/>
                    <a:pt x="83711" y="100652"/>
                    <a:pt x="93504" y="100652"/>
                  </a:cubicBezTo>
                  <a:cubicBezTo>
                    <a:pt x="101475" y="100652"/>
                    <a:pt x="106713" y="95545"/>
                    <a:pt x="110357" y="88440"/>
                  </a:cubicBezTo>
                  <a:cubicBezTo>
                    <a:pt x="114229" y="80446"/>
                    <a:pt x="117190" y="66901"/>
                    <a:pt x="117190" y="66456"/>
                  </a:cubicBezTo>
                  <a:cubicBezTo>
                    <a:pt x="117190" y="64236"/>
                    <a:pt x="115140" y="64236"/>
                    <a:pt x="114457" y="64236"/>
                  </a:cubicBezTo>
                  <a:cubicBezTo>
                    <a:pt x="112179" y="64236"/>
                    <a:pt x="111952" y="65124"/>
                    <a:pt x="111268" y="68233"/>
                  </a:cubicBezTo>
                  <a:cubicBezTo>
                    <a:pt x="108080" y="80668"/>
                    <a:pt x="103753" y="95767"/>
                    <a:pt x="94187" y="95767"/>
                  </a:cubicBezTo>
                  <a:cubicBezTo>
                    <a:pt x="89405" y="95767"/>
                    <a:pt x="87127" y="92881"/>
                    <a:pt x="87127" y="85553"/>
                  </a:cubicBezTo>
                  <a:cubicBezTo>
                    <a:pt x="87127" y="80668"/>
                    <a:pt x="89860" y="70231"/>
                    <a:pt x="91682" y="62459"/>
                  </a:cubicBezTo>
                  <a:lnTo>
                    <a:pt x="98059" y="38478"/>
                  </a:lnTo>
                  <a:cubicBezTo>
                    <a:pt x="98742" y="35147"/>
                    <a:pt x="101020" y="26709"/>
                    <a:pt x="101931" y="23378"/>
                  </a:cubicBezTo>
                  <a:cubicBezTo>
                    <a:pt x="103069" y="18271"/>
                    <a:pt x="105347" y="9833"/>
                    <a:pt x="105347" y="8501"/>
                  </a:cubicBezTo>
                  <a:cubicBezTo>
                    <a:pt x="105347" y="4504"/>
                    <a:pt x="102158" y="2505"/>
                    <a:pt x="98742" y="2505"/>
                  </a:cubicBezTo>
                  <a:cubicBezTo>
                    <a:pt x="97604" y="2505"/>
                    <a:pt x="91682" y="2727"/>
                    <a:pt x="89860" y="10277"/>
                  </a:cubicBezTo>
                  <a:cubicBezTo>
                    <a:pt x="85533" y="26487"/>
                    <a:pt x="75512" y="65346"/>
                    <a:pt x="72779" y="77115"/>
                  </a:cubicBezTo>
                  <a:cubicBezTo>
                    <a:pt x="72552" y="78003"/>
                    <a:pt x="63442" y="95767"/>
                    <a:pt x="46816" y="95767"/>
                  </a:cubicBezTo>
                  <a:cubicBezTo>
                    <a:pt x="34973" y="95767"/>
                    <a:pt x="32696" y="85775"/>
                    <a:pt x="32696" y="77559"/>
                  </a:cubicBezTo>
                  <a:cubicBezTo>
                    <a:pt x="32696" y="65124"/>
                    <a:pt x="39073" y="47582"/>
                    <a:pt x="44994" y="32260"/>
                  </a:cubicBezTo>
                  <a:cubicBezTo>
                    <a:pt x="47727" y="25599"/>
                    <a:pt x="48866" y="22490"/>
                    <a:pt x="48866" y="18271"/>
                  </a:cubicBezTo>
                  <a:cubicBezTo>
                    <a:pt x="48866" y="8279"/>
                    <a:pt x="41578" y="63"/>
                    <a:pt x="30191" y="63"/>
                  </a:cubicBezTo>
                  <a:cubicBezTo>
                    <a:pt x="8555" y="63"/>
                    <a:pt x="128" y="32260"/>
                    <a:pt x="128" y="34259"/>
                  </a:cubicBezTo>
                  <a:cubicBezTo>
                    <a:pt x="128" y="36479"/>
                    <a:pt x="2406" y="36479"/>
                    <a:pt x="2861" y="36479"/>
                  </a:cubicBezTo>
                  <a:cubicBezTo>
                    <a:pt x="5139" y="36479"/>
                    <a:pt x="5366" y="36035"/>
                    <a:pt x="6505" y="32482"/>
                  </a:cubicBezTo>
                  <a:cubicBezTo>
                    <a:pt x="12199" y="13164"/>
                    <a:pt x="20853" y="4948"/>
                    <a:pt x="29508" y="4948"/>
                  </a:cubicBezTo>
                  <a:cubicBezTo>
                    <a:pt x="31557" y="4948"/>
                    <a:pt x="35201" y="5170"/>
                    <a:pt x="35201" y="12276"/>
                  </a:cubicBezTo>
                  <a:cubicBezTo>
                    <a:pt x="35201" y="17605"/>
                    <a:pt x="32696" y="24044"/>
                    <a:pt x="31329" y="27375"/>
                  </a:cubicBezTo>
                  <a:cubicBezTo>
                    <a:pt x="22903" y="49358"/>
                    <a:pt x="18120" y="63126"/>
                    <a:pt x="18120" y="74006"/>
                  </a:cubicBezTo>
                  <a:cubicBezTo>
                    <a:pt x="18120" y="95101"/>
                    <a:pt x="33835" y="100652"/>
                    <a:pt x="46133" y="100652"/>
                  </a:cubicBezTo>
                  <a:cubicBezTo>
                    <a:pt x="61164" y="100652"/>
                    <a:pt x="69363" y="90660"/>
                    <a:pt x="73235" y="85775"/>
                  </a:cubicBezTo>
                  <a:close/>
                </a:path>
              </a:pathLst>
            </a:custGeom>
            <a:solidFill>
              <a:srgbClr val="000000"/>
            </a:solidFill>
            <a:ln w="22860" cap="flat">
              <a:noFill/>
              <a:prstDash val="solid"/>
              <a:miter/>
            </a:ln>
          </p:spPr>
          <p:txBody>
            <a:bodyPr rtlCol="0" anchor="ctr"/>
            <a:lstStyle/>
            <a:p>
              <a:endParaRPr lang="en-GB"/>
            </a:p>
          </p:txBody>
        </p:sp>
        <p:sp>
          <p:nvSpPr>
            <p:cNvPr id="182" name="Freeform: Shape 181">
              <a:extLst>
                <a:ext uri="{FF2B5EF4-FFF2-40B4-BE49-F238E27FC236}">
                  <a16:creationId xmlns:a16="http://schemas.microsoft.com/office/drawing/2014/main" id="{C0B99D85-DB86-5DB5-45C3-4769466913EA}"/>
                </a:ext>
              </a:extLst>
            </p:cNvPr>
            <p:cNvSpPr/>
            <p:nvPr>
              <p:custDataLst>
                <p:tags r:id="rId21"/>
              </p:custDataLst>
            </p:nvPr>
          </p:nvSpPr>
          <p:spPr>
            <a:xfrm>
              <a:off x="5090453" y="6927750"/>
              <a:ext cx="31201" cy="222052"/>
            </a:xfrm>
            <a:custGeom>
              <a:avLst/>
              <a:gdLst>
                <a:gd name="connsiteX0" fmla="*/ 31335 w 31201"/>
                <a:gd name="connsiteY0" fmla="*/ 63 h 222052"/>
                <a:gd name="connsiteX1" fmla="*/ 134 w 31201"/>
                <a:gd name="connsiteY1" fmla="*/ 63 h 222052"/>
                <a:gd name="connsiteX2" fmla="*/ 134 w 31201"/>
                <a:gd name="connsiteY2" fmla="*/ 8945 h 222052"/>
                <a:gd name="connsiteX3" fmla="*/ 22225 w 31201"/>
                <a:gd name="connsiteY3" fmla="*/ 8945 h 222052"/>
                <a:gd name="connsiteX4" fmla="*/ 22225 w 31201"/>
                <a:gd name="connsiteY4" fmla="*/ 213233 h 222052"/>
                <a:gd name="connsiteX5" fmla="*/ 134 w 31201"/>
                <a:gd name="connsiteY5" fmla="*/ 213233 h 222052"/>
                <a:gd name="connsiteX6" fmla="*/ 134 w 31201"/>
                <a:gd name="connsiteY6" fmla="*/ 222115 h 222052"/>
                <a:gd name="connsiteX7" fmla="*/ 31335 w 31201"/>
                <a:gd name="connsiteY7" fmla="*/ 222115 h 222052"/>
                <a:gd name="connsiteX8" fmla="*/ 31335 w 3120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01" h="222052">
                  <a:moveTo>
                    <a:pt x="31335" y="63"/>
                  </a:moveTo>
                  <a:lnTo>
                    <a:pt x="134" y="63"/>
                  </a:lnTo>
                  <a:lnTo>
                    <a:pt x="134" y="8945"/>
                  </a:lnTo>
                  <a:lnTo>
                    <a:pt x="22225" y="8945"/>
                  </a:lnTo>
                  <a:lnTo>
                    <a:pt x="22225" y="213233"/>
                  </a:lnTo>
                  <a:lnTo>
                    <a:pt x="134" y="213233"/>
                  </a:lnTo>
                  <a:lnTo>
                    <a:pt x="134" y="222115"/>
                  </a:lnTo>
                  <a:lnTo>
                    <a:pt x="31335" y="222115"/>
                  </a:lnTo>
                  <a:lnTo>
                    <a:pt x="31335" y="63"/>
                  </a:lnTo>
                  <a:close/>
                </a:path>
              </a:pathLst>
            </a:custGeom>
            <a:solidFill>
              <a:srgbClr val="000000"/>
            </a:solidFill>
            <a:ln w="22860" cap="flat">
              <a:noFill/>
              <a:prstDash val="solid"/>
              <a:miter/>
            </a:ln>
          </p:spPr>
          <p:txBody>
            <a:bodyPr rtlCol="0" anchor="ctr"/>
            <a:lstStyle/>
            <a:p>
              <a:endParaRPr lang="en-GB"/>
            </a:p>
          </p:txBody>
        </p:sp>
      </p:grpSp>
      <p:cxnSp>
        <p:nvCxnSpPr>
          <p:cNvPr id="183" name="Straight Connector 182">
            <a:extLst>
              <a:ext uri="{FF2B5EF4-FFF2-40B4-BE49-F238E27FC236}">
                <a16:creationId xmlns:a16="http://schemas.microsoft.com/office/drawing/2014/main" id="{6CBD8A69-CFDA-95BF-D2CF-4463326F827C}"/>
              </a:ext>
            </a:extLst>
          </p:cNvPr>
          <p:cNvCxnSpPr>
            <a:cxnSpLocks/>
          </p:cNvCxnSpPr>
          <p:nvPr/>
        </p:nvCxnSpPr>
        <p:spPr>
          <a:xfrm>
            <a:off x="2717973" y="4168682"/>
            <a:ext cx="0" cy="447756"/>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187" name="Group 186">
            <a:extLst>
              <a:ext uri="{FF2B5EF4-FFF2-40B4-BE49-F238E27FC236}">
                <a16:creationId xmlns:a16="http://schemas.microsoft.com/office/drawing/2014/main" id="{DF98406F-6D22-8ED9-2749-1A0A42CBA459}"/>
              </a:ext>
            </a:extLst>
          </p:cNvPr>
          <p:cNvGrpSpPr>
            <a:grpSpLocks noChangeAspect="1"/>
          </p:cNvGrpSpPr>
          <p:nvPr>
            <p:custDataLst>
              <p:tags r:id="rId2"/>
            </p:custDataLst>
          </p:nvPr>
        </p:nvGrpSpPr>
        <p:grpSpPr>
          <a:xfrm>
            <a:off x="1253059" y="4917661"/>
            <a:ext cx="1025736" cy="222052"/>
            <a:chOff x="3663204" y="6853006"/>
            <a:chExt cx="1025736" cy="222052"/>
          </a:xfrm>
        </p:grpSpPr>
        <p:sp>
          <p:nvSpPr>
            <p:cNvPr id="188" name="Freeform: Shape 187">
              <a:extLst>
                <a:ext uri="{FF2B5EF4-FFF2-40B4-BE49-F238E27FC236}">
                  <a16:creationId xmlns:a16="http://schemas.microsoft.com/office/drawing/2014/main" id="{E4421D5C-50AE-472F-1FE1-0BFDF663D668}"/>
                </a:ext>
              </a:extLst>
            </p:cNvPr>
            <p:cNvSpPr/>
            <p:nvPr>
              <p:custDataLst>
                <p:tags r:id="rId3"/>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9" name="Freeform: Shape 188">
              <a:extLst>
                <a:ext uri="{FF2B5EF4-FFF2-40B4-BE49-F238E27FC236}">
                  <a16:creationId xmlns:a16="http://schemas.microsoft.com/office/drawing/2014/main" id="{ADE677D3-57D6-CB05-91F4-FBEC0544B2ED}"/>
                </a:ext>
              </a:extLst>
            </p:cNvPr>
            <p:cNvSpPr/>
            <p:nvPr>
              <p:custDataLst>
                <p:tags r:id="rId4"/>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0" name="Freeform: Shape 189">
              <a:extLst>
                <a:ext uri="{FF2B5EF4-FFF2-40B4-BE49-F238E27FC236}">
                  <a16:creationId xmlns:a16="http://schemas.microsoft.com/office/drawing/2014/main" id="{80576C6E-B23A-7CC6-C773-5E9A121F85DF}"/>
                </a:ext>
              </a:extLst>
            </p:cNvPr>
            <p:cNvSpPr/>
            <p:nvPr>
              <p:custDataLst>
                <p:tags r:id="rId5"/>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1" name="Freeform: Shape 190">
              <a:extLst>
                <a:ext uri="{FF2B5EF4-FFF2-40B4-BE49-F238E27FC236}">
                  <a16:creationId xmlns:a16="http://schemas.microsoft.com/office/drawing/2014/main" id="{241F586E-B289-9B0A-DD44-EFFB7CB46CCB}"/>
                </a:ext>
              </a:extLst>
            </p:cNvPr>
            <p:cNvSpPr/>
            <p:nvPr>
              <p:custDataLst>
                <p:tags r:id="rId6"/>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2" name="Freeform: Shape 191">
              <a:extLst>
                <a:ext uri="{FF2B5EF4-FFF2-40B4-BE49-F238E27FC236}">
                  <a16:creationId xmlns:a16="http://schemas.microsoft.com/office/drawing/2014/main" id="{F354BF63-210F-C043-B4FD-4A01D1A63734}"/>
                </a:ext>
              </a:extLst>
            </p:cNvPr>
            <p:cNvSpPr/>
            <p:nvPr>
              <p:custDataLst>
                <p:tags r:id="rId7"/>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3" name="Freeform: Shape 192">
              <a:extLst>
                <a:ext uri="{FF2B5EF4-FFF2-40B4-BE49-F238E27FC236}">
                  <a16:creationId xmlns:a16="http://schemas.microsoft.com/office/drawing/2014/main" id="{01648A30-C37F-FD97-C5B4-D76490C7CBC4}"/>
                </a:ext>
              </a:extLst>
            </p:cNvPr>
            <p:cNvSpPr/>
            <p:nvPr>
              <p:custDataLst>
                <p:tags r:id="rId8"/>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4" name="Freeform: Shape 193">
              <a:extLst>
                <a:ext uri="{FF2B5EF4-FFF2-40B4-BE49-F238E27FC236}">
                  <a16:creationId xmlns:a16="http://schemas.microsoft.com/office/drawing/2014/main" id="{128B05A8-8ECC-E1D5-4319-EB7213007A54}"/>
                </a:ext>
              </a:extLst>
            </p:cNvPr>
            <p:cNvSpPr/>
            <p:nvPr>
              <p:custDataLst>
                <p:tags r:id="rId9"/>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5" name="Freeform: Shape 194">
              <a:extLst>
                <a:ext uri="{FF2B5EF4-FFF2-40B4-BE49-F238E27FC236}">
                  <a16:creationId xmlns:a16="http://schemas.microsoft.com/office/drawing/2014/main" id="{E5BC9D15-55DA-EC51-723A-3A39C86EA503}"/>
                </a:ext>
              </a:extLst>
            </p:cNvPr>
            <p:cNvSpPr/>
            <p:nvPr>
              <p:custDataLst>
                <p:tags r:id="rId10"/>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cxnSp>
        <p:nvCxnSpPr>
          <p:cNvPr id="196" name="Straight Connector 195">
            <a:extLst>
              <a:ext uri="{FF2B5EF4-FFF2-40B4-BE49-F238E27FC236}">
                <a16:creationId xmlns:a16="http://schemas.microsoft.com/office/drawing/2014/main" id="{C6183412-1E4C-07BF-DF03-6F62E8D1D548}"/>
              </a:ext>
            </a:extLst>
          </p:cNvPr>
          <p:cNvCxnSpPr>
            <a:cxnSpLocks/>
          </p:cNvCxnSpPr>
          <p:nvPr/>
        </p:nvCxnSpPr>
        <p:spPr>
          <a:xfrm>
            <a:off x="2730846" y="4804809"/>
            <a:ext cx="0" cy="447756"/>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8" name="TextBox 197">
            <a:extLst>
              <a:ext uri="{FF2B5EF4-FFF2-40B4-BE49-F238E27FC236}">
                <a16:creationId xmlns:a16="http://schemas.microsoft.com/office/drawing/2014/main" id="{525A60DA-9BAB-DE79-FDC8-49D567EB87A8}"/>
              </a:ext>
            </a:extLst>
          </p:cNvPr>
          <p:cNvSpPr txBox="1"/>
          <p:nvPr/>
        </p:nvSpPr>
        <p:spPr>
          <a:xfrm>
            <a:off x="2730846" y="4793057"/>
            <a:ext cx="4767499" cy="523220"/>
          </a:xfrm>
          <a:prstGeom prst="rect">
            <a:avLst/>
          </a:prstGeom>
          <a:noFill/>
        </p:spPr>
        <p:txBody>
          <a:bodyPr wrap="square">
            <a:spAutoFit/>
          </a:bodyPr>
          <a:lstStyle/>
          <a:p>
            <a:r>
              <a:rPr lang="en-US" sz="1400" b="1">
                <a:highlight>
                  <a:srgbClr val="FFC000"/>
                </a:highlight>
              </a:rPr>
              <a:t>Conditional mean zero assumption</a:t>
            </a:r>
            <a:r>
              <a:rPr lang="en-US" sz="1400"/>
              <a:t>.</a:t>
            </a:r>
            <a:br>
              <a:rPr lang="en-US" sz="1400"/>
            </a:br>
            <a:r>
              <a:rPr lang="en-US" sz="1400"/>
              <a:t>The average value of u does not depend on the value of x.</a:t>
            </a:r>
            <a:endParaRPr lang="en-GB" sz="1400"/>
          </a:p>
        </p:txBody>
      </p:sp>
    </p:spTree>
    <p:extLst>
      <p:ext uri="{BB962C8B-B14F-4D97-AF65-F5344CB8AC3E}">
        <p14:creationId xmlns:p14="http://schemas.microsoft.com/office/powerpoint/2010/main" val="3110693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B8CB6DE3-E275-A0FC-82E6-D6E981F234D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8B998FD4-1D83-0AED-4D9F-3D51FD00AE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ED864096-4225-1361-A4D5-805E64C4F1F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CC98F2CB-D1CD-9AF1-EC54-1DC26D3FA710}"/>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29691BAC-A625-D99D-41AA-96C17C1CF044}"/>
              </a:ext>
            </a:extLst>
          </p:cNvPr>
          <p:cNvPicPr>
            <a:picLocks noChangeAspect="1"/>
          </p:cNvPicPr>
          <p:nvPr/>
        </p:nvPicPr>
        <p:blipFill>
          <a:blip r:embed="rId64"/>
          <a:stretch>
            <a:fillRect/>
          </a:stretch>
        </p:blipFill>
        <p:spPr>
          <a:xfrm>
            <a:off x="295480" y="6230670"/>
            <a:ext cx="5249008" cy="609685"/>
          </a:xfrm>
          <a:prstGeom prst="rect">
            <a:avLst/>
          </a:prstGeom>
        </p:spPr>
      </p:pic>
      <p:grpSp>
        <p:nvGrpSpPr>
          <p:cNvPr id="46" name="Group 45" descr="\documentclass{article}&#10;\usepackage{amsmath}&#10;\pagestyle{empty}&#10;\begin{document}&#10;&#10;&#10;$ Wage =  \beta_0 + \beta_1 educ + u$&#10;\end{document}" title="IguanaTex Shape Display">
            <a:extLst>
              <a:ext uri="{FF2B5EF4-FFF2-40B4-BE49-F238E27FC236}">
                <a16:creationId xmlns:a16="http://schemas.microsoft.com/office/drawing/2014/main" id="{6AEBCAE5-083E-9546-6894-19102DA4CC22}"/>
              </a:ext>
            </a:extLst>
          </p:cNvPr>
          <p:cNvGrpSpPr>
            <a:grpSpLocks noChangeAspect="1"/>
          </p:cNvGrpSpPr>
          <p:nvPr>
            <p:custDataLst>
              <p:tags r:id="rId2"/>
            </p:custDataLst>
          </p:nvPr>
        </p:nvGrpSpPr>
        <p:grpSpPr>
          <a:xfrm>
            <a:off x="969433" y="1749123"/>
            <a:ext cx="3045871" cy="254955"/>
            <a:chOff x="5242397" y="-18132260"/>
            <a:chExt cx="3045871" cy="254955"/>
          </a:xfrm>
        </p:grpSpPr>
        <p:sp>
          <p:nvSpPr>
            <p:cNvPr id="34" name="Freeform: Shape 33">
              <a:extLst>
                <a:ext uri="{FF2B5EF4-FFF2-40B4-BE49-F238E27FC236}">
                  <a16:creationId xmlns:a16="http://schemas.microsoft.com/office/drawing/2014/main" id="{4E805A10-1550-016B-5049-6648E084809B}"/>
                </a:ext>
              </a:extLst>
            </p:cNvPr>
            <p:cNvSpPr/>
            <p:nvPr>
              <p:custDataLst>
                <p:tags r:id="rId50"/>
              </p:custDataLst>
            </p:nvPr>
          </p:nvSpPr>
          <p:spPr>
            <a:xfrm flipV="1">
              <a:off x="5242397" y="-18125826"/>
              <a:ext cx="278058" cy="197300"/>
            </a:xfrm>
            <a:custGeom>
              <a:avLst/>
              <a:gdLst>
                <a:gd name="csX0" fmla="*/ 241373 w 278058"/>
                <a:gd name="csY0" fmla="*/ 163420 h 197300"/>
                <a:gd name="csX1" fmla="*/ 272735 w 278058"/>
                <a:gd name="csY1" fmla="*/ 187204 h 197300"/>
                <a:gd name="csX2" fmla="*/ 278059 w 278058"/>
                <a:gd name="csY2" fmla="*/ 192805 h 197300"/>
                <a:gd name="csX3" fmla="*/ 274694 w 278058"/>
                <a:gd name="csY3" fmla="*/ 195879 h 197300"/>
                <a:gd name="csX4" fmla="*/ 253135 w 278058"/>
                <a:gd name="csY4" fmla="*/ 195044 h 197300"/>
                <a:gd name="csX5" fmla="*/ 224015 w 278058"/>
                <a:gd name="csY5" fmla="*/ 195879 h 197300"/>
                <a:gd name="csX6" fmla="*/ 218691 w 278058"/>
                <a:gd name="csY6" fmla="*/ 190567 h 197300"/>
                <a:gd name="csX7" fmla="*/ 222890 w 278058"/>
                <a:gd name="csY7" fmla="*/ 187204 h 197300"/>
                <a:gd name="csX8" fmla="*/ 239414 w 278058"/>
                <a:gd name="csY8" fmla="*/ 176291 h 197300"/>
                <a:gd name="csX9" fmla="*/ 235777 w 278058"/>
                <a:gd name="csY9" fmla="*/ 167055 h 197300"/>
                <a:gd name="csX10" fmla="*/ 160168 w 278058"/>
                <a:gd name="csY10" fmla="*/ 35235 h 197300"/>
                <a:gd name="csX11" fmla="*/ 149812 w 278058"/>
                <a:gd name="csY11" fmla="*/ 174051 h 197300"/>
                <a:gd name="csX12" fmla="*/ 169410 w 278058"/>
                <a:gd name="csY12" fmla="*/ 187204 h 197300"/>
                <a:gd name="csX13" fmla="*/ 176974 w 278058"/>
                <a:gd name="csY13" fmla="*/ 192805 h 197300"/>
                <a:gd name="csX14" fmla="*/ 172774 w 278058"/>
                <a:gd name="csY14" fmla="*/ 195879 h 197300"/>
                <a:gd name="csX15" fmla="*/ 138612 w 278058"/>
                <a:gd name="csY15" fmla="*/ 195044 h 197300"/>
                <a:gd name="csX16" fmla="*/ 109209 w 278058"/>
                <a:gd name="csY16" fmla="*/ 195879 h 197300"/>
                <a:gd name="csX17" fmla="*/ 103886 w 278058"/>
                <a:gd name="csY17" fmla="*/ 190285 h 197300"/>
                <a:gd name="csX18" fmla="*/ 110606 w 278058"/>
                <a:gd name="csY18" fmla="*/ 187204 h 197300"/>
                <a:gd name="csX19" fmla="*/ 125452 w 278058"/>
                <a:gd name="csY19" fmla="*/ 180206 h 197300"/>
                <a:gd name="csX20" fmla="*/ 127130 w 278058"/>
                <a:gd name="csY20" fmla="*/ 158661 h 197300"/>
                <a:gd name="csX21" fmla="*/ 56282 w 278058"/>
                <a:gd name="csY21" fmla="*/ 35235 h 197300"/>
                <a:gd name="csX22" fmla="*/ 45645 w 278058"/>
                <a:gd name="csY22" fmla="*/ 177133 h 197300"/>
                <a:gd name="csX23" fmla="*/ 66929 w 278058"/>
                <a:gd name="csY23" fmla="*/ 187204 h 197300"/>
                <a:gd name="csX24" fmla="*/ 72806 w 278058"/>
                <a:gd name="csY24" fmla="*/ 192805 h 197300"/>
                <a:gd name="csX25" fmla="*/ 68888 w 278058"/>
                <a:gd name="csY25" fmla="*/ 195879 h 197300"/>
                <a:gd name="csX26" fmla="*/ 34444 w 278058"/>
                <a:gd name="csY26" fmla="*/ 195044 h 197300"/>
                <a:gd name="csX27" fmla="*/ 5042 w 278058"/>
                <a:gd name="csY27" fmla="*/ 195879 h 197300"/>
                <a:gd name="csX28" fmla="*/ 0 w 278058"/>
                <a:gd name="csY28" fmla="*/ 190567 h 197300"/>
                <a:gd name="csX29" fmla="*/ 7001 w 278058"/>
                <a:gd name="csY29" fmla="*/ 187204 h 197300"/>
                <a:gd name="csX30" fmla="*/ 21838 w 278058"/>
                <a:gd name="csY30" fmla="*/ 176852 h 197300"/>
                <a:gd name="csX31" fmla="*/ 34444 w 278058"/>
                <a:gd name="csY31" fmla="*/ 5857 h 197300"/>
                <a:gd name="csX32" fmla="*/ 38924 w 278058"/>
                <a:gd name="csY32" fmla="*/ -1421 h 197300"/>
                <a:gd name="csX33" fmla="*/ 45645 w 278058"/>
                <a:gd name="csY33" fmla="*/ 4452 h 197300"/>
                <a:gd name="csX34" fmla="*/ 127965 w 278058"/>
                <a:gd name="csY34" fmla="*/ 147186 h 197300"/>
                <a:gd name="csX35" fmla="*/ 138330 w 278058"/>
                <a:gd name="csY35" fmla="*/ 5857 h 197300"/>
                <a:gd name="csX36" fmla="*/ 142810 w 278058"/>
                <a:gd name="csY36" fmla="*/ -1421 h 197300"/>
                <a:gd name="csX37" fmla="*/ 149530 w 278058"/>
                <a:gd name="csY37" fmla="*/ 3890 h 197300"/>
                <a:gd name="csX38" fmla="*/ 241373 w 278058"/>
                <a:gd name="csY38" fmla="*/ 163420 h 197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78058" h="197300">
                  <a:moveTo>
                    <a:pt x="241373" y="163420"/>
                  </a:moveTo>
                  <a:cubicBezTo>
                    <a:pt x="248374" y="175729"/>
                    <a:pt x="255094" y="185808"/>
                    <a:pt x="272735" y="187204"/>
                  </a:cubicBezTo>
                  <a:cubicBezTo>
                    <a:pt x="275256" y="187485"/>
                    <a:pt x="278059" y="187485"/>
                    <a:pt x="278059" y="192805"/>
                  </a:cubicBezTo>
                  <a:cubicBezTo>
                    <a:pt x="278059" y="193921"/>
                    <a:pt x="276934" y="195879"/>
                    <a:pt x="274694" y="195879"/>
                  </a:cubicBezTo>
                  <a:cubicBezTo>
                    <a:pt x="267973" y="195879"/>
                    <a:pt x="260137" y="195044"/>
                    <a:pt x="253135" y="195044"/>
                  </a:cubicBezTo>
                  <a:cubicBezTo>
                    <a:pt x="243613" y="195044"/>
                    <a:pt x="233256" y="195879"/>
                    <a:pt x="224015" y="195879"/>
                  </a:cubicBezTo>
                  <a:cubicBezTo>
                    <a:pt x="222337" y="195879"/>
                    <a:pt x="218691" y="195879"/>
                    <a:pt x="218691" y="190567"/>
                  </a:cubicBezTo>
                  <a:cubicBezTo>
                    <a:pt x="218691" y="187485"/>
                    <a:pt x="221213" y="187204"/>
                    <a:pt x="222890" y="187204"/>
                  </a:cubicBezTo>
                  <a:cubicBezTo>
                    <a:pt x="229611" y="186923"/>
                    <a:pt x="239414" y="184685"/>
                    <a:pt x="239414" y="176291"/>
                  </a:cubicBezTo>
                  <a:cubicBezTo>
                    <a:pt x="239414" y="173209"/>
                    <a:pt x="238017" y="170970"/>
                    <a:pt x="235777" y="167055"/>
                  </a:cubicBezTo>
                  <a:lnTo>
                    <a:pt x="160168" y="35235"/>
                  </a:lnTo>
                  <a:lnTo>
                    <a:pt x="149812" y="174051"/>
                  </a:lnTo>
                  <a:cubicBezTo>
                    <a:pt x="149530" y="179645"/>
                    <a:pt x="148969" y="186923"/>
                    <a:pt x="169410" y="187204"/>
                  </a:cubicBezTo>
                  <a:cubicBezTo>
                    <a:pt x="174171" y="187204"/>
                    <a:pt x="176974" y="187204"/>
                    <a:pt x="176974" y="192805"/>
                  </a:cubicBezTo>
                  <a:cubicBezTo>
                    <a:pt x="176974" y="195598"/>
                    <a:pt x="173890" y="195879"/>
                    <a:pt x="172774" y="195879"/>
                  </a:cubicBezTo>
                  <a:cubicBezTo>
                    <a:pt x="161574" y="195879"/>
                    <a:pt x="149812" y="195044"/>
                    <a:pt x="138612" y="195044"/>
                  </a:cubicBezTo>
                  <a:cubicBezTo>
                    <a:pt x="132172" y="195044"/>
                    <a:pt x="115649" y="195879"/>
                    <a:pt x="109209" y="195879"/>
                  </a:cubicBezTo>
                  <a:cubicBezTo>
                    <a:pt x="107531" y="195879"/>
                    <a:pt x="103886" y="195879"/>
                    <a:pt x="103886" y="190285"/>
                  </a:cubicBezTo>
                  <a:cubicBezTo>
                    <a:pt x="103886" y="187204"/>
                    <a:pt x="106688" y="187204"/>
                    <a:pt x="110606" y="187204"/>
                  </a:cubicBezTo>
                  <a:cubicBezTo>
                    <a:pt x="122931" y="187204"/>
                    <a:pt x="124890" y="185527"/>
                    <a:pt x="125452" y="180206"/>
                  </a:cubicBezTo>
                  <a:lnTo>
                    <a:pt x="127130" y="158661"/>
                  </a:lnTo>
                  <a:lnTo>
                    <a:pt x="56282" y="35235"/>
                  </a:lnTo>
                  <a:lnTo>
                    <a:pt x="45645" y="177133"/>
                  </a:lnTo>
                  <a:cubicBezTo>
                    <a:pt x="45645" y="180487"/>
                    <a:pt x="45645" y="186923"/>
                    <a:pt x="66929" y="187204"/>
                  </a:cubicBezTo>
                  <a:cubicBezTo>
                    <a:pt x="69723" y="187204"/>
                    <a:pt x="72806" y="187204"/>
                    <a:pt x="72806" y="192805"/>
                  </a:cubicBezTo>
                  <a:cubicBezTo>
                    <a:pt x="72806" y="195879"/>
                    <a:pt x="69442" y="195879"/>
                    <a:pt x="68888" y="195879"/>
                  </a:cubicBezTo>
                  <a:cubicBezTo>
                    <a:pt x="57688" y="195879"/>
                    <a:pt x="45925" y="195044"/>
                    <a:pt x="34444" y="195044"/>
                  </a:cubicBezTo>
                  <a:cubicBezTo>
                    <a:pt x="24641" y="195044"/>
                    <a:pt x="14565" y="195879"/>
                    <a:pt x="5042" y="195879"/>
                  </a:cubicBezTo>
                  <a:cubicBezTo>
                    <a:pt x="3646" y="195879"/>
                    <a:pt x="0" y="195879"/>
                    <a:pt x="0" y="190567"/>
                  </a:cubicBezTo>
                  <a:cubicBezTo>
                    <a:pt x="0" y="187204"/>
                    <a:pt x="2521" y="187204"/>
                    <a:pt x="7001" y="187204"/>
                  </a:cubicBezTo>
                  <a:cubicBezTo>
                    <a:pt x="21004" y="187204"/>
                    <a:pt x="21285" y="184685"/>
                    <a:pt x="21838" y="176852"/>
                  </a:cubicBezTo>
                  <a:lnTo>
                    <a:pt x="34444" y="5857"/>
                  </a:lnTo>
                  <a:cubicBezTo>
                    <a:pt x="34725" y="817"/>
                    <a:pt x="35006" y="-1421"/>
                    <a:pt x="38924" y="-1421"/>
                  </a:cubicBezTo>
                  <a:cubicBezTo>
                    <a:pt x="42280" y="-1421"/>
                    <a:pt x="43123" y="256"/>
                    <a:pt x="45645" y="4452"/>
                  </a:cubicBezTo>
                  <a:lnTo>
                    <a:pt x="127965" y="147186"/>
                  </a:lnTo>
                  <a:lnTo>
                    <a:pt x="138330" y="5857"/>
                  </a:lnTo>
                  <a:cubicBezTo>
                    <a:pt x="138892" y="-25"/>
                    <a:pt x="139446" y="-1421"/>
                    <a:pt x="142810" y="-1421"/>
                  </a:cubicBezTo>
                  <a:cubicBezTo>
                    <a:pt x="146447" y="-1421"/>
                    <a:pt x="148134" y="1371"/>
                    <a:pt x="149530" y="3890"/>
                  </a:cubicBezTo>
                  <a:lnTo>
                    <a:pt x="241373" y="163420"/>
                  </a:lnTo>
                  <a:close/>
                </a:path>
              </a:pathLst>
            </a:custGeom>
            <a:solidFill>
              <a:schemeClr val="bg1"/>
            </a:solidFill>
            <a:ln w="22777" cap="flat">
              <a:noFill/>
              <a:prstDash val="solid"/>
              <a:miter/>
            </a:ln>
          </p:spPr>
          <p:txBody>
            <a:bodyPr/>
            <a:lstStyle/>
            <a:p>
              <a:endParaRPr lang="en-GB"/>
            </a:p>
          </p:txBody>
        </p:sp>
        <p:sp>
          <p:nvSpPr>
            <p:cNvPr id="35" name="Freeform: Shape 34">
              <a:extLst>
                <a:ext uri="{FF2B5EF4-FFF2-40B4-BE49-F238E27FC236}">
                  <a16:creationId xmlns:a16="http://schemas.microsoft.com/office/drawing/2014/main" id="{91E93940-F59C-8A44-A053-EF649480B5C5}"/>
                </a:ext>
              </a:extLst>
            </p:cNvPr>
            <p:cNvSpPr/>
            <p:nvPr>
              <p:custDataLst>
                <p:tags r:id="rId51"/>
              </p:custDataLst>
            </p:nvPr>
          </p:nvSpPr>
          <p:spPr>
            <a:xfrm flipV="1">
              <a:off x="5541150" y="-18058379"/>
              <a:ext cx="269394" cy="181074"/>
            </a:xfrm>
            <a:custGeom>
              <a:avLst/>
              <a:gdLst>
                <a:gd name="csX0" fmla="*/ 93248 w 269394"/>
                <a:gd name="csY0" fmla="*/ 161747 h 181074"/>
                <a:gd name="csX1" fmla="*/ 67482 w 269394"/>
                <a:gd name="csY1" fmla="*/ 179658 h 181074"/>
                <a:gd name="csX2" fmla="*/ 0 w 269394"/>
                <a:gd name="csY2" fmla="*/ 97663 h 181074"/>
                <a:gd name="csX3" fmla="*/ 37246 w 269394"/>
                <a:gd name="csY3" fmla="*/ 52877 h 181074"/>
                <a:gd name="csX4" fmla="*/ 73641 w 269394"/>
                <a:gd name="csY4" fmla="*/ 73870 h 181074"/>
                <a:gd name="csX5" fmla="*/ 99126 w 269394"/>
                <a:gd name="csY5" fmla="*/ 52877 h 181074"/>
                <a:gd name="csX6" fmla="*/ 119847 w 269394"/>
                <a:gd name="csY6" fmla="*/ 68276 h 181074"/>
                <a:gd name="csX7" fmla="*/ 128246 w 269394"/>
                <a:gd name="csY7" fmla="*/ 95977 h 181074"/>
                <a:gd name="csX8" fmla="*/ 124890 w 269394"/>
                <a:gd name="csY8" fmla="*/ 98778 h 181074"/>
                <a:gd name="csX9" fmla="*/ 120963 w 269394"/>
                <a:gd name="csY9" fmla="*/ 93738 h 181074"/>
                <a:gd name="csX10" fmla="*/ 99688 w 269394"/>
                <a:gd name="csY10" fmla="*/ 59040 h 181074"/>
                <a:gd name="csX11" fmla="*/ 91289 w 269394"/>
                <a:gd name="csY11" fmla="*/ 71912 h 181074"/>
                <a:gd name="csX12" fmla="*/ 94926 w 269394"/>
                <a:gd name="csY12" fmla="*/ 92623 h 181074"/>
                <a:gd name="csX13" fmla="*/ 101083 w 269394"/>
                <a:gd name="csY13" fmla="*/ 117812 h 181074"/>
                <a:gd name="csX14" fmla="*/ 111169 w 269394"/>
                <a:gd name="csY14" fmla="*/ 156988 h 181074"/>
                <a:gd name="csX15" fmla="*/ 113128 w 269394"/>
                <a:gd name="csY15" fmla="*/ 166505 h 181074"/>
                <a:gd name="csX16" fmla="*/ 105001 w 269394"/>
                <a:gd name="csY16" fmla="*/ 174064 h 181074"/>
                <a:gd name="csX17" fmla="*/ 93248 w 269394"/>
                <a:gd name="csY17" fmla="*/ 161747 h 181074"/>
                <a:gd name="csX18" fmla="*/ 75047 w 269394"/>
                <a:gd name="csY18" fmla="*/ 89260 h 181074"/>
                <a:gd name="csX19" fmla="*/ 69441 w 269394"/>
                <a:gd name="csY19" fmla="*/ 78910 h 181074"/>
                <a:gd name="csX20" fmla="*/ 37800 w 269394"/>
                <a:gd name="csY20" fmla="*/ 59040 h 181074"/>
                <a:gd name="csX21" fmla="*/ 19880 w 269394"/>
                <a:gd name="csY21" fmla="*/ 85346 h 181074"/>
                <a:gd name="csX22" fmla="*/ 35278 w 269394"/>
                <a:gd name="csY22" fmla="*/ 146636 h 181074"/>
                <a:gd name="csX23" fmla="*/ 67763 w 269394"/>
                <a:gd name="csY23" fmla="*/ 173504 h 181074"/>
                <a:gd name="csX24" fmla="*/ 89883 w 269394"/>
                <a:gd name="csY24" fmla="*/ 148876 h 181074"/>
                <a:gd name="csX25" fmla="*/ 89049 w 269394"/>
                <a:gd name="csY25" fmla="*/ 144117 h 181074"/>
                <a:gd name="csX26" fmla="*/ 75047 w 269394"/>
                <a:gd name="csY26" fmla="*/ 89260 h 181074"/>
                <a:gd name="csX27" fmla="*/ 268560 w 269394"/>
                <a:gd name="csY27" fmla="*/ 161466 h 181074"/>
                <a:gd name="csX28" fmla="*/ 269395 w 269394"/>
                <a:gd name="csY28" fmla="*/ 166505 h 181074"/>
                <a:gd name="csX29" fmla="*/ 261277 w 269394"/>
                <a:gd name="csY29" fmla="*/ 174064 h 181074"/>
                <a:gd name="csX30" fmla="*/ 249796 w 269394"/>
                <a:gd name="csY30" fmla="*/ 162028 h 181074"/>
                <a:gd name="csX31" fmla="*/ 223749 w 269394"/>
                <a:gd name="csY31" fmla="*/ 179658 h 181074"/>
                <a:gd name="csX32" fmla="*/ 157110 w 269394"/>
                <a:gd name="csY32" fmla="*/ 100173 h 181074"/>
                <a:gd name="csX33" fmla="*/ 194348 w 269394"/>
                <a:gd name="csY33" fmla="*/ 55959 h 181074"/>
                <a:gd name="csX34" fmla="*/ 226832 w 269394"/>
                <a:gd name="csY34" fmla="*/ 72193 h 181074"/>
                <a:gd name="csX35" fmla="*/ 227114 w 269394"/>
                <a:gd name="csY35" fmla="*/ 71912 h 181074"/>
                <a:gd name="csX36" fmla="*/ 217874 w 269394"/>
                <a:gd name="csY36" fmla="*/ 34966 h 181074"/>
                <a:gd name="csX37" fmla="*/ 177552 w 269394"/>
                <a:gd name="csY37" fmla="*/ 4746 h 181074"/>
                <a:gd name="csX38" fmla="*/ 155151 w 269394"/>
                <a:gd name="csY38" fmla="*/ 7538 h 181074"/>
                <a:gd name="csX39" fmla="*/ 166631 w 269394"/>
                <a:gd name="csY39" fmla="*/ 22095 h 181074"/>
                <a:gd name="csX40" fmla="*/ 155985 w 269394"/>
                <a:gd name="csY40" fmla="*/ 31893 h 181074"/>
                <a:gd name="csX41" fmla="*/ 140868 w 269394"/>
                <a:gd name="csY41" fmla="*/ 15659 h 181074"/>
                <a:gd name="csX42" fmla="*/ 178114 w 269394"/>
                <a:gd name="csY42" fmla="*/ -1417 h 181074"/>
                <a:gd name="csX43" fmla="*/ 237470 w 269394"/>
                <a:gd name="csY43" fmla="*/ 37206 h 181074"/>
                <a:gd name="csX44" fmla="*/ 268560 w 269394"/>
                <a:gd name="csY44" fmla="*/ 161466 h 181074"/>
                <a:gd name="csX45" fmla="*/ 232157 w 269394"/>
                <a:gd name="csY45" fmla="*/ 91781 h 181074"/>
                <a:gd name="csX46" fmla="*/ 217874 w 269394"/>
                <a:gd name="csY46" fmla="*/ 72193 h 181074"/>
                <a:gd name="csX47" fmla="*/ 195191 w 269394"/>
                <a:gd name="csY47" fmla="*/ 62113 h 181074"/>
                <a:gd name="csX48" fmla="*/ 176990 w 269394"/>
                <a:gd name="csY48" fmla="*/ 87865 h 181074"/>
                <a:gd name="csX49" fmla="*/ 192670 w 269394"/>
                <a:gd name="csY49" fmla="*/ 148594 h 181074"/>
                <a:gd name="csX50" fmla="*/ 224030 w 269394"/>
                <a:gd name="csY50" fmla="*/ 173504 h 181074"/>
                <a:gd name="csX51" fmla="*/ 246431 w 269394"/>
                <a:gd name="csY51" fmla="*/ 149438 h 181074"/>
                <a:gd name="csX52" fmla="*/ 245597 w 269394"/>
                <a:gd name="csY52" fmla="*/ 145232 h 181074"/>
                <a:gd name="csX53" fmla="*/ 232157 w 269394"/>
                <a:gd name="csY53" fmla="*/ 91781 h 1810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269394" h="181074">
                  <a:moveTo>
                    <a:pt x="93248" y="161747"/>
                  </a:moveTo>
                  <a:cubicBezTo>
                    <a:pt x="88205" y="172097"/>
                    <a:pt x="80090" y="179658"/>
                    <a:pt x="67482" y="179658"/>
                  </a:cubicBezTo>
                  <a:cubicBezTo>
                    <a:pt x="34725" y="179658"/>
                    <a:pt x="0" y="138515"/>
                    <a:pt x="0" y="97663"/>
                  </a:cubicBezTo>
                  <a:cubicBezTo>
                    <a:pt x="0" y="71349"/>
                    <a:pt x="15399" y="52877"/>
                    <a:pt x="37246" y="52877"/>
                  </a:cubicBezTo>
                  <a:cubicBezTo>
                    <a:pt x="42843" y="52877"/>
                    <a:pt x="56845" y="54001"/>
                    <a:pt x="73641" y="73870"/>
                  </a:cubicBezTo>
                  <a:cubicBezTo>
                    <a:pt x="75882" y="62113"/>
                    <a:pt x="85684" y="52877"/>
                    <a:pt x="99126" y="52877"/>
                  </a:cubicBezTo>
                  <a:cubicBezTo>
                    <a:pt x="108928" y="52877"/>
                    <a:pt x="115369" y="59322"/>
                    <a:pt x="119847" y="68276"/>
                  </a:cubicBezTo>
                  <a:cubicBezTo>
                    <a:pt x="124609" y="78347"/>
                    <a:pt x="128246" y="95423"/>
                    <a:pt x="128246" y="95977"/>
                  </a:cubicBezTo>
                  <a:cubicBezTo>
                    <a:pt x="128246" y="98778"/>
                    <a:pt x="125725" y="98778"/>
                    <a:pt x="124890" y="98778"/>
                  </a:cubicBezTo>
                  <a:cubicBezTo>
                    <a:pt x="122087" y="98778"/>
                    <a:pt x="121806" y="97663"/>
                    <a:pt x="120963" y="93738"/>
                  </a:cubicBezTo>
                  <a:cubicBezTo>
                    <a:pt x="116212" y="75547"/>
                    <a:pt x="111169" y="59040"/>
                    <a:pt x="99688" y="59040"/>
                  </a:cubicBezTo>
                  <a:cubicBezTo>
                    <a:pt x="92124" y="59040"/>
                    <a:pt x="91289" y="66310"/>
                    <a:pt x="91289" y="71912"/>
                  </a:cubicBezTo>
                  <a:cubicBezTo>
                    <a:pt x="91289" y="78066"/>
                    <a:pt x="91843" y="80306"/>
                    <a:pt x="94926" y="92623"/>
                  </a:cubicBezTo>
                  <a:cubicBezTo>
                    <a:pt x="98010" y="104380"/>
                    <a:pt x="98564" y="107172"/>
                    <a:pt x="101083" y="117812"/>
                  </a:cubicBezTo>
                  <a:lnTo>
                    <a:pt x="111169" y="156988"/>
                  </a:lnTo>
                  <a:cubicBezTo>
                    <a:pt x="113128" y="164828"/>
                    <a:pt x="113128" y="165382"/>
                    <a:pt x="113128" y="166505"/>
                  </a:cubicBezTo>
                  <a:cubicBezTo>
                    <a:pt x="113128" y="171264"/>
                    <a:pt x="109763" y="174064"/>
                    <a:pt x="105001" y="174064"/>
                  </a:cubicBezTo>
                  <a:cubicBezTo>
                    <a:pt x="98283" y="174064"/>
                    <a:pt x="94083" y="167901"/>
                    <a:pt x="93248" y="161747"/>
                  </a:cubicBezTo>
                  <a:close/>
                  <a:moveTo>
                    <a:pt x="75047" y="89260"/>
                  </a:moveTo>
                  <a:cubicBezTo>
                    <a:pt x="73641" y="84221"/>
                    <a:pt x="73641" y="83668"/>
                    <a:pt x="69441" y="78910"/>
                  </a:cubicBezTo>
                  <a:cubicBezTo>
                    <a:pt x="57126" y="63518"/>
                    <a:pt x="45646" y="59040"/>
                    <a:pt x="37800" y="59040"/>
                  </a:cubicBezTo>
                  <a:cubicBezTo>
                    <a:pt x="23799" y="59040"/>
                    <a:pt x="19880" y="74431"/>
                    <a:pt x="19880" y="85346"/>
                  </a:cubicBezTo>
                  <a:cubicBezTo>
                    <a:pt x="19880" y="99340"/>
                    <a:pt x="28838" y="133766"/>
                    <a:pt x="35278" y="146636"/>
                  </a:cubicBezTo>
                  <a:cubicBezTo>
                    <a:pt x="43968" y="163143"/>
                    <a:pt x="56564" y="173504"/>
                    <a:pt x="67763" y="173504"/>
                  </a:cubicBezTo>
                  <a:cubicBezTo>
                    <a:pt x="85965" y="173504"/>
                    <a:pt x="89883" y="150553"/>
                    <a:pt x="89883" y="148876"/>
                  </a:cubicBezTo>
                  <a:cubicBezTo>
                    <a:pt x="89883" y="147198"/>
                    <a:pt x="89321" y="145513"/>
                    <a:pt x="89049" y="144117"/>
                  </a:cubicBezTo>
                  <a:lnTo>
                    <a:pt x="75047" y="89260"/>
                  </a:lnTo>
                  <a:close/>
                  <a:moveTo>
                    <a:pt x="268560" y="161466"/>
                  </a:moveTo>
                  <a:cubicBezTo>
                    <a:pt x="268833" y="163143"/>
                    <a:pt x="269395" y="164547"/>
                    <a:pt x="269395" y="166505"/>
                  </a:cubicBezTo>
                  <a:cubicBezTo>
                    <a:pt x="269395" y="171264"/>
                    <a:pt x="266038" y="174064"/>
                    <a:pt x="261277" y="174064"/>
                  </a:cubicBezTo>
                  <a:cubicBezTo>
                    <a:pt x="258474" y="174064"/>
                    <a:pt x="250912" y="172097"/>
                    <a:pt x="249796" y="162028"/>
                  </a:cubicBezTo>
                  <a:cubicBezTo>
                    <a:pt x="244753" y="172379"/>
                    <a:pt x="234951" y="179658"/>
                    <a:pt x="223749" y="179658"/>
                  </a:cubicBezTo>
                  <a:cubicBezTo>
                    <a:pt x="191835" y="179658"/>
                    <a:pt x="157110" y="140482"/>
                    <a:pt x="157110" y="100173"/>
                  </a:cubicBezTo>
                  <a:cubicBezTo>
                    <a:pt x="157110" y="72474"/>
                    <a:pt x="174187" y="55959"/>
                    <a:pt x="194348" y="55959"/>
                  </a:cubicBezTo>
                  <a:cubicBezTo>
                    <a:pt x="210871" y="55959"/>
                    <a:pt x="224030" y="69111"/>
                    <a:pt x="226832" y="72193"/>
                  </a:cubicBezTo>
                  <a:lnTo>
                    <a:pt x="227114" y="71912"/>
                  </a:lnTo>
                  <a:cubicBezTo>
                    <a:pt x="221236" y="47004"/>
                    <a:pt x="217874" y="35529"/>
                    <a:pt x="217874" y="34966"/>
                  </a:cubicBezTo>
                  <a:cubicBezTo>
                    <a:pt x="216758" y="32447"/>
                    <a:pt x="207234" y="4746"/>
                    <a:pt x="177552" y="4746"/>
                  </a:cubicBezTo>
                  <a:cubicBezTo>
                    <a:pt x="172228" y="4746"/>
                    <a:pt x="162985" y="5028"/>
                    <a:pt x="155151" y="7538"/>
                  </a:cubicBezTo>
                  <a:cubicBezTo>
                    <a:pt x="163550" y="10059"/>
                    <a:pt x="166631" y="17336"/>
                    <a:pt x="166631" y="22095"/>
                  </a:cubicBezTo>
                  <a:cubicBezTo>
                    <a:pt x="166631" y="26572"/>
                    <a:pt x="163550" y="31893"/>
                    <a:pt x="155985" y="31893"/>
                  </a:cubicBezTo>
                  <a:cubicBezTo>
                    <a:pt x="149826" y="31893"/>
                    <a:pt x="140868" y="26854"/>
                    <a:pt x="140868" y="15659"/>
                  </a:cubicBezTo>
                  <a:cubicBezTo>
                    <a:pt x="140868" y="4184"/>
                    <a:pt x="151232" y="-1417"/>
                    <a:pt x="178114" y="-1417"/>
                  </a:cubicBezTo>
                  <a:cubicBezTo>
                    <a:pt x="213112" y="-1417"/>
                    <a:pt x="233273" y="20418"/>
                    <a:pt x="237470" y="37206"/>
                  </a:cubicBezTo>
                  <a:lnTo>
                    <a:pt x="268560" y="161466"/>
                  </a:lnTo>
                  <a:close/>
                  <a:moveTo>
                    <a:pt x="232157" y="91781"/>
                  </a:moveTo>
                  <a:cubicBezTo>
                    <a:pt x="230470" y="84502"/>
                    <a:pt x="224030" y="77504"/>
                    <a:pt x="217874" y="72193"/>
                  </a:cubicBezTo>
                  <a:cubicBezTo>
                    <a:pt x="211996" y="67153"/>
                    <a:pt x="203307" y="62113"/>
                    <a:pt x="195191" y="62113"/>
                  </a:cubicBezTo>
                  <a:cubicBezTo>
                    <a:pt x="181190" y="62113"/>
                    <a:pt x="176990" y="76670"/>
                    <a:pt x="176990" y="87865"/>
                  </a:cubicBezTo>
                  <a:cubicBezTo>
                    <a:pt x="176990" y="101298"/>
                    <a:pt x="185114" y="134319"/>
                    <a:pt x="192670" y="148594"/>
                  </a:cubicBezTo>
                  <a:cubicBezTo>
                    <a:pt x="200234" y="162309"/>
                    <a:pt x="212268" y="173504"/>
                    <a:pt x="224030" y="173504"/>
                  </a:cubicBezTo>
                  <a:cubicBezTo>
                    <a:pt x="242513" y="173504"/>
                    <a:pt x="246431" y="150834"/>
                    <a:pt x="246431" y="149438"/>
                  </a:cubicBezTo>
                  <a:cubicBezTo>
                    <a:pt x="246431" y="148032"/>
                    <a:pt x="245877" y="146356"/>
                    <a:pt x="245597" y="145232"/>
                  </a:cubicBezTo>
                  <a:lnTo>
                    <a:pt x="232157" y="91781"/>
                  </a:lnTo>
                  <a:close/>
                </a:path>
              </a:pathLst>
            </a:custGeom>
            <a:solidFill>
              <a:schemeClr val="bg1"/>
            </a:solidFill>
            <a:ln w="22777" cap="flat">
              <a:noFill/>
              <a:prstDash val="solid"/>
              <a:miter/>
            </a:ln>
          </p:spPr>
          <p:txBody>
            <a:bodyPr/>
            <a:lstStyle/>
            <a:p>
              <a:endParaRPr lang="en-GB"/>
            </a:p>
          </p:txBody>
        </p:sp>
        <p:sp>
          <p:nvSpPr>
            <p:cNvPr id="36" name="Freeform: Shape 35">
              <a:extLst>
                <a:ext uri="{FF2B5EF4-FFF2-40B4-BE49-F238E27FC236}">
                  <a16:creationId xmlns:a16="http://schemas.microsoft.com/office/drawing/2014/main" id="{5092653B-CEBE-2F91-D65C-1E3919924C2D}"/>
                </a:ext>
              </a:extLst>
            </p:cNvPr>
            <p:cNvSpPr/>
            <p:nvPr>
              <p:custDataLst>
                <p:tags r:id="rId52"/>
              </p:custDataLst>
            </p:nvPr>
          </p:nvSpPr>
          <p:spPr>
            <a:xfrm flipV="1">
              <a:off x="5834018" y="-18058379"/>
              <a:ext cx="107531" cy="126780"/>
            </a:xfrm>
            <a:custGeom>
              <a:avLst/>
              <a:gdLst>
                <a:gd name="csX0" fmla="*/ 39484 w 107531"/>
                <a:gd name="csY0" fmla="*/ 66309 h 126780"/>
                <a:gd name="csX1" fmla="*/ 82327 w 107531"/>
                <a:gd name="csY1" fmla="*/ 72745 h 126780"/>
                <a:gd name="csX2" fmla="*/ 103323 w 107531"/>
                <a:gd name="csY2" fmla="*/ 101578 h 126780"/>
                <a:gd name="csX3" fmla="*/ 73369 w 107531"/>
                <a:gd name="csY3" fmla="*/ 125362 h 126780"/>
                <a:gd name="csX4" fmla="*/ 0 w 107531"/>
                <a:gd name="csY4" fmla="*/ 49240 h 126780"/>
                <a:gd name="csX5" fmla="*/ 43965 w 107531"/>
                <a:gd name="csY5" fmla="*/ -1419 h 126780"/>
                <a:gd name="csX6" fmla="*/ 107531 w 107531"/>
                <a:gd name="csY6" fmla="*/ 31610 h 126780"/>
                <a:gd name="csX7" fmla="*/ 104166 w 107531"/>
                <a:gd name="csY7" fmla="*/ 35246 h 126780"/>
                <a:gd name="csX8" fmla="*/ 100529 w 107531"/>
                <a:gd name="csY8" fmla="*/ 32445 h 126780"/>
                <a:gd name="csX9" fmla="*/ 44527 w 107531"/>
                <a:gd name="csY9" fmla="*/ 4744 h 126780"/>
                <a:gd name="csX10" fmla="*/ 20158 w 107531"/>
                <a:gd name="csY10" fmla="*/ 37204 h 126780"/>
                <a:gd name="csX11" fmla="*/ 24639 w 107531"/>
                <a:gd name="csY11" fmla="*/ 66309 h 126780"/>
                <a:gd name="csX12" fmla="*/ 39484 w 107531"/>
                <a:gd name="csY12" fmla="*/ 66309 h 126780"/>
                <a:gd name="csX13" fmla="*/ 26325 w 107531"/>
                <a:gd name="csY13" fmla="*/ 72472 h 126780"/>
                <a:gd name="csX14" fmla="*/ 73369 w 107531"/>
                <a:gd name="csY14" fmla="*/ 119208 h 126780"/>
                <a:gd name="csX15" fmla="*/ 94092 w 107531"/>
                <a:gd name="csY15" fmla="*/ 101578 h 126780"/>
                <a:gd name="csX16" fmla="*/ 37809 w 107531"/>
                <a:gd name="csY16" fmla="*/ 72472 h 126780"/>
                <a:gd name="csX17" fmla="*/ 26325 w 107531"/>
                <a:gd name="csY17" fmla="*/ 72472 h 126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7531" h="126780">
                  <a:moveTo>
                    <a:pt x="39484" y="66309"/>
                  </a:moveTo>
                  <a:cubicBezTo>
                    <a:pt x="47603" y="66309"/>
                    <a:pt x="68326" y="66870"/>
                    <a:pt x="82327" y="72745"/>
                  </a:cubicBezTo>
                  <a:cubicBezTo>
                    <a:pt x="101926" y="81146"/>
                    <a:pt x="103323" y="97652"/>
                    <a:pt x="103323" y="101578"/>
                  </a:cubicBezTo>
                  <a:cubicBezTo>
                    <a:pt x="103323" y="113886"/>
                    <a:pt x="92686" y="125362"/>
                    <a:pt x="73369" y="125362"/>
                  </a:cubicBezTo>
                  <a:cubicBezTo>
                    <a:pt x="42287" y="125362"/>
                    <a:pt x="0" y="98215"/>
                    <a:pt x="0" y="49240"/>
                  </a:cubicBezTo>
                  <a:cubicBezTo>
                    <a:pt x="0" y="20697"/>
                    <a:pt x="16523" y="-1419"/>
                    <a:pt x="43965" y="-1419"/>
                  </a:cubicBezTo>
                  <a:cubicBezTo>
                    <a:pt x="84006" y="-1419"/>
                    <a:pt x="107531" y="28248"/>
                    <a:pt x="107531" y="31610"/>
                  </a:cubicBezTo>
                  <a:cubicBezTo>
                    <a:pt x="107531" y="33287"/>
                    <a:pt x="105845" y="35246"/>
                    <a:pt x="104166" y="35246"/>
                  </a:cubicBezTo>
                  <a:cubicBezTo>
                    <a:pt x="102769" y="35246"/>
                    <a:pt x="102207" y="34683"/>
                    <a:pt x="100529" y="32445"/>
                  </a:cubicBezTo>
                  <a:cubicBezTo>
                    <a:pt x="78409" y="4744"/>
                    <a:pt x="47884" y="4744"/>
                    <a:pt x="44527" y="4744"/>
                  </a:cubicBezTo>
                  <a:cubicBezTo>
                    <a:pt x="22679" y="4744"/>
                    <a:pt x="20158" y="28248"/>
                    <a:pt x="20158" y="37204"/>
                  </a:cubicBezTo>
                  <a:cubicBezTo>
                    <a:pt x="20158" y="40567"/>
                    <a:pt x="20439" y="49240"/>
                    <a:pt x="24639" y="66309"/>
                  </a:cubicBezTo>
                  <a:lnTo>
                    <a:pt x="39484" y="66309"/>
                  </a:lnTo>
                  <a:close/>
                  <a:moveTo>
                    <a:pt x="26325" y="72472"/>
                  </a:moveTo>
                  <a:cubicBezTo>
                    <a:pt x="37246" y="115010"/>
                    <a:pt x="66085" y="119208"/>
                    <a:pt x="73369" y="119208"/>
                  </a:cubicBezTo>
                  <a:cubicBezTo>
                    <a:pt x="86527" y="119208"/>
                    <a:pt x="94092" y="111086"/>
                    <a:pt x="94092" y="101578"/>
                  </a:cubicBezTo>
                  <a:cubicBezTo>
                    <a:pt x="94092" y="72472"/>
                    <a:pt x="49281" y="72472"/>
                    <a:pt x="37809" y="72472"/>
                  </a:cubicBezTo>
                  <a:lnTo>
                    <a:pt x="26325" y="72472"/>
                  </a:lnTo>
                  <a:close/>
                </a:path>
              </a:pathLst>
            </a:custGeom>
            <a:solidFill>
              <a:schemeClr val="bg1"/>
            </a:solidFill>
            <a:ln w="22777" cap="flat">
              <a:noFill/>
              <a:prstDash val="solid"/>
              <a:miter/>
            </a:ln>
          </p:spPr>
          <p:txBody>
            <a:bodyPr/>
            <a:lstStyle/>
            <a:p>
              <a:endParaRPr lang="en-GB"/>
            </a:p>
          </p:txBody>
        </p:sp>
        <p:sp>
          <p:nvSpPr>
            <p:cNvPr id="37" name="Freeform: Shape 36">
              <a:extLst>
                <a:ext uri="{FF2B5EF4-FFF2-40B4-BE49-F238E27FC236}">
                  <a16:creationId xmlns:a16="http://schemas.microsoft.com/office/drawing/2014/main" id="{81D55BEC-209E-53C0-1184-04703E69E294}"/>
                </a:ext>
              </a:extLst>
            </p:cNvPr>
            <p:cNvSpPr/>
            <p:nvPr>
              <p:custDataLst>
                <p:tags r:id="rId53"/>
              </p:custDataLst>
            </p:nvPr>
          </p:nvSpPr>
          <p:spPr>
            <a:xfrm flipV="1">
              <a:off x="6045937" y="-18037386"/>
              <a:ext cx="186214" cy="65488"/>
            </a:xfrm>
            <a:custGeom>
              <a:avLst/>
              <a:gdLst>
                <a:gd name="csX0" fmla="*/ 176693 w 186214"/>
                <a:gd name="csY0" fmla="*/ 52875 h 65488"/>
                <a:gd name="csX1" fmla="*/ 186215 w 186214"/>
                <a:gd name="csY1" fmla="*/ 58475 h 65488"/>
                <a:gd name="csX2" fmla="*/ 176974 w 186214"/>
                <a:gd name="csY2" fmla="*/ 64069 h 65488"/>
                <a:gd name="csX3" fmla="*/ 9241 w 186214"/>
                <a:gd name="csY3" fmla="*/ 64069 h 65488"/>
                <a:gd name="csX4" fmla="*/ 0 w 186214"/>
                <a:gd name="csY4" fmla="*/ 58475 h 65488"/>
                <a:gd name="csX5" fmla="*/ 9523 w 186214"/>
                <a:gd name="csY5" fmla="*/ 52875 h 65488"/>
                <a:gd name="csX6" fmla="*/ 176693 w 186214"/>
                <a:gd name="csY6" fmla="*/ 52875 h 65488"/>
                <a:gd name="csX7" fmla="*/ 176974 w 186214"/>
                <a:gd name="csY7" fmla="*/ -1419 h 65488"/>
                <a:gd name="csX8" fmla="*/ 186215 w 186214"/>
                <a:gd name="csY8" fmla="*/ 4181 h 65488"/>
                <a:gd name="csX9" fmla="*/ 176693 w 186214"/>
                <a:gd name="csY9" fmla="*/ 9784 h 65488"/>
                <a:gd name="csX10" fmla="*/ 9523 w 186214"/>
                <a:gd name="csY10" fmla="*/ 9784 h 65488"/>
                <a:gd name="csX11" fmla="*/ 0 w 186214"/>
                <a:gd name="csY11" fmla="*/ 4181 h 65488"/>
                <a:gd name="csX12" fmla="*/ 9241 w 186214"/>
                <a:gd name="csY12" fmla="*/ -1419 h 65488"/>
                <a:gd name="csX13" fmla="*/ 176974 w 186214"/>
                <a:gd name="csY13" fmla="*/ -1419 h 65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6214" h="65488">
                  <a:moveTo>
                    <a:pt x="176693" y="52875"/>
                  </a:moveTo>
                  <a:cubicBezTo>
                    <a:pt x="180892" y="52875"/>
                    <a:pt x="186215" y="52875"/>
                    <a:pt x="186215" y="58475"/>
                  </a:cubicBezTo>
                  <a:cubicBezTo>
                    <a:pt x="186215" y="64069"/>
                    <a:pt x="180892" y="64069"/>
                    <a:pt x="176974" y="64069"/>
                  </a:cubicBezTo>
                  <a:lnTo>
                    <a:pt x="9241" y="64069"/>
                  </a:lnTo>
                  <a:cubicBezTo>
                    <a:pt x="5323" y="64069"/>
                    <a:pt x="0" y="64069"/>
                    <a:pt x="0" y="58475"/>
                  </a:cubicBezTo>
                  <a:cubicBezTo>
                    <a:pt x="0" y="52875"/>
                    <a:pt x="5323" y="52875"/>
                    <a:pt x="9523" y="52875"/>
                  </a:cubicBezTo>
                  <a:lnTo>
                    <a:pt x="176693" y="52875"/>
                  </a:lnTo>
                  <a:close/>
                  <a:moveTo>
                    <a:pt x="176974" y="-1419"/>
                  </a:moveTo>
                  <a:cubicBezTo>
                    <a:pt x="180892" y="-1419"/>
                    <a:pt x="186215" y="-1419"/>
                    <a:pt x="186215" y="4181"/>
                  </a:cubicBezTo>
                  <a:cubicBezTo>
                    <a:pt x="186215" y="9784"/>
                    <a:pt x="180892" y="9784"/>
                    <a:pt x="176693" y="9784"/>
                  </a:cubicBezTo>
                  <a:lnTo>
                    <a:pt x="9523" y="9784"/>
                  </a:lnTo>
                  <a:cubicBezTo>
                    <a:pt x="5323" y="9784"/>
                    <a:pt x="0" y="9784"/>
                    <a:pt x="0" y="4181"/>
                  </a:cubicBezTo>
                  <a:cubicBezTo>
                    <a:pt x="0" y="-1419"/>
                    <a:pt x="5323" y="-1419"/>
                    <a:pt x="9241" y="-1419"/>
                  </a:cubicBezTo>
                  <a:lnTo>
                    <a:pt x="176974" y="-1419"/>
                  </a:lnTo>
                  <a:close/>
                </a:path>
              </a:pathLst>
            </a:custGeom>
            <a:solidFill>
              <a:schemeClr val="bg1"/>
            </a:solidFill>
            <a:ln w="22777" cap="flat">
              <a:noFill/>
              <a:prstDash val="solid"/>
              <a:miter/>
            </a:ln>
          </p:spPr>
          <p:txBody>
            <a:bodyPr/>
            <a:lstStyle/>
            <a:p>
              <a:endParaRPr lang="en-GB"/>
            </a:p>
          </p:txBody>
        </p:sp>
        <p:sp>
          <p:nvSpPr>
            <p:cNvPr id="38" name="Freeform: Shape 37">
              <a:extLst>
                <a:ext uri="{FF2B5EF4-FFF2-40B4-BE49-F238E27FC236}">
                  <a16:creationId xmlns:a16="http://schemas.microsoft.com/office/drawing/2014/main" id="{6B6BD539-4AFC-F85F-D3A0-8691404E986C}"/>
                </a:ext>
              </a:extLst>
            </p:cNvPr>
            <p:cNvSpPr/>
            <p:nvPr>
              <p:custDataLst>
                <p:tags r:id="rId54"/>
              </p:custDataLst>
            </p:nvPr>
          </p:nvSpPr>
          <p:spPr>
            <a:xfrm flipV="1">
              <a:off x="6334232" y="-18132260"/>
              <a:ext cx="152649" cy="251873"/>
            </a:xfrm>
            <a:custGeom>
              <a:avLst/>
              <a:gdLst>
                <a:gd name="csX0" fmla="*/ 152650 w 152649"/>
                <a:gd name="csY0" fmla="*/ 212113 h 251873"/>
                <a:gd name="csX1" fmla="*/ 114569 w 152649"/>
                <a:gd name="csY1" fmla="*/ 250454 h 251873"/>
                <a:gd name="csX2" fmla="*/ 80687 w 152649"/>
                <a:gd name="csY2" fmla="*/ 238708 h 251873"/>
                <a:gd name="csX3" fmla="*/ 44565 w 152649"/>
                <a:gd name="csY3" fmla="*/ 179093 h 251873"/>
                <a:gd name="csX4" fmla="*/ 36 w 152649"/>
                <a:gd name="csY4" fmla="*/ 1381 h 251873"/>
                <a:gd name="csX5" fmla="*/ 3400 w 152649"/>
                <a:gd name="csY5" fmla="*/ -1419 h 251873"/>
                <a:gd name="csX6" fmla="*/ 6756 w 152649"/>
                <a:gd name="csY6" fmla="*/ -24 h 251873"/>
                <a:gd name="csX7" fmla="*/ 26363 w 152649"/>
                <a:gd name="csY7" fmla="*/ 77221 h 251873"/>
                <a:gd name="csX8" fmla="*/ 64444 w 152649"/>
                <a:gd name="csY8" fmla="*/ 50074 h 251873"/>
                <a:gd name="csX9" fmla="*/ 118487 w 152649"/>
                <a:gd name="csY9" fmla="*/ 72182 h 251873"/>
                <a:gd name="csX10" fmla="*/ 140887 w 152649"/>
                <a:gd name="csY10" fmla="*/ 123684 h 251873"/>
                <a:gd name="csX11" fmla="*/ 120445 w 152649"/>
                <a:gd name="csY11" fmla="*/ 165379 h 251873"/>
                <a:gd name="csX12" fmla="*/ 152650 w 152649"/>
                <a:gd name="csY12" fmla="*/ 212113 h 251873"/>
                <a:gd name="csX13" fmla="*/ 102244 w 152649"/>
                <a:gd name="csY13" fmla="*/ 165661 h 251873"/>
                <a:gd name="csX14" fmla="*/ 88803 w 152649"/>
                <a:gd name="csY14" fmla="*/ 163702 h 251873"/>
                <a:gd name="csX15" fmla="*/ 76479 w 152649"/>
                <a:gd name="csY15" fmla="*/ 164817 h 251873"/>
                <a:gd name="csX16" fmla="*/ 90200 w 152649"/>
                <a:gd name="csY16" fmla="*/ 167057 h 251873"/>
                <a:gd name="csX17" fmla="*/ 102244 w 152649"/>
                <a:gd name="csY17" fmla="*/ 165661 h 251873"/>
                <a:gd name="csX18" fmla="*/ 136969 w 152649"/>
                <a:gd name="csY18" fmla="*/ 218559 h 251873"/>
                <a:gd name="csX19" fmla="*/ 111766 w 152649"/>
                <a:gd name="csY19" fmla="*/ 170138 h 251873"/>
                <a:gd name="csX20" fmla="*/ 90200 w 152649"/>
                <a:gd name="csY20" fmla="*/ 173501 h 251873"/>
                <a:gd name="csX21" fmla="*/ 68643 w 152649"/>
                <a:gd name="csY21" fmla="*/ 164536 h 251873"/>
                <a:gd name="csX22" fmla="*/ 87960 w 152649"/>
                <a:gd name="csY22" fmla="*/ 157548 h 251873"/>
                <a:gd name="csX23" fmla="*/ 110923 w 152649"/>
                <a:gd name="csY23" fmla="*/ 161182 h 251873"/>
                <a:gd name="csX24" fmla="*/ 123248 w 152649"/>
                <a:gd name="csY24" fmla="*/ 129557 h 251873"/>
                <a:gd name="csX25" fmla="*/ 109245 w 152649"/>
                <a:gd name="csY25" fmla="*/ 81418 h 251873"/>
                <a:gd name="csX26" fmla="*/ 63601 w 152649"/>
                <a:gd name="csY26" fmla="*/ 56237 h 251873"/>
                <a:gd name="csX27" fmla="*/ 31678 w 152649"/>
                <a:gd name="csY27" fmla="*/ 92339 h 251873"/>
                <a:gd name="csX28" fmla="*/ 33083 w 152649"/>
                <a:gd name="csY28" fmla="*/ 104650 h 251873"/>
                <a:gd name="csX29" fmla="*/ 51004 w 152649"/>
                <a:gd name="csY29" fmla="*/ 175457 h 251873"/>
                <a:gd name="csX30" fmla="*/ 110923 w 152649"/>
                <a:gd name="csY30" fmla="*/ 244020 h 251873"/>
                <a:gd name="csX31" fmla="*/ 136969 w 152649"/>
                <a:gd name="csY31" fmla="*/ 218559 h 251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52649" h="251873">
                  <a:moveTo>
                    <a:pt x="152650" y="212113"/>
                  </a:moveTo>
                  <a:cubicBezTo>
                    <a:pt x="152650" y="233106"/>
                    <a:pt x="137242" y="250454"/>
                    <a:pt x="114569" y="250454"/>
                  </a:cubicBezTo>
                  <a:cubicBezTo>
                    <a:pt x="98326" y="250454"/>
                    <a:pt x="90481" y="245977"/>
                    <a:pt x="80687" y="238708"/>
                  </a:cubicBezTo>
                  <a:cubicBezTo>
                    <a:pt x="65278" y="227514"/>
                    <a:pt x="49879" y="200367"/>
                    <a:pt x="44565" y="179093"/>
                  </a:cubicBezTo>
                  <a:lnTo>
                    <a:pt x="36" y="1381"/>
                  </a:lnTo>
                  <a:cubicBezTo>
                    <a:pt x="-246" y="258"/>
                    <a:pt x="1160" y="-1419"/>
                    <a:pt x="3400" y="-1419"/>
                  </a:cubicBezTo>
                  <a:cubicBezTo>
                    <a:pt x="5640" y="-1419"/>
                    <a:pt x="6474" y="-857"/>
                    <a:pt x="6756" y="-24"/>
                  </a:cubicBezTo>
                  <a:lnTo>
                    <a:pt x="26363" y="77221"/>
                  </a:lnTo>
                  <a:cubicBezTo>
                    <a:pt x="31678" y="60434"/>
                    <a:pt x="44002" y="50074"/>
                    <a:pt x="64444" y="50074"/>
                  </a:cubicBezTo>
                  <a:cubicBezTo>
                    <a:pt x="84886" y="50074"/>
                    <a:pt x="105881" y="59873"/>
                    <a:pt x="118487" y="72182"/>
                  </a:cubicBezTo>
                  <a:cubicBezTo>
                    <a:pt x="131927" y="85062"/>
                    <a:pt x="140887" y="102973"/>
                    <a:pt x="140887" y="123684"/>
                  </a:cubicBezTo>
                  <a:cubicBezTo>
                    <a:pt x="140887" y="143833"/>
                    <a:pt x="130522" y="158381"/>
                    <a:pt x="120445" y="165379"/>
                  </a:cubicBezTo>
                  <a:cubicBezTo>
                    <a:pt x="136688" y="174615"/>
                    <a:pt x="152650" y="191964"/>
                    <a:pt x="152650" y="212113"/>
                  </a:cubicBezTo>
                  <a:close/>
                  <a:moveTo>
                    <a:pt x="102244" y="165661"/>
                  </a:moveTo>
                  <a:cubicBezTo>
                    <a:pt x="98607" y="164263"/>
                    <a:pt x="95524" y="163702"/>
                    <a:pt x="88803" y="163702"/>
                  </a:cubicBezTo>
                  <a:cubicBezTo>
                    <a:pt x="84886" y="163702"/>
                    <a:pt x="79281" y="163421"/>
                    <a:pt x="76479" y="164817"/>
                  </a:cubicBezTo>
                  <a:cubicBezTo>
                    <a:pt x="77041" y="167617"/>
                    <a:pt x="87125" y="167057"/>
                    <a:pt x="90200" y="167057"/>
                  </a:cubicBezTo>
                  <a:cubicBezTo>
                    <a:pt x="96086" y="167057"/>
                    <a:pt x="98607" y="167057"/>
                    <a:pt x="102244" y="165661"/>
                  </a:cubicBezTo>
                  <a:close/>
                  <a:moveTo>
                    <a:pt x="136969" y="218559"/>
                  </a:moveTo>
                  <a:cubicBezTo>
                    <a:pt x="136969" y="198962"/>
                    <a:pt x="126322" y="178812"/>
                    <a:pt x="111766" y="170138"/>
                  </a:cubicBezTo>
                  <a:cubicBezTo>
                    <a:pt x="104203" y="172938"/>
                    <a:pt x="98607" y="173501"/>
                    <a:pt x="90200" y="173501"/>
                  </a:cubicBezTo>
                  <a:cubicBezTo>
                    <a:pt x="84323" y="173501"/>
                    <a:pt x="68643" y="173772"/>
                    <a:pt x="68643" y="164536"/>
                  </a:cubicBezTo>
                  <a:cubicBezTo>
                    <a:pt x="68362" y="156704"/>
                    <a:pt x="82927" y="157548"/>
                    <a:pt x="87960" y="157548"/>
                  </a:cubicBezTo>
                  <a:cubicBezTo>
                    <a:pt x="98326" y="157548"/>
                    <a:pt x="102525" y="157819"/>
                    <a:pt x="110923" y="161182"/>
                  </a:cubicBezTo>
                  <a:cubicBezTo>
                    <a:pt x="121561" y="151104"/>
                    <a:pt x="122967" y="142429"/>
                    <a:pt x="123248" y="129557"/>
                  </a:cubicBezTo>
                  <a:cubicBezTo>
                    <a:pt x="123801" y="113323"/>
                    <a:pt x="117081" y="92339"/>
                    <a:pt x="109245" y="81418"/>
                  </a:cubicBezTo>
                  <a:cubicBezTo>
                    <a:pt x="98326" y="66308"/>
                    <a:pt x="79562" y="56237"/>
                    <a:pt x="63601" y="56237"/>
                  </a:cubicBezTo>
                  <a:cubicBezTo>
                    <a:pt x="42324" y="56237"/>
                    <a:pt x="31678" y="72463"/>
                    <a:pt x="31678" y="92339"/>
                  </a:cubicBezTo>
                  <a:cubicBezTo>
                    <a:pt x="31678" y="95133"/>
                    <a:pt x="31678" y="99329"/>
                    <a:pt x="33083" y="104650"/>
                  </a:cubicBezTo>
                  <a:lnTo>
                    <a:pt x="51004" y="175457"/>
                  </a:lnTo>
                  <a:cubicBezTo>
                    <a:pt x="57161" y="199523"/>
                    <a:pt x="77322" y="244020"/>
                    <a:pt x="110923" y="244020"/>
                  </a:cubicBezTo>
                  <a:cubicBezTo>
                    <a:pt x="127166" y="244020"/>
                    <a:pt x="136969" y="235345"/>
                    <a:pt x="136969" y="218559"/>
                  </a:cubicBezTo>
                  <a:close/>
                </a:path>
              </a:pathLst>
            </a:custGeom>
            <a:solidFill>
              <a:schemeClr val="bg1"/>
            </a:solidFill>
            <a:ln w="22777" cap="flat">
              <a:noFill/>
              <a:prstDash val="solid"/>
              <a:miter/>
            </a:ln>
          </p:spPr>
          <p:txBody>
            <a:bodyPr/>
            <a:lstStyle/>
            <a:p>
              <a:endParaRPr lang="en-GB"/>
            </a:p>
          </p:txBody>
        </p:sp>
        <p:sp>
          <p:nvSpPr>
            <p:cNvPr id="39" name="Freeform: Shape 38">
              <a:extLst>
                <a:ext uri="{FF2B5EF4-FFF2-40B4-BE49-F238E27FC236}">
                  <a16:creationId xmlns:a16="http://schemas.microsoft.com/office/drawing/2014/main" id="{929D326C-0C7A-F2E9-E9DB-7E301E24543E}"/>
                </a:ext>
              </a:extLst>
            </p:cNvPr>
            <p:cNvSpPr/>
            <p:nvPr>
              <p:custDataLst>
                <p:tags r:id="rId55"/>
              </p:custDataLst>
            </p:nvPr>
          </p:nvSpPr>
          <p:spPr>
            <a:xfrm flipV="1">
              <a:off x="6494470" y="-18022823"/>
              <a:ext cx="90972" cy="134032"/>
            </a:xfrm>
            <a:custGeom>
              <a:avLst/>
              <a:gdLst>
                <a:gd name="csX0" fmla="*/ 90973 w 90972"/>
                <a:gd name="csY0" fmla="*/ 65012 h 134032"/>
                <a:gd name="csX1" fmla="*/ 79404 w 90972"/>
                <a:gd name="csY1" fmla="*/ 115769 h 134032"/>
                <a:gd name="csX2" fmla="*/ 45487 w 90972"/>
                <a:gd name="csY2" fmla="*/ 132617 h 134032"/>
                <a:gd name="csX3" fmla="*/ 0 w 90972"/>
                <a:gd name="csY3" fmla="*/ 65012 h 134032"/>
                <a:gd name="csX4" fmla="*/ 45487 w 90972"/>
                <a:gd name="csY4" fmla="*/ -1416 h 134032"/>
                <a:gd name="csX5" fmla="*/ 90973 w 90972"/>
                <a:gd name="csY5" fmla="*/ 65012 h 134032"/>
                <a:gd name="csX6" fmla="*/ 45487 w 90972"/>
                <a:gd name="csY6" fmla="*/ 4072 h 134032"/>
                <a:gd name="csX7" fmla="*/ 20582 w 90972"/>
                <a:gd name="csY7" fmla="*/ 25424 h 134032"/>
                <a:gd name="csX8" fmla="*/ 17841 w 90972"/>
                <a:gd name="csY8" fmla="*/ 67559 h 134032"/>
                <a:gd name="csX9" fmla="*/ 20784 w 90972"/>
                <a:gd name="csY9" fmla="*/ 107543 h 134032"/>
                <a:gd name="csX10" fmla="*/ 45487 w 90972"/>
                <a:gd name="csY10" fmla="*/ 127138 h 134032"/>
                <a:gd name="csX11" fmla="*/ 69802 w 90972"/>
                <a:gd name="csY11" fmla="*/ 109299 h 134032"/>
                <a:gd name="csX12" fmla="*/ 73132 w 90972"/>
                <a:gd name="csY12" fmla="*/ 67559 h 134032"/>
                <a:gd name="csX13" fmla="*/ 70584 w 90972"/>
                <a:gd name="csY13" fmla="*/ 26215 h 134032"/>
                <a:gd name="csX14" fmla="*/ 45487 w 90972"/>
                <a:gd name="csY14" fmla="*/ 4072 h 134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0972" h="134032">
                  <a:moveTo>
                    <a:pt x="90973" y="65012"/>
                  </a:moveTo>
                  <a:cubicBezTo>
                    <a:pt x="90973" y="86567"/>
                    <a:pt x="88425" y="102055"/>
                    <a:pt x="79404" y="115769"/>
                  </a:cubicBezTo>
                  <a:cubicBezTo>
                    <a:pt x="73325" y="124785"/>
                    <a:pt x="61167" y="132617"/>
                    <a:pt x="45487" y="132617"/>
                  </a:cubicBezTo>
                  <a:cubicBezTo>
                    <a:pt x="0" y="132617"/>
                    <a:pt x="0" y="79122"/>
                    <a:pt x="0" y="65012"/>
                  </a:cubicBezTo>
                  <a:cubicBezTo>
                    <a:pt x="0" y="50903"/>
                    <a:pt x="0" y="-1416"/>
                    <a:pt x="45487" y="-1416"/>
                  </a:cubicBezTo>
                  <a:cubicBezTo>
                    <a:pt x="90973" y="-1416"/>
                    <a:pt x="90973" y="50903"/>
                    <a:pt x="90973" y="65012"/>
                  </a:cubicBezTo>
                  <a:close/>
                  <a:moveTo>
                    <a:pt x="45487" y="4072"/>
                  </a:moveTo>
                  <a:cubicBezTo>
                    <a:pt x="36465" y="4072"/>
                    <a:pt x="24509" y="9358"/>
                    <a:pt x="20582" y="25424"/>
                  </a:cubicBezTo>
                  <a:cubicBezTo>
                    <a:pt x="17841" y="36987"/>
                    <a:pt x="17841" y="53064"/>
                    <a:pt x="17841" y="67559"/>
                  </a:cubicBezTo>
                  <a:cubicBezTo>
                    <a:pt x="17841" y="81870"/>
                    <a:pt x="17841" y="96760"/>
                    <a:pt x="20784" y="107543"/>
                  </a:cubicBezTo>
                  <a:cubicBezTo>
                    <a:pt x="24896" y="123021"/>
                    <a:pt x="37449" y="127138"/>
                    <a:pt x="45487" y="127138"/>
                  </a:cubicBezTo>
                  <a:cubicBezTo>
                    <a:pt x="56072" y="127138"/>
                    <a:pt x="66271" y="120668"/>
                    <a:pt x="69802" y="109299"/>
                  </a:cubicBezTo>
                  <a:cubicBezTo>
                    <a:pt x="72938" y="98718"/>
                    <a:pt x="73132" y="84609"/>
                    <a:pt x="73132" y="67559"/>
                  </a:cubicBezTo>
                  <a:cubicBezTo>
                    <a:pt x="73132" y="53064"/>
                    <a:pt x="73132" y="38560"/>
                    <a:pt x="70584" y="26215"/>
                  </a:cubicBezTo>
                  <a:cubicBezTo>
                    <a:pt x="66657" y="8383"/>
                    <a:pt x="53331" y="4072"/>
                    <a:pt x="45487" y="4072"/>
                  </a:cubicBezTo>
                  <a:close/>
                </a:path>
              </a:pathLst>
            </a:custGeom>
            <a:solidFill>
              <a:schemeClr val="bg1"/>
            </a:solidFill>
            <a:ln w="22777" cap="flat">
              <a:noFill/>
              <a:prstDash val="solid"/>
              <a:miter/>
            </a:ln>
          </p:spPr>
          <p:txBody>
            <a:bodyPr/>
            <a:lstStyle/>
            <a:p>
              <a:endParaRPr lang="en-GB"/>
            </a:p>
          </p:txBody>
        </p:sp>
        <p:sp>
          <p:nvSpPr>
            <p:cNvPr id="40" name="Freeform: Shape 39">
              <a:extLst>
                <a:ext uri="{FF2B5EF4-FFF2-40B4-BE49-F238E27FC236}">
                  <a16:creationId xmlns:a16="http://schemas.microsoft.com/office/drawing/2014/main" id="{32B0DBA8-0652-C217-7211-6A8B4F980803}"/>
                </a:ext>
              </a:extLst>
            </p:cNvPr>
            <p:cNvSpPr/>
            <p:nvPr>
              <p:custDataLst>
                <p:tags r:id="rId56"/>
              </p:custDataLst>
            </p:nvPr>
          </p:nvSpPr>
          <p:spPr>
            <a:xfrm flipV="1">
              <a:off x="6687815" y="-18097844"/>
              <a:ext cx="186214" cy="186395"/>
            </a:xfrm>
            <a:custGeom>
              <a:avLst/>
              <a:gdLst>
                <a:gd name="csX0" fmla="*/ 98843 w 186214"/>
                <a:gd name="csY0" fmla="*/ 86178 h 186395"/>
                <a:gd name="csX1" fmla="*/ 176974 w 186214"/>
                <a:gd name="csY1" fmla="*/ 86178 h 186395"/>
                <a:gd name="csX2" fmla="*/ 186215 w 186214"/>
                <a:gd name="csY2" fmla="*/ 91779 h 186395"/>
                <a:gd name="csX3" fmla="*/ 176974 w 186214"/>
                <a:gd name="csY3" fmla="*/ 97372 h 186395"/>
                <a:gd name="csX4" fmla="*/ 98843 w 186214"/>
                <a:gd name="csY4" fmla="*/ 97372 h 186395"/>
                <a:gd name="csX5" fmla="*/ 98843 w 186214"/>
                <a:gd name="csY5" fmla="*/ 175740 h 186395"/>
                <a:gd name="csX6" fmla="*/ 93248 w 186214"/>
                <a:gd name="csY6" fmla="*/ 184976 h 186395"/>
                <a:gd name="csX7" fmla="*/ 87644 w 186214"/>
                <a:gd name="csY7" fmla="*/ 175740 h 186395"/>
                <a:gd name="csX8" fmla="*/ 87644 w 186214"/>
                <a:gd name="csY8" fmla="*/ 97372 h 186395"/>
                <a:gd name="csX9" fmla="*/ 9241 w 186214"/>
                <a:gd name="csY9" fmla="*/ 97372 h 186395"/>
                <a:gd name="csX10" fmla="*/ 0 w 186214"/>
                <a:gd name="csY10" fmla="*/ 91779 h 186395"/>
                <a:gd name="csX11" fmla="*/ 9241 w 186214"/>
                <a:gd name="csY11" fmla="*/ 86178 h 186395"/>
                <a:gd name="csX12" fmla="*/ 87644 w 186214"/>
                <a:gd name="csY12" fmla="*/ 86178 h 186395"/>
                <a:gd name="csX13" fmla="*/ 87644 w 186214"/>
                <a:gd name="csY13" fmla="*/ 7818 h 186395"/>
                <a:gd name="csX14" fmla="*/ 93248 w 186214"/>
                <a:gd name="csY14" fmla="*/ -1419 h 186395"/>
                <a:gd name="csX15" fmla="*/ 98843 w 186214"/>
                <a:gd name="csY15" fmla="*/ 7818 h 186395"/>
                <a:gd name="csX16" fmla="*/ 98843 w 186214"/>
                <a:gd name="csY16" fmla="*/ 86178 h 186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6214" h="186395">
                  <a:moveTo>
                    <a:pt x="98843" y="86178"/>
                  </a:moveTo>
                  <a:lnTo>
                    <a:pt x="176974" y="86178"/>
                  </a:lnTo>
                  <a:cubicBezTo>
                    <a:pt x="180892" y="86178"/>
                    <a:pt x="186215" y="86178"/>
                    <a:pt x="186215" y="91779"/>
                  </a:cubicBezTo>
                  <a:cubicBezTo>
                    <a:pt x="186215" y="97372"/>
                    <a:pt x="180892" y="97372"/>
                    <a:pt x="176974" y="97372"/>
                  </a:cubicBezTo>
                  <a:lnTo>
                    <a:pt x="98843" y="97372"/>
                  </a:lnTo>
                  <a:lnTo>
                    <a:pt x="98843" y="175740"/>
                  </a:lnTo>
                  <a:cubicBezTo>
                    <a:pt x="98843" y="179655"/>
                    <a:pt x="98843" y="184976"/>
                    <a:pt x="93248" y="184976"/>
                  </a:cubicBezTo>
                  <a:cubicBezTo>
                    <a:pt x="87644" y="184976"/>
                    <a:pt x="87644" y="179655"/>
                    <a:pt x="87644" y="175740"/>
                  </a:cubicBezTo>
                  <a:lnTo>
                    <a:pt x="87644" y="97372"/>
                  </a:lnTo>
                  <a:lnTo>
                    <a:pt x="9241" y="97372"/>
                  </a:lnTo>
                  <a:cubicBezTo>
                    <a:pt x="5323" y="97372"/>
                    <a:pt x="0" y="97372"/>
                    <a:pt x="0" y="91779"/>
                  </a:cubicBezTo>
                  <a:cubicBezTo>
                    <a:pt x="0" y="86178"/>
                    <a:pt x="5323" y="86178"/>
                    <a:pt x="9241" y="86178"/>
                  </a:cubicBezTo>
                  <a:lnTo>
                    <a:pt x="87644" y="86178"/>
                  </a:lnTo>
                  <a:lnTo>
                    <a:pt x="87644" y="7818"/>
                  </a:lnTo>
                  <a:cubicBezTo>
                    <a:pt x="87644" y="3902"/>
                    <a:pt x="87644" y="-1419"/>
                    <a:pt x="93248" y="-1419"/>
                  </a:cubicBezTo>
                  <a:cubicBezTo>
                    <a:pt x="98843" y="-1419"/>
                    <a:pt x="98843" y="3902"/>
                    <a:pt x="98843" y="7818"/>
                  </a:cubicBezTo>
                  <a:lnTo>
                    <a:pt x="98843" y="86178"/>
                  </a:lnTo>
                  <a:close/>
                </a:path>
              </a:pathLst>
            </a:custGeom>
            <a:solidFill>
              <a:schemeClr val="bg1"/>
            </a:solidFill>
            <a:ln w="22777" cap="flat">
              <a:noFill/>
              <a:prstDash val="solid"/>
              <a:miter/>
            </a:ln>
          </p:spPr>
          <p:txBody>
            <a:bodyPr/>
            <a:lstStyle/>
            <a:p>
              <a:endParaRPr lang="en-GB"/>
            </a:p>
          </p:txBody>
        </p:sp>
        <p:sp>
          <p:nvSpPr>
            <p:cNvPr id="41" name="Freeform: Shape 40">
              <a:extLst>
                <a:ext uri="{FF2B5EF4-FFF2-40B4-BE49-F238E27FC236}">
                  <a16:creationId xmlns:a16="http://schemas.microsoft.com/office/drawing/2014/main" id="{37A549AB-E23A-E78D-ABB3-3366AC174CA7}"/>
                </a:ext>
              </a:extLst>
            </p:cNvPr>
            <p:cNvSpPr/>
            <p:nvPr>
              <p:custDataLst>
                <p:tags r:id="rId57"/>
              </p:custDataLst>
            </p:nvPr>
          </p:nvSpPr>
          <p:spPr>
            <a:xfrm flipV="1">
              <a:off x="6960564" y="-18132260"/>
              <a:ext cx="152649" cy="251873"/>
            </a:xfrm>
            <a:custGeom>
              <a:avLst/>
              <a:gdLst>
                <a:gd name="csX0" fmla="*/ 152650 w 152649"/>
                <a:gd name="csY0" fmla="*/ 212113 h 251873"/>
                <a:gd name="csX1" fmla="*/ 114569 w 152649"/>
                <a:gd name="csY1" fmla="*/ 250454 h 251873"/>
                <a:gd name="csX2" fmla="*/ 80687 w 152649"/>
                <a:gd name="csY2" fmla="*/ 238708 h 251873"/>
                <a:gd name="csX3" fmla="*/ 44564 w 152649"/>
                <a:gd name="csY3" fmla="*/ 179093 h 251873"/>
                <a:gd name="csX4" fmla="*/ 36 w 152649"/>
                <a:gd name="csY4" fmla="*/ 1381 h 251873"/>
                <a:gd name="csX5" fmla="*/ 3400 w 152649"/>
                <a:gd name="csY5" fmla="*/ -1419 h 251873"/>
                <a:gd name="csX6" fmla="*/ 6756 w 152649"/>
                <a:gd name="csY6" fmla="*/ -24 h 251873"/>
                <a:gd name="csX7" fmla="*/ 26363 w 152649"/>
                <a:gd name="csY7" fmla="*/ 77221 h 251873"/>
                <a:gd name="csX8" fmla="*/ 64444 w 152649"/>
                <a:gd name="csY8" fmla="*/ 50074 h 251873"/>
                <a:gd name="csX9" fmla="*/ 118487 w 152649"/>
                <a:gd name="csY9" fmla="*/ 72182 h 251873"/>
                <a:gd name="csX10" fmla="*/ 140887 w 152649"/>
                <a:gd name="csY10" fmla="*/ 123684 h 251873"/>
                <a:gd name="csX11" fmla="*/ 120446 w 152649"/>
                <a:gd name="csY11" fmla="*/ 165379 h 251873"/>
                <a:gd name="csX12" fmla="*/ 152650 w 152649"/>
                <a:gd name="csY12" fmla="*/ 212113 h 251873"/>
                <a:gd name="csX13" fmla="*/ 102244 w 152649"/>
                <a:gd name="csY13" fmla="*/ 165661 h 251873"/>
                <a:gd name="csX14" fmla="*/ 88804 w 152649"/>
                <a:gd name="csY14" fmla="*/ 163702 h 251873"/>
                <a:gd name="csX15" fmla="*/ 76479 w 152649"/>
                <a:gd name="csY15" fmla="*/ 164817 h 251873"/>
                <a:gd name="csX16" fmla="*/ 90200 w 152649"/>
                <a:gd name="csY16" fmla="*/ 167057 h 251873"/>
                <a:gd name="csX17" fmla="*/ 102244 w 152649"/>
                <a:gd name="csY17" fmla="*/ 165661 h 251873"/>
                <a:gd name="csX18" fmla="*/ 136970 w 152649"/>
                <a:gd name="csY18" fmla="*/ 218559 h 251873"/>
                <a:gd name="csX19" fmla="*/ 111767 w 152649"/>
                <a:gd name="csY19" fmla="*/ 170138 h 251873"/>
                <a:gd name="csX20" fmla="*/ 90200 w 152649"/>
                <a:gd name="csY20" fmla="*/ 173501 h 251873"/>
                <a:gd name="csX21" fmla="*/ 68643 w 152649"/>
                <a:gd name="csY21" fmla="*/ 164536 h 251873"/>
                <a:gd name="csX22" fmla="*/ 87961 w 152649"/>
                <a:gd name="csY22" fmla="*/ 157548 h 251873"/>
                <a:gd name="csX23" fmla="*/ 110923 w 152649"/>
                <a:gd name="csY23" fmla="*/ 161182 h 251873"/>
                <a:gd name="csX24" fmla="*/ 123248 w 152649"/>
                <a:gd name="csY24" fmla="*/ 129557 h 251873"/>
                <a:gd name="csX25" fmla="*/ 109245 w 152649"/>
                <a:gd name="csY25" fmla="*/ 81418 h 251873"/>
                <a:gd name="csX26" fmla="*/ 63601 w 152649"/>
                <a:gd name="csY26" fmla="*/ 56237 h 251873"/>
                <a:gd name="csX27" fmla="*/ 31678 w 152649"/>
                <a:gd name="csY27" fmla="*/ 92339 h 251873"/>
                <a:gd name="csX28" fmla="*/ 33083 w 152649"/>
                <a:gd name="csY28" fmla="*/ 104650 h 251873"/>
                <a:gd name="csX29" fmla="*/ 51004 w 152649"/>
                <a:gd name="csY29" fmla="*/ 175457 h 251873"/>
                <a:gd name="csX30" fmla="*/ 110923 w 152649"/>
                <a:gd name="csY30" fmla="*/ 244020 h 251873"/>
                <a:gd name="csX31" fmla="*/ 136970 w 152649"/>
                <a:gd name="csY31" fmla="*/ 218559 h 251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52649" h="251873">
                  <a:moveTo>
                    <a:pt x="152650" y="212113"/>
                  </a:moveTo>
                  <a:cubicBezTo>
                    <a:pt x="152650" y="233106"/>
                    <a:pt x="137242" y="250454"/>
                    <a:pt x="114569" y="250454"/>
                  </a:cubicBezTo>
                  <a:cubicBezTo>
                    <a:pt x="98326" y="250454"/>
                    <a:pt x="90482" y="245977"/>
                    <a:pt x="80687" y="238708"/>
                  </a:cubicBezTo>
                  <a:cubicBezTo>
                    <a:pt x="65279" y="227514"/>
                    <a:pt x="49879" y="200367"/>
                    <a:pt x="44564" y="179093"/>
                  </a:cubicBezTo>
                  <a:lnTo>
                    <a:pt x="36" y="1381"/>
                  </a:lnTo>
                  <a:cubicBezTo>
                    <a:pt x="-245" y="258"/>
                    <a:pt x="1160" y="-1419"/>
                    <a:pt x="3400" y="-1419"/>
                  </a:cubicBezTo>
                  <a:cubicBezTo>
                    <a:pt x="5640" y="-1419"/>
                    <a:pt x="6475" y="-857"/>
                    <a:pt x="6756" y="-24"/>
                  </a:cubicBezTo>
                  <a:lnTo>
                    <a:pt x="26363" y="77221"/>
                  </a:lnTo>
                  <a:cubicBezTo>
                    <a:pt x="31678" y="60434"/>
                    <a:pt x="44003" y="50074"/>
                    <a:pt x="64444" y="50074"/>
                  </a:cubicBezTo>
                  <a:cubicBezTo>
                    <a:pt x="84886" y="50074"/>
                    <a:pt x="105881" y="59873"/>
                    <a:pt x="118487" y="72182"/>
                  </a:cubicBezTo>
                  <a:cubicBezTo>
                    <a:pt x="131927" y="85062"/>
                    <a:pt x="140887" y="102973"/>
                    <a:pt x="140887" y="123684"/>
                  </a:cubicBezTo>
                  <a:cubicBezTo>
                    <a:pt x="140887" y="143833"/>
                    <a:pt x="130521" y="158381"/>
                    <a:pt x="120446" y="165379"/>
                  </a:cubicBezTo>
                  <a:cubicBezTo>
                    <a:pt x="136688" y="174615"/>
                    <a:pt x="152650" y="191964"/>
                    <a:pt x="152650" y="212113"/>
                  </a:cubicBezTo>
                  <a:close/>
                  <a:moveTo>
                    <a:pt x="102244" y="165661"/>
                  </a:moveTo>
                  <a:cubicBezTo>
                    <a:pt x="98607" y="164263"/>
                    <a:pt x="95524" y="163702"/>
                    <a:pt x="88804" y="163702"/>
                  </a:cubicBezTo>
                  <a:cubicBezTo>
                    <a:pt x="84886" y="163702"/>
                    <a:pt x="79281" y="163421"/>
                    <a:pt x="76479" y="164817"/>
                  </a:cubicBezTo>
                  <a:cubicBezTo>
                    <a:pt x="77041" y="167617"/>
                    <a:pt x="87126" y="167057"/>
                    <a:pt x="90200" y="167057"/>
                  </a:cubicBezTo>
                  <a:cubicBezTo>
                    <a:pt x="96086" y="167057"/>
                    <a:pt x="98607" y="167057"/>
                    <a:pt x="102244" y="165661"/>
                  </a:cubicBezTo>
                  <a:close/>
                  <a:moveTo>
                    <a:pt x="136970" y="218559"/>
                  </a:moveTo>
                  <a:cubicBezTo>
                    <a:pt x="136970" y="198962"/>
                    <a:pt x="126323" y="178812"/>
                    <a:pt x="111767" y="170138"/>
                  </a:cubicBezTo>
                  <a:cubicBezTo>
                    <a:pt x="104203" y="172938"/>
                    <a:pt x="98607" y="173501"/>
                    <a:pt x="90200" y="173501"/>
                  </a:cubicBezTo>
                  <a:cubicBezTo>
                    <a:pt x="84324" y="173501"/>
                    <a:pt x="68643" y="173772"/>
                    <a:pt x="68643" y="164536"/>
                  </a:cubicBezTo>
                  <a:cubicBezTo>
                    <a:pt x="68362" y="156704"/>
                    <a:pt x="82927" y="157548"/>
                    <a:pt x="87961" y="157548"/>
                  </a:cubicBezTo>
                  <a:cubicBezTo>
                    <a:pt x="98326" y="157548"/>
                    <a:pt x="102525" y="157819"/>
                    <a:pt x="110923" y="161182"/>
                  </a:cubicBezTo>
                  <a:cubicBezTo>
                    <a:pt x="121561" y="151104"/>
                    <a:pt x="122967" y="142429"/>
                    <a:pt x="123248" y="129557"/>
                  </a:cubicBezTo>
                  <a:cubicBezTo>
                    <a:pt x="123801" y="113323"/>
                    <a:pt x="117081" y="92339"/>
                    <a:pt x="109245" y="81418"/>
                  </a:cubicBezTo>
                  <a:cubicBezTo>
                    <a:pt x="98326" y="66308"/>
                    <a:pt x="79562" y="56237"/>
                    <a:pt x="63601" y="56237"/>
                  </a:cubicBezTo>
                  <a:cubicBezTo>
                    <a:pt x="42325" y="56237"/>
                    <a:pt x="31678" y="72463"/>
                    <a:pt x="31678" y="92339"/>
                  </a:cubicBezTo>
                  <a:cubicBezTo>
                    <a:pt x="31678" y="95133"/>
                    <a:pt x="31678" y="99329"/>
                    <a:pt x="33083" y="104650"/>
                  </a:cubicBezTo>
                  <a:lnTo>
                    <a:pt x="51004" y="175457"/>
                  </a:lnTo>
                  <a:cubicBezTo>
                    <a:pt x="57162" y="199523"/>
                    <a:pt x="77322" y="244020"/>
                    <a:pt x="110923" y="244020"/>
                  </a:cubicBezTo>
                  <a:cubicBezTo>
                    <a:pt x="127166" y="244020"/>
                    <a:pt x="136970" y="235345"/>
                    <a:pt x="136970" y="218559"/>
                  </a:cubicBezTo>
                  <a:close/>
                </a:path>
              </a:pathLst>
            </a:custGeom>
            <a:solidFill>
              <a:schemeClr val="bg1"/>
            </a:solidFill>
            <a:ln w="22777" cap="flat">
              <a:noFill/>
              <a:prstDash val="solid"/>
              <a:miter/>
            </a:ln>
          </p:spPr>
          <p:txBody>
            <a:bodyPr/>
            <a:lstStyle/>
            <a:p>
              <a:endParaRPr lang="en-GB"/>
            </a:p>
          </p:txBody>
        </p:sp>
        <p:sp>
          <p:nvSpPr>
            <p:cNvPr id="42" name="Freeform: Shape 41">
              <a:extLst>
                <a:ext uri="{FF2B5EF4-FFF2-40B4-BE49-F238E27FC236}">
                  <a16:creationId xmlns:a16="http://schemas.microsoft.com/office/drawing/2014/main" id="{BE648BB7-2EAB-38D6-C6A6-97A63E1B4685}"/>
                </a:ext>
              </a:extLst>
            </p:cNvPr>
            <p:cNvSpPr/>
            <p:nvPr>
              <p:custDataLst>
                <p:tags r:id="rId58"/>
              </p:custDataLst>
            </p:nvPr>
          </p:nvSpPr>
          <p:spPr>
            <a:xfrm flipV="1">
              <a:off x="7131976" y="-18022823"/>
              <a:ext cx="71365" cy="130115"/>
            </a:xfrm>
            <a:custGeom>
              <a:avLst/>
              <a:gdLst>
                <a:gd name="csX0" fmla="*/ 44309 w 71365"/>
                <a:gd name="csY0" fmla="*/ 123221 h 130115"/>
                <a:gd name="csX1" fmla="*/ 38432 w 71365"/>
                <a:gd name="csY1" fmla="*/ 128700 h 130115"/>
                <a:gd name="csX2" fmla="*/ 0 w 71365"/>
                <a:gd name="csY2" fmla="*/ 116163 h 130115"/>
                <a:gd name="csX3" fmla="*/ 0 w 71365"/>
                <a:gd name="csY3" fmla="*/ 109105 h 130115"/>
                <a:gd name="csX4" fmla="*/ 28427 w 71365"/>
                <a:gd name="csY4" fmla="*/ 114590 h 130115"/>
                <a:gd name="csX5" fmla="*/ 28427 w 71365"/>
                <a:gd name="csY5" fmla="*/ 14652 h 130115"/>
                <a:gd name="csX6" fmla="*/ 8820 w 71365"/>
                <a:gd name="csY6" fmla="*/ 5642 h 130115"/>
                <a:gd name="csX7" fmla="*/ 1370 w 71365"/>
                <a:gd name="csY7" fmla="*/ 5642 h 130115"/>
                <a:gd name="csX8" fmla="*/ 1370 w 71365"/>
                <a:gd name="csY8" fmla="*/ -1416 h 130115"/>
                <a:gd name="csX9" fmla="*/ 36271 w 71365"/>
                <a:gd name="csY9" fmla="*/ -634 h 130115"/>
                <a:gd name="csX10" fmla="*/ 71366 w 71365"/>
                <a:gd name="csY10" fmla="*/ -1416 h 130115"/>
                <a:gd name="csX11" fmla="*/ 71366 w 71365"/>
                <a:gd name="csY11" fmla="*/ 5642 h 130115"/>
                <a:gd name="csX12" fmla="*/ 63917 w 71365"/>
                <a:gd name="csY12" fmla="*/ 5642 h 130115"/>
                <a:gd name="csX13" fmla="*/ 44309 w 71365"/>
                <a:gd name="csY13" fmla="*/ 14652 h 130115"/>
                <a:gd name="csX14" fmla="*/ 44309 w 71365"/>
                <a:gd name="csY14" fmla="*/ 123221 h 1301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1365" h="130115">
                  <a:moveTo>
                    <a:pt x="44309" y="123221"/>
                  </a:moveTo>
                  <a:cubicBezTo>
                    <a:pt x="44309" y="128508"/>
                    <a:pt x="43923" y="128700"/>
                    <a:pt x="38432" y="128700"/>
                  </a:cubicBezTo>
                  <a:cubicBezTo>
                    <a:pt x="25879" y="116357"/>
                    <a:pt x="8038" y="116163"/>
                    <a:pt x="0" y="116163"/>
                  </a:cubicBezTo>
                  <a:lnTo>
                    <a:pt x="0" y="109105"/>
                  </a:lnTo>
                  <a:cubicBezTo>
                    <a:pt x="4708" y="109105"/>
                    <a:pt x="17648" y="109105"/>
                    <a:pt x="28427" y="114590"/>
                  </a:cubicBezTo>
                  <a:lnTo>
                    <a:pt x="28427" y="14652"/>
                  </a:lnTo>
                  <a:cubicBezTo>
                    <a:pt x="28427" y="8189"/>
                    <a:pt x="28427" y="5642"/>
                    <a:pt x="8820" y="5642"/>
                  </a:cubicBezTo>
                  <a:lnTo>
                    <a:pt x="1370" y="5642"/>
                  </a:lnTo>
                  <a:lnTo>
                    <a:pt x="1370" y="-1416"/>
                  </a:lnTo>
                  <a:cubicBezTo>
                    <a:pt x="4902" y="-1222"/>
                    <a:pt x="29016" y="-634"/>
                    <a:pt x="36271" y="-634"/>
                  </a:cubicBezTo>
                  <a:cubicBezTo>
                    <a:pt x="42350" y="-634"/>
                    <a:pt x="67053" y="-1222"/>
                    <a:pt x="71366" y="-1416"/>
                  </a:cubicBezTo>
                  <a:lnTo>
                    <a:pt x="71366" y="5642"/>
                  </a:lnTo>
                  <a:lnTo>
                    <a:pt x="63917" y="5642"/>
                  </a:lnTo>
                  <a:cubicBezTo>
                    <a:pt x="44309" y="5642"/>
                    <a:pt x="44309" y="8189"/>
                    <a:pt x="44309" y="14652"/>
                  </a:cubicBezTo>
                  <a:lnTo>
                    <a:pt x="44309" y="123221"/>
                  </a:lnTo>
                  <a:close/>
                </a:path>
              </a:pathLst>
            </a:custGeom>
            <a:solidFill>
              <a:schemeClr val="bg1"/>
            </a:solidFill>
            <a:ln w="22777" cap="flat">
              <a:noFill/>
              <a:prstDash val="solid"/>
              <a:miter/>
            </a:ln>
          </p:spPr>
          <p:txBody>
            <a:bodyPr/>
            <a:lstStyle/>
            <a:p>
              <a:endParaRPr lang="en-GB"/>
            </a:p>
          </p:txBody>
        </p:sp>
        <p:sp>
          <p:nvSpPr>
            <p:cNvPr id="43" name="Freeform: Shape 42">
              <a:extLst>
                <a:ext uri="{FF2B5EF4-FFF2-40B4-BE49-F238E27FC236}">
                  <a16:creationId xmlns:a16="http://schemas.microsoft.com/office/drawing/2014/main" id="{E2B0A276-E676-C43F-AC86-237E3CE13F89}"/>
                </a:ext>
              </a:extLst>
            </p:cNvPr>
            <p:cNvSpPr/>
            <p:nvPr>
              <p:custDataLst>
                <p:tags r:id="rId59"/>
              </p:custDataLst>
            </p:nvPr>
          </p:nvSpPr>
          <p:spPr>
            <a:xfrm flipV="1">
              <a:off x="7249107" y="-18128907"/>
              <a:ext cx="543573" cy="197308"/>
            </a:xfrm>
            <a:custGeom>
              <a:avLst/>
              <a:gdLst>
                <a:gd name="csX0" fmla="*/ 39486 w 543573"/>
                <a:gd name="csY0" fmla="*/ 66307 h 197308"/>
                <a:gd name="csX1" fmla="*/ 82329 w 543573"/>
                <a:gd name="csY1" fmla="*/ 72742 h 197308"/>
                <a:gd name="csX2" fmla="*/ 103324 w 543573"/>
                <a:gd name="csY2" fmla="*/ 101575 h 197308"/>
                <a:gd name="csX3" fmla="*/ 73369 w 543573"/>
                <a:gd name="csY3" fmla="*/ 125359 h 197308"/>
                <a:gd name="csX4" fmla="*/ 0 w 543573"/>
                <a:gd name="csY4" fmla="*/ 49238 h 197308"/>
                <a:gd name="csX5" fmla="*/ 43967 w 543573"/>
                <a:gd name="csY5" fmla="*/ -1421 h 197308"/>
                <a:gd name="csX6" fmla="*/ 107532 w 543573"/>
                <a:gd name="csY6" fmla="*/ 31608 h 197308"/>
                <a:gd name="csX7" fmla="*/ 104167 w 543573"/>
                <a:gd name="csY7" fmla="*/ 35243 h 197308"/>
                <a:gd name="csX8" fmla="*/ 100530 w 543573"/>
                <a:gd name="csY8" fmla="*/ 32443 h 197308"/>
                <a:gd name="csX9" fmla="*/ 44529 w 543573"/>
                <a:gd name="csY9" fmla="*/ 4742 h 197308"/>
                <a:gd name="csX10" fmla="*/ 20160 w 543573"/>
                <a:gd name="csY10" fmla="*/ 37201 h 197308"/>
                <a:gd name="csX11" fmla="*/ 24641 w 543573"/>
                <a:gd name="csY11" fmla="*/ 66307 h 197308"/>
                <a:gd name="csX12" fmla="*/ 39486 w 543573"/>
                <a:gd name="csY12" fmla="*/ 66307 h 197308"/>
                <a:gd name="csX13" fmla="*/ 26328 w 543573"/>
                <a:gd name="csY13" fmla="*/ 72470 h 197308"/>
                <a:gd name="csX14" fmla="*/ 73369 w 543573"/>
                <a:gd name="csY14" fmla="*/ 119205 h 197308"/>
                <a:gd name="csX15" fmla="*/ 94091 w 543573"/>
                <a:gd name="csY15" fmla="*/ 101575 h 197308"/>
                <a:gd name="csX16" fmla="*/ 37809 w 543573"/>
                <a:gd name="csY16" fmla="*/ 72470 h 197308"/>
                <a:gd name="csX17" fmla="*/ 26328 w 543573"/>
                <a:gd name="csY17" fmla="*/ 72470 h 197308"/>
                <a:gd name="csX18" fmla="*/ 261835 w 543573"/>
                <a:gd name="csY18" fmla="*/ 192806 h 197308"/>
                <a:gd name="csX19" fmla="*/ 258198 w 543573"/>
                <a:gd name="csY19" fmla="*/ 195888 h 197308"/>
                <a:gd name="csX20" fmla="*/ 222629 w 543573"/>
                <a:gd name="csY20" fmla="*/ 192806 h 197308"/>
                <a:gd name="csX21" fmla="*/ 218711 w 543573"/>
                <a:gd name="csY21" fmla="*/ 187494 h 197308"/>
                <a:gd name="csX22" fmla="*/ 225432 w 543573"/>
                <a:gd name="csY22" fmla="*/ 184131 h 197308"/>
                <a:gd name="csX23" fmla="*/ 239434 w 543573"/>
                <a:gd name="csY23" fmla="*/ 179372 h 197308"/>
                <a:gd name="csX24" fmla="*/ 238591 w 543573"/>
                <a:gd name="csY24" fmla="*/ 173779 h 197308"/>
                <a:gd name="csX25" fmla="*/ 221795 w 543573"/>
                <a:gd name="csY25" fmla="*/ 107448 h 197308"/>
                <a:gd name="csX26" fmla="*/ 196029 w 543573"/>
                <a:gd name="csY26" fmla="*/ 125359 h 197308"/>
                <a:gd name="csX27" fmla="*/ 128547 w 543573"/>
                <a:gd name="csY27" fmla="*/ 43364 h 197308"/>
                <a:gd name="csX28" fmla="*/ 165793 w 543573"/>
                <a:gd name="csY28" fmla="*/ -1421 h 197308"/>
                <a:gd name="csX29" fmla="*/ 202187 w 543573"/>
                <a:gd name="csY29" fmla="*/ 19572 h 197308"/>
                <a:gd name="csX30" fmla="*/ 227671 w 543573"/>
                <a:gd name="csY30" fmla="*/ -1421 h 197308"/>
                <a:gd name="csX31" fmla="*/ 248394 w 543573"/>
                <a:gd name="csY31" fmla="*/ 13978 h 197308"/>
                <a:gd name="csX32" fmla="*/ 256792 w 543573"/>
                <a:gd name="csY32" fmla="*/ 41679 h 197308"/>
                <a:gd name="csX33" fmla="*/ 253437 w 543573"/>
                <a:gd name="csY33" fmla="*/ 44479 h 197308"/>
                <a:gd name="csX34" fmla="*/ 249510 w 543573"/>
                <a:gd name="csY34" fmla="*/ 39439 h 197308"/>
                <a:gd name="csX35" fmla="*/ 228234 w 543573"/>
                <a:gd name="csY35" fmla="*/ 4742 h 197308"/>
                <a:gd name="csX36" fmla="*/ 219836 w 543573"/>
                <a:gd name="csY36" fmla="*/ 17613 h 197308"/>
                <a:gd name="csX37" fmla="*/ 221513 w 543573"/>
                <a:gd name="csY37" fmla="*/ 31047 h 197308"/>
                <a:gd name="csX38" fmla="*/ 261835 w 543573"/>
                <a:gd name="csY38" fmla="*/ 192806 h 197308"/>
                <a:gd name="csX39" fmla="*/ 203593 w 543573"/>
                <a:gd name="csY39" fmla="*/ 34962 h 197308"/>
                <a:gd name="csX40" fmla="*/ 197988 w 543573"/>
                <a:gd name="csY40" fmla="*/ 24611 h 197308"/>
                <a:gd name="csX41" fmla="*/ 166346 w 543573"/>
                <a:gd name="csY41" fmla="*/ 4742 h 197308"/>
                <a:gd name="csX42" fmla="*/ 148426 w 543573"/>
                <a:gd name="csY42" fmla="*/ 31047 h 197308"/>
                <a:gd name="csX43" fmla="*/ 163826 w 543573"/>
                <a:gd name="csY43" fmla="*/ 92337 h 197308"/>
                <a:gd name="csX44" fmla="*/ 196310 w 543573"/>
                <a:gd name="csY44" fmla="*/ 119205 h 197308"/>
                <a:gd name="csX45" fmla="*/ 218430 w 543573"/>
                <a:gd name="csY45" fmla="*/ 94577 h 197308"/>
                <a:gd name="csX46" fmla="*/ 217596 w 543573"/>
                <a:gd name="csY46" fmla="*/ 89818 h 197308"/>
                <a:gd name="csX47" fmla="*/ 203593 w 543573"/>
                <a:gd name="csY47" fmla="*/ 34962 h 197308"/>
                <a:gd name="csX48" fmla="*/ 360984 w 543573"/>
                <a:gd name="csY48" fmla="*/ 17332 h 197308"/>
                <a:gd name="csX49" fmla="*/ 385905 w 543573"/>
                <a:gd name="csY49" fmla="*/ -1421 h 197308"/>
                <a:gd name="csX50" fmla="*/ 406619 w 543573"/>
                <a:gd name="csY50" fmla="*/ 13978 h 197308"/>
                <a:gd name="csX51" fmla="*/ 415027 w 543573"/>
                <a:gd name="csY51" fmla="*/ 41679 h 197308"/>
                <a:gd name="csX52" fmla="*/ 411662 w 543573"/>
                <a:gd name="csY52" fmla="*/ 44479 h 197308"/>
                <a:gd name="csX53" fmla="*/ 407743 w 543573"/>
                <a:gd name="csY53" fmla="*/ 39439 h 197308"/>
                <a:gd name="csX54" fmla="*/ 386739 w 543573"/>
                <a:gd name="csY54" fmla="*/ 4742 h 197308"/>
                <a:gd name="csX55" fmla="*/ 378061 w 543573"/>
                <a:gd name="csY55" fmla="*/ 17613 h 197308"/>
                <a:gd name="csX56" fmla="*/ 383667 w 543573"/>
                <a:gd name="csY56" fmla="*/ 46719 h 197308"/>
                <a:gd name="csX57" fmla="*/ 391501 w 543573"/>
                <a:gd name="csY57" fmla="*/ 76947 h 197308"/>
                <a:gd name="csX58" fmla="*/ 396263 w 543573"/>
                <a:gd name="csY58" fmla="*/ 95973 h 197308"/>
                <a:gd name="csX59" fmla="*/ 400463 w 543573"/>
                <a:gd name="csY59" fmla="*/ 114726 h 197308"/>
                <a:gd name="csX60" fmla="*/ 392345 w 543573"/>
                <a:gd name="csY60" fmla="*/ 122287 h 197308"/>
                <a:gd name="csX61" fmla="*/ 381426 w 543573"/>
                <a:gd name="csY61" fmla="*/ 112488 h 197308"/>
                <a:gd name="csX62" fmla="*/ 360422 w 543573"/>
                <a:gd name="csY62" fmla="*/ 28245 h 197308"/>
                <a:gd name="csX63" fmla="*/ 328500 w 543573"/>
                <a:gd name="csY63" fmla="*/ 4742 h 197308"/>
                <a:gd name="csX64" fmla="*/ 311141 w 543573"/>
                <a:gd name="csY64" fmla="*/ 27684 h 197308"/>
                <a:gd name="csX65" fmla="*/ 326259 w 543573"/>
                <a:gd name="csY65" fmla="*/ 84779 h 197308"/>
                <a:gd name="csX66" fmla="*/ 331019 w 543573"/>
                <a:gd name="csY66" fmla="*/ 102409 h 197308"/>
                <a:gd name="csX67" fmla="*/ 308058 w 543573"/>
                <a:gd name="csY67" fmla="*/ 125359 h 197308"/>
                <a:gd name="csX68" fmla="*/ 271092 w 543573"/>
                <a:gd name="csY68" fmla="*/ 82260 h 197308"/>
                <a:gd name="csX69" fmla="*/ 274457 w 543573"/>
                <a:gd name="csY69" fmla="*/ 79468 h 197308"/>
                <a:gd name="csX70" fmla="*/ 278935 w 543573"/>
                <a:gd name="csY70" fmla="*/ 84497 h 197308"/>
                <a:gd name="csX71" fmla="*/ 307215 w 543573"/>
                <a:gd name="csY71" fmla="*/ 119205 h 197308"/>
                <a:gd name="csX72" fmla="*/ 314214 w 543573"/>
                <a:gd name="csY72" fmla="*/ 109967 h 197308"/>
                <a:gd name="csX73" fmla="*/ 309455 w 543573"/>
                <a:gd name="csY73" fmla="*/ 90933 h 197308"/>
                <a:gd name="csX74" fmla="*/ 293221 w 543573"/>
                <a:gd name="csY74" fmla="*/ 32162 h 197308"/>
                <a:gd name="csX75" fmla="*/ 327656 w 543573"/>
                <a:gd name="csY75" fmla="*/ -1421 h 197308"/>
                <a:gd name="csX76" fmla="*/ 360984 w 543573"/>
                <a:gd name="csY76" fmla="*/ 17332 h 197308"/>
                <a:gd name="csX77" fmla="*/ 534053 w 543573"/>
                <a:gd name="csY77" fmla="*/ 108011 h 197308"/>
                <a:gd name="csX78" fmla="*/ 521729 w 543573"/>
                <a:gd name="csY78" fmla="*/ 104094 h 197308"/>
                <a:gd name="csX79" fmla="*/ 516694 w 543573"/>
                <a:gd name="csY79" fmla="*/ 93173 h 197308"/>
                <a:gd name="csX80" fmla="*/ 527050 w 543573"/>
                <a:gd name="csY80" fmla="*/ 83383 h 197308"/>
                <a:gd name="csX81" fmla="*/ 542730 w 543573"/>
                <a:gd name="csY81" fmla="*/ 101294 h 197308"/>
                <a:gd name="csX82" fmla="*/ 509692 w 543573"/>
                <a:gd name="csY82" fmla="*/ 125359 h 197308"/>
                <a:gd name="csX83" fmla="*/ 434645 w 543573"/>
                <a:gd name="csY83" fmla="*/ 45875 h 197308"/>
                <a:gd name="csX84" fmla="*/ 480010 w 543573"/>
                <a:gd name="csY84" fmla="*/ -1421 h 197308"/>
                <a:gd name="csX85" fmla="*/ 543574 w 543573"/>
                <a:gd name="csY85" fmla="*/ 31608 h 197308"/>
                <a:gd name="csX86" fmla="*/ 540212 w 543573"/>
                <a:gd name="csY86" fmla="*/ 35243 h 197308"/>
                <a:gd name="csX87" fmla="*/ 536574 w 543573"/>
                <a:gd name="csY87" fmla="*/ 32443 h 197308"/>
                <a:gd name="csX88" fmla="*/ 480572 w 543573"/>
                <a:gd name="csY88" fmla="*/ 4742 h 197308"/>
                <a:gd name="csX89" fmla="*/ 455369 w 543573"/>
                <a:gd name="csY89" fmla="*/ 35243 h 197308"/>
                <a:gd name="csX90" fmla="*/ 470486 w 543573"/>
                <a:gd name="csY90" fmla="*/ 91214 h 197308"/>
                <a:gd name="csX91" fmla="*/ 509973 w 543573"/>
                <a:gd name="csY91" fmla="*/ 119205 h 197308"/>
                <a:gd name="csX92" fmla="*/ 534053 w 543573"/>
                <a:gd name="csY92" fmla="*/ 108011 h 197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543573" h="197308">
                  <a:moveTo>
                    <a:pt x="39486" y="66307"/>
                  </a:moveTo>
                  <a:cubicBezTo>
                    <a:pt x="47603" y="66307"/>
                    <a:pt x="68326" y="66868"/>
                    <a:pt x="82329" y="72742"/>
                  </a:cubicBezTo>
                  <a:cubicBezTo>
                    <a:pt x="101927" y="81143"/>
                    <a:pt x="103324" y="97650"/>
                    <a:pt x="103324" y="101575"/>
                  </a:cubicBezTo>
                  <a:cubicBezTo>
                    <a:pt x="103324" y="113884"/>
                    <a:pt x="92686" y="125359"/>
                    <a:pt x="73369" y="125359"/>
                  </a:cubicBezTo>
                  <a:cubicBezTo>
                    <a:pt x="42289" y="125359"/>
                    <a:pt x="0" y="98212"/>
                    <a:pt x="0" y="49238"/>
                  </a:cubicBezTo>
                  <a:cubicBezTo>
                    <a:pt x="0" y="20695"/>
                    <a:pt x="16524" y="-1421"/>
                    <a:pt x="43967" y="-1421"/>
                  </a:cubicBezTo>
                  <a:cubicBezTo>
                    <a:pt x="84007" y="-1421"/>
                    <a:pt x="107532" y="28245"/>
                    <a:pt x="107532" y="31608"/>
                  </a:cubicBezTo>
                  <a:cubicBezTo>
                    <a:pt x="107532" y="33285"/>
                    <a:pt x="105845" y="35243"/>
                    <a:pt x="104167" y="35243"/>
                  </a:cubicBezTo>
                  <a:cubicBezTo>
                    <a:pt x="102770" y="35243"/>
                    <a:pt x="102208" y="34681"/>
                    <a:pt x="100530" y="32443"/>
                  </a:cubicBezTo>
                  <a:cubicBezTo>
                    <a:pt x="78411" y="4742"/>
                    <a:pt x="47884" y="4742"/>
                    <a:pt x="44529" y="4742"/>
                  </a:cubicBezTo>
                  <a:cubicBezTo>
                    <a:pt x="22682" y="4742"/>
                    <a:pt x="20160" y="28245"/>
                    <a:pt x="20160" y="37201"/>
                  </a:cubicBezTo>
                  <a:cubicBezTo>
                    <a:pt x="20160" y="40564"/>
                    <a:pt x="20442" y="49238"/>
                    <a:pt x="24641" y="66307"/>
                  </a:cubicBezTo>
                  <a:lnTo>
                    <a:pt x="39486" y="66307"/>
                  </a:lnTo>
                  <a:close/>
                  <a:moveTo>
                    <a:pt x="26328" y="72470"/>
                  </a:moveTo>
                  <a:cubicBezTo>
                    <a:pt x="37246" y="115007"/>
                    <a:pt x="66086" y="119205"/>
                    <a:pt x="73369" y="119205"/>
                  </a:cubicBezTo>
                  <a:cubicBezTo>
                    <a:pt x="86528" y="119205"/>
                    <a:pt x="94091" y="111084"/>
                    <a:pt x="94091" y="101575"/>
                  </a:cubicBezTo>
                  <a:cubicBezTo>
                    <a:pt x="94091" y="72470"/>
                    <a:pt x="49281" y="72470"/>
                    <a:pt x="37809" y="72470"/>
                  </a:cubicBezTo>
                  <a:lnTo>
                    <a:pt x="26328" y="72470"/>
                  </a:lnTo>
                  <a:close/>
                  <a:moveTo>
                    <a:pt x="261835" y="192806"/>
                  </a:moveTo>
                  <a:cubicBezTo>
                    <a:pt x="261835" y="193086"/>
                    <a:pt x="261835" y="195888"/>
                    <a:pt x="258198" y="195888"/>
                  </a:cubicBezTo>
                  <a:cubicBezTo>
                    <a:pt x="253990" y="195888"/>
                    <a:pt x="227390" y="193367"/>
                    <a:pt x="222629" y="192806"/>
                  </a:cubicBezTo>
                  <a:cubicBezTo>
                    <a:pt x="220389" y="192525"/>
                    <a:pt x="218711" y="191129"/>
                    <a:pt x="218711" y="187494"/>
                  </a:cubicBezTo>
                  <a:cubicBezTo>
                    <a:pt x="218711" y="184131"/>
                    <a:pt x="221232" y="184131"/>
                    <a:pt x="225432" y="184131"/>
                  </a:cubicBezTo>
                  <a:cubicBezTo>
                    <a:pt x="238872" y="184131"/>
                    <a:pt x="239434" y="182173"/>
                    <a:pt x="239434" y="179372"/>
                  </a:cubicBezTo>
                  <a:lnTo>
                    <a:pt x="238591" y="173779"/>
                  </a:lnTo>
                  <a:lnTo>
                    <a:pt x="221795" y="107448"/>
                  </a:lnTo>
                  <a:cubicBezTo>
                    <a:pt x="216752" y="117799"/>
                    <a:pt x="208635" y="125359"/>
                    <a:pt x="196029" y="125359"/>
                  </a:cubicBezTo>
                  <a:cubicBezTo>
                    <a:pt x="163272" y="125359"/>
                    <a:pt x="128547" y="84216"/>
                    <a:pt x="128547" y="43364"/>
                  </a:cubicBezTo>
                  <a:cubicBezTo>
                    <a:pt x="128547" y="17051"/>
                    <a:pt x="143946" y="-1421"/>
                    <a:pt x="165793" y="-1421"/>
                  </a:cubicBezTo>
                  <a:cubicBezTo>
                    <a:pt x="171389" y="-1421"/>
                    <a:pt x="185391" y="-298"/>
                    <a:pt x="202187" y="19572"/>
                  </a:cubicBezTo>
                  <a:cubicBezTo>
                    <a:pt x="204428" y="7815"/>
                    <a:pt x="214231" y="-1421"/>
                    <a:pt x="227671" y="-1421"/>
                  </a:cubicBezTo>
                  <a:cubicBezTo>
                    <a:pt x="237475" y="-1421"/>
                    <a:pt x="243914" y="5023"/>
                    <a:pt x="248394" y="13978"/>
                  </a:cubicBezTo>
                  <a:cubicBezTo>
                    <a:pt x="253156" y="24049"/>
                    <a:pt x="256792" y="41125"/>
                    <a:pt x="256792" y="41679"/>
                  </a:cubicBezTo>
                  <a:cubicBezTo>
                    <a:pt x="256792" y="44479"/>
                    <a:pt x="254271" y="44479"/>
                    <a:pt x="253437" y="44479"/>
                  </a:cubicBezTo>
                  <a:cubicBezTo>
                    <a:pt x="250634" y="44479"/>
                    <a:pt x="250353" y="43364"/>
                    <a:pt x="249510" y="39439"/>
                  </a:cubicBezTo>
                  <a:cubicBezTo>
                    <a:pt x="244758" y="21249"/>
                    <a:pt x="239715" y="4742"/>
                    <a:pt x="228234" y="4742"/>
                  </a:cubicBezTo>
                  <a:cubicBezTo>
                    <a:pt x="220670" y="4742"/>
                    <a:pt x="219836" y="12011"/>
                    <a:pt x="219836" y="17613"/>
                  </a:cubicBezTo>
                  <a:cubicBezTo>
                    <a:pt x="219836" y="24330"/>
                    <a:pt x="220389" y="26288"/>
                    <a:pt x="221513" y="31047"/>
                  </a:cubicBezTo>
                  <a:lnTo>
                    <a:pt x="261835" y="192806"/>
                  </a:lnTo>
                  <a:close/>
                  <a:moveTo>
                    <a:pt x="203593" y="34962"/>
                  </a:moveTo>
                  <a:cubicBezTo>
                    <a:pt x="202187" y="29922"/>
                    <a:pt x="202187" y="29370"/>
                    <a:pt x="197988" y="24611"/>
                  </a:cubicBezTo>
                  <a:cubicBezTo>
                    <a:pt x="185672" y="9219"/>
                    <a:pt x="174191" y="4742"/>
                    <a:pt x="166346" y="4742"/>
                  </a:cubicBezTo>
                  <a:cubicBezTo>
                    <a:pt x="152344" y="4742"/>
                    <a:pt x="148426" y="20132"/>
                    <a:pt x="148426" y="31047"/>
                  </a:cubicBezTo>
                  <a:cubicBezTo>
                    <a:pt x="148426" y="45042"/>
                    <a:pt x="157386" y="79468"/>
                    <a:pt x="163826" y="92337"/>
                  </a:cubicBezTo>
                  <a:cubicBezTo>
                    <a:pt x="172513" y="108844"/>
                    <a:pt x="185110" y="119205"/>
                    <a:pt x="196310" y="119205"/>
                  </a:cubicBezTo>
                  <a:cubicBezTo>
                    <a:pt x="214512" y="119205"/>
                    <a:pt x="218430" y="96254"/>
                    <a:pt x="218430" y="94577"/>
                  </a:cubicBezTo>
                  <a:cubicBezTo>
                    <a:pt x="218430" y="92900"/>
                    <a:pt x="217868" y="91214"/>
                    <a:pt x="217596" y="89818"/>
                  </a:cubicBezTo>
                  <a:lnTo>
                    <a:pt x="203593" y="34962"/>
                  </a:lnTo>
                  <a:close/>
                  <a:moveTo>
                    <a:pt x="360984" y="17332"/>
                  </a:moveTo>
                  <a:cubicBezTo>
                    <a:pt x="364060" y="5857"/>
                    <a:pt x="373862" y="-1421"/>
                    <a:pt x="385905" y="-1421"/>
                  </a:cubicBezTo>
                  <a:cubicBezTo>
                    <a:pt x="395701" y="-1421"/>
                    <a:pt x="402138" y="5023"/>
                    <a:pt x="406619" y="13978"/>
                  </a:cubicBezTo>
                  <a:cubicBezTo>
                    <a:pt x="411381" y="24049"/>
                    <a:pt x="415027" y="41125"/>
                    <a:pt x="415027" y="41679"/>
                  </a:cubicBezTo>
                  <a:cubicBezTo>
                    <a:pt x="415027" y="44479"/>
                    <a:pt x="412505" y="44479"/>
                    <a:pt x="411662" y="44479"/>
                  </a:cubicBezTo>
                  <a:cubicBezTo>
                    <a:pt x="408859" y="44479"/>
                    <a:pt x="408578" y="43364"/>
                    <a:pt x="407743" y="39439"/>
                  </a:cubicBezTo>
                  <a:cubicBezTo>
                    <a:pt x="403825" y="23768"/>
                    <a:pt x="398504" y="4742"/>
                    <a:pt x="386739" y="4742"/>
                  </a:cubicBezTo>
                  <a:cubicBezTo>
                    <a:pt x="380864" y="4742"/>
                    <a:pt x="378061" y="8377"/>
                    <a:pt x="378061" y="17613"/>
                  </a:cubicBezTo>
                  <a:cubicBezTo>
                    <a:pt x="378061" y="23768"/>
                    <a:pt x="381426" y="36920"/>
                    <a:pt x="383667" y="46719"/>
                  </a:cubicBezTo>
                  <a:lnTo>
                    <a:pt x="391501" y="76947"/>
                  </a:lnTo>
                  <a:cubicBezTo>
                    <a:pt x="392345" y="81143"/>
                    <a:pt x="395139" y="91777"/>
                    <a:pt x="396263" y="95973"/>
                  </a:cubicBezTo>
                  <a:cubicBezTo>
                    <a:pt x="397660" y="102409"/>
                    <a:pt x="400463" y="113049"/>
                    <a:pt x="400463" y="114726"/>
                  </a:cubicBezTo>
                  <a:cubicBezTo>
                    <a:pt x="400463" y="119766"/>
                    <a:pt x="396544" y="122287"/>
                    <a:pt x="392345" y="122287"/>
                  </a:cubicBezTo>
                  <a:cubicBezTo>
                    <a:pt x="390939" y="122287"/>
                    <a:pt x="383667" y="122005"/>
                    <a:pt x="381426" y="112488"/>
                  </a:cubicBezTo>
                  <a:cubicBezTo>
                    <a:pt x="376102" y="92058"/>
                    <a:pt x="363778" y="43083"/>
                    <a:pt x="360422" y="28245"/>
                  </a:cubicBezTo>
                  <a:cubicBezTo>
                    <a:pt x="360141" y="27130"/>
                    <a:pt x="348939" y="4742"/>
                    <a:pt x="328500" y="4742"/>
                  </a:cubicBezTo>
                  <a:cubicBezTo>
                    <a:pt x="313933" y="4742"/>
                    <a:pt x="311141" y="17332"/>
                    <a:pt x="311141" y="27684"/>
                  </a:cubicBezTo>
                  <a:cubicBezTo>
                    <a:pt x="311141" y="43364"/>
                    <a:pt x="318976" y="65472"/>
                    <a:pt x="326259" y="84779"/>
                  </a:cubicBezTo>
                  <a:cubicBezTo>
                    <a:pt x="329613" y="93173"/>
                    <a:pt x="331019" y="97096"/>
                    <a:pt x="331019" y="102409"/>
                  </a:cubicBezTo>
                  <a:cubicBezTo>
                    <a:pt x="331019" y="115007"/>
                    <a:pt x="322059" y="125359"/>
                    <a:pt x="308058" y="125359"/>
                  </a:cubicBezTo>
                  <a:cubicBezTo>
                    <a:pt x="281457" y="125359"/>
                    <a:pt x="271092" y="84779"/>
                    <a:pt x="271092" y="82260"/>
                  </a:cubicBezTo>
                  <a:cubicBezTo>
                    <a:pt x="271092" y="79468"/>
                    <a:pt x="273895" y="79468"/>
                    <a:pt x="274457" y="79468"/>
                  </a:cubicBezTo>
                  <a:cubicBezTo>
                    <a:pt x="277257" y="79468"/>
                    <a:pt x="277538" y="80020"/>
                    <a:pt x="278935" y="84497"/>
                  </a:cubicBezTo>
                  <a:cubicBezTo>
                    <a:pt x="285937" y="108844"/>
                    <a:pt x="296574" y="119205"/>
                    <a:pt x="307215" y="119205"/>
                  </a:cubicBezTo>
                  <a:cubicBezTo>
                    <a:pt x="309736" y="119205"/>
                    <a:pt x="314214" y="118924"/>
                    <a:pt x="314214" y="109967"/>
                  </a:cubicBezTo>
                  <a:cubicBezTo>
                    <a:pt x="314214" y="103252"/>
                    <a:pt x="311141" y="95139"/>
                    <a:pt x="309455" y="90933"/>
                  </a:cubicBezTo>
                  <a:cubicBezTo>
                    <a:pt x="299096" y="63234"/>
                    <a:pt x="293221" y="45875"/>
                    <a:pt x="293221" y="32162"/>
                  </a:cubicBezTo>
                  <a:cubicBezTo>
                    <a:pt x="293221" y="5577"/>
                    <a:pt x="312536" y="-1421"/>
                    <a:pt x="327656" y="-1421"/>
                  </a:cubicBezTo>
                  <a:cubicBezTo>
                    <a:pt x="346139" y="-1421"/>
                    <a:pt x="356222" y="11178"/>
                    <a:pt x="360984" y="17332"/>
                  </a:cubicBezTo>
                  <a:close/>
                  <a:moveTo>
                    <a:pt x="534053" y="108011"/>
                  </a:moveTo>
                  <a:cubicBezTo>
                    <a:pt x="529572" y="108011"/>
                    <a:pt x="525653" y="108011"/>
                    <a:pt x="521729" y="104094"/>
                  </a:cubicBezTo>
                  <a:cubicBezTo>
                    <a:pt x="517248" y="99889"/>
                    <a:pt x="516694" y="95139"/>
                    <a:pt x="516694" y="93173"/>
                  </a:cubicBezTo>
                  <a:cubicBezTo>
                    <a:pt x="516694" y="86456"/>
                    <a:pt x="521729" y="83383"/>
                    <a:pt x="527050" y="83383"/>
                  </a:cubicBezTo>
                  <a:cubicBezTo>
                    <a:pt x="535169" y="83383"/>
                    <a:pt x="542730" y="90100"/>
                    <a:pt x="542730" y="101294"/>
                  </a:cubicBezTo>
                  <a:cubicBezTo>
                    <a:pt x="542730" y="115007"/>
                    <a:pt x="529572" y="125359"/>
                    <a:pt x="509692" y="125359"/>
                  </a:cubicBezTo>
                  <a:cubicBezTo>
                    <a:pt x="471883" y="125359"/>
                    <a:pt x="434645" y="85341"/>
                    <a:pt x="434645" y="45875"/>
                  </a:cubicBezTo>
                  <a:cubicBezTo>
                    <a:pt x="434645" y="20695"/>
                    <a:pt x="450890" y="-1421"/>
                    <a:pt x="480010" y="-1421"/>
                  </a:cubicBezTo>
                  <a:cubicBezTo>
                    <a:pt x="520051" y="-1421"/>
                    <a:pt x="543574" y="28245"/>
                    <a:pt x="543574" y="31608"/>
                  </a:cubicBezTo>
                  <a:cubicBezTo>
                    <a:pt x="543574" y="33285"/>
                    <a:pt x="541887" y="35243"/>
                    <a:pt x="540212" y="35243"/>
                  </a:cubicBezTo>
                  <a:cubicBezTo>
                    <a:pt x="538815" y="35243"/>
                    <a:pt x="538252" y="34681"/>
                    <a:pt x="536574" y="32443"/>
                  </a:cubicBezTo>
                  <a:cubicBezTo>
                    <a:pt x="514454" y="4742"/>
                    <a:pt x="483929" y="4742"/>
                    <a:pt x="480572" y="4742"/>
                  </a:cubicBezTo>
                  <a:cubicBezTo>
                    <a:pt x="462925" y="4742"/>
                    <a:pt x="455369" y="18457"/>
                    <a:pt x="455369" y="35243"/>
                  </a:cubicBezTo>
                  <a:cubicBezTo>
                    <a:pt x="455369" y="46719"/>
                    <a:pt x="460965" y="73866"/>
                    <a:pt x="470486" y="91214"/>
                  </a:cubicBezTo>
                  <a:cubicBezTo>
                    <a:pt x="479167" y="107167"/>
                    <a:pt x="494566" y="119205"/>
                    <a:pt x="509973" y="119205"/>
                  </a:cubicBezTo>
                  <a:cubicBezTo>
                    <a:pt x="519489" y="119205"/>
                    <a:pt x="530134" y="115561"/>
                    <a:pt x="534053" y="108011"/>
                  </a:cubicBezTo>
                  <a:close/>
                </a:path>
              </a:pathLst>
            </a:custGeom>
            <a:solidFill>
              <a:schemeClr val="bg1"/>
            </a:solidFill>
            <a:ln w="22777" cap="flat">
              <a:noFill/>
              <a:prstDash val="solid"/>
              <a:miter/>
            </a:ln>
          </p:spPr>
          <p:txBody>
            <a:bodyPr/>
            <a:lstStyle/>
            <a:p>
              <a:endParaRPr lang="en-GB"/>
            </a:p>
          </p:txBody>
        </p:sp>
        <p:sp>
          <p:nvSpPr>
            <p:cNvPr id="44" name="Freeform: Shape 43">
              <a:extLst>
                <a:ext uri="{FF2B5EF4-FFF2-40B4-BE49-F238E27FC236}">
                  <a16:creationId xmlns:a16="http://schemas.microsoft.com/office/drawing/2014/main" id="{D8637CC6-6EF1-86FB-7450-6564F515D52A}"/>
                </a:ext>
              </a:extLst>
            </p:cNvPr>
            <p:cNvSpPr/>
            <p:nvPr>
              <p:custDataLst>
                <p:tags r:id="rId60"/>
              </p:custDataLst>
            </p:nvPr>
          </p:nvSpPr>
          <p:spPr>
            <a:xfrm flipV="1">
              <a:off x="7871833" y="-18097844"/>
              <a:ext cx="186214" cy="186395"/>
            </a:xfrm>
            <a:custGeom>
              <a:avLst/>
              <a:gdLst>
                <a:gd name="csX0" fmla="*/ 98844 w 186214"/>
                <a:gd name="csY0" fmla="*/ 86178 h 186395"/>
                <a:gd name="csX1" fmla="*/ 176974 w 186214"/>
                <a:gd name="csY1" fmla="*/ 86178 h 186395"/>
                <a:gd name="csX2" fmla="*/ 186215 w 186214"/>
                <a:gd name="csY2" fmla="*/ 91779 h 186395"/>
                <a:gd name="csX3" fmla="*/ 176974 w 186214"/>
                <a:gd name="csY3" fmla="*/ 97372 h 186395"/>
                <a:gd name="csX4" fmla="*/ 98844 w 186214"/>
                <a:gd name="csY4" fmla="*/ 97372 h 186395"/>
                <a:gd name="csX5" fmla="*/ 98844 w 186214"/>
                <a:gd name="csY5" fmla="*/ 175740 h 186395"/>
                <a:gd name="csX6" fmla="*/ 93248 w 186214"/>
                <a:gd name="csY6" fmla="*/ 184976 h 186395"/>
                <a:gd name="csX7" fmla="*/ 87644 w 186214"/>
                <a:gd name="csY7" fmla="*/ 175740 h 186395"/>
                <a:gd name="csX8" fmla="*/ 87644 w 186214"/>
                <a:gd name="csY8" fmla="*/ 97372 h 186395"/>
                <a:gd name="csX9" fmla="*/ 9241 w 186214"/>
                <a:gd name="csY9" fmla="*/ 97372 h 186395"/>
                <a:gd name="csX10" fmla="*/ 0 w 186214"/>
                <a:gd name="csY10" fmla="*/ 91779 h 186395"/>
                <a:gd name="csX11" fmla="*/ 9241 w 186214"/>
                <a:gd name="csY11" fmla="*/ 86178 h 186395"/>
                <a:gd name="csX12" fmla="*/ 87644 w 186214"/>
                <a:gd name="csY12" fmla="*/ 86178 h 186395"/>
                <a:gd name="csX13" fmla="*/ 87644 w 186214"/>
                <a:gd name="csY13" fmla="*/ 7818 h 186395"/>
                <a:gd name="csX14" fmla="*/ 93248 w 186214"/>
                <a:gd name="csY14" fmla="*/ -1419 h 186395"/>
                <a:gd name="csX15" fmla="*/ 98844 w 186214"/>
                <a:gd name="csY15" fmla="*/ 7818 h 186395"/>
                <a:gd name="csX16" fmla="*/ 98844 w 186214"/>
                <a:gd name="csY16" fmla="*/ 86178 h 186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6214" h="186395">
                  <a:moveTo>
                    <a:pt x="98844" y="86178"/>
                  </a:moveTo>
                  <a:lnTo>
                    <a:pt x="176974" y="86178"/>
                  </a:lnTo>
                  <a:cubicBezTo>
                    <a:pt x="180892" y="86178"/>
                    <a:pt x="186215" y="86178"/>
                    <a:pt x="186215" y="91779"/>
                  </a:cubicBezTo>
                  <a:cubicBezTo>
                    <a:pt x="186215" y="97372"/>
                    <a:pt x="180892" y="97372"/>
                    <a:pt x="176974" y="97372"/>
                  </a:cubicBezTo>
                  <a:lnTo>
                    <a:pt x="98844" y="97372"/>
                  </a:lnTo>
                  <a:lnTo>
                    <a:pt x="98844" y="175740"/>
                  </a:lnTo>
                  <a:cubicBezTo>
                    <a:pt x="98844" y="179655"/>
                    <a:pt x="98844" y="184976"/>
                    <a:pt x="93248" y="184976"/>
                  </a:cubicBezTo>
                  <a:cubicBezTo>
                    <a:pt x="87644" y="184976"/>
                    <a:pt x="87644" y="179655"/>
                    <a:pt x="87644" y="175740"/>
                  </a:cubicBezTo>
                  <a:lnTo>
                    <a:pt x="87644" y="97372"/>
                  </a:lnTo>
                  <a:lnTo>
                    <a:pt x="9241" y="97372"/>
                  </a:lnTo>
                  <a:cubicBezTo>
                    <a:pt x="5323" y="97372"/>
                    <a:pt x="0" y="97372"/>
                    <a:pt x="0" y="91779"/>
                  </a:cubicBezTo>
                  <a:cubicBezTo>
                    <a:pt x="0" y="86178"/>
                    <a:pt x="5323" y="86178"/>
                    <a:pt x="9241" y="86178"/>
                  </a:cubicBezTo>
                  <a:lnTo>
                    <a:pt x="87644" y="86178"/>
                  </a:lnTo>
                  <a:lnTo>
                    <a:pt x="87644" y="7818"/>
                  </a:lnTo>
                  <a:cubicBezTo>
                    <a:pt x="87644" y="3902"/>
                    <a:pt x="87644" y="-1419"/>
                    <a:pt x="93248" y="-1419"/>
                  </a:cubicBezTo>
                  <a:cubicBezTo>
                    <a:pt x="98844" y="-1419"/>
                    <a:pt x="98844" y="3902"/>
                    <a:pt x="98844" y="7818"/>
                  </a:cubicBezTo>
                  <a:lnTo>
                    <a:pt x="98844" y="86178"/>
                  </a:lnTo>
                  <a:close/>
                </a:path>
              </a:pathLst>
            </a:custGeom>
            <a:solidFill>
              <a:schemeClr val="bg1"/>
            </a:solidFill>
            <a:ln w="22777" cap="flat">
              <a:noFill/>
              <a:prstDash val="solid"/>
              <a:miter/>
            </a:ln>
          </p:spPr>
          <p:txBody>
            <a:bodyPr/>
            <a:lstStyle/>
            <a:p>
              <a:endParaRPr lang="en-GB"/>
            </a:p>
          </p:txBody>
        </p:sp>
        <p:sp>
          <p:nvSpPr>
            <p:cNvPr id="45" name="Freeform: Shape 44">
              <a:extLst>
                <a:ext uri="{FF2B5EF4-FFF2-40B4-BE49-F238E27FC236}">
                  <a16:creationId xmlns:a16="http://schemas.microsoft.com/office/drawing/2014/main" id="{6AEE0FEC-A63B-72E3-4231-8D89BAEA1265}"/>
                </a:ext>
              </a:extLst>
            </p:cNvPr>
            <p:cNvSpPr/>
            <p:nvPr>
              <p:custDataLst>
                <p:tags r:id="rId61"/>
              </p:custDataLst>
            </p:nvPr>
          </p:nvSpPr>
          <p:spPr>
            <a:xfrm flipV="1">
              <a:off x="8144334" y="-18058379"/>
              <a:ext cx="143934" cy="126780"/>
            </a:xfrm>
            <a:custGeom>
              <a:avLst/>
              <a:gdLst>
                <a:gd name="csX0" fmla="*/ 89892 w 143934"/>
                <a:gd name="csY0" fmla="*/ 17335 h 126780"/>
                <a:gd name="csX1" fmla="*/ 114814 w 143934"/>
                <a:gd name="csY1" fmla="*/ -1419 h 126780"/>
                <a:gd name="csX2" fmla="*/ 135528 w 143934"/>
                <a:gd name="csY2" fmla="*/ 13980 h 126780"/>
                <a:gd name="csX3" fmla="*/ 143935 w 143934"/>
                <a:gd name="csY3" fmla="*/ 41681 h 126780"/>
                <a:gd name="csX4" fmla="*/ 140570 w 143934"/>
                <a:gd name="csY4" fmla="*/ 44482 h 126780"/>
                <a:gd name="csX5" fmla="*/ 136652 w 143934"/>
                <a:gd name="csY5" fmla="*/ 39442 h 126780"/>
                <a:gd name="csX6" fmla="*/ 115649 w 143934"/>
                <a:gd name="csY6" fmla="*/ 4744 h 126780"/>
                <a:gd name="csX7" fmla="*/ 106970 w 143934"/>
                <a:gd name="csY7" fmla="*/ 17616 h 126780"/>
                <a:gd name="csX8" fmla="*/ 112574 w 143934"/>
                <a:gd name="csY8" fmla="*/ 46721 h 126780"/>
                <a:gd name="csX9" fmla="*/ 120410 w 143934"/>
                <a:gd name="csY9" fmla="*/ 76950 h 126780"/>
                <a:gd name="csX10" fmla="*/ 125171 w 143934"/>
                <a:gd name="csY10" fmla="*/ 95975 h 126780"/>
                <a:gd name="csX11" fmla="*/ 129370 w 143934"/>
                <a:gd name="csY11" fmla="*/ 114728 h 126780"/>
                <a:gd name="csX12" fmla="*/ 121253 w 143934"/>
                <a:gd name="csY12" fmla="*/ 122289 h 126780"/>
                <a:gd name="csX13" fmla="*/ 110334 w 143934"/>
                <a:gd name="csY13" fmla="*/ 112491 h 126780"/>
                <a:gd name="csX14" fmla="*/ 89330 w 143934"/>
                <a:gd name="csY14" fmla="*/ 28248 h 126780"/>
                <a:gd name="csX15" fmla="*/ 57407 w 143934"/>
                <a:gd name="csY15" fmla="*/ 4744 h 126780"/>
                <a:gd name="csX16" fmla="*/ 40049 w 143934"/>
                <a:gd name="csY16" fmla="*/ 27687 h 126780"/>
                <a:gd name="csX17" fmla="*/ 55167 w 143934"/>
                <a:gd name="csY17" fmla="*/ 84781 h 126780"/>
                <a:gd name="csX18" fmla="*/ 59928 w 143934"/>
                <a:gd name="csY18" fmla="*/ 102411 h 126780"/>
                <a:gd name="csX19" fmla="*/ 36965 w 143934"/>
                <a:gd name="csY19" fmla="*/ 125362 h 126780"/>
                <a:gd name="csX20" fmla="*/ 0 w 143934"/>
                <a:gd name="csY20" fmla="*/ 82262 h 126780"/>
                <a:gd name="csX21" fmla="*/ 3365 w 143934"/>
                <a:gd name="csY21" fmla="*/ 79470 h 126780"/>
                <a:gd name="csX22" fmla="*/ 7844 w 143934"/>
                <a:gd name="csY22" fmla="*/ 84500 h 126780"/>
                <a:gd name="csX23" fmla="*/ 36122 w 143934"/>
                <a:gd name="csY23" fmla="*/ 119208 h 126780"/>
                <a:gd name="csX24" fmla="*/ 43123 w 143934"/>
                <a:gd name="csY24" fmla="*/ 109970 h 126780"/>
                <a:gd name="csX25" fmla="*/ 38362 w 143934"/>
                <a:gd name="csY25" fmla="*/ 90936 h 126780"/>
                <a:gd name="csX26" fmla="*/ 22128 w 143934"/>
                <a:gd name="csY26" fmla="*/ 32164 h 126780"/>
                <a:gd name="csX27" fmla="*/ 56563 w 143934"/>
                <a:gd name="csY27" fmla="*/ -1419 h 126780"/>
                <a:gd name="csX28" fmla="*/ 89892 w 143934"/>
                <a:gd name="csY28" fmla="*/ 17335 h 126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43934" h="126780">
                  <a:moveTo>
                    <a:pt x="89892" y="17335"/>
                  </a:moveTo>
                  <a:cubicBezTo>
                    <a:pt x="92967" y="5859"/>
                    <a:pt x="102771" y="-1419"/>
                    <a:pt x="114814" y="-1419"/>
                  </a:cubicBezTo>
                  <a:cubicBezTo>
                    <a:pt x="124609" y="-1419"/>
                    <a:pt x="131048" y="5026"/>
                    <a:pt x="135528" y="13980"/>
                  </a:cubicBezTo>
                  <a:cubicBezTo>
                    <a:pt x="140290" y="24051"/>
                    <a:pt x="143935" y="41127"/>
                    <a:pt x="143935" y="41681"/>
                  </a:cubicBezTo>
                  <a:cubicBezTo>
                    <a:pt x="143935" y="44482"/>
                    <a:pt x="141413" y="44482"/>
                    <a:pt x="140570" y="44482"/>
                  </a:cubicBezTo>
                  <a:cubicBezTo>
                    <a:pt x="137768" y="44482"/>
                    <a:pt x="137487" y="43367"/>
                    <a:pt x="136652" y="39442"/>
                  </a:cubicBezTo>
                  <a:cubicBezTo>
                    <a:pt x="132734" y="23770"/>
                    <a:pt x="127411" y="4744"/>
                    <a:pt x="115649" y="4744"/>
                  </a:cubicBezTo>
                  <a:cubicBezTo>
                    <a:pt x="109772" y="4744"/>
                    <a:pt x="106970" y="8380"/>
                    <a:pt x="106970" y="17616"/>
                  </a:cubicBezTo>
                  <a:cubicBezTo>
                    <a:pt x="106970" y="23770"/>
                    <a:pt x="110334" y="36923"/>
                    <a:pt x="112574" y="46721"/>
                  </a:cubicBezTo>
                  <a:lnTo>
                    <a:pt x="120410" y="76950"/>
                  </a:lnTo>
                  <a:cubicBezTo>
                    <a:pt x="121253" y="81146"/>
                    <a:pt x="124047" y="91779"/>
                    <a:pt x="125171" y="95975"/>
                  </a:cubicBezTo>
                  <a:cubicBezTo>
                    <a:pt x="126568" y="102411"/>
                    <a:pt x="129370" y="113051"/>
                    <a:pt x="129370" y="114728"/>
                  </a:cubicBezTo>
                  <a:cubicBezTo>
                    <a:pt x="129370" y="119768"/>
                    <a:pt x="125452" y="122289"/>
                    <a:pt x="121253" y="122289"/>
                  </a:cubicBezTo>
                  <a:cubicBezTo>
                    <a:pt x="119847" y="122289"/>
                    <a:pt x="112574" y="122008"/>
                    <a:pt x="110334" y="112491"/>
                  </a:cubicBezTo>
                  <a:cubicBezTo>
                    <a:pt x="105011" y="92060"/>
                    <a:pt x="92686" y="43086"/>
                    <a:pt x="89330" y="28248"/>
                  </a:cubicBezTo>
                  <a:cubicBezTo>
                    <a:pt x="89049" y="27133"/>
                    <a:pt x="77849" y="4744"/>
                    <a:pt x="57407" y="4744"/>
                  </a:cubicBezTo>
                  <a:cubicBezTo>
                    <a:pt x="42842" y="4744"/>
                    <a:pt x="40049" y="17335"/>
                    <a:pt x="40049" y="27687"/>
                  </a:cubicBezTo>
                  <a:cubicBezTo>
                    <a:pt x="40049" y="43367"/>
                    <a:pt x="47884" y="65474"/>
                    <a:pt x="55167" y="84781"/>
                  </a:cubicBezTo>
                  <a:cubicBezTo>
                    <a:pt x="58523" y="93175"/>
                    <a:pt x="59928" y="97099"/>
                    <a:pt x="59928" y="102411"/>
                  </a:cubicBezTo>
                  <a:cubicBezTo>
                    <a:pt x="59928" y="115010"/>
                    <a:pt x="50968" y="125362"/>
                    <a:pt x="36965" y="125362"/>
                  </a:cubicBezTo>
                  <a:cubicBezTo>
                    <a:pt x="10366" y="125362"/>
                    <a:pt x="0" y="84781"/>
                    <a:pt x="0" y="82262"/>
                  </a:cubicBezTo>
                  <a:cubicBezTo>
                    <a:pt x="0" y="79470"/>
                    <a:pt x="2802" y="79470"/>
                    <a:pt x="3365" y="79470"/>
                  </a:cubicBezTo>
                  <a:cubicBezTo>
                    <a:pt x="6167" y="79470"/>
                    <a:pt x="6448" y="80023"/>
                    <a:pt x="7844" y="84500"/>
                  </a:cubicBezTo>
                  <a:cubicBezTo>
                    <a:pt x="14846" y="108847"/>
                    <a:pt x="25484" y="119208"/>
                    <a:pt x="36122" y="119208"/>
                  </a:cubicBezTo>
                  <a:cubicBezTo>
                    <a:pt x="38643" y="119208"/>
                    <a:pt x="43123" y="118926"/>
                    <a:pt x="43123" y="109970"/>
                  </a:cubicBezTo>
                  <a:cubicBezTo>
                    <a:pt x="43123" y="103255"/>
                    <a:pt x="40049" y="95142"/>
                    <a:pt x="38362" y="90936"/>
                  </a:cubicBezTo>
                  <a:cubicBezTo>
                    <a:pt x="28005" y="63236"/>
                    <a:pt x="22128" y="45877"/>
                    <a:pt x="22128" y="32164"/>
                  </a:cubicBezTo>
                  <a:cubicBezTo>
                    <a:pt x="22128" y="5580"/>
                    <a:pt x="41446" y="-1419"/>
                    <a:pt x="56563" y="-1419"/>
                  </a:cubicBezTo>
                  <a:cubicBezTo>
                    <a:pt x="75046" y="-1419"/>
                    <a:pt x="85131" y="11180"/>
                    <a:pt x="89892" y="17335"/>
                  </a:cubicBezTo>
                  <a:close/>
                </a:path>
              </a:pathLst>
            </a:custGeom>
            <a:solidFill>
              <a:schemeClr val="bg1"/>
            </a:solidFill>
            <a:ln w="22777" cap="flat">
              <a:noFill/>
              <a:prstDash val="solid"/>
              <a:miter/>
            </a:ln>
          </p:spPr>
          <p:txBody>
            <a:bodyPr/>
            <a:lstStyle/>
            <a:p>
              <a:endParaRPr lang="en-GB"/>
            </a:p>
          </p:txBody>
        </p:sp>
      </p:grpSp>
      <p:sp>
        <p:nvSpPr>
          <p:cNvPr id="3267" name="TextBox 3266">
            <a:extLst>
              <a:ext uri="{FF2B5EF4-FFF2-40B4-BE49-F238E27FC236}">
                <a16:creationId xmlns:a16="http://schemas.microsoft.com/office/drawing/2014/main" id="{60A1C138-E534-7008-EF2C-71E6261E85C8}"/>
              </a:ext>
            </a:extLst>
          </p:cNvPr>
          <p:cNvSpPr txBox="1"/>
          <p:nvPr/>
        </p:nvSpPr>
        <p:spPr>
          <a:xfrm>
            <a:off x="891590" y="2188690"/>
            <a:ext cx="10137025" cy="1846659"/>
          </a:xfrm>
          <a:prstGeom prst="rect">
            <a:avLst/>
          </a:prstGeom>
          <a:noFill/>
        </p:spPr>
        <p:txBody>
          <a:bodyPr wrap="square">
            <a:spAutoFit/>
          </a:bodyPr>
          <a:lstStyle/>
          <a:p>
            <a:r>
              <a:rPr lang="en-US" sz="1600">
                <a:solidFill>
                  <a:schemeClr val="bg1"/>
                </a:solidFill>
              </a:rPr>
              <a:t>The wage is measured as the pesos earned per hour, and education is measured in </a:t>
            </a:r>
            <a:r>
              <a:rPr lang="en-US" sz="1600" err="1">
                <a:solidFill>
                  <a:schemeClr val="bg1"/>
                </a:solidFill>
              </a:rPr>
              <a:t>years:therefore</a:t>
            </a:r>
            <a:r>
              <a:rPr lang="en-US" sz="1600">
                <a:solidFill>
                  <a:schemeClr val="bg1"/>
                </a:solidFill>
              </a:rPr>
              <a:t>, β₁ </a:t>
            </a:r>
            <a:r>
              <a:rPr lang="en-US" sz="1600" b="1">
                <a:solidFill>
                  <a:schemeClr val="bg1"/>
                </a:solidFill>
                <a:highlight>
                  <a:srgbClr val="000000"/>
                </a:highlight>
              </a:rPr>
              <a:t>measures the change in the hourly wage for each additional year of education, keeping all other factors constant</a:t>
            </a:r>
            <a:r>
              <a:rPr lang="en-US" sz="1600">
                <a:solidFill>
                  <a:schemeClr val="bg1"/>
                </a:solidFill>
              </a:rPr>
              <a:t>.</a:t>
            </a:r>
            <a:endParaRPr lang="es-CO" sz="1600" b="1" u="sng">
              <a:solidFill>
                <a:schemeClr val="bg1"/>
              </a:solidFill>
            </a:endParaRPr>
          </a:p>
          <a:p>
            <a:endParaRPr lang="es-CO" b="1" u="sng">
              <a:solidFill>
                <a:schemeClr val="bg1"/>
              </a:solidFill>
            </a:endParaRPr>
          </a:p>
          <a:p>
            <a:pPr marL="285750" indent="-285750">
              <a:buFont typeface="Arial" panose="020B0604020202020204" pitchFamily="34" charset="0"/>
              <a:buChar char="•"/>
            </a:pPr>
            <a:r>
              <a:rPr lang="en-US" sz="1600">
                <a:solidFill>
                  <a:schemeClr val="bg1"/>
                </a:solidFill>
              </a:rPr>
              <a:t>Work experience</a:t>
            </a:r>
          </a:p>
          <a:p>
            <a:pPr marL="285750" indent="-285750">
              <a:buFont typeface="Arial" panose="020B0604020202020204" pitchFamily="34" charset="0"/>
              <a:buChar char="•"/>
            </a:pPr>
            <a:r>
              <a:rPr lang="en-US" sz="1600">
                <a:solidFill>
                  <a:schemeClr val="bg1"/>
                </a:solidFill>
              </a:rPr>
              <a:t>Innate abilities</a:t>
            </a:r>
          </a:p>
          <a:p>
            <a:pPr marL="285750" indent="-285750">
              <a:buFont typeface="Arial" panose="020B0604020202020204" pitchFamily="34" charset="0"/>
              <a:buChar char="•"/>
            </a:pPr>
            <a:r>
              <a:rPr lang="en-US" sz="1600">
                <a:solidFill>
                  <a:schemeClr val="bg1"/>
                </a:solidFill>
              </a:rPr>
              <a:t>Tenure in the current job</a:t>
            </a:r>
          </a:p>
          <a:p>
            <a:pPr marL="285750" indent="-285750">
              <a:buFont typeface="Arial" panose="020B0604020202020204" pitchFamily="34" charset="0"/>
              <a:buChar char="•"/>
            </a:pPr>
            <a:r>
              <a:rPr lang="en-US" sz="1600">
                <a:solidFill>
                  <a:schemeClr val="bg1"/>
                </a:solidFill>
              </a:rPr>
              <a:t>Work ethic</a:t>
            </a:r>
            <a:endParaRPr lang="es-CO" sz="1600">
              <a:solidFill>
                <a:schemeClr val="bg1"/>
              </a:solidFill>
            </a:endParaRPr>
          </a:p>
        </p:txBody>
      </p:sp>
      <p:cxnSp>
        <p:nvCxnSpPr>
          <p:cNvPr id="3268" name="Straight Connector 3267">
            <a:extLst>
              <a:ext uri="{FF2B5EF4-FFF2-40B4-BE49-F238E27FC236}">
                <a16:creationId xmlns:a16="http://schemas.microsoft.com/office/drawing/2014/main" id="{EFB1B99E-61E0-070C-2FF6-9A829AD6E459}"/>
              </a:ext>
            </a:extLst>
          </p:cNvPr>
          <p:cNvCxnSpPr>
            <a:cxnSpLocks/>
          </p:cNvCxnSpPr>
          <p:nvPr/>
        </p:nvCxnSpPr>
        <p:spPr>
          <a:xfrm>
            <a:off x="4015304" y="3030828"/>
            <a:ext cx="0" cy="130696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269" name="TextBox 3268">
            <a:extLst>
              <a:ext uri="{FF2B5EF4-FFF2-40B4-BE49-F238E27FC236}">
                <a16:creationId xmlns:a16="http://schemas.microsoft.com/office/drawing/2014/main" id="{A9974B04-9DAA-B9FA-6051-9DB7117821F5}"/>
              </a:ext>
            </a:extLst>
          </p:cNvPr>
          <p:cNvSpPr txBox="1"/>
          <p:nvPr/>
        </p:nvSpPr>
        <p:spPr>
          <a:xfrm>
            <a:off x="4241006" y="2953235"/>
            <a:ext cx="6096000" cy="830997"/>
          </a:xfrm>
          <a:prstGeom prst="rect">
            <a:avLst/>
          </a:prstGeom>
          <a:noFill/>
        </p:spPr>
        <p:txBody>
          <a:bodyPr wrap="square">
            <a:spAutoFit/>
          </a:bodyPr>
          <a:lstStyle/>
          <a:p>
            <a:r>
              <a:rPr lang="en-US" sz="1600">
                <a:solidFill>
                  <a:schemeClr val="bg1"/>
                </a:solidFill>
              </a:rPr>
              <a:t>According to the assumptions about the relationship between X and U, it is required, for example, that the average level of ability be the same regardless of years of schooling.</a:t>
            </a:r>
            <a:endParaRPr lang="es-CO" sz="1600" b="1">
              <a:solidFill>
                <a:schemeClr val="bg1"/>
              </a:solidFill>
            </a:endParaRPr>
          </a:p>
        </p:txBody>
      </p:sp>
      <p:grpSp>
        <p:nvGrpSpPr>
          <p:cNvPr id="3270" name="Group 3269">
            <a:extLst>
              <a:ext uri="{FF2B5EF4-FFF2-40B4-BE49-F238E27FC236}">
                <a16:creationId xmlns:a16="http://schemas.microsoft.com/office/drawing/2014/main" id="{48156692-6E1B-6F9E-DA62-174C95F56D29}"/>
              </a:ext>
            </a:extLst>
          </p:cNvPr>
          <p:cNvGrpSpPr>
            <a:grpSpLocks noChangeAspect="1"/>
          </p:cNvGrpSpPr>
          <p:nvPr>
            <p:custDataLst>
              <p:tags r:id="rId3"/>
            </p:custDataLst>
          </p:nvPr>
        </p:nvGrpSpPr>
        <p:grpSpPr>
          <a:xfrm>
            <a:off x="4636198" y="3976602"/>
            <a:ext cx="5007785" cy="222052"/>
            <a:chOff x="3663311" y="6858490"/>
            <a:chExt cx="5007785" cy="222052"/>
          </a:xfrm>
          <a:solidFill>
            <a:schemeClr val="bg1"/>
          </a:solidFill>
        </p:grpSpPr>
        <p:sp>
          <p:nvSpPr>
            <p:cNvPr id="3271" name="Freeform: Shape 3270">
              <a:extLst>
                <a:ext uri="{FF2B5EF4-FFF2-40B4-BE49-F238E27FC236}">
                  <a16:creationId xmlns:a16="http://schemas.microsoft.com/office/drawing/2014/main" id="{C6A53E10-EBC4-6177-52DD-7DA0936E2CDF}"/>
                </a:ext>
              </a:extLst>
            </p:cNvPr>
            <p:cNvSpPr/>
            <p:nvPr>
              <p:custDataLst>
                <p:tags r:id="rId13"/>
              </p:custDataLst>
            </p:nvPr>
          </p:nvSpPr>
          <p:spPr>
            <a:xfrm>
              <a:off x="3663311" y="6874033"/>
              <a:ext cx="164918" cy="150995"/>
            </a:xfrm>
            <a:custGeom>
              <a:avLst/>
              <a:gdLst>
                <a:gd name="connsiteX0" fmla="*/ 152321 w 164918"/>
                <a:gd name="connsiteY0" fmla="*/ 99320 h 150995"/>
                <a:gd name="connsiteX1" fmla="*/ 153457 w 164918"/>
                <a:gd name="connsiteY1" fmla="*/ 96211 h 150995"/>
                <a:gd name="connsiteX2" fmla="*/ 150731 w 164918"/>
                <a:gd name="connsiteY2" fmla="*/ 93769 h 150995"/>
                <a:gd name="connsiteX3" fmla="*/ 147777 w 164918"/>
                <a:gd name="connsiteY3" fmla="*/ 96433 h 150995"/>
                <a:gd name="connsiteX4" fmla="*/ 85743 w 164918"/>
                <a:gd name="connsiteY4" fmla="*/ 144175 h 150995"/>
                <a:gd name="connsiteX5" fmla="*/ 52567 w 164918"/>
                <a:gd name="connsiteY5" fmla="*/ 144175 h 150995"/>
                <a:gd name="connsiteX6" fmla="*/ 47568 w 164918"/>
                <a:gd name="connsiteY6" fmla="*/ 143953 h 150995"/>
                <a:gd name="connsiteX7" fmla="*/ 44614 w 164918"/>
                <a:gd name="connsiteY7" fmla="*/ 141732 h 150995"/>
                <a:gd name="connsiteX8" fmla="*/ 45750 w 164918"/>
                <a:gd name="connsiteY8" fmla="*/ 136625 h 150995"/>
                <a:gd name="connsiteX9" fmla="*/ 61202 w 164918"/>
                <a:gd name="connsiteY9" fmla="*/ 76005 h 150995"/>
                <a:gd name="connsiteX10" fmla="*/ 83698 w 164918"/>
                <a:gd name="connsiteY10" fmla="*/ 76005 h 150995"/>
                <a:gd name="connsiteX11" fmla="*/ 103012 w 164918"/>
                <a:gd name="connsiteY11" fmla="*/ 86219 h 150995"/>
                <a:gd name="connsiteX12" fmla="*/ 101422 w 164918"/>
                <a:gd name="connsiteY12" fmla="*/ 97100 h 150995"/>
                <a:gd name="connsiteX13" fmla="*/ 100740 w 164918"/>
                <a:gd name="connsiteY13" fmla="*/ 99542 h 150995"/>
                <a:gd name="connsiteX14" fmla="*/ 103694 w 164918"/>
                <a:gd name="connsiteY14" fmla="*/ 101985 h 150995"/>
                <a:gd name="connsiteX15" fmla="*/ 107102 w 164918"/>
                <a:gd name="connsiteY15" fmla="*/ 97544 h 150995"/>
                <a:gd name="connsiteX16" fmla="*/ 120055 w 164918"/>
                <a:gd name="connsiteY16" fmla="*/ 45583 h 150995"/>
                <a:gd name="connsiteX17" fmla="*/ 117328 w 164918"/>
                <a:gd name="connsiteY17" fmla="*/ 43141 h 150995"/>
                <a:gd name="connsiteX18" fmla="*/ 114147 w 164918"/>
                <a:gd name="connsiteY18" fmla="*/ 47138 h 150995"/>
                <a:gd name="connsiteX19" fmla="*/ 84379 w 164918"/>
                <a:gd name="connsiteY19" fmla="*/ 69121 h 150995"/>
                <a:gd name="connsiteX20" fmla="*/ 63020 w 164918"/>
                <a:gd name="connsiteY20" fmla="*/ 69121 h 150995"/>
                <a:gd name="connsiteX21" fmla="*/ 76653 w 164918"/>
                <a:gd name="connsiteY21" fmla="*/ 15606 h 150995"/>
                <a:gd name="connsiteX22" fmla="*/ 88924 w 164918"/>
                <a:gd name="connsiteY22" fmla="*/ 6946 h 150995"/>
                <a:gd name="connsiteX23" fmla="*/ 120963 w 164918"/>
                <a:gd name="connsiteY23" fmla="*/ 6946 h 150995"/>
                <a:gd name="connsiteX24" fmla="*/ 155503 w 164918"/>
                <a:gd name="connsiteY24" fmla="*/ 31594 h 150995"/>
                <a:gd name="connsiteX25" fmla="*/ 154594 w 164918"/>
                <a:gd name="connsiteY25" fmla="*/ 43363 h 150995"/>
                <a:gd name="connsiteX26" fmla="*/ 154366 w 164918"/>
                <a:gd name="connsiteY26" fmla="*/ 47360 h 150995"/>
                <a:gd name="connsiteX27" fmla="*/ 157093 w 164918"/>
                <a:gd name="connsiteY27" fmla="*/ 50025 h 150995"/>
                <a:gd name="connsiteX28" fmla="*/ 160274 w 164918"/>
                <a:gd name="connsiteY28" fmla="*/ 44473 h 150995"/>
                <a:gd name="connsiteX29" fmla="*/ 164819 w 164918"/>
                <a:gd name="connsiteY29" fmla="*/ 6058 h 150995"/>
                <a:gd name="connsiteX30" fmla="*/ 158684 w 164918"/>
                <a:gd name="connsiteY30" fmla="*/ 63 h 150995"/>
                <a:gd name="connsiteX31" fmla="*/ 43932 w 164918"/>
                <a:gd name="connsiteY31" fmla="*/ 63 h 150995"/>
                <a:gd name="connsiteX32" fmla="*/ 37115 w 164918"/>
                <a:gd name="connsiteY32" fmla="*/ 4504 h 150995"/>
                <a:gd name="connsiteX33" fmla="*/ 43478 w 164918"/>
                <a:gd name="connsiteY33" fmla="*/ 6946 h 150995"/>
                <a:gd name="connsiteX34" fmla="*/ 58248 w 164918"/>
                <a:gd name="connsiteY34" fmla="*/ 10943 h 150995"/>
                <a:gd name="connsiteX35" fmla="*/ 57112 w 164918"/>
                <a:gd name="connsiteY35" fmla="*/ 16273 h 150995"/>
                <a:gd name="connsiteX36" fmla="*/ 27117 w 164918"/>
                <a:gd name="connsiteY36" fmla="*/ 133738 h 150995"/>
                <a:gd name="connsiteX37" fmla="*/ 6439 w 164918"/>
                <a:gd name="connsiteY37" fmla="*/ 144175 h 150995"/>
                <a:gd name="connsiteX38" fmla="*/ 77 w 164918"/>
                <a:gd name="connsiteY38" fmla="*/ 148394 h 150995"/>
                <a:gd name="connsiteX39" fmla="*/ 6439 w 164918"/>
                <a:gd name="connsiteY39" fmla="*/ 151058 h 150995"/>
                <a:gd name="connsiteX40" fmla="*/ 124372 w 164918"/>
                <a:gd name="connsiteY40" fmla="*/ 151058 h 150995"/>
                <a:gd name="connsiteX41" fmla="*/ 131416 w 164918"/>
                <a:gd name="connsiteY41" fmla="*/ 147283 h 150995"/>
                <a:gd name="connsiteX42" fmla="*/ 152321 w 16491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918" h="150995">
                  <a:moveTo>
                    <a:pt x="152321" y="99320"/>
                  </a:moveTo>
                  <a:cubicBezTo>
                    <a:pt x="152776" y="98210"/>
                    <a:pt x="153457" y="96656"/>
                    <a:pt x="153457" y="96211"/>
                  </a:cubicBezTo>
                  <a:cubicBezTo>
                    <a:pt x="153457" y="95989"/>
                    <a:pt x="153457" y="93769"/>
                    <a:pt x="150731" y="93769"/>
                  </a:cubicBezTo>
                  <a:cubicBezTo>
                    <a:pt x="148686" y="93769"/>
                    <a:pt x="148231" y="95101"/>
                    <a:pt x="147777" y="96433"/>
                  </a:cubicBezTo>
                  <a:cubicBezTo>
                    <a:pt x="133007" y="129297"/>
                    <a:pt x="124599" y="144175"/>
                    <a:pt x="85743" y="144175"/>
                  </a:cubicBezTo>
                  <a:lnTo>
                    <a:pt x="52567" y="144175"/>
                  </a:lnTo>
                  <a:cubicBezTo>
                    <a:pt x="49386" y="144175"/>
                    <a:pt x="48931" y="144175"/>
                    <a:pt x="47568" y="143953"/>
                  </a:cubicBezTo>
                  <a:cubicBezTo>
                    <a:pt x="45296" y="143731"/>
                    <a:pt x="44614" y="143509"/>
                    <a:pt x="44614" y="141732"/>
                  </a:cubicBezTo>
                  <a:cubicBezTo>
                    <a:pt x="44614" y="141066"/>
                    <a:pt x="44614" y="140622"/>
                    <a:pt x="45750" y="136625"/>
                  </a:cubicBezTo>
                  <a:lnTo>
                    <a:pt x="61202" y="76005"/>
                  </a:lnTo>
                  <a:lnTo>
                    <a:pt x="83698" y="76005"/>
                  </a:lnTo>
                  <a:cubicBezTo>
                    <a:pt x="103012" y="76005"/>
                    <a:pt x="103012" y="80668"/>
                    <a:pt x="103012" y="86219"/>
                  </a:cubicBezTo>
                  <a:cubicBezTo>
                    <a:pt x="103012" y="87773"/>
                    <a:pt x="103012" y="90438"/>
                    <a:pt x="101422" y="97100"/>
                  </a:cubicBezTo>
                  <a:cubicBezTo>
                    <a:pt x="100967" y="98210"/>
                    <a:pt x="100740" y="98876"/>
                    <a:pt x="100740" y="99542"/>
                  </a:cubicBezTo>
                  <a:cubicBezTo>
                    <a:pt x="100740" y="100652"/>
                    <a:pt x="101649" y="101985"/>
                    <a:pt x="103694" y="101985"/>
                  </a:cubicBezTo>
                  <a:cubicBezTo>
                    <a:pt x="105512" y="101985"/>
                    <a:pt x="106193" y="100874"/>
                    <a:pt x="107102" y="97544"/>
                  </a:cubicBezTo>
                  <a:lnTo>
                    <a:pt x="120055" y="45583"/>
                  </a:lnTo>
                  <a:cubicBezTo>
                    <a:pt x="120055" y="44251"/>
                    <a:pt x="118918" y="43141"/>
                    <a:pt x="117328" y="43141"/>
                  </a:cubicBezTo>
                  <a:cubicBezTo>
                    <a:pt x="115283" y="43141"/>
                    <a:pt x="114828" y="44473"/>
                    <a:pt x="114147" y="47138"/>
                  </a:cubicBezTo>
                  <a:cubicBezTo>
                    <a:pt x="109375" y="64014"/>
                    <a:pt x="105285" y="69121"/>
                    <a:pt x="84379" y="69121"/>
                  </a:cubicBezTo>
                  <a:lnTo>
                    <a:pt x="63020" y="69121"/>
                  </a:lnTo>
                  <a:lnTo>
                    <a:pt x="76653" y="15606"/>
                  </a:lnTo>
                  <a:cubicBezTo>
                    <a:pt x="78699" y="7835"/>
                    <a:pt x="78926" y="6946"/>
                    <a:pt x="88924" y="6946"/>
                  </a:cubicBezTo>
                  <a:lnTo>
                    <a:pt x="120963" y="6946"/>
                  </a:lnTo>
                  <a:cubicBezTo>
                    <a:pt x="148686" y="6946"/>
                    <a:pt x="155503" y="13386"/>
                    <a:pt x="155503" y="31594"/>
                  </a:cubicBezTo>
                  <a:cubicBezTo>
                    <a:pt x="155503" y="36923"/>
                    <a:pt x="155503" y="37368"/>
                    <a:pt x="154594" y="43363"/>
                  </a:cubicBezTo>
                  <a:cubicBezTo>
                    <a:pt x="154594" y="44695"/>
                    <a:pt x="154366" y="46250"/>
                    <a:pt x="154366" y="47360"/>
                  </a:cubicBezTo>
                  <a:cubicBezTo>
                    <a:pt x="154366" y="48470"/>
                    <a:pt x="155048" y="50025"/>
                    <a:pt x="157093" y="50025"/>
                  </a:cubicBezTo>
                  <a:cubicBezTo>
                    <a:pt x="159593" y="50025"/>
                    <a:pt x="159820" y="48692"/>
                    <a:pt x="160274" y="44473"/>
                  </a:cubicBezTo>
                  <a:lnTo>
                    <a:pt x="164819" y="6058"/>
                  </a:lnTo>
                  <a:cubicBezTo>
                    <a:pt x="165501" y="63"/>
                    <a:pt x="164365" y="63"/>
                    <a:pt x="158684" y="63"/>
                  </a:cubicBezTo>
                  <a:lnTo>
                    <a:pt x="43932" y="63"/>
                  </a:lnTo>
                  <a:cubicBezTo>
                    <a:pt x="39388" y="63"/>
                    <a:pt x="37115" y="63"/>
                    <a:pt x="37115" y="4504"/>
                  </a:cubicBezTo>
                  <a:cubicBezTo>
                    <a:pt x="37115" y="6946"/>
                    <a:pt x="39160" y="6946"/>
                    <a:pt x="43478" y="6946"/>
                  </a:cubicBezTo>
                  <a:cubicBezTo>
                    <a:pt x="51885" y="6946"/>
                    <a:pt x="58248" y="6946"/>
                    <a:pt x="58248" y="10943"/>
                  </a:cubicBezTo>
                  <a:cubicBezTo>
                    <a:pt x="58248" y="11832"/>
                    <a:pt x="58248" y="12276"/>
                    <a:pt x="57112" y="16273"/>
                  </a:cubicBezTo>
                  <a:lnTo>
                    <a:pt x="27117" y="133738"/>
                  </a:lnTo>
                  <a:cubicBezTo>
                    <a:pt x="24845" y="142398"/>
                    <a:pt x="24390" y="144175"/>
                    <a:pt x="6439" y="144175"/>
                  </a:cubicBezTo>
                  <a:cubicBezTo>
                    <a:pt x="2576" y="144175"/>
                    <a:pt x="77" y="144175"/>
                    <a:pt x="77" y="148394"/>
                  </a:cubicBezTo>
                  <a:cubicBezTo>
                    <a:pt x="77" y="151058"/>
                    <a:pt x="2122" y="151058"/>
                    <a:pt x="6439" y="151058"/>
                  </a:cubicBezTo>
                  <a:lnTo>
                    <a:pt x="124372" y="151058"/>
                  </a:lnTo>
                  <a:cubicBezTo>
                    <a:pt x="129598" y="151058"/>
                    <a:pt x="129825" y="150836"/>
                    <a:pt x="131416" y="147283"/>
                  </a:cubicBezTo>
                  <a:lnTo>
                    <a:pt x="152321" y="9932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2" name="Freeform: Shape 3271">
              <a:extLst>
                <a:ext uri="{FF2B5EF4-FFF2-40B4-BE49-F238E27FC236}">
                  <a16:creationId xmlns:a16="http://schemas.microsoft.com/office/drawing/2014/main" id="{A6FAA80B-87BA-16B4-253C-3CACC0B262BA}"/>
                </a:ext>
              </a:extLst>
            </p:cNvPr>
            <p:cNvSpPr/>
            <p:nvPr>
              <p:custDataLst>
                <p:tags r:id="rId14"/>
              </p:custDataLst>
            </p:nvPr>
          </p:nvSpPr>
          <p:spPr>
            <a:xfrm>
              <a:off x="3862327" y="6858490"/>
              <a:ext cx="31130" cy="222052"/>
            </a:xfrm>
            <a:custGeom>
              <a:avLst/>
              <a:gdLst>
                <a:gd name="connsiteX0" fmla="*/ 31215 w 31130"/>
                <a:gd name="connsiteY0" fmla="*/ 222115 h 222052"/>
                <a:gd name="connsiteX1" fmla="*/ 31215 w 31130"/>
                <a:gd name="connsiteY1" fmla="*/ 213233 h 222052"/>
                <a:gd name="connsiteX2" fmla="*/ 9174 w 31130"/>
                <a:gd name="connsiteY2" fmla="*/ 213233 h 222052"/>
                <a:gd name="connsiteX3" fmla="*/ 9174 w 31130"/>
                <a:gd name="connsiteY3" fmla="*/ 8945 h 222052"/>
                <a:gd name="connsiteX4" fmla="*/ 31215 w 31130"/>
                <a:gd name="connsiteY4" fmla="*/ 8945 h 222052"/>
                <a:gd name="connsiteX5" fmla="*/ 31215 w 31130"/>
                <a:gd name="connsiteY5" fmla="*/ 63 h 222052"/>
                <a:gd name="connsiteX6" fmla="*/ 85 w 31130"/>
                <a:gd name="connsiteY6" fmla="*/ 63 h 222052"/>
                <a:gd name="connsiteX7" fmla="*/ 85 w 31130"/>
                <a:gd name="connsiteY7" fmla="*/ 222115 h 222052"/>
                <a:gd name="connsiteX8" fmla="*/ 31215 w 3113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215" y="222115"/>
                  </a:moveTo>
                  <a:lnTo>
                    <a:pt x="31215" y="213233"/>
                  </a:lnTo>
                  <a:lnTo>
                    <a:pt x="9174" y="213233"/>
                  </a:lnTo>
                  <a:lnTo>
                    <a:pt x="9174" y="8945"/>
                  </a:lnTo>
                  <a:lnTo>
                    <a:pt x="31215" y="8945"/>
                  </a:lnTo>
                  <a:lnTo>
                    <a:pt x="31215" y="63"/>
                  </a:lnTo>
                  <a:lnTo>
                    <a:pt x="85" y="63"/>
                  </a:lnTo>
                  <a:lnTo>
                    <a:pt x="85" y="222115"/>
                  </a:lnTo>
                  <a:lnTo>
                    <a:pt x="31215" y="22211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3" name="Freeform: Shape 3272">
              <a:extLst>
                <a:ext uri="{FF2B5EF4-FFF2-40B4-BE49-F238E27FC236}">
                  <a16:creationId xmlns:a16="http://schemas.microsoft.com/office/drawing/2014/main" id="{42F96233-45CE-94AD-8BBB-927EBDAFA769}"/>
                </a:ext>
              </a:extLst>
            </p:cNvPr>
            <p:cNvSpPr/>
            <p:nvPr>
              <p:custDataLst>
                <p:tags r:id="rId15"/>
              </p:custDataLst>
            </p:nvPr>
          </p:nvSpPr>
          <p:spPr>
            <a:xfrm>
              <a:off x="3907950" y="6926882"/>
              <a:ext cx="88392" cy="100589"/>
            </a:xfrm>
            <a:custGeom>
              <a:avLst/>
              <a:gdLst>
                <a:gd name="connsiteX0" fmla="*/ 80754 w 88392"/>
                <a:gd name="connsiteY0" fmla="*/ 13830 h 100589"/>
                <a:gd name="connsiteX1" fmla="*/ 70756 w 88392"/>
                <a:gd name="connsiteY1" fmla="*/ 16939 h 100589"/>
                <a:gd name="connsiteX2" fmla="*/ 66666 w 88392"/>
                <a:gd name="connsiteY2" fmla="*/ 25599 h 100589"/>
                <a:gd name="connsiteX3" fmla="*/ 75074 w 88392"/>
                <a:gd name="connsiteY3" fmla="*/ 33371 h 100589"/>
                <a:gd name="connsiteX4" fmla="*/ 87798 w 88392"/>
                <a:gd name="connsiteY4" fmla="*/ 19159 h 100589"/>
                <a:gd name="connsiteX5" fmla="*/ 60985 w 88392"/>
                <a:gd name="connsiteY5" fmla="*/ 63 h 100589"/>
                <a:gd name="connsiteX6" fmla="*/ 87 w 88392"/>
                <a:gd name="connsiteY6" fmla="*/ 63126 h 100589"/>
                <a:gd name="connsiteX7" fmla="*/ 36899 w 88392"/>
                <a:gd name="connsiteY7" fmla="*/ 100652 h 100589"/>
                <a:gd name="connsiteX8" fmla="*/ 88480 w 88392"/>
                <a:gd name="connsiteY8" fmla="*/ 74450 h 100589"/>
                <a:gd name="connsiteX9" fmla="*/ 85753 w 88392"/>
                <a:gd name="connsiteY9" fmla="*/ 71564 h 100589"/>
                <a:gd name="connsiteX10" fmla="*/ 82799 w 88392"/>
                <a:gd name="connsiteY10" fmla="*/ 73784 h 100589"/>
                <a:gd name="connsiteX11" fmla="*/ 37353 w 88392"/>
                <a:gd name="connsiteY11" fmla="*/ 95767 h 100589"/>
                <a:gd name="connsiteX12" fmla="*/ 16902 w 88392"/>
                <a:gd name="connsiteY12" fmla="*/ 71564 h 100589"/>
                <a:gd name="connsiteX13" fmla="*/ 29173 w 88392"/>
                <a:gd name="connsiteY13" fmla="*/ 27153 h 100589"/>
                <a:gd name="connsiteX14" fmla="*/ 61212 w 88392"/>
                <a:gd name="connsiteY14" fmla="*/ 4948 h 100589"/>
                <a:gd name="connsiteX15" fmla="*/ 80754 w 8839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92" h="100589">
                  <a:moveTo>
                    <a:pt x="80754" y="13830"/>
                  </a:moveTo>
                  <a:cubicBezTo>
                    <a:pt x="77119" y="13830"/>
                    <a:pt x="73937" y="13830"/>
                    <a:pt x="70756" y="16939"/>
                  </a:cubicBezTo>
                  <a:cubicBezTo>
                    <a:pt x="67120" y="20270"/>
                    <a:pt x="66666" y="24044"/>
                    <a:pt x="66666" y="25599"/>
                  </a:cubicBezTo>
                  <a:cubicBezTo>
                    <a:pt x="66666" y="30928"/>
                    <a:pt x="70756" y="33371"/>
                    <a:pt x="75074" y="33371"/>
                  </a:cubicBezTo>
                  <a:cubicBezTo>
                    <a:pt x="81663" y="33371"/>
                    <a:pt x="87798" y="28041"/>
                    <a:pt x="87798" y="19159"/>
                  </a:cubicBezTo>
                  <a:cubicBezTo>
                    <a:pt x="87798" y="8279"/>
                    <a:pt x="77119" y="63"/>
                    <a:pt x="60985" y="63"/>
                  </a:cubicBezTo>
                  <a:cubicBezTo>
                    <a:pt x="30309" y="63"/>
                    <a:pt x="87" y="31816"/>
                    <a:pt x="87" y="63126"/>
                  </a:cubicBezTo>
                  <a:cubicBezTo>
                    <a:pt x="87" y="83110"/>
                    <a:pt x="13267" y="100652"/>
                    <a:pt x="36899" y="100652"/>
                  </a:cubicBezTo>
                  <a:cubicBezTo>
                    <a:pt x="69393" y="100652"/>
                    <a:pt x="88480" y="77115"/>
                    <a:pt x="88480" y="74450"/>
                  </a:cubicBezTo>
                  <a:cubicBezTo>
                    <a:pt x="88480" y="73118"/>
                    <a:pt x="87117" y="71564"/>
                    <a:pt x="85753" y="71564"/>
                  </a:cubicBezTo>
                  <a:cubicBezTo>
                    <a:pt x="84617" y="71564"/>
                    <a:pt x="84163" y="72008"/>
                    <a:pt x="82799" y="73784"/>
                  </a:cubicBezTo>
                  <a:cubicBezTo>
                    <a:pt x="64848" y="95767"/>
                    <a:pt x="40080" y="95767"/>
                    <a:pt x="37353" y="95767"/>
                  </a:cubicBezTo>
                  <a:cubicBezTo>
                    <a:pt x="23038" y="95767"/>
                    <a:pt x="16902" y="84887"/>
                    <a:pt x="16902" y="71564"/>
                  </a:cubicBezTo>
                  <a:cubicBezTo>
                    <a:pt x="16902" y="62459"/>
                    <a:pt x="21447" y="40920"/>
                    <a:pt x="29173" y="27153"/>
                  </a:cubicBezTo>
                  <a:cubicBezTo>
                    <a:pt x="36217" y="14496"/>
                    <a:pt x="48715" y="4948"/>
                    <a:pt x="61212" y="4948"/>
                  </a:cubicBezTo>
                  <a:cubicBezTo>
                    <a:pt x="68938" y="4948"/>
                    <a:pt x="77573" y="7835"/>
                    <a:pt x="80754" y="1383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4" name="Freeform: Shape 3273">
              <a:extLst>
                <a:ext uri="{FF2B5EF4-FFF2-40B4-BE49-F238E27FC236}">
                  <a16:creationId xmlns:a16="http://schemas.microsoft.com/office/drawing/2014/main" id="{FC2CCB78-72A5-B8E7-CA56-78841F48C77D}"/>
                </a:ext>
              </a:extLst>
            </p:cNvPr>
            <p:cNvSpPr/>
            <p:nvPr>
              <p:custDataLst>
                <p:tags r:id="rId16"/>
              </p:custDataLst>
            </p:nvPr>
          </p:nvSpPr>
          <p:spPr>
            <a:xfrm>
              <a:off x="4006058" y="6926882"/>
              <a:ext cx="104071" cy="100589"/>
            </a:xfrm>
            <a:custGeom>
              <a:avLst/>
              <a:gdLst>
                <a:gd name="connsiteX0" fmla="*/ 75760 w 104071"/>
                <a:gd name="connsiteY0" fmla="*/ 14274 h 100589"/>
                <a:gd name="connsiteX1" fmla="*/ 54854 w 104071"/>
                <a:gd name="connsiteY1" fmla="*/ 63 h 100589"/>
                <a:gd name="connsiteX2" fmla="*/ 92 w 104071"/>
                <a:gd name="connsiteY2" fmla="*/ 65124 h 100589"/>
                <a:gd name="connsiteX3" fmla="*/ 30313 w 104071"/>
                <a:gd name="connsiteY3" fmla="*/ 100652 h 100589"/>
                <a:gd name="connsiteX4" fmla="*/ 59853 w 104071"/>
                <a:gd name="connsiteY4" fmla="*/ 83999 h 100589"/>
                <a:gd name="connsiteX5" fmla="*/ 80531 w 104071"/>
                <a:gd name="connsiteY5" fmla="*/ 100652 h 100589"/>
                <a:gd name="connsiteX6" fmla="*/ 97346 w 104071"/>
                <a:gd name="connsiteY6" fmla="*/ 88440 h 100589"/>
                <a:gd name="connsiteX7" fmla="*/ 104163 w 104071"/>
                <a:gd name="connsiteY7" fmla="*/ 66456 h 100589"/>
                <a:gd name="connsiteX8" fmla="*/ 101437 w 104071"/>
                <a:gd name="connsiteY8" fmla="*/ 64236 h 100589"/>
                <a:gd name="connsiteX9" fmla="*/ 98255 w 104071"/>
                <a:gd name="connsiteY9" fmla="*/ 68233 h 100589"/>
                <a:gd name="connsiteX10" fmla="*/ 80986 w 104071"/>
                <a:gd name="connsiteY10" fmla="*/ 95767 h 100589"/>
                <a:gd name="connsiteX11" fmla="*/ 74169 w 104071"/>
                <a:gd name="connsiteY11" fmla="*/ 85553 h 100589"/>
                <a:gd name="connsiteX12" fmla="*/ 77123 w 104071"/>
                <a:gd name="connsiteY12" fmla="*/ 69121 h 100589"/>
                <a:gd name="connsiteX13" fmla="*/ 82122 w 104071"/>
                <a:gd name="connsiteY13" fmla="*/ 49136 h 100589"/>
                <a:gd name="connsiteX14" fmla="*/ 90302 w 104071"/>
                <a:gd name="connsiteY14" fmla="*/ 18049 h 100589"/>
                <a:gd name="connsiteX15" fmla="*/ 91893 w 104071"/>
                <a:gd name="connsiteY15" fmla="*/ 10499 h 100589"/>
                <a:gd name="connsiteX16" fmla="*/ 85303 w 104071"/>
                <a:gd name="connsiteY16" fmla="*/ 4504 h 100589"/>
                <a:gd name="connsiteX17" fmla="*/ 75760 w 104071"/>
                <a:gd name="connsiteY17" fmla="*/ 14274 h 100589"/>
                <a:gd name="connsiteX18" fmla="*/ 60990 w 104071"/>
                <a:gd name="connsiteY18" fmla="*/ 71786 h 100589"/>
                <a:gd name="connsiteX19" fmla="*/ 56445 w 104071"/>
                <a:gd name="connsiteY19" fmla="*/ 80002 h 100589"/>
                <a:gd name="connsiteX20" fmla="*/ 30768 w 104071"/>
                <a:gd name="connsiteY20" fmla="*/ 95767 h 100589"/>
                <a:gd name="connsiteX21" fmla="*/ 16225 w 104071"/>
                <a:gd name="connsiteY21" fmla="*/ 74894 h 100589"/>
                <a:gd name="connsiteX22" fmla="*/ 28723 w 104071"/>
                <a:gd name="connsiteY22" fmla="*/ 26265 h 100589"/>
                <a:gd name="connsiteX23" fmla="*/ 55082 w 104071"/>
                <a:gd name="connsiteY23" fmla="*/ 4948 h 100589"/>
                <a:gd name="connsiteX24" fmla="*/ 73033 w 104071"/>
                <a:gd name="connsiteY24" fmla="*/ 24489 h 100589"/>
                <a:gd name="connsiteX25" fmla="*/ 72351 w 104071"/>
                <a:gd name="connsiteY25" fmla="*/ 28263 h 100589"/>
                <a:gd name="connsiteX26" fmla="*/ 60990 w 104071"/>
                <a:gd name="connsiteY26" fmla="*/ 71786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071" h="100589">
                  <a:moveTo>
                    <a:pt x="75760" y="14274"/>
                  </a:moveTo>
                  <a:cubicBezTo>
                    <a:pt x="71669" y="6058"/>
                    <a:pt x="65080" y="63"/>
                    <a:pt x="54854" y="63"/>
                  </a:cubicBezTo>
                  <a:cubicBezTo>
                    <a:pt x="28268" y="63"/>
                    <a:pt x="92" y="32704"/>
                    <a:pt x="92" y="65124"/>
                  </a:cubicBezTo>
                  <a:cubicBezTo>
                    <a:pt x="92" y="85997"/>
                    <a:pt x="12589" y="100652"/>
                    <a:pt x="30313" y="100652"/>
                  </a:cubicBezTo>
                  <a:cubicBezTo>
                    <a:pt x="34858" y="100652"/>
                    <a:pt x="46220" y="99764"/>
                    <a:pt x="59853" y="83999"/>
                  </a:cubicBezTo>
                  <a:cubicBezTo>
                    <a:pt x="61671" y="93325"/>
                    <a:pt x="69624" y="100652"/>
                    <a:pt x="80531" y="100652"/>
                  </a:cubicBezTo>
                  <a:cubicBezTo>
                    <a:pt x="88484" y="100652"/>
                    <a:pt x="93711" y="95545"/>
                    <a:pt x="97346" y="88440"/>
                  </a:cubicBezTo>
                  <a:cubicBezTo>
                    <a:pt x="101209" y="80446"/>
                    <a:pt x="104163" y="66901"/>
                    <a:pt x="104163" y="66456"/>
                  </a:cubicBezTo>
                  <a:cubicBezTo>
                    <a:pt x="104163" y="64236"/>
                    <a:pt x="102118" y="64236"/>
                    <a:pt x="101437" y="64236"/>
                  </a:cubicBezTo>
                  <a:cubicBezTo>
                    <a:pt x="99164" y="64236"/>
                    <a:pt x="98937" y="65124"/>
                    <a:pt x="98255" y="68233"/>
                  </a:cubicBezTo>
                  <a:cubicBezTo>
                    <a:pt x="94392" y="82666"/>
                    <a:pt x="90302" y="95767"/>
                    <a:pt x="80986" y="95767"/>
                  </a:cubicBezTo>
                  <a:cubicBezTo>
                    <a:pt x="74851" y="95767"/>
                    <a:pt x="74169" y="89994"/>
                    <a:pt x="74169" y="85553"/>
                  </a:cubicBezTo>
                  <a:cubicBezTo>
                    <a:pt x="74169" y="80668"/>
                    <a:pt x="74623" y="78891"/>
                    <a:pt x="77123" y="69121"/>
                  </a:cubicBezTo>
                  <a:cubicBezTo>
                    <a:pt x="79622" y="59795"/>
                    <a:pt x="80077" y="57574"/>
                    <a:pt x="82122" y="49136"/>
                  </a:cubicBezTo>
                  <a:lnTo>
                    <a:pt x="90302" y="18049"/>
                  </a:lnTo>
                  <a:cubicBezTo>
                    <a:pt x="91893" y="11832"/>
                    <a:pt x="91893" y="11387"/>
                    <a:pt x="91893" y="10499"/>
                  </a:cubicBezTo>
                  <a:cubicBezTo>
                    <a:pt x="91893" y="6724"/>
                    <a:pt x="89166" y="4504"/>
                    <a:pt x="85303" y="4504"/>
                  </a:cubicBezTo>
                  <a:cubicBezTo>
                    <a:pt x="79850" y="4504"/>
                    <a:pt x="76441" y="9389"/>
                    <a:pt x="75760" y="14274"/>
                  </a:cubicBezTo>
                  <a:close/>
                  <a:moveTo>
                    <a:pt x="60990" y="71786"/>
                  </a:moveTo>
                  <a:cubicBezTo>
                    <a:pt x="59853" y="75783"/>
                    <a:pt x="59853" y="76227"/>
                    <a:pt x="56445" y="80002"/>
                  </a:cubicBezTo>
                  <a:cubicBezTo>
                    <a:pt x="46447" y="92214"/>
                    <a:pt x="37130" y="95767"/>
                    <a:pt x="30768" y="95767"/>
                  </a:cubicBezTo>
                  <a:cubicBezTo>
                    <a:pt x="19406" y="95767"/>
                    <a:pt x="16225" y="83554"/>
                    <a:pt x="16225" y="74894"/>
                  </a:cubicBezTo>
                  <a:cubicBezTo>
                    <a:pt x="16225" y="63792"/>
                    <a:pt x="23496" y="36479"/>
                    <a:pt x="28723" y="26265"/>
                  </a:cubicBezTo>
                  <a:cubicBezTo>
                    <a:pt x="35767" y="13164"/>
                    <a:pt x="45992" y="4948"/>
                    <a:pt x="55082" y="4948"/>
                  </a:cubicBezTo>
                  <a:cubicBezTo>
                    <a:pt x="69852" y="4948"/>
                    <a:pt x="73033" y="23156"/>
                    <a:pt x="73033" y="24489"/>
                  </a:cubicBezTo>
                  <a:cubicBezTo>
                    <a:pt x="73033" y="25821"/>
                    <a:pt x="72578" y="27153"/>
                    <a:pt x="72351" y="28263"/>
                  </a:cubicBezTo>
                  <a:lnTo>
                    <a:pt x="60990" y="7178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5" name="Freeform: Shape 3274">
              <a:extLst>
                <a:ext uri="{FF2B5EF4-FFF2-40B4-BE49-F238E27FC236}">
                  <a16:creationId xmlns:a16="http://schemas.microsoft.com/office/drawing/2014/main" id="{0FBB6707-949B-BA6C-166C-ED9F3B44852B}"/>
                </a:ext>
              </a:extLst>
            </p:cNvPr>
            <p:cNvSpPr/>
            <p:nvPr>
              <p:custDataLst>
                <p:tags r:id="rId17"/>
              </p:custDataLst>
            </p:nvPr>
          </p:nvSpPr>
          <p:spPr>
            <a:xfrm>
              <a:off x="4109809" y="6926882"/>
              <a:ext cx="118614" cy="141225"/>
            </a:xfrm>
            <a:custGeom>
              <a:avLst/>
              <a:gdLst>
                <a:gd name="connsiteX0" fmla="*/ 17594 w 118614"/>
                <a:gd name="connsiteY0" fmla="*/ 125300 h 141225"/>
                <a:gd name="connsiteX1" fmla="*/ 5323 w 118614"/>
                <a:gd name="connsiteY1" fmla="*/ 134404 h 141225"/>
                <a:gd name="connsiteX2" fmla="*/ 97 w 118614"/>
                <a:gd name="connsiteY2" fmla="*/ 138623 h 141225"/>
                <a:gd name="connsiteX3" fmla="*/ 3051 w 118614"/>
                <a:gd name="connsiteY3" fmla="*/ 141288 h 141225"/>
                <a:gd name="connsiteX4" fmla="*/ 22138 w 118614"/>
                <a:gd name="connsiteY4" fmla="*/ 140622 h 141225"/>
                <a:gd name="connsiteX5" fmla="*/ 44634 w 118614"/>
                <a:gd name="connsiteY5" fmla="*/ 141288 h 141225"/>
                <a:gd name="connsiteX6" fmla="*/ 48724 w 118614"/>
                <a:gd name="connsiteY6" fmla="*/ 136847 h 141225"/>
                <a:gd name="connsiteX7" fmla="*/ 43271 w 118614"/>
                <a:gd name="connsiteY7" fmla="*/ 134404 h 141225"/>
                <a:gd name="connsiteX8" fmla="*/ 31909 w 118614"/>
                <a:gd name="connsiteY8" fmla="*/ 130852 h 141225"/>
                <a:gd name="connsiteX9" fmla="*/ 43044 w 118614"/>
                <a:gd name="connsiteY9" fmla="*/ 86441 h 141225"/>
                <a:gd name="connsiteX10" fmla="*/ 63949 w 118614"/>
                <a:gd name="connsiteY10" fmla="*/ 100652 h 141225"/>
                <a:gd name="connsiteX11" fmla="*/ 118711 w 118614"/>
                <a:gd name="connsiteY11" fmla="*/ 35591 h 141225"/>
                <a:gd name="connsiteX12" fmla="*/ 88490 w 118614"/>
                <a:gd name="connsiteY12" fmla="*/ 63 h 141225"/>
                <a:gd name="connsiteX13" fmla="*/ 58723 w 118614"/>
                <a:gd name="connsiteY13" fmla="*/ 16717 h 141225"/>
                <a:gd name="connsiteX14" fmla="*/ 38272 w 118614"/>
                <a:gd name="connsiteY14" fmla="*/ 63 h 141225"/>
                <a:gd name="connsiteX15" fmla="*/ 21457 w 118614"/>
                <a:gd name="connsiteY15" fmla="*/ 12720 h 141225"/>
                <a:gd name="connsiteX16" fmla="*/ 14413 w 118614"/>
                <a:gd name="connsiteY16" fmla="*/ 34259 h 141225"/>
                <a:gd name="connsiteX17" fmla="*/ 17139 w 118614"/>
                <a:gd name="connsiteY17" fmla="*/ 36479 h 141225"/>
                <a:gd name="connsiteX18" fmla="*/ 21002 w 118614"/>
                <a:gd name="connsiteY18" fmla="*/ 31372 h 141225"/>
                <a:gd name="connsiteX19" fmla="*/ 37590 w 118614"/>
                <a:gd name="connsiteY19" fmla="*/ 4948 h 141225"/>
                <a:gd name="connsiteX20" fmla="*/ 44634 w 118614"/>
                <a:gd name="connsiteY20" fmla="*/ 15162 h 141225"/>
                <a:gd name="connsiteX21" fmla="*/ 43044 w 118614"/>
                <a:gd name="connsiteY21" fmla="*/ 26487 h 141225"/>
                <a:gd name="connsiteX22" fmla="*/ 17594 w 118614"/>
                <a:gd name="connsiteY22" fmla="*/ 125300 h 141225"/>
                <a:gd name="connsiteX23" fmla="*/ 57586 w 118614"/>
                <a:gd name="connsiteY23" fmla="*/ 28930 h 141225"/>
                <a:gd name="connsiteX24" fmla="*/ 69402 w 118614"/>
                <a:gd name="connsiteY24" fmla="*/ 13386 h 141225"/>
                <a:gd name="connsiteX25" fmla="*/ 87808 w 118614"/>
                <a:gd name="connsiteY25" fmla="*/ 4948 h 141225"/>
                <a:gd name="connsiteX26" fmla="*/ 102351 w 118614"/>
                <a:gd name="connsiteY26" fmla="*/ 25821 h 141225"/>
                <a:gd name="connsiteX27" fmla="*/ 90762 w 118614"/>
                <a:gd name="connsiteY27" fmla="*/ 72896 h 141225"/>
                <a:gd name="connsiteX28" fmla="*/ 63722 w 118614"/>
                <a:gd name="connsiteY28" fmla="*/ 95767 h 141225"/>
                <a:gd name="connsiteX29" fmla="*/ 45770 w 118614"/>
                <a:gd name="connsiteY29" fmla="*/ 76005 h 141225"/>
                <a:gd name="connsiteX30" fmla="*/ 46452 w 118614"/>
                <a:gd name="connsiteY30" fmla="*/ 72452 h 141225"/>
                <a:gd name="connsiteX31" fmla="*/ 57586 w 118614"/>
                <a:gd name="connsiteY31" fmla="*/ 28930 h 14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8614" h="141225">
                  <a:moveTo>
                    <a:pt x="17594" y="125300"/>
                  </a:moveTo>
                  <a:cubicBezTo>
                    <a:pt x="15776" y="132850"/>
                    <a:pt x="15321" y="134404"/>
                    <a:pt x="5323" y="134404"/>
                  </a:cubicBezTo>
                  <a:cubicBezTo>
                    <a:pt x="2597" y="134404"/>
                    <a:pt x="97" y="134404"/>
                    <a:pt x="97" y="138623"/>
                  </a:cubicBezTo>
                  <a:cubicBezTo>
                    <a:pt x="97" y="140400"/>
                    <a:pt x="1233" y="141288"/>
                    <a:pt x="3051" y="141288"/>
                  </a:cubicBezTo>
                  <a:cubicBezTo>
                    <a:pt x="9186" y="141288"/>
                    <a:pt x="15776" y="140622"/>
                    <a:pt x="22138" y="140622"/>
                  </a:cubicBezTo>
                  <a:cubicBezTo>
                    <a:pt x="29637" y="140622"/>
                    <a:pt x="37363" y="141288"/>
                    <a:pt x="44634" y="141288"/>
                  </a:cubicBezTo>
                  <a:cubicBezTo>
                    <a:pt x="45770" y="141288"/>
                    <a:pt x="48724" y="141288"/>
                    <a:pt x="48724" y="136847"/>
                  </a:cubicBezTo>
                  <a:cubicBezTo>
                    <a:pt x="48724" y="134404"/>
                    <a:pt x="46452" y="134404"/>
                    <a:pt x="43271" y="134404"/>
                  </a:cubicBezTo>
                  <a:cubicBezTo>
                    <a:pt x="31909" y="134404"/>
                    <a:pt x="31909" y="132850"/>
                    <a:pt x="31909" y="130852"/>
                  </a:cubicBezTo>
                  <a:cubicBezTo>
                    <a:pt x="31909" y="128187"/>
                    <a:pt x="41453" y="91992"/>
                    <a:pt x="43044" y="86441"/>
                  </a:cubicBezTo>
                  <a:cubicBezTo>
                    <a:pt x="45998" y="92881"/>
                    <a:pt x="52360" y="100652"/>
                    <a:pt x="63949" y="100652"/>
                  </a:cubicBezTo>
                  <a:cubicBezTo>
                    <a:pt x="90308" y="100652"/>
                    <a:pt x="118711" y="68233"/>
                    <a:pt x="118711" y="35591"/>
                  </a:cubicBezTo>
                  <a:cubicBezTo>
                    <a:pt x="118711" y="14718"/>
                    <a:pt x="105759" y="63"/>
                    <a:pt x="88490" y="63"/>
                  </a:cubicBezTo>
                  <a:cubicBezTo>
                    <a:pt x="77128" y="63"/>
                    <a:pt x="66221" y="8057"/>
                    <a:pt x="58723" y="16717"/>
                  </a:cubicBezTo>
                  <a:cubicBezTo>
                    <a:pt x="56450" y="4726"/>
                    <a:pt x="46679" y="63"/>
                    <a:pt x="38272" y="63"/>
                  </a:cubicBezTo>
                  <a:cubicBezTo>
                    <a:pt x="27819" y="63"/>
                    <a:pt x="23502" y="8723"/>
                    <a:pt x="21457" y="12720"/>
                  </a:cubicBezTo>
                  <a:cubicBezTo>
                    <a:pt x="17367" y="20270"/>
                    <a:pt x="14413" y="33593"/>
                    <a:pt x="14413" y="34259"/>
                  </a:cubicBezTo>
                  <a:cubicBezTo>
                    <a:pt x="14413" y="36479"/>
                    <a:pt x="16685" y="36479"/>
                    <a:pt x="17139" y="36479"/>
                  </a:cubicBezTo>
                  <a:cubicBezTo>
                    <a:pt x="19412" y="36479"/>
                    <a:pt x="19639" y="36257"/>
                    <a:pt x="21002" y="31372"/>
                  </a:cubicBezTo>
                  <a:cubicBezTo>
                    <a:pt x="24865" y="15606"/>
                    <a:pt x="29410" y="4948"/>
                    <a:pt x="37590" y="4948"/>
                  </a:cubicBezTo>
                  <a:cubicBezTo>
                    <a:pt x="41453" y="4948"/>
                    <a:pt x="44634" y="6724"/>
                    <a:pt x="44634" y="15162"/>
                  </a:cubicBezTo>
                  <a:cubicBezTo>
                    <a:pt x="44634" y="20270"/>
                    <a:pt x="43952" y="22712"/>
                    <a:pt x="43044" y="26487"/>
                  </a:cubicBezTo>
                  <a:lnTo>
                    <a:pt x="17594" y="125300"/>
                  </a:lnTo>
                  <a:close/>
                  <a:moveTo>
                    <a:pt x="57586" y="28930"/>
                  </a:moveTo>
                  <a:cubicBezTo>
                    <a:pt x="59177" y="22934"/>
                    <a:pt x="65312" y="16717"/>
                    <a:pt x="69402" y="13386"/>
                  </a:cubicBezTo>
                  <a:cubicBezTo>
                    <a:pt x="77355" y="6502"/>
                    <a:pt x="83945" y="4948"/>
                    <a:pt x="87808" y="4948"/>
                  </a:cubicBezTo>
                  <a:cubicBezTo>
                    <a:pt x="96897" y="4948"/>
                    <a:pt x="102351" y="12720"/>
                    <a:pt x="102351" y="25821"/>
                  </a:cubicBezTo>
                  <a:cubicBezTo>
                    <a:pt x="102351" y="38922"/>
                    <a:pt x="94852" y="64458"/>
                    <a:pt x="90762" y="72896"/>
                  </a:cubicBezTo>
                  <a:cubicBezTo>
                    <a:pt x="83036" y="88440"/>
                    <a:pt x="72129" y="95767"/>
                    <a:pt x="63722" y="95767"/>
                  </a:cubicBezTo>
                  <a:cubicBezTo>
                    <a:pt x="48724" y="95767"/>
                    <a:pt x="45770" y="77337"/>
                    <a:pt x="45770" y="76005"/>
                  </a:cubicBezTo>
                  <a:cubicBezTo>
                    <a:pt x="45770" y="75561"/>
                    <a:pt x="45770" y="75116"/>
                    <a:pt x="46452" y="72452"/>
                  </a:cubicBezTo>
                  <a:lnTo>
                    <a:pt x="57586" y="2893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6" name="Freeform: Shape 3275">
              <a:extLst>
                <a:ext uri="{FF2B5EF4-FFF2-40B4-BE49-F238E27FC236}">
                  <a16:creationId xmlns:a16="http://schemas.microsoft.com/office/drawing/2014/main" id="{4CB4D313-C49A-5BEF-D2CE-8DA2BD292E76}"/>
                </a:ext>
              </a:extLst>
            </p:cNvPr>
            <p:cNvSpPr/>
            <p:nvPr>
              <p:custDataLst>
                <p:tags r:id="rId18"/>
              </p:custDataLst>
            </p:nvPr>
          </p:nvSpPr>
          <p:spPr>
            <a:xfrm>
              <a:off x="4258447" y="6858490"/>
              <a:ext cx="9089" cy="222052"/>
            </a:xfrm>
            <a:custGeom>
              <a:avLst/>
              <a:gdLst>
                <a:gd name="connsiteX0" fmla="*/ 9191 w 9089"/>
                <a:gd name="connsiteY0" fmla="*/ 8057 h 222052"/>
                <a:gd name="connsiteX1" fmla="*/ 4647 w 9089"/>
                <a:gd name="connsiteY1" fmla="*/ 63 h 222052"/>
                <a:gd name="connsiteX2" fmla="*/ 102 w 9089"/>
                <a:gd name="connsiteY2" fmla="*/ 8057 h 222052"/>
                <a:gd name="connsiteX3" fmla="*/ 102 w 9089"/>
                <a:gd name="connsiteY3" fmla="*/ 214121 h 222052"/>
                <a:gd name="connsiteX4" fmla="*/ 4647 w 9089"/>
                <a:gd name="connsiteY4" fmla="*/ 222115 h 222052"/>
                <a:gd name="connsiteX5" fmla="*/ 9191 w 9089"/>
                <a:gd name="connsiteY5" fmla="*/ 214121 h 222052"/>
                <a:gd name="connsiteX6" fmla="*/ 9191 w 908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9" h="222052">
                  <a:moveTo>
                    <a:pt x="9191" y="8057"/>
                  </a:moveTo>
                  <a:cubicBezTo>
                    <a:pt x="9191" y="4060"/>
                    <a:pt x="9191" y="63"/>
                    <a:pt x="4647" y="63"/>
                  </a:cubicBezTo>
                  <a:cubicBezTo>
                    <a:pt x="102" y="63"/>
                    <a:pt x="102" y="4060"/>
                    <a:pt x="102" y="8057"/>
                  </a:cubicBezTo>
                  <a:lnTo>
                    <a:pt x="102" y="214121"/>
                  </a:lnTo>
                  <a:cubicBezTo>
                    <a:pt x="102" y="218118"/>
                    <a:pt x="102" y="222115"/>
                    <a:pt x="4647" y="222115"/>
                  </a:cubicBezTo>
                  <a:cubicBezTo>
                    <a:pt x="9191" y="222115"/>
                    <a:pt x="9191" y="218118"/>
                    <a:pt x="9191" y="214121"/>
                  </a:cubicBezTo>
                  <a:lnTo>
                    <a:pt x="9191" y="80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7" name="Freeform: Shape 3276">
              <a:extLst>
                <a:ext uri="{FF2B5EF4-FFF2-40B4-BE49-F238E27FC236}">
                  <a16:creationId xmlns:a16="http://schemas.microsoft.com/office/drawing/2014/main" id="{E984D213-0D59-5EEA-C818-08625248211A}"/>
                </a:ext>
              </a:extLst>
            </p:cNvPr>
            <p:cNvSpPr/>
            <p:nvPr>
              <p:custDataLst>
                <p:tags r:id="rId19"/>
              </p:custDataLst>
            </p:nvPr>
          </p:nvSpPr>
          <p:spPr>
            <a:xfrm>
              <a:off x="4301116" y="6926882"/>
              <a:ext cx="113160" cy="100589"/>
            </a:xfrm>
            <a:custGeom>
              <a:avLst/>
              <a:gdLst>
                <a:gd name="connsiteX0" fmla="*/ 69410 w 113160"/>
                <a:gd name="connsiteY0" fmla="*/ 31150 h 100589"/>
                <a:gd name="connsiteX1" fmla="*/ 91906 w 113160"/>
                <a:gd name="connsiteY1" fmla="*/ 4948 h 100589"/>
                <a:gd name="connsiteX2" fmla="*/ 103267 w 113160"/>
                <a:gd name="connsiteY2" fmla="*/ 7835 h 100589"/>
                <a:gd name="connsiteX3" fmla="*/ 92360 w 113160"/>
                <a:gd name="connsiteY3" fmla="*/ 19825 h 100589"/>
                <a:gd name="connsiteX4" fmla="*/ 100995 w 113160"/>
                <a:gd name="connsiteY4" fmla="*/ 27597 h 100589"/>
                <a:gd name="connsiteX5" fmla="*/ 113266 w 113160"/>
                <a:gd name="connsiteY5" fmla="*/ 14718 h 100589"/>
                <a:gd name="connsiteX6" fmla="*/ 92133 w 113160"/>
                <a:gd name="connsiteY6" fmla="*/ 63 h 100589"/>
                <a:gd name="connsiteX7" fmla="*/ 68274 w 113160"/>
                <a:gd name="connsiteY7" fmla="*/ 16939 h 100589"/>
                <a:gd name="connsiteX8" fmla="*/ 43733 w 113160"/>
                <a:gd name="connsiteY8" fmla="*/ 63 h 100589"/>
                <a:gd name="connsiteX9" fmla="*/ 7149 w 113160"/>
                <a:gd name="connsiteY9" fmla="*/ 34259 h 100589"/>
                <a:gd name="connsiteX10" fmla="*/ 9876 w 113160"/>
                <a:gd name="connsiteY10" fmla="*/ 36479 h 100589"/>
                <a:gd name="connsiteX11" fmla="*/ 12830 w 113160"/>
                <a:gd name="connsiteY11" fmla="*/ 34037 h 100589"/>
                <a:gd name="connsiteX12" fmla="*/ 43279 w 113160"/>
                <a:gd name="connsiteY12" fmla="*/ 4948 h 100589"/>
                <a:gd name="connsiteX13" fmla="*/ 55549 w 113160"/>
                <a:gd name="connsiteY13" fmla="*/ 19825 h 100589"/>
                <a:gd name="connsiteX14" fmla="*/ 43279 w 113160"/>
                <a:gd name="connsiteY14" fmla="*/ 72674 h 100589"/>
                <a:gd name="connsiteX15" fmla="*/ 21692 w 113160"/>
                <a:gd name="connsiteY15" fmla="*/ 95767 h 100589"/>
                <a:gd name="connsiteX16" fmla="*/ 10330 w 113160"/>
                <a:gd name="connsiteY16" fmla="*/ 92881 h 100589"/>
                <a:gd name="connsiteX17" fmla="*/ 21010 w 113160"/>
                <a:gd name="connsiteY17" fmla="*/ 80890 h 100589"/>
                <a:gd name="connsiteX18" fmla="*/ 12602 w 113160"/>
                <a:gd name="connsiteY18" fmla="*/ 73118 h 100589"/>
                <a:gd name="connsiteX19" fmla="*/ 105 w 113160"/>
                <a:gd name="connsiteY19" fmla="*/ 85997 h 100589"/>
                <a:gd name="connsiteX20" fmla="*/ 21464 w 113160"/>
                <a:gd name="connsiteY20" fmla="*/ 100652 h 100589"/>
                <a:gd name="connsiteX21" fmla="*/ 45324 w 113160"/>
                <a:gd name="connsiteY21" fmla="*/ 83776 h 100589"/>
                <a:gd name="connsiteX22" fmla="*/ 69865 w 113160"/>
                <a:gd name="connsiteY22" fmla="*/ 100652 h 100589"/>
                <a:gd name="connsiteX23" fmla="*/ 106221 w 113160"/>
                <a:gd name="connsiteY23" fmla="*/ 66456 h 100589"/>
                <a:gd name="connsiteX24" fmla="*/ 103495 w 113160"/>
                <a:gd name="connsiteY24" fmla="*/ 64236 h 100589"/>
                <a:gd name="connsiteX25" fmla="*/ 100541 w 113160"/>
                <a:gd name="connsiteY25" fmla="*/ 66678 h 100589"/>
                <a:gd name="connsiteX26" fmla="*/ 70319 w 113160"/>
                <a:gd name="connsiteY26" fmla="*/ 95767 h 100589"/>
                <a:gd name="connsiteX27" fmla="*/ 57821 w 113160"/>
                <a:gd name="connsiteY27" fmla="*/ 81112 h 100589"/>
                <a:gd name="connsiteX28" fmla="*/ 61684 w 113160"/>
                <a:gd name="connsiteY28" fmla="*/ 61571 h 100589"/>
                <a:gd name="connsiteX29" fmla="*/ 69410 w 11316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160" h="100589">
                  <a:moveTo>
                    <a:pt x="69410" y="31150"/>
                  </a:moveTo>
                  <a:cubicBezTo>
                    <a:pt x="70774" y="25377"/>
                    <a:pt x="76000" y="4948"/>
                    <a:pt x="91906" y="4948"/>
                  </a:cubicBezTo>
                  <a:cubicBezTo>
                    <a:pt x="93042" y="4948"/>
                    <a:pt x="98496" y="4948"/>
                    <a:pt x="103267" y="7835"/>
                  </a:cubicBezTo>
                  <a:cubicBezTo>
                    <a:pt x="96905" y="8945"/>
                    <a:pt x="92360" y="14496"/>
                    <a:pt x="92360" y="19825"/>
                  </a:cubicBezTo>
                  <a:cubicBezTo>
                    <a:pt x="92360" y="23378"/>
                    <a:pt x="94860" y="27597"/>
                    <a:pt x="100995" y="27597"/>
                  </a:cubicBezTo>
                  <a:cubicBezTo>
                    <a:pt x="105994" y="27597"/>
                    <a:pt x="113266" y="23600"/>
                    <a:pt x="113266" y="14718"/>
                  </a:cubicBezTo>
                  <a:cubicBezTo>
                    <a:pt x="113266" y="3172"/>
                    <a:pt x="99859" y="63"/>
                    <a:pt x="92133" y="63"/>
                  </a:cubicBezTo>
                  <a:cubicBezTo>
                    <a:pt x="78954" y="63"/>
                    <a:pt x="71001" y="11832"/>
                    <a:pt x="68274" y="16939"/>
                  </a:cubicBezTo>
                  <a:cubicBezTo>
                    <a:pt x="62593" y="2283"/>
                    <a:pt x="50323" y="63"/>
                    <a:pt x="43733" y="63"/>
                  </a:cubicBezTo>
                  <a:cubicBezTo>
                    <a:pt x="20101" y="63"/>
                    <a:pt x="7149" y="28708"/>
                    <a:pt x="7149" y="34259"/>
                  </a:cubicBezTo>
                  <a:cubicBezTo>
                    <a:pt x="7149" y="36479"/>
                    <a:pt x="9421" y="36479"/>
                    <a:pt x="9876" y="36479"/>
                  </a:cubicBezTo>
                  <a:cubicBezTo>
                    <a:pt x="11694" y="36479"/>
                    <a:pt x="12375" y="36035"/>
                    <a:pt x="12830" y="34037"/>
                  </a:cubicBezTo>
                  <a:cubicBezTo>
                    <a:pt x="20556" y="10499"/>
                    <a:pt x="35553" y="4948"/>
                    <a:pt x="43279" y="4948"/>
                  </a:cubicBezTo>
                  <a:cubicBezTo>
                    <a:pt x="47596" y="4948"/>
                    <a:pt x="55549" y="6946"/>
                    <a:pt x="55549" y="19825"/>
                  </a:cubicBezTo>
                  <a:cubicBezTo>
                    <a:pt x="55549" y="26709"/>
                    <a:pt x="51686" y="41587"/>
                    <a:pt x="43279" y="72674"/>
                  </a:cubicBezTo>
                  <a:cubicBezTo>
                    <a:pt x="39643" y="86441"/>
                    <a:pt x="31690" y="95767"/>
                    <a:pt x="21692" y="95767"/>
                  </a:cubicBezTo>
                  <a:cubicBezTo>
                    <a:pt x="20328" y="95767"/>
                    <a:pt x="15102" y="95767"/>
                    <a:pt x="10330" y="92881"/>
                  </a:cubicBezTo>
                  <a:cubicBezTo>
                    <a:pt x="16011" y="91770"/>
                    <a:pt x="21010" y="87107"/>
                    <a:pt x="21010" y="80890"/>
                  </a:cubicBezTo>
                  <a:cubicBezTo>
                    <a:pt x="21010" y="74894"/>
                    <a:pt x="16011" y="73118"/>
                    <a:pt x="12602" y="73118"/>
                  </a:cubicBezTo>
                  <a:cubicBezTo>
                    <a:pt x="5786" y="73118"/>
                    <a:pt x="105" y="78891"/>
                    <a:pt x="105" y="85997"/>
                  </a:cubicBezTo>
                  <a:cubicBezTo>
                    <a:pt x="105" y="96211"/>
                    <a:pt x="11466" y="100652"/>
                    <a:pt x="21464" y="100652"/>
                  </a:cubicBezTo>
                  <a:cubicBezTo>
                    <a:pt x="36462" y="100652"/>
                    <a:pt x="44642" y="85109"/>
                    <a:pt x="45324" y="83776"/>
                  </a:cubicBezTo>
                  <a:cubicBezTo>
                    <a:pt x="48050" y="91992"/>
                    <a:pt x="56231" y="100652"/>
                    <a:pt x="69865" y="100652"/>
                  </a:cubicBezTo>
                  <a:cubicBezTo>
                    <a:pt x="93269" y="100652"/>
                    <a:pt x="106221" y="72008"/>
                    <a:pt x="106221" y="66456"/>
                  </a:cubicBezTo>
                  <a:cubicBezTo>
                    <a:pt x="106221" y="64236"/>
                    <a:pt x="104176" y="64236"/>
                    <a:pt x="103495" y="64236"/>
                  </a:cubicBezTo>
                  <a:cubicBezTo>
                    <a:pt x="101450" y="64236"/>
                    <a:pt x="100995" y="65124"/>
                    <a:pt x="100541" y="66678"/>
                  </a:cubicBezTo>
                  <a:cubicBezTo>
                    <a:pt x="93042" y="90438"/>
                    <a:pt x="77590" y="95767"/>
                    <a:pt x="70319" y="95767"/>
                  </a:cubicBezTo>
                  <a:cubicBezTo>
                    <a:pt x="61457" y="95767"/>
                    <a:pt x="57821" y="88662"/>
                    <a:pt x="57821" y="81112"/>
                  </a:cubicBezTo>
                  <a:cubicBezTo>
                    <a:pt x="57821" y="76227"/>
                    <a:pt x="59185" y="71342"/>
                    <a:pt x="61684" y="61571"/>
                  </a:cubicBezTo>
                  <a:lnTo>
                    <a:pt x="69410" y="3115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8" name="Freeform: Shape 3277">
              <a:extLst>
                <a:ext uri="{FF2B5EF4-FFF2-40B4-BE49-F238E27FC236}">
                  <a16:creationId xmlns:a16="http://schemas.microsoft.com/office/drawing/2014/main" id="{12F10E1D-A8E6-D5E6-9A4A-59E5AD4B1EC7}"/>
                </a:ext>
              </a:extLst>
            </p:cNvPr>
            <p:cNvSpPr/>
            <p:nvPr>
              <p:custDataLst>
                <p:tags r:id="rId20"/>
              </p:custDataLst>
            </p:nvPr>
          </p:nvSpPr>
          <p:spPr>
            <a:xfrm>
              <a:off x="4500238" y="6943536"/>
              <a:ext cx="151108" cy="51960"/>
            </a:xfrm>
            <a:custGeom>
              <a:avLst/>
              <a:gdLst>
                <a:gd name="connsiteX0" fmla="*/ 143496 w 151108"/>
                <a:gd name="connsiteY0" fmla="*/ 8945 h 51960"/>
                <a:gd name="connsiteX1" fmla="*/ 151222 w 151108"/>
                <a:gd name="connsiteY1" fmla="*/ 4504 h 51960"/>
                <a:gd name="connsiteX2" fmla="*/ 143723 w 151108"/>
                <a:gd name="connsiteY2" fmla="*/ 63 h 51960"/>
                <a:gd name="connsiteX3" fmla="*/ 7612 w 151108"/>
                <a:gd name="connsiteY3" fmla="*/ 63 h 51960"/>
                <a:gd name="connsiteX4" fmla="*/ 113 w 151108"/>
                <a:gd name="connsiteY4" fmla="*/ 4504 h 51960"/>
                <a:gd name="connsiteX5" fmla="*/ 7839 w 151108"/>
                <a:gd name="connsiteY5" fmla="*/ 8945 h 51960"/>
                <a:gd name="connsiteX6" fmla="*/ 143496 w 151108"/>
                <a:gd name="connsiteY6" fmla="*/ 8945 h 51960"/>
                <a:gd name="connsiteX7" fmla="*/ 143723 w 151108"/>
                <a:gd name="connsiteY7" fmla="*/ 52023 h 51960"/>
                <a:gd name="connsiteX8" fmla="*/ 151222 w 151108"/>
                <a:gd name="connsiteY8" fmla="*/ 47582 h 51960"/>
                <a:gd name="connsiteX9" fmla="*/ 143496 w 151108"/>
                <a:gd name="connsiteY9" fmla="*/ 43141 h 51960"/>
                <a:gd name="connsiteX10" fmla="*/ 7839 w 151108"/>
                <a:gd name="connsiteY10" fmla="*/ 43141 h 51960"/>
                <a:gd name="connsiteX11" fmla="*/ 113 w 151108"/>
                <a:gd name="connsiteY11" fmla="*/ 47582 h 51960"/>
                <a:gd name="connsiteX12" fmla="*/ 7612 w 151108"/>
                <a:gd name="connsiteY12" fmla="*/ 52023 h 51960"/>
                <a:gd name="connsiteX13" fmla="*/ 143723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496" y="8945"/>
                  </a:moveTo>
                  <a:cubicBezTo>
                    <a:pt x="146904" y="8945"/>
                    <a:pt x="151222" y="8945"/>
                    <a:pt x="151222" y="4504"/>
                  </a:cubicBezTo>
                  <a:cubicBezTo>
                    <a:pt x="151222" y="63"/>
                    <a:pt x="146904" y="63"/>
                    <a:pt x="143723" y="63"/>
                  </a:cubicBezTo>
                  <a:lnTo>
                    <a:pt x="7612" y="63"/>
                  </a:lnTo>
                  <a:cubicBezTo>
                    <a:pt x="4431" y="63"/>
                    <a:pt x="113" y="63"/>
                    <a:pt x="113" y="4504"/>
                  </a:cubicBezTo>
                  <a:cubicBezTo>
                    <a:pt x="113" y="8945"/>
                    <a:pt x="4431" y="8945"/>
                    <a:pt x="7839" y="8945"/>
                  </a:cubicBezTo>
                  <a:lnTo>
                    <a:pt x="143496" y="8945"/>
                  </a:lnTo>
                  <a:close/>
                  <a:moveTo>
                    <a:pt x="143723" y="52023"/>
                  </a:moveTo>
                  <a:cubicBezTo>
                    <a:pt x="146904" y="52023"/>
                    <a:pt x="151222" y="52023"/>
                    <a:pt x="151222" y="47582"/>
                  </a:cubicBezTo>
                  <a:cubicBezTo>
                    <a:pt x="151222" y="43141"/>
                    <a:pt x="146904" y="43141"/>
                    <a:pt x="143496" y="43141"/>
                  </a:cubicBezTo>
                  <a:lnTo>
                    <a:pt x="7839" y="43141"/>
                  </a:lnTo>
                  <a:cubicBezTo>
                    <a:pt x="4431" y="43141"/>
                    <a:pt x="113" y="43141"/>
                    <a:pt x="113" y="47582"/>
                  </a:cubicBezTo>
                  <a:cubicBezTo>
                    <a:pt x="113" y="52023"/>
                    <a:pt x="4431" y="52023"/>
                    <a:pt x="7612" y="52023"/>
                  </a:cubicBezTo>
                  <a:lnTo>
                    <a:pt x="143723"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79" name="Freeform: Shape 3278">
              <a:extLst>
                <a:ext uri="{FF2B5EF4-FFF2-40B4-BE49-F238E27FC236}">
                  <a16:creationId xmlns:a16="http://schemas.microsoft.com/office/drawing/2014/main" id="{6D1DEF2E-FBF2-C52C-9821-BD0A3236166B}"/>
                </a:ext>
              </a:extLst>
            </p:cNvPr>
            <p:cNvSpPr/>
            <p:nvPr>
              <p:custDataLst>
                <p:tags r:id="rId21"/>
              </p:custDataLst>
            </p:nvPr>
          </p:nvSpPr>
          <p:spPr>
            <a:xfrm>
              <a:off x="4736910" y="6877142"/>
              <a:ext cx="94300" cy="152771"/>
            </a:xfrm>
            <a:custGeom>
              <a:avLst/>
              <a:gdLst>
                <a:gd name="connsiteX0" fmla="*/ 27619 w 94300"/>
                <a:gd name="connsiteY0" fmla="*/ 46472 h 152771"/>
                <a:gd name="connsiteX1" fmla="*/ 16257 w 94300"/>
                <a:gd name="connsiteY1" fmla="*/ 28485 h 152771"/>
                <a:gd name="connsiteX2" fmla="*/ 47160 w 94300"/>
                <a:gd name="connsiteY2" fmla="*/ 5614 h 152771"/>
                <a:gd name="connsiteX3" fmla="*/ 78291 w 94300"/>
                <a:gd name="connsiteY3" fmla="*/ 33149 h 152771"/>
                <a:gd name="connsiteX4" fmla="*/ 55795 w 94300"/>
                <a:gd name="connsiteY4" fmla="*/ 64236 h 152771"/>
                <a:gd name="connsiteX5" fmla="*/ 27619 w 94300"/>
                <a:gd name="connsiteY5" fmla="*/ 46472 h 152771"/>
                <a:gd name="connsiteX6" fmla="*/ 60794 w 94300"/>
                <a:gd name="connsiteY6" fmla="*/ 67567 h 152771"/>
                <a:gd name="connsiteX7" fmla="*/ 88289 w 94300"/>
                <a:gd name="connsiteY7" fmla="*/ 33149 h 152771"/>
                <a:gd name="connsiteX8" fmla="*/ 47388 w 94300"/>
                <a:gd name="connsiteY8" fmla="*/ 63 h 152771"/>
                <a:gd name="connsiteX9" fmla="*/ 6259 w 94300"/>
                <a:gd name="connsiteY9" fmla="*/ 37146 h 152771"/>
                <a:gd name="connsiteX10" fmla="*/ 16257 w 94300"/>
                <a:gd name="connsiteY10" fmla="*/ 61571 h 152771"/>
                <a:gd name="connsiteX11" fmla="*/ 32845 w 94300"/>
                <a:gd name="connsiteY11" fmla="*/ 73562 h 152771"/>
                <a:gd name="connsiteX12" fmla="*/ 124 w 94300"/>
                <a:gd name="connsiteY12" fmla="*/ 114420 h 152771"/>
                <a:gd name="connsiteX13" fmla="*/ 47160 w 94300"/>
                <a:gd name="connsiteY13" fmla="*/ 152835 h 152771"/>
                <a:gd name="connsiteX14" fmla="*/ 94424 w 94300"/>
                <a:gd name="connsiteY14" fmla="*/ 110645 h 152771"/>
                <a:gd name="connsiteX15" fmla="*/ 83290 w 94300"/>
                <a:gd name="connsiteY15" fmla="*/ 83332 h 152771"/>
                <a:gd name="connsiteX16" fmla="*/ 60794 w 94300"/>
                <a:gd name="connsiteY16" fmla="*/ 67567 h 152771"/>
                <a:gd name="connsiteX17" fmla="*/ 38071 w 94300"/>
                <a:gd name="connsiteY17" fmla="*/ 76893 h 152771"/>
                <a:gd name="connsiteX18" fmla="*/ 66021 w 94300"/>
                <a:gd name="connsiteY18" fmla="*/ 94213 h 152771"/>
                <a:gd name="connsiteX19" fmla="*/ 83063 w 94300"/>
                <a:gd name="connsiteY19" fmla="*/ 118639 h 152771"/>
                <a:gd name="connsiteX20" fmla="*/ 47388 w 94300"/>
                <a:gd name="connsiteY20" fmla="*/ 146617 h 152771"/>
                <a:gd name="connsiteX21" fmla="*/ 11485 w 94300"/>
                <a:gd name="connsiteY21" fmla="*/ 114420 h 152771"/>
                <a:gd name="connsiteX22" fmla="*/ 38071 w 94300"/>
                <a:gd name="connsiteY22" fmla="*/ 76893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300" h="152771">
                  <a:moveTo>
                    <a:pt x="27619" y="46472"/>
                  </a:moveTo>
                  <a:cubicBezTo>
                    <a:pt x="17166" y="39810"/>
                    <a:pt x="16257" y="32260"/>
                    <a:pt x="16257" y="28485"/>
                  </a:cubicBezTo>
                  <a:cubicBezTo>
                    <a:pt x="16257" y="14940"/>
                    <a:pt x="31027" y="5614"/>
                    <a:pt x="47160" y="5614"/>
                  </a:cubicBezTo>
                  <a:cubicBezTo>
                    <a:pt x="63748" y="5614"/>
                    <a:pt x="78291" y="17161"/>
                    <a:pt x="78291" y="33149"/>
                  </a:cubicBezTo>
                  <a:cubicBezTo>
                    <a:pt x="78291" y="45806"/>
                    <a:pt x="69429" y="56464"/>
                    <a:pt x="55795" y="64236"/>
                  </a:cubicBezTo>
                  <a:lnTo>
                    <a:pt x="27619" y="46472"/>
                  </a:lnTo>
                  <a:close/>
                  <a:moveTo>
                    <a:pt x="60794" y="67567"/>
                  </a:moveTo>
                  <a:cubicBezTo>
                    <a:pt x="77155" y="59351"/>
                    <a:pt x="88289" y="47804"/>
                    <a:pt x="88289" y="33149"/>
                  </a:cubicBezTo>
                  <a:cubicBezTo>
                    <a:pt x="88289" y="12720"/>
                    <a:pt x="68066" y="63"/>
                    <a:pt x="47388" y="63"/>
                  </a:cubicBezTo>
                  <a:cubicBezTo>
                    <a:pt x="24665" y="63"/>
                    <a:pt x="6259" y="16495"/>
                    <a:pt x="6259" y="37146"/>
                  </a:cubicBezTo>
                  <a:cubicBezTo>
                    <a:pt x="6259" y="41142"/>
                    <a:pt x="6713" y="51135"/>
                    <a:pt x="16257" y="61571"/>
                  </a:cubicBezTo>
                  <a:cubicBezTo>
                    <a:pt x="18757" y="64236"/>
                    <a:pt x="27164" y="69787"/>
                    <a:pt x="32845" y="73562"/>
                  </a:cubicBezTo>
                  <a:cubicBezTo>
                    <a:pt x="19666" y="80002"/>
                    <a:pt x="124" y="92437"/>
                    <a:pt x="124" y="114420"/>
                  </a:cubicBezTo>
                  <a:cubicBezTo>
                    <a:pt x="124" y="137957"/>
                    <a:pt x="23301" y="152835"/>
                    <a:pt x="47160" y="152835"/>
                  </a:cubicBezTo>
                  <a:cubicBezTo>
                    <a:pt x="72838" y="152835"/>
                    <a:pt x="94424" y="134404"/>
                    <a:pt x="94424" y="110645"/>
                  </a:cubicBezTo>
                  <a:cubicBezTo>
                    <a:pt x="94424" y="102651"/>
                    <a:pt x="91925" y="92659"/>
                    <a:pt x="83290" y="83332"/>
                  </a:cubicBezTo>
                  <a:cubicBezTo>
                    <a:pt x="78973" y="78669"/>
                    <a:pt x="75337" y="76449"/>
                    <a:pt x="60794" y="67567"/>
                  </a:cubicBezTo>
                  <a:close/>
                  <a:moveTo>
                    <a:pt x="38071" y="76893"/>
                  </a:moveTo>
                  <a:lnTo>
                    <a:pt x="66021" y="94213"/>
                  </a:lnTo>
                  <a:cubicBezTo>
                    <a:pt x="72383" y="98432"/>
                    <a:pt x="83063" y="105093"/>
                    <a:pt x="83063" y="118639"/>
                  </a:cubicBezTo>
                  <a:cubicBezTo>
                    <a:pt x="83063" y="135071"/>
                    <a:pt x="66021" y="146617"/>
                    <a:pt x="47388" y="146617"/>
                  </a:cubicBezTo>
                  <a:cubicBezTo>
                    <a:pt x="27846" y="146617"/>
                    <a:pt x="11485" y="132850"/>
                    <a:pt x="11485" y="114420"/>
                  </a:cubicBezTo>
                  <a:cubicBezTo>
                    <a:pt x="11485" y="101541"/>
                    <a:pt x="18757" y="87329"/>
                    <a:pt x="38071" y="76893"/>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0" name="Freeform: Shape 3279">
              <a:extLst>
                <a:ext uri="{FF2B5EF4-FFF2-40B4-BE49-F238E27FC236}">
                  <a16:creationId xmlns:a16="http://schemas.microsoft.com/office/drawing/2014/main" id="{A701BAC9-7181-23E8-78A2-C4952B75D1E8}"/>
                </a:ext>
              </a:extLst>
            </p:cNvPr>
            <p:cNvSpPr/>
            <p:nvPr>
              <p:custDataLst>
                <p:tags r:id="rId22"/>
              </p:custDataLst>
            </p:nvPr>
          </p:nvSpPr>
          <p:spPr>
            <a:xfrm>
              <a:off x="4845982" y="6858490"/>
              <a:ext cx="31130" cy="222052"/>
            </a:xfrm>
            <a:custGeom>
              <a:avLst/>
              <a:gdLst>
                <a:gd name="connsiteX0" fmla="*/ 31259 w 31130"/>
                <a:gd name="connsiteY0" fmla="*/ 63 h 222052"/>
                <a:gd name="connsiteX1" fmla="*/ 129 w 31130"/>
                <a:gd name="connsiteY1" fmla="*/ 63 h 222052"/>
                <a:gd name="connsiteX2" fmla="*/ 129 w 31130"/>
                <a:gd name="connsiteY2" fmla="*/ 8945 h 222052"/>
                <a:gd name="connsiteX3" fmla="*/ 22170 w 31130"/>
                <a:gd name="connsiteY3" fmla="*/ 8945 h 222052"/>
                <a:gd name="connsiteX4" fmla="*/ 22170 w 31130"/>
                <a:gd name="connsiteY4" fmla="*/ 213233 h 222052"/>
                <a:gd name="connsiteX5" fmla="*/ 129 w 31130"/>
                <a:gd name="connsiteY5" fmla="*/ 213233 h 222052"/>
                <a:gd name="connsiteX6" fmla="*/ 129 w 31130"/>
                <a:gd name="connsiteY6" fmla="*/ 222115 h 222052"/>
                <a:gd name="connsiteX7" fmla="*/ 31259 w 31130"/>
                <a:gd name="connsiteY7" fmla="*/ 222115 h 222052"/>
                <a:gd name="connsiteX8" fmla="*/ 31259 w 3113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259" y="63"/>
                  </a:moveTo>
                  <a:lnTo>
                    <a:pt x="129" y="63"/>
                  </a:lnTo>
                  <a:lnTo>
                    <a:pt x="129" y="8945"/>
                  </a:lnTo>
                  <a:lnTo>
                    <a:pt x="22170" y="8945"/>
                  </a:lnTo>
                  <a:lnTo>
                    <a:pt x="22170" y="213233"/>
                  </a:lnTo>
                  <a:lnTo>
                    <a:pt x="129" y="213233"/>
                  </a:lnTo>
                  <a:lnTo>
                    <a:pt x="129" y="222115"/>
                  </a:lnTo>
                  <a:lnTo>
                    <a:pt x="31259" y="222115"/>
                  </a:lnTo>
                  <a:lnTo>
                    <a:pt x="31259"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1" name="Freeform: Shape 3280">
              <a:extLst>
                <a:ext uri="{FF2B5EF4-FFF2-40B4-BE49-F238E27FC236}">
                  <a16:creationId xmlns:a16="http://schemas.microsoft.com/office/drawing/2014/main" id="{D9CF0C8F-42FA-BCC8-371D-80E77C800F96}"/>
                </a:ext>
              </a:extLst>
            </p:cNvPr>
            <p:cNvSpPr/>
            <p:nvPr>
              <p:custDataLst>
                <p:tags r:id="rId23"/>
              </p:custDataLst>
            </p:nvPr>
          </p:nvSpPr>
          <p:spPr>
            <a:xfrm>
              <a:off x="4979945" y="6943536"/>
              <a:ext cx="151108" cy="51960"/>
            </a:xfrm>
            <a:custGeom>
              <a:avLst/>
              <a:gdLst>
                <a:gd name="connsiteX0" fmla="*/ 143517 w 151108"/>
                <a:gd name="connsiteY0" fmla="*/ 8945 h 51960"/>
                <a:gd name="connsiteX1" fmla="*/ 151243 w 151108"/>
                <a:gd name="connsiteY1" fmla="*/ 4504 h 51960"/>
                <a:gd name="connsiteX2" fmla="*/ 143744 w 151108"/>
                <a:gd name="connsiteY2" fmla="*/ 63 h 51960"/>
                <a:gd name="connsiteX3" fmla="*/ 7633 w 151108"/>
                <a:gd name="connsiteY3" fmla="*/ 63 h 51960"/>
                <a:gd name="connsiteX4" fmla="*/ 134 w 151108"/>
                <a:gd name="connsiteY4" fmla="*/ 4504 h 51960"/>
                <a:gd name="connsiteX5" fmla="*/ 7860 w 151108"/>
                <a:gd name="connsiteY5" fmla="*/ 8945 h 51960"/>
                <a:gd name="connsiteX6" fmla="*/ 143517 w 151108"/>
                <a:gd name="connsiteY6" fmla="*/ 8945 h 51960"/>
                <a:gd name="connsiteX7" fmla="*/ 143744 w 151108"/>
                <a:gd name="connsiteY7" fmla="*/ 52023 h 51960"/>
                <a:gd name="connsiteX8" fmla="*/ 151243 w 151108"/>
                <a:gd name="connsiteY8" fmla="*/ 47582 h 51960"/>
                <a:gd name="connsiteX9" fmla="*/ 143517 w 151108"/>
                <a:gd name="connsiteY9" fmla="*/ 43141 h 51960"/>
                <a:gd name="connsiteX10" fmla="*/ 7860 w 151108"/>
                <a:gd name="connsiteY10" fmla="*/ 43141 h 51960"/>
                <a:gd name="connsiteX11" fmla="*/ 134 w 151108"/>
                <a:gd name="connsiteY11" fmla="*/ 47582 h 51960"/>
                <a:gd name="connsiteX12" fmla="*/ 7633 w 151108"/>
                <a:gd name="connsiteY12" fmla="*/ 52023 h 51960"/>
                <a:gd name="connsiteX13" fmla="*/ 143744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517" y="8945"/>
                  </a:moveTo>
                  <a:cubicBezTo>
                    <a:pt x="146925" y="8945"/>
                    <a:pt x="151243" y="8945"/>
                    <a:pt x="151243" y="4504"/>
                  </a:cubicBezTo>
                  <a:cubicBezTo>
                    <a:pt x="151243" y="63"/>
                    <a:pt x="146925" y="63"/>
                    <a:pt x="143744" y="63"/>
                  </a:cubicBezTo>
                  <a:lnTo>
                    <a:pt x="7633" y="63"/>
                  </a:lnTo>
                  <a:cubicBezTo>
                    <a:pt x="4452" y="63"/>
                    <a:pt x="134" y="63"/>
                    <a:pt x="134" y="4504"/>
                  </a:cubicBezTo>
                  <a:cubicBezTo>
                    <a:pt x="134" y="8945"/>
                    <a:pt x="4452" y="8945"/>
                    <a:pt x="7860" y="8945"/>
                  </a:cubicBezTo>
                  <a:lnTo>
                    <a:pt x="143517" y="8945"/>
                  </a:lnTo>
                  <a:close/>
                  <a:moveTo>
                    <a:pt x="143744" y="52023"/>
                  </a:moveTo>
                  <a:cubicBezTo>
                    <a:pt x="146925" y="52023"/>
                    <a:pt x="151243" y="52023"/>
                    <a:pt x="151243" y="47582"/>
                  </a:cubicBezTo>
                  <a:cubicBezTo>
                    <a:pt x="151243" y="43141"/>
                    <a:pt x="146925" y="43141"/>
                    <a:pt x="143517" y="43141"/>
                  </a:cubicBezTo>
                  <a:lnTo>
                    <a:pt x="7860" y="43141"/>
                  </a:lnTo>
                  <a:cubicBezTo>
                    <a:pt x="4452" y="43141"/>
                    <a:pt x="134" y="43141"/>
                    <a:pt x="134" y="47582"/>
                  </a:cubicBezTo>
                  <a:cubicBezTo>
                    <a:pt x="134" y="52023"/>
                    <a:pt x="4452" y="52023"/>
                    <a:pt x="7633" y="52023"/>
                  </a:cubicBezTo>
                  <a:lnTo>
                    <a:pt x="143744"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2" name="Freeform: Shape 3281">
              <a:extLst>
                <a:ext uri="{FF2B5EF4-FFF2-40B4-BE49-F238E27FC236}">
                  <a16:creationId xmlns:a16="http://schemas.microsoft.com/office/drawing/2014/main" id="{1F7F6CE4-616B-4406-A613-81F2E372AF9B}"/>
                </a:ext>
              </a:extLst>
            </p:cNvPr>
            <p:cNvSpPr/>
            <p:nvPr>
              <p:custDataLst>
                <p:tags r:id="rId24"/>
              </p:custDataLst>
            </p:nvPr>
          </p:nvSpPr>
          <p:spPr>
            <a:xfrm>
              <a:off x="5215709" y="6874033"/>
              <a:ext cx="164918" cy="150995"/>
            </a:xfrm>
            <a:custGeom>
              <a:avLst/>
              <a:gdLst>
                <a:gd name="connsiteX0" fmla="*/ 152389 w 164918"/>
                <a:gd name="connsiteY0" fmla="*/ 99320 h 150995"/>
                <a:gd name="connsiteX1" fmla="*/ 153525 w 164918"/>
                <a:gd name="connsiteY1" fmla="*/ 96211 h 150995"/>
                <a:gd name="connsiteX2" fmla="*/ 150799 w 164918"/>
                <a:gd name="connsiteY2" fmla="*/ 93769 h 150995"/>
                <a:gd name="connsiteX3" fmla="*/ 147845 w 164918"/>
                <a:gd name="connsiteY3" fmla="*/ 96433 h 150995"/>
                <a:gd name="connsiteX4" fmla="*/ 85811 w 164918"/>
                <a:gd name="connsiteY4" fmla="*/ 144175 h 150995"/>
                <a:gd name="connsiteX5" fmla="*/ 52635 w 164918"/>
                <a:gd name="connsiteY5" fmla="*/ 144175 h 150995"/>
                <a:gd name="connsiteX6" fmla="*/ 47636 w 164918"/>
                <a:gd name="connsiteY6" fmla="*/ 143953 h 150995"/>
                <a:gd name="connsiteX7" fmla="*/ 44682 w 164918"/>
                <a:gd name="connsiteY7" fmla="*/ 141732 h 150995"/>
                <a:gd name="connsiteX8" fmla="*/ 45818 w 164918"/>
                <a:gd name="connsiteY8" fmla="*/ 136625 h 150995"/>
                <a:gd name="connsiteX9" fmla="*/ 61270 w 164918"/>
                <a:gd name="connsiteY9" fmla="*/ 76005 h 150995"/>
                <a:gd name="connsiteX10" fmla="*/ 83766 w 164918"/>
                <a:gd name="connsiteY10" fmla="*/ 76005 h 150995"/>
                <a:gd name="connsiteX11" fmla="*/ 103080 w 164918"/>
                <a:gd name="connsiteY11" fmla="*/ 86219 h 150995"/>
                <a:gd name="connsiteX12" fmla="*/ 101490 w 164918"/>
                <a:gd name="connsiteY12" fmla="*/ 97100 h 150995"/>
                <a:gd name="connsiteX13" fmla="*/ 100808 w 164918"/>
                <a:gd name="connsiteY13" fmla="*/ 99542 h 150995"/>
                <a:gd name="connsiteX14" fmla="*/ 103762 w 164918"/>
                <a:gd name="connsiteY14" fmla="*/ 101985 h 150995"/>
                <a:gd name="connsiteX15" fmla="*/ 107170 w 164918"/>
                <a:gd name="connsiteY15" fmla="*/ 97544 h 150995"/>
                <a:gd name="connsiteX16" fmla="*/ 120123 w 164918"/>
                <a:gd name="connsiteY16" fmla="*/ 45583 h 150995"/>
                <a:gd name="connsiteX17" fmla="*/ 117396 w 164918"/>
                <a:gd name="connsiteY17" fmla="*/ 43141 h 150995"/>
                <a:gd name="connsiteX18" fmla="*/ 114215 w 164918"/>
                <a:gd name="connsiteY18" fmla="*/ 47138 h 150995"/>
                <a:gd name="connsiteX19" fmla="*/ 84447 w 164918"/>
                <a:gd name="connsiteY19" fmla="*/ 69121 h 150995"/>
                <a:gd name="connsiteX20" fmla="*/ 63088 w 164918"/>
                <a:gd name="connsiteY20" fmla="*/ 69121 h 150995"/>
                <a:gd name="connsiteX21" fmla="*/ 76722 w 164918"/>
                <a:gd name="connsiteY21" fmla="*/ 15606 h 150995"/>
                <a:gd name="connsiteX22" fmla="*/ 88992 w 164918"/>
                <a:gd name="connsiteY22" fmla="*/ 6946 h 150995"/>
                <a:gd name="connsiteX23" fmla="*/ 121032 w 164918"/>
                <a:gd name="connsiteY23" fmla="*/ 6946 h 150995"/>
                <a:gd name="connsiteX24" fmla="*/ 155571 w 164918"/>
                <a:gd name="connsiteY24" fmla="*/ 31594 h 150995"/>
                <a:gd name="connsiteX25" fmla="*/ 154662 w 164918"/>
                <a:gd name="connsiteY25" fmla="*/ 43363 h 150995"/>
                <a:gd name="connsiteX26" fmla="*/ 154434 w 164918"/>
                <a:gd name="connsiteY26" fmla="*/ 47360 h 150995"/>
                <a:gd name="connsiteX27" fmla="*/ 157161 w 164918"/>
                <a:gd name="connsiteY27" fmla="*/ 50025 h 150995"/>
                <a:gd name="connsiteX28" fmla="*/ 160342 w 164918"/>
                <a:gd name="connsiteY28" fmla="*/ 44473 h 150995"/>
                <a:gd name="connsiteX29" fmla="*/ 164887 w 164918"/>
                <a:gd name="connsiteY29" fmla="*/ 6058 h 150995"/>
                <a:gd name="connsiteX30" fmla="*/ 158752 w 164918"/>
                <a:gd name="connsiteY30" fmla="*/ 63 h 150995"/>
                <a:gd name="connsiteX31" fmla="*/ 44000 w 164918"/>
                <a:gd name="connsiteY31" fmla="*/ 63 h 150995"/>
                <a:gd name="connsiteX32" fmla="*/ 37183 w 164918"/>
                <a:gd name="connsiteY32" fmla="*/ 4504 h 150995"/>
                <a:gd name="connsiteX33" fmla="*/ 43546 w 164918"/>
                <a:gd name="connsiteY33" fmla="*/ 6946 h 150995"/>
                <a:gd name="connsiteX34" fmla="*/ 58316 w 164918"/>
                <a:gd name="connsiteY34" fmla="*/ 10943 h 150995"/>
                <a:gd name="connsiteX35" fmla="*/ 57180 w 164918"/>
                <a:gd name="connsiteY35" fmla="*/ 16273 h 150995"/>
                <a:gd name="connsiteX36" fmla="*/ 27185 w 164918"/>
                <a:gd name="connsiteY36" fmla="*/ 133738 h 150995"/>
                <a:gd name="connsiteX37" fmla="*/ 6507 w 164918"/>
                <a:gd name="connsiteY37" fmla="*/ 144175 h 150995"/>
                <a:gd name="connsiteX38" fmla="*/ 145 w 164918"/>
                <a:gd name="connsiteY38" fmla="*/ 148394 h 150995"/>
                <a:gd name="connsiteX39" fmla="*/ 6507 w 164918"/>
                <a:gd name="connsiteY39" fmla="*/ 151058 h 150995"/>
                <a:gd name="connsiteX40" fmla="*/ 124440 w 164918"/>
                <a:gd name="connsiteY40" fmla="*/ 151058 h 150995"/>
                <a:gd name="connsiteX41" fmla="*/ 131484 w 164918"/>
                <a:gd name="connsiteY41" fmla="*/ 147283 h 150995"/>
                <a:gd name="connsiteX42" fmla="*/ 152389 w 16491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918" h="150995">
                  <a:moveTo>
                    <a:pt x="152389" y="99320"/>
                  </a:moveTo>
                  <a:cubicBezTo>
                    <a:pt x="152844" y="98210"/>
                    <a:pt x="153525" y="96656"/>
                    <a:pt x="153525" y="96211"/>
                  </a:cubicBezTo>
                  <a:cubicBezTo>
                    <a:pt x="153525" y="95989"/>
                    <a:pt x="153525" y="93769"/>
                    <a:pt x="150799" y="93769"/>
                  </a:cubicBezTo>
                  <a:cubicBezTo>
                    <a:pt x="148754" y="93769"/>
                    <a:pt x="148299" y="95101"/>
                    <a:pt x="147845" y="96433"/>
                  </a:cubicBezTo>
                  <a:cubicBezTo>
                    <a:pt x="133075" y="129297"/>
                    <a:pt x="124667" y="144175"/>
                    <a:pt x="85811" y="144175"/>
                  </a:cubicBezTo>
                  <a:lnTo>
                    <a:pt x="52635" y="144175"/>
                  </a:lnTo>
                  <a:cubicBezTo>
                    <a:pt x="49454" y="144175"/>
                    <a:pt x="48999" y="144175"/>
                    <a:pt x="47636" y="143953"/>
                  </a:cubicBezTo>
                  <a:cubicBezTo>
                    <a:pt x="45364" y="143731"/>
                    <a:pt x="44682" y="143509"/>
                    <a:pt x="44682" y="141732"/>
                  </a:cubicBezTo>
                  <a:cubicBezTo>
                    <a:pt x="44682" y="141066"/>
                    <a:pt x="44682" y="140622"/>
                    <a:pt x="45818" y="136625"/>
                  </a:cubicBezTo>
                  <a:lnTo>
                    <a:pt x="61270" y="76005"/>
                  </a:lnTo>
                  <a:lnTo>
                    <a:pt x="83766" y="76005"/>
                  </a:lnTo>
                  <a:cubicBezTo>
                    <a:pt x="103080" y="76005"/>
                    <a:pt x="103080" y="80668"/>
                    <a:pt x="103080" y="86219"/>
                  </a:cubicBezTo>
                  <a:cubicBezTo>
                    <a:pt x="103080" y="87773"/>
                    <a:pt x="103080" y="90438"/>
                    <a:pt x="101490" y="97100"/>
                  </a:cubicBezTo>
                  <a:cubicBezTo>
                    <a:pt x="101035" y="98210"/>
                    <a:pt x="100808" y="98876"/>
                    <a:pt x="100808" y="99542"/>
                  </a:cubicBezTo>
                  <a:cubicBezTo>
                    <a:pt x="100808" y="100652"/>
                    <a:pt x="101717" y="101985"/>
                    <a:pt x="103762" y="101985"/>
                  </a:cubicBezTo>
                  <a:cubicBezTo>
                    <a:pt x="105580" y="101985"/>
                    <a:pt x="106262" y="100874"/>
                    <a:pt x="107170" y="97544"/>
                  </a:cubicBezTo>
                  <a:lnTo>
                    <a:pt x="120123" y="45583"/>
                  </a:lnTo>
                  <a:cubicBezTo>
                    <a:pt x="120123" y="44251"/>
                    <a:pt x="118986" y="43141"/>
                    <a:pt x="117396" y="43141"/>
                  </a:cubicBezTo>
                  <a:cubicBezTo>
                    <a:pt x="115351" y="43141"/>
                    <a:pt x="114896" y="44473"/>
                    <a:pt x="114215" y="47138"/>
                  </a:cubicBezTo>
                  <a:cubicBezTo>
                    <a:pt x="109443" y="64014"/>
                    <a:pt x="105353" y="69121"/>
                    <a:pt x="84447" y="69121"/>
                  </a:cubicBezTo>
                  <a:lnTo>
                    <a:pt x="63088" y="69121"/>
                  </a:lnTo>
                  <a:lnTo>
                    <a:pt x="76722" y="15606"/>
                  </a:lnTo>
                  <a:cubicBezTo>
                    <a:pt x="78767" y="7835"/>
                    <a:pt x="78994" y="6946"/>
                    <a:pt x="88992" y="6946"/>
                  </a:cubicBezTo>
                  <a:lnTo>
                    <a:pt x="121032" y="6946"/>
                  </a:lnTo>
                  <a:cubicBezTo>
                    <a:pt x="148754" y="6946"/>
                    <a:pt x="155571" y="13386"/>
                    <a:pt x="155571" y="31594"/>
                  </a:cubicBezTo>
                  <a:cubicBezTo>
                    <a:pt x="155571" y="36923"/>
                    <a:pt x="155571" y="37368"/>
                    <a:pt x="154662" y="43363"/>
                  </a:cubicBezTo>
                  <a:cubicBezTo>
                    <a:pt x="154662" y="44695"/>
                    <a:pt x="154434" y="46250"/>
                    <a:pt x="154434" y="47360"/>
                  </a:cubicBezTo>
                  <a:cubicBezTo>
                    <a:pt x="154434" y="48470"/>
                    <a:pt x="155116" y="50025"/>
                    <a:pt x="157161" y="50025"/>
                  </a:cubicBezTo>
                  <a:cubicBezTo>
                    <a:pt x="159661" y="50025"/>
                    <a:pt x="159888" y="48692"/>
                    <a:pt x="160342" y="44473"/>
                  </a:cubicBezTo>
                  <a:lnTo>
                    <a:pt x="164887" y="6058"/>
                  </a:lnTo>
                  <a:cubicBezTo>
                    <a:pt x="165569" y="63"/>
                    <a:pt x="164433" y="63"/>
                    <a:pt x="158752" y="63"/>
                  </a:cubicBezTo>
                  <a:lnTo>
                    <a:pt x="44000" y="63"/>
                  </a:lnTo>
                  <a:cubicBezTo>
                    <a:pt x="39456" y="63"/>
                    <a:pt x="37183" y="63"/>
                    <a:pt x="37183" y="4504"/>
                  </a:cubicBezTo>
                  <a:cubicBezTo>
                    <a:pt x="37183" y="6946"/>
                    <a:pt x="39228" y="6946"/>
                    <a:pt x="43546" y="6946"/>
                  </a:cubicBezTo>
                  <a:cubicBezTo>
                    <a:pt x="51953" y="6946"/>
                    <a:pt x="58316" y="6946"/>
                    <a:pt x="58316" y="10943"/>
                  </a:cubicBezTo>
                  <a:cubicBezTo>
                    <a:pt x="58316" y="11832"/>
                    <a:pt x="58316" y="12276"/>
                    <a:pt x="57180" y="16273"/>
                  </a:cubicBezTo>
                  <a:lnTo>
                    <a:pt x="27185" y="133738"/>
                  </a:lnTo>
                  <a:cubicBezTo>
                    <a:pt x="24913" y="142398"/>
                    <a:pt x="24458" y="144175"/>
                    <a:pt x="6507" y="144175"/>
                  </a:cubicBezTo>
                  <a:cubicBezTo>
                    <a:pt x="2644" y="144175"/>
                    <a:pt x="145" y="144175"/>
                    <a:pt x="145" y="148394"/>
                  </a:cubicBezTo>
                  <a:cubicBezTo>
                    <a:pt x="145" y="151058"/>
                    <a:pt x="2190" y="151058"/>
                    <a:pt x="6507" y="151058"/>
                  </a:cubicBezTo>
                  <a:lnTo>
                    <a:pt x="124440" y="151058"/>
                  </a:lnTo>
                  <a:cubicBezTo>
                    <a:pt x="129666" y="151058"/>
                    <a:pt x="129894" y="150836"/>
                    <a:pt x="131484" y="147283"/>
                  </a:cubicBezTo>
                  <a:lnTo>
                    <a:pt x="152389" y="9932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3" name="Freeform: Shape 3282">
              <a:extLst>
                <a:ext uri="{FF2B5EF4-FFF2-40B4-BE49-F238E27FC236}">
                  <a16:creationId xmlns:a16="http://schemas.microsoft.com/office/drawing/2014/main" id="{52C022F1-8DD2-65C3-4394-A183F14AFCB1}"/>
                </a:ext>
              </a:extLst>
            </p:cNvPr>
            <p:cNvSpPr/>
            <p:nvPr>
              <p:custDataLst>
                <p:tags r:id="rId25"/>
              </p:custDataLst>
            </p:nvPr>
          </p:nvSpPr>
          <p:spPr>
            <a:xfrm>
              <a:off x="5414725" y="6858490"/>
              <a:ext cx="31130" cy="222052"/>
            </a:xfrm>
            <a:custGeom>
              <a:avLst/>
              <a:gdLst>
                <a:gd name="connsiteX0" fmla="*/ 31283 w 31130"/>
                <a:gd name="connsiteY0" fmla="*/ 222115 h 222052"/>
                <a:gd name="connsiteX1" fmla="*/ 31283 w 31130"/>
                <a:gd name="connsiteY1" fmla="*/ 213233 h 222052"/>
                <a:gd name="connsiteX2" fmla="*/ 9242 w 31130"/>
                <a:gd name="connsiteY2" fmla="*/ 213233 h 222052"/>
                <a:gd name="connsiteX3" fmla="*/ 9242 w 31130"/>
                <a:gd name="connsiteY3" fmla="*/ 8945 h 222052"/>
                <a:gd name="connsiteX4" fmla="*/ 31283 w 31130"/>
                <a:gd name="connsiteY4" fmla="*/ 8945 h 222052"/>
                <a:gd name="connsiteX5" fmla="*/ 31283 w 31130"/>
                <a:gd name="connsiteY5" fmla="*/ 63 h 222052"/>
                <a:gd name="connsiteX6" fmla="*/ 153 w 31130"/>
                <a:gd name="connsiteY6" fmla="*/ 63 h 222052"/>
                <a:gd name="connsiteX7" fmla="*/ 153 w 31130"/>
                <a:gd name="connsiteY7" fmla="*/ 222115 h 222052"/>
                <a:gd name="connsiteX8" fmla="*/ 31283 w 3113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283" y="222115"/>
                  </a:moveTo>
                  <a:lnTo>
                    <a:pt x="31283" y="213233"/>
                  </a:lnTo>
                  <a:lnTo>
                    <a:pt x="9242" y="213233"/>
                  </a:lnTo>
                  <a:lnTo>
                    <a:pt x="9242" y="8945"/>
                  </a:lnTo>
                  <a:lnTo>
                    <a:pt x="31283" y="8945"/>
                  </a:lnTo>
                  <a:lnTo>
                    <a:pt x="31283" y="63"/>
                  </a:lnTo>
                  <a:lnTo>
                    <a:pt x="153" y="63"/>
                  </a:lnTo>
                  <a:lnTo>
                    <a:pt x="153" y="222115"/>
                  </a:lnTo>
                  <a:lnTo>
                    <a:pt x="31283" y="22211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4" name="Freeform: Shape 3283">
              <a:extLst>
                <a:ext uri="{FF2B5EF4-FFF2-40B4-BE49-F238E27FC236}">
                  <a16:creationId xmlns:a16="http://schemas.microsoft.com/office/drawing/2014/main" id="{451977BD-A8FD-DD90-16AE-F8F1970730B0}"/>
                </a:ext>
              </a:extLst>
            </p:cNvPr>
            <p:cNvSpPr/>
            <p:nvPr>
              <p:custDataLst>
                <p:tags r:id="rId26"/>
              </p:custDataLst>
            </p:nvPr>
          </p:nvSpPr>
          <p:spPr>
            <a:xfrm>
              <a:off x="5460348" y="6926882"/>
              <a:ext cx="88392" cy="100589"/>
            </a:xfrm>
            <a:custGeom>
              <a:avLst/>
              <a:gdLst>
                <a:gd name="connsiteX0" fmla="*/ 80822 w 88392"/>
                <a:gd name="connsiteY0" fmla="*/ 13830 h 100589"/>
                <a:gd name="connsiteX1" fmla="*/ 70824 w 88392"/>
                <a:gd name="connsiteY1" fmla="*/ 16939 h 100589"/>
                <a:gd name="connsiteX2" fmla="*/ 66734 w 88392"/>
                <a:gd name="connsiteY2" fmla="*/ 25599 h 100589"/>
                <a:gd name="connsiteX3" fmla="*/ 75142 w 88392"/>
                <a:gd name="connsiteY3" fmla="*/ 33371 h 100589"/>
                <a:gd name="connsiteX4" fmla="*/ 87867 w 88392"/>
                <a:gd name="connsiteY4" fmla="*/ 19159 h 100589"/>
                <a:gd name="connsiteX5" fmla="*/ 61053 w 88392"/>
                <a:gd name="connsiteY5" fmla="*/ 63 h 100589"/>
                <a:gd name="connsiteX6" fmla="*/ 155 w 88392"/>
                <a:gd name="connsiteY6" fmla="*/ 63126 h 100589"/>
                <a:gd name="connsiteX7" fmla="*/ 36967 w 88392"/>
                <a:gd name="connsiteY7" fmla="*/ 100652 h 100589"/>
                <a:gd name="connsiteX8" fmla="*/ 88548 w 88392"/>
                <a:gd name="connsiteY8" fmla="*/ 74450 h 100589"/>
                <a:gd name="connsiteX9" fmla="*/ 85821 w 88392"/>
                <a:gd name="connsiteY9" fmla="*/ 71564 h 100589"/>
                <a:gd name="connsiteX10" fmla="*/ 82867 w 88392"/>
                <a:gd name="connsiteY10" fmla="*/ 73784 h 100589"/>
                <a:gd name="connsiteX11" fmla="*/ 37421 w 88392"/>
                <a:gd name="connsiteY11" fmla="*/ 95767 h 100589"/>
                <a:gd name="connsiteX12" fmla="*/ 16971 w 88392"/>
                <a:gd name="connsiteY12" fmla="*/ 71564 h 100589"/>
                <a:gd name="connsiteX13" fmla="*/ 29241 w 88392"/>
                <a:gd name="connsiteY13" fmla="*/ 27153 h 100589"/>
                <a:gd name="connsiteX14" fmla="*/ 61281 w 88392"/>
                <a:gd name="connsiteY14" fmla="*/ 4948 h 100589"/>
                <a:gd name="connsiteX15" fmla="*/ 80822 w 8839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92" h="100589">
                  <a:moveTo>
                    <a:pt x="80822" y="13830"/>
                  </a:moveTo>
                  <a:cubicBezTo>
                    <a:pt x="77187" y="13830"/>
                    <a:pt x="74005" y="13830"/>
                    <a:pt x="70824" y="16939"/>
                  </a:cubicBezTo>
                  <a:cubicBezTo>
                    <a:pt x="67189" y="20270"/>
                    <a:pt x="66734" y="24044"/>
                    <a:pt x="66734" y="25599"/>
                  </a:cubicBezTo>
                  <a:cubicBezTo>
                    <a:pt x="66734" y="30928"/>
                    <a:pt x="70824" y="33371"/>
                    <a:pt x="75142" y="33371"/>
                  </a:cubicBezTo>
                  <a:cubicBezTo>
                    <a:pt x="81731" y="33371"/>
                    <a:pt x="87867" y="28041"/>
                    <a:pt x="87867" y="19159"/>
                  </a:cubicBezTo>
                  <a:cubicBezTo>
                    <a:pt x="87867" y="8279"/>
                    <a:pt x="77187" y="63"/>
                    <a:pt x="61053" y="63"/>
                  </a:cubicBezTo>
                  <a:cubicBezTo>
                    <a:pt x="30377" y="63"/>
                    <a:pt x="155" y="31816"/>
                    <a:pt x="155" y="63126"/>
                  </a:cubicBezTo>
                  <a:cubicBezTo>
                    <a:pt x="155" y="83110"/>
                    <a:pt x="13335" y="100652"/>
                    <a:pt x="36967" y="100652"/>
                  </a:cubicBezTo>
                  <a:cubicBezTo>
                    <a:pt x="69461" y="100652"/>
                    <a:pt x="88548" y="77115"/>
                    <a:pt x="88548" y="74450"/>
                  </a:cubicBezTo>
                  <a:cubicBezTo>
                    <a:pt x="88548" y="73118"/>
                    <a:pt x="87185" y="71564"/>
                    <a:pt x="85821" y="71564"/>
                  </a:cubicBezTo>
                  <a:cubicBezTo>
                    <a:pt x="84685" y="71564"/>
                    <a:pt x="84231" y="72008"/>
                    <a:pt x="82867" y="73784"/>
                  </a:cubicBezTo>
                  <a:cubicBezTo>
                    <a:pt x="64916" y="95767"/>
                    <a:pt x="40148" y="95767"/>
                    <a:pt x="37421" y="95767"/>
                  </a:cubicBezTo>
                  <a:cubicBezTo>
                    <a:pt x="23106" y="95767"/>
                    <a:pt x="16971" y="84887"/>
                    <a:pt x="16971" y="71564"/>
                  </a:cubicBezTo>
                  <a:cubicBezTo>
                    <a:pt x="16971" y="62459"/>
                    <a:pt x="21515" y="40920"/>
                    <a:pt x="29241" y="27153"/>
                  </a:cubicBezTo>
                  <a:cubicBezTo>
                    <a:pt x="36285" y="14496"/>
                    <a:pt x="48783" y="4948"/>
                    <a:pt x="61281" y="4948"/>
                  </a:cubicBezTo>
                  <a:cubicBezTo>
                    <a:pt x="69006" y="4948"/>
                    <a:pt x="77641" y="7835"/>
                    <a:pt x="80822" y="1383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5" name="Freeform: Shape 3284">
              <a:extLst>
                <a:ext uri="{FF2B5EF4-FFF2-40B4-BE49-F238E27FC236}">
                  <a16:creationId xmlns:a16="http://schemas.microsoft.com/office/drawing/2014/main" id="{941F605E-89A8-1E84-80DD-55AEEA165D19}"/>
                </a:ext>
              </a:extLst>
            </p:cNvPr>
            <p:cNvSpPr/>
            <p:nvPr>
              <p:custDataLst>
                <p:tags r:id="rId27"/>
              </p:custDataLst>
            </p:nvPr>
          </p:nvSpPr>
          <p:spPr>
            <a:xfrm>
              <a:off x="5558456" y="6926882"/>
              <a:ext cx="104071" cy="100589"/>
            </a:xfrm>
            <a:custGeom>
              <a:avLst/>
              <a:gdLst>
                <a:gd name="connsiteX0" fmla="*/ 75828 w 104071"/>
                <a:gd name="connsiteY0" fmla="*/ 14274 h 100589"/>
                <a:gd name="connsiteX1" fmla="*/ 54922 w 104071"/>
                <a:gd name="connsiteY1" fmla="*/ 63 h 100589"/>
                <a:gd name="connsiteX2" fmla="*/ 160 w 104071"/>
                <a:gd name="connsiteY2" fmla="*/ 65124 h 100589"/>
                <a:gd name="connsiteX3" fmla="*/ 30381 w 104071"/>
                <a:gd name="connsiteY3" fmla="*/ 100652 h 100589"/>
                <a:gd name="connsiteX4" fmla="*/ 59921 w 104071"/>
                <a:gd name="connsiteY4" fmla="*/ 83999 h 100589"/>
                <a:gd name="connsiteX5" fmla="*/ 80599 w 104071"/>
                <a:gd name="connsiteY5" fmla="*/ 100652 h 100589"/>
                <a:gd name="connsiteX6" fmla="*/ 97415 w 104071"/>
                <a:gd name="connsiteY6" fmla="*/ 88440 h 100589"/>
                <a:gd name="connsiteX7" fmla="*/ 104231 w 104071"/>
                <a:gd name="connsiteY7" fmla="*/ 66456 h 100589"/>
                <a:gd name="connsiteX8" fmla="*/ 101505 w 104071"/>
                <a:gd name="connsiteY8" fmla="*/ 64236 h 100589"/>
                <a:gd name="connsiteX9" fmla="*/ 98323 w 104071"/>
                <a:gd name="connsiteY9" fmla="*/ 68233 h 100589"/>
                <a:gd name="connsiteX10" fmla="*/ 81054 w 104071"/>
                <a:gd name="connsiteY10" fmla="*/ 95767 h 100589"/>
                <a:gd name="connsiteX11" fmla="*/ 74237 w 104071"/>
                <a:gd name="connsiteY11" fmla="*/ 85553 h 100589"/>
                <a:gd name="connsiteX12" fmla="*/ 77191 w 104071"/>
                <a:gd name="connsiteY12" fmla="*/ 69121 h 100589"/>
                <a:gd name="connsiteX13" fmla="*/ 82190 w 104071"/>
                <a:gd name="connsiteY13" fmla="*/ 49136 h 100589"/>
                <a:gd name="connsiteX14" fmla="*/ 90370 w 104071"/>
                <a:gd name="connsiteY14" fmla="*/ 18049 h 100589"/>
                <a:gd name="connsiteX15" fmla="*/ 91961 w 104071"/>
                <a:gd name="connsiteY15" fmla="*/ 10499 h 100589"/>
                <a:gd name="connsiteX16" fmla="*/ 85371 w 104071"/>
                <a:gd name="connsiteY16" fmla="*/ 4504 h 100589"/>
                <a:gd name="connsiteX17" fmla="*/ 75828 w 104071"/>
                <a:gd name="connsiteY17" fmla="*/ 14274 h 100589"/>
                <a:gd name="connsiteX18" fmla="*/ 61058 w 104071"/>
                <a:gd name="connsiteY18" fmla="*/ 71786 h 100589"/>
                <a:gd name="connsiteX19" fmla="*/ 56513 w 104071"/>
                <a:gd name="connsiteY19" fmla="*/ 80002 h 100589"/>
                <a:gd name="connsiteX20" fmla="*/ 30836 w 104071"/>
                <a:gd name="connsiteY20" fmla="*/ 95767 h 100589"/>
                <a:gd name="connsiteX21" fmla="*/ 16293 w 104071"/>
                <a:gd name="connsiteY21" fmla="*/ 74894 h 100589"/>
                <a:gd name="connsiteX22" fmla="*/ 28791 w 104071"/>
                <a:gd name="connsiteY22" fmla="*/ 26265 h 100589"/>
                <a:gd name="connsiteX23" fmla="*/ 55150 w 104071"/>
                <a:gd name="connsiteY23" fmla="*/ 4948 h 100589"/>
                <a:gd name="connsiteX24" fmla="*/ 73101 w 104071"/>
                <a:gd name="connsiteY24" fmla="*/ 24489 h 100589"/>
                <a:gd name="connsiteX25" fmla="*/ 72419 w 104071"/>
                <a:gd name="connsiteY25" fmla="*/ 28263 h 100589"/>
                <a:gd name="connsiteX26" fmla="*/ 61058 w 104071"/>
                <a:gd name="connsiteY26" fmla="*/ 71786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071" h="100589">
                  <a:moveTo>
                    <a:pt x="75828" y="14274"/>
                  </a:moveTo>
                  <a:cubicBezTo>
                    <a:pt x="71737" y="6058"/>
                    <a:pt x="65148" y="63"/>
                    <a:pt x="54922" y="63"/>
                  </a:cubicBezTo>
                  <a:cubicBezTo>
                    <a:pt x="28336" y="63"/>
                    <a:pt x="160" y="32704"/>
                    <a:pt x="160" y="65124"/>
                  </a:cubicBezTo>
                  <a:cubicBezTo>
                    <a:pt x="160" y="85997"/>
                    <a:pt x="12657" y="100652"/>
                    <a:pt x="30381" y="100652"/>
                  </a:cubicBezTo>
                  <a:cubicBezTo>
                    <a:pt x="34926" y="100652"/>
                    <a:pt x="46288" y="99764"/>
                    <a:pt x="59921" y="83999"/>
                  </a:cubicBezTo>
                  <a:cubicBezTo>
                    <a:pt x="61739" y="93325"/>
                    <a:pt x="69692" y="100652"/>
                    <a:pt x="80599" y="100652"/>
                  </a:cubicBezTo>
                  <a:cubicBezTo>
                    <a:pt x="88553" y="100652"/>
                    <a:pt x="93779" y="95545"/>
                    <a:pt x="97415" y="88440"/>
                  </a:cubicBezTo>
                  <a:cubicBezTo>
                    <a:pt x="101277" y="80446"/>
                    <a:pt x="104231" y="66901"/>
                    <a:pt x="104231" y="66456"/>
                  </a:cubicBezTo>
                  <a:cubicBezTo>
                    <a:pt x="104231" y="64236"/>
                    <a:pt x="102186" y="64236"/>
                    <a:pt x="101505" y="64236"/>
                  </a:cubicBezTo>
                  <a:cubicBezTo>
                    <a:pt x="99232" y="64236"/>
                    <a:pt x="99005" y="65124"/>
                    <a:pt x="98323" y="68233"/>
                  </a:cubicBezTo>
                  <a:cubicBezTo>
                    <a:pt x="94461" y="82666"/>
                    <a:pt x="90370" y="95767"/>
                    <a:pt x="81054" y="95767"/>
                  </a:cubicBezTo>
                  <a:cubicBezTo>
                    <a:pt x="74919" y="95767"/>
                    <a:pt x="74237" y="89994"/>
                    <a:pt x="74237" y="85553"/>
                  </a:cubicBezTo>
                  <a:cubicBezTo>
                    <a:pt x="74237" y="80668"/>
                    <a:pt x="74691" y="78891"/>
                    <a:pt x="77191" y="69121"/>
                  </a:cubicBezTo>
                  <a:cubicBezTo>
                    <a:pt x="79691" y="59795"/>
                    <a:pt x="80145" y="57574"/>
                    <a:pt x="82190" y="49136"/>
                  </a:cubicBezTo>
                  <a:lnTo>
                    <a:pt x="90370" y="18049"/>
                  </a:lnTo>
                  <a:cubicBezTo>
                    <a:pt x="91961" y="11832"/>
                    <a:pt x="91961" y="11387"/>
                    <a:pt x="91961" y="10499"/>
                  </a:cubicBezTo>
                  <a:cubicBezTo>
                    <a:pt x="91961" y="6724"/>
                    <a:pt x="89234" y="4504"/>
                    <a:pt x="85371" y="4504"/>
                  </a:cubicBezTo>
                  <a:cubicBezTo>
                    <a:pt x="79918" y="4504"/>
                    <a:pt x="76509" y="9389"/>
                    <a:pt x="75828" y="14274"/>
                  </a:cubicBezTo>
                  <a:close/>
                  <a:moveTo>
                    <a:pt x="61058" y="71786"/>
                  </a:moveTo>
                  <a:cubicBezTo>
                    <a:pt x="59921" y="75783"/>
                    <a:pt x="59921" y="76227"/>
                    <a:pt x="56513" y="80002"/>
                  </a:cubicBezTo>
                  <a:cubicBezTo>
                    <a:pt x="46515" y="92214"/>
                    <a:pt x="37198" y="95767"/>
                    <a:pt x="30836" y="95767"/>
                  </a:cubicBezTo>
                  <a:cubicBezTo>
                    <a:pt x="19474" y="95767"/>
                    <a:pt x="16293" y="83554"/>
                    <a:pt x="16293" y="74894"/>
                  </a:cubicBezTo>
                  <a:cubicBezTo>
                    <a:pt x="16293" y="63792"/>
                    <a:pt x="23565" y="36479"/>
                    <a:pt x="28791" y="26265"/>
                  </a:cubicBezTo>
                  <a:cubicBezTo>
                    <a:pt x="35835" y="13164"/>
                    <a:pt x="46060" y="4948"/>
                    <a:pt x="55150" y="4948"/>
                  </a:cubicBezTo>
                  <a:cubicBezTo>
                    <a:pt x="69920" y="4948"/>
                    <a:pt x="73101" y="23156"/>
                    <a:pt x="73101" y="24489"/>
                  </a:cubicBezTo>
                  <a:cubicBezTo>
                    <a:pt x="73101" y="25821"/>
                    <a:pt x="72646" y="27153"/>
                    <a:pt x="72419" y="28263"/>
                  </a:cubicBezTo>
                  <a:lnTo>
                    <a:pt x="61058" y="7178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6" name="Freeform: Shape 3285">
              <a:extLst>
                <a:ext uri="{FF2B5EF4-FFF2-40B4-BE49-F238E27FC236}">
                  <a16:creationId xmlns:a16="http://schemas.microsoft.com/office/drawing/2014/main" id="{3485FF7F-104F-289B-5CB4-DEB323913D97}"/>
                </a:ext>
              </a:extLst>
            </p:cNvPr>
            <p:cNvSpPr/>
            <p:nvPr>
              <p:custDataLst>
                <p:tags r:id="rId28"/>
              </p:custDataLst>
            </p:nvPr>
          </p:nvSpPr>
          <p:spPr>
            <a:xfrm>
              <a:off x="5662208" y="6926882"/>
              <a:ext cx="118614" cy="141225"/>
            </a:xfrm>
            <a:custGeom>
              <a:avLst/>
              <a:gdLst>
                <a:gd name="connsiteX0" fmla="*/ 17662 w 118614"/>
                <a:gd name="connsiteY0" fmla="*/ 125300 h 141225"/>
                <a:gd name="connsiteX1" fmla="*/ 5391 w 118614"/>
                <a:gd name="connsiteY1" fmla="*/ 134404 h 141225"/>
                <a:gd name="connsiteX2" fmla="*/ 165 w 118614"/>
                <a:gd name="connsiteY2" fmla="*/ 138623 h 141225"/>
                <a:gd name="connsiteX3" fmla="*/ 3119 w 118614"/>
                <a:gd name="connsiteY3" fmla="*/ 141288 h 141225"/>
                <a:gd name="connsiteX4" fmla="*/ 22206 w 118614"/>
                <a:gd name="connsiteY4" fmla="*/ 140622 h 141225"/>
                <a:gd name="connsiteX5" fmla="*/ 44702 w 118614"/>
                <a:gd name="connsiteY5" fmla="*/ 141288 h 141225"/>
                <a:gd name="connsiteX6" fmla="*/ 48792 w 118614"/>
                <a:gd name="connsiteY6" fmla="*/ 136847 h 141225"/>
                <a:gd name="connsiteX7" fmla="*/ 43339 w 118614"/>
                <a:gd name="connsiteY7" fmla="*/ 134404 h 141225"/>
                <a:gd name="connsiteX8" fmla="*/ 31977 w 118614"/>
                <a:gd name="connsiteY8" fmla="*/ 130852 h 141225"/>
                <a:gd name="connsiteX9" fmla="*/ 43112 w 118614"/>
                <a:gd name="connsiteY9" fmla="*/ 86441 h 141225"/>
                <a:gd name="connsiteX10" fmla="*/ 64017 w 118614"/>
                <a:gd name="connsiteY10" fmla="*/ 100652 h 141225"/>
                <a:gd name="connsiteX11" fmla="*/ 118779 w 118614"/>
                <a:gd name="connsiteY11" fmla="*/ 35591 h 141225"/>
                <a:gd name="connsiteX12" fmla="*/ 88558 w 118614"/>
                <a:gd name="connsiteY12" fmla="*/ 63 h 141225"/>
                <a:gd name="connsiteX13" fmla="*/ 58791 w 118614"/>
                <a:gd name="connsiteY13" fmla="*/ 16717 h 141225"/>
                <a:gd name="connsiteX14" fmla="*/ 38340 w 118614"/>
                <a:gd name="connsiteY14" fmla="*/ 63 h 141225"/>
                <a:gd name="connsiteX15" fmla="*/ 21525 w 118614"/>
                <a:gd name="connsiteY15" fmla="*/ 12720 h 141225"/>
                <a:gd name="connsiteX16" fmla="*/ 14481 w 118614"/>
                <a:gd name="connsiteY16" fmla="*/ 34259 h 141225"/>
                <a:gd name="connsiteX17" fmla="*/ 17207 w 118614"/>
                <a:gd name="connsiteY17" fmla="*/ 36479 h 141225"/>
                <a:gd name="connsiteX18" fmla="*/ 21070 w 118614"/>
                <a:gd name="connsiteY18" fmla="*/ 31372 h 141225"/>
                <a:gd name="connsiteX19" fmla="*/ 37658 w 118614"/>
                <a:gd name="connsiteY19" fmla="*/ 4948 h 141225"/>
                <a:gd name="connsiteX20" fmla="*/ 44702 w 118614"/>
                <a:gd name="connsiteY20" fmla="*/ 15162 h 141225"/>
                <a:gd name="connsiteX21" fmla="*/ 43112 w 118614"/>
                <a:gd name="connsiteY21" fmla="*/ 26487 h 141225"/>
                <a:gd name="connsiteX22" fmla="*/ 17662 w 118614"/>
                <a:gd name="connsiteY22" fmla="*/ 125300 h 141225"/>
                <a:gd name="connsiteX23" fmla="*/ 57654 w 118614"/>
                <a:gd name="connsiteY23" fmla="*/ 28930 h 141225"/>
                <a:gd name="connsiteX24" fmla="*/ 69470 w 118614"/>
                <a:gd name="connsiteY24" fmla="*/ 13386 h 141225"/>
                <a:gd name="connsiteX25" fmla="*/ 87876 w 118614"/>
                <a:gd name="connsiteY25" fmla="*/ 4948 h 141225"/>
                <a:gd name="connsiteX26" fmla="*/ 102419 w 118614"/>
                <a:gd name="connsiteY26" fmla="*/ 25821 h 141225"/>
                <a:gd name="connsiteX27" fmla="*/ 90830 w 118614"/>
                <a:gd name="connsiteY27" fmla="*/ 72896 h 141225"/>
                <a:gd name="connsiteX28" fmla="*/ 63790 w 118614"/>
                <a:gd name="connsiteY28" fmla="*/ 95767 h 141225"/>
                <a:gd name="connsiteX29" fmla="*/ 45838 w 118614"/>
                <a:gd name="connsiteY29" fmla="*/ 76005 h 141225"/>
                <a:gd name="connsiteX30" fmla="*/ 46520 w 118614"/>
                <a:gd name="connsiteY30" fmla="*/ 72452 h 141225"/>
                <a:gd name="connsiteX31" fmla="*/ 57654 w 118614"/>
                <a:gd name="connsiteY31" fmla="*/ 28930 h 14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8614" h="141225">
                  <a:moveTo>
                    <a:pt x="17662" y="125300"/>
                  </a:moveTo>
                  <a:cubicBezTo>
                    <a:pt x="15844" y="132850"/>
                    <a:pt x="15389" y="134404"/>
                    <a:pt x="5391" y="134404"/>
                  </a:cubicBezTo>
                  <a:cubicBezTo>
                    <a:pt x="2665" y="134404"/>
                    <a:pt x="165" y="134404"/>
                    <a:pt x="165" y="138623"/>
                  </a:cubicBezTo>
                  <a:cubicBezTo>
                    <a:pt x="165" y="140400"/>
                    <a:pt x="1301" y="141288"/>
                    <a:pt x="3119" y="141288"/>
                  </a:cubicBezTo>
                  <a:cubicBezTo>
                    <a:pt x="9254" y="141288"/>
                    <a:pt x="15844" y="140622"/>
                    <a:pt x="22206" y="140622"/>
                  </a:cubicBezTo>
                  <a:cubicBezTo>
                    <a:pt x="29705" y="140622"/>
                    <a:pt x="37431" y="141288"/>
                    <a:pt x="44702" y="141288"/>
                  </a:cubicBezTo>
                  <a:cubicBezTo>
                    <a:pt x="45838" y="141288"/>
                    <a:pt x="48792" y="141288"/>
                    <a:pt x="48792" y="136847"/>
                  </a:cubicBezTo>
                  <a:cubicBezTo>
                    <a:pt x="48792" y="134404"/>
                    <a:pt x="46520" y="134404"/>
                    <a:pt x="43339" y="134404"/>
                  </a:cubicBezTo>
                  <a:cubicBezTo>
                    <a:pt x="31977" y="134404"/>
                    <a:pt x="31977" y="132850"/>
                    <a:pt x="31977" y="130852"/>
                  </a:cubicBezTo>
                  <a:cubicBezTo>
                    <a:pt x="31977" y="128187"/>
                    <a:pt x="41521" y="91992"/>
                    <a:pt x="43112" y="86441"/>
                  </a:cubicBezTo>
                  <a:cubicBezTo>
                    <a:pt x="46066" y="92881"/>
                    <a:pt x="52428" y="100652"/>
                    <a:pt x="64017" y="100652"/>
                  </a:cubicBezTo>
                  <a:cubicBezTo>
                    <a:pt x="90376" y="100652"/>
                    <a:pt x="118779" y="68233"/>
                    <a:pt x="118779" y="35591"/>
                  </a:cubicBezTo>
                  <a:cubicBezTo>
                    <a:pt x="118779" y="14718"/>
                    <a:pt x="105827" y="63"/>
                    <a:pt x="88558" y="63"/>
                  </a:cubicBezTo>
                  <a:cubicBezTo>
                    <a:pt x="77196" y="63"/>
                    <a:pt x="66289" y="8057"/>
                    <a:pt x="58791" y="16717"/>
                  </a:cubicBezTo>
                  <a:cubicBezTo>
                    <a:pt x="56518" y="4726"/>
                    <a:pt x="46747" y="63"/>
                    <a:pt x="38340" y="63"/>
                  </a:cubicBezTo>
                  <a:cubicBezTo>
                    <a:pt x="27887" y="63"/>
                    <a:pt x="23570" y="8723"/>
                    <a:pt x="21525" y="12720"/>
                  </a:cubicBezTo>
                  <a:cubicBezTo>
                    <a:pt x="17435" y="20270"/>
                    <a:pt x="14481" y="33593"/>
                    <a:pt x="14481" y="34259"/>
                  </a:cubicBezTo>
                  <a:cubicBezTo>
                    <a:pt x="14481" y="36479"/>
                    <a:pt x="16753" y="36479"/>
                    <a:pt x="17207" y="36479"/>
                  </a:cubicBezTo>
                  <a:cubicBezTo>
                    <a:pt x="19480" y="36479"/>
                    <a:pt x="19707" y="36257"/>
                    <a:pt x="21070" y="31372"/>
                  </a:cubicBezTo>
                  <a:cubicBezTo>
                    <a:pt x="24933" y="15606"/>
                    <a:pt x="29478" y="4948"/>
                    <a:pt x="37658" y="4948"/>
                  </a:cubicBezTo>
                  <a:cubicBezTo>
                    <a:pt x="41521" y="4948"/>
                    <a:pt x="44702" y="6724"/>
                    <a:pt x="44702" y="15162"/>
                  </a:cubicBezTo>
                  <a:cubicBezTo>
                    <a:pt x="44702" y="20270"/>
                    <a:pt x="44021" y="22712"/>
                    <a:pt x="43112" y="26487"/>
                  </a:cubicBezTo>
                  <a:lnTo>
                    <a:pt x="17662" y="125300"/>
                  </a:lnTo>
                  <a:close/>
                  <a:moveTo>
                    <a:pt x="57654" y="28930"/>
                  </a:moveTo>
                  <a:cubicBezTo>
                    <a:pt x="59245" y="22934"/>
                    <a:pt x="65380" y="16717"/>
                    <a:pt x="69470" y="13386"/>
                  </a:cubicBezTo>
                  <a:cubicBezTo>
                    <a:pt x="77423" y="6502"/>
                    <a:pt x="84013" y="4948"/>
                    <a:pt x="87876" y="4948"/>
                  </a:cubicBezTo>
                  <a:cubicBezTo>
                    <a:pt x="96965" y="4948"/>
                    <a:pt x="102419" y="12720"/>
                    <a:pt x="102419" y="25821"/>
                  </a:cubicBezTo>
                  <a:cubicBezTo>
                    <a:pt x="102419" y="38922"/>
                    <a:pt x="94920" y="64458"/>
                    <a:pt x="90830" y="72896"/>
                  </a:cubicBezTo>
                  <a:cubicBezTo>
                    <a:pt x="83104" y="88440"/>
                    <a:pt x="72197" y="95767"/>
                    <a:pt x="63790" y="95767"/>
                  </a:cubicBezTo>
                  <a:cubicBezTo>
                    <a:pt x="48792" y="95767"/>
                    <a:pt x="45838" y="77337"/>
                    <a:pt x="45838" y="76005"/>
                  </a:cubicBezTo>
                  <a:cubicBezTo>
                    <a:pt x="45838" y="75561"/>
                    <a:pt x="45838" y="75116"/>
                    <a:pt x="46520" y="72452"/>
                  </a:cubicBezTo>
                  <a:lnTo>
                    <a:pt x="57654" y="2893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7" name="Freeform: Shape 3286">
              <a:extLst>
                <a:ext uri="{FF2B5EF4-FFF2-40B4-BE49-F238E27FC236}">
                  <a16:creationId xmlns:a16="http://schemas.microsoft.com/office/drawing/2014/main" id="{7D04D8A3-9C0A-3285-894E-7D12D7F572C8}"/>
                </a:ext>
              </a:extLst>
            </p:cNvPr>
            <p:cNvSpPr/>
            <p:nvPr>
              <p:custDataLst>
                <p:tags r:id="rId29"/>
              </p:custDataLst>
            </p:nvPr>
          </p:nvSpPr>
          <p:spPr>
            <a:xfrm>
              <a:off x="5810845" y="6858490"/>
              <a:ext cx="9089" cy="222052"/>
            </a:xfrm>
            <a:custGeom>
              <a:avLst/>
              <a:gdLst>
                <a:gd name="connsiteX0" fmla="*/ 9259 w 9089"/>
                <a:gd name="connsiteY0" fmla="*/ 8057 h 222052"/>
                <a:gd name="connsiteX1" fmla="*/ 4715 w 9089"/>
                <a:gd name="connsiteY1" fmla="*/ 63 h 222052"/>
                <a:gd name="connsiteX2" fmla="*/ 170 w 9089"/>
                <a:gd name="connsiteY2" fmla="*/ 8057 h 222052"/>
                <a:gd name="connsiteX3" fmla="*/ 170 w 9089"/>
                <a:gd name="connsiteY3" fmla="*/ 214121 h 222052"/>
                <a:gd name="connsiteX4" fmla="*/ 4715 w 9089"/>
                <a:gd name="connsiteY4" fmla="*/ 222115 h 222052"/>
                <a:gd name="connsiteX5" fmla="*/ 9259 w 9089"/>
                <a:gd name="connsiteY5" fmla="*/ 214121 h 222052"/>
                <a:gd name="connsiteX6" fmla="*/ 9259 w 908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9" h="222052">
                  <a:moveTo>
                    <a:pt x="9259" y="8057"/>
                  </a:moveTo>
                  <a:cubicBezTo>
                    <a:pt x="9259" y="4060"/>
                    <a:pt x="9259" y="63"/>
                    <a:pt x="4715" y="63"/>
                  </a:cubicBezTo>
                  <a:cubicBezTo>
                    <a:pt x="170" y="63"/>
                    <a:pt x="170" y="4060"/>
                    <a:pt x="170" y="8057"/>
                  </a:cubicBezTo>
                  <a:lnTo>
                    <a:pt x="170" y="214121"/>
                  </a:lnTo>
                  <a:cubicBezTo>
                    <a:pt x="170" y="218118"/>
                    <a:pt x="170" y="222115"/>
                    <a:pt x="4715" y="222115"/>
                  </a:cubicBezTo>
                  <a:cubicBezTo>
                    <a:pt x="9259" y="222115"/>
                    <a:pt x="9259" y="218118"/>
                    <a:pt x="9259" y="214121"/>
                  </a:cubicBezTo>
                  <a:lnTo>
                    <a:pt x="9259" y="80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8" name="Freeform: Shape 3287">
              <a:extLst>
                <a:ext uri="{FF2B5EF4-FFF2-40B4-BE49-F238E27FC236}">
                  <a16:creationId xmlns:a16="http://schemas.microsoft.com/office/drawing/2014/main" id="{ED1F4433-43EE-1FEB-6EC4-DD46C057B20B}"/>
                </a:ext>
              </a:extLst>
            </p:cNvPr>
            <p:cNvSpPr/>
            <p:nvPr>
              <p:custDataLst>
                <p:tags r:id="rId30"/>
              </p:custDataLst>
            </p:nvPr>
          </p:nvSpPr>
          <p:spPr>
            <a:xfrm>
              <a:off x="5853514" y="6926882"/>
              <a:ext cx="113160" cy="100589"/>
            </a:xfrm>
            <a:custGeom>
              <a:avLst/>
              <a:gdLst>
                <a:gd name="connsiteX0" fmla="*/ 69478 w 113160"/>
                <a:gd name="connsiteY0" fmla="*/ 31150 h 100589"/>
                <a:gd name="connsiteX1" fmla="*/ 91974 w 113160"/>
                <a:gd name="connsiteY1" fmla="*/ 4948 h 100589"/>
                <a:gd name="connsiteX2" fmla="*/ 103336 w 113160"/>
                <a:gd name="connsiteY2" fmla="*/ 7835 h 100589"/>
                <a:gd name="connsiteX3" fmla="*/ 92428 w 113160"/>
                <a:gd name="connsiteY3" fmla="*/ 19825 h 100589"/>
                <a:gd name="connsiteX4" fmla="*/ 101063 w 113160"/>
                <a:gd name="connsiteY4" fmla="*/ 27597 h 100589"/>
                <a:gd name="connsiteX5" fmla="*/ 113334 w 113160"/>
                <a:gd name="connsiteY5" fmla="*/ 14718 h 100589"/>
                <a:gd name="connsiteX6" fmla="*/ 92201 w 113160"/>
                <a:gd name="connsiteY6" fmla="*/ 63 h 100589"/>
                <a:gd name="connsiteX7" fmla="*/ 68342 w 113160"/>
                <a:gd name="connsiteY7" fmla="*/ 16939 h 100589"/>
                <a:gd name="connsiteX8" fmla="*/ 43801 w 113160"/>
                <a:gd name="connsiteY8" fmla="*/ 63 h 100589"/>
                <a:gd name="connsiteX9" fmla="*/ 7217 w 113160"/>
                <a:gd name="connsiteY9" fmla="*/ 34259 h 100589"/>
                <a:gd name="connsiteX10" fmla="*/ 9944 w 113160"/>
                <a:gd name="connsiteY10" fmla="*/ 36479 h 100589"/>
                <a:gd name="connsiteX11" fmla="*/ 12898 w 113160"/>
                <a:gd name="connsiteY11" fmla="*/ 34037 h 100589"/>
                <a:gd name="connsiteX12" fmla="*/ 43347 w 113160"/>
                <a:gd name="connsiteY12" fmla="*/ 4948 h 100589"/>
                <a:gd name="connsiteX13" fmla="*/ 55617 w 113160"/>
                <a:gd name="connsiteY13" fmla="*/ 19825 h 100589"/>
                <a:gd name="connsiteX14" fmla="*/ 43347 w 113160"/>
                <a:gd name="connsiteY14" fmla="*/ 72674 h 100589"/>
                <a:gd name="connsiteX15" fmla="*/ 21760 w 113160"/>
                <a:gd name="connsiteY15" fmla="*/ 95767 h 100589"/>
                <a:gd name="connsiteX16" fmla="*/ 10398 w 113160"/>
                <a:gd name="connsiteY16" fmla="*/ 92881 h 100589"/>
                <a:gd name="connsiteX17" fmla="*/ 21078 w 113160"/>
                <a:gd name="connsiteY17" fmla="*/ 80890 h 100589"/>
                <a:gd name="connsiteX18" fmla="*/ 12671 w 113160"/>
                <a:gd name="connsiteY18" fmla="*/ 73118 h 100589"/>
                <a:gd name="connsiteX19" fmla="*/ 173 w 113160"/>
                <a:gd name="connsiteY19" fmla="*/ 85997 h 100589"/>
                <a:gd name="connsiteX20" fmla="*/ 21533 w 113160"/>
                <a:gd name="connsiteY20" fmla="*/ 100652 h 100589"/>
                <a:gd name="connsiteX21" fmla="*/ 45392 w 113160"/>
                <a:gd name="connsiteY21" fmla="*/ 83776 h 100589"/>
                <a:gd name="connsiteX22" fmla="*/ 69933 w 113160"/>
                <a:gd name="connsiteY22" fmla="*/ 100652 h 100589"/>
                <a:gd name="connsiteX23" fmla="*/ 106290 w 113160"/>
                <a:gd name="connsiteY23" fmla="*/ 66456 h 100589"/>
                <a:gd name="connsiteX24" fmla="*/ 103563 w 113160"/>
                <a:gd name="connsiteY24" fmla="*/ 64236 h 100589"/>
                <a:gd name="connsiteX25" fmla="*/ 100609 w 113160"/>
                <a:gd name="connsiteY25" fmla="*/ 66678 h 100589"/>
                <a:gd name="connsiteX26" fmla="*/ 70387 w 113160"/>
                <a:gd name="connsiteY26" fmla="*/ 95767 h 100589"/>
                <a:gd name="connsiteX27" fmla="*/ 57889 w 113160"/>
                <a:gd name="connsiteY27" fmla="*/ 81112 h 100589"/>
                <a:gd name="connsiteX28" fmla="*/ 61752 w 113160"/>
                <a:gd name="connsiteY28" fmla="*/ 61571 h 100589"/>
                <a:gd name="connsiteX29" fmla="*/ 69478 w 11316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160" h="100589">
                  <a:moveTo>
                    <a:pt x="69478" y="31150"/>
                  </a:moveTo>
                  <a:cubicBezTo>
                    <a:pt x="70842" y="25377"/>
                    <a:pt x="76068" y="4948"/>
                    <a:pt x="91974" y="4948"/>
                  </a:cubicBezTo>
                  <a:cubicBezTo>
                    <a:pt x="93110" y="4948"/>
                    <a:pt x="98564" y="4948"/>
                    <a:pt x="103336" y="7835"/>
                  </a:cubicBezTo>
                  <a:cubicBezTo>
                    <a:pt x="96973" y="8945"/>
                    <a:pt x="92428" y="14496"/>
                    <a:pt x="92428" y="19825"/>
                  </a:cubicBezTo>
                  <a:cubicBezTo>
                    <a:pt x="92428" y="23378"/>
                    <a:pt x="94928" y="27597"/>
                    <a:pt x="101063" y="27597"/>
                  </a:cubicBezTo>
                  <a:cubicBezTo>
                    <a:pt x="106062" y="27597"/>
                    <a:pt x="113334" y="23600"/>
                    <a:pt x="113334" y="14718"/>
                  </a:cubicBezTo>
                  <a:cubicBezTo>
                    <a:pt x="113334" y="3172"/>
                    <a:pt x="99927" y="63"/>
                    <a:pt x="92201" y="63"/>
                  </a:cubicBezTo>
                  <a:cubicBezTo>
                    <a:pt x="79022" y="63"/>
                    <a:pt x="71069" y="11832"/>
                    <a:pt x="68342" y="16939"/>
                  </a:cubicBezTo>
                  <a:cubicBezTo>
                    <a:pt x="62661" y="2283"/>
                    <a:pt x="50391" y="63"/>
                    <a:pt x="43801" y="63"/>
                  </a:cubicBezTo>
                  <a:cubicBezTo>
                    <a:pt x="20169" y="63"/>
                    <a:pt x="7217" y="28708"/>
                    <a:pt x="7217" y="34259"/>
                  </a:cubicBezTo>
                  <a:cubicBezTo>
                    <a:pt x="7217" y="36479"/>
                    <a:pt x="9489" y="36479"/>
                    <a:pt x="9944" y="36479"/>
                  </a:cubicBezTo>
                  <a:cubicBezTo>
                    <a:pt x="11762" y="36479"/>
                    <a:pt x="12443" y="36035"/>
                    <a:pt x="12898" y="34037"/>
                  </a:cubicBezTo>
                  <a:cubicBezTo>
                    <a:pt x="20624" y="10499"/>
                    <a:pt x="35621" y="4948"/>
                    <a:pt x="43347" y="4948"/>
                  </a:cubicBezTo>
                  <a:cubicBezTo>
                    <a:pt x="47664" y="4948"/>
                    <a:pt x="55617" y="6946"/>
                    <a:pt x="55617" y="19825"/>
                  </a:cubicBezTo>
                  <a:cubicBezTo>
                    <a:pt x="55617" y="26709"/>
                    <a:pt x="51754" y="41587"/>
                    <a:pt x="43347" y="72674"/>
                  </a:cubicBezTo>
                  <a:cubicBezTo>
                    <a:pt x="39711" y="86441"/>
                    <a:pt x="31758" y="95767"/>
                    <a:pt x="21760" y="95767"/>
                  </a:cubicBezTo>
                  <a:cubicBezTo>
                    <a:pt x="20396" y="95767"/>
                    <a:pt x="15170" y="95767"/>
                    <a:pt x="10398" y="92881"/>
                  </a:cubicBezTo>
                  <a:cubicBezTo>
                    <a:pt x="16079" y="91770"/>
                    <a:pt x="21078" y="87107"/>
                    <a:pt x="21078" y="80890"/>
                  </a:cubicBezTo>
                  <a:cubicBezTo>
                    <a:pt x="21078" y="74894"/>
                    <a:pt x="16079" y="73118"/>
                    <a:pt x="12671" y="73118"/>
                  </a:cubicBezTo>
                  <a:cubicBezTo>
                    <a:pt x="5854" y="73118"/>
                    <a:pt x="173" y="78891"/>
                    <a:pt x="173" y="85997"/>
                  </a:cubicBezTo>
                  <a:cubicBezTo>
                    <a:pt x="173" y="96211"/>
                    <a:pt x="11534" y="100652"/>
                    <a:pt x="21533" y="100652"/>
                  </a:cubicBezTo>
                  <a:cubicBezTo>
                    <a:pt x="36530" y="100652"/>
                    <a:pt x="44710" y="85109"/>
                    <a:pt x="45392" y="83776"/>
                  </a:cubicBezTo>
                  <a:cubicBezTo>
                    <a:pt x="48119" y="91992"/>
                    <a:pt x="56299" y="100652"/>
                    <a:pt x="69933" y="100652"/>
                  </a:cubicBezTo>
                  <a:cubicBezTo>
                    <a:pt x="93337" y="100652"/>
                    <a:pt x="106290" y="72008"/>
                    <a:pt x="106290" y="66456"/>
                  </a:cubicBezTo>
                  <a:cubicBezTo>
                    <a:pt x="106290" y="64236"/>
                    <a:pt x="104244" y="64236"/>
                    <a:pt x="103563" y="64236"/>
                  </a:cubicBezTo>
                  <a:cubicBezTo>
                    <a:pt x="101518" y="64236"/>
                    <a:pt x="101063" y="65124"/>
                    <a:pt x="100609" y="66678"/>
                  </a:cubicBezTo>
                  <a:cubicBezTo>
                    <a:pt x="93110" y="90438"/>
                    <a:pt x="77658" y="95767"/>
                    <a:pt x="70387" y="95767"/>
                  </a:cubicBezTo>
                  <a:cubicBezTo>
                    <a:pt x="61525" y="95767"/>
                    <a:pt x="57889" y="88662"/>
                    <a:pt x="57889" y="81112"/>
                  </a:cubicBezTo>
                  <a:cubicBezTo>
                    <a:pt x="57889" y="76227"/>
                    <a:pt x="59253" y="71342"/>
                    <a:pt x="61752" y="61571"/>
                  </a:cubicBezTo>
                  <a:lnTo>
                    <a:pt x="69478" y="3115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89" name="Freeform: Shape 3288">
              <a:extLst>
                <a:ext uri="{FF2B5EF4-FFF2-40B4-BE49-F238E27FC236}">
                  <a16:creationId xmlns:a16="http://schemas.microsoft.com/office/drawing/2014/main" id="{CD9026BC-DA7F-35D5-9819-2AC4A38648DF}"/>
                </a:ext>
              </a:extLst>
            </p:cNvPr>
            <p:cNvSpPr/>
            <p:nvPr>
              <p:custDataLst>
                <p:tags r:id="rId31"/>
              </p:custDataLst>
            </p:nvPr>
          </p:nvSpPr>
          <p:spPr>
            <a:xfrm>
              <a:off x="6052636" y="6943536"/>
              <a:ext cx="151108" cy="51960"/>
            </a:xfrm>
            <a:custGeom>
              <a:avLst/>
              <a:gdLst>
                <a:gd name="connsiteX0" fmla="*/ 143564 w 151108"/>
                <a:gd name="connsiteY0" fmla="*/ 8945 h 51960"/>
                <a:gd name="connsiteX1" fmla="*/ 151290 w 151108"/>
                <a:gd name="connsiteY1" fmla="*/ 4504 h 51960"/>
                <a:gd name="connsiteX2" fmla="*/ 143791 w 151108"/>
                <a:gd name="connsiteY2" fmla="*/ 63 h 51960"/>
                <a:gd name="connsiteX3" fmla="*/ 7680 w 151108"/>
                <a:gd name="connsiteY3" fmla="*/ 63 h 51960"/>
                <a:gd name="connsiteX4" fmla="*/ 181 w 151108"/>
                <a:gd name="connsiteY4" fmla="*/ 4504 h 51960"/>
                <a:gd name="connsiteX5" fmla="*/ 7907 w 151108"/>
                <a:gd name="connsiteY5" fmla="*/ 8945 h 51960"/>
                <a:gd name="connsiteX6" fmla="*/ 143564 w 151108"/>
                <a:gd name="connsiteY6" fmla="*/ 8945 h 51960"/>
                <a:gd name="connsiteX7" fmla="*/ 143791 w 151108"/>
                <a:gd name="connsiteY7" fmla="*/ 52023 h 51960"/>
                <a:gd name="connsiteX8" fmla="*/ 151290 w 151108"/>
                <a:gd name="connsiteY8" fmla="*/ 47582 h 51960"/>
                <a:gd name="connsiteX9" fmla="*/ 143564 w 151108"/>
                <a:gd name="connsiteY9" fmla="*/ 43141 h 51960"/>
                <a:gd name="connsiteX10" fmla="*/ 7907 w 151108"/>
                <a:gd name="connsiteY10" fmla="*/ 43141 h 51960"/>
                <a:gd name="connsiteX11" fmla="*/ 181 w 151108"/>
                <a:gd name="connsiteY11" fmla="*/ 47582 h 51960"/>
                <a:gd name="connsiteX12" fmla="*/ 7680 w 151108"/>
                <a:gd name="connsiteY12" fmla="*/ 52023 h 51960"/>
                <a:gd name="connsiteX13" fmla="*/ 143791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564" y="8945"/>
                  </a:moveTo>
                  <a:cubicBezTo>
                    <a:pt x="146972" y="8945"/>
                    <a:pt x="151290" y="8945"/>
                    <a:pt x="151290" y="4504"/>
                  </a:cubicBezTo>
                  <a:cubicBezTo>
                    <a:pt x="151290" y="63"/>
                    <a:pt x="146972" y="63"/>
                    <a:pt x="143791" y="63"/>
                  </a:cubicBezTo>
                  <a:lnTo>
                    <a:pt x="7680" y="63"/>
                  </a:lnTo>
                  <a:cubicBezTo>
                    <a:pt x="4499" y="63"/>
                    <a:pt x="181" y="63"/>
                    <a:pt x="181" y="4504"/>
                  </a:cubicBezTo>
                  <a:cubicBezTo>
                    <a:pt x="181" y="8945"/>
                    <a:pt x="4499" y="8945"/>
                    <a:pt x="7907" y="8945"/>
                  </a:cubicBezTo>
                  <a:lnTo>
                    <a:pt x="143564" y="8945"/>
                  </a:lnTo>
                  <a:close/>
                  <a:moveTo>
                    <a:pt x="143791" y="52023"/>
                  </a:moveTo>
                  <a:cubicBezTo>
                    <a:pt x="146972" y="52023"/>
                    <a:pt x="151290" y="52023"/>
                    <a:pt x="151290" y="47582"/>
                  </a:cubicBezTo>
                  <a:cubicBezTo>
                    <a:pt x="151290" y="43141"/>
                    <a:pt x="146972" y="43141"/>
                    <a:pt x="143564" y="43141"/>
                  </a:cubicBezTo>
                  <a:lnTo>
                    <a:pt x="7907" y="43141"/>
                  </a:lnTo>
                  <a:cubicBezTo>
                    <a:pt x="4499" y="43141"/>
                    <a:pt x="181" y="43141"/>
                    <a:pt x="181" y="47582"/>
                  </a:cubicBezTo>
                  <a:cubicBezTo>
                    <a:pt x="181" y="52023"/>
                    <a:pt x="4499" y="52023"/>
                    <a:pt x="7680" y="52023"/>
                  </a:cubicBezTo>
                  <a:lnTo>
                    <a:pt x="143791"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0" name="Freeform: Shape 3289">
              <a:extLst>
                <a:ext uri="{FF2B5EF4-FFF2-40B4-BE49-F238E27FC236}">
                  <a16:creationId xmlns:a16="http://schemas.microsoft.com/office/drawing/2014/main" id="{3DBB4776-C0BD-CB97-2653-4C047F3FB698}"/>
                </a:ext>
              </a:extLst>
            </p:cNvPr>
            <p:cNvSpPr/>
            <p:nvPr>
              <p:custDataLst>
                <p:tags r:id="rId32"/>
              </p:custDataLst>
            </p:nvPr>
          </p:nvSpPr>
          <p:spPr>
            <a:xfrm>
              <a:off x="6299989" y="6877142"/>
              <a:ext cx="74986" cy="147886"/>
            </a:xfrm>
            <a:custGeom>
              <a:avLst/>
              <a:gdLst>
                <a:gd name="connsiteX0" fmla="*/ 46774 w 74986"/>
                <a:gd name="connsiteY0" fmla="*/ 5836 h 147886"/>
                <a:gd name="connsiteX1" fmla="*/ 41548 w 74986"/>
                <a:gd name="connsiteY1" fmla="*/ 63 h 147886"/>
                <a:gd name="connsiteX2" fmla="*/ 192 w 74986"/>
                <a:gd name="connsiteY2" fmla="*/ 14274 h 147886"/>
                <a:gd name="connsiteX3" fmla="*/ 192 w 74986"/>
                <a:gd name="connsiteY3" fmla="*/ 21158 h 147886"/>
                <a:gd name="connsiteX4" fmla="*/ 29959 w 74986"/>
                <a:gd name="connsiteY4" fmla="*/ 15384 h 147886"/>
                <a:gd name="connsiteX5" fmla="*/ 29959 w 74986"/>
                <a:gd name="connsiteY5" fmla="*/ 130407 h 147886"/>
                <a:gd name="connsiteX6" fmla="*/ 8827 w 74986"/>
                <a:gd name="connsiteY6" fmla="*/ 141066 h 147886"/>
                <a:gd name="connsiteX7" fmla="*/ 1555 w 74986"/>
                <a:gd name="connsiteY7" fmla="*/ 141066 h 147886"/>
                <a:gd name="connsiteX8" fmla="*/ 1555 w 74986"/>
                <a:gd name="connsiteY8" fmla="*/ 147950 h 147886"/>
                <a:gd name="connsiteX9" fmla="*/ 38367 w 74986"/>
                <a:gd name="connsiteY9" fmla="*/ 147283 h 147886"/>
                <a:gd name="connsiteX10" fmla="*/ 75178 w 74986"/>
                <a:gd name="connsiteY10" fmla="*/ 147950 h 147886"/>
                <a:gd name="connsiteX11" fmla="*/ 75178 w 74986"/>
                <a:gd name="connsiteY11" fmla="*/ 141066 h 147886"/>
                <a:gd name="connsiteX12" fmla="*/ 67907 w 74986"/>
                <a:gd name="connsiteY12" fmla="*/ 141066 h 147886"/>
                <a:gd name="connsiteX13" fmla="*/ 46774 w 74986"/>
                <a:gd name="connsiteY13" fmla="*/ 130407 h 147886"/>
                <a:gd name="connsiteX14" fmla="*/ 46774 w 74986"/>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86" h="147886">
                  <a:moveTo>
                    <a:pt x="46774" y="5836"/>
                  </a:moveTo>
                  <a:cubicBezTo>
                    <a:pt x="46774" y="507"/>
                    <a:pt x="46774" y="63"/>
                    <a:pt x="41548" y="63"/>
                  </a:cubicBezTo>
                  <a:cubicBezTo>
                    <a:pt x="27459" y="14274"/>
                    <a:pt x="7463" y="14274"/>
                    <a:pt x="192" y="14274"/>
                  </a:cubicBezTo>
                  <a:lnTo>
                    <a:pt x="192" y="21158"/>
                  </a:lnTo>
                  <a:cubicBezTo>
                    <a:pt x="4736" y="21158"/>
                    <a:pt x="18143" y="21158"/>
                    <a:pt x="29959" y="15384"/>
                  </a:cubicBezTo>
                  <a:lnTo>
                    <a:pt x="29959" y="130407"/>
                  </a:lnTo>
                  <a:cubicBezTo>
                    <a:pt x="29959" y="138401"/>
                    <a:pt x="29277" y="141066"/>
                    <a:pt x="8827" y="141066"/>
                  </a:cubicBezTo>
                  <a:lnTo>
                    <a:pt x="1555" y="141066"/>
                  </a:lnTo>
                  <a:lnTo>
                    <a:pt x="1555" y="147950"/>
                  </a:lnTo>
                  <a:cubicBezTo>
                    <a:pt x="9508" y="147283"/>
                    <a:pt x="29277" y="147283"/>
                    <a:pt x="38367" y="147283"/>
                  </a:cubicBezTo>
                  <a:cubicBezTo>
                    <a:pt x="47456" y="147283"/>
                    <a:pt x="67225" y="147283"/>
                    <a:pt x="75178" y="147950"/>
                  </a:cubicBezTo>
                  <a:lnTo>
                    <a:pt x="75178" y="141066"/>
                  </a:lnTo>
                  <a:lnTo>
                    <a:pt x="67907" y="141066"/>
                  </a:lnTo>
                  <a:cubicBezTo>
                    <a:pt x="47456" y="141066"/>
                    <a:pt x="46774" y="138623"/>
                    <a:pt x="46774" y="130407"/>
                  </a:cubicBezTo>
                  <a:lnTo>
                    <a:pt x="46774" y="583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1" name="Freeform: Shape 3290">
              <a:extLst>
                <a:ext uri="{FF2B5EF4-FFF2-40B4-BE49-F238E27FC236}">
                  <a16:creationId xmlns:a16="http://schemas.microsoft.com/office/drawing/2014/main" id="{B31174E9-A091-D054-FBED-4953EB7A3A70}"/>
                </a:ext>
              </a:extLst>
            </p:cNvPr>
            <p:cNvSpPr/>
            <p:nvPr>
              <p:custDataLst>
                <p:tags r:id="rId33"/>
              </p:custDataLst>
            </p:nvPr>
          </p:nvSpPr>
          <p:spPr>
            <a:xfrm>
              <a:off x="6402925" y="6877142"/>
              <a:ext cx="94300" cy="152771"/>
            </a:xfrm>
            <a:custGeom>
              <a:avLst/>
              <a:gdLst>
                <a:gd name="connsiteX0" fmla="*/ 20648 w 94300"/>
                <a:gd name="connsiteY0" fmla="*/ 75116 h 152771"/>
                <a:gd name="connsiteX1" fmla="*/ 20648 w 94300"/>
                <a:gd name="connsiteY1" fmla="*/ 69787 h 152771"/>
                <a:gd name="connsiteX2" fmla="*/ 60413 w 94300"/>
                <a:gd name="connsiteY2" fmla="*/ 5614 h 152771"/>
                <a:gd name="connsiteX3" fmla="*/ 80409 w 94300"/>
                <a:gd name="connsiteY3" fmla="*/ 14496 h 152771"/>
                <a:gd name="connsiteX4" fmla="*/ 67912 w 94300"/>
                <a:gd name="connsiteY4" fmla="*/ 24489 h 152771"/>
                <a:gd name="connsiteX5" fmla="*/ 78364 w 94300"/>
                <a:gd name="connsiteY5" fmla="*/ 34703 h 152771"/>
                <a:gd name="connsiteX6" fmla="*/ 88817 w 94300"/>
                <a:gd name="connsiteY6" fmla="*/ 24044 h 152771"/>
                <a:gd name="connsiteX7" fmla="*/ 59958 w 94300"/>
                <a:gd name="connsiteY7" fmla="*/ 63 h 152771"/>
                <a:gd name="connsiteX8" fmla="*/ 197 w 94300"/>
                <a:gd name="connsiteY8" fmla="*/ 77781 h 152771"/>
                <a:gd name="connsiteX9" fmla="*/ 47688 w 94300"/>
                <a:gd name="connsiteY9" fmla="*/ 152835 h 152771"/>
                <a:gd name="connsiteX10" fmla="*/ 94498 w 94300"/>
                <a:gd name="connsiteY10" fmla="*/ 102651 h 152771"/>
                <a:gd name="connsiteX11" fmla="*/ 49051 w 94300"/>
                <a:gd name="connsiteY11" fmla="*/ 53133 h 152771"/>
                <a:gd name="connsiteX12" fmla="*/ 20648 w 94300"/>
                <a:gd name="connsiteY12" fmla="*/ 75116 h 152771"/>
                <a:gd name="connsiteX13" fmla="*/ 47688 w 94300"/>
                <a:gd name="connsiteY13" fmla="*/ 146617 h 152771"/>
                <a:gd name="connsiteX14" fmla="*/ 25192 w 94300"/>
                <a:gd name="connsiteY14" fmla="*/ 129963 h 152771"/>
                <a:gd name="connsiteX15" fmla="*/ 21102 w 94300"/>
                <a:gd name="connsiteY15" fmla="*/ 97766 h 152771"/>
                <a:gd name="connsiteX16" fmla="*/ 48824 w 94300"/>
                <a:gd name="connsiteY16" fmla="*/ 58240 h 152771"/>
                <a:gd name="connsiteX17" fmla="*/ 69957 w 94300"/>
                <a:gd name="connsiteY17" fmla="*/ 72008 h 152771"/>
                <a:gd name="connsiteX18" fmla="*/ 74047 w 94300"/>
                <a:gd name="connsiteY18" fmla="*/ 102429 h 152771"/>
                <a:gd name="connsiteX19" fmla="*/ 70184 w 94300"/>
                <a:gd name="connsiteY19" fmla="*/ 132184 h 152771"/>
                <a:gd name="connsiteX20" fmla="*/ 47688 w 94300"/>
                <a:gd name="connsiteY20" fmla="*/ 146617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00" h="152771">
                  <a:moveTo>
                    <a:pt x="20648" y="75116"/>
                  </a:moveTo>
                  <a:lnTo>
                    <a:pt x="20648" y="69787"/>
                  </a:lnTo>
                  <a:cubicBezTo>
                    <a:pt x="20648" y="13608"/>
                    <a:pt x="48824" y="5614"/>
                    <a:pt x="60413" y="5614"/>
                  </a:cubicBezTo>
                  <a:cubicBezTo>
                    <a:pt x="65866" y="5614"/>
                    <a:pt x="75410" y="6946"/>
                    <a:pt x="80409" y="14496"/>
                  </a:cubicBezTo>
                  <a:cubicBezTo>
                    <a:pt x="77001" y="14496"/>
                    <a:pt x="67912" y="14496"/>
                    <a:pt x="67912" y="24489"/>
                  </a:cubicBezTo>
                  <a:cubicBezTo>
                    <a:pt x="67912" y="31372"/>
                    <a:pt x="73365" y="34703"/>
                    <a:pt x="78364" y="34703"/>
                  </a:cubicBezTo>
                  <a:cubicBezTo>
                    <a:pt x="82000" y="34703"/>
                    <a:pt x="88817" y="32704"/>
                    <a:pt x="88817" y="24044"/>
                  </a:cubicBezTo>
                  <a:cubicBezTo>
                    <a:pt x="88817" y="10721"/>
                    <a:pt x="78819" y="63"/>
                    <a:pt x="59958" y="63"/>
                  </a:cubicBezTo>
                  <a:cubicBezTo>
                    <a:pt x="30873" y="63"/>
                    <a:pt x="197" y="28708"/>
                    <a:pt x="197" y="77781"/>
                  </a:cubicBezTo>
                  <a:cubicBezTo>
                    <a:pt x="197" y="137069"/>
                    <a:pt x="26556" y="152835"/>
                    <a:pt x="47688" y="152835"/>
                  </a:cubicBezTo>
                  <a:cubicBezTo>
                    <a:pt x="72911" y="152835"/>
                    <a:pt x="94498" y="131962"/>
                    <a:pt x="94498" y="102651"/>
                  </a:cubicBezTo>
                  <a:cubicBezTo>
                    <a:pt x="94498" y="74450"/>
                    <a:pt x="74274" y="53133"/>
                    <a:pt x="49051" y="53133"/>
                  </a:cubicBezTo>
                  <a:cubicBezTo>
                    <a:pt x="33600" y="53133"/>
                    <a:pt x="25192" y="64458"/>
                    <a:pt x="20648" y="75116"/>
                  </a:cubicBezTo>
                  <a:close/>
                  <a:moveTo>
                    <a:pt x="47688" y="146617"/>
                  </a:moveTo>
                  <a:cubicBezTo>
                    <a:pt x="33372" y="146617"/>
                    <a:pt x="26556" y="133294"/>
                    <a:pt x="25192" y="129963"/>
                  </a:cubicBezTo>
                  <a:cubicBezTo>
                    <a:pt x="21102" y="119527"/>
                    <a:pt x="21102" y="101763"/>
                    <a:pt x="21102" y="97766"/>
                  </a:cubicBezTo>
                  <a:cubicBezTo>
                    <a:pt x="21102" y="80446"/>
                    <a:pt x="28373" y="58240"/>
                    <a:pt x="48824" y="58240"/>
                  </a:cubicBezTo>
                  <a:cubicBezTo>
                    <a:pt x="52460" y="58240"/>
                    <a:pt x="62912" y="58240"/>
                    <a:pt x="69957" y="72008"/>
                  </a:cubicBezTo>
                  <a:cubicBezTo>
                    <a:pt x="74047" y="80224"/>
                    <a:pt x="74047" y="91548"/>
                    <a:pt x="74047" y="102429"/>
                  </a:cubicBezTo>
                  <a:cubicBezTo>
                    <a:pt x="74047" y="113087"/>
                    <a:pt x="74047" y="124190"/>
                    <a:pt x="70184" y="132184"/>
                  </a:cubicBezTo>
                  <a:cubicBezTo>
                    <a:pt x="63367" y="145507"/>
                    <a:pt x="52914" y="146617"/>
                    <a:pt x="47688" y="146617"/>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2" name="Freeform: Shape 3291">
              <a:extLst>
                <a:ext uri="{FF2B5EF4-FFF2-40B4-BE49-F238E27FC236}">
                  <a16:creationId xmlns:a16="http://schemas.microsoft.com/office/drawing/2014/main" id="{70C492C6-7FFD-1738-4AC1-339F7C0FF50D}"/>
                </a:ext>
              </a:extLst>
            </p:cNvPr>
            <p:cNvSpPr/>
            <p:nvPr>
              <p:custDataLst>
                <p:tags r:id="rId34"/>
              </p:custDataLst>
            </p:nvPr>
          </p:nvSpPr>
          <p:spPr>
            <a:xfrm>
              <a:off x="6511996" y="6858490"/>
              <a:ext cx="31130" cy="222052"/>
            </a:xfrm>
            <a:custGeom>
              <a:avLst/>
              <a:gdLst>
                <a:gd name="connsiteX0" fmla="*/ 31332 w 31130"/>
                <a:gd name="connsiteY0" fmla="*/ 63 h 222052"/>
                <a:gd name="connsiteX1" fmla="*/ 202 w 31130"/>
                <a:gd name="connsiteY1" fmla="*/ 63 h 222052"/>
                <a:gd name="connsiteX2" fmla="*/ 202 w 31130"/>
                <a:gd name="connsiteY2" fmla="*/ 8945 h 222052"/>
                <a:gd name="connsiteX3" fmla="*/ 22243 w 31130"/>
                <a:gd name="connsiteY3" fmla="*/ 8945 h 222052"/>
                <a:gd name="connsiteX4" fmla="*/ 22243 w 31130"/>
                <a:gd name="connsiteY4" fmla="*/ 213233 h 222052"/>
                <a:gd name="connsiteX5" fmla="*/ 202 w 31130"/>
                <a:gd name="connsiteY5" fmla="*/ 213233 h 222052"/>
                <a:gd name="connsiteX6" fmla="*/ 202 w 31130"/>
                <a:gd name="connsiteY6" fmla="*/ 222115 h 222052"/>
                <a:gd name="connsiteX7" fmla="*/ 31332 w 31130"/>
                <a:gd name="connsiteY7" fmla="*/ 222115 h 222052"/>
                <a:gd name="connsiteX8" fmla="*/ 31332 w 3113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332" y="63"/>
                  </a:moveTo>
                  <a:lnTo>
                    <a:pt x="202" y="63"/>
                  </a:lnTo>
                  <a:lnTo>
                    <a:pt x="202" y="8945"/>
                  </a:lnTo>
                  <a:lnTo>
                    <a:pt x="22243" y="8945"/>
                  </a:lnTo>
                  <a:lnTo>
                    <a:pt x="22243" y="213233"/>
                  </a:lnTo>
                  <a:lnTo>
                    <a:pt x="202" y="213233"/>
                  </a:lnTo>
                  <a:lnTo>
                    <a:pt x="202" y="222115"/>
                  </a:lnTo>
                  <a:lnTo>
                    <a:pt x="31332" y="222115"/>
                  </a:lnTo>
                  <a:lnTo>
                    <a:pt x="31332"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3" name="Freeform: Shape 3292">
              <a:extLst>
                <a:ext uri="{FF2B5EF4-FFF2-40B4-BE49-F238E27FC236}">
                  <a16:creationId xmlns:a16="http://schemas.microsoft.com/office/drawing/2014/main" id="{91CAB7CC-DD35-8C99-D0C6-D9A4B875373C}"/>
                </a:ext>
              </a:extLst>
            </p:cNvPr>
            <p:cNvSpPr/>
            <p:nvPr>
              <p:custDataLst>
                <p:tags r:id="rId35"/>
              </p:custDataLst>
            </p:nvPr>
          </p:nvSpPr>
          <p:spPr>
            <a:xfrm>
              <a:off x="6645960" y="6943536"/>
              <a:ext cx="151108" cy="51960"/>
            </a:xfrm>
            <a:custGeom>
              <a:avLst/>
              <a:gdLst>
                <a:gd name="connsiteX0" fmla="*/ 143590 w 151108"/>
                <a:gd name="connsiteY0" fmla="*/ 8945 h 51960"/>
                <a:gd name="connsiteX1" fmla="*/ 151316 w 151108"/>
                <a:gd name="connsiteY1" fmla="*/ 4504 h 51960"/>
                <a:gd name="connsiteX2" fmla="*/ 143817 w 151108"/>
                <a:gd name="connsiteY2" fmla="*/ 63 h 51960"/>
                <a:gd name="connsiteX3" fmla="*/ 7706 w 151108"/>
                <a:gd name="connsiteY3" fmla="*/ 63 h 51960"/>
                <a:gd name="connsiteX4" fmla="*/ 207 w 151108"/>
                <a:gd name="connsiteY4" fmla="*/ 4504 h 51960"/>
                <a:gd name="connsiteX5" fmla="*/ 7933 w 151108"/>
                <a:gd name="connsiteY5" fmla="*/ 8945 h 51960"/>
                <a:gd name="connsiteX6" fmla="*/ 143590 w 151108"/>
                <a:gd name="connsiteY6" fmla="*/ 8945 h 51960"/>
                <a:gd name="connsiteX7" fmla="*/ 143817 w 151108"/>
                <a:gd name="connsiteY7" fmla="*/ 52023 h 51960"/>
                <a:gd name="connsiteX8" fmla="*/ 151316 w 151108"/>
                <a:gd name="connsiteY8" fmla="*/ 47582 h 51960"/>
                <a:gd name="connsiteX9" fmla="*/ 143590 w 151108"/>
                <a:gd name="connsiteY9" fmla="*/ 43141 h 51960"/>
                <a:gd name="connsiteX10" fmla="*/ 7933 w 151108"/>
                <a:gd name="connsiteY10" fmla="*/ 43141 h 51960"/>
                <a:gd name="connsiteX11" fmla="*/ 207 w 151108"/>
                <a:gd name="connsiteY11" fmla="*/ 47582 h 51960"/>
                <a:gd name="connsiteX12" fmla="*/ 7706 w 151108"/>
                <a:gd name="connsiteY12" fmla="*/ 52023 h 51960"/>
                <a:gd name="connsiteX13" fmla="*/ 143817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590" y="8945"/>
                  </a:moveTo>
                  <a:cubicBezTo>
                    <a:pt x="146998" y="8945"/>
                    <a:pt x="151316" y="8945"/>
                    <a:pt x="151316" y="4504"/>
                  </a:cubicBezTo>
                  <a:cubicBezTo>
                    <a:pt x="151316" y="63"/>
                    <a:pt x="146998" y="63"/>
                    <a:pt x="143817" y="63"/>
                  </a:cubicBezTo>
                  <a:lnTo>
                    <a:pt x="7706" y="63"/>
                  </a:lnTo>
                  <a:cubicBezTo>
                    <a:pt x="4525" y="63"/>
                    <a:pt x="207" y="63"/>
                    <a:pt x="207" y="4504"/>
                  </a:cubicBezTo>
                  <a:cubicBezTo>
                    <a:pt x="207" y="8945"/>
                    <a:pt x="4525" y="8945"/>
                    <a:pt x="7933" y="8945"/>
                  </a:cubicBezTo>
                  <a:lnTo>
                    <a:pt x="143590" y="8945"/>
                  </a:lnTo>
                  <a:close/>
                  <a:moveTo>
                    <a:pt x="143817" y="52023"/>
                  </a:moveTo>
                  <a:cubicBezTo>
                    <a:pt x="146998" y="52023"/>
                    <a:pt x="151316" y="52023"/>
                    <a:pt x="151316" y="47582"/>
                  </a:cubicBezTo>
                  <a:cubicBezTo>
                    <a:pt x="151316" y="43141"/>
                    <a:pt x="146998" y="43141"/>
                    <a:pt x="143590" y="43141"/>
                  </a:cubicBezTo>
                  <a:lnTo>
                    <a:pt x="7933" y="43141"/>
                  </a:lnTo>
                  <a:cubicBezTo>
                    <a:pt x="4525" y="43141"/>
                    <a:pt x="207" y="43141"/>
                    <a:pt x="207" y="47582"/>
                  </a:cubicBezTo>
                  <a:cubicBezTo>
                    <a:pt x="207" y="52023"/>
                    <a:pt x="4525" y="52023"/>
                    <a:pt x="7706" y="52023"/>
                  </a:cubicBezTo>
                  <a:lnTo>
                    <a:pt x="143817"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4" name="Freeform: Shape 3293">
              <a:extLst>
                <a:ext uri="{FF2B5EF4-FFF2-40B4-BE49-F238E27FC236}">
                  <a16:creationId xmlns:a16="http://schemas.microsoft.com/office/drawing/2014/main" id="{8051AB53-D52D-394E-190F-96F7127F6A7C}"/>
                </a:ext>
              </a:extLst>
            </p:cNvPr>
            <p:cNvSpPr/>
            <p:nvPr>
              <p:custDataLst>
                <p:tags r:id="rId36"/>
              </p:custDataLst>
            </p:nvPr>
          </p:nvSpPr>
          <p:spPr>
            <a:xfrm>
              <a:off x="6881723" y="6874033"/>
              <a:ext cx="164918" cy="150995"/>
            </a:xfrm>
            <a:custGeom>
              <a:avLst/>
              <a:gdLst>
                <a:gd name="connsiteX0" fmla="*/ 152462 w 164918"/>
                <a:gd name="connsiteY0" fmla="*/ 99320 h 150995"/>
                <a:gd name="connsiteX1" fmla="*/ 153599 w 164918"/>
                <a:gd name="connsiteY1" fmla="*/ 96211 h 150995"/>
                <a:gd name="connsiteX2" fmla="*/ 150872 w 164918"/>
                <a:gd name="connsiteY2" fmla="*/ 93769 h 150995"/>
                <a:gd name="connsiteX3" fmla="*/ 147918 w 164918"/>
                <a:gd name="connsiteY3" fmla="*/ 96433 h 150995"/>
                <a:gd name="connsiteX4" fmla="*/ 85884 w 164918"/>
                <a:gd name="connsiteY4" fmla="*/ 144175 h 150995"/>
                <a:gd name="connsiteX5" fmla="*/ 52708 w 164918"/>
                <a:gd name="connsiteY5" fmla="*/ 144175 h 150995"/>
                <a:gd name="connsiteX6" fmla="*/ 47709 w 164918"/>
                <a:gd name="connsiteY6" fmla="*/ 143953 h 150995"/>
                <a:gd name="connsiteX7" fmla="*/ 44755 w 164918"/>
                <a:gd name="connsiteY7" fmla="*/ 141732 h 150995"/>
                <a:gd name="connsiteX8" fmla="*/ 45891 w 164918"/>
                <a:gd name="connsiteY8" fmla="*/ 136625 h 150995"/>
                <a:gd name="connsiteX9" fmla="*/ 61343 w 164918"/>
                <a:gd name="connsiteY9" fmla="*/ 76005 h 150995"/>
                <a:gd name="connsiteX10" fmla="*/ 83839 w 164918"/>
                <a:gd name="connsiteY10" fmla="*/ 76005 h 150995"/>
                <a:gd name="connsiteX11" fmla="*/ 103153 w 164918"/>
                <a:gd name="connsiteY11" fmla="*/ 86219 h 150995"/>
                <a:gd name="connsiteX12" fmla="*/ 101563 w 164918"/>
                <a:gd name="connsiteY12" fmla="*/ 97100 h 150995"/>
                <a:gd name="connsiteX13" fmla="*/ 100881 w 164918"/>
                <a:gd name="connsiteY13" fmla="*/ 99542 h 150995"/>
                <a:gd name="connsiteX14" fmla="*/ 103835 w 164918"/>
                <a:gd name="connsiteY14" fmla="*/ 101985 h 150995"/>
                <a:gd name="connsiteX15" fmla="*/ 107243 w 164918"/>
                <a:gd name="connsiteY15" fmla="*/ 97544 h 150995"/>
                <a:gd name="connsiteX16" fmla="*/ 120196 w 164918"/>
                <a:gd name="connsiteY16" fmla="*/ 45583 h 150995"/>
                <a:gd name="connsiteX17" fmla="*/ 117469 w 164918"/>
                <a:gd name="connsiteY17" fmla="*/ 43141 h 150995"/>
                <a:gd name="connsiteX18" fmla="*/ 114288 w 164918"/>
                <a:gd name="connsiteY18" fmla="*/ 47138 h 150995"/>
                <a:gd name="connsiteX19" fmla="*/ 84520 w 164918"/>
                <a:gd name="connsiteY19" fmla="*/ 69121 h 150995"/>
                <a:gd name="connsiteX20" fmla="*/ 63161 w 164918"/>
                <a:gd name="connsiteY20" fmla="*/ 69121 h 150995"/>
                <a:gd name="connsiteX21" fmla="*/ 76795 w 164918"/>
                <a:gd name="connsiteY21" fmla="*/ 15606 h 150995"/>
                <a:gd name="connsiteX22" fmla="*/ 89065 w 164918"/>
                <a:gd name="connsiteY22" fmla="*/ 6946 h 150995"/>
                <a:gd name="connsiteX23" fmla="*/ 121105 w 164918"/>
                <a:gd name="connsiteY23" fmla="*/ 6946 h 150995"/>
                <a:gd name="connsiteX24" fmla="*/ 155644 w 164918"/>
                <a:gd name="connsiteY24" fmla="*/ 31594 h 150995"/>
                <a:gd name="connsiteX25" fmla="*/ 154735 w 164918"/>
                <a:gd name="connsiteY25" fmla="*/ 43363 h 150995"/>
                <a:gd name="connsiteX26" fmla="*/ 154507 w 164918"/>
                <a:gd name="connsiteY26" fmla="*/ 47360 h 150995"/>
                <a:gd name="connsiteX27" fmla="*/ 157234 w 164918"/>
                <a:gd name="connsiteY27" fmla="*/ 50025 h 150995"/>
                <a:gd name="connsiteX28" fmla="*/ 160415 w 164918"/>
                <a:gd name="connsiteY28" fmla="*/ 44473 h 150995"/>
                <a:gd name="connsiteX29" fmla="*/ 164960 w 164918"/>
                <a:gd name="connsiteY29" fmla="*/ 6058 h 150995"/>
                <a:gd name="connsiteX30" fmla="*/ 158825 w 164918"/>
                <a:gd name="connsiteY30" fmla="*/ 63 h 150995"/>
                <a:gd name="connsiteX31" fmla="*/ 44073 w 164918"/>
                <a:gd name="connsiteY31" fmla="*/ 63 h 150995"/>
                <a:gd name="connsiteX32" fmla="*/ 37256 w 164918"/>
                <a:gd name="connsiteY32" fmla="*/ 4504 h 150995"/>
                <a:gd name="connsiteX33" fmla="*/ 43619 w 164918"/>
                <a:gd name="connsiteY33" fmla="*/ 6946 h 150995"/>
                <a:gd name="connsiteX34" fmla="*/ 58389 w 164918"/>
                <a:gd name="connsiteY34" fmla="*/ 10943 h 150995"/>
                <a:gd name="connsiteX35" fmla="*/ 57253 w 164918"/>
                <a:gd name="connsiteY35" fmla="*/ 16273 h 150995"/>
                <a:gd name="connsiteX36" fmla="*/ 27258 w 164918"/>
                <a:gd name="connsiteY36" fmla="*/ 133738 h 150995"/>
                <a:gd name="connsiteX37" fmla="*/ 6580 w 164918"/>
                <a:gd name="connsiteY37" fmla="*/ 144175 h 150995"/>
                <a:gd name="connsiteX38" fmla="*/ 218 w 164918"/>
                <a:gd name="connsiteY38" fmla="*/ 148394 h 150995"/>
                <a:gd name="connsiteX39" fmla="*/ 6580 w 164918"/>
                <a:gd name="connsiteY39" fmla="*/ 151058 h 150995"/>
                <a:gd name="connsiteX40" fmla="*/ 124513 w 164918"/>
                <a:gd name="connsiteY40" fmla="*/ 151058 h 150995"/>
                <a:gd name="connsiteX41" fmla="*/ 131557 w 164918"/>
                <a:gd name="connsiteY41" fmla="*/ 147283 h 150995"/>
                <a:gd name="connsiteX42" fmla="*/ 152462 w 16491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918" h="150995">
                  <a:moveTo>
                    <a:pt x="152462" y="99320"/>
                  </a:moveTo>
                  <a:cubicBezTo>
                    <a:pt x="152917" y="98210"/>
                    <a:pt x="153599" y="96656"/>
                    <a:pt x="153599" y="96211"/>
                  </a:cubicBezTo>
                  <a:cubicBezTo>
                    <a:pt x="153599" y="95989"/>
                    <a:pt x="153599" y="93769"/>
                    <a:pt x="150872" y="93769"/>
                  </a:cubicBezTo>
                  <a:cubicBezTo>
                    <a:pt x="148827" y="93769"/>
                    <a:pt x="148372" y="95101"/>
                    <a:pt x="147918" y="96433"/>
                  </a:cubicBezTo>
                  <a:cubicBezTo>
                    <a:pt x="133148" y="129297"/>
                    <a:pt x="124740" y="144175"/>
                    <a:pt x="85884" y="144175"/>
                  </a:cubicBezTo>
                  <a:lnTo>
                    <a:pt x="52708" y="144175"/>
                  </a:lnTo>
                  <a:cubicBezTo>
                    <a:pt x="49527" y="144175"/>
                    <a:pt x="49072" y="144175"/>
                    <a:pt x="47709" y="143953"/>
                  </a:cubicBezTo>
                  <a:cubicBezTo>
                    <a:pt x="45437" y="143731"/>
                    <a:pt x="44755" y="143509"/>
                    <a:pt x="44755" y="141732"/>
                  </a:cubicBezTo>
                  <a:cubicBezTo>
                    <a:pt x="44755" y="141066"/>
                    <a:pt x="44755" y="140622"/>
                    <a:pt x="45891" y="136625"/>
                  </a:cubicBezTo>
                  <a:lnTo>
                    <a:pt x="61343" y="76005"/>
                  </a:lnTo>
                  <a:lnTo>
                    <a:pt x="83839" y="76005"/>
                  </a:lnTo>
                  <a:cubicBezTo>
                    <a:pt x="103153" y="76005"/>
                    <a:pt x="103153" y="80668"/>
                    <a:pt x="103153" y="86219"/>
                  </a:cubicBezTo>
                  <a:cubicBezTo>
                    <a:pt x="103153" y="87773"/>
                    <a:pt x="103153" y="90438"/>
                    <a:pt x="101563" y="97100"/>
                  </a:cubicBezTo>
                  <a:cubicBezTo>
                    <a:pt x="101108" y="98210"/>
                    <a:pt x="100881" y="98876"/>
                    <a:pt x="100881" y="99542"/>
                  </a:cubicBezTo>
                  <a:cubicBezTo>
                    <a:pt x="100881" y="100652"/>
                    <a:pt x="101790" y="101985"/>
                    <a:pt x="103835" y="101985"/>
                  </a:cubicBezTo>
                  <a:cubicBezTo>
                    <a:pt x="105653" y="101985"/>
                    <a:pt x="106335" y="100874"/>
                    <a:pt x="107243" y="97544"/>
                  </a:cubicBezTo>
                  <a:lnTo>
                    <a:pt x="120196" y="45583"/>
                  </a:lnTo>
                  <a:cubicBezTo>
                    <a:pt x="120196" y="44251"/>
                    <a:pt x="119059" y="43141"/>
                    <a:pt x="117469" y="43141"/>
                  </a:cubicBezTo>
                  <a:cubicBezTo>
                    <a:pt x="115424" y="43141"/>
                    <a:pt x="114969" y="44473"/>
                    <a:pt x="114288" y="47138"/>
                  </a:cubicBezTo>
                  <a:cubicBezTo>
                    <a:pt x="109516" y="64014"/>
                    <a:pt x="105426" y="69121"/>
                    <a:pt x="84520" y="69121"/>
                  </a:cubicBezTo>
                  <a:lnTo>
                    <a:pt x="63161" y="69121"/>
                  </a:lnTo>
                  <a:lnTo>
                    <a:pt x="76795" y="15606"/>
                  </a:lnTo>
                  <a:cubicBezTo>
                    <a:pt x="78840" y="7835"/>
                    <a:pt x="79067" y="6946"/>
                    <a:pt x="89065" y="6946"/>
                  </a:cubicBezTo>
                  <a:lnTo>
                    <a:pt x="121105" y="6946"/>
                  </a:lnTo>
                  <a:cubicBezTo>
                    <a:pt x="148827" y="6946"/>
                    <a:pt x="155644" y="13386"/>
                    <a:pt x="155644" y="31594"/>
                  </a:cubicBezTo>
                  <a:cubicBezTo>
                    <a:pt x="155644" y="36923"/>
                    <a:pt x="155644" y="37368"/>
                    <a:pt x="154735" y="43363"/>
                  </a:cubicBezTo>
                  <a:cubicBezTo>
                    <a:pt x="154735" y="44695"/>
                    <a:pt x="154507" y="46250"/>
                    <a:pt x="154507" y="47360"/>
                  </a:cubicBezTo>
                  <a:cubicBezTo>
                    <a:pt x="154507" y="48470"/>
                    <a:pt x="155189" y="50025"/>
                    <a:pt x="157234" y="50025"/>
                  </a:cubicBezTo>
                  <a:cubicBezTo>
                    <a:pt x="159734" y="50025"/>
                    <a:pt x="159961" y="48692"/>
                    <a:pt x="160415" y="44473"/>
                  </a:cubicBezTo>
                  <a:lnTo>
                    <a:pt x="164960" y="6058"/>
                  </a:lnTo>
                  <a:cubicBezTo>
                    <a:pt x="165642" y="63"/>
                    <a:pt x="164506" y="63"/>
                    <a:pt x="158825" y="63"/>
                  </a:cubicBezTo>
                  <a:lnTo>
                    <a:pt x="44073" y="63"/>
                  </a:lnTo>
                  <a:cubicBezTo>
                    <a:pt x="39529" y="63"/>
                    <a:pt x="37256" y="63"/>
                    <a:pt x="37256" y="4504"/>
                  </a:cubicBezTo>
                  <a:cubicBezTo>
                    <a:pt x="37256" y="6946"/>
                    <a:pt x="39301" y="6946"/>
                    <a:pt x="43619" y="6946"/>
                  </a:cubicBezTo>
                  <a:cubicBezTo>
                    <a:pt x="52026" y="6946"/>
                    <a:pt x="58389" y="6946"/>
                    <a:pt x="58389" y="10943"/>
                  </a:cubicBezTo>
                  <a:cubicBezTo>
                    <a:pt x="58389" y="11832"/>
                    <a:pt x="58389" y="12276"/>
                    <a:pt x="57253" y="16273"/>
                  </a:cubicBezTo>
                  <a:lnTo>
                    <a:pt x="27258" y="133738"/>
                  </a:lnTo>
                  <a:cubicBezTo>
                    <a:pt x="24986" y="142398"/>
                    <a:pt x="24532" y="144175"/>
                    <a:pt x="6580" y="144175"/>
                  </a:cubicBezTo>
                  <a:cubicBezTo>
                    <a:pt x="2717" y="144175"/>
                    <a:pt x="218" y="144175"/>
                    <a:pt x="218" y="148394"/>
                  </a:cubicBezTo>
                  <a:cubicBezTo>
                    <a:pt x="218" y="151058"/>
                    <a:pt x="2263" y="151058"/>
                    <a:pt x="6580" y="151058"/>
                  </a:cubicBezTo>
                  <a:lnTo>
                    <a:pt x="124513" y="151058"/>
                  </a:lnTo>
                  <a:cubicBezTo>
                    <a:pt x="129739" y="151058"/>
                    <a:pt x="129967" y="150836"/>
                    <a:pt x="131557" y="147283"/>
                  </a:cubicBezTo>
                  <a:lnTo>
                    <a:pt x="152462" y="9932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5" name="Freeform: Shape 3294">
              <a:extLst>
                <a:ext uri="{FF2B5EF4-FFF2-40B4-BE49-F238E27FC236}">
                  <a16:creationId xmlns:a16="http://schemas.microsoft.com/office/drawing/2014/main" id="{2CEC92F0-9C1E-1440-C5EB-3C3C09C5EFF7}"/>
                </a:ext>
              </a:extLst>
            </p:cNvPr>
            <p:cNvSpPr/>
            <p:nvPr>
              <p:custDataLst>
                <p:tags r:id="rId37"/>
              </p:custDataLst>
            </p:nvPr>
          </p:nvSpPr>
          <p:spPr>
            <a:xfrm>
              <a:off x="7080739" y="6858490"/>
              <a:ext cx="31130" cy="222052"/>
            </a:xfrm>
            <a:custGeom>
              <a:avLst/>
              <a:gdLst>
                <a:gd name="connsiteX0" fmla="*/ 31356 w 31130"/>
                <a:gd name="connsiteY0" fmla="*/ 222115 h 222052"/>
                <a:gd name="connsiteX1" fmla="*/ 31356 w 31130"/>
                <a:gd name="connsiteY1" fmla="*/ 213233 h 222052"/>
                <a:gd name="connsiteX2" fmla="*/ 9315 w 31130"/>
                <a:gd name="connsiteY2" fmla="*/ 213233 h 222052"/>
                <a:gd name="connsiteX3" fmla="*/ 9315 w 31130"/>
                <a:gd name="connsiteY3" fmla="*/ 8945 h 222052"/>
                <a:gd name="connsiteX4" fmla="*/ 31356 w 31130"/>
                <a:gd name="connsiteY4" fmla="*/ 8945 h 222052"/>
                <a:gd name="connsiteX5" fmla="*/ 31356 w 31130"/>
                <a:gd name="connsiteY5" fmla="*/ 63 h 222052"/>
                <a:gd name="connsiteX6" fmla="*/ 226 w 31130"/>
                <a:gd name="connsiteY6" fmla="*/ 63 h 222052"/>
                <a:gd name="connsiteX7" fmla="*/ 226 w 31130"/>
                <a:gd name="connsiteY7" fmla="*/ 222115 h 222052"/>
                <a:gd name="connsiteX8" fmla="*/ 31356 w 3113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356" y="222115"/>
                  </a:moveTo>
                  <a:lnTo>
                    <a:pt x="31356" y="213233"/>
                  </a:lnTo>
                  <a:lnTo>
                    <a:pt x="9315" y="213233"/>
                  </a:lnTo>
                  <a:lnTo>
                    <a:pt x="9315" y="8945"/>
                  </a:lnTo>
                  <a:lnTo>
                    <a:pt x="31356" y="8945"/>
                  </a:lnTo>
                  <a:lnTo>
                    <a:pt x="31356" y="63"/>
                  </a:lnTo>
                  <a:lnTo>
                    <a:pt x="226" y="63"/>
                  </a:lnTo>
                  <a:lnTo>
                    <a:pt x="226" y="222115"/>
                  </a:lnTo>
                  <a:lnTo>
                    <a:pt x="31356" y="22211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6" name="Freeform: Shape 3295">
              <a:extLst>
                <a:ext uri="{FF2B5EF4-FFF2-40B4-BE49-F238E27FC236}">
                  <a16:creationId xmlns:a16="http://schemas.microsoft.com/office/drawing/2014/main" id="{8EB00C2F-D97C-0264-0B2D-5C3A22039DA3}"/>
                </a:ext>
              </a:extLst>
            </p:cNvPr>
            <p:cNvSpPr/>
            <p:nvPr>
              <p:custDataLst>
                <p:tags r:id="rId38"/>
              </p:custDataLst>
            </p:nvPr>
          </p:nvSpPr>
          <p:spPr>
            <a:xfrm>
              <a:off x="7126362" y="6926882"/>
              <a:ext cx="88392" cy="100589"/>
            </a:xfrm>
            <a:custGeom>
              <a:avLst/>
              <a:gdLst>
                <a:gd name="connsiteX0" fmla="*/ 80895 w 88392"/>
                <a:gd name="connsiteY0" fmla="*/ 13830 h 100589"/>
                <a:gd name="connsiteX1" fmla="*/ 70897 w 88392"/>
                <a:gd name="connsiteY1" fmla="*/ 16939 h 100589"/>
                <a:gd name="connsiteX2" fmla="*/ 66807 w 88392"/>
                <a:gd name="connsiteY2" fmla="*/ 25599 h 100589"/>
                <a:gd name="connsiteX3" fmla="*/ 75215 w 88392"/>
                <a:gd name="connsiteY3" fmla="*/ 33371 h 100589"/>
                <a:gd name="connsiteX4" fmla="*/ 87940 w 88392"/>
                <a:gd name="connsiteY4" fmla="*/ 19159 h 100589"/>
                <a:gd name="connsiteX5" fmla="*/ 61126 w 88392"/>
                <a:gd name="connsiteY5" fmla="*/ 63 h 100589"/>
                <a:gd name="connsiteX6" fmla="*/ 229 w 88392"/>
                <a:gd name="connsiteY6" fmla="*/ 63126 h 100589"/>
                <a:gd name="connsiteX7" fmla="*/ 37040 w 88392"/>
                <a:gd name="connsiteY7" fmla="*/ 100652 h 100589"/>
                <a:gd name="connsiteX8" fmla="*/ 88621 w 88392"/>
                <a:gd name="connsiteY8" fmla="*/ 74450 h 100589"/>
                <a:gd name="connsiteX9" fmla="*/ 85895 w 88392"/>
                <a:gd name="connsiteY9" fmla="*/ 71564 h 100589"/>
                <a:gd name="connsiteX10" fmla="*/ 82940 w 88392"/>
                <a:gd name="connsiteY10" fmla="*/ 73784 h 100589"/>
                <a:gd name="connsiteX11" fmla="*/ 37494 w 88392"/>
                <a:gd name="connsiteY11" fmla="*/ 95767 h 100589"/>
                <a:gd name="connsiteX12" fmla="*/ 17044 w 88392"/>
                <a:gd name="connsiteY12" fmla="*/ 71564 h 100589"/>
                <a:gd name="connsiteX13" fmla="*/ 29314 w 88392"/>
                <a:gd name="connsiteY13" fmla="*/ 27153 h 100589"/>
                <a:gd name="connsiteX14" fmla="*/ 61354 w 88392"/>
                <a:gd name="connsiteY14" fmla="*/ 4948 h 100589"/>
                <a:gd name="connsiteX15" fmla="*/ 80895 w 88392"/>
                <a:gd name="connsiteY15" fmla="*/ 1383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92" h="100589">
                  <a:moveTo>
                    <a:pt x="80895" y="13830"/>
                  </a:moveTo>
                  <a:cubicBezTo>
                    <a:pt x="77260" y="13830"/>
                    <a:pt x="74078" y="13830"/>
                    <a:pt x="70897" y="16939"/>
                  </a:cubicBezTo>
                  <a:cubicBezTo>
                    <a:pt x="67262" y="20270"/>
                    <a:pt x="66807" y="24044"/>
                    <a:pt x="66807" y="25599"/>
                  </a:cubicBezTo>
                  <a:cubicBezTo>
                    <a:pt x="66807" y="30928"/>
                    <a:pt x="70897" y="33371"/>
                    <a:pt x="75215" y="33371"/>
                  </a:cubicBezTo>
                  <a:cubicBezTo>
                    <a:pt x="81804" y="33371"/>
                    <a:pt x="87940" y="28041"/>
                    <a:pt x="87940" y="19159"/>
                  </a:cubicBezTo>
                  <a:cubicBezTo>
                    <a:pt x="87940" y="8279"/>
                    <a:pt x="77260" y="63"/>
                    <a:pt x="61126" y="63"/>
                  </a:cubicBezTo>
                  <a:cubicBezTo>
                    <a:pt x="30450" y="63"/>
                    <a:pt x="229" y="31816"/>
                    <a:pt x="229" y="63126"/>
                  </a:cubicBezTo>
                  <a:cubicBezTo>
                    <a:pt x="229" y="83110"/>
                    <a:pt x="13408" y="100652"/>
                    <a:pt x="37040" y="100652"/>
                  </a:cubicBezTo>
                  <a:cubicBezTo>
                    <a:pt x="69534" y="100652"/>
                    <a:pt x="88621" y="77115"/>
                    <a:pt x="88621" y="74450"/>
                  </a:cubicBezTo>
                  <a:cubicBezTo>
                    <a:pt x="88621" y="73118"/>
                    <a:pt x="87258" y="71564"/>
                    <a:pt x="85895" y="71564"/>
                  </a:cubicBezTo>
                  <a:cubicBezTo>
                    <a:pt x="84758" y="71564"/>
                    <a:pt x="84304" y="72008"/>
                    <a:pt x="82940" y="73784"/>
                  </a:cubicBezTo>
                  <a:cubicBezTo>
                    <a:pt x="64989" y="95767"/>
                    <a:pt x="40221" y="95767"/>
                    <a:pt x="37494" y="95767"/>
                  </a:cubicBezTo>
                  <a:cubicBezTo>
                    <a:pt x="23179" y="95767"/>
                    <a:pt x="17044" y="84887"/>
                    <a:pt x="17044" y="71564"/>
                  </a:cubicBezTo>
                  <a:cubicBezTo>
                    <a:pt x="17044" y="62459"/>
                    <a:pt x="21588" y="40920"/>
                    <a:pt x="29314" y="27153"/>
                  </a:cubicBezTo>
                  <a:cubicBezTo>
                    <a:pt x="36358" y="14496"/>
                    <a:pt x="48856" y="4948"/>
                    <a:pt x="61354" y="4948"/>
                  </a:cubicBezTo>
                  <a:cubicBezTo>
                    <a:pt x="69079" y="4948"/>
                    <a:pt x="77714" y="7835"/>
                    <a:pt x="80895" y="1383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7" name="Freeform: Shape 3296">
              <a:extLst>
                <a:ext uri="{FF2B5EF4-FFF2-40B4-BE49-F238E27FC236}">
                  <a16:creationId xmlns:a16="http://schemas.microsoft.com/office/drawing/2014/main" id="{C46DFB79-9C59-44DC-5F07-5433B1419988}"/>
                </a:ext>
              </a:extLst>
            </p:cNvPr>
            <p:cNvSpPr/>
            <p:nvPr>
              <p:custDataLst>
                <p:tags r:id="rId39"/>
              </p:custDataLst>
            </p:nvPr>
          </p:nvSpPr>
          <p:spPr>
            <a:xfrm>
              <a:off x="7224471" y="6926882"/>
              <a:ext cx="104071" cy="100589"/>
            </a:xfrm>
            <a:custGeom>
              <a:avLst/>
              <a:gdLst>
                <a:gd name="connsiteX0" fmla="*/ 75901 w 104071"/>
                <a:gd name="connsiteY0" fmla="*/ 14274 h 100589"/>
                <a:gd name="connsiteX1" fmla="*/ 54995 w 104071"/>
                <a:gd name="connsiteY1" fmla="*/ 63 h 100589"/>
                <a:gd name="connsiteX2" fmla="*/ 233 w 104071"/>
                <a:gd name="connsiteY2" fmla="*/ 65124 h 100589"/>
                <a:gd name="connsiteX3" fmla="*/ 30455 w 104071"/>
                <a:gd name="connsiteY3" fmla="*/ 100652 h 100589"/>
                <a:gd name="connsiteX4" fmla="*/ 59994 w 104071"/>
                <a:gd name="connsiteY4" fmla="*/ 83999 h 100589"/>
                <a:gd name="connsiteX5" fmla="*/ 80672 w 104071"/>
                <a:gd name="connsiteY5" fmla="*/ 100652 h 100589"/>
                <a:gd name="connsiteX6" fmla="*/ 97488 w 104071"/>
                <a:gd name="connsiteY6" fmla="*/ 88440 h 100589"/>
                <a:gd name="connsiteX7" fmla="*/ 104304 w 104071"/>
                <a:gd name="connsiteY7" fmla="*/ 66456 h 100589"/>
                <a:gd name="connsiteX8" fmla="*/ 101578 w 104071"/>
                <a:gd name="connsiteY8" fmla="*/ 64236 h 100589"/>
                <a:gd name="connsiteX9" fmla="*/ 98396 w 104071"/>
                <a:gd name="connsiteY9" fmla="*/ 68233 h 100589"/>
                <a:gd name="connsiteX10" fmla="*/ 81127 w 104071"/>
                <a:gd name="connsiteY10" fmla="*/ 95767 h 100589"/>
                <a:gd name="connsiteX11" fmla="*/ 74310 w 104071"/>
                <a:gd name="connsiteY11" fmla="*/ 85553 h 100589"/>
                <a:gd name="connsiteX12" fmla="*/ 77264 w 104071"/>
                <a:gd name="connsiteY12" fmla="*/ 69121 h 100589"/>
                <a:gd name="connsiteX13" fmla="*/ 82263 w 104071"/>
                <a:gd name="connsiteY13" fmla="*/ 49136 h 100589"/>
                <a:gd name="connsiteX14" fmla="*/ 90443 w 104071"/>
                <a:gd name="connsiteY14" fmla="*/ 18049 h 100589"/>
                <a:gd name="connsiteX15" fmla="*/ 92034 w 104071"/>
                <a:gd name="connsiteY15" fmla="*/ 10499 h 100589"/>
                <a:gd name="connsiteX16" fmla="*/ 85444 w 104071"/>
                <a:gd name="connsiteY16" fmla="*/ 4504 h 100589"/>
                <a:gd name="connsiteX17" fmla="*/ 75901 w 104071"/>
                <a:gd name="connsiteY17" fmla="*/ 14274 h 100589"/>
                <a:gd name="connsiteX18" fmla="*/ 61131 w 104071"/>
                <a:gd name="connsiteY18" fmla="*/ 71786 h 100589"/>
                <a:gd name="connsiteX19" fmla="*/ 56586 w 104071"/>
                <a:gd name="connsiteY19" fmla="*/ 80002 h 100589"/>
                <a:gd name="connsiteX20" fmla="*/ 30909 w 104071"/>
                <a:gd name="connsiteY20" fmla="*/ 95767 h 100589"/>
                <a:gd name="connsiteX21" fmla="*/ 16366 w 104071"/>
                <a:gd name="connsiteY21" fmla="*/ 74894 h 100589"/>
                <a:gd name="connsiteX22" fmla="*/ 28864 w 104071"/>
                <a:gd name="connsiteY22" fmla="*/ 26265 h 100589"/>
                <a:gd name="connsiteX23" fmla="*/ 55223 w 104071"/>
                <a:gd name="connsiteY23" fmla="*/ 4948 h 100589"/>
                <a:gd name="connsiteX24" fmla="*/ 73174 w 104071"/>
                <a:gd name="connsiteY24" fmla="*/ 24489 h 100589"/>
                <a:gd name="connsiteX25" fmla="*/ 72492 w 104071"/>
                <a:gd name="connsiteY25" fmla="*/ 28263 h 100589"/>
                <a:gd name="connsiteX26" fmla="*/ 61131 w 104071"/>
                <a:gd name="connsiteY26" fmla="*/ 71786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071" h="100589">
                  <a:moveTo>
                    <a:pt x="75901" y="14274"/>
                  </a:moveTo>
                  <a:cubicBezTo>
                    <a:pt x="71810" y="6058"/>
                    <a:pt x="65221" y="63"/>
                    <a:pt x="54995" y="63"/>
                  </a:cubicBezTo>
                  <a:cubicBezTo>
                    <a:pt x="28409" y="63"/>
                    <a:pt x="233" y="32704"/>
                    <a:pt x="233" y="65124"/>
                  </a:cubicBezTo>
                  <a:cubicBezTo>
                    <a:pt x="233" y="85997"/>
                    <a:pt x="12731" y="100652"/>
                    <a:pt x="30455" y="100652"/>
                  </a:cubicBezTo>
                  <a:cubicBezTo>
                    <a:pt x="34999" y="100652"/>
                    <a:pt x="46361" y="99764"/>
                    <a:pt x="59994" y="83999"/>
                  </a:cubicBezTo>
                  <a:cubicBezTo>
                    <a:pt x="61812" y="93325"/>
                    <a:pt x="69765" y="100652"/>
                    <a:pt x="80672" y="100652"/>
                  </a:cubicBezTo>
                  <a:cubicBezTo>
                    <a:pt x="88626" y="100652"/>
                    <a:pt x="93852" y="95545"/>
                    <a:pt x="97488" y="88440"/>
                  </a:cubicBezTo>
                  <a:cubicBezTo>
                    <a:pt x="101350" y="80446"/>
                    <a:pt x="104304" y="66901"/>
                    <a:pt x="104304" y="66456"/>
                  </a:cubicBezTo>
                  <a:cubicBezTo>
                    <a:pt x="104304" y="64236"/>
                    <a:pt x="102259" y="64236"/>
                    <a:pt x="101578" y="64236"/>
                  </a:cubicBezTo>
                  <a:cubicBezTo>
                    <a:pt x="99305" y="64236"/>
                    <a:pt x="99078" y="65124"/>
                    <a:pt x="98396" y="68233"/>
                  </a:cubicBezTo>
                  <a:cubicBezTo>
                    <a:pt x="94534" y="82666"/>
                    <a:pt x="90443" y="95767"/>
                    <a:pt x="81127" y="95767"/>
                  </a:cubicBezTo>
                  <a:cubicBezTo>
                    <a:pt x="74992" y="95767"/>
                    <a:pt x="74310" y="89994"/>
                    <a:pt x="74310" y="85553"/>
                  </a:cubicBezTo>
                  <a:cubicBezTo>
                    <a:pt x="74310" y="80668"/>
                    <a:pt x="74764" y="78891"/>
                    <a:pt x="77264" y="69121"/>
                  </a:cubicBezTo>
                  <a:cubicBezTo>
                    <a:pt x="79764" y="59795"/>
                    <a:pt x="80218" y="57574"/>
                    <a:pt x="82263" y="49136"/>
                  </a:cubicBezTo>
                  <a:lnTo>
                    <a:pt x="90443" y="18049"/>
                  </a:lnTo>
                  <a:cubicBezTo>
                    <a:pt x="92034" y="11832"/>
                    <a:pt x="92034" y="11387"/>
                    <a:pt x="92034" y="10499"/>
                  </a:cubicBezTo>
                  <a:cubicBezTo>
                    <a:pt x="92034" y="6724"/>
                    <a:pt x="89307" y="4504"/>
                    <a:pt x="85444" y="4504"/>
                  </a:cubicBezTo>
                  <a:cubicBezTo>
                    <a:pt x="79991" y="4504"/>
                    <a:pt x="76582" y="9389"/>
                    <a:pt x="75901" y="14274"/>
                  </a:cubicBezTo>
                  <a:close/>
                  <a:moveTo>
                    <a:pt x="61131" y="71786"/>
                  </a:moveTo>
                  <a:cubicBezTo>
                    <a:pt x="59994" y="75783"/>
                    <a:pt x="59994" y="76227"/>
                    <a:pt x="56586" y="80002"/>
                  </a:cubicBezTo>
                  <a:cubicBezTo>
                    <a:pt x="46588" y="92214"/>
                    <a:pt x="37271" y="95767"/>
                    <a:pt x="30909" y="95767"/>
                  </a:cubicBezTo>
                  <a:cubicBezTo>
                    <a:pt x="19547" y="95767"/>
                    <a:pt x="16366" y="83554"/>
                    <a:pt x="16366" y="74894"/>
                  </a:cubicBezTo>
                  <a:cubicBezTo>
                    <a:pt x="16366" y="63792"/>
                    <a:pt x="23638" y="36479"/>
                    <a:pt x="28864" y="26265"/>
                  </a:cubicBezTo>
                  <a:cubicBezTo>
                    <a:pt x="35908" y="13164"/>
                    <a:pt x="46133" y="4948"/>
                    <a:pt x="55223" y="4948"/>
                  </a:cubicBezTo>
                  <a:cubicBezTo>
                    <a:pt x="69993" y="4948"/>
                    <a:pt x="73174" y="23156"/>
                    <a:pt x="73174" y="24489"/>
                  </a:cubicBezTo>
                  <a:cubicBezTo>
                    <a:pt x="73174" y="25821"/>
                    <a:pt x="72719" y="27153"/>
                    <a:pt x="72492" y="28263"/>
                  </a:cubicBezTo>
                  <a:lnTo>
                    <a:pt x="61131" y="7178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8" name="Freeform: Shape 3297">
              <a:extLst>
                <a:ext uri="{FF2B5EF4-FFF2-40B4-BE49-F238E27FC236}">
                  <a16:creationId xmlns:a16="http://schemas.microsoft.com/office/drawing/2014/main" id="{F6AD3AD8-0061-31C1-00CF-47C265D42B6A}"/>
                </a:ext>
              </a:extLst>
            </p:cNvPr>
            <p:cNvSpPr/>
            <p:nvPr>
              <p:custDataLst>
                <p:tags r:id="rId40"/>
              </p:custDataLst>
            </p:nvPr>
          </p:nvSpPr>
          <p:spPr>
            <a:xfrm>
              <a:off x="7328222" y="6926882"/>
              <a:ext cx="118614" cy="141225"/>
            </a:xfrm>
            <a:custGeom>
              <a:avLst/>
              <a:gdLst>
                <a:gd name="connsiteX0" fmla="*/ 17735 w 118614"/>
                <a:gd name="connsiteY0" fmla="*/ 125300 h 141225"/>
                <a:gd name="connsiteX1" fmla="*/ 5464 w 118614"/>
                <a:gd name="connsiteY1" fmla="*/ 134404 h 141225"/>
                <a:gd name="connsiteX2" fmla="*/ 238 w 118614"/>
                <a:gd name="connsiteY2" fmla="*/ 138623 h 141225"/>
                <a:gd name="connsiteX3" fmla="*/ 3192 w 118614"/>
                <a:gd name="connsiteY3" fmla="*/ 141288 h 141225"/>
                <a:gd name="connsiteX4" fmla="*/ 22279 w 118614"/>
                <a:gd name="connsiteY4" fmla="*/ 140622 h 141225"/>
                <a:gd name="connsiteX5" fmla="*/ 44775 w 118614"/>
                <a:gd name="connsiteY5" fmla="*/ 141288 h 141225"/>
                <a:gd name="connsiteX6" fmla="*/ 48865 w 118614"/>
                <a:gd name="connsiteY6" fmla="*/ 136847 h 141225"/>
                <a:gd name="connsiteX7" fmla="*/ 43412 w 118614"/>
                <a:gd name="connsiteY7" fmla="*/ 134404 h 141225"/>
                <a:gd name="connsiteX8" fmla="*/ 32050 w 118614"/>
                <a:gd name="connsiteY8" fmla="*/ 130852 h 141225"/>
                <a:gd name="connsiteX9" fmla="*/ 43185 w 118614"/>
                <a:gd name="connsiteY9" fmla="*/ 86441 h 141225"/>
                <a:gd name="connsiteX10" fmla="*/ 64090 w 118614"/>
                <a:gd name="connsiteY10" fmla="*/ 100652 h 141225"/>
                <a:gd name="connsiteX11" fmla="*/ 118853 w 118614"/>
                <a:gd name="connsiteY11" fmla="*/ 35591 h 141225"/>
                <a:gd name="connsiteX12" fmla="*/ 88631 w 118614"/>
                <a:gd name="connsiteY12" fmla="*/ 63 h 141225"/>
                <a:gd name="connsiteX13" fmla="*/ 58864 w 118614"/>
                <a:gd name="connsiteY13" fmla="*/ 16717 h 141225"/>
                <a:gd name="connsiteX14" fmla="*/ 38413 w 118614"/>
                <a:gd name="connsiteY14" fmla="*/ 63 h 141225"/>
                <a:gd name="connsiteX15" fmla="*/ 21598 w 118614"/>
                <a:gd name="connsiteY15" fmla="*/ 12720 h 141225"/>
                <a:gd name="connsiteX16" fmla="*/ 14554 w 118614"/>
                <a:gd name="connsiteY16" fmla="*/ 34259 h 141225"/>
                <a:gd name="connsiteX17" fmla="*/ 17280 w 118614"/>
                <a:gd name="connsiteY17" fmla="*/ 36479 h 141225"/>
                <a:gd name="connsiteX18" fmla="*/ 21143 w 118614"/>
                <a:gd name="connsiteY18" fmla="*/ 31372 h 141225"/>
                <a:gd name="connsiteX19" fmla="*/ 37731 w 118614"/>
                <a:gd name="connsiteY19" fmla="*/ 4948 h 141225"/>
                <a:gd name="connsiteX20" fmla="*/ 44775 w 118614"/>
                <a:gd name="connsiteY20" fmla="*/ 15162 h 141225"/>
                <a:gd name="connsiteX21" fmla="*/ 43185 w 118614"/>
                <a:gd name="connsiteY21" fmla="*/ 26487 h 141225"/>
                <a:gd name="connsiteX22" fmla="*/ 17735 w 118614"/>
                <a:gd name="connsiteY22" fmla="*/ 125300 h 141225"/>
                <a:gd name="connsiteX23" fmla="*/ 57727 w 118614"/>
                <a:gd name="connsiteY23" fmla="*/ 28930 h 141225"/>
                <a:gd name="connsiteX24" fmla="*/ 69543 w 118614"/>
                <a:gd name="connsiteY24" fmla="*/ 13386 h 141225"/>
                <a:gd name="connsiteX25" fmla="*/ 87949 w 118614"/>
                <a:gd name="connsiteY25" fmla="*/ 4948 h 141225"/>
                <a:gd name="connsiteX26" fmla="*/ 102492 w 118614"/>
                <a:gd name="connsiteY26" fmla="*/ 25821 h 141225"/>
                <a:gd name="connsiteX27" fmla="*/ 90903 w 118614"/>
                <a:gd name="connsiteY27" fmla="*/ 72896 h 141225"/>
                <a:gd name="connsiteX28" fmla="*/ 63863 w 118614"/>
                <a:gd name="connsiteY28" fmla="*/ 95767 h 141225"/>
                <a:gd name="connsiteX29" fmla="*/ 45911 w 118614"/>
                <a:gd name="connsiteY29" fmla="*/ 76005 h 141225"/>
                <a:gd name="connsiteX30" fmla="*/ 46593 w 118614"/>
                <a:gd name="connsiteY30" fmla="*/ 72452 h 141225"/>
                <a:gd name="connsiteX31" fmla="*/ 57727 w 118614"/>
                <a:gd name="connsiteY31" fmla="*/ 28930 h 14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8614" h="141225">
                  <a:moveTo>
                    <a:pt x="17735" y="125300"/>
                  </a:moveTo>
                  <a:cubicBezTo>
                    <a:pt x="15917" y="132850"/>
                    <a:pt x="15463" y="134404"/>
                    <a:pt x="5464" y="134404"/>
                  </a:cubicBezTo>
                  <a:cubicBezTo>
                    <a:pt x="2738" y="134404"/>
                    <a:pt x="238" y="134404"/>
                    <a:pt x="238" y="138623"/>
                  </a:cubicBezTo>
                  <a:cubicBezTo>
                    <a:pt x="238" y="140400"/>
                    <a:pt x="1374" y="141288"/>
                    <a:pt x="3192" y="141288"/>
                  </a:cubicBezTo>
                  <a:cubicBezTo>
                    <a:pt x="9327" y="141288"/>
                    <a:pt x="15917" y="140622"/>
                    <a:pt x="22279" y="140622"/>
                  </a:cubicBezTo>
                  <a:cubicBezTo>
                    <a:pt x="29778" y="140622"/>
                    <a:pt x="37504" y="141288"/>
                    <a:pt x="44775" y="141288"/>
                  </a:cubicBezTo>
                  <a:cubicBezTo>
                    <a:pt x="45911" y="141288"/>
                    <a:pt x="48865" y="141288"/>
                    <a:pt x="48865" y="136847"/>
                  </a:cubicBezTo>
                  <a:cubicBezTo>
                    <a:pt x="48865" y="134404"/>
                    <a:pt x="46593" y="134404"/>
                    <a:pt x="43412" y="134404"/>
                  </a:cubicBezTo>
                  <a:cubicBezTo>
                    <a:pt x="32050" y="134404"/>
                    <a:pt x="32050" y="132850"/>
                    <a:pt x="32050" y="130852"/>
                  </a:cubicBezTo>
                  <a:cubicBezTo>
                    <a:pt x="32050" y="128187"/>
                    <a:pt x="41594" y="91992"/>
                    <a:pt x="43185" y="86441"/>
                  </a:cubicBezTo>
                  <a:cubicBezTo>
                    <a:pt x="46139" y="92881"/>
                    <a:pt x="52501" y="100652"/>
                    <a:pt x="64090" y="100652"/>
                  </a:cubicBezTo>
                  <a:cubicBezTo>
                    <a:pt x="90449" y="100652"/>
                    <a:pt x="118853" y="68233"/>
                    <a:pt x="118853" y="35591"/>
                  </a:cubicBezTo>
                  <a:cubicBezTo>
                    <a:pt x="118853" y="14718"/>
                    <a:pt x="105900" y="63"/>
                    <a:pt x="88631" y="63"/>
                  </a:cubicBezTo>
                  <a:cubicBezTo>
                    <a:pt x="77269" y="63"/>
                    <a:pt x="66362" y="8057"/>
                    <a:pt x="58864" y="16717"/>
                  </a:cubicBezTo>
                  <a:cubicBezTo>
                    <a:pt x="56591" y="4726"/>
                    <a:pt x="46820" y="63"/>
                    <a:pt x="38413" y="63"/>
                  </a:cubicBezTo>
                  <a:cubicBezTo>
                    <a:pt x="27960" y="63"/>
                    <a:pt x="23643" y="8723"/>
                    <a:pt x="21598" y="12720"/>
                  </a:cubicBezTo>
                  <a:cubicBezTo>
                    <a:pt x="17508" y="20270"/>
                    <a:pt x="14554" y="33593"/>
                    <a:pt x="14554" y="34259"/>
                  </a:cubicBezTo>
                  <a:cubicBezTo>
                    <a:pt x="14554" y="36479"/>
                    <a:pt x="16826" y="36479"/>
                    <a:pt x="17280" y="36479"/>
                  </a:cubicBezTo>
                  <a:cubicBezTo>
                    <a:pt x="19553" y="36479"/>
                    <a:pt x="19780" y="36257"/>
                    <a:pt x="21143" y="31372"/>
                  </a:cubicBezTo>
                  <a:cubicBezTo>
                    <a:pt x="25006" y="15606"/>
                    <a:pt x="29551" y="4948"/>
                    <a:pt x="37731" y="4948"/>
                  </a:cubicBezTo>
                  <a:cubicBezTo>
                    <a:pt x="41594" y="4948"/>
                    <a:pt x="44775" y="6724"/>
                    <a:pt x="44775" y="15162"/>
                  </a:cubicBezTo>
                  <a:cubicBezTo>
                    <a:pt x="44775" y="20270"/>
                    <a:pt x="44094" y="22712"/>
                    <a:pt x="43185" y="26487"/>
                  </a:cubicBezTo>
                  <a:lnTo>
                    <a:pt x="17735" y="125300"/>
                  </a:lnTo>
                  <a:close/>
                  <a:moveTo>
                    <a:pt x="57727" y="28930"/>
                  </a:moveTo>
                  <a:cubicBezTo>
                    <a:pt x="59318" y="22934"/>
                    <a:pt x="65453" y="16717"/>
                    <a:pt x="69543" y="13386"/>
                  </a:cubicBezTo>
                  <a:cubicBezTo>
                    <a:pt x="77497" y="6502"/>
                    <a:pt x="84086" y="4948"/>
                    <a:pt x="87949" y="4948"/>
                  </a:cubicBezTo>
                  <a:cubicBezTo>
                    <a:pt x="97038" y="4948"/>
                    <a:pt x="102492" y="12720"/>
                    <a:pt x="102492" y="25821"/>
                  </a:cubicBezTo>
                  <a:cubicBezTo>
                    <a:pt x="102492" y="38922"/>
                    <a:pt x="94993" y="64458"/>
                    <a:pt x="90903" y="72896"/>
                  </a:cubicBezTo>
                  <a:cubicBezTo>
                    <a:pt x="83177" y="88440"/>
                    <a:pt x="72270" y="95767"/>
                    <a:pt x="63863" y="95767"/>
                  </a:cubicBezTo>
                  <a:cubicBezTo>
                    <a:pt x="48865" y="95767"/>
                    <a:pt x="45911" y="77337"/>
                    <a:pt x="45911" y="76005"/>
                  </a:cubicBezTo>
                  <a:cubicBezTo>
                    <a:pt x="45911" y="75561"/>
                    <a:pt x="45911" y="75116"/>
                    <a:pt x="46593" y="72452"/>
                  </a:cubicBezTo>
                  <a:lnTo>
                    <a:pt x="57727" y="2893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299" name="Freeform: Shape 3298">
              <a:extLst>
                <a:ext uri="{FF2B5EF4-FFF2-40B4-BE49-F238E27FC236}">
                  <a16:creationId xmlns:a16="http://schemas.microsoft.com/office/drawing/2014/main" id="{7A488B39-0AA7-FD93-468F-41B868789A0C}"/>
                </a:ext>
              </a:extLst>
            </p:cNvPr>
            <p:cNvSpPr/>
            <p:nvPr>
              <p:custDataLst>
                <p:tags r:id="rId41"/>
              </p:custDataLst>
            </p:nvPr>
          </p:nvSpPr>
          <p:spPr>
            <a:xfrm>
              <a:off x="7476859" y="6858490"/>
              <a:ext cx="9089" cy="222052"/>
            </a:xfrm>
            <a:custGeom>
              <a:avLst/>
              <a:gdLst>
                <a:gd name="connsiteX0" fmla="*/ 9332 w 9089"/>
                <a:gd name="connsiteY0" fmla="*/ 8057 h 222052"/>
                <a:gd name="connsiteX1" fmla="*/ 4788 w 9089"/>
                <a:gd name="connsiteY1" fmla="*/ 63 h 222052"/>
                <a:gd name="connsiteX2" fmla="*/ 243 w 9089"/>
                <a:gd name="connsiteY2" fmla="*/ 8057 h 222052"/>
                <a:gd name="connsiteX3" fmla="*/ 243 w 9089"/>
                <a:gd name="connsiteY3" fmla="*/ 214121 h 222052"/>
                <a:gd name="connsiteX4" fmla="*/ 4788 w 9089"/>
                <a:gd name="connsiteY4" fmla="*/ 222115 h 222052"/>
                <a:gd name="connsiteX5" fmla="*/ 9332 w 9089"/>
                <a:gd name="connsiteY5" fmla="*/ 214121 h 222052"/>
                <a:gd name="connsiteX6" fmla="*/ 9332 w 9089"/>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89" h="222052">
                  <a:moveTo>
                    <a:pt x="9332" y="8057"/>
                  </a:moveTo>
                  <a:cubicBezTo>
                    <a:pt x="9332" y="4060"/>
                    <a:pt x="9332" y="63"/>
                    <a:pt x="4788" y="63"/>
                  </a:cubicBezTo>
                  <a:cubicBezTo>
                    <a:pt x="243" y="63"/>
                    <a:pt x="243" y="4060"/>
                    <a:pt x="243" y="8057"/>
                  </a:cubicBezTo>
                  <a:lnTo>
                    <a:pt x="243" y="214121"/>
                  </a:lnTo>
                  <a:cubicBezTo>
                    <a:pt x="243" y="218118"/>
                    <a:pt x="243" y="222115"/>
                    <a:pt x="4788" y="222115"/>
                  </a:cubicBezTo>
                  <a:cubicBezTo>
                    <a:pt x="9332" y="222115"/>
                    <a:pt x="9332" y="218118"/>
                    <a:pt x="9332" y="214121"/>
                  </a:cubicBezTo>
                  <a:lnTo>
                    <a:pt x="9332" y="80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0" name="Freeform: Shape 3299">
              <a:extLst>
                <a:ext uri="{FF2B5EF4-FFF2-40B4-BE49-F238E27FC236}">
                  <a16:creationId xmlns:a16="http://schemas.microsoft.com/office/drawing/2014/main" id="{759DA28A-9B65-744F-127A-C48EB9A77650}"/>
                </a:ext>
              </a:extLst>
            </p:cNvPr>
            <p:cNvSpPr/>
            <p:nvPr>
              <p:custDataLst>
                <p:tags r:id="rId42"/>
              </p:custDataLst>
            </p:nvPr>
          </p:nvSpPr>
          <p:spPr>
            <a:xfrm>
              <a:off x="7519528" y="6926882"/>
              <a:ext cx="113160" cy="100589"/>
            </a:xfrm>
            <a:custGeom>
              <a:avLst/>
              <a:gdLst>
                <a:gd name="connsiteX0" fmla="*/ 69551 w 113160"/>
                <a:gd name="connsiteY0" fmla="*/ 31150 h 100589"/>
                <a:gd name="connsiteX1" fmla="*/ 92047 w 113160"/>
                <a:gd name="connsiteY1" fmla="*/ 4948 h 100589"/>
                <a:gd name="connsiteX2" fmla="*/ 103409 w 113160"/>
                <a:gd name="connsiteY2" fmla="*/ 7835 h 100589"/>
                <a:gd name="connsiteX3" fmla="*/ 92502 w 113160"/>
                <a:gd name="connsiteY3" fmla="*/ 19825 h 100589"/>
                <a:gd name="connsiteX4" fmla="*/ 101136 w 113160"/>
                <a:gd name="connsiteY4" fmla="*/ 27597 h 100589"/>
                <a:gd name="connsiteX5" fmla="*/ 113407 w 113160"/>
                <a:gd name="connsiteY5" fmla="*/ 14718 h 100589"/>
                <a:gd name="connsiteX6" fmla="*/ 92274 w 113160"/>
                <a:gd name="connsiteY6" fmla="*/ 63 h 100589"/>
                <a:gd name="connsiteX7" fmla="*/ 68415 w 113160"/>
                <a:gd name="connsiteY7" fmla="*/ 16939 h 100589"/>
                <a:gd name="connsiteX8" fmla="*/ 43874 w 113160"/>
                <a:gd name="connsiteY8" fmla="*/ 63 h 100589"/>
                <a:gd name="connsiteX9" fmla="*/ 7290 w 113160"/>
                <a:gd name="connsiteY9" fmla="*/ 34259 h 100589"/>
                <a:gd name="connsiteX10" fmla="*/ 10017 w 113160"/>
                <a:gd name="connsiteY10" fmla="*/ 36479 h 100589"/>
                <a:gd name="connsiteX11" fmla="*/ 12971 w 113160"/>
                <a:gd name="connsiteY11" fmla="*/ 34037 h 100589"/>
                <a:gd name="connsiteX12" fmla="*/ 43420 w 113160"/>
                <a:gd name="connsiteY12" fmla="*/ 4948 h 100589"/>
                <a:gd name="connsiteX13" fmla="*/ 55690 w 113160"/>
                <a:gd name="connsiteY13" fmla="*/ 19825 h 100589"/>
                <a:gd name="connsiteX14" fmla="*/ 43420 w 113160"/>
                <a:gd name="connsiteY14" fmla="*/ 72674 h 100589"/>
                <a:gd name="connsiteX15" fmla="*/ 21833 w 113160"/>
                <a:gd name="connsiteY15" fmla="*/ 95767 h 100589"/>
                <a:gd name="connsiteX16" fmla="*/ 10471 w 113160"/>
                <a:gd name="connsiteY16" fmla="*/ 92881 h 100589"/>
                <a:gd name="connsiteX17" fmla="*/ 21151 w 113160"/>
                <a:gd name="connsiteY17" fmla="*/ 80890 h 100589"/>
                <a:gd name="connsiteX18" fmla="*/ 12744 w 113160"/>
                <a:gd name="connsiteY18" fmla="*/ 73118 h 100589"/>
                <a:gd name="connsiteX19" fmla="*/ 246 w 113160"/>
                <a:gd name="connsiteY19" fmla="*/ 85997 h 100589"/>
                <a:gd name="connsiteX20" fmla="*/ 21606 w 113160"/>
                <a:gd name="connsiteY20" fmla="*/ 100652 h 100589"/>
                <a:gd name="connsiteX21" fmla="*/ 45465 w 113160"/>
                <a:gd name="connsiteY21" fmla="*/ 83776 h 100589"/>
                <a:gd name="connsiteX22" fmla="*/ 70006 w 113160"/>
                <a:gd name="connsiteY22" fmla="*/ 100652 h 100589"/>
                <a:gd name="connsiteX23" fmla="*/ 106363 w 113160"/>
                <a:gd name="connsiteY23" fmla="*/ 66456 h 100589"/>
                <a:gd name="connsiteX24" fmla="*/ 103636 w 113160"/>
                <a:gd name="connsiteY24" fmla="*/ 64236 h 100589"/>
                <a:gd name="connsiteX25" fmla="*/ 100682 w 113160"/>
                <a:gd name="connsiteY25" fmla="*/ 66678 h 100589"/>
                <a:gd name="connsiteX26" fmla="*/ 70460 w 113160"/>
                <a:gd name="connsiteY26" fmla="*/ 95767 h 100589"/>
                <a:gd name="connsiteX27" fmla="*/ 57962 w 113160"/>
                <a:gd name="connsiteY27" fmla="*/ 81112 h 100589"/>
                <a:gd name="connsiteX28" fmla="*/ 61825 w 113160"/>
                <a:gd name="connsiteY28" fmla="*/ 61571 h 100589"/>
                <a:gd name="connsiteX29" fmla="*/ 69551 w 11316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160" h="100589">
                  <a:moveTo>
                    <a:pt x="69551" y="31150"/>
                  </a:moveTo>
                  <a:cubicBezTo>
                    <a:pt x="70915" y="25377"/>
                    <a:pt x="76141" y="4948"/>
                    <a:pt x="92047" y="4948"/>
                  </a:cubicBezTo>
                  <a:cubicBezTo>
                    <a:pt x="93183" y="4948"/>
                    <a:pt x="98637" y="4948"/>
                    <a:pt x="103409" y="7835"/>
                  </a:cubicBezTo>
                  <a:cubicBezTo>
                    <a:pt x="97046" y="8945"/>
                    <a:pt x="92502" y="14496"/>
                    <a:pt x="92502" y="19825"/>
                  </a:cubicBezTo>
                  <a:cubicBezTo>
                    <a:pt x="92502" y="23378"/>
                    <a:pt x="95001" y="27597"/>
                    <a:pt x="101136" y="27597"/>
                  </a:cubicBezTo>
                  <a:cubicBezTo>
                    <a:pt x="106135" y="27597"/>
                    <a:pt x="113407" y="23600"/>
                    <a:pt x="113407" y="14718"/>
                  </a:cubicBezTo>
                  <a:cubicBezTo>
                    <a:pt x="113407" y="3172"/>
                    <a:pt x="100000" y="63"/>
                    <a:pt x="92274" y="63"/>
                  </a:cubicBezTo>
                  <a:cubicBezTo>
                    <a:pt x="79095" y="63"/>
                    <a:pt x="71142" y="11832"/>
                    <a:pt x="68415" y="16939"/>
                  </a:cubicBezTo>
                  <a:cubicBezTo>
                    <a:pt x="62734" y="2283"/>
                    <a:pt x="50464" y="63"/>
                    <a:pt x="43874" y="63"/>
                  </a:cubicBezTo>
                  <a:cubicBezTo>
                    <a:pt x="20242" y="63"/>
                    <a:pt x="7290" y="28708"/>
                    <a:pt x="7290" y="34259"/>
                  </a:cubicBezTo>
                  <a:cubicBezTo>
                    <a:pt x="7290" y="36479"/>
                    <a:pt x="9562" y="36479"/>
                    <a:pt x="10017" y="36479"/>
                  </a:cubicBezTo>
                  <a:cubicBezTo>
                    <a:pt x="11835" y="36479"/>
                    <a:pt x="12516" y="36035"/>
                    <a:pt x="12971" y="34037"/>
                  </a:cubicBezTo>
                  <a:cubicBezTo>
                    <a:pt x="20697" y="10499"/>
                    <a:pt x="35694" y="4948"/>
                    <a:pt x="43420" y="4948"/>
                  </a:cubicBezTo>
                  <a:cubicBezTo>
                    <a:pt x="47737" y="4948"/>
                    <a:pt x="55690" y="6946"/>
                    <a:pt x="55690" y="19825"/>
                  </a:cubicBezTo>
                  <a:cubicBezTo>
                    <a:pt x="55690" y="26709"/>
                    <a:pt x="51827" y="41587"/>
                    <a:pt x="43420" y="72674"/>
                  </a:cubicBezTo>
                  <a:cubicBezTo>
                    <a:pt x="39784" y="86441"/>
                    <a:pt x="31831" y="95767"/>
                    <a:pt x="21833" y="95767"/>
                  </a:cubicBezTo>
                  <a:cubicBezTo>
                    <a:pt x="20469" y="95767"/>
                    <a:pt x="15243" y="95767"/>
                    <a:pt x="10471" y="92881"/>
                  </a:cubicBezTo>
                  <a:cubicBezTo>
                    <a:pt x="16152" y="91770"/>
                    <a:pt x="21151" y="87107"/>
                    <a:pt x="21151" y="80890"/>
                  </a:cubicBezTo>
                  <a:cubicBezTo>
                    <a:pt x="21151" y="74894"/>
                    <a:pt x="16152" y="73118"/>
                    <a:pt x="12744" y="73118"/>
                  </a:cubicBezTo>
                  <a:cubicBezTo>
                    <a:pt x="5927" y="73118"/>
                    <a:pt x="246" y="78891"/>
                    <a:pt x="246" y="85997"/>
                  </a:cubicBezTo>
                  <a:cubicBezTo>
                    <a:pt x="246" y="96211"/>
                    <a:pt x="11607" y="100652"/>
                    <a:pt x="21606" y="100652"/>
                  </a:cubicBezTo>
                  <a:cubicBezTo>
                    <a:pt x="36603" y="100652"/>
                    <a:pt x="44783" y="85109"/>
                    <a:pt x="45465" y="83776"/>
                  </a:cubicBezTo>
                  <a:cubicBezTo>
                    <a:pt x="48192" y="91992"/>
                    <a:pt x="56372" y="100652"/>
                    <a:pt x="70006" y="100652"/>
                  </a:cubicBezTo>
                  <a:cubicBezTo>
                    <a:pt x="93410" y="100652"/>
                    <a:pt x="106363" y="72008"/>
                    <a:pt x="106363" y="66456"/>
                  </a:cubicBezTo>
                  <a:cubicBezTo>
                    <a:pt x="106363" y="64236"/>
                    <a:pt x="104318" y="64236"/>
                    <a:pt x="103636" y="64236"/>
                  </a:cubicBezTo>
                  <a:cubicBezTo>
                    <a:pt x="101591" y="64236"/>
                    <a:pt x="101136" y="65124"/>
                    <a:pt x="100682" y="66678"/>
                  </a:cubicBezTo>
                  <a:cubicBezTo>
                    <a:pt x="93183" y="90438"/>
                    <a:pt x="77732" y="95767"/>
                    <a:pt x="70460" y="95767"/>
                  </a:cubicBezTo>
                  <a:cubicBezTo>
                    <a:pt x="61598" y="95767"/>
                    <a:pt x="57962" y="88662"/>
                    <a:pt x="57962" y="81112"/>
                  </a:cubicBezTo>
                  <a:cubicBezTo>
                    <a:pt x="57962" y="76227"/>
                    <a:pt x="59326" y="71342"/>
                    <a:pt x="61825" y="61571"/>
                  </a:cubicBezTo>
                  <a:lnTo>
                    <a:pt x="69551" y="3115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1" name="Freeform: Shape 3300">
              <a:extLst>
                <a:ext uri="{FF2B5EF4-FFF2-40B4-BE49-F238E27FC236}">
                  <a16:creationId xmlns:a16="http://schemas.microsoft.com/office/drawing/2014/main" id="{B6C3E78B-EF40-9390-AFC5-02739AB16B78}"/>
                </a:ext>
              </a:extLst>
            </p:cNvPr>
            <p:cNvSpPr/>
            <p:nvPr>
              <p:custDataLst>
                <p:tags r:id="rId43"/>
              </p:custDataLst>
            </p:nvPr>
          </p:nvSpPr>
          <p:spPr>
            <a:xfrm>
              <a:off x="7718651" y="6943536"/>
              <a:ext cx="151108" cy="51960"/>
            </a:xfrm>
            <a:custGeom>
              <a:avLst/>
              <a:gdLst>
                <a:gd name="connsiteX0" fmla="*/ 143637 w 151108"/>
                <a:gd name="connsiteY0" fmla="*/ 8945 h 51960"/>
                <a:gd name="connsiteX1" fmla="*/ 151363 w 151108"/>
                <a:gd name="connsiteY1" fmla="*/ 4504 h 51960"/>
                <a:gd name="connsiteX2" fmla="*/ 143864 w 151108"/>
                <a:gd name="connsiteY2" fmla="*/ 63 h 51960"/>
                <a:gd name="connsiteX3" fmla="*/ 7753 w 151108"/>
                <a:gd name="connsiteY3" fmla="*/ 63 h 51960"/>
                <a:gd name="connsiteX4" fmla="*/ 254 w 151108"/>
                <a:gd name="connsiteY4" fmla="*/ 4504 h 51960"/>
                <a:gd name="connsiteX5" fmla="*/ 7980 w 151108"/>
                <a:gd name="connsiteY5" fmla="*/ 8945 h 51960"/>
                <a:gd name="connsiteX6" fmla="*/ 143637 w 151108"/>
                <a:gd name="connsiteY6" fmla="*/ 8945 h 51960"/>
                <a:gd name="connsiteX7" fmla="*/ 143864 w 151108"/>
                <a:gd name="connsiteY7" fmla="*/ 52023 h 51960"/>
                <a:gd name="connsiteX8" fmla="*/ 151363 w 151108"/>
                <a:gd name="connsiteY8" fmla="*/ 47582 h 51960"/>
                <a:gd name="connsiteX9" fmla="*/ 143637 w 151108"/>
                <a:gd name="connsiteY9" fmla="*/ 43141 h 51960"/>
                <a:gd name="connsiteX10" fmla="*/ 7980 w 151108"/>
                <a:gd name="connsiteY10" fmla="*/ 43141 h 51960"/>
                <a:gd name="connsiteX11" fmla="*/ 254 w 151108"/>
                <a:gd name="connsiteY11" fmla="*/ 47582 h 51960"/>
                <a:gd name="connsiteX12" fmla="*/ 7753 w 151108"/>
                <a:gd name="connsiteY12" fmla="*/ 52023 h 51960"/>
                <a:gd name="connsiteX13" fmla="*/ 143864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637" y="8945"/>
                  </a:moveTo>
                  <a:cubicBezTo>
                    <a:pt x="147045" y="8945"/>
                    <a:pt x="151363" y="8945"/>
                    <a:pt x="151363" y="4504"/>
                  </a:cubicBezTo>
                  <a:cubicBezTo>
                    <a:pt x="151363" y="63"/>
                    <a:pt x="147045" y="63"/>
                    <a:pt x="143864" y="63"/>
                  </a:cubicBezTo>
                  <a:lnTo>
                    <a:pt x="7753" y="63"/>
                  </a:lnTo>
                  <a:cubicBezTo>
                    <a:pt x="4572" y="63"/>
                    <a:pt x="254" y="63"/>
                    <a:pt x="254" y="4504"/>
                  </a:cubicBezTo>
                  <a:cubicBezTo>
                    <a:pt x="254" y="8945"/>
                    <a:pt x="4572" y="8945"/>
                    <a:pt x="7980" y="8945"/>
                  </a:cubicBezTo>
                  <a:lnTo>
                    <a:pt x="143637" y="8945"/>
                  </a:lnTo>
                  <a:close/>
                  <a:moveTo>
                    <a:pt x="143864" y="52023"/>
                  </a:moveTo>
                  <a:cubicBezTo>
                    <a:pt x="147045" y="52023"/>
                    <a:pt x="151363" y="52023"/>
                    <a:pt x="151363" y="47582"/>
                  </a:cubicBezTo>
                  <a:cubicBezTo>
                    <a:pt x="151363" y="43141"/>
                    <a:pt x="147045" y="43141"/>
                    <a:pt x="143637" y="43141"/>
                  </a:cubicBezTo>
                  <a:lnTo>
                    <a:pt x="7980" y="43141"/>
                  </a:lnTo>
                  <a:cubicBezTo>
                    <a:pt x="4572" y="43141"/>
                    <a:pt x="254" y="43141"/>
                    <a:pt x="254" y="47582"/>
                  </a:cubicBezTo>
                  <a:cubicBezTo>
                    <a:pt x="254" y="52023"/>
                    <a:pt x="4572" y="52023"/>
                    <a:pt x="7753" y="52023"/>
                  </a:cubicBezTo>
                  <a:lnTo>
                    <a:pt x="143864"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2" name="Freeform: Shape 3301">
              <a:extLst>
                <a:ext uri="{FF2B5EF4-FFF2-40B4-BE49-F238E27FC236}">
                  <a16:creationId xmlns:a16="http://schemas.microsoft.com/office/drawing/2014/main" id="{815CF904-EF28-8435-B71B-F8D024DB5E35}"/>
                </a:ext>
              </a:extLst>
            </p:cNvPr>
            <p:cNvSpPr/>
            <p:nvPr>
              <p:custDataLst>
                <p:tags r:id="rId44"/>
              </p:custDataLst>
            </p:nvPr>
          </p:nvSpPr>
          <p:spPr>
            <a:xfrm>
              <a:off x="7957141" y="6877142"/>
              <a:ext cx="90665" cy="147886"/>
            </a:xfrm>
            <a:custGeom>
              <a:avLst/>
              <a:gdLst>
                <a:gd name="connsiteX0" fmla="*/ 17762 w 90665"/>
                <a:gd name="connsiteY0" fmla="*/ 130852 h 147886"/>
                <a:gd name="connsiteX1" fmla="*/ 41848 w 90665"/>
                <a:gd name="connsiteY1" fmla="*/ 107980 h 147886"/>
                <a:gd name="connsiteX2" fmla="*/ 90930 w 90665"/>
                <a:gd name="connsiteY2" fmla="*/ 43141 h 147886"/>
                <a:gd name="connsiteX3" fmla="*/ 42757 w 90665"/>
                <a:gd name="connsiteY3" fmla="*/ 63 h 147886"/>
                <a:gd name="connsiteX4" fmla="*/ 265 w 90665"/>
                <a:gd name="connsiteY4" fmla="*/ 40254 h 147886"/>
                <a:gd name="connsiteX5" fmla="*/ 12308 w 90665"/>
                <a:gd name="connsiteY5" fmla="*/ 52689 h 147886"/>
                <a:gd name="connsiteX6" fmla="*/ 24124 w 90665"/>
                <a:gd name="connsiteY6" fmla="*/ 40920 h 147886"/>
                <a:gd name="connsiteX7" fmla="*/ 12081 w 90665"/>
                <a:gd name="connsiteY7" fmla="*/ 29374 h 147886"/>
                <a:gd name="connsiteX8" fmla="*/ 9127 w 90665"/>
                <a:gd name="connsiteY8" fmla="*/ 29596 h 147886"/>
                <a:gd name="connsiteX9" fmla="*/ 39803 w 90665"/>
                <a:gd name="connsiteY9" fmla="*/ 6946 h 147886"/>
                <a:gd name="connsiteX10" fmla="*/ 70252 w 90665"/>
                <a:gd name="connsiteY10" fmla="*/ 43141 h 147886"/>
                <a:gd name="connsiteX11" fmla="*/ 46393 w 90665"/>
                <a:gd name="connsiteY11" fmla="*/ 92214 h 147886"/>
                <a:gd name="connsiteX12" fmla="*/ 2764 w 90665"/>
                <a:gd name="connsiteY12" fmla="*/ 139734 h 147886"/>
                <a:gd name="connsiteX13" fmla="*/ 265 w 90665"/>
                <a:gd name="connsiteY13" fmla="*/ 147950 h 147886"/>
                <a:gd name="connsiteX14" fmla="*/ 84567 w 90665"/>
                <a:gd name="connsiteY14" fmla="*/ 147950 h 147886"/>
                <a:gd name="connsiteX15" fmla="*/ 90930 w 90665"/>
                <a:gd name="connsiteY15" fmla="*/ 109313 h 147886"/>
                <a:gd name="connsiteX16" fmla="*/ 85249 w 90665"/>
                <a:gd name="connsiteY16" fmla="*/ 109313 h 147886"/>
                <a:gd name="connsiteX17" fmla="*/ 80250 w 90665"/>
                <a:gd name="connsiteY17" fmla="*/ 129075 h 147886"/>
                <a:gd name="connsiteX18" fmla="*/ 58663 w 90665"/>
                <a:gd name="connsiteY18" fmla="*/ 130852 h 147886"/>
                <a:gd name="connsiteX19" fmla="*/ 17762 w 90665"/>
                <a:gd name="connsiteY19" fmla="*/ 130852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665" h="147886">
                  <a:moveTo>
                    <a:pt x="17762" y="130852"/>
                  </a:moveTo>
                  <a:lnTo>
                    <a:pt x="41848" y="107980"/>
                  </a:lnTo>
                  <a:cubicBezTo>
                    <a:pt x="77296" y="77337"/>
                    <a:pt x="90930" y="65346"/>
                    <a:pt x="90930" y="43141"/>
                  </a:cubicBezTo>
                  <a:cubicBezTo>
                    <a:pt x="90930" y="17827"/>
                    <a:pt x="70479" y="63"/>
                    <a:pt x="42757" y="63"/>
                  </a:cubicBezTo>
                  <a:cubicBezTo>
                    <a:pt x="17080" y="63"/>
                    <a:pt x="265" y="20492"/>
                    <a:pt x="265" y="40254"/>
                  </a:cubicBezTo>
                  <a:cubicBezTo>
                    <a:pt x="265" y="52689"/>
                    <a:pt x="11626" y="52689"/>
                    <a:pt x="12308" y="52689"/>
                  </a:cubicBezTo>
                  <a:cubicBezTo>
                    <a:pt x="16171" y="52689"/>
                    <a:pt x="24124" y="50025"/>
                    <a:pt x="24124" y="40920"/>
                  </a:cubicBezTo>
                  <a:cubicBezTo>
                    <a:pt x="24124" y="35147"/>
                    <a:pt x="20034" y="29374"/>
                    <a:pt x="12081" y="29374"/>
                  </a:cubicBezTo>
                  <a:cubicBezTo>
                    <a:pt x="10263" y="29374"/>
                    <a:pt x="9809" y="29374"/>
                    <a:pt x="9127" y="29596"/>
                  </a:cubicBezTo>
                  <a:cubicBezTo>
                    <a:pt x="14353" y="15162"/>
                    <a:pt x="26624" y="6946"/>
                    <a:pt x="39803" y="6946"/>
                  </a:cubicBezTo>
                  <a:cubicBezTo>
                    <a:pt x="60481" y="6946"/>
                    <a:pt x="70252" y="24933"/>
                    <a:pt x="70252" y="43141"/>
                  </a:cubicBezTo>
                  <a:cubicBezTo>
                    <a:pt x="70252" y="60905"/>
                    <a:pt x="58890" y="78447"/>
                    <a:pt x="46393" y="92214"/>
                  </a:cubicBezTo>
                  <a:lnTo>
                    <a:pt x="2764" y="139734"/>
                  </a:lnTo>
                  <a:cubicBezTo>
                    <a:pt x="265" y="142176"/>
                    <a:pt x="265" y="142620"/>
                    <a:pt x="265" y="147950"/>
                  </a:cubicBezTo>
                  <a:lnTo>
                    <a:pt x="84567" y="147950"/>
                  </a:lnTo>
                  <a:lnTo>
                    <a:pt x="90930" y="109313"/>
                  </a:lnTo>
                  <a:lnTo>
                    <a:pt x="85249" y="109313"/>
                  </a:lnTo>
                  <a:cubicBezTo>
                    <a:pt x="84113" y="115974"/>
                    <a:pt x="82522" y="125744"/>
                    <a:pt x="80250" y="129075"/>
                  </a:cubicBezTo>
                  <a:cubicBezTo>
                    <a:pt x="78659" y="130852"/>
                    <a:pt x="63662" y="130852"/>
                    <a:pt x="58663" y="130852"/>
                  </a:cubicBezTo>
                  <a:lnTo>
                    <a:pt x="17762" y="130852"/>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3" name="Freeform: Shape 3302">
              <a:extLst>
                <a:ext uri="{FF2B5EF4-FFF2-40B4-BE49-F238E27FC236}">
                  <a16:creationId xmlns:a16="http://schemas.microsoft.com/office/drawing/2014/main" id="{77E0D01E-528A-4AB3-D83B-9D6556690AA6}"/>
                </a:ext>
              </a:extLst>
            </p:cNvPr>
            <p:cNvSpPr/>
            <p:nvPr>
              <p:custDataLst>
                <p:tags r:id="rId45"/>
              </p:custDataLst>
            </p:nvPr>
          </p:nvSpPr>
          <p:spPr>
            <a:xfrm>
              <a:off x="8064394" y="6858490"/>
              <a:ext cx="31130" cy="222052"/>
            </a:xfrm>
            <a:custGeom>
              <a:avLst/>
              <a:gdLst>
                <a:gd name="connsiteX0" fmla="*/ 31400 w 31130"/>
                <a:gd name="connsiteY0" fmla="*/ 63 h 222052"/>
                <a:gd name="connsiteX1" fmla="*/ 270 w 31130"/>
                <a:gd name="connsiteY1" fmla="*/ 63 h 222052"/>
                <a:gd name="connsiteX2" fmla="*/ 270 w 31130"/>
                <a:gd name="connsiteY2" fmla="*/ 8945 h 222052"/>
                <a:gd name="connsiteX3" fmla="*/ 22311 w 31130"/>
                <a:gd name="connsiteY3" fmla="*/ 8945 h 222052"/>
                <a:gd name="connsiteX4" fmla="*/ 22311 w 31130"/>
                <a:gd name="connsiteY4" fmla="*/ 213233 h 222052"/>
                <a:gd name="connsiteX5" fmla="*/ 270 w 31130"/>
                <a:gd name="connsiteY5" fmla="*/ 213233 h 222052"/>
                <a:gd name="connsiteX6" fmla="*/ 270 w 31130"/>
                <a:gd name="connsiteY6" fmla="*/ 222115 h 222052"/>
                <a:gd name="connsiteX7" fmla="*/ 31400 w 31130"/>
                <a:gd name="connsiteY7" fmla="*/ 222115 h 222052"/>
                <a:gd name="connsiteX8" fmla="*/ 31400 w 3113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30" h="222052">
                  <a:moveTo>
                    <a:pt x="31400" y="63"/>
                  </a:moveTo>
                  <a:lnTo>
                    <a:pt x="270" y="63"/>
                  </a:lnTo>
                  <a:lnTo>
                    <a:pt x="270" y="8945"/>
                  </a:lnTo>
                  <a:lnTo>
                    <a:pt x="22311" y="8945"/>
                  </a:lnTo>
                  <a:lnTo>
                    <a:pt x="22311" y="213233"/>
                  </a:lnTo>
                  <a:lnTo>
                    <a:pt x="270" y="213233"/>
                  </a:lnTo>
                  <a:lnTo>
                    <a:pt x="270" y="222115"/>
                  </a:lnTo>
                  <a:lnTo>
                    <a:pt x="31400" y="222115"/>
                  </a:lnTo>
                  <a:lnTo>
                    <a:pt x="31400"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4" name="Freeform: Shape 3303">
              <a:extLst>
                <a:ext uri="{FF2B5EF4-FFF2-40B4-BE49-F238E27FC236}">
                  <a16:creationId xmlns:a16="http://schemas.microsoft.com/office/drawing/2014/main" id="{DEE73342-3EE1-ED4C-5ADC-34A0E59F94FC}"/>
                </a:ext>
              </a:extLst>
            </p:cNvPr>
            <p:cNvSpPr/>
            <p:nvPr>
              <p:custDataLst>
                <p:tags r:id="rId46"/>
              </p:custDataLst>
            </p:nvPr>
          </p:nvSpPr>
          <p:spPr>
            <a:xfrm>
              <a:off x="8198358" y="6943536"/>
              <a:ext cx="151108" cy="51960"/>
            </a:xfrm>
            <a:custGeom>
              <a:avLst/>
              <a:gdLst>
                <a:gd name="connsiteX0" fmla="*/ 143658 w 151108"/>
                <a:gd name="connsiteY0" fmla="*/ 8945 h 51960"/>
                <a:gd name="connsiteX1" fmla="*/ 151384 w 151108"/>
                <a:gd name="connsiteY1" fmla="*/ 4504 h 51960"/>
                <a:gd name="connsiteX2" fmla="*/ 143885 w 151108"/>
                <a:gd name="connsiteY2" fmla="*/ 63 h 51960"/>
                <a:gd name="connsiteX3" fmla="*/ 7774 w 151108"/>
                <a:gd name="connsiteY3" fmla="*/ 63 h 51960"/>
                <a:gd name="connsiteX4" fmla="*/ 275 w 151108"/>
                <a:gd name="connsiteY4" fmla="*/ 4504 h 51960"/>
                <a:gd name="connsiteX5" fmla="*/ 8001 w 151108"/>
                <a:gd name="connsiteY5" fmla="*/ 8945 h 51960"/>
                <a:gd name="connsiteX6" fmla="*/ 143658 w 151108"/>
                <a:gd name="connsiteY6" fmla="*/ 8945 h 51960"/>
                <a:gd name="connsiteX7" fmla="*/ 143885 w 151108"/>
                <a:gd name="connsiteY7" fmla="*/ 52023 h 51960"/>
                <a:gd name="connsiteX8" fmla="*/ 151384 w 151108"/>
                <a:gd name="connsiteY8" fmla="*/ 47582 h 51960"/>
                <a:gd name="connsiteX9" fmla="*/ 143658 w 151108"/>
                <a:gd name="connsiteY9" fmla="*/ 43141 h 51960"/>
                <a:gd name="connsiteX10" fmla="*/ 8001 w 151108"/>
                <a:gd name="connsiteY10" fmla="*/ 43141 h 51960"/>
                <a:gd name="connsiteX11" fmla="*/ 275 w 151108"/>
                <a:gd name="connsiteY11" fmla="*/ 47582 h 51960"/>
                <a:gd name="connsiteX12" fmla="*/ 7774 w 151108"/>
                <a:gd name="connsiteY12" fmla="*/ 52023 h 51960"/>
                <a:gd name="connsiteX13" fmla="*/ 143885 w 151108"/>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08" h="51960">
                  <a:moveTo>
                    <a:pt x="143658" y="8945"/>
                  </a:moveTo>
                  <a:cubicBezTo>
                    <a:pt x="147066" y="8945"/>
                    <a:pt x="151384" y="8945"/>
                    <a:pt x="151384" y="4504"/>
                  </a:cubicBezTo>
                  <a:cubicBezTo>
                    <a:pt x="151384" y="63"/>
                    <a:pt x="147066" y="63"/>
                    <a:pt x="143885" y="63"/>
                  </a:cubicBezTo>
                  <a:lnTo>
                    <a:pt x="7774" y="63"/>
                  </a:lnTo>
                  <a:cubicBezTo>
                    <a:pt x="4593" y="63"/>
                    <a:pt x="275" y="63"/>
                    <a:pt x="275" y="4504"/>
                  </a:cubicBezTo>
                  <a:cubicBezTo>
                    <a:pt x="275" y="8945"/>
                    <a:pt x="4593" y="8945"/>
                    <a:pt x="8001" y="8945"/>
                  </a:cubicBezTo>
                  <a:lnTo>
                    <a:pt x="143658" y="8945"/>
                  </a:lnTo>
                  <a:close/>
                  <a:moveTo>
                    <a:pt x="143885" y="52023"/>
                  </a:moveTo>
                  <a:cubicBezTo>
                    <a:pt x="147066" y="52023"/>
                    <a:pt x="151384" y="52023"/>
                    <a:pt x="151384" y="47582"/>
                  </a:cubicBezTo>
                  <a:cubicBezTo>
                    <a:pt x="151384" y="43141"/>
                    <a:pt x="147066" y="43141"/>
                    <a:pt x="143658" y="43141"/>
                  </a:cubicBezTo>
                  <a:lnTo>
                    <a:pt x="8001" y="43141"/>
                  </a:lnTo>
                  <a:cubicBezTo>
                    <a:pt x="4593" y="43141"/>
                    <a:pt x="275" y="43141"/>
                    <a:pt x="275" y="47582"/>
                  </a:cubicBezTo>
                  <a:cubicBezTo>
                    <a:pt x="275" y="52023"/>
                    <a:pt x="4593" y="52023"/>
                    <a:pt x="7774" y="52023"/>
                  </a:cubicBezTo>
                  <a:lnTo>
                    <a:pt x="143885"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5" name="Freeform: Shape 3304">
              <a:extLst>
                <a:ext uri="{FF2B5EF4-FFF2-40B4-BE49-F238E27FC236}">
                  <a16:creationId xmlns:a16="http://schemas.microsoft.com/office/drawing/2014/main" id="{1D34C3DD-9469-9F4E-635F-F73673A39833}"/>
                </a:ext>
              </a:extLst>
            </p:cNvPr>
            <p:cNvSpPr/>
            <p:nvPr>
              <p:custDataLst>
                <p:tags r:id="rId47"/>
              </p:custDataLst>
            </p:nvPr>
          </p:nvSpPr>
          <p:spPr>
            <a:xfrm>
              <a:off x="8445029" y="7001491"/>
              <a:ext cx="24086" cy="23537"/>
            </a:xfrm>
            <a:custGeom>
              <a:avLst/>
              <a:gdLst>
                <a:gd name="connsiteX0" fmla="*/ 24372 w 24086"/>
                <a:gd name="connsiteY0" fmla="*/ 11832 h 23537"/>
                <a:gd name="connsiteX1" fmla="*/ 12329 w 24086"/>
                <a:gd name="connsiteY1" fmla="*/ 63 h 23537"/>
                <a:gd name="connsiteX2" fmla="*/ 286 w 24086"/>
                <a:gd name="connsiteY2" fmla="*/ 11832 h 23537"/>
                <a:gd name="connsiteX3" fmla="*/ 12329 w 24086"/>
                <a:gd name="connsiteY3" fmla="*/ 23600 h 23537"/>
                <a:gd name="connsiteX4" fmla="*/ 24372 w 24086"/>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6" h="23537">
                  <a:moveTo>
                    <a:pt x="24372" y="11832"/>
                  </a:moveTo>
                  <a:cubicBezTo>
                    <a:pt x="24372" y="5392"/>
                    <a:pt x="18919" y="63"/>
                    <a:pt x="12329" y="63"/>
                  </a:cubicBezTo>
                  <a:cubicBezTo>
                    <a:pt x="5739" y="63"/>
                    <a:pt x="286" y="5392"/>
                    <a:pt x="286" y="11832"/>
                  </a:cubicBezTo>
                  <a:cubicBezTo>
                    <a:pt x="286" y="18271"/>
                    <a:pt x="5739" y="23600"/>
                    <a:pt x="12329" y="23600"/>
                  </a:cubicBezTo>
                  <a:cubicBezTo>
                    <a:pt x="18919" y="23600"/>
                    <a:pt x="24372" y="18271"/>
                    <a:pt x="24372" y="11832"/>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6" name="Freeform: Shape 3305">
              <a:extLst>
                <a:ext uri="{FF2B5EF4-FFF2-40B4-BE49-F238E27FC236}">
                  <a16:creationId xmlns:a16="http://schemas.microsoft.com/office/drawing/2014/main" id="{7A368E32-054E-5417-CE19-4927C5681B09}"/>
                </a:ext>
              </a:extLst>
            </p:cNvPr>
            <p:cNvSpPr/>
            <p:nvPr>
              <p:custDataLst>
                <p:tags r:id="rId48"/>
              </p:custDataLst>
            </p:nvPr>
          </p:nvSpPr>
          <p:spPr>
            <a:xfrm>
              <a:off x="8546019" y="7001491"/>
              <a:ext cx="24086" cy="23537"/>
            </a:xfrm>
            <a:custGeom>
              <a:avLst/>
              <a:gdLst>
                <a:gd name="connsiteX0" fmla="*/ 24377 w 24086"/>
                <a:gd name="connsiteY0" fmla="*/ 11832 h 23537"/>
                <a:gd name="connsiteX1" fmla="*/ 12334 w 24086"/>
                <a:gd name="connsiteY1" fmla="*/ 63 h 23537"/>
                <a:gd name="connsiteX2" fmla="*/ 290 w 24086"/>
                <a:gd name="connsiteY2" fmla="*/ 11832 h 23537"/>
                <a:gd name="connsiteX3" fmla="*/ 12334 w 24086"/>
                <a:gd name="connsiteY3" fmla="*/ 23600 h 23537"/>
                <a:gd name="connsiteX4" fmla="*/ 24377 w 24086"/>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6" h="23537">
                  <a:moveTo>
                    <a:pt x="24377" y="11832"/>
                  </a:moveTo>
                  <a:cubicBezTo>
                    <a:pt x="24377" y="5392"/>
                    <a:pt x="18923" y="63"/>
                    <a:pt x="12334" y="63"/>
                  </a:cubicBezTo>
                  <a:cubicBezTo>
                    <a:pt x="5744" y="63"/>
                    <a:pt x="290" y="5392"/>
                    <a:pt x="290" y="11832"/>
                  </a:cubicBezTo>
                  <a:cubicBezTo>
                    <a:pt x="290" y="18271"/>
                    <a:pt x="5744" y="23600"/>
                    <a:pt x="12334" y="23600"/>
                  </a:cubicBezTo>
                  <a:cubicBezTo>
                    <a:pt x="18923" y="23600"/>
                    <a:pt x="24377" y="18271"/>
                    <a:pt x="24377" y="11832"/>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3307" name="Freeform: Shape 3306">
              <a:extLst>
                <a:ext uri="{FF2B5EF4-FFF2-40B4-BE49-F238E27FC236}">
                  <a16:creationId xmlns:a16="http://schemas.microsoft.com/office/drawing/2014/main" id="{5DA9CB73-F2C0-D95F-701C-0810B3453A68}"/>
                </a:ext>
              </a:extLst>
            </p:cNvPr>
            <p:cNvSpPr/>
            <p:nvPr>
              <p:custDataLst>
                <p:tags r:id="rId49"/>
              </p:custDataLst>
            </p:nvPr>
          </p:nvSpPr>
          <p:spPr>
            <a:xfrm>
              <a:off x="8647010" y="7001491"/>
              <a:ext cx="24086" cy="23537"/>
            </a:xfrm>
            <a:custGeom>
              <a:avLst/>
              <a:gdLst>
                <a:gd name="connsiteX0" fmla="*/ 24381 w 24086"/>
                <a:gd name="connsiteY0" fmla="*/ 11832 h 23537"/>
                <a:gd name="connsiteX1" fmla="*/ 12338 w 24086"/>
                <a:gd name="connsiteY1" fmla="*/ 63 h 23537"/>
                <a:gd name="connsiteX2" fmla="*/ 295 w 24086"/>
                <a:gd name="connsiteY2" fmla="*/ 11832 h 23537"/>
                <a:gd name="connsiteX3" fmla="*/ 12338 w 24086"/>
                <a:gd name="connsiteY3" fmla="*/ 23600 h 23537"/>
                <a:gd name="connsiteX4" fmla="*/ 24381 w 24086"/>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6" h="23537">
                  <a:moveTo>
                    <a:pt x="24381" y="11832"/>
                  </a:moveTo>
                  <a:cubicBezTo>
                    <a:pt x="24381" y="5392"/>
                    <a:pt x="18928" y="63"/>
                    <a:pt x="12338" y="63"/>
                  </a:cubicBezTo>
                  <a:cubicBezTo>
                    <a:pt x="5748" y="63"/>
                    <a:pt x="295" y="5392"/>
                    <a:pt x="295" y="11832"/>
                  </a:cubicBezTo>
                  <a:cubicBezTo>
                    <a:pt x="295" y="18271"/>
                    <a:pt x="5748" y="23600"/>
                    <a:pt x="12338" y="23600"/>
                  </a:cubicBezTo>
                  <a:cubicBezTo>
                    <a:pt x="18928" y="23600"/>
                    <a:pt x="24381" y="18271"/>
                    <a:pt x="24381" y="11832"/>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3309" name="TextBox 3308">
            <a:extLst>
              <a:ext uri="{FF2B5EF4-FFF2-40B4-BE49-F238E27FC236}">
                <a16:creationId xmlns:a16="http://schemas.microsoft.com/office/drawing/2014/main" id="{F306ACCE-A736-655F-CEF2-558D6541C5CC}"/>
              </a:ext>
            </a:extLst>
          </p:cNvPr>
          <p:cNvSpPr txBox="1"/>
          <p:nvPr/>
        </p:nvSpPr>
        <p:spPr>
          <a:xfrm>
            <a:off x="866588" y="5264066"/>
            <a:ext cx="1013702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In an experimental context</a:t>
            </a: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for example, causal inference based on regression methods is developed under the assumption that when the observed </a:t>
            </a:r>
            <a:r>
              <a:rPr kumimoji="0" lang="en-US" sz="1600" b="1"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variables are “made equal” in the control and treatment groups</a:t>
            </a:r>
            <a:r>
              <a:rPr kumimoji="0" lang="en-US" sz="1600" b="0" i="0" u="none" strike="noStrike" kern="1200" cap="none" spc="0" normalizeH="0" baseline="0" noProof="0">
                <a:ln>
                  <a:noFill/>
                </a:ln>
                <a:solidFill>
                  <a:prstClr val="white"/>
                </a:solidFill>
                <a:effectLst/>
                <a:uLnTx/>
                <a:uFillTx/>
                <a:latin typeface="Aptos" panose="020B0004020202020204"/>
                <a:ea typeface="+mn-ea"/>
                <a:cs typeface="+mn-cs"/>
              </a:rPr>
              <a:t>, the selection bias from factors that we cannot observe is eliminated.</a:t>
            </a:r>
            <a:endParaRPr kumimoji="0" lang="es-CO" sz="16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310" name="TextBox 3309">
            <a:extLst>
              <a:ext uri="{FF2B5EF4-FFF2-40B4-BE49-F238E27FC236}">
                <a16:creationId xmlns:a16="http://schemas.microsoft.com/office/drawing/2014/main" id="{6827E6FA-D2B4-EAD8-DCA2-B75D744EF8C2}"/>
              </a:ext>
            </a:extLst>
          </p:cNvPr>
          <p:cNvSpPr txBox="1"/>
          <p:nvPr/>
        </p:nvSpPr>
        <p:spPr>
          <a:xfrm>
            <a:off x="880883" y="4505185"/>
            <a:ext cx="585819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In which cases would we expect this model to satisfy the equation                          ?</a:t>
            </a:r>
            <a:endParaRPr kumimoji="0" lang="es-CO" sz="1800" b="1" i="0" u="sng" strike="noStrike" kern="1200" cap="none" spc="0" normalizeH="0" baseline="0" noProof="0">
              <a:ln>
                <a:noFill/>
              </a:ln>
              <a:solidFill>
                <a:srgbClr val="FFFF00"/>
              </a:solidFill>
              <a:effectLst/>
              <a:uLnTx/>
              <a:uFillTx/>
              <a:latin typeface="Aptos" panose="020B0004020202020204"/>
              <a:ea typeface="+mn-ea"/>
              <a:cs typeface="+mn-cs"/>
            </a:endParaRPr>
          </a:p>
        </p:txBody>
      </p:sp>
      <p:grpSp>
        <p:nvGrpSpPr>
          <p:cNvPr id="3311" name="Group 3310">
            <a:extLst>
              <a:ext uri="{FF2B5EF4-FFF2-40B4-BE49-F238E27FC236}">
                <a16:creationId xmlns:a16="http://schemas.microsoft.com/office/drawing/2014/main" id="{652E0EF3-AFA4-CB95-4E47-9DC264DEB97F}"/>
              </a:ext>
            </a:extLst>
          </p:cNvPr>
          <p:cNvGrpSpPr>
            <a:grpSpLocks noChangeAspect="1"/>
          </p:cNvGrpSpPr>
          <p:nvPr>
            <p:custDataLst>
              <p:tags r:id="rId4"/>
            </p:custDataLst>
          </p:nvPr>
        </p:nvGrpSpPr>
        <p:grpSpPr>
          <a:xfrm>
            <a:off x="2384445" y="4855756"/>
            <a:ext cx="1025736" cy="222052"/>
            <a:chOff x="3663204" y="6853006"/>
            <a:chExt cx="1025736" cy="222052"/>
          </a:xfrm>
          <a:solidFill>
            <a:srgbClr val="FFFF00"/>
          </a:solidFill>
        </p:grpSpPr>
        <p:sp>
          <p:nvSpPr>
            <p:cNvPr id="3312" name="Freeform: Shape 3311">
              <a:extLst>
                <a:ext uri="{FF2B5EF4-FFF2-40B4-BE49-F238E27FC236}">
                  <a16:creationId xmlns:a16="http://schemas.microsoft.com/office/drawing/2014/main" id="{A97A954F-B2B0-849F-9216-DF864738C7FC}"/>
                </a:ext>
              </a:extLst>
            </p:cNvPr>
            <p:cNvSpPr/>
            <p:nvPr>
              <p:custDataLst>
                <p:tags r:id="rId5"/>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3" name="Freeform: Shape 3312">
              <a:extLst>
                <a:ext uri="{FF2B5EF4-FFF2-40B4-BE49-F238E27FC236}">
                  <a16:creationId xmlns:a16="http://schemas.microsoft.com/office/drawing/2014/main" id="{2806AF69-72AF-D071-2E06-10FD6508B6F5}"/>
                </a:ext>
              </a:extLst>
            </p:cNvPr>
            <p:cNvSpPr/>
            <p:nvPr>
              <p:custDataLst>
                <p:tags r:id="rId6"/>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4" name="Freeform: Shape 3313">
              <a:extLst>
                <a:ext uri="{FF2B5EF4-FFF2-40B4-BE49-F238E27FC236}">
                  <a16:creationId xmlns:a16="http://schemas.microsoft.com/office/drawing/2014/main" id="{7EE1170D-08FE-F732-7E0F-082F3C7B9CB3}"/>
                </a:ext>
              </a:extLst>
            </p:cNvPr>
            <p:cNvSpPr/>
            <p:nvPr>
              <p:custDataLst>
                <p:tags r:id="rId7"/>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5" name="Freeform: Shape 3314">
              <a:extLst>
                <a:ext uri="{FF2B5EF4-FFF2-40B4-BE49-F238E27FC236}">
                  <a16:creationId xmlns:a16="http://schemas.microsoft.com/office/drawing/2014/main" id="{1980991B-7898-3A05-FDDD-2324F32B01E8}"/>
                </a:ext>
              </a:extLst>
            </p:cNvPr>
            <p:cNvSpPr/>
            <p:nvPr>
              <p:custDataLst>
                <p:tags r:id="rId8"/>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6" name="Freeform: Shape 3315">
              <a:extLst>
                <a:ext uri="{FF2B5EF4-FFF2-40B4-BE49-F238E27FC236}">
                  <a16:creationId xmlns:a16="http://schemas.microsoft.com/office/drawing/2014/main" id="{FB5DC7B1-4516-A003-C6F4-2EF0F6462E45}"/>
                </a:ext>
              </a:extLst>
            </p:cNvPr>
            <p:cNvSpPr/>
            <p:nvPr>
              <p:custDataLst>
                <p:tags r:id="rId9"/>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7" name="Freeform: Shape 3316">
              <a:extLst>
                <a:ext uri="{FF2B5EF4-FFF2-40B4-BE49-F238E27FC236}">
                  <a16:creationId xmlns:a16="http://schemas.microsoft.com/office/drawing/2014/main" id="{853240F6-D816-C4B8-A268-416030E15D60}"/>
                </a:ext>
              </a:extLst>
            </p:cNvPr>
            <p:cNvSpPr/>
            <p:nvPr>
              <p:custDataLst>
                <p:tags r:id="rId10"/>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8" name="Freeform: Shape 3317">
              <a:extLst>
                <a:ext uri="{FF2B5EF4-FFF2-40B4-BE49-F238E27FC236}">
                  <a16:creationId xmlns:a16="http://schemas.microsoft.com/office/drawing/2014/main" id="{C34ED1B8-E62D-8185-7B9F-671334B610A2}"/>
                </a:ext>
              </a:extLst>
            </p:cNvPr>
            <p:cNvSpPr/>
            <p:nvPr>
              <p:custDataLst>
                <p:tags r:id="rId11"/>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sp>
          <p:nvSpPr>
            <p:cNvPr id="3319" name="Freeform: Shape 3318">
              <a:extLst>
                <a:ext uri="{FF2B5EF4-FFF2-40B4-BE49-F238E27FC236}">
                  <a16:creationId xmlns:a16="http://schemas.microsoft.com/office/drawing/2014/main" id="{DDB949EB-2599-DA18-AF86-FD499C98DB78}"/>
                </a:ext>
              </a:extLst>
            </p:cNvPr>
            <p:cNvSpPr/>
            <p:nvPr>
              <p:custDataLst>
                <p:tags r:id="rId12"/>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b="1">
                <a:solidFill>
                  <a:schemeClr val="accent2"/>
                </a:solidFill>
              </a:endParaRPr>
            </a:p>
          </p:txBody>
        </p:sp>
      </p:grpSp>
    </p:spTree>
    <p:extLst>
      <p:ext uri="{BB962C8B-B14F-4D97-AF65-F5344CB8AC3E}">
        <p14:creationId xmlns:p14="http://schemas.microsoft.com/office/powerpoint/2010/main" val="7352778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E2448-F37B-6DFF-57B1-AAD5F00FBDA1}"/>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A4A84A5C-76C4-A2C6-13A0-4C20C37B97AD}"/>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A07ABB0C-62A2-1E26-E646-240DF1D49A4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092B0074-6D83-6C6B-AF16-6B6B3CCE7BA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EFA930EF-324F-A7C3-069E-1B814A6C6FEF}"/>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DFE41956-4B26-7AFD-5EAD-1D9596F1B48B}"/>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F57784F5-2880-D10E-CA6C-3519C252A3C3}"/>
              </a:ext>
            </a:extLst>
          </p:cNvPr>
          <p:cNvSpPr txBox="1"/>
          <p:nvPr/>
        </p:nvSpPr>
        <p:spPr>
          <a:xfrm>
            <a:off x="891589" y="1695031"/>
            <a:ext cx="4775785" cy="338554"/>
          </a:xfrm>
          <a:prstGeom prst="rect">
            <a:avLst/>
          </a:prstGeom>
          <a:noFill/>
        </p:spPr>
        <p:txBody>
          <a:bodyPr wrap="square">
            <a:spAutoFit/>
          </a:bodyPr>
          <a:lstStyle/>
          <a:p>
            <a:r>
              <a:rPr lang="en-US" sz="1600" b="1">
                <a:solidFill>
                  <a:srgbClr val="FF0000"/>
                </a:solidFill>
              </a:rPr>
              <a:t>Population regression function</a:t>
            </a:r>
            <a:endParaRPr lang="es-ES" sz="1600" b="1">
              <a:solidFill>
                <a:srgbClr val="FF0000"/>
              </a:solidFill>
            </a:endParaRPr>
          </a:p>
        </p:txBody>
      </p:sp>
      <p:grpSp>
        <p:nvGrpSpPr>
          <p:cNvPr id="204" name="Group 203">
            <a:extLst>
              <a:ext uri="{FF2B5EF4-FFF2-40B4-BE49-F238E27FC236}">
                <a16:creationId xmlns:a16="http://schemas.microsoft.com/office/drawing/2014/main" id="{92943527-A0B4-0545-235A-8EE68635CBF1}"/>
              </a:ext>
            </a:extLst>
          </p:cNvPr>
          <p:cNvGrpSpPr/>
          <p:nvPr/>
        </p:nvGrpSpPr>
        <p:grpSpPr>
          <a:xfrm>
            <a:off x="1054268" y="2136896"/>
            <a:ext cx="3927308" cy="1870321"/>
            <a:chOff x="1025692" y="2134320"/>
            <a:chExt cx="5211491" cy="2481894"/>
          </a:xfrm>
        </p:grpSpPr>
        <p:grpSp>
          <p:nvGrpSpPr>
            <p:cNvPr id="3" name="Group 2">
              <a:extLst>
                <a:ext uri="{FF2B5EF4-FFF2-40B4-BE49-F238E27FC236}">
                  <a16:creationId xmlns:a16="http://schemas.microsoft.com/office/drawing/2014/main" id="{16AE7DD8-DAA7-ED5C-9B14-9844770E76FD}"/>
                </a:ext>
              </a:extLst>
            </p:cNvPr>
            <p:cNvGrpSpPr>
              <a:grpSpLocks noChangeAspect="1"/>
            </p:cNvGrpSpPr>
            <p:nvPr>
              <p:custDataLst>
                <p:tags r:id="rId1"/>
              </p:custDataLst>
            </p:nvPr>
          </p:nvGrpSpPr>
          <p:grpSpPr>
            <a:xfrm>
              <a:off x="1025692" y="2134320"/>
              <a:ext cx="2397698" cy="293471"/>
              <a:chOff x="4306195" y="3814010"/>
              <a:chExt cx="1695107" cy="207476"/>
            </a:xfrm>
          </p:grpSpPr>
          <p:sp>
            <p:nvSpPr>
              <p:cNvPr id="4" name="Freeform: Shape 3">
                <a:extLst>
                  <a:ext uri="{FF2B5EF4-FFF2-40B4-BE49-F238E27FC236}">
                    <a16:creationId xmlns:a16="http://schemas.microsoft.com/office/drawing/2014/main" id="{F029F217-10A8-6827-3AEF-210D21228B82}"/>
                  </a:ext>
                </a:extLst>
              </p:cNvPr>
              <p:cNvSpPr/>
              <p:nvPr>
                <p:custDataLst>
                  <p:tags r:id="rId94"/>
                </p:custDataLst>
              </p:nvPr>
            </p:nvSpPr>
            <p:spPr>
              <a:xfrm>
                <a:off x="4306195" y="3874135"/>
                <a:ext cx="105345" cy="147351"/>
              </a:xfrm>
              <a:custGeom>
                <a:avLst/>
                <a:gdLst>
                  <a:gd name="connsiteX0" fmla="*/ 104508 w 105345"/>
                  <a:gd name="connsiteY0" fmla="*/ 13955 h 147351"/>
                  <a:gd name="connsiteX1" fmla="*/ 105422 w 105345"/>
                  <a:gd name="connsiteY1" fmla="*/ 8717 h 147351"/>
                  <a:gd name="connsiteX2" fmla="*/ 98795 w 105345"/>
                  <a:gd name="connsiteY2" fmla="*/ 2568 h 147351"/>
                  <a:gd name="connsiteX3" fmla="*/ 90797 w 105345"/>
                  <a:gd name="connsiteY3" fmla="*/ 7351 h 147351"/>
                  <a:gd name="connsiteX4" fmla="*/ 87598 w 105345"/>
                  <a:gd name="connsiteY4" fmla="*/ 19649 h 147351"/>
                  <a:gd name="connsiteX5" fmla="*/ 83028 w 105345"/>
                  <a:gd name="connsiteY5" fmla="*/ 37869 h 147351"/>
                  <a:gd name="connsiteX6" fmla="*/ 72745 w 105345"/>
                  <a:gd name="connsiteY6" fmla="*/ 78863 h 147351"/>
                  <a:gd name="connsiteX7" fmla="*/ 46922 w 105345"/>
                  <a:gd name="connsiteY7" fmla="*/ 98221 h 147351"/>
                  <a:gd name="connsiteX8" fmla="*/ 32754 w 105345"/>
                  <a:gd name="connsiteY8" fmla="*/ 79774 h 147351"/>
                  <a:gd name="connsiteX9" fmla="*/ 44409 w 105345"/>
                  <a:gd name="connsiteY9" fmla="*/ 35136 h 147351"/>
                  <a:gd name="connsiteX10" fmla="*/ 48979 w 105345"/>
                  <a:gd name="connsiteY10" fmla="*/ 18738 h 147351"/>
                  <a:gd name="connsiteX11" fmla="*/ 30241 w 105345"/>
                  <a:gd name="connsiteY11" fmla="*/ 63 h 147351"/>
                  <a:gd name="connsiteX12" fmla="*/ 77 w 105345"/>
                  <a:gd name="connsiteY12" fmla="*/ 35136 h 147351"/>
                  <a:gd name="connsiteX13" fmla="*/ 2819 w 105345"/>
                  <a:gd name="connsiteY13" fmla="*/ 37413 h 147351"/>
                  <a:gd name="connsiteX14" fmla="*/ 6475 w 105345"/>
                  <a:gd name="connsiteY14" fmla="*/ 33314 h 147351"/>
                  <a:gd name="connsiteX15" fmla="*/ 29555 w 105345"/>
                  <a:gd name="connsiteY15" fmla="*/ 5073 h 147351"/>
                  <a:gd name="connsiteX16" fmla="*/ 35268 w 105345"/>
                  <a:gd name="connsiteY16" fmla="*/ 12361 h 147351"/>
                  <a:gd name="connsiteX17" fmla="*/ 31383 w 105345"/>
                  <a:gd name="connsiteY17" fmla="*/ 28303 h 147351"/>
                  <a:gd name="connsiteX18" fmla="*/ 18129 w 105345"/>
                  <a:gd name="connsiteY18" fmla="*/ 76130 h 147351"/>
                  <a:gd name="connsiteX19" fmla="*/ 46008 w 105345"/>
                  <a:gd name="connsiteY19" fmla="*/ 103232 h 147351"/>
                  <a:gd name="connsiteX20" fmla="*/ 69088 w 105345"/>
                  <a:gd name="connsiteY20" fmla="*/ 92983 h 147351"/>
                  <a:gd name="connsiteX21" fmla="*/ 54235 w 105345"/>
                  <a:gd name="connsiteY21" fmla="*/ 128056 h 147351"/>
                  <a:gd name="connsiteX22" fmla="*/ 29098 w 105345"/>
                  <a:gd name="connsiteY22" fmla="*/ 142404 h 147351"/>
                  <a:gd name="connsiteX23" fmla="*/ 11731 w 105345"/>
                  <a:gd name="connsiteY23" fmla="*/ 132839 h 147351"/>
                  <a:gd name="connsiteX24" fmla="*/ 21557 w 105345"/>
                  <a:gd name="connsiteY24" fmla="*/ 130106 h 147351"/>
                  <a:gd name="connsiteX25" fmla="*/ 26127 w 105345"/>
                  <a:gd name="connsiteY25" fmla="*/ 120768 h 147351"/>
                  <a:gd name="connsiteX26" fmla="*/ 17672 w 105345"/>
                  <a:gd name="connsiteY26" fmla="*/ 112797 h 147351"/>
                  <a:gd name="connsiteX27" fmla="*/ 4876 w 105345"/>
                  <a:gd name="connsiteY27" fmla="*/ 127601 h 147351"/>
                  <a:gd name="connsiteX28" fmla="*/ 29098 w 105345"/>
                  <a:gd name="connsiteY28" fmla="*/ 147414 h 147351"/>
                  <a:gd name="connsiteX29" fmla="*/ 82571 w 105345"/>
                  <a:gd name="connsiteY29" fmla="*/ 100954 h 147351"/>
                  <a:gd name="connsiteX30" fmla="*/ 104508 w 105345"/>
                  <a:gd name="connsiteY30" fmla="*/ 13955 h 14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45" h="147351">
                    <a:moveTo>
                      <a:pt x="104508" y="13955"/>
                    </a:moveTo>
                    <a:cubicBezTo>
                      <a:pt x="105422" y="10767"/>
                      <a:pt x="105422" y="10311"/>
                      <a:pt x="105422" y="8717"/>
                    </a:cubicBezTo>
                    <a:cubicBezTo>
                      <a:pt x="105422" y="4618"/>
                      <a:pt x="102223" y="2568"/>
                      <a:pt x="98795" y="2568"/>
                    </a:cubicBezTo>
                    <a:cubicBezTo>
                      <a:pt x="96510" y="2568"/>
                      <a:pt x="92854" y="3934"/>
                      <a:pt x="90797" y="7351"/>
                    </a:cubicBezTo>
                    <a:cubicBezTo>
                      <a:pt x="90340" y="8489"/>
                      <a:pt x="88512" y="15550"/>
                      <a:pt x="87598" y="19649"/>
                    </a:cubicBezTo>
                    <a:cubicBezTo>
                      <a:pt x="85998" y="25570"/>
                      <a:pt x="84399" y="31719"/>
                      <a:pt x="83028" y="37869"/>
                    </a:cubicBezTo>
                    <a:lnTo>
                      <a:pt x="72745" y="78863"/>
                    </a:lnTo>
                    <a:cubicBezTo>
                      <a:pt x="71831" y="82279"/>
                      <a:pt x="62004" y="98221"/>
                      <a:pt x="46922" y="98221"/>
                    </a:cubicBezTo>
                    <a:cubicBezTo>
                      <a:pt x="35268" y="98221"/>
                      <a:pt x="32754" y="88200"/>
                      <a:pt x="32754" y="79774"/>
                    </a:cubicBezTo>
                    <a:cubicBezTo>
                      <a:pt x="32754" y="69298"/>
                      <a:pt x="36639" y="55177"/>
                      <a:pt x="44409" y="35136"/>
                    </a:cubicBezTo>
                    <a:cubicBezTo>
                      <a:pt x="48065" y="25798"/>
                      <a:pt x="48979" y="23293"/>
                      <a:pt x="48979" y="18738"/>
                    </a:cubicBezTo>
                    <a:cubicBezTo>
                      <a:pt x="48979" y="8489"/>
                      <a:pt x="41667" y="63"/>
                      <a:pt x="30241" y="63"/>
                    </a:cubicBezTo>
                    <a:cubicBezTo>
                      <a:pt x="8532" y="63"/>
                      <a:pt x="77" y="33086"/>
                      <a:pt x="77" y="35136"/>
                    </a:cubicBezTo>
                    <a:cubicBezTo>
                      <a:pt x="77" y="37413"/>
                      <a:pt x="2362" y="37413"/>
                      <a:pt x="2819" y="37413"/>
                    </a:cubicBezTo>
                    <a:cubicBezTo>
                      <a:pt x="5104" y="37413"/>
                      <a:pt x="5333" y="36958"/>
                      <a:pt x="6475" y="33314"/>
                    </a:cubicBezTo>
                    <a:cubicBezTo>
                      <a:pt x="12645" y="11906"/>
                      <a:pt x="21786" y="5073"/>
                      <a:pt x="29555" y="5073"/>
                    </a:cubicBezTo>
                    <a:cubicBezTo>
                      <a:pt x="31383" y="5073"/>
                      <a:pt x="35268" y="5073"/>
                      <a:pt x="35268" y="12361"/>
                    </a:cubicBezTo>
                    <a:cubicBezTo>
                      <a:pt x="35268" y="18055"/>
                      <a:pt x="32983" y="23976"/>
                      <a:pt x="31383" y="28303"/>
                    </a:cubicBezTo>
                    <a:cubicBezTo>
                      <a:pt x="22243" y="52444"/>
                      <a:pt x="18129" y="65426"/>
                      <a:pt x="18129" y="76130"/>
                    </a:cubicBezTo>
                    <a:cubicBezTo>
                      <a:pt x="18129" y="96399"/>
                      <a:pt x="32526" y="103232"/>
                      <a:pt x="46008" y="103232"/>
                    </a:cubicBezTo>
                    <a:cubicBezTo>
                      <a:pt x="54920" y="103232"/>
                      <a:pt x="62690" y="99360"/>
                      <a:pt x="69088" y="92983"/>
                    </a:cubicBezTo>
                    <a:cubicBezTo>
                      <a:pt x="66118" y="104826"/>
                      <a:pt x="63375" y="115985"/>
                      <a:pt x="54235" y="128056"/>
                    </a:cubicBezTo>
                    <a:cubicBezTo>
                      <a:pt x="48293" y="135799"/>
                      <a:pt x="39610" y="142404"/>
                      <a:pt x="29098" y="142404"/>
                    </a:cubicBezTo>
                    <a:cubicBezTo>
                      <a:pt x="25899" y="142404"/>
                      <a:pt x="15616" y="141721"/>
                      <a:pt x="11731" y="132839"/>
                    </a:cubicBezTo>
                    <a:cubicBezTo>
                      <a:pt x="15387" y="132839"/>
                      <a:pt x="18358" y="132839"/>
                      <a:pt x="21557" y="130106"/>
                    </a:cubicBezTo>
                    <a:cubicBezTo>
                      <a:pt x="23842" y="128056"/>
                      <a:pt x="26127" y="125095"/>
                      <a:pt x="26127" y="120768"/>
                    </a:cubicBezTo>
                    <a:cubicBezTo>
                      <a:pt x="26127" y="113708"/>
                      <a:pt x="19958" y="112797"/>
                      <a:pt x="17672" y="112797"/>
                    </a:cubicBezTo>
                    <a:cubicBezTo>
                      <a:pt x="12417" y="112797"/>
                      <a:pt x="4876" y="116441"/>
                      <a:pt x="4876" y="127601"/>
                    </a:cubicBezTo>
                    <a:cubicBezTo>
                      <a:pt x="4876" y="138988"/>
                      <a:pt x="14930" y="147414"/>
                      <a:pt x="29098" y="147414"/>
                    </a:cubicBezTo>
                    <a:cubicBezTo>
                      <a:pt x="52635" y="147414"/>
                      <a:pt x="76172" y="126690"/>
                      <a:pt x="82571" y="100954"/>
                    </a:cubicBezTo>
                    <a:lnTo>
                      <a:pt x="104508" y="13955"/>
                    </a:lnTo>
                    <a:close/>
                  </a:path>
                </a:pathLst>
              </a:custGeom>
              <a:solidFill>
                <a:schemeClr val="accent3"/>
              </a:solidFill>
              <a:ln w="22911" cap="flat">
                <a:noFill/>
                <a:prstDash val="solid"/>
                <a:miter/>
              </a:ln>
            </p:spPr>
            <p:txBody>
              <a:bodyPr rtlCol="0" anchor="ctr"/>
              <a:lstStyle/>
              <a:p>
                <a:endParaRPr lang="en-GB"/>
              </a:p>
            </p:txBody>
          </p:sp>
          <p:sp>
            <p:nvSpPr>
              <p:cNvPr id="5" name="Freeform: Shape 4">
                <a:extLst>
                  <a:ext uri="{FF2B5EF4-FFF2-40B4-BE49-F238E27FC236}">
                    <a16:creationId xmlns:a16="http://schemas.microsoft.com/office/drawing/2014/main" id="{F81B3D94-FB75-C882-529C-2F00B3C7EFE6}"/>
                  </a:ext>
                </a:extLst>
              </p:cNvPr>
              <p:cNvSpPr/>
              <p:nvPr>
                <p:custDataLst>
                  <p:tags r:id="rId95"/>
                </p:custDataLst>
              </p:nvPr>
            </p:nvSpPr>
            <p:spPr>
              <a:xfrm>
                <a:off x="4496075" y="3891216"/>
                <a:ext cx="151962" cy="53292"/>
              </a:xfrm>
              <a:custGeom>
                <a:avLst/>
                <a:gdLst>
                  <a:gd name="connsiteX0" fmla="*/ 144278 w 151962"/>
                  <a:gd name="connsiteY0" fmla="*/ 9173 h 53292"/>
                  <a:gd name="connsiteX1" fmla="*/ 152047 w 151962"/>
                  <a:gd name="connsiteY1" fmla="*/ 4618 h 53292"/>
                  <a:gd name="connsiteX2" fmla="*/ 144506 w 151962"/>
                  <a:gd name="connsiteY2" fmla="*/ 63 h 53292"/>
                  <a:gd name="connsiteX3" fmla="*/ 7626 w 151962"/>
                  <a:gd name="connsiteY3" fmla="*/ 63 h 53292"/>
                  <a:gd name="connsiteX4" fmla="*/ 85 w 151962"/>
                  <a:gd name="connsiteY4" fmla="*/ 4618 h 53292"/>
                  <a:gd name="connsiteX5" fmla="*/ 7854 w 151962"/>
                  <a:gd name="connsiteY5" fmla="*/ 9173 h 53292"/>
                  <a:gd name="connsiteX6" fmla="*/ 144278 w 151962"/>
                  <a:gd name="connsiteY6" fmla="*/ 9173 h 53292"/>
                  <a:gd name="connsiteX7" fmla="*/ 144506 w 151962"/>
                  <a:gd name="connsiteY7" fmla="*/ 53355 h 53292"/>
                  <a:gd name="connsiteX8" fmla="*/ 152047 w 151962"/>
                  <a:gd name="connsiteY8" fmla="*/ 48800 h 53292"/>
                  <a:gd name="connsiteX9" fmla="*/ 144278 w 151962"/>
                  <a:gd name="connsiteY9" fmla="*/ 44245 h 53292"/>
                  <a:gd name="connsiteX10" fmla="*/ 7854 w 151962"/>
                  <a:gd name="connsiteY10" fmla="*/ 44245 h 53292"/>
                  <a:gd name="connsiteX11" fmla="*/ 85 w 151962"/>
                  <a:gd name="connsiteY11" fmla="*/ 48800 h 53292"/>
                  <a:gd name="connsiteX12" fmla="*/ 7626 w 151962"/>
                  <a:gd name="connsiteY12" fmla="*/ 53355 h 53292"/>
                  <a:gd name="connsiteX13" fmla="*/ 144506 w 151962"/>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62" h="53292">
                    <a:moveTo>
                      <a:pt x="144278" y="9173"/>
                    </a:moveTo>
                    <a:cubicBezTo>
                      <a:pt x="147706" y="9173"/>
                      <a:pt x="152047" y="9173"/>
                      <a:pt x="152047" y="4618"/>
                    </a:cubicBezTo>
                    <a:cubicBezTo>
                      <a:pt x="152047" y="63"/>
                      <a:pt x="147706" y="63"/>
                      <a:pt x="144506" y="63"/>
                    </a:cubicBezTo>
                    <a:lnTo>
                      <a:pt x="7626" y="63"/>
                    </a:lnTo>
                    <a:cubicBezTo>
                      <a:pt x="4427" y="63"/>
                      <a:pt x="85" y="63"/>
                      <a:pt x="85" y="4618"/>
                    </a:cubicBezTo>
                    <a:cubicBezTo>
                      <a:pt x="85" y="9173"/>
                      <a:pt x="4427" y="9173"/>
                      <a:pt x="7854" y="9173"/>
                    </a:cubicBezTo>
                    <a:lnTo>
                      <a:pt x="144278" y="9173"/>
                    </a:lnTo>
                    <a:close/>
                    <a:moveTo>
                      <a:pt x="144506" y="53355"/>
                    </a:moveTo>
                    <a:cubicBezTo>
                      <a:pt x="147706" y="53355"/>
                      <a:pt x="152047" y="53355"/>
                      <a:pt x="152047" y="48800"/>
                    </a:cubicBezTo>
                    <a:cubicBezTo>
                      <a:pt x="152047" y="44245"/>
                      <a:pt x="147706" y="44245"/>
                      <a:pt x="144278" y="44245"/>
                    </a:cubicBezTo>
                    <a:lnTo>
                      <a:pt x="7854" y="44245"/>
                    </a:lnTo>
                    <a:cubicBezTo>
                      <a:pt x="4427" y="44245"/>
                      <a:pt x="85" y="44245"/>
                      <a:pt x="85" y="48800"/>
                    </a:cubicBezTo>
                    <a:cubicBezTo>
                      <a:pt x="85" y="53355"/>
                      <a:pt x="4427" y="53355"/>
                      <a:pt x="7626" y="53355"/>
                    </a:cubicBezTo>
                    <a:lnTo>
                      <a:pt x="144506" y="53355"/>
                    </a:lnTo>
                    <a:close/>
                  </a:path>
                </a:pathLst>
              </a:custGeom>
              <a:solidFill>
                <a:srgbClr val="000000"/>
              </a:solidFill>
              <a:ln w="22911"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95D9236B-19E1-FF46-0C19-19C3E1D6ABD2}"/>
                  </a:ext>
                </a:extLst>
              </p:cNvPr>
              <p:cNvSpPr/>
              <p:nvPr>
                <p:custDataLst>
                  <p:tags r:id="rId96"/>
                </p:custDataLst>
              </p:nvPr>
            </p:nvSpPr>
            <p:spPr>
              <a:xfrm>
                <a:off x="4731315" y="3814010"/>
                <a:ext cx="124569" cy="204971"/>
              </a:xfrm>
              <a:custGeom>
                <a:avLst/>
                <a:gdLst>
                  <a:gd name="connsiteX0" fmla="*/ 124665 w 124569"/>
                  <a:gd name="connsiteY0" fmla="*/ 31264 h 204971"/>
                  <a:gd name="connsiteX1" fmla="*/ 93587 w 124569"/>
                  <a:gd name="connsiteY1" fmla="*/ 63 h 204971"/>
                  <a:gd name="connsiteX2" fmla="*/ 65937 w 124569"/>
                  <a:gd name="connsiteY2" fmla="*/ 9628 h 204971"/>
                  <a:gd name="connsiteX3" fmla="*/ 36458 w 124569"/>
                  <a:gd name="connsiteY3" fmla="*/ 58138 h 204971"/>
                  <a:gd name="connsiteX4" fmla="*/ 124 w 124569"/>
                  <a:gd name="connsiteY4" fmla="*/ 202757 h 204971"/>
                  <a:gd name="connsiteX5" fmla="*/ 2866 w 124569"/>
                  <a:gd name="connsiteY5" fmla="*/ 205034 h 204971"/>
                  <a:gd name="connsiteX6" fmla="*/ 5609 w 124569"/>
                  <a:gd name="connsiteY6" fmla="*/ 203895 h 204971"/>
                  <a:gd name="connsiteX7" fmla="*/ 21605 w 124569"/>
                  <a:gd name="connsiteY7" fmla="*/ 141038 h 204971"/>
                  <a:gd name="connsiteX8" fmla="*/ 52683 w 124569"/>
                  <a:gd name="connsiteY8" fmla="*/ 163129 h 204971"/>
                  <a:gd name="connsiteX9" fmla="*/ 96786 w 124569"/>
                  <a:gd name="connsiteY9" fmla="*/ 145137 h 204971"/>
                  <a:gd name="connsiteX10" fmla="*/ 115067 w 124569"/>
                  <a:gd name="connsiteY10" fmla="*/ 103232 h 204971"/>
                  <a:gd name="connsiteX11" fmla="*/ 98386 w 124569"/>
                  <a:gd name="connsiteY11" fmla="*/ 69298 h 204971"/>
                  <a:gd name="connsiteX12" fmla="*/ 124665 w 124569"/>
                  <a:gd name="connsiteY12" fmla="*/ 31264 h 204971"/>
                  <a:gd name="connsiteX13" fmla="*/ 83532 w 124569"/>
                  <a:gd name="connsiteY13" fmla="*/ 69070 h 204971"/>
                  <a:gd name="connsiteX14" fmla="*/ 72564 w 124569"/>
                  <a:gd name="connsiteY14" fmla="*/ 70664 h 204971"/>
                  <a:gd name="connsiteX15" fmla="*/ 62509 w 124569"/>
                  <a:gd name="connsiteY15" fmla="*/ 69753 h 204971"/>
                  <a:gd name="connsiteX16" fmla="*/ 73706 w 124569"/>
                  <a:gd name="connsiteY16" fmla="*/ 67931 h 204971"/>
                  <a:gd name="connsiteX17" fmla="*/ 83532 w 124569"/>
                  <a:gd name="connsiteY17" fmla="*/ 69070 h 204971"/>
                  <a:gd name="connsiteX18" fmla="*/ 111868 w 124569"/>
                  <a:gd name="connsiteY18" fmla="*/ 26026 h 204971"/>
                  <a:gd name="connsiteX19" fmla="*/ 91302 w 124569"/>
                  <a:gd name="connsiteY19" fmla="*/ 65426 h 204971"/>
                  <a:gd name="connsiteX20" fmla="*/ 73706 w 124569"/>
                  <a:gd name="connsiteY20" fmla="*/ 62693 h 204971"/>
                  <a:gd name="connsiteX21" fmla="*/ 56110 w 124569"/>
                  <a:gd name="connsiteY21" fmla="*/ 69981 h 204971"/>
                  <a:gd name="connsiteX22" fmla="*/ 71878 w 124569"/>
                  <a:gd name="connsiteY22" fmla="*/ 75674 h 204971"/>
                  <a:gd name="connsiteX23" fmla="*/ 90616 w 124569"/>
                  <a:gd name="connsiteY23" fmla="*/ 72714 h 204971"/>
                  <a:gd name="connsiteX24" fmla="*/ 100671 w 124569"/>
                  <a:gd name="connsiteY24" fmla="*/ 98449 h 204971"/>
                  <a:gd name="connsiteX25" fmla="*/ 89245 w 124569"/>
                  <a:gd name="connsiteY25" fmla="*/ 137621 h 204971"/>
                  <a:gd name="connsiteX26" fmla="*/ 51997 w 124569"/>
                  <a:gd name="connsiteY26" fmla="*/ 158118 h 204971"/>
                  <a:gd name="connsiteX27" fmla="*/ 25946 w 124569"/>
                  <a:gd name="connsiteY27" fmla="*/ 128739 h 204971"/>
                  <a:gd name="connsiteX28" fmla="*/ 27089 w 124569"/>
                  <a:gd name="connsiteY28" fmla="*/ 118718 h 204971"/>
                  <a:gd name="connsiteX29" fmla="*/ 41714 w 124569"/>
                  <a:gd name="connsiteY29" fmla="*/ 61099 h 204971"/>
                  <a:gd name="connsiteX30" fmla="*/ 90616 w 124569"/>
                  <a:gd name="connsiteY30" fmla="*/ 5301 h 204971"/>
                  <a:gd name="connsiteX31" fmla="*/ 111868 w 124569"/>
                  <a:gd name="connsiteY31" fmla="*/ 26026 h 20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69" h="204971">
                    <a:moveTo>
                      <a:pt x="124665" y="31264"/>
                    </a:moveTo>
                    <a:cubicBezTo>
                      <a:pt x="124665" y="14183"/>
                      <a:pt x="112097" y="63"/>
                      <a:pt x="93587" y="63"/>
                    </a:cubicBezTo>
                    <a:cubicBezTo>
                      <a:pt x="80333" y="63"/>
                      <a:pt x="73935" y="3707"/>
                      <a:pt x="65937" y="9628"/>
                    </a:cubicBezTo>
                    <a:cubicBezTo>
                      <a:pt x="53368" y="18738"/>
                      <a:pt x="40800" y="40829"/>
                      <a:pt x="36458" y="58138"/>
                    </a:cubicBezTo>
                    <a:lnTo>
                      <a:pt x="124" y="202757"/>
                    </a:lnTo>
                    <a:cubicBezTo>
                      <a:pt x="-104" y="203668"/>
                      <a:pt x="1038" y="205034"/>
                      <a:pt x="2866" y="205034"/>
                    </a:cubicBezTo>
                    <a:cubicBezTo>
                      <a:pt x="4695" y="205034"/>
                      <a:pt x="5380" y="204579"/>
                      <a:pt x="5609" y="203895"/>
                    </a:cubicBezTo>
                    <a:lnTo>
                      <a:pt x="21605" y="141038"/>
                    </a:lnTo>
                    <a:cubicBezTo>
                      <a:pt x="25946" y="154702"/>
                      <a:pt x="36001" y="163129"/>
                      <a:pt x="52683" y="163129"/>
                    </a:cubicBezTo>
                    <a:cubicBezTo>
                      <a:pt x="69364" y="163129"/>
                      <a:pt x="86503" y="155158"/>
                      <a:pt x="96786" y="145137"/>
                    </a:cubicBezTo>
                    <a:cubicBezTo>
                      <a:pt x="107755" y="134661"/>
                      <a:pt x="115067" y="120085"/>
                      <a:pt x="115067" y="103232"/>
                    </a:cubicBezTo>
                    <a:cubicBezTo>
                      <a:pt x="115067" y="86834"/>
                      <a:pt x="106612" y="74991"/>
                      <a:pt x="98386" y="69298"/>
                    </a:cubicBezTo>
                    <a:cubicBezTo>
                      <a:pt x="111640" y="61782"/>
                      <a:pt x="124665" y="47662"/>
                      <a:pt x="124665" y="31264"/>
                    </a:cubicBezTo>
                    <a:close/>
                    <a:moveTo>
                      <a:pt x="83532" y="69070"/>
                    </a:moveTo>
                    <a:cubicBezTo>
                      <a:pt x="80562" y="70209"/>
                      <a:pt x="78048" y="70664"/>
                      <a:pt x="72564" y="70664"/>
                    </a:cubicBezTo>
                    <a:cubicBezTo>
                      <a:pt x="69364" y="70664"/>
                      <a:pt x="64794" y="70892"/>
                      <a:pt x="62509" y="69753"/>
                    </a:cubicBezTo>
                    <a:cubicBezTo>
                      <a:pt x="62966" y="67476"/>
                      <a:pt x="71192" y="67931"/>
                      <a:pt x="73706" y="67931"/>
                    </a:cubicBezTo>
                    <a:cubicBezTo>
                      <a:pt x="78505" y="67931"/>
                      <a:pt x="80562" y="67931"/>
                      <a:pt x="83532" y="69070"/>
                    </a:cubicBezTo>
                    <a:close/>
                    <a:moveTo>
                      <a:pt x="111868" y="26026"/>
                    </a:moveTo>
                    <a:cubicBezTo>
                      <a:pt x="111868" y="41968"/>
                      <a:pt x="103185" y="58366"/>
                      <a:pt x="91302" y="65426"/>
                    </a:cubicBezTo>
                    <a:cubicBezTo>
                      <a:pt x="85132" y="63148"/>
                      <a:pt x="80562" y="62693"/>
                      <a:pt x="73706" y="62693"/>
                    </a:cubicBezTo>
                    <a:cubicBezTo>
                      <a:pt x="68907" y="62693"/>
                      <a:pt x="56110" y="62465"/>
                      <a:pt x="56110" y="69981"/>
                    </a:cubicBezTo>
                    <a:cubicBezTo>
                      <a:pt x="55882" y="76358"/>
                      <a:pt x="67765" y="75674"/>
                      <a:pt x="71878" y="75674"/>
                    </a:cubicBezTo>
                    <a:cubicBezTo>
                      <a:pt x="80333" y="75674"/>
                      <a:pt x="83761" y="75447"/>
                      <a:pt x="90616" y="72714"/>
                    </a:cubicBezTo>
                    <a:cubicBezTo>
                      <a:pt x="99300" y="80913"/>
                      <a:pt x="100442" y="87973"/>
                      <a:pt x="100671" y="98449"/>
                    </a:cubicBezTo>
                    <a:cubicBezTo>
                      <a:pt x="101128" y="111658"/>
                      <a:pt x="95644" y="128739"/>
                      <a:pt x="89245" y="137621"/>
                    </a:cubicBezTo>
                    <a:cubicBezTo>
                      <a:pt x="80333" y="149920"/>
                      <a:pt x="65023" y="158118"/>
                      <a:pt x="51997" y="158118"/>
                    </a:cubicBezTo>
                    <a:cubicBezTo>
                      <a:pt x="34630" y="158118"/>
                      <a:pt x="25946" y="144909"/>
                      <a:pt x="25946" y="128739"/>
                    </a:cubicBezTo>
                    <a:cubicBezTo>
                      <a:pt x="25946" y="126462"/>
                      <a:pt x="25946" y="123046"/>
                      <a:pt x="27089" y="118718"/>
                    </a:cubicBezTo>
                    <a:lnTo>
                      <a:pt x="41714" y="61099"/>
                    </a:lnTo>
                    <a:cubicBezTo>
                      <a:pt x="46741" y="41513"/>
                      <a:pt x="63194" y="5301"/>
                      <a:pt x="90616" y="5301"/>
                    </a:cubicBezTo>
                    <a:cubicBezTo>
                      <a:pt x="103870" y="5301"/>
                      <a:pt x="111868" y="12361"/>
                      <a:pt x="111868" y="26026"/>
                    </a:cubicBezTo>
                    <a:close/>
                  </a:path>
                </a:pathLst>
              </a:custGeom>
              <a:solidFill>
                <a:srgbClr val="000000"/>
              </a:solidFill>
              <a:ln w="22911"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7A0377FA-821B-FE2A-BA81-A86107BE7777}"/>
                  </a:ext>
                </a:extLst>
              </p:cNvPr>
              <p:cNvSpPr/>
              <p:nvPr>
                <p:custDataLst>
                  <p:tags r:id="rId97"/>
                </p:custDataLst>
              </p:nvPr>
            </p:nvSpPr>
            <p:spPr>
              <a:xfrm>
                <a:off x="4862060" y="3903104"/>
                <a:ext cx="74221" cy="109044"/>
              </a:xfrm>
              <a:custGeom>
                <a:avLst/>
                <a:gdLst>
                  <a:gd name="connsiteX0" fmla="*/ 74323 w 74221"/>
                  <a:gd name="connsiteY0" fmla="*/ 55065 h 109044"/>
                  <a:gd name="connsiteX1" fmla="*/ 64885 w 74221"/>
                  <a:gd name="connsiteY1" fmla="*/ 13775 h 109044"/>
                  <a:gd name="connsiteX2" fmla="*/ 37212 w 74221"/>
                  <a:gd name="connsiteY2" fmla="*/ 64 h 109044"/>
                  <a:gd name="connsiteX3" fmla="*/ 101 w 74221"/>
                  <a:gd name="connsiteY3" fmla="*/ 55065 h 109044"/>
                  <a:gd name="connsiteX4" fmla="*/ 37212 w 74221"/>
                  <a:gd name="connsiteY4" fmla="*/ 109109 h 109044"/>
                  <a:gd name="connsiteX5" fmla="*/ 74323 w 74221"/>
                  <a:gd name="connsiteY5" fmla="*/ 55065 h 109044"/>
                  <a:gd name="connsiteX6" fmla="*/ 37212 w 74221"/>
                  <a:gd name="connsiteY6" fmla="*/ 104645 h 109044"/>
                  <a:gd name="connsiteX7" fmla="*/ 16897 w 74221"/>
                  <a:gd name="connsiteY7" fmla="*/ 87268 h 109044"/>
                  <a:gd name="connsiteX8" fmla="*/ 14657 w 74221"/>
                  <a:gd name="connsiteY8" fmla="*/ 52992 h 109044"/>
                  <a:gd name="connsiteX9" fmla="*/ 17057 w 74221"/>
                  <a:gd name="connsiteY9" fmla="*/ 20470 h 109044"/>
                  <a:gd name="connsiteX10" fmla="*/ 37212 w 74221"/>
                  <a:gd name="connsiteY10" fmla="*/ 4528 h 109044"/>
                  <a:gd name="connsiteX11" fmla="*/ 57047 w 74221"/>
                  <a:gd name="connsiteY11" fmla="*/ 19035 h 109044"/>
                  <a:gd name="connsiteX12" fmla="*/ 59766 w 74221"/>
                  <a:gd name="connsiteY12" fmla="*/ 52992 h 109044"/>
                  <a:gd name="connsiteX13" fmla="*/ 57687 w 74221"/>
                  <a:gd name="connsiteY13" fmla="*/ 86630 h 109044"/>
                  <a:gd name="connsiteX14" fmla="*/ 37212 w 74221"/>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21" h="109044">
                    <a:moveTo>
                      <a:pt x="74323" y="55065"/>
                    </a:moveTo>
                    <a:cubicBezTo>
                      <a:pt x="74323" y="37528"/>
                      <a:pt x="72243" y="24934"/>
                      <a:pt x="64885" y="13775"/>
                    </a:cubicBezTo>
                    <a:cubicBezTo>
                      <a:pt x="59926" y="6441"/>
                      <a:pt x="50009" y="64"/>
                      <a:pt x="37212" y="64"/>
                    </a:cubicBezTo>
                    <a:cubicBezTo>
                      <a:pt x="101" y="64"/>
                      <a:pt x="101" y="43586"/>
                      <a:pt x="101" y="55065"/>
                    </a:cubicBezTo>
                    <a:cubicBezTo>
                      <a:pt x="101" y="66543"/>
                      <a:pt x="101" y="109109"/>
                      <a:pt x="37212" y="109109"/>
                    </a:cubicBezTo>
                    <a:cubicBezTo>
                      <a:pt x="74323" y="109109"/>
                      <a:pt x="74323" y="66543"/>
                      <a:pt x="74323" y="55065"/>
                    </a:cubicBezTo>
                    <a:close/>
                    <a:moveTo>
                      <a:pt x="37212" y="104645"/>
                    </a:moveTo>
                    <a:cubicBezTo>
                      <a:pt x="29854" y="104645"/>
                      <a:pt x="20096" y="100341"/>
                      <a:pt x="16897" y="87268"/>
                    </a:cubicBezTo>
                    <a:cubicBezTo>
                      <a:pt x="14657" y="77862"/>
                      <a:pt x="14657" y="64790"/>
                      <a:pt x="14657" y="52992"/>
                    </a:cubicBezTo>
                    <a:cubicBezTo>
                      <a:pt x="14657" y="41355"/>
                      <a:pt x="14657" y="29239"/>
                      <a:pt x="17057" y="20470"/>
                    </a:cubicBezTo>
                    <a:cubicBezTo>
                      <a:pt x="20416" y="7876"/>
                      <a:pt x="30653" y="4528"/>
                      <a:pt x="37212" y="4528"/>
                    </a:cubicBezTo>
                    <a:cubicBezTo>
                      <a:pt x="45850" y="4528"/>
                      <a:pt x="54168" y="9789"/>
                      <a:pt x="57047" y="19035"/>
                    </a:cubicBezTo>
                    <a:cubicBezTo>
                      <a:pt x="59606" y="27644"/>
                      <a:pt x="59766" y="39123"/>
                      <a:pt x="59766" y="52992"/>
                    </a:cubicBezTo>
                    <a:cubicBezTo>
                      <a:pt x="59766" y="64790"/>
                      <a:pt x="59766" y="76587"/>
                      <a:pt x="57687" y="86630"/>
                    </a:cubicBezTo>
                    <a:cubicBezTo>
                      <a:pt x="54488" y="101138"/>
                      <a:pt x="43610" y="104645"/>
                      <a:pt x="37212" y="104645"/>
                    </a:cubicBezTo>
                    <a:close/>
                  </a:path>
                </a:pathLst>
              </a:custGeom>
              <a:solidFill>
                <a:srgbClr val="000000"/>
              </a:solidFill>
              <a:ln w="22911"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F719664C-B40C-2C51-508A-26DAF9D654C4}"/>
                  </a:ext>
                </a:extLst>
              </p:cNvPr>
              <p:cNvSpPr/>
              <p:nvPr>
                <p:custDataLst>
                  <p:tags r:id="rId98"/>
                </p:custDataLst>
              </p:nvPr>
            </p:nvSpPr>
            <p:spPr>
              <a:xfrm>
                <a:off x="5019834" y="3842023"/>
                <a:ext cx="151962" cy="151678"/>
              </a:xfrm>
              <a:custGeom>
                <a:avLst/>
                <a:gdLst>
                  <a:gd name="connsiteX0" fmla="*/ 80773 w 151962"/>
                  <a:gd name="connsiteY0" fmla="*/ 80457 h 151678"/>
                  <a:gd name="connsiteX1" fmla="*/ 144529 w 151962"/>
                  <a:gd name="connsiteY1" fmla="*/ 80457 h 151678"/>
                  <a:gd name="connsiteX2" fmla="*/ 152070 w 151962"/>
                  <a:gd name="connsiteY2" fmla="*/ 75902 h 151678"/>
                  <a:gd name="connsiteX3" fmla="*/ 144529 w 151962"/>
                  <a:gd name="connsiteY3" fmla="*/ 71347 h 151678"/>
                  <a:gd name="connsiteX4" fmla="*/ 80773 w 151962"/>
                  <a:gd name="connsiteY4" fmla="*/ 71347 h 151678"/>
                  <a:gd name="connsiteX5" fmla="*/ 80773 w 151962"/>
                  <a:gd name="connsiteY5" fmla="*/ 7578 h 151678"/>
                  <a:gd name="connsiteX6" fmla="*/ 76203 w 151962"/>
                  <a:gd name="connsiteY6" fmla="*/ 63 h 151678"/>
                  <a:gd name="connsiteX7" fmla="*/ 71633 w 151962"/>
                  <a:gd name="connsiteY7" fmla="*/ 7578 h 151678"/>
                  <a:gd name="connsiteX8" fmla="*/ 71633 w 151962"/>
                  <a:gd name="connsiteY8" fmla="*/ 71347 h 151678"/>
                  <a:gd name="connsiteX9" fmla="*/ 7649 w 151962"/>
                  <a:gd name="connsiteY9" fmla="*/ 71347 h 151678"/>
                  <a:gd name="connsiteX10" fmla="*/ 108 w 151962"/>
                  <a:gd name="connsiteY10" fmla="*/ 75902 h 151678"/>
                  <a:gd name="connsiteX11" fmla="*/ 7649 w 151962"/>
                  <a:gd name="connsiteY11" fmla="*/ 80457 h 151678"/>
                  <a:gd name="connsiteX12" fmla="*/ 71633 w 151962"/>
                  <a:gd name="connsiteY12" fmla="*/ 80457 h 151678"/>
                  <a:gd name="connsiteX13" fmla="*/ 71633 w 151962"/>
                  <a:gd name="connsiteY13" fmla="*/ 144226 h 151678"/>
                  <a:gd name="connsiteX14" fmla="*/ 76203 w 151962"/>
                  <a:gd name="connsiteY14" fmla="*/ 151742 h 151678"/>
                  <a:gd name="connsiteX15" fmla="*/ 80773 w 151962"/>
                  <a:gd name="connsiteY15" fmla="*/ 144226 h 151678"/>
                  <a:gd name="connsiteX16" fmla="*/ 80773 w 151962"/>
                  <a:gd name="connsiteY16" fmla="*/ 80457 h 151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62" h="151678">
                    <a:moveTo>
                      <a:pt x="80773" y="80457"/>
                    </a:moveTo>
                    <a:lnTo>
                      <a:pt x="144529" y="80457"/>
                    </a:lnTo>
                    <a:cubicBezTo>
                      <a:pt x="147728" y="80457"/>
                      <a:pt x="152070" y="80457"/>
                      <a:pt x="152070" y="75902"/>
                    </a:cubicBezTo>
                    <a:cubicBezTo>
                      <a:pt x="152070" y="71347"/>
                      <a:pt x="147728" y="71347"/>
                      <a:pt x="144529" y="71347"/>
                    </a:cubicBezTo>
                    <a:lnTo>
                      <a:pt x="80773" y="71347"/>
                    </a:lnTo>
                    <a:lnTo>
                      <a:pt x="80773" y="7578"/>
                    </a:lnTo>
                    <a:cubicBezTo>
                      <a:pt x="80773" y="4390"/>
                      <a:pt x="80773" y="63"/>
                      <a:pt x="76203" y="63"/>
                    </a:cubicBezTo>
                    <a:cubicBezTo>
                      <a:pt x="71633" y="63"/>
                      <a:pt x="71633" y="4390"/>
                      <a:pt x="71633" y="7578"/>
                    </a:cubicBezTo>
                    <a:lnTo>
                      <a:pt x="71633" y="71347"/>
                    </a:lnTo>
                    <a:lnTo>
                      <a:pt x="7649" y="71347"/>
                    </a:lnTo>
                    <a:cubicBezTo>
                      <a:pt x="4449" y="71347"/>
                      <a:pt x="108" y="71347"/>
                      <a:pt x="108" y="75902"/>
                    </a:cubicBezTo>
                    <a:cubicBezTo>
                      <a:pt x="108" y="80457"/>
                      <a:pt x="4449" y="80457"/>
                      <a:pt x="7649" y="80457"/>
                    </a:cubicBezTo>
                    <a:lnTo>
                      <a:pt x="71633" y="80457"/>
                    </a:lnTo>
                    <a:lnTo>
                      <a:pt x="71633" y="144226"/>
                    </a:lnTo>
                    <a:cubicBezTo>
                      <a:pt x="71633" y="147414"/>
                      <a:pt x="71633" y="151742"/>
                      <a:pt x="76203" y="151742"/>
                    </a:cubicBezTo>
                    <a:cubicBezTo>
                      <a:pt x="80773" y="151742"/>
                      <a:pt x="80773" y="147414"/>
                      <a:pt x="80773" y="144226"/>
                    </a:cubicBezTo>
                    <a:lnTo>
                      <a:pt x="80773" y="80457"/>
                    </a:lnTo>
                    <a:close/>
                  </a:path>
                </a:pathLst>
              </a:custGeom>
              <a:solidFill>
                <a:srgbClr val="000000"/>
              </a:solidFill>
              <a:ln w="22911"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B66CB32-F79F-4067-0718-4EAF0383A9BA}"/>
                  </a:ext>
                </a:extLst>
              </p:cNvPr>
              <p:cNvSpPr/>
              <p:nvPr>
                <p:custDataLst>
                  <p:tags r:id="rId99"/>
                </p:custDataLst>
              </p:nvPr>
            </p:nvSpPr>
            <p:spPr>
              <a:xfrm>
                <a:off x="5242379" y="3814010"/>
                <a:ext cx="124569" cy="204971"/>
              </a:xfrm>
              <a:custGeom>
                <a:avLst/>
                <a:gdLst>
                  <a:gd name="connsiteX0" fmla="*/ 124687 w 124569"/>
                  <a:gd name="connsiteY0" fmla="*/ 31264 h 204971"/>
                  <a:gd name="connsiteX1" fmla="*/ 93609 w 124569"/>
                  <a:gd name="connsiteY1" fmla="*/ 63 h 204971"/>
                  <a:gd name="connsiteX2" fmla="*/ 65959 w 124569"/>
                  <a:gd name="connsiteY2" fmla="*/ 9628 h 204971"/>
                  <a:gd name="connsiteX3" fmla="*/ 36480 w 124569"/>
                  <a:gd name="connsiteY3" fmla="*/ 58138 h 204971"/>
                  <a:gd name="connsiteX4" fmla="*/ 146 w 124569"/>
                  <a:gd name="connsiteY4" fmla="*/ 202757 h 204971"/>
                  <a:gd name="connsiteX5" fmla="*/ 2889 w 124569"/>
                  <a:gd name="connsiteY5" fmla="*/ 205034 h 204971"/>
                  <a:gd name="connsiteX6" fmla="*/ 5631 w 124569"/>
                  <a:gd name="connsiteY6" fmla="*/ 203895 h 204971"/>
                  <a:gd name="connsiteX7" fmla="*/ 21627 w 124569"/>
                  <a:gd name="connsiteY7" fmla="*/ 141038 h 204971"/>
                  <a:gd name="connsiteX8" fmla="*/ 52705 w 124569"/>
                  <a:gd name="connsiteY8" fmla="*/ 163129 h 204971"/>
                  <a:gd name="connsiteX9" fmla="*/ 96808 w 124569"/>
                  <a:gd name="connsiteY9" fmla="*/ 145137 h 204971"/>
                  <a:gd name="connsiteX10" fmla="*/ 115090 w 124569"/>
                  <a:gd name="connsiteY10" fmla="*/ 103232 h 204971"/>
                  <a:gd name="connsiteX11" fmla="*/ 98408 w 124569"/>
                  <a:gd name="connsiteY11" fmla="*/ 69298 h 204971"/>
                  <a:gd name="connsiteX12" fmla="*/ 124687 w 124569"/>
                  <a:gd name="connsiteY12" fmla="*/ 31264 h 204971"/>
                  <a:gd name="connsiteX13" fmla="*/ 83555 w 124569"/>
                  <a:gd name="connsiteY13" fmla="*/ 69070 h 204971"/>
                  <a:gd name="connsiteX14" fmla="*/ 72586 w 124569"/>
                  <a:gd name="connsiteY14" fmla="*/ 70664 h 204971"/>
                  <a:gd name="connsiteX15" fmla="*/ 62531 w 124569"/>
                  <a:gd name="connsiteY15" fmla="*/ 69753 h 204971"/>
                  <a:gd name="connsiteX16" fmla="*/ 73728 w 124569"/>
                  <a:gd name="connsiteY16" fmla="*/ 67931 h 204971"/>
                  <a:gd name="connsiteX17" fmla="*/ 83555 w 124569"/>
                  <a:gd name="connsiteY17" fmla="*/ 69070 h 204971"/>
                  <a:gd name="connsiteX18" fmla="*/ 111891 w 124569"/>
                  <a:gd name="connsiteY18" fmla="*/ 26026 h 204971"/>
                  <a:gd name="connsiteX19" fmla="*/ 91324 w 124569"/>
                  <a:gd name="connsiteY19" fmla="*/ 65426 h 204971"/>
                  <a:gd name="connsiteX20" fmla="*/ 73728 w 124569"/>
                  <a:gd name="connsiteY20" fmla="*/ 62693 h 204971"/>
                  <a:gd name="connsiteX21" fmla="*/ 56133 w 124569"/>
                  <a:gd name="connsiteY21" fmla="*/ 69981 h 204971"/>
                  <a:gd name="connsiteX22" fmla="*/ 71900 w 124569"/>
                  <a:gd name="connsiteY22" fmla="*/ 75674 h 204971"/>
                  <a:gd name="connsiteX23" fmla="*/ 90639 w 124569"/>
                  <a:gd name="connsiteY23" fmla="*/ 72714 h 204971"/>
                  <a:gd name="connsiteX24" fmla="*/ 100693 w 124569"/>
                  <a:gd name="connsiteY24" fmla="*/ 98449 h 204971"/>
                  <a:gd name="connsiteX25" fmla="*/ 89267 w 124569"/>
                  <a:gd name="connsiteY25" fmla="*/ 137621 h 204971"/>
                  <a:gd name="connsiteX26" fmla="*/ 52019 w 124569"/>
                  <a:gd name="connsiteY26" fmla="*/ 158118 h 204971"/>
                  <a:gd name="connsiteX27" fmla="*/ 25969 w 124569"/>
                  <a:gd name="connsiteY27" fmla="*/ 128739 h 204971"/>
                  <a:gd name="connsiteX28" fmla="*/ 27111 w 124569"/>
                  <a:gd name="connsiteY28" fmla="*/ 118718 h 204971"/>
                  <a:gd name="connsiteX29" fmla="*/ 41736 w 124569"/>
                  <a:gd name="connsiteY29" fmla="*/ 61099 h 204971"/>
                  <a:gd name="connsiteX30" fmla="*/ 90639 w 124569"/>
                  <a:gd name="connsiteY30" fmla="*/ 5301 h 204971"/>
                  <a:gd name="connsiteX31" fmla="*/ 111891 w 124569"/>
                  <a:gd name="connsiteY31" fmla="*/ 26026 h 20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569" h="204971">
                    <a:moveTo>
                      <a:pt x="124687" y="31264"/>
                    </a:moveTo>
                    <a:cubicBezTo>
                      <a:pt x="124687" y="14183"/>
                      <a:pt x="112119" y="63"/>
                      <a:pt x="93609" y="63"/>
                    </a:cubicBezTo>
                    <a:cubicBezTo>
                      <a:pt x="80355" y="63"/>
                      <a:pt x="73957" y="3707"/>
                      <a:pt x="65959" y="9628"/>
                    </a:cubicBezTo>
                    <a:cubicBezTo>
                      <a:pt x="53391" y="18738"/>
                      <a:pt x="40822" y="40829"/>
                      <a:pt x="36480" y="58138"/>
                    </a:cubicBezTo>
                    <a:lnTo>
                      <a:pt x="146" y="202757"/>
                    </a:lnTo>
                    <a:cubicBezTo>
                      <a:pt x="-82" y="203668"/>
                      <a:pt x="1061" y="205034"/>
                      <a:pt x="2889" y="205034"/>
                    </a:cubicBezTo>
                    <a:cubicBezTo>
                      <a:pt x="4717" y="205034"/>
                      <a:pt x="5402" y="204579"/>
                      <a:pt x="5631" y="203895"/>
                    </a:cubicBezTo>
                    <a:lnTo>
                      <a:pt x="21627" y="141038"/>
                    </a:lnTo>
                    <a:cubicBezTo>
                      <a:pt x="25969" y="154702"/>
                      <a:pt x="36023" y="163129"/>
                      <a:pt x="52705" y="163129"/>
                    </a:cubicBezTo>
                    <a:cubicBezTo>
                      <a:pt x="69387" y="163129"/>
                      <a:pt x="86525" y="155158"/>
                      <a:pt x="96808" y="145137"/>
                    </a:cubicBezTo>
                    <a:cubicBezTo>
                      <a:pt x="107777" y="134661"/>
                      <a:pt x="115090" y="120085"/>
                      <a:pt x="115090" y="103232"/>
                    </a:cubicBezTo>
                    <a:cubicBezTo>
                      <a:pt x="115090" y="86834"/>
                      <a:pt x="106635" y="74991"/>
                      <a:pt x="98408" y="69298"/>
                    </a:cubicBezTo>
                    <a:cubicBezTo>
                      <a:pt x="111662" y="61782"/>
                      <a:pt x="124687" y="47662"/>
                      <a:pt x="124687" y="31264"/>
                    </a:cubicBezTo>
                    <a:close/>
                    <a:moveTo>
                      <a:pt x="83555" y="69070"/>
                    </a:moveTo>
                    <a:cubicBezTo>
                      <a:pt x="80584" y="70209"/>
                      <a:pt x="78070" y="70664"/>
                      <a:pt x="72586" y="70664"/>
                    </a:cubicBezTo>
                    <a:cubicBezTo>
                      <a:pt x="69387" y="70664"/>
                      <a:pt x="64816" y="70892"/>
                      <a:pt x="62531" y="69753"/>
                    </a:cubicBezTo>
                    <a:cubicBezTo>
                      <a:pt x="62988" y="67476"/>
                      <a:pt x="71215" y="67931"/>
                      <a:pt x="73728" y="67931"/>
                    </a:cubicBezTo>
                    <a:cubicBezTo>
                      <a:pt x="78527" y="67931"/>
                      <a:pt x="80584" y="67931"/>
                      <a:pt x="83555" y="69070"/>
                    </a:cubicBezTo>
                    <a:close/>
                    <a:moveTo>
                      <a:pt x="111891" y="26026"/>
                    </a:moveTo>
                    <a:cubicBezTo>
                      <a:pt x="111891" y="41968"/>
                      <a:pt x="103207" y="58366"/>
                      <a:pt x="91324" y="65426"/>
                    </a:cubicBezTo>
                    <a:cubicBezTo>
                      <a:pt x="85154" y="63148"/>
                      <a:pt x="80584" y="62693"/>
                      <a:pt x="73728" y="62693"/>
                    </a:cubicBezTo>
                    <a:cubicBezTo>
                      <a:pt x="68930" y="62693"/>
                      <a:pt x="56133" y="62465"/>
                      <a:pt x="56133" y="69981"/>
                    </a:cubicBezTo>
                    <a:cubicBezTo>
                      <a:pt x="55904" y="76358"/>
                      <a:pt x="67787" y="75674"/>
                      <a:pt x="71900" y="75674"/>
                    </a:cubicBezTo>
                    <a:cubicBezTo>
                      <a:pt x="80355" y="75674"/>
                      <a:pt x="83783" y="75447"/>
                      <a:pt x="90639" y="72714"/>
                    </a:cubicBezTo>
                    <a:cubicBezTo>
                      <a:pt x="99322" y="80913"/>
                      <a:pt x="100465" y="87973"/>
                      <a:pt x="100693" y="98449"/>
                    </a:cubicBezTo>
                    <a:cubicBezTo>
                      <a:pt x="101150" y="111658"/>
                      <a:pt x="95666" y="128739"/>
                      <a:pt x="89267" y="137621"/>
                    </a:cubicBezTo>
                    <a:cubicBezTo>
                      <a:pt x="80355" y="149920"/>
                      <a:pt x="65045" y="158118"/>
                      <a:pt x="52019" y="158118"/>
                    </a:cubicBezTo>
                    <a:cubicBezTo>
                      <a:pt x="34652" y="158118"/>
                      <a:pt x="25969" y="144909"/>
                      <a:pt x="25969" y="128739"/>
                    </a:cubicBezTo>
                    <a:cubicBezTo>
                      <a:pt x="25969" y="126462"/>
                      <a:pt x="25969" y="123046"/>
                      <a:pt x="27111" y="118718"/>
                    </a:cubicBezTo>
                    <a:lnTo>
                      <a:pt x="41736" y="61099"/>
                    </a:lnTo>
                    <a:cubicBezTo>
                      <a:pt x="46764" y="41513"/>
                      <a:pt x="63217" y="5301"/>
                      <a:pt x="90639" y="5301"/>
                    </a:cubicBezTo>
                    <a:cubicBezTo>
                      <a:pt x="103892" y="5301"/>
                      <a:pt x="111891" y="12361"/>
                      <a:pt x="111891" y="26026"/>
                    </a:cubicBezTo>
                    <a:close/>
                  </a:path>
                </a:pathLst>
              </a:custGeom>
              <a:solidFill>
                <a:srgbClr val="000000"/>
              </a:solidFill>
              <a:ln w="22911"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BC59F17-45AC-E85F-ED20-9AABF1460945}"/>
                  </a:ext>
                </a:extLst>
              </p:cNvPr>
              <p:cNvSpPr/>
              <p:nvPr>
                <p:custDataLst>
                  <p:tags r:id="rId100"/>
                </p:custDataLst>
              </p:nvPr>
            </p:nvSpPr>
            <p:spPr>
              <a:xfrm>
                <a:off x="5382242" y="3903104"/>
                <a:ext cx="58225" cy="105856"/>
              </a:xfrm>
              <a:custGeom>
                <a:avLst/>
                <a:gdLst>
                  <a:gd name="connsiteX0" fmla="*/ 36274 w 58225"/>
                  <a:gd name="connsiteY0" fmla="*/ 4528 h 105856"/>
                  <a:gd name="connsiteX1" fmla="*/ 31475 w 58225"/>
                  <a:gd name="connsiteY1" fmla="*/ 64 h 105856"/>
                  <a:gd name="connsiteX2" fmla="*/ 123 w 58225"/>
                  <a:gd name="connsiteY2" fmla="*/ 10267 h 105856"/>
                  <a:gd name="connsiteX3" fmla="*/ 123 w 58225"/>
                  <a:gd name="connsiteY3" fmla="*/ 16006 h 105856"/>
                  <a:gd name="connsiteX4" fmla="*/ 23317 w 58225"/>
                  <a:gd name="connsiteY4" fmla="*/ 11543 h 105856"/>
                  <a:gd name="connsiteX5" fmla="*/ 23317 w 58225"/>
                  <a:gd name="connsiteY5" fmla="*/ 92848 h 105856"/>
                  <a:gd name="connsiteX6" fmla="*/ 7321 w 58225"/>
                  <a:gd name="connsiteY6" fmla="*/ 100181 h 105856"/>
                  <a:gd name="connsiteX7" fmla="*/ 1243 w 58225"/>
                  <a:gd name="connsiteY7" fmla="*/ 100181 h 105856"/>
                  <a:gd name="connsiteX8" fmla="*/ 1243 w 58225"/>
                  <a:gd name="connsiteY8" fmla="*/ 105921 h 105856"/>
                  <a:gd name="connsiteX9" fmla="*/ 29716 w 58225"/>
                  <a:gd name="connsiteY9" fmla="*/ 105283 h 105856"/>
                  <a:gd name="connsiteX10" fmla="*/ 58349 w 58225"/>
                  <a:gd name="connsiteY10" fmla="*/ 105921 h 105856"/>
                  <a:gd name="connsiteX11" fmla="*/ 58349 w 58225"/>
                  <a:gd name="connsiteY11" fmla="*/ 100181 h 105856"/>
                  <a:gd name="connsiteX12" fmla="*/ 52270 w 58225"/>
                  <a:gd name="connsiteY12" fmla="*/ 100181 h 105856"/>
                  <a:gd name="connsiteX13" fmla="*/ 36274 w 58225"/>
                  <a:gd name="connsiteY13" fmla="*/ 92848 h 105856"/>
                  <a:gd name="connsiteX14" fmla="*/ 36274 w 58225"/>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225" h="105856">
                    <a:moveTo>
                      <a:pt x="36274" y="4528"/>
                    </a:moveTo>
                    <a:cubicBezTo>
                      <a:pt x="36274" y="224"/>
                      <a:pt x="35954" y="64"/>
                      <a:pt x="31475" y="64"/>
                    </a:cubicBezTo>
                    <a:cubicBezTo>
                      <a:pt x="21238" y="10108"/>
                      <a:pt x="6682" y="10267"/>
                      <a:pt x="123" y="10267"/>
                    </a:cubicBezTo>
                    <a:lnTo>
                      <a:pt x="123" y="16006"/>
                    </a:lnTo>
                    <a:cubicBezTo>
                      <a:pt x="3962" y="16006"/>
                      <a:pt x="14520" y="16006"/>
                      <a:pt x="23317" y="11543"/>
                    </a:cubicBezTo>
                    <a:lnTo>
                      <a:pt x="23317" y="92848"/>
                    </a:lnTo>
                    <a:cubicBezTo>
                      <a:pt x="23317" y="98109"/>
                      <a:pt x="23317" y="100181"/>
                      <a:pt x="7321" y="100181"/>
                    </a:cubicBezTo>
                    <a:lnTo>
                      <a:pt x="1243" y="100181"/>
                    </a:lnTo>
                    <a:lnTo>
                      <a:pt x="1243" y="105921"/>
                    </a:lnTo>
                    <a:cubicBezTo>
                      <a:pt x="4122" y="105761"/>
                      <a:pt x="23797" y="105283"/>
                      <a:pt x="29716" y="105283"/>
                    </a:cubicBezTo>
                    <a:cubicBezTo>
                      <a:pt x="34675" y="105283"/>
                      <a:pt x="54830" y="105761"/>
                      <a:pt x="58349" y="105921"/>
                    </a:cubicBezTo>
                    <a:lnTo>
                      <a:pt x="58349" y="100181"/>
                    </a:lnTo>
                    <a:lnTo>
                      <a:pt x="52270" y="100181"/>
                    </a:lnTo>
                    <a:cubicBezTo>
                      <a:pt x="36274" y="100181"/>
                      <a:pt x="36274" y="98109"/>
                      <a:pt x="36274" y="92848"/>
                    </a:cubicBezTo>
                    <a:lnTo>
                      <a:pt x="36274" y="4528"/>
                    </a:lnTo>
                    <a:close/>
                  </a:path>
                </a:pathLst>
              </a:custGeom>
              <a:solidFill>
                <a:srgbClr val="000000"/>
              </a:solidFill>
              <a:ln w="22911"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0314D60-0F91-C2BA-02C9-90746D05F17B}"/>
                  </a:ext>
                </a:extLst>
              </p:cNvPr>
              <p:cNvSpPr/>
              <p:nvPr>
                <p:custDataLst>
                  <p:tags r:id="rId101"/>
                </p:custDataLst>
              </p:nvPr>
            </p:nvSpPr>
            <p:spPr>
              <a:xfrm>
                <a:off x="5473948" y="3874135"/>
                <a:ext cx="113800" cy="103168"/>
              </a:xfrm>
              <a:custGeom>
                <a:avLst/>
                <a:gdLst>
                  <a:gd name="connsiteX0" fmla="*/ 69825 w 113800"/>
                  <a:gd name="connsiteY0" fmla="*/ 31947 h 103168"/>
                  <a:gd name="connsiteX1" fmla="*/ 92448 w 113800"/>
                  <a:gd name="connsiteY1" fmla="*/ 5073 h 103168"/>
                  <a:gd name="connsiteX2" fmla="*/ 103874 w 113800"/>
                  <a:gd name="connsiteY2" fmla="*/ 8034 h 103168"/>
                  <a:gd name="connsiteX3" fmla="*/ 92905 w 113800"/>
                  <a:gd name="connsiteY3" fmla="*/ 20332 h 103168"/>
                  <a:gd name="connsiteX4" fmla="*/ 101588 w 113800"/>
                  <a:gd name="connsiteY4" fmla="*/ 28303 h 103168"/>
                  <a:gd name="connsiteX5" fmla="*/ 113928 w 113800"/>
                  <a:gd name="connsiteY5" fmla="*/ 15094 h 103168"/>
                  <a:gd name="connsiteX6" fmla="*/ 92676 w 113800"/>
                  <a:gd name="connsiteY6" fmla="*/ 63 h 103168"/>
                  <a:gd name="connsiteX7" fmla="*/ 68682 w 113800"/>
                  <a:gd name="connsiteY7" fmla="*/ 17371 h 103168"/>
                  <a:gd name="connsiteX8" fmla="*/ 44003 w 113800"/>
                  <a:gd name="connsiteY8" fmla="*/ 63 h 103168"/>
                  <a:gd name="connsiteX9" fmla="*/ 7212 w 113800"/>
                  <a:gd name="connsiteY9" fmla="*/ 35136 h 103168"/>
                  <a:gd name="connsiteX10" fmla="*/ 9954 w 113800"/>
                  <a:gd name="connsiteY10" fmla="*/ 37413 h 103168"/>
                  <a:gd name="connsiteX11" fmla="*/ 12924 w 113800"/>
                  <a:gd name="connsiteY11" fmla="*/ 34908 h 103168"/>
                  <a:gd name="connsiteX12" fmla="*/ 43546 w 113800"/>
                  <a:gd name="connsiteY12" fmla="*/ 5073 h 103168"/>
                  <a:gd name="connsiteX13" fmla="*/ 55885 w 113800"/>
                  <a:gd name="connsiteY13" fmla="*/ 20332 h 103168"/>
                  <a:gd name="connsiteX14" fmla="*/ 43546 w 113800"/>
                  <a:gd name="connsiteY14" fmla="*/ 74536 h 103168"/>
                  <a:gd name="connsiteX15" fmla="*/ 21837 w 113800"/>
                  <a:gd name="connsiteY15" fmla="*/ 98221 h 103168"/>
                  <a:gd name="connsiteX16" fmla="*/ 10411 w 113800"/>
                  <a:gd name="connsiteY16" fmla="*/ 95261 h 103168"/>
                  <a:gd name="connsiteX17" fmla="*/ 21151 w 113800"/>
                  <a:gd name="connsiteY17" fmla="*/ 82962 h 103168"/>
                  <a:gd name="connsiteX18" fmla="*/ 12696 w 113800"/>
                  <a:gd name="connsiteY18" fmla="*/ 74991 h 103168"/>
                  <a:gd name="connsiteX19" fmla="*/ 128 w 113800"/>
                  <a:gd name="connsiteY19" fmla="*/ 88200 h 103168"/>
                  <a:gd name="connsiteX20" fmla="*/ 21608 w 113800"/>
                  <a:gd name="connsiteY20" fmla="*/ 103232 h 103168"/>
                  <a:gd name="connsiteX21" fmla="*/ 45602 w 113800"/>
                  <a:gd name="connsiteY21" fmla="*/ 85923 h 103168"/>
                  <a:gd name="connsiteX22" fmla="*/ 70282 w 113800"/>
                  <a:gd name="connsiteY22" fmla="*/ 103232 h 103168"/>
                  <a:gd name="connsiteX23" fmla="*/ 106844 w 113800"/>
                  <a:gd name="connsiteY23" fmla="*/ 68159 h 103168"/>
                  <a:gd name="connsiteX24" fmla="*/ 104102 w 113800"/>
                  <a:gd name="connsiteY24" fmla="*/ 65881 h 103168"/>
                  <a:gd name="connsiteX25" fmla="*/ 101131 w 113800"/>
                  <a:gd name="connsiteY25" fmla="*/ 68387 h 103168"/>
                  <a:gd name="connsiteX26" fmla="*/ 70739 w 113800"/>
                  <a:gd name="connsiteY26" fmla="*/ 98221 h 103168"/>
                  <a:gd name="connsiteX27" fmla="*/ 58171 w 113800"/>
                  <a:gd name="connsiteY27" fmla="*/ 83190 h 103168"/>
                  <a:gd name="connsiteX28" fmla="*/ 62055 w 113800"/>
                  <a:gd name="connsiteY28" fmla="*/ 63148 h 103168"/>
                  <a:gd name="connsiteX29" fmla="*/ 69825 w 113800"/>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00" h="103168">
                    <a:moveTo>
                      <a:pt x="69825" y="31947"/>
                    </a:moveTo>
                    <a:cubicBezTo>
                      <a:pt x="71196" y="26026"/>
                      <a:pt x="76452" y="5073"/>
                      <a:pt x="92448" y="5073"/>
                    </a:cubicBezTo>
                    <a:cubicBezTo>
                      <a:pt x="93590" y="5073"/>
                      <a:pt x="99075" y="5073"/>
                      <a:pt x="103874" y="8034"/>
                    </a:cubicBezTo>
                    <a:cubicBezTo>
                      <a:pt x="97475" y="9173"/>
                      <a:pt x="92905" y="14866"/>
                      <a:pt x="92905" y="20332"/>
                    </a:cubicBezTo>
                    <a:cubicBezTo>
                      <a:pt x="92905" y="23976"/>
                      <a:pt x="95419" y="28303"/>
                      <a:pt x="101588" y="28303"/>
                    </a:cubicBezTo>
                    <a:cubicBezTo>
                      <a:pt x="106616" y="28303"/>
                      <a:pt x="113928" y="24204"/>
                      <a:pt x="113928" y="15094"/>
                    </a:cubicBezTo>
                    <a:cubicBezTo>
                      <a:pt x="113928" y="3251"/>
                      <a:pt x="100446" y="63"/>
                      <a:pt x="92676" y="63"/>
                    </a:cubicBezTo>
                    <a:cubicBezTo>
                      <a:pt x="79422" y="63"/>
                      <a:pt x="71424" y="12133"/>
                      <a:pt x="68682" y="17371"/>
                    </a:cubicBezTo>
                    <a:cubicBezTo>
                      <a:pt x="62969" y="2340"/>
                      <a:pt x="50630" y="63"/>
                      <a:pt x="44003" y="63"/>
                    </a:cubicBezTo>
                    <a:cubicBezTo>
                      <a:pt x="20237" y="63"/>
                      <a:pt x="7212" y="29442"/>
                      <a:pt x="7212" y="35136"/>
                    </a:cubicBezTo>
                    <a:cubicBezTo>
                      <a:pt x="7212" y="37413"/>
                      <a:pt x="9497" y="37413"/>
                      <a:pt x="9954" y="37413"/>
                    </a:cubicBezTo>
                    <a:cubicBezTo>
                      <a:pt x="11782" y="37413"/>
                      <a:pt x="12467" y="36958"/>
                      <a:pt x="12924" y="34908"/>
                    </a:cubicBezTo>
                    <a:cubicBezTo>
                      <a:pt x="20694" y="10767"/>
                      <a:pt x="35776" y="5073"/>
                      <a:pt x="43546" y="5073"/>
                    </a:cubicBezTo>
                    <a:cubicBezTo>
                      <a:pt x="47887" y="5073"/>
                      <a:pt x="55885" y="7123"/>
                      <a:pt x="55885" y="20332"/>
                    </a:cubicBezTo>
                    <a:cubicBezTo>
                      <a:pt x="55885" y="27392"/>
                      <a:pt x="52001" y="42651"/>
                      <a:pt x="43546" y="74536"/>
                    </a:cubicBezTo>
                    <a:cubicBezTo>
                      <a:pt x="39889" y="88656"/>
                      <a:pt x="31891" y="98221"/>
                      <a:pt x="21837" y="98221"/>
                    </a:cubicBezTo>
                    <a:cubicBezTo>
                      <a:pt x="20465" y="98221"/>
                      <a:pt x="15210" y="98221"/>
                      <a:pt x="10411" y="95261"/>
                    </a:cubicBezTo>
                    <a:cubicBezTo>
                      <a:pt x="16124" y="94122"/>
                      <a:pt x="21151" y="89339"/>
                      <a:pt x="21151" y="82962"/>
                    </a:cubicBezTo>
                    <a:cubicBezTo>
                      <a:pt x="21151" y="76813"/>
                      <a:pt x="16124" y="74991"/>
                      <a:pt x="12696" y="74991"/>
                    </a:cubicBezTo>
                    <a:cubicBezTo>
                      <a:pt x="5841" y="74991"/>
                      <a:pt x="128" y="80913"/>
                      <a:pt x="128" y="88200"/>
                    </a:cubicBezTo>
                    <a:cubicBezTo>
                      <a:pt x="128" y="98677"/>
                      <a:pt x="11553" y="103232"/>
                      <a:pt x="21608" y="103232"/>
                    </a:cubicBezTo>
                    <a:cubicBezTo>
                      <a:pt x="36690" y="103232"/>
                      <a:pt x="44917" y="87289"/>
                      <a:pt x="45602" y="85923"/>
                    </a:cubicBezTo>
                    <a:cubicBezTo>
                      <a:pt x="48344" y="94350"/>
                      <a:pt x="56571" y="103232"/>
                      <a:pt x="70282" y="103232"/>
                    </a:cubicBezTo>
                    <a:cubicBezTo>
                      <a:pt x="93819" y="103232"/>
                      <a:pt x="106844" y="73852"/>
                      <a:pt x="106844" y="68159"/>
                    </a:cubicBezTo>
                    <a:cubicBezTo>
                      <a:pt x="106844" y="65881"/>
                      <a:pt x="104788" y="65881"/>
                      <a:pt x="104102" y="65881"/>
                    </a:cubicBezTo>
                    <a:cubicBezTo>
                      <a:pt x="102045" y="65881"/>
                      <a:pt x="101588" y="66792"/>
                      <a:pt x="101131" y="68387"/>
                    </a:cubicBezTo>
                    <a:cubicBezTo>
                      <a:pt x="93590" y="92755"/>
                      <a:pt x="78051" y="98221"/>
                      <a:pt x="70739" y="98221"/>
                    </a:cubicBezTo>
                    <a:cubicBezTo>
                      <a:pt x="61827" y="98221"/>
                      <a:pt x="58171" y="90933"/>
                      <a:pt x="58171" y="83190"/>
                    </a:cubicBezTo>
                    <a:cubicBezTo>
                      <a:pt x="58171" y="78180"/>
                      <a:pt x="59542" y="73169"/>
                      <a:pt x="62055" y="63148"/>
                    </a:cubicBezTo>
                    <a:lnTo>
                      <a:pt x="69825" y="31947"/>
                    </a:lnTo>
                    <a:close/>
                  </a:path>
                </a:pathLst>
              </a:custGeom>
              <a:solidFill>
                <a:srgbClr val="9F2A63"/>
              </a:solidFill>
              <a:ln w="2291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AA06D69-0D17-57D0-73BD-394918E60C0F}"/>
                  </a:ext>
                </a:extLst>
              </p:cNvPr>
              <p:cNvSpPr/>
              <p:nvPr>
                <p:custDataLst>
                  <p:tags r:id="rId102"/>
                </p:custDataLst>
              </p:nvPr>
            </p:nvSpPr>
            <p:spPr>
              <a:xfrm>
                <a:off x="5661501" y="3842023"/>
                <a:ext cx="151962" cy="151678"/>
              </a:xfrm>
              <a:custGeom>
                <a:avLst/>
                <a:gdLst>
                  <a:gd name="connsiteX0" fmla="*/ 80801 w 151962"/>
                  <a:gd name="connsiteY0" fmla="*/ 80457 h 151678"/>
                  <a:gd name="connsiteX1" fmla="*/ 144557 w 151962"/>
                  <a:gd name="connsiteY1" fmla="*/ 80457 h 151678"/>
                  <a:gd name="connsiteX2" fmla="*/ 152098 w 151962"/>
                  <a:gd name="connsiteY2" fmla="*/ 75902 h 151678"/>
                  <a:gd name="connsiteX3" fmla="*/ 144557 w 151962"/>
                  <a:gd name="connsiteY3" fmla="*/ 71347 h 151678"/>
                  <a:gd name="connsiteX4" fmla="*/ 80801 w 151962"/>
                  <a:gd name="connsiteY4" fmla="*/ 71347 h 151678"/>
                  <a:gd name="connsiteX5" fmla="*/ 80801 w 151962"/>
                  <a:gd name="connsiteY5" fmla="*/ 7578 h 151678"/>
                  <a:gd name="connsiteX6" fmla="*/ 76231 w 151962"/>
                  <a:gd name="connsiteY6" fmla="*/ 63 h 151678"/>
                  <a:gd name="connsiteX7" fmla="*/ 71661 w 151962"/>
                  <a:gd name="connsiteY7" fmla="*/ 7578 h 151678"/>
                  <a:gd name="connsiteX8" fmla="*/ 71661 w 151962"/>
                  <a:gd name="connsiteY8" fmla="*/ 71347 h 151678"/>
                  <a:gd name="connsiteX9" fmla="*/ 7677 w 151962"/>
                  <a:gd name="connsiteY9" fmla="*/ 71347 h 151678"/>
                  <a:gd name="connsiteX10" fmla="*/ 136 w 151962"/>
                  <a:gd name="connsiteY10" fmla="*/ 75902 h 151678"/>
                  <a:gd name="connsiteX11" fmla="*/ 7677 w 151962"/>
                  <a:gd name="connsiteY11" fmla="*/ 80457 h 151678"/>
                  <a:gd name="connsiteX12" fmla="*/ 71661 w 151962"/>
                  <a:gd name="connsiteY12" fmla="*/ 80457 h 151678"/>
                  <a:gd name="connsiteX13" fmla="*/ 71661 w 151962"/>
                  <a:gd name="connsiteY13" fmla="*/ 144226 h 151678"/>
                  <a:gd name="connsiteX14" fmla="*/ 76231 w 151962"/>
                  <a:gd name="connsiteY14" fmla="*/ 151742 h 151678"/>
                  <a:gd name="connsiteX15" fmla="*/ 80801 w 151962"/>
                  <a:gd name="connsiteY15" fmla="*/ 144226 h 151678"/>
                  <a:gd name="connsiteX16" fmla="*/ 80801 w 151962"/>
                  <a:gd name="connsiteY16" fmla="*/ 80457 h 151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62" h="151678">
                    <a:moveTo>
                      <a:pt x="80801" y="80457"/>
                    </a:moveTo>
                    <a:lnTo>
                      <a:pt x="144557" y="80457"/>
                    </a:lnTo>
                    <a:cubicBezTo>
                      <a:pt x="147756" y="80457"/>
                      <a:pt x="152098" y="80457"/>
                      <a:pt x="152098" y="75902"/>
                    </a:cubicBezTo>
                    <a:cubicBezTo>
                      <a:pt x="152098" y="71347"/>
                      <a:pt x="147756" y="71347"/>
                      <a:pt x="144557" y="71347"/>
                    </a:cubicBezTo>
                    <a:lnTo>
                      <a:pt x="80801" y="71347"/>
                    </a:lnTo>
                    <a:lnTo>
                      <a:pt x="80801" y="7578"/>
                    </a:lnTo>
                    <a:cubicBezTo>
                      <a:pt x="80801" y="4390"/>
                      <a:pt x="80801" y="63"/>
                      <a:pt x="76231" y="63"/>
                    </a:cubicBezTo>
                    <a:cubicBezTo>
                      <a:pt x="71661" y="63"/>
                      <a:pt x="71661" y="4390"/>
                      <a:pt x="71661" y="7578"/>
                    </a:cubicBezTo>
                    <a:lnTo>
                      <a:pt x="71661" y="71347"/>
                    </a:lnTo>
                    <a:lnTo>
                      <a:pt x="7677" y="71347"/>
                    </a:lnTo>
                    <a:cubicBezTo>
                      <a:pt x="4477" y="71347"/>
                      <a:pt x="136" y="71347"/>
                      <a:pt x="136" y="75902"/>
                    </a:cubicBezTo>
                    <a:cubicBezTo>
                      <a:pt x="136" y="80457"/>
                      <a:pt x="4477" y="80457"/>
                      <a:pt x="7677" y="80457"/>
                    </a:cubicBezTo>
                    <a:lnTo>
                      <a:pt x="71661" y="80457"/>
                    </a:lnTo>
                    <a:lnTo>
                      <a:pt x="71661" y="144226"/>
                    </a:lnTo>
                    <a:cubicBezTo>
                      <a:pt x="71661" y="147414"/>
                      <a:pt x="71661" y="151742"/>
                      <a:pt x="76231" y="151742"/>
                    </a:cubicBezTo>
                    <a:cubicBezTo>
                      <a:pt x="80801" y="151742"/>
                      <a:pt x="80801" y="147414"/>
                      <a:pt x="80801" y="144226"/>
                    </a:cubicBezTo>
                    <a:lnTo>
                      <a:pt x="80801" y="80457"/>
                    </a:lnTo>
                    <a:close/>
                  </a:path>
                </a:pathLst>
              </a:custGeom>
              <a:solidFill>
                <a:srgbClr val="000000"/>
              </a:solidFill>
              <a:ln w="2291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ACE813B-8CFC-D907-B075-599767745485}"/>
                  </a:ext>
                </a:extLst>
              </p:cNvPr>
              <p:cNvSpPr/>
              <p:nvPr>
                <p:custDataLst>
                  <p:tags r:id="rId103"/>
                </p:custDataLst>
              </p:nvPr>
            </p:nvSpPr>
            <p:spPr>
              <a:xfrm>
                <a:off x="5883846" y="3874135"/>
                <a:ext cx="117456" cy="103168"/>
              </a:xfrm>
              <a:custGeom>
                <a:avLst/>
                <a:gdLst>
                  <a:gd name="connsiteX0" fmla="*/ 73499 w 117456"/>
                  <a:gd name="connsiteY0" fmla="*/ 87973 h 103168"/>
                  <a:gd name="connsiteX1" fmla="*/ 93837 w 117456"/>
                  <a:gd name="connsiteY1" fmla="*/ 103232 h 103168"/>
                  <a:gd name="connsiteX2" fmla="*/ 110747 w 117456"/>
                  <a:gd name="connsiteY2" fmla="*/ 90706 h 103168"/>
                  <a:gd name="connsiteX3" fmla="*/ 117602 w 117456"/>
                  <a:gd name="connsiteY3" fmla="*/ 68159 h 103168"/>
                  <a:gd name="connsiteX4" fmla="*/ 114860 w 117456"/>
                  <a:gd name="connsiteY4" fmla="*/ 65881 h 103168"/>
                  <a:gd name="connsiteX5" fmla="*/ 111661 w 117456"/>
                  <a:gd name="connsiteY5" fmla="*/ 69981 h 103168"/>
                  <a:gd name="connsiteX6" fmla="*/ 94522 w 117456"/>
                  <a:gd name="connsiteY6" fmla="*/ 98221 h 103168"/>
                  <a:gd name="connsiteX7" fmla="*/ 87438 w 117456"/>
                  <a:gd name="connsiteY7" fmla="*/ 87745 h 103168"/>
                  <a:gd name="connsiteX8" fmla="*/ 92009 w 117456"/>
                  <a:gd name="connsiteY8" fmla="*/ 64059 h 103168"/>
                  <a:gd name="connsiteX9" fmla="*/ 98407 w 117456"/>
                  <a:gd name="connsiteY9" fmla="*/ 39463 h 103168"/>
                  <a:gd name="connsiteX10" fmla="*/ 102292 w 117456"/>
                  <a:gd name="connsiteY10" fmla="*/ 23976 h 103168"/>
                  <a:gd name="connsiteX11" fmla="*/ 105720 w 117456"/>
                  <a:gd name="connsiteY11" fmla="*/ 8717 h 103168"/>
                  <a:gd name="connsiteX12" fmla="*/ 99093 w 117456"/>
                  <a:gd name="connsiteY12" fmla="*/ 2568 h 103168"/>
                  <a:gd name="connsiteX13" fmla="*/ 90181 w 117456"/>
                  <a:gd name="connsiteY13" fmla="*/ 10539 h 103168"/>
                  <a:gd name="connsiteX14" fmla="*/ 73042 w 117456"/>
                  <a:gd name="connsiteY14" fmla="*/ 79091 h 103168"/>
                  <a:gd name="connsiteX15" fmla="*/ 46991 w 117456"/>
                  <a:gd name="connsiteY15" fmla="*/ 98221 h 103168"/>
                  <a:gd name="connsiteX16" fmla="*/ 32823 w 117456"/>
                  <a:gd name="connsiteY16" fmla="*/ 79546 h 103168"/>
                  <a:gd name="connsiteX17" fmla="*/ 45163 w 117456"/>
                  <a:gd name="connsiteY17" fmla="*/ 33086 h 103168"/>
                  <a:gd name="connsiteX18" fmla="*/ 49048 w 117456"/>
                  <a:gd name="connsiteY18" fmla="*/ 18738 h 103168"/>
                  <a:gd name="connsiteX19" fmla="*/ 30310 w 117456"/>
                  <a:gd name="connsiteY19" fmla="*/ 63 h 103168"/>
                  <a:gd name="connsiteX20" fmla="*/ 145 w 117456"/>
                  <a:gd name="connsiteY20" fmla="*/ 35136 h 103168"/>
                  <a:gd name="connsiteX21" fmla="*/ 2888 w 117456"/>
                  <a:gd name="connsiteY21" fmla="*/ 37413 h 103168"/>
                  <a:gd name="connsiteX22" fmla="*/ 6544 w 117456"/>
                  <a:gd name="connsiteY22" fmla="*/ 33314 h 103168"/>
                  <a:gd name="connsiteX23" fmla="*/ 29624 w 117456"/>
                  <a:gd name="connsiteY23" fmla="*/ 5073 h 103168"/>
                  <a:gd name="connsiteX24" fmla="*/ 35337 w 117456"/>
                  <a:gd name="connsiteY24" fmla="*/ 12589 h 103168"/>
                  <a:gd name="connsiteX25" fmla="*/ 31452 w 117456"/>
                  <a:gd name="connsiteY25" fmla="*/ 28076 h 103168"/>
                  <a:gd name="connsiteX26" fmla="*/ 18198 w 117456"/>
                  <a:gd name="connsiteY26" fmla="*/ 75902 h 103168"/>
                  <a:gd name="connsiteX27" fmla="*/ 46306 w 117456"/>
                  <a:gd name="connsiteY27" fmla="*/ 103232 h 103168"/>
                  <a:gd name="connsiteX28" fmla="*/ 73499 w 117456"/>
                  <a:gd name="connsiteY28" fmla="*/ 87973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456" h="103168">
                    <a:moveTo>
                      <a:pt x="73499" y="87973"/>
                    </a:moveTo>
                    <a:cubicBezTo>
                      <a:pt x="76013" y="97310"/>
                      <a:pt x="84011" y="103232"/>
                      <a:pt x="93837" y="103232"/>
                    </a:cubicBezTo>
                    <a:cubicBezTo>
                      <a:pt x="101835" y="103232"/>
                      <a:pt x="107091" y="97994"/>
                      <a:pt x="110747" y="90706"/>
                    </a:cubicBezTo>
                    <a:cubicBezTo>
                      <a:pt x="114632" y="82507"/>
                      <a:pt x="117602" y="68614"/>
                      <a:pt x="117602" y="68159"/>
                    </a:cubicBezTo>
                    <a:cubicBezTo>
                      <a:pt x="117602" y="65881"/>
                      <a:pt x="115546" y="65881"/>
                      <a:pt x="114860" y="65881"/>
                    </a:cubicBezTo>
                    <a:cubicBezTo>
                      <a:pt x="112575" y="65881"/>
                      <a:pt x="112347" y="66792"/>
                      <a:pt x="111661" y="69981"/>
                    </a:cubicBezTo>
                    <a:cubicBezTo>
                      <a:pt x="108462" y="82735"/>
                      <a:pt x="104120" y="98221"/>
                      <a:pt x="94522" y="98221"/>
                    </a:cubicBezTo>
                    <a:cubicBezTo>
                      <a:pt x="89724" y="98221"/>
                      <a:pt x="87438" y="95261"/>
                      <a:pt x="87438" y="87745"/>
                    </a:cubicBezTo>
                    <a:cubicBezTo>
                      <a:pt x="87438" y="82735"/>
                      <a:pt x="90181" y="72030"/>
                      <a:pt x="92009" y="64059"/>
                    </a:cubicBezTo>
                    <a:lnTo>
                      <a:pt x="98407" y="39463"/>
                    </a:lnTo>
                    <a:cubicBezTo>
                      <a:pt x="99093" y="36047"/>
                      <a:pt x="101378" y="27392"/>
                      <a:pt x="102292" y="23976"/>
                    </a:cubicBezTo>
                    <a:cubicBezTo>
                      <a:pt x="103434" y="18738"/>
                      <a:pt x="105720" y="10084"/>
                      <a:pt x="105720" y="8717"/>
                    </a:cubicBezTo>
                    <a:cubicBezTo>
                      <a:pt x="105720" y="4618"/>
                      <a:pt x="102520" y="2568"/>
                      <a:pt x="99093" y="2568"/>
                    </a:cubicBezTo>
                    <a:cubicBezTo>
                      <a:pt x="97950" y="2568"/>
                      <a:pt x="92009" y="2796"/>
                      <a:pt x="90181" y="10539"/>
                    </a:cubicBezTo>
                    <a:cubicBezTo>
                      <a:pt x="85839" y="27165"/>
                      <a:pt x="75784" y="67020"/>
                      <a:pt x="73042" y="79091"/>
                    </a:cubicBezTo>
                    <a:cubicBezTo>
                      <a:pt x="72813" y="80002"/>
                      <a:pt x="63673" y="98221"/>
                      <a:pt x="46991" y="98221"/>
                    </a:cubicBezTo>
                    <a:cubicBezTo>
                      <a:pt x="35108" y="98221"/>
                      <a:pt x="32823" y="87973"/>
                      <a:pt x="32823" y="79546"/>
                    </a:cubicBezTo>
                    <a:cubicBezTo>
                      <a:pt x="32823" y="66792"/>
                      <a:pt x="39222" y="48800"/>
                      <a:pt x="45163" y="33086"/>
                    </a:cubicBezTo>
                    <a:cubicBezTo>
                      <a:pt x="47905" y="26254"/>
                      <a:pt x="49048" y="23065"/>
                      <a:pt x="49048" y="18738"/>
                    </a:cubicBezTo>
                    <a:cubicBezTo>
                      <a:pt x="49048" y="8489"/>
                      <a:pt x="41735" y="63"/>
                      <a:pt x="30310" y="63"/>
                    </a:cubicBezTo>
                    <a:cubicBezTo>
                      <a:pt x="8601" y="63"/>
                      <a:pt x="145" y="33086"/>
                      <a:pt x="145" y="35136"/>
                    </a:cubicBezTo>
                    <a:cubicBezTo>
                      <a:pt x="145" y="37413"/>
                      <a:pt x="2431" y="37413"/>
                      <a:pt x="2888" y="37413"/>
                    </a:cubicBezTo>
                    <a:cubicBezTo>
                      <a:pt x="5173" y="37413"/>
                      <a:pt x="5401" y="36958"/>
                      <a:pt x="6544" y="33314"/>
                    </a:cubicBezTo>
                    <a:cubicBezTo>
                      <a:pt x="12257" y="13500"/>
                      <a:pt x="20940" y="5073"/>
                      <a:pt x="29624" y="5073"/>
                    </a:cubicBezTo>
                    <a:cubicBezTo>
                      <a:pt x="31681" y="5073"/>
                      <a:pt x="35337" y="5301"/>
                      <a:pt x="35337" y="12589"/>
                    </a:cubicBezTo>
                    <a:cubicBezTo>
                      <a:pt x="35337" y="18055"/>
                      <a:pt x="32823" y="24659"/>
                      <a:pt x="31452" y="28076"/>
                    </a:cubicBezTo>
                    <a:cubicBezTo>
                      <a:pt x="22997" y="50622"/>
                      <a:pt x="18198" y="64743"/>
                      <a:pt x="18198" y="75902"/>
                    </a:cubicBezTo>
                    <a:cubicBezTo>
                      <a:pt x="18198" y="97538"/>
                      <a:pt x="33966" y="103232"/>
                      <a:pt x="46306" y="103232"/>
                    </a:cubicBezTo>
                    <a:cubicBezTo>
                      <a:pt x="61388" y="103232"/>
                      <a:pt x="69614" y="92983"/>
                      <a:pt x="73499" y="87973"/>
                    </a:cubicBezTo>
                    <a:close/>
                  </a:path>
                </a:pathLst>
              </a:custGeom>
              <a:solidFill>
                <a:srgbClr val="FF0000"/>
              </a:solidFill>
              <a:ln w="22911" cap="flat">
                <a:noFill/>
                <a:prstDash val="solid"/>
                <a:miter/>
              </a:ln>
            </p:spPr>
            <p:txBody>
              <a:bodyPr rtlCol="0" anchor="ctr"/>
              <a:lstStyle/>
              <a:p>
                <a:endParaRPr lang="en-GB"/>
              </a:p>
            </p:txBody>
          </p:sp>
        </p:grpSp>
        <p:grpSp>
          <p:nvGrpSpPr>
            <p:cNvPr id="17" name="Group 16">
              <a:extLst>
                <a:ext uri="{FF2B5EF4-FFF2-40B4-BE49-F238E27FC236}">
                  <a16:creationId xmlns:a16="http://schemas.microsoft.com/office/drawing/2014/main" id="{F33143A1-CD5D-5554-54FC-69EDD3F4F62E}"/>
                </a:ext>
              </a:extLst>
            </p:cNvPr>
            <p:cNvGrpSpPr>
              <a:grpSpLocks noChangeAspect="1"/>
            </p:cNvGrpSpPr>
            <p:nvPr>
              <p:custDataLst>
                <p:tags r:id="rId2"/>
              </p:custDataLst>
            </p:nvPr>
          </p:nvGrpSpPr>
          <p:grpSpPr>
            <a:xfrm>
              <a:off x="1047750" y="2625725"/>
              <a:ext cx="3791828" cy="314089"/>
              <a:chOff x="4259370" y="4319721"/>
              <a:chExt cx="3791828" cy="314089"/>
            </a:xfrm>
            <a:solidFill>
              <a:schemeClr val="tx1"/>
            </a:solidFill>
          </p:grpSpPr>
          <p:sp>
            <p:nvSpPr>
              <p:cNvPr id="18" name="Freeform: Shape 17">
                <a:extLst>
                  <a:ext uri="{FF2B5EF4-FFF2-40B4-BE49-F238E27FC236}">
                    <a16:creationId xmlns:a16="http://schemas.microsoft.com/office/drawing/2014/main" id="{74A6F164-0D59-B679-356E-97DA44E05514}"/>
                  </a:ext>
                </a:extLst>
              </p:cNvPr>
              <p:cNvSpPr/>
              <p:nvPr>
                <p:custDataLst>
                  <p:tags r:id="rId74"/>
                </p:custDataLst>
              </p:nvPr>
            </p:nvSpPr>
            <p:spPr>
              <a:xfrm>
                <a:off x="4259370" y="4341708"/>
                <a:ext cx="234794" cy="213580"/>
              </a:xfrm>
              <a:custGeom>
                <a:avLst/>
                <a:gdLst>
                  <a:gd name="connsiteX0" fmla="*/ 216827 w 234794"/>
                  <a:gd name="connsiteY0" fmla="*/ 140461 h 213580"/>
                  <a:gd name="connsiteX1" fmla="*/ 218444 w 234794"/>
                  <a:gd name="connsiteY1" fmla="*/ 136063 h 213580"/>
                  <a:gd name="connsiteX2" fmla="*/ 214562 w 234794"/>
                  <a:gd name="connsiteY2" fmla="*/ 132608 h 213580"/>
                  <a:gd name="connsiteX3" fmla="*/ 210357 w 234794"/>
                  <a:gd name="connsiteY3" fmla="*/ 136377 h 213580"/>
                  <a:gd name="connsiteX4" fmla="*/ 122039 w 234794"/>
                  <a:gd name="connsiteY4" fmla="*/ 203907 h 213580"/>
                  <a:gd name="connsiteX5" fmla="*/ 74807 w 234794"/>
                  <a:gd name="connsiteY5" fmla="*/ 203907 h 213580"/>
                  <a:gd name="connsiteX6" fmla="*/ 67690 w 234794"/>
                  <a:gd name="connsiteY6" fmla="*/ 203593 h 213580"/>
                  <a:gd name="connsiteX7" fmla="*/ 63484 w 234794"/>
                  <a:gd name="connsiteY7" fmla="*/ 200452 h 213580"/>
                  <a:gd name="connsiteX8" fmla="*/ 65102 w 234794"/>
                  <a:gd name="connsiteY8" fmla="*/ 193228 h 213580"/>
                  <a:gd name="connsiteX9" fmla="*/ 87100 w 234794"/>
                  <a:gd name="connsiteY9" fmla="*/ 107481 h 213580"/>
                  <a:gd name="connsiteX10" fmla="*/ 119128 w 234794"/>
                  <a:gd name="connsiteY10" fmla="*/ 107481 h 213580"/>
                  <a:gd name="connsiteX11" fmla="*/ 146626 w 234794"/>
                  <a:gd name="connsiteY11" fmla="*/ 121929 h 213580"/>
                  <a:gd name="connsiteX12" fmla="*/ 144361 w 234794"/>
                  <a:gd name="connsiteY12" fmla="*/ 137320 h 213580"/>
                  <a:gd name="connsiteX13" fmla="*/ 143391 w 234794"/>
                  <a:gd name="connsiteY13" fmla="*/ 140775 h 213580"/>
                  <a:gd name="connsiteX14" fmla="*/ 147596 w 234794"/>
                  <a:gd name="connsiteY14" fmla="*/ 144230 h 213580"/>
                  <a:gd name="connsiteX15" fmla="*/ 152449 w 234794"/>
                  <a:gd name="connsiteY15" fmla="*/ 137948 h 213580"/>
                  <a:gd name="connsiteX16" fmla="*/ 170889 w 234794"/>
                  <a:gd name="connsiteY16" fmla="*/ 64451 h 213580"/>
                  <a:gd name="connsiteX17" fmla="*/ 167007 w 234794"/>
                  <a:gd name="connsiteY17" fmla="*/ 60996 h 213580"/>
                  <a:gd name="connsiteX18" fmla="*/ 162478 w 234794"/>
                  <a:gd name="connsiteY18" fmla="*/ 66650 h 213580"/>
                  <a:gd name="connsiteX19" fmla="*/ 120098 w 234794"/>
                  <a:gd name="connsiteY19" fmla="*/ 97744 h 213580"/>
                  <a:gd name="connsiteX20" fmla="*/ 89688 w 234794"/>
                  <a:gd name="connsiteY20" fmla="*/ 97744 h 213580"/>
                  <a:gd name="connsiteX21" fmla="*/ 109099 w 234794"/>
                  <a:gd name="connsiteY21" fmla="*/ 22049 h 213580"/>
                  <a:gd name="connsiteX22" fmla="*/ 126568 w 234794"/>
                  <a:gd name="connsiteY22" fmla="*/ 9800 h 213580"/>
                  <a:gd name="connsiteX23" fmla="*/ 172183 w 234794"/>
                  <a:gd name="connsiteY23" fmla="*/ 9800 h 213580"/>
                  <a:gd name="connsiteX24" fmla="*/ 221356 w 234794"/>
                  <a:gd name="connsiteY24" fmla="*/ 44663 h 213580"/>
                  <a:gd name="connsiteX25" fmla="*/ 220062 w 234794"/>
                  <a:gd name="connsiteY25" fmla="*/ 61310 h 213580"/>
                  <a:gd name="connsiteX26" fmla="*/ 219738 w 234794"/>
                  <a:gd name="connsiteY26" fmla="*/ 66964 h 213580"/>
                  <a:gd name="connsiteX27" fmla="*/ 223620 w 234794"/>
                  <a:gd name="connsiteY27" fmla="*/ 70733 h 213580"/>
                  <a:gd name="connsiteX28" fmla="*/ 228150 w 234794"/>
                  <a:gd name="connsiteY28" fmla="*/ 62881 h 213580"/>
                  <a:gd name="connsiteX29" fmla="*/ 234620 w 234794"/>
                  <a:gd name="connsiteY29" fmla="*/ 8543 h 213580"/>
                  <a:gd name="connsiteX30" fmla="*/ 225885 w 234794"/>
                  <a:gd name="connsiteY30" fmla="*/ 63 h 213580"/>
                  <a:gd name="connsiteX31" fmla="*/ 62514 w 234794"/>
                  <a:gd name="connsiteY31" fmla="*/ 63 h 213580"/>
                  <a:gd name="connsiteX32" fmla="*/ 52808 w 234794"/>
                  <a:gd name="connsiteY32" fmla="*/ 6345 h 213580"/>
                  <a:gd name="connsiteX33" fmla="*/ 61867 w 234794"/>
                  <a:gd name="connsiteY33" fmla="*/ 9800 h 213580"/>
                  <a:gd name="connsiteX34" fmla="*/ 82895 w 234794"/>
                  <a:gd name="connsiteY34" fmla="*/ 15453 h 213580"/>
                  <a:gd name="connsiteX35" fmla="*/ 81277 w 234794"/>
                  <a:gd name="connsiteY35" fmla="*/ 22991 h 213580"/>
                  <a:gd name="connsiteX36" fmla="*/ 38574 w 234794"/>
                  <a:gd name="connsiteY36" fmla="*/ 189144 h 213580"/>
                  <a:gd name="connsiteX37" fmla="*/ 9135 w 234794"/>
                  <a:gd name="connsiteY37" fmla="*/ 203907 h 213580"/>
                  <a:gd name="connsiteX38" fmla="*/ 77 w 234794"/>
                  <a:gd name="connsiteY38" fmla="*/ 209874 h 213580"/>
                  <a:gd name="connsiteX39" fmla="*/ 9135 w 234794"/>
                  <a:gd name="connsiteY39" fmla="*/ 213643 h 213580"/>
                  <a:gd name="connsiteX40" fmla="*/ 177035 w 234794"/>
                  <a:gd name="connsiteY40" fmla="*/ 213643 h 213580"/>
                  <a:gd name="connsiteX41" fmla="*/ 187064 w 234794"/>
                  <a:gd name="connsiteY41" fmla="*/ 208304 h 213580"/>
                  <a:gd name="connsiteX42" fmla="*/ 216827 w 234794"/>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4794" h="213580">
                    <a:moveTo>
                      <a:pt x="216827" y="140461"/>
                    </a:moveTo>
                    <a:cubicBezTo>
                      <a:pt x="217474" y="138890"/>
                      <a:pt x="218444" y="136692"/>
                      <a:pt x="218444" y="136063"/>
                    </a:cubicBezTo>
                    <a:cubicBezTo>
                      <a:pt x="218444" y="135749"/>
                      <a:pt x="218444" y="132608"/>
                      <a:pt x="214562" y="132608"/>
                    </a:cubicBezTo>
                    <a:cubicBezTo>
                      <a:pt x="211651" y="132608"/>
                      <a:pt x="211004" y="134493"/>
                      <a:pt x="210357" y="136377"/>
                    </a:cubicBezTo>
                    <a:cubicBezTo>
                      <a:pt x="189329" y="182863"/>
                      <a:pt x="177359" y="203907"/>
                      <a:pt x="122039" y="203907"/>
                    </a:cubicBezTo>
                    <a:lnTo>
                      <a:pt x="74807" y="203907"/>
                    </a:lnTo>
                    <a:cubicBezTo>
                      <a:pt x="70278" y="203907"/>
                      <a:pt x="69631" y="203907"/>
                      <a:pt x="67690" y="203593"/>
                    </a:cubicBezTo>
                    <a:cubicBezTo>
                      <a:pt x="64455" y="203278"/>
                      <a:pt x="63484" y="202964"/>
                      <a:pt x="63484" y="200452"/>
                    </a:cubicBezTo>
                    <a:cubicBezTo>
                      <a:pt x="63484" y="199509"/>
                      <a:pt x="63484" y="198881"/>
                      <a:pt x="65102" y="193228"/>
                    </a:cubicBezTo>
                    <a:lnTo>
                      <a:pt x="87100" y="107481"/>
                    </a:lnTo>
                    <a:lnTo>
                      <a:pt x="119128" y="107481"/>
                    </a:lnTo>
                    <a:cubicBezTo>
                      <a:pt x="146626" y="107481"/>
                      <a:pt x="146626" y="114077"/>
                      <a:pt x="146626" y="121929"/>
                    </a:cubicBezTo>
                    <a:cubicBezTo>
                      <a:pt x="146626" y="124128"/>
                      <a:pt x="146626" y="127897"/>
                      <a:pt x="144361" y="137320"/>
                    </a:cubicBezTo>
                    <a:cubicBezTo>
                      <a:pt x="143714" y="138890"/>
                      <a:pt x="143391" y="139832"/>
                      <a:pt x="143391" y="140775"/>
                    </a:cubicBezTo>
                    <a:cubicBezTo>
                      <a:pt x="143391" y="142345"/>
                      <a:pt x="144685" y="144230"/>
                      <a:pt x="147596" y="144230"/>
                    </a:cubicBezTo>
                    <a:cubicBezTo>
                      <a:pt x="150184" y="144230"/>
                      <a:pt x="151155" y="142659"/>
                      <a:pt x="152449" y="137948"/>
                    </a:cubicBezTo>
                    <a:lnTo>
                      <a:pt x="170889" y="64451"/>
                    </a:lnTo>
                    <a:cubicBezTo>
                      <a:pt x="170889" y="62566"/>
                      <a:pt x="169271" y="60996"/>
                      <a:pt x="167007" y="60996"/>
                    </a:cubicBezTo>
                    <a:cubicBezTo>
                      <a:pt x="164095" y="60996"/>
                      <a:pt x="163448" y="62881"/>
                      <a:pt x="162478" y="66650"/>
                    </a:cubicBezTo>
                    <a:cubicBezTo>
                      <a:pt x="155684" y="90520"/>
                      <a:pt x="149861" y="97744"/>
                      <a:pt x="120098" y="97744"/>
                    </a:cubicBezTo>
                    <a:lnTo>
                      <a:pt x="89688" y="97744"/>
                    </a:lnTo>
                    <a:lnTo>
                      <a:pt x="109099" y="22049"/>
                    </a:lnTo>
                    <a:cubicBezTo>
                      <a:pt x="112010" y="11056"/>
                      <a:pt x="112334" y="9800"/>
                      <a:pt x="126568" y="9800"/>
                    </a:cubicBezTo>
                    <a:lnTo>
                      <a:pt x="172183" y="9800"/>
                    </a:lnTo>
                    <a:cubicBezTo>
                      <a:pt x="211651" y="9800"/>
                      <a:pt x="221356" y="18908"/>
                      <a:pt x="221356" y="44663"/>
                    </a:cubicBezTo>
                    <a:cubicBezTo>
                      <a:pt x="221356" y="52202"/>
                      <a:pt x="221356" y="52830"/>
                      <a:pt x="220062" y="61310"/>
                    </a:cubicBezTo>
                    <a:cubicBezTo>
                      <a:pt x="220062" y="63195"/>
                      <a:pt x="219738" y="65393"/>
                      <a:pt x="219738" y="66964"/>
                    </a:cubicBezTo>
                    <a:cubicBezTo>
                      <a:pt x="219738" y="68534"/>
                      <a:pt x="220709" y="70733"/>
                      <a:pt x="223620" y="70733"/>
                    </a:cubicBezTo>
                    <a:cubicBezTo>
                      <a:pt x="227179" y="70733"/>
                      <a:pt x="227503" y="68848"/>
                      <a:pt x="228150" y="62881"/>
                    </a:cubicBezTo>
                    <a:lnTo>
                      <a:pt x="234620" y="8543"/>
                    </a:lnTo>
                    <a:cubicBezTo>
                      <a:pt x="235590" y="63"/>
                      <a:pt x="233973" y="63"/>
                      <a:pt x="225885" y="63"/>
                    </a:cubicBezTo>
                    <a:lnTo>
                      <a:pt x="62514" y="63"/>
                    </a:lnTo>
                    <a:cubicBezTo>
                      <a:pt x="56044" y="63"/>
                      <a:pt x="52808" y="63"/>
                      <a:pt x="52808" y="6345"/>
                    </a:cubicBezTo>
                    <a:cubicBezTo>
                      <a:pt x="52808" y="9800"/>
                      <a:pt x="55720" y="9800"/>
                      <a:pt x="61867" y="9800"/>
                    </a:cubicBezTo>
                    <a:cubicBezTo>
                      <a:pt x="73836" y="9800"/>
                      <a:pt x="82895" y="9800"/>
                      <a:pt x="82895" y="15453"/>
                    </a:cubicBezTo>
                    <a:cubicBezTo>
                      <a:pt x="82895" y="16709"/>
                      <a:pt x="82895" y="17338"/>
                      <a:pt x="81277" y="22991"/>
                    </a:cubicBezTo>
                    <a:lnTo>
                      <a:pt x="38574" y="189144"/>
                    </a:lnTo>
                    <a:cubicBezTo>
                      <a:pt x="35339" y="201394"/>
                      <a:pt x="34692" y="203907"/>
                      <a:pt x="9135" y="203907"/>
                    </a:cubicBezTo>
                    <a:cubicBezTo>
                      <a:pt x="3635" y="203907"/>
                      <a:pt x="77" y="203907"/>
                      <a:pt x="77" y="209874"/>
                    </a:cubicBezTo>
                    <a:cubicBezTo>
                      <a:pt x="77" y="213643"/>
                      <a:pt x="2988" y="213643"/>
                      <a:pt x="9135" y="213643"/>
                    </a:cubicBezTo>
                    <a:lnTo>
                      <a:pt x="177035" y="213643"/>
                    </a:lnTo>
                    <a:cubicBezTo>
                      <a:pt x="184476" y="213643"/>
                      <a:pt x="184800" y="213329"/>
                      <a:pt x="187064" y="208304"/>
                    </a:cubicBezTo>
                    <a:lnTo>
                      <a:pt x="216827" y="140461"/>
                    </a:lnTo>
                    <a:close/>
                  </a:path>
                </a:pathLst>
              </a:custGeom>
              <a:grpFill/>
              <a:ln w="22911"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15613F87-323B-2E62-349D-CBCAE5C8AAEA}"/>
                  </a:ext>
                </a:extLst>
              </p:cNvPr>
              <p:cNvSpPr/>
              <p:nvPr>
                <p:custDataLst>
                  <p:tags r:id="rId75"/>
                </p:custDataLst>
              </p:nvPr>
            </p:nvSpPr>
            <p:spPr>
              <a:xfrm>
                <a:off x="4542708" y="4319721"/>
                <a:ext cx="44320" cy="314089"/>
              </a:xfrm>
              <a:custGeom>
                <a:avLst/>
                <a:gdLst>
                  <a:gd name="connsiteX0" fmla="*/ 44405 w 44320"/>
                  <a:gd name="connsiteY0" fmla="*/ 314152 h 314089"/>
                  <a:gd name="connsiteX1" fmla="*/ 44405 w 44320"/>
                  <a:gd name="connsiteY1" fmla="*/ 301588 h 314089"/>
                  <a:gd name="connsiteX2" fmla="*/ 13025 w 44320"/>
                  <a:gd name="connsiteY2" fmla="*/ 301588 h 314089"/>
                  <a:gd name="connsiteX3" fmla="*/ 13025 w 44320"/>
                  <a:gd name="connsiteY3" fmla="*/ 12626 h 314089"/>
                  <a:gd name="connsiteX4" fmla="*/ 44405 w 44320"/>
                  <a:gd name="connsiteY4" fmla="*/ 12626 h 314089"/>
                  <a:gd name="connsiteX5" fmla="*/ 44405 w 44320"/>
                  <a:gd name="connsiteY5" fmla="*/ 63 h 314089"/>
                  <a:gd name="connsiteX6" fmla="*/ 85 w 44320"/>
                  <a:gd name="connsiteY6" fmla="*/ 63 h 314089"/>
                  <a:gd name="connsiteX7" fmla="*/ 85 w 44320"/>
                  <a:gd name="connsiteY7" fmla="*/ 314152 h 314089"/>
                  <a:gd name="connsiteX8" fmla="*/ 44405 w 44320"/>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320" h="314089">
                    <a:moveTo>
                      <a:pt x="44405" y="314152"/>
                    </a:moveTo>
                    <a:lnTo>
                      <a:pt x="44405" y="301588"/>
                    </a:lnTo>
                    <a:lnTo>
                      <a:pt x="13025" y="301588"/>
                    </a:lnTo>
                    <a:lnTo>
                      <a:pt x="13025" y="12626"/>
                    </a:lnTo>
                    <a:lnTo>
                      <a:pt x="44405" y="12626"/>
                    </a:lnTo>
                    <a:lnTo>
                      <a:pt x="44405" y="63"/>
                    </a:lnTo>
                    <a:lnTo>
                      <a:pt x="85" y="63"/>
                    </a:lnTo>
                    <a:lnTo>
                      <a:pt x="85" y="314152"/>
                    </a:lnTo>
                    <a:lnTo>
                      <a:pt x="44405" y="314152"/>
                    </a:lnTo>
                    <a:close/>
                  </a:path>
                </a:pathLst>
              </a:custGeom>
              <a:grpFill/>
              <a:ln w="2291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13A4D545-E1B9-2BED-5D03-4560494A2C04}"/>
                  </a:ext>
                </a:extLst>
              </p:cNvPr>
              <p:cNvSpPr/>
              <p:nvPr>
                <p:custDataLst>
                  <p:tags r:id="rId76"/>
                </p:custDataLst>
              </p:nvPr>
            </p:nvSpPr>
            <p:spPr>
              <a:xfrm>
                <a:off x="4603779" y="4416461"/>
                <a:ext cx="149136" cy="203215"/>
              </a:xfrm>
              <a:custGeom>
                <a:avLst/>
                <a:gdLst>
                  <a:gd name="connsiteX0" fmla="*/ 147930 w 149136"/>
                  <a:gd name="connsiteY0" fmla="*/ 19222 h 203215"/>
                  <a:gd name="connsiteX1" fmla="*/ 149224 w 149136"/>
                  <a:gd name="connsiteY1" fmla="*/ 11998 h 203215"/>
                  <a:gd name="connsiteX2" fmla="*/ 139843 w 149136"/>
                  <a:gd name="connsiteY2" fmla="*/ 3518 h 203215"/>
                  <a:gd name="connsiteX3" fmla="*/ 128520 w 149136"/>
                  <a:gd name="connsiteY3" fmla="*/ 10114 h 203215"/>
                  <a:gd name="connsiteX4" fmla="*/ 123991 w 149136"/>
                  <a:gd name="connsiteY4" fmla="*/ 27074 h 203215"/>
                  <a:gd name="connsiteX5" fmla="*/ 117521 w 149136"/>
                  <a:gd name="connsiteY5" fmla="*/ 52202 h 203215"/>
                  <a:gd name="connsiteX6" fmla="*/ 102963 w 149136"/>
                  <a:gd name="connsiteY6" fmla="*/ 108738 h 203215"/>
                  <a:gd name="connsiteX7" fmla="*/ 66406 w 149136"/>
                  <a:gd name="connsiteY7" fmla="*/ 135435 h 203215"/>
                  <a:gd name="connsiteX8" fmla="*/ 46349 w 149136"/>
                  <a:gd name="connsiteY8" fmla="*/ 109994 h 203215"/>
                  <a:gd name="connsiteX9" fmla="*/ 62848 w 149136"/>
                  <a:gd name="connsiteY9" fmla="*/ 48433 h 203215"/>
                  <a:gd name="connsiteX10" fmla="*/ 69318 w 149136"/>
                  <a:gd name="connsiteY10" fmla="*/ 25818 h 203215"/>
                  <a:gd name="connsiteX11" fmla="*/ 42790 w 149136"/>
                  <a:gd name="connsiteY11" fmla="*/ 63 h 203215"/>
                  <a:gd name="connsiteX12" fmla="*/ 87 w 149136"/>
                  <a:gd name="connsiteY12" fmla="*/ 48433 h 203215"/>
                  <a:gd name="connsiteX13" fmla="*/ 3969 w 149136"/>
                  <a:gd name="connsiteY13" fmla="*/ 51573 h 203215"/>
                  <a:gd name="connsiteX14" fmla="*/ 9146 w 149136"/>
                  <a:gd name="connsiteY14" fmla="*/ 45920 h 203215"/>
                  <a:gd name="connsiteX15" fmla="*/ 41820 w 149136"/>
                  <a:gd name="connsiteY15" fmla="*/ 6973 h 203215"/>
                  <a:gd name="connsiteX16" fmla="*/ 49908 w 149136"/>
                  <a:gd name="connsiteY16" fmla="*/ 17024 h 203215"/>
                  <a:gd name="connsiteX17" fmla="*/ 44408 w 149136"/>
                  <a:gd name="connsiteY17" fmla="*/ 39010 h 203215"/>
                  <a:gd name="connsiteX18" fmla="*/ 25644 w 149136"/>
                  <a:gd name="connsiteY18" fmla="*/ 104969 h 203215"/>
                  <a:gd name="connsiteX19" fmla="*/ 65112 w 149136"/>
                  <a:gd name="connsiteY19" fmla="*/ 142345 h 203215"/>
                  <a:gd name="connsiteX20" fmla="*/ 97787 w 149136"/>
                  <a:gd name="connsiteY20" fmla="*/ 128211 h 203215"/>
                  <a:gd name="connsiteX21" fmla="*/ 76759 w 149136"/>
                  <a:gd name="connsiteY21" fmla="*/ 176581 h 203215"/>
                  <a:gd name="connsiteX22" fmla="*/ 41173 w 149136"/>
                  <a:gd name="connsiteY22" fmla="*/ 196369 h 203215"/>
                  <a:gd name="connsiteX23" fmla="*/ 16586 w 149136"/>
                  <a:gd name="connsiteY23" fmla="*/ 183177 h 203215"/>
                  <a:gd name="connsiteX24" fmla="*/ 30497 w 149136"/>
                  <a:gd name="connsiteY24" fmla="*/ 179408 h 203215"/>
                  <a:gd name="connsiteX25" fmla="*/ 36967 w 149136"/>
                  <a:gd name="connsiteY25" fmla="*/ 166530 h 203215"/>
                  <a:gd name="connsiteX26" fmla="*/ 24997 w 149136"/>
                  <a:gd name="connsiteY26" fmla="*/ 155537 h 203215"/>
                  <a:gd name="connsiteX27" fmla="*/ 6881 w 149136"/>
                  <a:gd name="connsiteY27" fmla="*/ 175953 h 203215"/>
                  <a:gd name="connsiteX28" fmla="*/ 41173 w 149136"/>
                  <a:gd name="connsiteY28" fmla="*/ 203278 h 203215"/>
                  <a:gd name="connsiteX29" fmla="*/ 116874 w 149136"/>
                  <a:gd name="connsiteY29" fmla="*/ 139204 h 203215"/>
                  <a:gd name="connsiteX30" fmla="*/ 147930 w 149136"/>
                  <a:gd name="connsiteY30" fmla="*/ 19222 h 20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9136" h="203215">
                    <a:moveTo>
                      <a:pt x="147930" y="19222"/>
                    </a:moveTo>
                    <a:cubicBezTo>
                      <a:pt x="149224" y="14825"/>
                      <a:pt x="149224" y="14197"/>
                      <a:pt x="149224" y="11998"/>
                    </a:cubicBezTo>
                    <a:cubicBezTo>
                      <a:pt x="149224" y="6345"/>
                      <a:pt x="144695" y="3518"/>
                      <a:pt x="139843" y="3518"/>
                    </a:cubicBezTo>
                    <a:cubicBezTo>
                      <a:pt x="136608" y="3518"/>
                      <a:pt x="131431" y="5402"/>
                      <a:pt x="128520" y="10114"/>
                    </a:cubicBezTo>
                    <a:cubicBezTo>
                      <a:pt x="127873" y="11684"/>
                      <a:pt x="125285" y="21421"/>
                      <a:pt x="123991" y="27074"/>
                    </a:cubicBezTo>
                    <a:cubicBezTo>
                      <a:pt x="121726" y="35241"/>
                      <a:pt x="119462" y="43721"/>
                      <a:pt x="117521" y="52202"/>
                    </a:cubicBezTo>
                    <a:lnTo>
                      <a:pt x="102963" y="108738"/>
                    </a:lnTo>
                    <a:cubicBezTo>
                      <a:pt x="101669" y="113449"/>
                      <a:pt x="87758" y="135435"/>
                      <a:pt x="66406" y="135435"/>
                    </a:cubicBezTo>
                    <a:cubicBezTo>
                      <a:pt x="49908" y="135435"/>
                      <a:pt x="46349" y="121615"/>
                      <a:pt x="46349" y="109994"/>
                    </a:cubicBezTo>
                    <a:cubicBezTo>
                      <a:pt x="46349" y="95546"/>
                      <a:pt x="51849" y="76072"/>
                      <a:pt x="62848" y="48433"/>
                    </a:cubicBezTo>
                    <a:cubicBezTo>
                      <a:pt x="68024" y="35555"/>
                      <a:pt x="69318" y="32100"/>
                      <a:pt x="69318" y="25818"/>
                    </a:cubicBezTo>
                    <a:cubicBezTo>
                      <a:pt x="69318" y="11684"/>
                      <a:pt x="58966" y="63"/>
                      <a:pt x="42790" y="63"/>
                    </a:cubicBezTo>
                    <a:cubicBezTo>
                      <a:pt x="12057" y="63"/>
                      <a:pt x="87" y="45606"/>
                      <a:pt x="87" y="48433"/>
                    </a:cubicBezTo>
                    <a:cubicBezTo>
                      <a:pt x="87" y="51573"/>
                      <a:pt x="3322" y="51573"/>
                      <a:pt x="3969" y="51573"/>
                    </a:cubicBezTo>
                    <a:cubicBezTo>
                      <a:pt x="7205" y="51573"/>
                      <a:pt x="7528" y="50945"/>
                      <a:pt x="9146" y="45920"/>
                    </a:cubicBezTo>
                    <a:cubicBezTo>
                      <a:pt x="17880" y="16395"/>
                      <a:pt x="30821" y="6973"/>
                      <a:pt x="41820" y="6973"/>
                    </a:cubicBezTo>
                    <a:cubicBezTo>
                      <a:pt x="44408" y="6973"/>
                      <a:pt x="49908" y="6973"/>
                      <a:pt x="49908" y="17024"/>
                    </a:cubicBezTo>
                    <a:cubicBezTo>
                      <a:pt x="49908" y="24876"/>
                      <a:pt x="46672" y="33042"/>
                      <a:pt x="44408" y="39010"/>
                    </a:cubicBezTo>
                    <a:cubicBezTo>
                      <a:pt x="31468" y="72303"/>
                      <a:pt x="25644" y="90206"/>
                      <a:pt x="25644" y="104969"/>
                    </a:cubicBezTo>
                    <a:cubicBezTo>
                      <a:pt x="25644" y="132923"/>
                      <a:pt x="46025" y="142345"/>
                      <a:pt x="65112" y="142345"/>
                    </a:cubicBezTo>
                    <a:cubicBezTo>
                      <a:pt x="77729" y="142345"/>
                      <a:pt x="88728" y="137006"/>
                      <a:pt x="97787" y="128211"/>
                    </a:cubicBezTo>
                    <a:cubicBezTo>
                      <a:pt x="93581" y="144544"/>
                      <a:pt x="89699" y="159934"/>
                      <a:pt x="76759" y="176581"/>
                    </a:cubicBezTo>
                    <a:cubicBezTo>
                      <a:pt x="68347" y="187260"/>
                      <a:pt x="56054" y="196369"/>
                      <a:pt x="41173" y="196369"/>
                    </a:cubicBezTo>
                    <a:cubicBezTo>
                      <a:pt x="36644" y="196369"/>
                      <a:pt x="22086" y="195426"/>
                      <a:pt x="16586" y="183177"/>
                    </a:cubicBezTo>
                    <a:cubicBezTo>
                      <a:pt x="21762" y="183177"/>
                      <a:pt x="25968" y="183177"/>
                      <a:pt x="30497" y="179408"/>
                    </a:cubicBezTo>
                    <a:cubicBezTo>
                      <a:pt x="33732" y="176581"/>
                      <a:pt x="36967" y="172498"/>
                      <a:pt x="36967" y="166530"/>
                    </a:cubicBezTo>
                    <a:cubicBezTo>
                      <a:pt x="36967" y="156793"/>
                      <a:pt x="28233" y="155537"/>
                      <a:pt x="24997" y="155537"/>
                    </a:cubicBezTo>
                    <a:cubicBezTo>
                      <a:pt x="17557" y="155537"/>
                      <a:pt x="6881" y="160562"/>
                      <a:pt x="6881" y="175953"/>
                    </a:cubicBezTo>
                    <a:cubicBezTo>
                      <a:pt x="6881" y="191657"/>
                      <a:pt x="21115" y="203278"/>
                      <a:pt x="41173" y="203278"/>
                    </a:cubicBezTo>
                    <a:cubicBezTo>
                      <a:pt x="74494" y="203278"/>
                      <a:pt x="107815" y="174696"/>
                      <a:pt x="116874" y="139204"/>
                    </a:cubicBezTo>
                    <a:lnTo>
                      <a:pt x="147930" y="19222"/>
                    </a:lnTo>
                    <a:close/>
                  </a:path>
                </a:pathLst>
              </a:custGeom>
              <a:grpFill/>
              <a:ln w="22911"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A21868E6-2EFB-4E3E-B393-552A1748FA0D}"/>
                  </a:ext>
                </a:extLst>
              </p:cNvPr>
              <p:cNvSpPr/>
              <p:nvPr>
                <p:custDataLst>
                  <p:tags r:id="rId77"/>
                </p:custDataLst>
              </p:nvPr>
            </p:nvSpPr>
            <p:spPr>
              <a:xfrm>
                <a:off x="4803112" y="4319721"/>
                <a:ext cx="12940" cy="314089"/>
              </a:xfrm>
              <a:custGeom>
                <a:avLst/>
                <a:gdLst>
                  <a:gd name="connsiteX0" fmla="*/ 13033 w 12940"/>
                  <a:gd name="connsiteY0" fmla="*/ 11370 h 314089"/>
                  <a:gd name="connsiteX1" fmla="*/ 6563 w 12940"/>
                  <a:gd name="connsiteY1" fmla="*/ 63 h 314089"/>
                  <a:gd name="connsiteX2" fmla="*/ 93 w 12940"/>
                  <a:gd name="connsiteY2" fmla="*/ 11370 h 314089"/>
                  <a:gd name="connsiteX3" fmla="*/ 93 w 12940"/>
                  <a:gd name="connsiteY3" fmla="*/ 302845 h 314089"/>
                  <a:gd name="connsiteX4" fmla="*/ 6563 w 12940"/>
                  <a:gd name="connsiteY4" fmla="*/ 314152 h 314089"/>
                  <a:gd name="connsiteX5" fmla="*/ 13033 w 12940"/>
                  <a:gd name="connsiteY5" fmla="*/ 302845 h 314089"/>
                  <a:gd name="connsiteX6" fmla="*/ 13033 w 12940"/>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0" h="314089">
                    <a:moveTo>
                      <a:pt x="13033" y="11370"/>
                    </a:moveTo>
                    <a:cubicBezTo>
                      <a:pt x="13033" y="5716"/>
                      <a:pt x="13033" y="63"/>
                      <a:pt x="6563" y="63"/>
                    </a:cubicBezTo>
                    <a:cubicBezTo>
                      <a:pt x="93" y="63"/>
                      <a:pt x="93" y="5716"/>
                      <a:pt x="93" y="11370"/>
                    </a:cubicBezTo>
                    <a:lnTo>
                      <a:pt x="93" y="302845"/>
                    </a:lnTo>
                    <a:cubicBezTo>
                      <a:pt x="93" y="308498"/>
                      <a:pt x="93" y="314152"/>
                      <a:pt x="6563" y="314152"/>
                    </a:cubicBezTo>
                    <a:cubicBezTo>
                      <a:pt x="13033" y="314152"/>
                      <a:pt x="13033" y="308498"/>
                      <a:pt x="13033" y="302845"/>
                    </a:cubicBezTo>
                    <a:lnTo>
                      <a:pt x="13033" y="11370"/>
                    </a:lnTo>
                    <a:close/>
                  </a:path>
                </a:pathLst>
              </a:custGeom>
              <a:grpFill/>
              <a:ln w="2291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8F9F088E-6B87-4C3E-9AE6-137F34B471E0}"/>
                  </a:ext>
                </a:extLst>
              </p:cNvPr>
              <p:cNvSpPr/>
              <p:nvPr>
                <p:custDataLst>
                  <p:tags r:id="rId78"/>
                </p:custDataLst>
              </p:nvPr>
            </p:nvSpPr>
            <p:spPr>
              <a:xfrm>
                <a:off x="4863860" y="4416461"/>
                <a:ext cx="161106" cy="142282"/>
              </a:xfrm>
              <a:custGeom>
                <a:avLst/>
                <a:gdLst>
                  <a:gd name="connsiteX0" fmla="*/ 98765 w 161106"/>
                  <a:gd name="connsiteY0" fmla="*/ 44035 h 142282"/>
                  <a:gd name="connsiteX1" fmla="*/ 130792 w 161106"/>
                  <a:gd name="connsiteY1" fmla="*/ 6973 h 142282"/>
                  <a:gd name="connsiteX2" fmla="*/ 146968 w 161106"/>
                  <a:gd name="connsiteY2" fmla="*/ 11056 h 142282"/>
                  <a:gd name="connsiteX3" fmla="*/ 131439 w 161106"/>
                  <a:gd name="connsiteY3" fmla="*/ 28017 h 142282"/>
                  <a:gd name="connsiteX4" fmla="*/ 143733 w 161106"/>
                  <a:gd name="connsiteY4" fmla="*/ 39010 h 142282"/>
                  <a:gd name="connsiteX5" fmla="*/ 161202 w 161106"/>
                  <a:gd name="connsiteY5" fmla="*/ 20793 h 142282"/>
                  <a:gd name="connsiteX6" fmla="*/ 131116 w 161106"/>
                  <a:gd name="connsiteY6" fmla="*/ 63 h 142282"/>
                  <a:gd name="connsiteX7" fmla="*/ 97148 w 161106"/>
                  <a:gd name="connsiteY7" fmla="*/ 23934 h 142282"/>
                  <a:gd name="connsiteX8" fmla="*/ 62209 w 161106"/>
                  <a:gd name="connsiteY8" fmla="*/ 63 h 142282"/>
                  <a:gd name="connsiteX9" fmla="*/ 10124 w 161106"/>
                  <a:gd name="connsiteY9" fmla="*/ 48433 h 142282"/>
                  <a:gd name="connsiteX10" fmla="*/ 14006 w 161106"/>
                  <a:gd name="connsiteY10" fmla="*/ 51573 h 142282"/>
                  <a:gd name="connsiteX11" fmla="*/ 18212 w 161106"/>
                  <a:gd name="connsiteY11" fmla="*/ 48118 h 142282"/>
                  <a:gd name="connsiteX12" fmla="*/ 61562 w 161106"/>
                  <a:gd name="connsiteY12" fmla="*/ 6973 h 142282"/>
                  <a:gd name="connsiteX13" fmla="*/ 79031 w 161106"/>
                  <a:gd name="connsiteY13" fmla="*/ 28017 h 142282"/>
                  <a:gd name="connsiteX14" fmla="*/ 61562 w 161106"/>
                  <a:gd name="connsiteY14" fmla="*/ 102770 h 142282"/>
                  <a:gd name="connsiteX15" fmla="*/ 30829 w 161106"/>
                  <a:gd name="connsiteY15" fmla="*/ 135435 h 142282"/>
                  <a:gd name="connsiteX16" fmla="*/ 14653 w 161106"/>
                  <a:gd name="connsiteY16" fmla="*/ 131352 h 142282"/>
                  <a:gd name="connsiteX17" fmla="*/ 29858 w 161106"/>
                  <a:gd name="connsiteY17" fmla="*/ 114391 h 142282"/>
                  <a:gd name="connsiteX18" fmla="*/ 17888 w 161106"/>
                  <a:gd name="connsiteY18" fmla="*/ 103398 h 142282"/>
                  <a:gd name="connsiteX19" fmla="*/ 95 w 161106"/>
                  <a:gd name="connsiteY19" fmla="*/ 121615 h 142282"/>
                  <a:gd name="connsiteX20" fmla="*/ 30505 w 161106"/>
                  <a:gd name="connsiteY20" fmla="*/ 142345 h 142282"/>
                  <a:gd name="connsiteX21" fmla="*/ 64473 w 161106"/>
                  <a:gd name="connsiteY21" fmla="*/ 118474 h 142282"/>
                  <a:gd name="connsiteX22" fmla="*/ 99412 w 161106"/>
                  <a:gd name="connsiteY22" fmla="*/ 142345 h 142282"/>
                  <a:gd name="connsiteX23" fmla="*/ 151173 w 161106"/>
                  <a:gd name="connsiteY23" fmla="*/ 93975 h 142282"/>
                  <a:gd name="connsiteX24" fmla="*/ 147291 w 161106"/>
                  <a:gd name="connsiteY24" fmla="*/ 90835 h 142282"/>
                  <a:gd name="connsiteX25" fmla="*/ 143086 w 161106"/>
                  <a:gd name="connsiteY25" fmla="*/ 94290 h 142282"/>
                  <a:gd name="connsiteX26" fmla="*/ 100059 w 161106"/>
                  <a:gd name="connsiteY26" fmla="*/ 135435 h 142282"/>
                  <a:gd name="connsiteX27" fmla="*/ 82266 w 161106"/>
                  <a:gd name="connsiteY27" fmla="*/ 114705 h 142282"/>
                  <a:gd name="connsiteX28" fmla="*/ 87766 w 161106"/>
                  <a:gd name="connsiteY28" fmla="*/ 87065 h 142282"/>
                  <a:gd name="connsiteX29" fmla="*/ 98765 w 16110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106" h="142282">
                    <a:moveTo>
                      <a:pt x="98765" y="44035"/>
                    </a:moveTo>
                    <a:cubicBezTo>
                      <a:pt x="100706" y="35869"/>
                      <a:pt x="108147" y="6973"/>
                      <a:pt x="130792" y="6973"/>
                    </a:cubicBezTo>
                    <a:cubicBezTo>
                      <a:pt x="132410" y="6973"/>
                      <a:pt x="140174" y="6973"/>
                      <a:pt x="146968" y="11056"/>
                    </a:cubicBezTo>
                    <a:cubicBezTo>
                      <a:pt x="137910" y="12626"/>
                      <a:pt x="131439" y="20479"/>
                      <a:pt x="131439" y="28017"/>
                    </a:cubicBezTo>
                    <a:cubicBezTo>
                      <a:pt x="131439" y="33042"/>
                      <a:pt x="134998" y="39010"/>
                      <a:pt x="143733" y="39010"/>
                    </a:cubicBezTo>
                    <a:cubicBezTo>
                      <a:pt x="150850" y="39010"/>
                      <a:pt x="161202" y="33356"/>
                      <a:pt x="161202" y="20793"/>
                    </a:cubicBezTo>
                    <a:cubicBezTo>
                      <a:pt x="161202" y="4460"/>
                      <a:pt x="142115" y="63"/>
                      <a:pt x="131116" y="63"/>
                    </a:cubicBezTo>
                    <a:cubicBezTo>
                      <a:pt x="112353" y="63"/>
                      <a:pt x="101030" y="16709"/>
                      <a:pt x="97148" y="23934"/>
                    </a:cubicBezTo>
                    <a:cubicBezTo>
                      <a:pt x="89060" y="3204"/>
                      <a:pt x="71591" y="63"/>
                      <a:pt x="62209" y="63"/>
                    </a:cubicBezTo>
                    <a:cubicBezTo>
                      <a:pt x="28564" y="63"/>
                      <a:pt x="10124" y="40580"/>
                      <a:pt x="10124" y="48433"/>
                    </a:cubicBezTo>
                    <a:cubicBezTo>
                      <a:pt x="10124" y="51573"/>
                      <a:pt x="13359" y="51573"/>
                      <a:pt x="14006" y="51573"/>
                    </a:cubicBezTo>
                    <a:cubicBezTo>
                      <a:pt x="16594" y="51573"/>
                      <a:pt x="17565" y="50945"/>
                      <a:pt x="18212" y="48118"/>
                    </a:cubicBezTo>
                    <a:cubicBezTo>
                      <a:pt x="29211" y="14825"/>
                      <a:pt x="50563" y="6973"/>
                      <a:pt x="61562" y="6973"/>
                    </a:cubicBezTo>
                    <a:cubicBezTo>
                      <a:pt x="67708" y="6973"/>
                      <a:pt x="79031" y="9800"/>
                      <a:pt x="79031" y="28017"/>
                    </a:cubicBezTo>
                    <a:cubicBezTo>
                      <a:pt x="79031" y="37753"/>
                      <a:pt x="73532" y="58797"/>
                      <a:pt x="61562" y="102770"/>
                    </a:cubicBezTo>
                    <a:cubicBezTo>
                      <a:pt x="56386" y="122243"/>
                      <a:pt x="45063" y="135435"/>
                      <a:pt x="30829" y="135435"/>
                    </a:cubicBezTo>
                    <a:cubicBezTo>
                      <a:pt x="28888" y="135435"/>
                      <a:pt x="21447" y="135435"/>
                      <a:pt x="14653" y="131352"/>
                    </a:cubicBezTo>
                    <a:cubicBezTo>
                      <a:pt x="22741" y="129782"/>
                      <a:pt x="29858" y="123186"/>
                      <a:pt x="29858" y="114391"/>
                    </a:cubicBezTo>
                    <a:cubicBezTo>
                      <a:pt x="29858" y="105911"/>
                      <a:pt x="22741" y="103398"/>
                      <a:pt x="17888" y="103398"/>
                    </a:cubicBezTo>
                    <a:cubicBezTo>
                      <a:pt x="8183" y="103398"/>
                      <a:pt x="95" y="111564"/>
                      <a:pt x="95" y="121615"/>
                    </a:cubicBezTo>
                    <a:cubicBezTo>
                      <a:pt x="95" y="136063"/>
                      <a:pt x="16271" y="142345"/>
                      <a:pt x="30505" y="142345"/>
                    </a:cubicBezTo>
                    <a:cubicBezTo>
                      <a:pt x="51857" y="142345"/>
                      <a:pt x="63503" y="120359"/>
                      <a:pt x="64473" y="118474"/>
                    </a:cubicBezTo>
                    <a:cubicBezTo>
                      <a:pt x="68356" y="130096"/>
                      <a:pt x="80002" y="142345"/>
                      <a:pt x="99412" y="142345"/>
                    </a:cubicBezTo>
                    <a:cubicBezTo>
                      <a:pt x="132733" y="142345"/>
                      <a:pt x="151173" y="101828"/>
                      <a:pt x="151173" y="93975"/>
                    </a:cubicBezTo>
                    <a:cubicBezTo>
                      <a:pt x="151173" y="90835"/>
                      <a:pt x="148262" y="90835"/>
                      <a:pt x="147291" y="90835"/>
                    </a:cubicBezTo>
                    <a:cubicBezTo>
                      <a:pt x="144380" y="90835"/>
                      <a:pt x="143733" y="92091"/>
                      <a:pt x="143086" y="94290"/>
                    </a:cubicBezTo>
                    <a:cubicBezTo>
                      <a:pt x="132410" y="127897"/>
                      <a:pt x="110411" y="135435"/>
                      <a:pt x="100059" y="135435"/>
                    </a:cubicBezTo>
                    <a:cubicBezTo>
                      <a:pt x="87442" y="135435"/>
                      <a:pt x="82266" y="125384"/>
                      <a:pt x="82266" y="114705"/>
                    </a:cubicBezTo>
                    <a:cubicBezTo>
                      <a:pt x="82266" y="107795"/>
                      <a:pt x="84207" y="100885"/>
                      <a:pt x="87766" y="87065"/>
                    </a:cubicBezTo>
                    <a:lnTo>
                      <a:pt x="98765" y="44035"/>
                    </a:lnTo>
                    <a:close/>
                  </a:path>
                </a:pathLst>
              </a:custGeom>
              <a:grpFill/>
              <a:ln w="2291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DCC08557-80CD-C333-57D1-AB1823EACB3A}"/>
                  </a:ext>
                </a:extLst>
              </p:cNvPr>
              <p:cNvSpPr/>
              <p:nvPr>
                <p:custDataLst>
                  <p:tags r:id="rId79"/>
                </p:custDataLst>
              </p:nvPr>
            </p:nvSpPr>
            <p:spPr>
              <a:xfrm>
                <a:off x="5046489" y="4319721"/>
                <a:ext cx="44320" cy="314089"/>
              </a:xfrm>
              <a:custGeom>
                <a:avLst/>
                <a:gdLst>
                  <a:gd name="connsiteX0" fmla="*/ 44422 w 44320"/>
                  <a:gd name="connsiteY0" fmla="*/ 63 h 314089"/>
                  <a:gd name="connsiteX1" fmla="*/ 101 w 44320"/>
                  <a:gd name="connsiteY1" fmla="*/ 63 h 314089"/>
                  <a:gd name="connsiteX2" fmla="*/ 101 w 44320"/>
                  <a:gd name="connsiteY2" fmla="*/ 12626 h 314089"/>
                  <a:gd name="connsiteX3" fmla="*/ 31481 w 44320"/>
                  <a:gd name="connsiteY3" fmla="*/ 12626 h 314089"/>
                  <a:gd name="connsiteX4" fmla="*/ 31481 w 44320"/>
                  <a:gd name="connsiteY4" fmla="*/ 301588 h 314089"/>
                  <a:gd name="connsiteX5" fmla="*/ 101 w 44320"/>
                  <a:gd name="connsiteY5" fmla="*/ 301588 h 314089"/>
                  <a:gd name="connsiteX6" fmla="*/ 101 w 44320"/>
                  <a:gd name="connsiteY6" fmla="*/ 314152 h 314089"/>
                  <a:gd name="connsiteX7" fmla="*/ 44422 w 44320"/>
                  <a:gd name="connsiteY7" fmla="*/ 314152 h 314089"/>
                  <a:gd name="connsiteX8" fmla="*/ 44422 w 44320"/>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320" h="314089">
                    <a:moveTo>
                      <a:pt x="44422" y="63"/>
                    </a:moveTo>
                    <a:lnTo>
                      <a:pt x="101" y="63"/>
                    </a:lnTo>
                    <a:lnTo>
                      <a:pt x="101" y="12626"/>
                    </a:lnTo>
                    <a:lnTo>
                      <a:pt x="31481" y="12626"/>
                    </a:lnTo>
                    <a:lnTo>
                      <a:pt x="31481" y="301588"/>
                    </a:lnTo>
                    <a:lnTo>
                      <a:pt x="101" y="301588"/>
                    </a:lnTo>
                    <a:lnTo>
                      <a:pt x="101" y="314152"/>
                    </a:lnTo>
                    <a:lnTo>
                      <a:pt x="44422" y="314152"/>
                    </a:lnTo>
                    <a:lnTo>
                      <a:pt x="44422" y="63"/>
                    </a:lnTo>
                    <a:close/>
                  </a:path>
                </a:pathLst>
              </a:custGeom>
              <a:grpFill/>
              <a:ln w="2291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1C68882B-8D38-49DC-BE36-2450D2FC9182}"/>
                  </a:ext>
                </a:extLst>
              </p:cNvPr>
              <p:cNvSpPr/>
              <p:nvPr>
                <p:custDataLst>
                  <p:tags r:id="rId80"/>
                </p:custDataLst>
              </p:nvPr>
            </p:nvSpPr>
            <p:spPr>
              <a:xfrm>
                <a:off x="5237213" y="4440018"/>
                <a:ext cx="215132" cy="73496"/>
              </a:xfrm>
              <a:custGeom>
                <a:avLst/>
                <a:gdLst>
                  <a:gd name="connsiteX0" fmla="*/ 204240 w 215132"/>
                  <a:gd name="connsiteY0" fmla="*/ 12626 h 73496"/>
                  <a:gd name="connsiteX1" fmla="*/ 215239 w 215132"/>
                  <a:gd name="connsiteY1" fmla="*/ 6345 h 73496"/>
                  <a:gd name="connsiteX2" fmla="*/ 204563 w 215132"/>
                  <a:gd name="connsiteY2" fmla="*/ 63 h 73496"/>
                  <a:gd name="connsiteX3" fmla="*/ 10782 w 215132"/>
                  <a:gd name="connsiteY3" fmla="*/ 63 h 73496"/>
                  <a:gd name="connsiteX4" fmla="*/ 107 w 215132"/>
                  <a:gd name="connsiteY4" fmla="*/ 6345 h 73496"/>
                  <a:gd name="connsiteX5" fmla="*/ 11106 w 215132"/>
                  <a:gd name="connsiteY5" fmla="*/ 12626 h 73496"/>
                  <a:gd name="connsiteX6" fmla="*/ 204240 w 215132"/>
                  <a:gd name="connsiteY6" fmla="*/ 12626 h 73496"/>
                  <a:gd name="connsiteX7" fmla="*/ 204563 w 215132"/>
                  <a:gd name="connsiteY7" fmla="*/ 73560 h 73496"/>
                  <a:gd name="connsiteX8" fmla="*/ 215239 w 215132"/>
                  <a:gd name="connsiteY8" fmla="*/ 67278 h 73496"/>
                  <a:gd name="connsiteX9" fmla="*/ 204240 w 215132"/>
                  <a:gd name="connsiteY9" fmla="*/ 60996 h 73496"/>
                  <a:gd name="connsiteX10" fmla="*/ 11106 w 215132"/>
                  <a:gd name="connsiteY10" fmla="*/ 60996 h 73496"/>
                  <a:gd name="connsiteX11" fmla="*/ 107 w 215132"/>
                  <a:gd name="connsiteY11" fmla="*/ 67278 h 73496"/>
                  <a:gd name="connsiteX12" fmla="*/ 10782 w 215132"/>
                  <a:gd name="connsiteY12" fmla="*/ 73560 h 73496"/>
                  <a:gd name="connsiteX13" fmla="*/ 204563 w 215132"/>
                  <a:gd name="connsiteY13" fmla="*/ 73560 h 7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5132" h="73496">
                    <a:moveTo>
                      <a:pt x="204240" y="12626"/>
                    </a:moveTo>
                    <a:cubicBezTo>
                      <a:pt x="209092" y="12626"/>
                      <a:pt x="215239" y="12626"/>
                      <a:pt x="215239" y="6345"/>
                    </a:cubicBezTo>
                    <a:cubicBezTo>
                      <a:pt x="215239" y="63"/>
                      <a:pt x="209092" y="63"/>
                      <a:pt x="204563" y="63"/>
                    </a:cubicBezTo>
                    <a:lnTo>
                      <a:pt x="10782" y="63"/>
                    </a:lnTo>
                    <a:cubicBezTo>
                      <a:pt x="6253" y="63"/>
                      <a:pt x="107" y="63"/>
                      <a:pt x="107" y="6345"/>
                    </a:cubicBezTo>
                    <a:cubicBezTo>
                      <a:pt x="107" y="12626"/>
                      <a:pt x="6253" y="12626"/>
                      <a:pt x="11106" y="12626"/>
                    </a:cubicBezTo>
                    <a:lnTo>
                      <a:pt x="204240" y="12626"/>
                    </a:lnTo>
                    <a:close/>
                    <a:moveTo>
                      <a:pt x="204563" y="73560"/>
                    </a:moveTo>
                    <a:cubicBezTo>
                      <a:pt x="209092" y="73560"/>
                      <a:pt x="215239" y="73560"/>
                      <a:pt x="215239" y="67278"/>
                    </a:cubicBezTo>
                    <a:cubicBezTo>
                      <a:pt x="215239" y="60996"/>
                      <a:pt x="209092" y="60996"/>
                      <a:pt x="204240" y="60996"/>
                    </a:cubicBezTo>
                    <a:lnTo>
                      <a:pt x="11106" y="60996"/>
                    </a:lnTo>
                    <a:cubicBezTo>
                      <a:pt x="6253" y="60996"/>
                      <a:pt x="107" y="60996"/>
                      <a:pt x="107" y="67278"/>
                    </a:cubicBezTo>
                    <a:cubicBezTo>
                      <a:pt x="107" y="73560"/>
                      <a:pt x="6253" y="73560"/>
                      <a:pt x="10782" y="73560"/>
                    </a:cubicBezTo>
                    <a:lnTo>
                      <a:pt x="204563" y="73560"/>
                    </a:lnTo>
                    <a:close/>
                  </a:path>
                </a:pathLst>
              </a:custGeom>
              <a:grpFill/>
              <a:ln w="22911"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11873EF6-79C2-EC76-E2D6-B74F72135C65}"/>
                  </a:ext>
                </a:extLst>
              </p:cNvPr>
              <p:cNvSpPr/>
              <p:nvPr>
                <p:custDataLst>
                  <p:tags r:id="rId81"/>
                </p:custDataLst>
              </p:nvPr>
            </p:nvSpPr>
            <p:spPr>
              <a:xfrm>
                <a:off x="5572868" y="4341708"/>
                <a:ext cx="234794" cy="213580"/>
              </a:xfrm>
              <a:custGeom>
                <a:avLst/>
                <a:gdLst>
                  <a:gd name="connsiteX0" fmla="*/ 216867 w 234794"/>
                  <a:gd name="connsiteY0" fmla="*/ 140461 h 213580"/>
                  <a:gd name="connsiteX1" fmla="*/ 218485 w 234794"/>
                  <a:gd name="connsiteY1" fmla="*/ 136063 h 213580"/>
                  <a:gd name="connsiteX2" fmla="*/ 214603 w 234794"/>
                  <a:gd name="connsiteY2" fmla="*/ 132608 h 213580"/>
                  <a:gd name="connsiteX3" fmla="*/ 210397 w 234794"/>
                  <a:gd name="connsiteY3" fmla="*/ 136377 h 213580"/>
                  <a:gd name="connsiteX4" fmla="*/ 122080 w 234794"/>
                  <a:gd name="connsiteY4" fmla="*/ 203907 h 213580"/>
                  <a:gd name="connsiteX5" fmla="*/ 74847 w 234794"/>
                  <a:gd name="connsiteY5" fmla="*/ 203907 h 213580"/>
                  <a:gd name="connsiteX6" fmla="*/ 67730 w 234794"/>
                  <a:gd name="connsiteY6" fmla="*/ 203593 h 213580"/>
                  <a:gd name="connsiteX7" fmla="*/ 63525 w 234794"/>
                  <a:gd name="connsiteY7" fmla="*/ 200452 h 213580"/>
                  <a:gd name="connsiteX8" fmla="*/ 65142 w 234794"/>
                  <a:gd name="connsiteY8" fmla="*/ 193228 h 213580"/>
                  <a:gd name="connsiteX9" fmla="*/ 87141 w 234794"/>
                  <a:gd name="connsiteY9" fmla="*/ 107481 h 213580"/>
                  <a:gd name="connsiteX10" fmla="*/ 119168 w 234794"/>
                  <a:gd name="connsiteY10" fmla="*/ 107481 h 213580"/>
                  <a:gd name="connsiteX11" fmla="*/ 146666 w 234794"/>
                  <a:gd name="connsiteY11" fmla="*/ 121929 h 213580"/>
                  <a:gd name="connsiteX12" fmla="*/ 144402 w 234794"/>
                  <a:gd name="connsiteY12" fmla="*/ 137320 h 213580"/>
                  <a:gd name="connsiteX13" fmla="*/ 143431 w 234794"/>
                  <a:gd name="connsiteY13" fmla="*/ 140775 h 213580"/>
                  <a:gd name="connsiteX14" fmla="*/ 147637 w 234794"/>
                  <a:gd name="connsiteY14" fmla="*/ 144230 h 213580"/>
                  <a:gd name="connsiteX15" fmla="*/ 152489 w 234794"/>
                  <a:gd name="connsiteY15" fmla="*/ 137948 h 213580"/>
                  <a:gd name="connsiteX16" fmla="*/ 170929 w 234794"/>
                  <a:gd name="connsiteY16" fmla="*/ 64451 h 213580"/>
                  <a:gd name="connsiteX17" fmla="*/ 167047 w 234794"/>
                  <a:gd name="connsiteY17" fmla="*/ 60996 h 213580"/>
                  <a:gd name="connsiteX18" fmla="*/ 162518 w 234794"/>
                  <a:gd name="connsiteY18" fmla="*/ 66650 h 213580"/>
                  <a:gd name="connsiteX19" fmla="*/ 120138 w 234794"/>
                  <a:gd name="connsiteY19" fmla="*/ 97744 h 213580"/>
                  <a:gd name="connsiteX20" fmla="*/ 89729 w 234794"/>
                  <a:gd name="connsiteY20" fmla="*/ 97744 h 213580"/>
                  <a:gd name="connsiteX21" fmla="*/ 109139 w 234794"/>
                  <a:gd name="connsiteY21" fmla="*/ 22049 h 213580"/>
                  <a:gd name="connsiteX22" fmla="*/ 126609 w 234794"/>
                  <a:gd name="connsiteY22" fmla="*/ 9800 h 213580"/>
                  <a:gd name="connsiteX23" fmla="*/ 172223 w 234794"/>
                  <a:gd name="connsiteY23" fmla="*/ 9800 h 213580"/>
                  <a:gd name="connsiteX24" fmla="*/ 221396 w 234794"/>
                  <a:gd name="connsiteY24" fmla="*/ 44663 h 213580"/>
                  <a:gd name="connsiteX25" fmla="*/ 220102 w 234794"/>
                  <a:gd name="connsiteY25" fmla="*/ 61310 h 213580"/>
                  <a:gd name="connsiteX26" fmla="*/ 219779 w 234794"/>
                  <a:gd name="connsiteY26" fmla="*/ 66964 h 213580"/>
                  <a:gd name="connsiteX27" fmla="*/ 223661 w 234794"/>
                  <a:gd name="connsiteY27" fmla="*/ 70733 h 213580"/>
                  <a:gd name="connsiteX28" fmla="*/ 228190 w 234794"/>
                  <a:gd name="connsiteY28" fmla="*/ 62881 h 213580"/>
                  <a:gd name="connsiteX29" fmla="*/ 234660 w 234794"/>
                  <a:gd name="connsiteY29" fmla="*/ 8543 h 213580"/>
                  <a:gd name="connsiteX30" fmla="*/ 225925 w 234794"/>
                  <a:gd name="connsiteY30" fmla="*/ 63 h 213580"/>
                  <a:gd name="connsiteX31" fmla="*/ 62554 w 234794"/>
                  <a:gd name="connsiteY31" fmla="*/ 63 h 213580"/>
                  <a:gd name="connsiteX32" fmla="*/ 52849 w 234794"/>
                  <a:gd name="connsiteY32" fmla="*/ 6345 h 213580"/>
                  <a:gd name="connsiteX33" fmla="*/ 61907 w 234794"/>
                  <a:gd name="connsiteY33" fmla="*/ 9800 h 213580"/>
                  <a:gd name="connsiteX34" fmla="*/ 82935 w 234794"/>
                  <a:gd name="connsiteY34" fmla="*/ 15453 h 213580"/>
                  <a:gd name="connsiteX35" fmla="*/ 81318 w 234794"/>
                  <a:gd name="connsiteY35" fmla="*/ 22991 h 213580"/>
                  <a:gd name="connsiteX36" fmla="*/ 38615 w 234794"/>
                  <a:gd name="connsiteY36" fmla="*/ 189144 h 213580"/>
                  <a:gd name="connsiteX37" fmla="*/ 9175 w 234794"/>
                  <a:gd name="connsiteY37" fmla="*/ 203907 h 213580"/>
                  <a:gd name="connsiteX38" fmla="*/ 117 w 234794"/>
                  <a:gd name="connsiteY38" fmla="*/ 209874 h 213580"/>
                  <a:gd name="connsiteX39" fmla="*/ 9175 w 234794"/>
                  <a:gd name="connsiteY39" fmla="*/ 213643 h 213580"/>
                  <a:gd name="connsiteX40" fmla="*/ 177076 w 234794"/>
                  <a:gd name="connsiteY40" fmla="*/ 213643 h 213580"/>
                  <a:gd name="connsiteX41" fmla="*/ 187105 w 234794"/>
                  <a:gd name="connsiteY41" fmla="*/ 208304 h 213580"/>
                  <a:gd name="connsiteX42" fmla="*/ 216867 w 234794"/>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4794" h="213580">
                    <a:moveTo>
                      <a:pt x="216867" y="140461"/>
                    </a:moveTo>
                    <a:cubicBezTo>
                      <a:pt x="217514" y="138890"/>
                      <a:pt x="218485" y="136692"/>
                      <a:pt x="218485" y="136063"/>
                    </a:cubicBezTo>
                    <a:cubicBezTo>
                      <a:pt x="218485" y="135749"/>
                      <a:pt x="218485" y="132608"/>
                      <a:pt x="214603" y="132608"/>
                    </a:cubicBezTo>
                    <a:cubicBezTo>
                      <a:pt x="211691" y="132608"/>
                      <a:pt x="211044" y="134493"/>
                      <a:pt x="210397" y="136377"/>
                    </a:cubicBezTo>
                    <a:cubicBezTo>
                      <a:pt x="189369" y="182863"/>
                      <a:pt x="177399" y="203907"/>
                      <a:pt x="122080" y="203907"/>
                    </a:cubicBezTo>
                    <a:lnTo>
                      <a:pt x="74847" y="203907"/>
                    </a:lnTo>
                    <a:cubicBezTo>
                      <a:pt x="70318" y="203907"/>
                      <a:pt x="69671" y="203907"/>
                      <a:pt x="67730" y="203593"/>
                    </a:cubicBezTo>
                    <a:cubicBezTo>
                      <a:pt x="64495" y="203278"/>
                      <a:pt x="63525" y="202964"/>
                      <a:pt x="63525" y="200452"/>
                    </a:cubicBezTo>
                    <a:cubicBezTo>
                      <a:pt x="63525" y="199509"/>
                      <a:pt x="63525" y="198881"/>
                      <a:pt x="65142" y="193228"/>
                    </a:cubicBezTo>
                    <a:lnTo>
                      <a:pt x="87141" y="107481"/>
                    </a:lnTo>
                    <a:lnTo>
                      <a:pt x="119168" y="107481"/>
                    </a:lnTo>
                    <a:cubicBezTo>
                      <a:pt x="146666" y="107481"/>
                      <a:pt x="146666" y="114077"/>
                      <a:pt x="146666" y="121929"/>
                    </a:cubicBezTo>
                    <a:cubicBezTo>
                      <a:pt x="146666" y="124128"/>
                      <a:pt x="146666" y="127897"/>
                      <a:pt x="144402" y="137320"/>
                    </a:cubicBezTo>
                    <a:cubicBezTo>
                      <a:pt x="143755" y="138890"/>
                      <a:pt x="143431" y="139832"/>
                      <a:pt x="143431" y="140775"/>
                    </a:cubicBezTo>
                    <a:cubicBezTo>
                      <a:pt x="143431" y="142345"/>
                      <a:pt x="144725" y="144230"/>
                      <a:pt x="147637" y="144230"/>
                    </a:cubicBezTo>
                    <a:cubicBezTo>
                      <a:pt x="150225" y="144230"/>
                      <a:pt x="151195" y="142659"/>
                      <a:pt x="152489" y="137948"/>
                    </a:cubicBezTo>
                    <a:lnTo>
                      <a:pt x="170929" y="64451"/>
                    </a:lnTo>
                    <a:cubicBezTo>
                      <a:pt x="170929" y="62566"/>
                      <a:pt x="169312" y="60996"/>
                      <a:pt x="167047" y="60996"/>
                    </a:cubicBezTo>
                    <a:cubicBezTo>
                      <a:pt x="164135" y="60996"/>
                      <a:pt x="163489" y="62881"/>
                      <a:pt x="162518" y="66650"/>
                    </a:cubicBezTo>
                    <a:cubicBezTo>
                      <a:pt x="155724" y="90520"/>
                      <a:pt x="149901" y="97744"/>
                      <a:pt x="120138" y="97744"/>
                    </a:cubicBezTo>
                    <a:lnTo>
                      <a:pt x="89729" y="97744"/>
                    </a:lnTo>
                    <a:lnTo>
                      <a:pt x="109139" y="22049"/>
                    </a:lnTo>
                    <a:cubicBezTo>
                      <a:pt x="112051" y="11056"/>
                      <a:pt x="112374" y="9800"/>
                      <a:pt x="126609" y="9800"/>
                    </a:cubicBezTo>
                    <a:lnTo>
                      <a:pt x="172223" y="9800"/>
                    </a:lnTo>
                    <a:cubicBezTo>
                      <a:pt x="211691" y="9800"/>
                      <a:pt x="221396" y="18908"/>
                      <a:pt x="221396" y="44663"/>
                    </a:cubicBezTo>
                    <a:cubicBezTo>
                      <a:pt x="221396" y="52202"/>
                      <a:pt x="221396" y="52830"/>
                      <a:pt x="220102" y="61310"/>
                    </a:cubicBezTo>
                    <a:cubicBezTo>
                      <a:pt x="220102" y="63195"/>
                      <a:pt x="219779" y="65393"/>
                      <a:pt x="219779" y="66964"/>
                    </a:cubicBezTo>
                    <a:cubicBezTo>
                      <a:pt x="219779" y="68534"/>
                      <a:pt x="220749" y="70733"/>
                      <a:pt x="223661" y="70733"/>
                    </a:cubicBezTo>
                    <a:cubicBezTo>
                      <a:pt x="227219" y="70733"/>
                      <a:pt x="227543" y="68848"/>
                      <a:pt x="228190" y="62881"/>
                    </a:cubicBezTo>
                    <a:lnTo>
                      <a:pt x="234660" y="8543"/>
                    </a:lnTo>
                    <a:cubicBezTo>
                      <a:pt x="235631" y="63"/>
                      <a:pt x="234013" y="63"/>
                      <a:pt x="225925" y="63"/>
                    </a:cubicBezTo>
                    <a:lnTo>
                      <a:pt x="62554" y="63"/>
                    </a:lnTo>
                    <a:cubicBezTo>
                      <a:pt x="56084" y="63"/>
                      <a:pt x="52849" y="63"/>
                      <a:pt x="52849" y="6345"/>
                    </a:cubicBezTo>
                    <a:cubicBezTo>
                      <a:pt x="52849" y="9800"/>
                      <a:pt x="55760" y="9800"/>
                      <a:pt x="61907" y="9800"/>
                    </a:cubicBezTo>
                    <a:cubicBezTo>
                      <a:pt x="73877" y="9800"/>
                      <a:pt x="82935" y="9800"/>
                      <a:pt x="82935" y="15453"/>
                    </a:cubicBezTo>
                    <a:cubicBezTo>
                      <a:pt x="82935" y="16709"/>
                      <a:pt x="82935" y="17338"/>
                      <a:pt x="81318" y="22991"/>
                    </a:cubicBezTo>
                    <a:lnTo>
                      <a:pt x="38615" y="189144"/>
                    </a:lnTo>
                    <a:cubicBezTo>
                      <a:pt x="35379" y="201394"/>
                      <a:pt x="34732" y="203907"/>
                      <a:pt x="9175" y="203907"/>
                    </a:cubicBezTo>
                    <a:cubicBezTo>
                      <a:pt x="3676" y="203907"/>
                      <a:pt x="117" y="203907"/>
                      <a:pt x="117" y="209874"/>
                    </a:cubicBezTo>
                    <a:cubicBezTo>
                      <a:pt x="117" y="213643"/>
                      <a:pt x="3029" y="213643"/>
                      <a:pt x="9175" y="213643"/>
                    </a:cubicBezTo>
                    <a:lnTo>
                      <a:pt x="177076" y="213643"/>
                    </a:lnTo>
                    <a:cubicBezTo>
                      <a:pt x="184516" y="213643"/>
                      <a:pt x="184840" y="213329"/>
                      <a:pt x="187105" y="208304"/>
                    </a:cubicBezTo>
                    <a:lnTo>
                      <a:pt x="216867" y="140461"/>
                    </a:lnTo>
                    <a:close/>
                  </a:path>
                </a:pathLst>
              </a:custGeom>
              <a:grpFill/>
              <a:ln w="22911"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1D12C3B0-327B-DEAF-0059-8176F821FDB0}"/>
                  </a:ext>
                </a:extLst>
              </p:cNvPr>
              <p:cNvSpPr/>
              <p:nvPr>
                <p:custDataLst>
                  <p:tags r:id="rId82"/>
                </p:custDataLst>
              </p:nvPr>
            </p:nvSpPr>
            <p:spPr>
              <a:xfrm>
                <a:off x="5856207" y="4319721"/>
                <a:ext cx="44320" cy="314089"/>
              </a:xfrm>
              <a:custGeom>
                <a:avLst/>
                <a:gdLst>
                  <a:gd name="connsiteX0" fmla="*/ 44446 w 44320"/>
                  <a:gd name="connsiteY0" fmla="*/ 314152 h 314089"/>
                  <a:gd name="connsiteX1" fmla="*/ 44446 w 44320"/>
                  <a:gd name="connsiteY1" fmla="*/ 301588 h 314089"/>
                  <a:gd name="connsiteX2" fmla="*/ 13065 w 44320"/>
                  <a:gd name="connsiteY2" fmla="*/ 301588 h 314089"/>
                  <a:gd name="connsiteX3" fmla="*/ 13065 w 44320"/>
                  <a:gd name="connsiteY3" fmla="*/ 12626 h 314089"/>
                  <a:gd name="connsiteX4" fmla="*/ 44446 w 44320"/>
                  <a:gd name="connsiteY4" fmla="*/ 12626 h 314089"/>
                  <a:gd name="connsiteX5" fmla="*/ 44446 w 44320"/>
                  <a:gd name="connsiteY5" fmla="*/ 63 h 314089"/>
                  <a:gd name="connsiteX6" fmla="*/ 125 w 44320"/>
                  <a:gd name="connsiteY6" fmla="*/ 63 h 314089"/>
                  <a:gd name="connsiteX7" fmla="*/ 125 w 44320"/>
                  <a:gd name="connsiteY7" fmla="*/ 314152 h 314089"/>
                  <a:gd name="connsiteX8" fmla="*/ 44446 w 44320"/>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320" h="314089">
                    <a:moveTo>
                      <a:pt x="44446" y="314152"/>
                    </a:moveTo>
                    <a:lnTo>
                      <a:pt x="44446" y="301588"/>
                    </a:lnTo>
                    <a:lnTo>
                      <a:pt x="13065" y="301588"/>
                    </a:lnTo>
                    <a:lnTo>
                      <a:pt x="13065" y="12626"/>
                    </a:lnTo>
                    <a:lnTo>
                      <a:pt x="44446" y="12626"/>
                    </a:lnTo>
                    <a:lnTo>
                      <a:pt x="44446" y="63"/>
                    </a:lnTo>
                    <a:lnTo>
                      <a:pt x="125" y="63"/>
                    </a:lnTo>
                    <a:lnTo>
                      <a:pt x="125" y="314152"/>
                    </a:lnTo>
                    <a:lnTo>
                      <a:pt x="44446" y="314152"/>
                    </a:lnTo>
                    <a:close/>
                  </a:path>
                </a:pathLst>
              </a:custGeom>
              <a:grpFill/>
              <a:ln w="22911"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16FB95FE-20FB-48CE-6DCA-0CFC0B49B675}"/>
                  </a:ext>
                </a:extLst>
              </p:cNvPr>
              <p:cNvSpPr/>
              <p:nvPr>
                <p:custDataLst>
                  <p:tags r:id="rId83"/>
                </p:custDataLst>
              </p:nvPr>
            </p:nvSpPr>
            <p:spPr>
              <a:xfrm>
                <a:off x="5917560" y="4333541"/>
                <a:ext cx="176352" cy="282680"/>
              </a:xfrm>
              <a:custGeom>
                <a:avLst/>
                <a:gdLst>
                  <a:gd name="connsiteX0" fmla="*/ 176480 w 176352"/>
                  <a:gd name="connsiteY0" fmla="*/ 43093 h 282680"/>
                  <a:gd name="connsiteX1" fmla="*/ 132483 w 176352"/>
                  <a:gd name="connsiteY1" fmla="*/ 63 h 282680"/>
                  <a:gd name="connsiteX2" fmla="*/ 93339 w 176352"/>
                  <a:gd name="connsiteY2" fmla="*/ 13255 h 282680"/>
                  <a:gd name="connsiteX3" fmla="*/ 51607 w 176352"/>
                  <a:gd name="connsiteY3" fmla="*/ 80155 h 282680"/>
                  <a:gd name="connsiteX4" fmla="*/ 169 w 176352"/>
                  <a:gd name="connsiteY4" fmla="*/ 279602 h 282680"/>
                  <a:gd name="connsiteX5" fmla="*/ 4051 w 176352"/>
                  <a:gd name="connsiteY5" fmla="*/ 282743 h 282680"/>
                  <a:gd name="connsiteX6" fmla="*/ 7933 w 176352"/>
                  <a:gd name="connsiteY6" fmla="*/ 281173 h 282680"/>
                  <a:gd name="connsiteX7" fmla="*/ 30579 w 176352"/>
                  <a:gd name="connsiteY7" fmla="*/ 194484 h 282680"/>
                  <a:gd name="connsiteX8" fmla="*/ 74576 w 176352"/>
                  <a:gd name="connsiteY8" fmla="*/ 224951 h 282680"/>
                  <a:gd name="connsiteX9" fmla="*/ 137013 w 176352"/>
                  <a:gd name="connsiteY9" fmla="*/ 200138 h 282680"/>
                  <a:gd name="connsiteX10" fmla="*/ 162893 w 176352"/>
                  <a:gd name="connsiteY10" fmla="*/ 142345 h 282680"/>
                  <a:gd name="connsiteX11" fmla="*/ 139277 w 176352"/>
                  <a:gd name="connsiteY11" fmla="*/ 95546 h 282680"/>
                  <a:gd name="connsiteX12" fmla="*/ 176480 w 176352"/>
                  <a:gd name="connsiteY12" fmla="*/ 43093 h 282680"/>
                  <a:gd name="connsiteX13" fmla="*/ 118249 w 176352"/>
                  <a:gd name="connsiteY13" fmla="*/ 95232 h 282680"/>
                  <a:gd name="connsiteX14" fmla="*/ 102721 w 176352"/>
                  <a:gd name="connsiteY14" fmla="*/ 97430 h 282680"/>
                  <a:gd name="connsiteX15" fmla="*/ 88486 w 176352"/>
                  <a:gd name="connsiteY15" fmla="*/ 96174 h 282680"/>
                  <a:gd name="connsiteX16" fmla="*/ 104338 w 176352"/>
                  <a:gd name="connsiteY16" fmla="*/ 93661 h 282680"/>
                  <a:gd name="connsiteX17" fmla="*/ 118249 w 176352"/>
                  <a:gd name="connsiteY17" fmla="*/ 95232 h 282680"/>
                  <a:gd name="connsiteX18" fmla="*/ 158364 w 176352"/>
                  <a:gd name="connsiteY18" fmla="*/ 35869 h 282680"/>
                  <a:gd name="connsiteX19" fmla="*/ 129248 w 176352"/>
                  <a:gd name="connsiteY19" fmla="*/ 90206 h 282680"/>
                  <a:gd name="connsiteX20" fmla="*/ 104338 w 176352"/>
                  <a:gd name="connsiteY20" fmla="*/ 86437 h 282680"/>
                  <a:gd name="connsiteX21" fmla="*/ 79428 w 176352"/>
                  <a:gd name="connsiteY21" fmla="*/ 96488 h 282680"/>
                  <a:gd name="connsiteX22" fmla="*/ 101750 w 176352"/>
                  <a:gd name="connsiteY22" fmla="*/ 104340 h 282680"/>
                  <a:gd name="connsiteX23" fmla="*/ 128278 w 176352"/>
                  <a:gd name="connsiteY23" fmla="*/ 100257 h 282680"/>
                  <a:gd name="connsiteX24" fmla="*/ 142512 w 176352"/>
                  <a:gd name="connsiteY24" fmla="*/ 135749 h 282680"/>
                  <a:gd name="connsiteX25" fmla="*/ 126337 w 176352"/>
                  <a:gd name="connsiteY25" fmla="*/ 189773 h 282680"/>
                  <a:gd name="connsiteX26" fmla="*/ 73605 w 176352"/>
                  <a:gd name="connsiteY26" fmla="*/ 218041 h 282680"/>
                  <a:gd name="connsiteX27" fmla="*/ 36725 w 176352"/>
                  <a:gd name="connsiteY27" fmla="*/ 177523 h 282680"/>
                  <a:gd name="connsiteX28" fmla="*/ 38343 w 176352"/>
                  <a:gd name="connsiteY28" fmla="*/ 163703 h 282680"/>
                  <a:gd name="connsiteX29" fmla="*/ 59047 w 176352"/>
                  <a:gd name="connsiteY29" fmla="*/ 84239 h 282680"/>
                  <a:gd name="connsiteX30" fmla="*/ 128278 w 176352"/>
                  <a:gd name="connsiteY30" fmla="*/ 7287 h 282680"/>
                  <a:gd name="connsiteX31" fmla="*/ 158364 w 17635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6352" h="282680">
                    <a:moveTo>
                      <a:pt x="176480" y="43093"/>
                    </a:moveTo>
                    <a:cubicBezTo>
                      <a:pt x="176480" y="19536"/>
                      <a:pt x="158688" y="63"/>
                      <a:pt x="132483" y="63"/>
                    </a:cubicBezTo>
                    <a:cubicBezTo>
                      <a:pt x="113720" y="63"/>
                      <a:pt x="104662" y="5088"/>
                      <a:pt x="93339" y="13255"/>
                    </a:cubicBezTo>
                    <a:cubicBezTo>
                      <a:pt x="75546" y="25818"/>
                      <a:pt x="57753" y="56285"/>
                      <a:pt x="51607" y="80155"/>
                    </a:cubicBezTo>
                    <a:lnTo>
                      <a:pt x="169" y="279602"/>
                    </a:lnTo>
                    <a:cubicBezTo>
                      <a:pt x="-155" y="280858"/>
                      <a:pt x="1463" y="282743"/>
                      <a:pt x="4051" y="282743"/>
                    </a:cubicBezTo>
                    <a:cubicBezTo>
                      <a:pt x="6639" y="282743"/>
                      <a:pt x="7610" y="282115"/>
                      <a:pt x="7933" y="281173"/>
                    </a:cubicBezTo>
                    <a:lnTo>
                      <a:pt x="30579" y="194484"/>
                    </a:lnTo>
                    <a:cubicBezTo>
                      <a:pt x="36725" y="213329"/>
                      <a:pt x="50960" y="224951"/>
                      <a:pt x="74576" y="224951"/>
                    </a:cubicBezTo>
                    <a:cubicBezTo>
                      <a:pt x="98192" y="224951"/>
                      <a:pt x="122455" y="213958"/>
                      <a:pt x="137013" y="200138"/>
                    </a:cubicBezTo>
                    <a:cubicBezTo>
                      <a:pt x="152541" y="185689"/>
                      <a:pt x="162893" y="165588"/>
                      <a:pt x="162893" y="142345"/>
                    </a:cubicBezTo>
                    <a:cubicBezTo>
                      <a:pt x="162893" y="119731"/>
                      <a:pt x="150923" y="103398"/>
                      <a:pt x="139277" y="95546"/>
                    </a:cubicBezTo>
                    <a:cubicBezTo>
                      <a:pt x="158041" y="85181"/>
                      <a:pt x="176480" y="65707"/>
                      <a:pt x="176480" y="43093"/>
                    </a:cubicBezTo>
                    <a:close/>
                    <a:moveTo>
                      <a:pt x="118249" y="95232"/>
                    </a:moveTo>
                    <a:cubicBezTo>
                      <a:pt x="114044" y="96802"/>
                      <a:pt x="110485" y="97430"/>
                      <a:pt x="102721" y="97430"/>
                    </a:cubicBezTo>
                    <a:cubicBezTo>
                      <a:pt x="98192" y="97430"/>
                      <a:pt x="91721" y="97745"/>
                      <a:pt x="88486" y="96174"/>
                    </a:cubicBezTo>
                    <a:cubicBezTo>
                      <a:pt x="89133" y="93033"/>
                      <a:pt x="100780" y="93661"/>
                      <a:pt x="104338" y="93661"/>
                    </a:cubicBezTo>
                    <a:cubicBezTo>
                      <a:pt x="111132" y="93661"/>
                      <a:pt x="114044" y="93661"/>
                      <a:pt x="118249" y="95232"/>
                    </a:cubicBezTo>
                    <a:close/>
                    <a:moveTo>
                      <a:pt x="158364" y="35869"/>
                    </a:moveTo>
                    <a:cubicBezTo>
                      <a:pt x="158364" y="57855"/>
                      <a:pt x="146071" y="80470"/>
                      <a:pt x="129248" y="90206"/>
                    </a:cubicBezTo>
                    <a:cubicBezTo>
                      <a:pt x="120514" y="87065"/>
                      <a:pt x="114044" y="86437"/>
                      <a:pt x="104338" y="86437"/>
                    </a:cubicBezTo>
                    <a:cubicBezTo>
                      <a:pt x="97545" y="86437"/>
                      <a:pt x="79428" y="86123"/>
                      <a:pt x="79428" y="96488"/>
                    </a:cubicBezTo>
                    <a:cubicBezTo>
                      <a:pt x="79105" y="105283"/>
                      <a:pt x="95927" y="104340"/>
                      <a:pt x="101750" y="104340"/>
                    </a:cubicBezTo>
                    <a:cubicBezTo>
                      <a:pt x="113720" y="104340"/>
                      <a:pt x="118573" y="104026"/>
                      <a:pt x="128278" y="100257"/>
                    </a:cubicBezTo>
                    <a:cubicBezTo>
                      <a:pt x="140571" y="111564"/>
                      <a:pt x="142189" y="121301"/>
                      <a:pt x="142512" y="135749"/>
                    </a:cubicBezTo>
                    <a:cubicBezTo>
                      <a:pt x="143159" y="153966"/>
                      <a:pt x="135395" y="177523"/>
                      <a:pt x="126337" y="189773"/>
                    </a:cubicBezTo>
                    <a:cubicBezTo>
                      <a:pt x="113720" y="206733"/>
                      <a:pt x="92045" y="218041"/>
                      <a:pt x="73605" y="218041"/>
                    </a:cubicBezTo>
                    <a:cubicBezTo>
                      <a:pt x="49019" y="218041"/>
                      <a:pt x="36725" y="199823"/>
                      <a:pt x="36725" y="177523"/>
                    </a:cubicBezTo>
                    <a:cubicBezTo>
                      <a:pt x="36725" y="174382"/>
                      <a:pt x="36725" y="169671"/>
                      <a:pt x="38343" y="163703"/>
                    </a:cubicBezTo>
                    <a:lnTo>
                      <a:pt x="59047" y="84239"/>
                    </a:lnTo>
                    <a:cubicBezTo>
                      <a:pt x="66164" y="57227"/>
                      <a:pt x="89457" y="7287"/>
                      <a:pt x="128278" y="7287"/>
                    </a:cubicBezTo>
                    <a:cubicBezTo>
                      <a:pt x="147041" y="7287"/>
                      <a:pt x="158364" y="17024"/>
                      <a:pt x="158364" y="35869"/>
                    </a:cubicBezTo>
                    <a:close/>
                  </a:path>
                </a:pathLst>
              </a:custGeom>
              <a:grpFill/>
              <a:ln w="22911"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E71644B0-0DBA-8505-FBED-EA5465E6D37A}"/>
                  </a:ext>
                </a:extLst>
              </p:cNvPr>
              <p:cNvSpPr/>
              <p:nvPr>
                <p:custDataLst>
                  <p:tags r:id="rId84"/>
                </p:custDataLst>
              </p:nvPr>
            </p:nvSpPr>
            <p:spPr>
              <a:xfrm>
                <a:off x="6102656" y="4456412"/>
                <a:ext cx="105075" cy="150385"/>
              </a:xfrm>
              <a:custGeom>
                <a:avLst/>
                <a:gdLst>
                  <a:gd name="connsiteX0" fmla="*/ 105209 w 105075"/>
                  <a:gd name="connsiteY0" fmla="*/ 75917 h 150385"/>
                  <a:gd name="connsiteX1" fmla="*/ 91848 w 105075"/>
                  <a:gd name="connsiteY1" fmla="*/ 18972 h 150385"/>
                  <a:gd name="connsiteX2" fmla="*/ 52671 w 105075"/>
                  <a:gd name="connsiteY2" fmla="*/ 64 h 150385"/>
                  <a:gd name="connsiteX3" fmla="*/ 133 w 105075"/>
                  <a:gd name="connsiteY3" fmla="*/ 75917 h 150385"/>
                  <a:gd name="connsiteX4" fmla="*/ 52671 w 105075"/>
                  <a:gd name="connsiteY4" fmla="*/ 150450 h 150385"/>
                  <a:gd name="connsiteX5" fmla="*/ 105209 w 105075"/>
                  <a:gd name="connsiteY5" fmla="*/ 75917 h 150385"/>
                  <a:gd name="connsiteX6" fmla="*/ 52671 w 105075"/>
                  <a:gd name="connsiteY6" fmla="*/ 144294 h 150385"/>
                  <a:gd name="connsiteX7" fmla="*/ 23911 w 105075"/>
                  <a:gd name="connsiteY7" fmla="*/ 120329 h 150385"/>
                  <a:gd name="connsiteX8" fmla="*/ 20741 w 105075"/>
                  <a:gd name="connsiteY8" fmla="*/ 73059 h 150385"/>
                  <a:gd name="connsiteX9" fmla="*/ 24138 w 105075"/>
                  <a:gd name="connsiteY9" fmla="*/ 28207 h 150385"/>
                  <a:gd name="connsiteX10" fmla="*/ 52671 w 105075"/>
                  <a:gd name="connsiteY10" fmla="*/ 6220 h 150385"/>
                  <a:gd name="connsiteX11" fmla="*/ 80752 w 105075"/>
                  <a:gd name="connsiteY11" fmla="*/ 26228 h 150385"/>
                  <a:gd name="connsiteX12" fmla="*/ 84601 w 105075"/>
                  <a:gd name="connsiteY12" fmla="*/ 73059 h 150385"/>
                  <a:gd name="connsiteX13" fmla="*/ 81657 w 105075"/>
                  <a:gd name="connsiteY13" fmla="*/ 119450 h 150385"/>
                  <a:gd name="connsiteX14" fmla="*/ 52671 w 105075"/>
                  <a:gd name="connsiteY14" fmla="*/ 144294 h 1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5075" h="150385">
                    <a:moveTo>
                      <a:pt x="105209" y="75917"/>
                    </a:moveTo>
                    <a:cubicBezTo>
                      <a:pt x="105209" y="51732"/>
                      <a:pt x="102265" y="34363"/>
                      <a:pt x="91848" y="18972"/>
                    </a:cubicBezTo>
                    <a:cubicBezTo>
                      <a:pt x="84828" y="8859"/>
                      <a:pt x="70788" y="64"/>
                      <a:pt x="52671" y="64"/>
                    </a:cubicBezTo>
                    <a:cubicBezTo>
                      <a:pt x="133" y="64"/>
                      <a:pt x="133" y="60087"/>
                      <a:pt x="133" y="75917"/>
                    </a:cubicBezTo>
                    <a:cubicBezTo>
                      <a:pt x="133" y="91747"/>
                      <a:pt x="133" y="150450"/>
                      <a:pt x="52671" y="150450"/>
                    </a:cubicBezTo>
                    <a:cubicBezTo>
                      <a:pt x="105209" y="150450"/>
                      <a:pt x="105209" y="91747"/>
                      <a:pt x="105209" y="75917"/>
                    </a:cubicBezTo>
                    <a:close/>
                    <a:moveTo>
                      <a:pt x="52671" y="144294"/>
                    </a:moveTo>
                    <a:cubicBezTo>
                      <a:pt x="42254" y="144294"/>
                      <a:pt x="28440" y="138358"/>
                      <a:pt x="23911" y="120329"/>
                    </a:cubicBezTo>
                    <a:cubicBezTo>
                      <a:pt x="20741" y="107357"/>
                      <a:pt x="20741" y="89328"/>
                      <a:pt x="20741" y="73059"/>
                    </a:cubicBezTo>
                    <a:cubicBezTo>
                      <a:pt x="20741" y="57009"/>
                      <a:pt x="20741" y="40299"/>
                      <a:pt x="24138" y="28207"/>
                    </a:cubicBezTo>
                    <a:cubicBezTo>
                      <a:pt x="28893" y="10837"/>
                      <a:pt x="43386" y="6220"/>
                      <a:pt x="52671" y="6220"/>
                    </a:cubicBezTo>
                    <a:cubicBezTo>
                      <a:pt x="64900" y="6220"/>
                      <a:pt x="76675" y="13476"/>
                      <a:pt x="80752" y="26228"/>
                    </a:cubicBezTo>
                    <a:cubicBezTo>
                      <a:pt x="84375" y="38100"/>
                      <a:pt x="84601" y="53931"/>
                      <a:pt x="84601" y="73059"/>
                    </a:cubicBezTo>
                    <a:cubicBezTo>
                      <a:pt x="84601" y="89328"/>
                      <a:pt x="84601" y="105598"/>
                      <a:pt x="81657" y="119450"/>
                    </a:cubicBezTo>
                    <a:cubicBezTo>
                      <a:pt x="77128" y="139457"/>
                      <a:pt x="61729" y="144294"/>
                      <a:pt x="52671" y="144294"/>
                    </a:cubicBezTo>
                    <a:close/>
                  </a:path>
                </a:pathLst>
              </a:custGeom>
              <a:grpFill/>
              <a:ln w="22911"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323AE58A-A383-0CFC-833C-9E1112F8A3CB}"/>
                  </a:ext>
                </a:extLst>
              </p:cNvPr>
              <p:cNvSpPr/>
              <p:nvPr>
                <p:custDataLst>
                  <p:tags r:id="rId85"/>
                </p:custDataLst>
              </p:nvPr>
            </p:nvSpPr>
            <p:spPr>
              <a:xfrm>
                <a:off x="6326015" y="4372174"/>
                <a:ext cx="215132" cy="209183"/>
              </a:xfrm>
              <a:custGeom>
                <a:avLst/>
                <a:gdLst>
                  <a:gd name="connsiteX0" fmla="*/ 114338 w 215132"/>
                  <a:gd name="connsiteY0" fmla="*/ 110936 h 209183"/>
                  <a:gd name="connsiteX1" fmla="*/ 204597 w 215132"/>
                  <a:gd name="connsiteY1" fmla="*/ 110936 h 209183"/>
                  <a:gd name="connsiteX2" fmla="*/ 215273 w 215132"/>
                  <a:gd name="connsiteY2" fmla="*/ 104654 h 209183"/>
                  <a:gd name="connsiteX3" fmla="*/ 204597 w 215132"/>
                  <a:gd name="connsiteY3" fmla="*/ 98373 h 209183"/>
                  <a:gd name="connsiteX4" fmla="*/ 114338 w 215132"/>
                  <a:gd name="connsiteY4" fmla="*/ 98373 h 209183"/>
                  <a:gd name="connsiteX5" fmla="*/ 114338 w 215132"/>
                  <a:gd name="connsiteY5" fmla="*/ 10428 h 209183"/>
                  <a:gd name="connsiteX6" fmla="*/ 107868 w 215132"/>
                  <a:gd name="connsiteY6" fmla="*/ 63 h 209183"/>
                  <a:gd name="connsiteX7" fmla="*/ 101398 w 215132"/>
                  <a:gd name="connsiteY7" fmla="*/ 10428 h 209183"/>
                  <a:gd name="connsiteX8" fmla="*/ 101398 w 215132"/>
                  <a:gd name="connsiteY8" fmla="*/ 98373 h 209183"/>
                  <a:gd name="connsiteX9" fmla="*/ 10816 w 215132"/>
                  <a:gd name="connsiteY9" fmla="*/ 98373 h 209183"/>
                  <a:gd name="connsiteX10" fmla="*/ 140 w 215132"/>
                  <a:gd name="connsiteY10" fmla="*/ 104654 h 209183"/>
                  <a:gd name="connsiteX11" fmla="*/ 10816 w 215132"/>
                  <a:gd name="connsiteY11" fmla="*/ 110936 h 209183"/>
                  <a:gd name="connsiteX12" fmla="*/ 101398 w 215132"/>
                  <a:gd name="connsiteY12" fmla="*/ 110936 h 209183"/>
                  <a:gd name="connsiteX13" fmla="*/ 101398 w 215132"/>
                  <a:gd name="connsiteY13" fmla="*/ 198881 h 209183"/>
                  <a:gd name="connsiteX14" fmla="*/ 107868 w 215132"/>
                  <a:gd name="connsiteY14" fmla="*/ 209246 h 209183"/>
                  <a:gd name="connsiteX15" fmla="*/ 114338 w 215132"/>
                  <a:gd name="connsiteY15" fmla="*/ 198881 h 209183"/>
                  <a:gd name="connsiteX16" fmla="*/ 114338 w 215132"/>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132" h="209183">
                    <a:moveTo>
                      <a:pt x="114338" y="110936"/>
                    </a:moveTo>
                    <a:lnTo>
                      <a:pt x="204597" y="110936"/>
                    </a:lnTo>
                    <a:cubicBezTo>
                      <a:pt x="209126" y="110936"/>
                      <a:pt x="215273" y="110936"/>
                      <a:pt x="215273" y="104654"/>
                    </a:cubicBezTo>
                    <a:cubicBezTo>
                      <a:pt x="215273" y="98373"/>
                      <a:pt x="209126" y="98373"/>
                      <a:pt x="204597" y="98373"/>
                    </a:cubicBezTo>
                    <a:lnTo>
                      <a:pt x="114338" y="98373"/>
                    </a:lnTo>
                    <a:lnTo>
                      <a:pt x="114338" y="10428"/>
                    </a:lnTo>
                    <a:cubicBezTo>
                      <a:pt x="114338" y="6030"/>
                      <a:pt x="114338" y="63"/>
                      <a:pt x="107868" y="63"/>
                    </a:cubicBezTo>
                    <a:cubicBezTo>
                      <a:pt x="101398" y="63"/>
                      <a:pt x="101398" y="6030"/>
                      <a:pt x="101398" y="10428"/>
                    </a:cubicBezTo>
                    <a:lnTo>
                      <a:pt x="101398" y="98373"/>
                    </a:lnTo>
                    <a:lnTo>
                      <a:pt x="10816" y="98373"/>
                    </a:lnTo>
                    <a:cubicBezTo>
                      <a:pt x="6287" y="98373"/>
                      <a:pt x="140" y="98373"/>
                      <a:pt x="140" y="104654"/>
                    </a:cubicBezTo>
                    <a:cubicBezTo>
                      <a:pt x="140" y="110936"/>
                      <a:pt x="6287" y="110936"/>
                      <a:pt x="10816" y="110936"/>
                    </a:cubicBezTo>
                    <a:lnTo>
                      <a:pt x="101398" y="110936"/>
                    </a:lnTo>
                    <a:lnTo>
                      <a:pt x="101398" y="198881"/>
                    </a:lnTo>
                    <a:cubicBezTo>
                      <a:pt x="101398" y="203278"/>
                      <a:pt x="101398" y="209246"/>
                      <a:pt x="107868" y="209246"/>
                    </a:cubicBezTo>
                    <a:cubicBezTo>
                      <a:pt x="114338" y="209246"/>
                      <a:pt x="114338" y="203278"/>
                      <a:pt x="114338" y="198881"/>
                    </a:cubicBezTo>
                    <a:lnTo>
                      <a:pt x="114338" y="110936"/>
                    </a:lnTo>
                    <a:close/>
                  </a:path>
                </a:pathLst>
              </a:custGeom>
              <a:grpFill/>
              <a:ln w="2291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26905608-E041-8A75-9727-CFD470BA66F0}"/>
                  </a:ext>
                </a:extLst>
              </p:cNvPr>
              <p:cNvSpPr/>
              <p:nvPr>
                <p:custDataLst>
                  <p:tags r:id="rId86"/>
                </p:custDataLst>
              </p:nvPr>
            </p:nvSpPr>
            <p:spPr>
              <a:xfrm>
                <a:off x="6641070" y="4333541"/>
                <a:ext cx="176352" cy="282680"/>
              </a:xfrm>
              <a:custGeom>
                <a:avLst/>
                <a:gdLst>
                  <a:gd name="connsiteX0" fmla="*/ 176503 w 176352"/>
                  <a:gd name="connsiteY0" fmla="*/ 43093 h 282680"/>
                  <a:gd name="connsiteX1" fmla="*/ 132506 w 176352"/>
                  <a:gd name="connsiteY1" fmla="*/ 63 h 282680"/>
                  <a:gd name="connsiteX2" fmla="*/ 93361 w 176352"/>
                  <a:gd name="connsiteY2" fmla="*/ 13255 h 282680"/>
                  <a:gd name="connsiteX3" fmla="*/ 51629 w 176352"/>
                  <a:gd name="connsiteY3" fmla="*/ 80155 h 282680"/>
                  <a:gd name="connsiteX4" fmla="*/ 191 w 176352"/>
                  <a:gd name="connsiteY4" fmla="*/ 279602 h 282680"/>
                  <a:gd name="connsiteX5" fmla="*/ 4073 w 176352"/>
                  <a:gd name="connsiteY5" fmla="*/ 282743 h 282680"/>
                  <a:gd name="connsiteX6" fmla="*/ 7955 w 176352"/>
                  <a:gd name="connsiteY6" fmla="*/ 281173 h 282680"/>
                  <a:gd name="connsiteX7" fmla="*/ 30601 w 176352"/>
                  <a:gd name="connsiteY7" fmla="*/ 194484 h 282680"/>
                  <a:gd name="connsiteX8" fmla="*/ 74598 w 176352"/>
                  <a:gd name="connsiteY8" fmla="*/ 224951 h 282680"/>
                  <a:gd name="connsiteX9" fmla="*/ 137035 w 176352"/>
                  <a:gd name="connsiteY9" fmla="*/ 200138 h 282680"/>
                  <a:gd name="connsiteX10" fmla="*/ 162915 w 176352"/>
                  <a:gd name="connsiteY10" fmla="*/ 142345 h 282680"/>
                  <a:gd name="connsiteX11" fmla="*/ 139299 w 176352"/>
                  <a:gd name="connsiteY11" fmla="*/ 95546 h 282680"/>
                  <a:gd name="connsiteX12" fmla="*/ 176503 w 176352"/>
                  <a:gd name="connsiteY12" fmla="*/ 43093 h 282680"/>
                  <a:gd name="connsiteX13" fmla="*/ 118271 w 176352"/>
                  <a:gd name="connsiteY13" fmla="*/ 95232 h 282680"/>
                  <a:gd name="connsiteX14" fmla="*/ 102743 w 176352"/>
                  <a:gd name="connsiteY14" fmla="*/ 97430 h 282680"/>
                  <a:gd name="connsiteX15" fmla="*/ 88509 w 176352"/>
                  <a:gd name="connsiteY15" fmla="*/ 96174 h 282680"/>
                  <a:gd name="connsiteX16" fmla="*/ 104361 w 176352"/>
                  <a:gd name="connsiteY16" fmla="*/ 93661 h 282680"/>
                  <a:gd name="connsiteX17" fmla="*/ 118271 w 176352"/>
                  <a:gd name="connsiteY17" fmla="*/ 95232 h 282680"/>
                  <a:gd name="connsiteX18" fmla="*/ 158386 w 176352"/>
                  <a:gd name="connsiteY18" fmla="*/ 35869 h 282680"/>
                  <a:gd name="connsiteX19" fmla="*/ 129271 w 176352"/>
                  <a:gd name="connsiteY19" fmla="*/ 90206 h 282680"/>
                  <a:gd name="connsiteX20" fmla="*/ 104361 w 176352"/>
                  <a:gd name="connsiteY20" fmla="*/ 86437 h 282680"/>
                  <a:gd name="connsiteX21" fmla="*/ 79451 w 176352"/>
                  <a:gd name="connsiteY21" fmla="*/ 96488 h 282680"/>
                  <a:gd name="connsiteX22" fmla="*/ 101773 w 176352"/>
                  <a:gd name="connsiteY22" fmla="*/ 104340 h 282680"/>
                  <a:gd name="connsiteX23" fmla="*/ 128300 w 176352"/>
                  <a:gd name="connsiteY23" fmla="*/ 100257 h 282680"/>
                  <a:gd name="connsiteX24" fmla="*/ 142534 w 176352"/>
                  <a:gd name="connsiteY24" fmla="*/ 135749 h 282680"/>
                  <a:gd name="connsiteX25" fmla="*/ 126359 w 176352"/>
                  <a:gd name="connsiteY25" fmla="*/ 189773 h 282680"/>
                  <a:gd name="connsiteX26" fmla="*/ 73627 w 176352"/>
                  <a:gd name="connsiteY26" fmla="*/ 218041 h 282680"/>
                  <a:gd name="connsiteX27" fmla="*/ 36748 w 176352"/>
                  <a:gd name="connsiteY27" fmla="*/ 177523 h 282680"/>
                  <a:gd name="connsiteX28" fmla="*/ 38365 w 176352"/>
                  <a:gd name="connsiteY28" fmla="*/ 163703 h 282680"/>
                  <a:gd name="connsiteX29" fmla="*/ 59070 w 176352"/>
                  <a:gd name="connsiteY29" fmla="*/ 84239 h 282680"/>
                  <a:gd name="connsiteX30" fmla="*/ 128300 w 176352"/>
                  <a:gd name="connsiteY30" fmla="*/ 7287 h 282680"/>
                  <a:gd name="connsiteX31" fmla="*/ 158386 w 17635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6352" h="282680">
                    <a:moveTo>
                      <a:pt x="176503" y="43093"/>
                    </a:moveTo>
                    <a:cubicBezTo>
                      <a:pt x="176503" y="19536"/>
                      <a:pt x="158710" y="63"/>
                      <a:pt x="132506" y="63"/>
                    </a:cubicBezTo>
                    <a:cubicBezTo>
                      <a:pt x="113742" y="63"/>
                      <a:pt x="104684" y="5088"/>
                      <a:pt x="93361" y="13255"/>
                    </a:cubicBezTo>
                    <a:cubicBezTo>
                      <a:pt x="75568" y="25818"/>
                      <a:pt x="57775" y="56285"/>
                      <a:pt x="51629" y="80155"/>
                    </a:cubicBezTo>
                    <a:lnTo>
                      <a:pt x="191" y="279602"/>
                    </a:lnTo>
                    <a:cubicBezTo>
                      <a:pt x="-132" y="280858"/>
                      <a:pt x="1485" y="282743"/>
                      <a:pt x="4073" y="282743"/>
                    </a:cubicBezTo>
                    <a:cubicBezTo>
                      <a:pt x="6661" y="282743"/>
                      <a:pt x="7632" y="282115"/>
                      <a:pt x="7955" y="281173"/>
                    </a:cubicBezTo>
                    <a:lnTo>
                      <a:pt x="30601" y="194484"/>
                    </a:lnTo>
                    <a:cubicBezTo>
                      <a:pt x="36748" y="213329"/>
                      <a:pt x="50982" y="224951"/>
                      <a:pt x="74598" y="224951"/>
                    </a:cubicBezTo>
                    <a:cubicBezTo>
                      <a:pt x="98214" y="224951"/>
                      <a:pt x="122477" y="213958"/>
                      <a:pt x="137035" y="200138"/>
                    </a:cubicBezTo>
                    <a:cubicBezTo>
                      <a:pt x="152563" y="185689"/>
                      <a:pt x="162915" y="165588"/>
                      <a:pt x="162915" y="142345"/>
                    </a:cubicBezTo>
                    <a:cubicBezTo>
                      <a:pt x="162915" y="119731"/>
                      <a:pt x="150946" y="103398"/>
                      <a:pt x="139299" y="95546"/>
                    </a:cubicBezTo>
                    <a:cubicBezTo>
                      <a:pt x="158063" y="85181"/>
                      <a:pt x="176503" y="65707"/>
                      <a:pt x="176503" y="43093"/>
                    </a:cubicBezTo>
                    <a:close/>
                    <a:moveTo>
                      <a:pt x="118271" y="95232"/>
                    </a:moveTo>
                    <a:cubicBezTo>
                      <a:pt x="114066" y="96802"/>
                      <a:pt x="110507" y="97430"/>
                      <a:pt x="102743" y="97430"/>
                    </a:cubicBezTo>
                    <a:cubicBezTo>
                      <a:pt x="98214" y="97430"/>
                      <a:pt x="91744" y="97745"/>
                      <a:pt x="88509" y="96174"/>
                    </a:cubicBezTo>
                    <a:cubicBezTo>
                      <a:pt x="89156" y="93033"/>
                      <a:pt x="100802" y="93661"/>
                      <a:pt x="104361" y="93661"/>
                    </a:cubicBezTo>
                    <a:cubicBezTo>
                      <a:pt x="111154" y="93661"/>
                      <a:pt x="114066" y="93661"/>
                      <a:pt x="118271" y="95232"/>
                    </a:cubicBezTo>
                    <a:close/>
                    <a:moveTo>
                      <a:pt x="158386" y="35869"/>
                    </a:moveTo>
                    <a:cubicBezTo>
                      <a:pt x="158386" y="57855"/>
                      <a:pt x="146093" y="80470"/>
                      <a:pt x="129271" y="90206"/>
                    </a:cubicBezTo>
                    <a:cubicBezTo>
                      <a:pt x="120536" y="87065"/>
                      <a:pt x="114066" y="86437"/>
                      <a:pt x="104361" y="86437"/>
                    </a:cubicBezTo>
                    <a:cubicBezTo>
                      <a:pt x="97567" y="86437"/>
                      <a:pt x="79451" y="86123"/>
                      <a:pt x="79451" y="96488"/>
                    </a:cubicBezTo>
                    <a:cubicBezTo>
                      <a:pt x="79127" y="105283"/>
                      <a:pt x="95949" y="104340"/>
                      <a:pt x="101773" y="104340"/>
                    </a:cubicBezTo>
                    <a:cubicBezTo>
                      <a:pt x="113742" y="104340"/>
                      <a:pt x="118595" y="104026"/>
                      <a:pt x="128300" y="100257"/>
                    </a:cubicBezTo>
                    <a:cubicBezTo>
                      <a:pt x="140593" y="111564"/>
                      <a:pt x="142211" y="121301"/>
                      <a:pt x="142534" y="135749"/>
                    </a:cubicBezTo>
                    <a:cubicBezTo>
                      <a:pt x="143181" y="153966"/>
                      <a:pt x="135417" y="177523"/>
                      <a:pt x="126359" y="189773"/>
                    </a:cubicBezTo>
                    <a:cubicBezTo>
                      <a:pt x="113742" y="206733"/>
                      <a:pt x="92067" y="218041"/>
                      <a:pt x="73627" y="218041"/>
                    </a:cubicBezTo>
                    <a:cubicBezTo>
                      <a:pt x="49041" y="218041"/>
                      <a:pt x="36748" y="199823"/>
                      <a:pt x="36748" y="177523"/>
                    </a:cubicBezTo>
                    <a:cubicBezTo>
                      <a:pt x="36748" y="174382"/>
                      <a:pt x="36748" y="169671"/>
                      <a:pt x="38365" y="163703"/>
                    </a:cubicBezTo>
                    <a:lnTo>
                      <a:pt x="59070" y="84239"/>
                    </a:lnTo>
                    <a:cubicBezTo>
                      <a:pt x="66187" y="57227"/>
                      <a:pt x="89479" y="7287"/>
                      <a:pt x="128300" y="7287"/>
                    </a:cubicBezTo>
                    <a:cubicBezTo>
                      <a:pt x="147064" y="7287"/>
                      <a:pt x="158386" y="17024"/>
                      <a:pt x="158386" y="35869"/>
                    </a:cubicBezTo>
                    <a:close/>
                  </a:path>
                </a:pathLst>
              </a:custGeom>
              <a:grpFill/>
              <a:ln w="2291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765C74CC-2336-B8D3-E04D-AD6A01949CC3}"/>
                  </a:ext>
                </a:extLst>
              </p:cNvPr>
              <p:cNvSpPr/>
              <p:nvPr>
                <p:custDataLst>
                  <p:tags r:id="rId87"/>
                </p:custDataLst>
              </p:nvPr>
            </p:nvSpPr>
            <p:spPr>
              <a:xfrm>
                <a:off x="6839074" y="4456412"/>
                <a:ext cx="82429" cy="145988"/>
              </a:xfrm>
              <a:custGeom>
                <a:avLst/>
                <a:gdLst>
                  <a:gd name="connsiteX0" fmla="*/ 51335 w 82429"/>
                  <a:gd name="connsiteY0" fmla="*/ 6220 h 145988"/>
                  <a:gd name="connsiteX1" fmla="*/ 44541 w 82429"/>
                  <a:gd name="connsiteY1" fmla="*/ 64 h 145988"/>
                  <a:gd name="connsiteX2" fmla="*/ 156 w 82429"/>
                  <a:gd name="connsiteY2" fmla="*/ 14135 h 145988"/>
                  <a:gd name="connsiteX3" fmla="*/ 156 w 82429"/>
                  <a:gd name="connsiteY3" fmla="*/ 22051 h 145988"/>
                  <a:gd name="connsiteX4" fmla="*/ 32992 w 82429"/>
                  <a:gd name="connsiteY4" fmla="*/ 15894 h 145988"/>
                  <a:gd name="connsiteX5" fmla="*/ 32992 w 82429"/>
                  <a:gd name="connsiteY5" fmla="*/ 128024 h 145988"/>
                  <a:gd name="connsiteX6" fmla="*/ 10346 w 82429"/>
                  <a:gd name="connsiteY6" fmla="*/ 138138 h 145988"/>
                  <a:gd name="connsiteX7" fmla="*/ 1741 w 82429"/>
                  <a:gd name="connsiteY7" fmla="*/ 138138 h 145988"/>
                  <a:gd name="connsiteX8" fmla="*/ 1741 w 82429"/>
                  <a:gd name="connsiteY8" fmla="*/ 146053 h 145988"/>
                  <a:gd name="connsiteX9" fmla="*/ 42050 w 82429"/>
                  <a:gd name="connsiteY9" fmla="*/ 145173 h 145988"/>
                  <a:gd name="connsiteX10" fmla="*/ 82586 w 82429"/>
                  <a:gd name="connsiteY10" fmla="*/ 146053 h 145988"/>
                  <a:gd name="connsiteX11" fmla="*/ 82586 w 82429"/>
                  <a:gd name="connsiteY11" fmla="*/ 138138 h 145988"/>
                  <a:gd name="connsiteX12" fmla="*/ 73980 w 82429"/>
                  <a:gd name="connsiteY12" fmla="*/ 138138 h 145988"/>
                  <a:gd name="connsiteX13" fmla="*/ 51335 w 82429"/>
                  <a:gd name="connsiteY13" fmla="*/ 128024 h 145988"/>
                  <a:gd name="connsiteX14" fmla="*/ 51335 w 82429"/>
                  <a:gd name="connsiteY14" fmla="*/ 6220 h 14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429" h="145988">
                    <a:moveTo>
                      <a:pt x="51335" y="6220"/>
                    </a:moveTo>
                    <a:cubicBezTo>
                      <a:pt x="51335" y="284"/>
                      <a:pt x="50882" y="64"/>
                      <a:pt x="44541" y="64"/>
                    </a:cubicBezTo>
                    <a:cubicBezTo>
                      <a:pt x="30048" y="13916"/>
                      <a:pt x="9440" y="14135"/>
                      <a:pt x="156" y="14135"/>
                    </a:cubicBezTo>
                    <a:lnTo>
                      <a:pt x="156" y="22051"/>
                    </a:lnTo>
                    <a:cubicBezTo>
                      <a:pt x="5591" y="22051"/>
                      <a:pt x="20537" y="22051"/>
                      <a:pt x="32992" y="15894"/>
                    </a:cubicBezTo>
                    <a:lnTo>
                      <a:pt x="32992" y="128024"/>
                    </a:lnTo>
                    <a:cubicBezTo>
                      <a:pt x="32992" y="135280"/>
                      <a:pt x="32992" y="138138"/>
                      <a:pt x="10346" y="138138"/>
                    </a:cubicBezTo>
                    <a:lnTo>
                      <a:pt x="1741" y="138138"/>
                    </a:lnTo>
                    <a:lnTo>
                      <a:pt x="1741" y="146053"/>
                    </a:lnTo>
                    <a:cubicBezTo>
                      <a:pt x="5817" y="145833"/>
                      <a:pt x="33671" y="145173"/>
                      <a:pt x="42050" y="145173"/>
                    </a:cubicBezTo>
                    <a:cubicBezTo>
                      <a:pt x="49070" y="145173"/>
                      <a:pt x="77603" y="145833"/>
                      <a:pt x="82586" y="146053"/>
                    </a:cubicBezTo>
                    <a:lnTo>
                      <a:pt x="82586" y="138138"/>
                    </a:lnTo>
                    <a:lnTo>
                      <a:pt x="73980" y="138138"/>
                    </a:lnTo>
                    <a:cubicBezTo>
                      <a:pt x="51335" y="138138"/>
                      <a:pt x="51335" y="135280"/>
                      <a:pt x="51335" y="128024"/>
                    </a:cubicBezTo>
                    <a:lnTo>
                      <a:pt x="51335" y="6220"/>
                    </a:lnTo>
                    <a:close/>
                  </a:path>
                </a:pathLst>
              </a:custGeom>
              <a:grpFill/>
              <a:ln w="22911"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9E6ABC79-C912-4B61-AB53-335C2288A3AF}"/>
                  </a:ext>
                </a:extLst>
              </p:cNvPr>
              <p:cNvSpPr/>
              <p:nvPr>
                <p:custDataLst>
                  <p:tags r:id="rId88"/>
                </p:custDataLst>
              </p:nvPr>
            </p:nvSpPr>
            <p:spPr>
              <a:xfrm>
                <a:off x="6968901" y="4416461"/>
                <a:ext cx="161106" cy="142282"/>
              </a:xfrm>
              <a:custGeom>
                <a:avLst/>
                <a:gdLst>
                  <a:gd name="connsiteX0" fmla="*/ 98830 w 161106"/>
                  <a:gd name="connsiteY0" fmla="*/ 44035 h 142282"/>
                  <a:gd name="connsiteX1" fmla="*/ 130857 w 161106"/>
                  <a:gd name="connsiteY1" fmla="*/ 6973 h 142282"/>
                  <a:gd name="connsiteX2" fmla="*/ 147033 w 161106"/>
                  <a:gd name="connsiteY2" fmla="*/ 11056 h 142282"/>
                  <a:gd name="connsiteX3" fmla="*/ 131504 w 161106"/>
                  <a:gd name="connsiteY3" fmla="*/ 28017 h 142282"/>
                  <a:gd name="connsiteX4" fmla="*/ 143798 w 161106"/>
                  <a:gd name="connsiteY4" fmla="*/ 39010 h 142282"/>
                  <a:gd name="connsiteX5" fmla="*/ 161267 w 161106"/>
                  <a:gd name="connsiteY5" fmla="*/ 20793 h 142282"/>
                  <a:gd name="connsiteX6" fmla="*/ 131181 w 161106"/>
                  <a:gd name="connsiteY6" fmla="*/ 63 h 142282"/>
                  <a:gd name="connsiteX7" fmla="*/ 97213 w 161106"/>
                  <a:gd name="connsiteY7" fmla="*/ 23934 h 142282"/>
                  <a:gd name="connsiteX8" fmla="*/ 62274 w 161106"/>
                  <a:gd name="connsiteY8" fmla="*/ 63 h 142282"/>
                  <a:gd name="connsiteX9" fmla="*/ 10189 w 161106"/>
                  <a:gd name="connsiteY9" fmla="*/ 48433 h 142282"/>
                  <a:gd name="connsiteX10" fmla="*/ 14071 w 161106"/>
                  <a:gd name="connsiteY10" fmla="*/ 51573 h 142282"/>
                  <a:gd name="connsiteX11" fmla="*/ 18277 w 161106"/>
                  <a:gd name="connsiteY11" fmla="*/ 48118 h 142282"/>
                  <a:gd name="connsiteX12" fmla="*/ 61627 w 161106"/>
                  <a:gd name="connsiteY12" fmla="*/ 6973 h 142282"/>
                  <a:gd name="connsiteX13" fmla="*/ 79096 w 161106"/>
                  <a:gd name="connsiteY13" fmla="*/ 28017 h 142282"/>
                  <a:gd name="connsiteX14" fmla="*/ 61627 w 161106"/>
                  <a:gd name="connsiteY14" fmla="*/ 102770 h 142282"/>
                  <a:gd name="connsiteX15" fmla="*/ 30893 w 161106"/>
                  <a:gd name="connsiteY15" fmla="*/ 135435 h 142282"/>
                  <a:gd name="connsiteX16" fmla="*/ 14718 w 161106"/>
                  <a:gd name="connsiteY16" fmla="*/ 131352 h 142282"/>
                  <a:gd name="connsiteX17" fmla="*/ 29923 w 161106"/>
                  <a:gd name="connsiteY17" fmla="*/ 114391 h 142282"/>
                  <a:gd name="connsiteX18" fmla="*/ 17953 w 161106"/>
                  <a:gd name="connsiteY18" fmla="*/ 103398 h 142282"/>
                  <a:gd name="connsiteX19" fmla="*/ 160 w 161106"/>
                  <a:gd name="connsiteY19" fmla="*/ 121615 h 142282"/>
                  <a:gd name="connsiteX20" fmla="*/ 30570 w 161106"/>
                  <a:gd name="connsiteY20" fmla="*/ 142345 h 142282"/>
                  <a:gd name="connsiteX21" fmla="*/ 64538 w 161106"/>
                  <a:gd name="connsiteY21" fmla="*/ 118474 h 142282"/>
                  <a:gd name="connsiteX22" fmla="*/ 99477 w 161106"/>
                  <a:gd name="connsiteY22" fmla="*/ 142345 h 142282"/>
                  <a:gd name="connsiteX23" fmla="*/ 151238 w 161106"/>
                  <a:gd name="connsiteY23" fmla="*/ 93975 h 142282"/>
                  <a:gd name="connsiteX24" fmla="*/ 147356 w 161106"/>
                  <a:gd name="connsiteY24" fmla="*/ 90835 h 142282"/>
                  <a:gd name="connsiteX25" fmla="*/ 143151 w 161106"/>
                  <a:gd name="connsiteY25" fmla="*/ 94290 h 142282"/>
                  <a:gd name="connsiteX26" fmla="*/ 100124 w 161106"/>
                  <a:gd name="connsiteY26" fmla="*/ 135435 h 142282"/>
                  <a:gd name="connsiteX27" fmla="*/ 82331 w 161106"/>
                  <a:gd name="connsiteY27" fmla="*/ 114705 h 142282"/>
                  <a:gd name="connsiteX28" fmla="*/ 87831 w 161106"/>
                  <a:gd name="connsiteY28" fmla="*/ 87065 h 142282"/>
                  <a:gd name="connsiteX29" fmla="*/ 98830 w 16110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106" h="142282">
                    <a:moveTo>
                      <a:pt x="98830" y="44035"/>
                    </a:moveTo>
                    <a:cubicBezTo>
                      <a:pt x="100771" y="35869"/>
                      <a:pt x="108212" y="6973"/>
                      <a:pt x="130857" y="6973"/>
                    </a:cubicBezTo>
                    <a:cubicBezTo>
                      <a:pt x="132475" y="6973"/>
                      <a:pt x="140239" y="6973"/>
                      <a:pt x="147033" y="11056"/>
                    </a:cubicBezTo>
                    <a:cubicBezTo>
                      <a:pt x="137974" y="12626"/>
                      <a:pt x="131504" y="20479"/>
                      <a:pt x="131504" y="28017"/>
                    </a:cubicBezTo>
                    <a:cubicBezTo>
                      <a:pt x="131504" y="33042"/>
                      <a:pt x="135063" y="39010"/>
                      <a:pt x="143798" y="39010"/>
                    </a:cubicBezTo>
                    <a:cubicBezTo>
                      <a:pt x="150915" y="39010"/>
                      <a:pt x="161267" y="33356"/>
                      <a:pt x="161267" y="20793"/>
                    </a:cubicBezTo>
                    <a:cubicBezTo>
                      <a:pt x="161267" y="4460"/>
                      <a:pt x="142180" y="63"/>
                      <a:pt x="131181" y="63"/>
                    </a:cubicBezTo>
                    <a:cubicBezTo>
                      <a:pt x="112417" y="63"/>
                      <a:pt x="101095" y="16709"/>
                      <a:pt x="97213" y="23934"/>
                    </a:cubicBezTo>
                    <a:cubicBezTo>
                      <a:pt x="89125" y="3204"/>
                      <a:pt x="71655" y="63"/>
                      <a:pt x="62274" y="63"/>
                    </a:cubicBezTo>
                    <a:cubicBezTo>
                      <a:pt x="28629" y="63"/>
                      <a:pt x="10189" y="40580"/>
                      <a:pt x="10189" y="48433"/>
                    </a:cubicBezTo>
                    <a:cubicBezTo>
                      <a:pt x="10189" y="51573"/>
                      <a:pt x="13424" y="51573"/>
                      <a:pt x="14071" y="51573"/>
                    </a:cubicBezTo>
                    <a:cubicBezTo>
                      <a:pt x="16659" y="51573"/>
                      <a:pt x="17630" y="50945"/>
                      <a:pt x="18277" y="48118"/>
                    </a:cubicBezTo>
                    <a:cubicBezTo>
                      <a:pt x="29276" y="14825"/>
                      <a:pt x="50627" y="6973"/>
                      <a:pt x="61627" y="6973"/>
                    </a:cubicBezTo>
                    <a:cubicBezTo>
                      <a:pt x="67773" y="6973"/>
                      <a:pt x="79096" y="9800"/>
                      <a:pt x="79096" y="28017"/>
                    </a:cubicBezTo>
                    <a:cubicBezTo>
                      <a:pt x="79096" y="37753"/>
                      <a:pt x="73596" y="58797"/>
                      <a:pt x="61627" y="102770"/>
                    </a:cubicBezTo>
                    <a:cubicBezTo>
                      <a:pt x="56451" y="122243"/>
                      <a:pt x="45128" y="135435"/>
                      <a:pt x="30893" y="135435"/>
                    </a:cubicBezTo>
                    <a:cubicBezTo>
                      <a:pt x="28952" y="135435"/>
                      <a:pt x="21512" y="135435"/>
                      <a:pt x="14718" y="131352"/>
                    </a:cubicBezTo>
                    <a:cubicBezTo>
                      <a:pt x="22806" y="129782"/>
                      <a:pt x="29923" y="123186"/>
                      <a:pt x="29923" y="114391"/>
                    </a:cubicBezTo>
                    <a:cubicBezTo>
                      <a:pt x="29923" y="105911"/>
                      <a:pt x="22806" y="103398"/>
                      <a:pt x="17953" y="103398"/>
                    </a:cubicBezTo>
                    <a:cubicBezTo>
                      <a:pt x="8248" y="103398"/>
                      <a:pt x="160" y="111564"/>
                      <a:pt x="160" y="121615"/>
                    </a:cubicBezTo>
                    <a:cubicBezTo>
                      <a:pt x="160" y="136063"/>
                      <a:pt x="16336" y="142345"/>
                      <a:pt x="30570" y="142345"/>
                    </a:cubicBezTo>
                    <a:cubicBezTo>
                      <a:pt x="51921" y="142345"/>
                      <a:pt x="63568" y="120359"/>
                      <a:pt x="64538" y="118474"/>
                    </a:cubicBezTo>
                    <a:cubicBezTo>
                      <a:pt x="68420" y="130096"/>
                      <a:pt x="80067" y="142345"/>
                      <a:pt x="99477" y="142345"/>
                    </a:cubicBezTo>
                    <a:cubicBezTo>
                      <a:pt x="132798" y="142345"/>
                      <a:pt x="151238" y="101828"/>
                      <a:pt x="151238" y="93975"/>
                    </a:cubicBezTo>
                    <a:cubicBezTo>
                      <a:pt x="151238" y="90835"/>
                      <a:pt x="148327" y="90835"/>
                      <a:pt x="147356" y="90835"/>
                    </a:cubicBezTo>
                    <a:cubicBezTo>
                      <a:pt x="144445" y="90835"/>
                      <a:pt x="143798" y="92091"/>
                      <a:pt x="143151" y="94290"/>
                    </a:cubicBezTo>
                    <a:cubicBezTo>
                      <a:pt x="132475" y="127897"/>
                      <a:pt x="110476" y="135435"/>
                      <a:pt x="100124" y="135435"/>
                    </a:cubicBezTo>
                    <a:cubicBezTo>
                      <a:pt x="87507" y="135435"/>
                      <a:pt x="82331" y="125384"/>
                      <a:pt x="82331" y="114705"/>
                    </a:cubicBezTo>
                    <a:cubicBezTo>
                      <a:pt x="82331" y="107795"/>
                      <a:pt x="84272" y="100885"/>
                      <a:pt x="87831" y="87065"/>
                    </a:cubicBezTo>
                    <a:lnTo>
                      <a:pt x="98830" y="44035"/>
                    </a:lnTo>
                    <a:close/>
                  </a:path>
                </a:pathLst>
              </a:custGeom>
              <a:grpFill/>
              <a:ln w="22911"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20D871D7-5F9E-999B-91FE-9E76403DC5AD}"/>
                  </a:ext>
                </a:extLst>
              </p:cNvPr>
              <p:cNvSpPr/>
              <p:nvPr>
                <p:custDataLst>
                  <p:tags r:id="rId89"/>
                </p:custDataLst>
              </p:nvPr>
            </p:nvSpPr>
            <p:spPr>
              <a:xfrm>
                <a:off x="7234419" y="4372174"/>
                <a:ext cx="215132" cy="209183"/>
              </a:xfrm>
              <a:custGeom>
                <a:avLst/>
                <a:gdLst>
                  <a:gd name="connsiteX0" fmla="*/ 114366 w 215132"/>
                  <a:gd name="connsiteY0" fmla="*/ 110936 h 209183"/>
                  <a:gd name="connsiteX1" fmla="*/ 204625 w 215132"/>
                  <a:gd name="connsiteY1" fmla="*/ 110936 h 209183"/>
                  <a:gd name="connsiteX2" fmla="*/ 215301 w 215132"/>
                  <a:gd name="connsiteY2" fmla="*/ 104654 h 209183"/>
                  <a:gd name="connsiteX3" fmla="*/ 204625 w 215132"/>
                  <a:gd name="connsiteY3" fmla="*/ 98373 h 209183"/>
                  <a:gd name="connsiteX4" fmla="*/ 114366 w 215132"/>
                  <a:gd name="connsiteY4" fmla="*/ 98373 h 209183"/>
                  <a:gd name="connsiteX5" fmla="*/ 114366 w 215132"/>
                  <a:gd name="connsiteY5" fmla="*/ 10428 h 209183"/>
                  <a:gd name="connsiteX6" fmla="*/ 107896 w 215132"/>
                  <a:gd name="connsiteY6" fmla="*/ 63 h 209183"/>
                  <a:gd name="connsiteX7" fmla="*/ 101426 w 215132"/>
                  <a:gd name="connsiteY7" fmla="*/ 10428 h 209183"/>
                  <a:gd name="connsiteX8" fmla="*/ 101426 w 215132"/>
                  <a:gd name="connsiteY8" fmla="*/ 98373 h 209183"/>
                  <a:gd name="connsiteX9" fmla="*/ 10844 w 215132"/>
                  <a:gd name="connsiteY9" fmla="*/ 98373 h 209183"/>
                  <a:gd name="connsiteX10" fmla="*/ 168 w 215132"/>
                  <a:gd name="connsiteY10" fmla="*/ 104654 h 209183"/>
                  <a:gd name="connsiteX11" fmla="*/ 10844 w 215132"/>
                  <a:gd name="connsiteY11" fmla="*/ 110936 h 209183"/>
                  <a:gd name="connsiteX12" fmla="*/ 101426 w 215132"/>
                  <a:gd name="connsiteY12" fmla="*/ 110936 h 209183"/>
                  <a:gd name="connsiteX13" fmla="*/ 101426 w 215132"/>
                  <a:gd name="connsiteY13" fmla="*/ 198881 h 209183"/>
                  <a:gd name="connsiteX14" fmla="*/ 107896 w 215132"/>
                  <a:gd name="connsiteY14" fmla="*/ 209246 h 209183"/>
                  <a:gd name="connsiteX15" fmla="*/ 114366 w 215132"/>
                  <a:gd name="connsiteY15" fmla="*/ 198881 h 209183"/>
                  <a:gd name="connsiteX16" fmla="*/ 114366 w 215132"/>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5132" h="209183">
                    <a:moveTo>
                      <a:pt x="114366" y="110936"/>
                    </a:moveTo>
                    <a:lnTo>
                      <a:pt x="204625" y="110936"/>
                    </a:lnTo>
                    <a:cubicBezTo>
                      <a:pt x="209154" y="110936"/>
                      <a:pt x="215301" y="110936"/>
                      <a:pt x="215301" y="104654"/>
                    </a:cubicBezTo>
                    <a:cubicBezTo>
                      <a:pt x="215301" y="98373"/>
                      <a:pt x="209154" y="98373"/>
                      <a:pt x="204625" y="98373"/>
                    </a:cubicBezTo>
                    <a:lnTo>
                      <a:pt x="114366" y="98373"/>
                    </a:lnTo>
                    <a:lnTo>
                      <a:pt x="114366" y="10428"/>
                    </a:lnTo>
                    <a:cubicBezTo>
                      <a:pt x="114366" y="6030"/>
                      <a:pt x="114366" y="63"/>
                      <a:pt x="107896" y="63"/>
                    </a:cubicBezTo>
                    <a:cubicBezTo>
                      <a:pt x="101426" y="63"/>
                      <a:pt x="101426" y="6030"/>
                      <a:pt x="101426" y="10428"/>
                    </a:cubicBezTo>
                    <a:lnTo>
                      <a:pt x="101426" y="98373"/>
                    </a:lnTo>
                    <a:lnTo>
                      <a:pt x="10844" y="98373"/>
                    </a:lnTo>
                    <a:cubicBezTo>
                      <a:pt x="6315" y="98373"/>
                      <a:pt x="168" y="98373"/>
                      <a:pt x="168" y="104654"/>
                    </a:cubicBezTo>
                    <a:cubicBezTo>
                      <a:pt x="168" y="110936"/>
                      <a:pt x="6315" y="110936"/>
                      <a:pt x="10844" y="110936"/>
                    </a:cubicBezTo>
                    <a:lnTo>
                      <a:pt x="101426" y="110936"/>
                    </a:lnTo>
                    <a:lnTo>
                      <a:pt x="101426" y="198881"/>
                    </a:lnTo>
                    <a:cubicBezTo>
                      <a:pt x="101426" y="203278"/>
                      <a:pt x="101426" y="209246"/>
                      <a:pt x="107896" y="209246"/>
                    </a:cubicBezTo>
                    <a:cubicBezTo>
                      <a:pt x="114366" y="209246"/>
                      <a:pt x="114366" y="203278"/>
                      <a:pt x="114366" y="198881"/>
                    </a:cubicBezTo>
                    <a:lnTo>
                      <a:pt x="114366" y="110936"/>
                    </a:lnTo>
                    <a:close/>
                  </a:path>
                </a:pathLst>
              </a:custGeom>
              <a:grpFill/>
              <a:ln w="22911"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E2D9C9FC-25BA-9D4D-2900-85A992931D72}"/>
                  </a:ext>
                </a:extLst>
              </p:cNvPr>
              <p:cNvSpPr/>
              <p:nvPr>
                <p:custDataLst>
                  <p:tags r:id="rId90"/>
                </p:custDataLst>
              </p:nvPr>
            </p:nvSpPr>
            <p:spPr>
              <a:xfrm>
                <a:off x="7549191" y="4416461"/>
                <a:ext cx="166282" cy="142282"/>
              </a:xfrm>
              <a:custGeom>
                <a:avLst/>
                <a:gdLst>
                  <a:gd name="connsiteX0" fmla="*/ 104024 w 166282"/>
                  <a:gd name="connsiteY0" fmla="*/ 121301 h 142282"/>
                  <a:gd name="connsiteX1" fmla="*/ 132816 w 166282"/>
                  <a:gd name="connsiteY1" fmla="*/ 142345 h 142282"/>
                  <a:gd name="connsiteX2" fmla="*/ 156756 w 166282"/>
                  <a:gd name="connsiteY2" fmla="*/ 125070 h 142282"/>
                  <a:gd name="connsiteX3" fmla="*/ 166461 w 166282"/>
                  <a:gd name="connsiteY3" fmla="*/ 93975 h 142282"/>
                  <a:gd name="connsiteX4" fmla="*/ 162579 w 166282"/>
                  <a:gd name="connsiteY4" fmla="*/ 90835 h 142282"/>
                  <a:gd name="connsiteX5" fmla="*/ 158050 w 166282"/>
                  <a:gd name="connsiteY5" fmla="*/ 96488 h 142282"/>
                  <a:gd name="connsiteX6" fmla="*/ 133787 w 166282"/>
                  <a:gd name="connsiteY6" fmla="*/ 135435 h 142282"/>
                  <a:gd name="connsiteX7" fmla="*/ 123758 w 166282"/>
                  <a:gd name="connsiteY7" fmla="*/ 120987 h 142282"/>
                  <a:gd name="connsiteX8" fmla="*/ 130228 w 166282"/>
                  <a:gd name="connsiteY8" fmla="*/ 88322 h 142282"/>
                  <a:gd name="connsiteX9" fmla="*/ 139286 w 166282"/>
                  <a:gd name="connsiteY9" fmla="*/ 54400 h 142282"/>
                  <a:gd name="connsiteX10" fmla="*/ 144786 w 166282"/>
                  <a:gd name="connsiteY10" fmla="*/ 33042 h 142282"/>
                  <a:gd name="connsiteX11" fmla="*/ 149639 w 166282"/>
                  <a:gd name="connsiteY11" fmla="*/ 11998 h 142282"/>
                  <a:gd name="connsiteX12" fmla="*/ 140257 w 166282"/>
                  <a:gd name="connsiteY12" fmla="*/ 3518 h 142282"/>
                  <a:gd name="connsiteX13" fmla="*/ 127640 w 166282"/>
                  <a:gd name="connsiteY13" fmla="*/ 14511 h 142282"/>
                  <a:gd name="connsiteX14" fmla="*/ 103377 w 166282"/>
                  <a:gd name="connsiteY14" fmla="*/ 109052 h 142282"/>
                  <a:gd name="connsiteX15" fmla="*/ 66497 w 166282"/>
                  <a:gd name="connsiteY15" fmla="*/ 135435 h 142282"/>
                  <a:gd name="connsiteX16" fmla="*/ 46440 w 166282"/>
                  <a:gd name="connsiteY16" fmla="*/ 109680 h 142282"/>
                  <a:gd name="connsiteX17" fmla="*/ 63909 w 166282"/>
                  <a:gd name="connsiteY17" fmla="*/ 45606 h 142282"/>
                  <a:gd name="connsiteX18" fmla="*/ 69409 w 166282"/>
                  <a:gd name="connsiteY18" fmla="*/ 25818 h 142282"/>
                  <a:gd name="connsiteX19" fmla="*/ 42881 w 166282"/>
                  <a:gd name="connsiteY19" fmla="*/ 63 h 142282"/>
                  <a:gd name="connsiteX20" fmla="*/ 178 w 166282"/>
                  <a:gd name="connsiteY20" fmla="*/ 48433 h 142282"/>
                  <a:gd name="connsiteX21" fmla="*/ 4060 w 166282"/>
                  <a:gd name="connsiteY21" fmla="*/ 51573 h 142282"/>
                  <a:gd name="connsiteX22" fmla="*/ 9236 w 166282"/>
                  <a:gd name="connsiteY22" fmla="*/ 45920 h 142282"/>
                  <a:gd name="connsiteX23" fmla="*/ 41911 w 166282"/>
                  <a:gd name="connsiteY23" fmla="*/ 6973 h 142282"/>
                  <a:gd name="connsiteX24" fmla="*/ 49998 w 166282"/>
                  <a:gd name="connsiteY24" fmla="*/ 17338 h 142282"/>
                  <a:gd name="connsiteX25" fmla="*/ 44499 w 166282"/>
                  <a:gd name="connsiteY25" fmla="*/ 38696 h 142282"/>
                  <a:gd name="connsiteX26" fmla="*/ 25735 w 166282"/>
                  <a:gd name="connsiteY26" fmla="*/ 104654 h 142282"/>
                  <a:gd name="connsiteX27" fmla="*/ 65527 w 166282"/>
                  <a:gd name="connsiteY27" fmla="*/ 142345 h 142282"/>
                  <a:gd name="connsiteX28" fmla="*/ 104024 w 166282"/>
                  <a:gd name="connsiteY28" fmla="*/ 121301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282" h="142282">
                    <a:moveTo>
                      <a:pt x="104024" y="121301"/>
                    </a:moveTo>
                    <a:cubicBezTo>
                      <a:pt x="107583" y="134179"/>
                      <a:pt x="118905" y="142345"/>
                      <a:pt x="132816" y="142345"/>
                    </a:cubicBezTo>
                    <a:cubicBezTo>
                      <a:pt x="144139" y="142345"/>
                      <a:pt x="151580" y="135121"/>
                      <a:pt x="156756" y="125070"/>
                    </a:cubicBezTo>
                    <a:cubicBezTo>
                      <a:pt x="162255" y="113763"/>
                      <a:pt x="166461" y="94604"/>
                      <a:pt x="166461" y="93975"/>
                    </a:cubicBezTo>
                    <a:cubicBezTo>
                      <a:pt x="166461" y="90835"/>
                      <a:pt x="163549" y="90835"/>
                      <a:pt x="162579" y="90835"/>
                    </a:cubicBezTo>
                    <a:cubicBezTo>
                      <a:pt x="159344" y="90835"/>
                      <a:pt x="159020" y="92091"/>
                      <a:pt x="158050" y="96488"/>
                    </a:cubicBezTo>
                    <a:cubicBezTo>
                      <a:pt x="153521" y="114077"/>
                      <a:pt x="147374" y="135435"/>
                      <a:pt x="133787" y="135435"/>
                    </a:cubicBezTo>
                    <a:cubicBezTo>
                      <a:pt x="126993" y="135435"/>
                      <a:pt x="123758" y="131352"/>
                      <a:pt x="123758" y="120987"/>
                    </a:cubicBezTo>
                    <a:cubicBezTo>
                      <a:pt x="123758" y="114077"/>
                      <a:pt x="127640" y="99315"/>
                      <a:pt x="130228" y="88322"/>
                    </a:cubicBezTo>
                    <a:lnTo>
                      <a:pt x="139286" y="54400"/>
                    </a:lnTo>
                    <a:cubicBezTo>
                      <a:pt x="140257" y="49689"/>
                      <a:pt x="143492" y="37753"/>
                      <a:pt x="144786" y="33042"/>
                    </a:cubicBezTo>
                    <a:cubicBezTo>
                      <a:pt x="146404" y="25818"/>
                      <a:pt x="149639" y="13883"/>
                      <a:pt x="149639" y="11998"/>
                    </a:cubicBezTo>
                    <a:cubicBezTo>
                      <a:pt x="149639" y="6345"/>
                      <a:pt x="145109" y="3518"/>
                      <a:pt x="140257" y="3518"/>
                    </a:cubicBezTo>
                    <a:cubicBezTo>
                      <a:pt x="138639" y="3518"/>
                      <a:pt x="130228" y="3832"/>
                      <a:pt x="127640" y="14511"/>
                    </a:cubicBezTo>
                    <a:cubicBezTo>
                      <a:pt x="121493" y="37439"/>
                      <a:pt x="107259" y="92405"/>
                      <a:pt x="103377" y="109052"/>
                    </a:cubicBezTo>
                    <a:cubicBezTo>
                      <a:pt x="103053" y="110308"/>
                      <a:pt x="90113" y="135435"/>
                      <a:pt x="66497" y="135435"/>
                    </a:cubicBezTo>
                    <a:cubicBezTo>
                      <a:pt x="49675" y="135435"/>
                      <a:pt x="46440" y="121301"/>
                      <a:pt x="46440" y="109680"/>
                    </a:cubicBezTo>
                    <a:cubicBezTo>
                      <a:pt x="46440" y="92091"/>
                      <a:pt x="55498" y="67278"/>
                      <a:pt x="63909" y="45606"/>
                    </a:cubicBezTo>
                    <a:cubicBezTo>
                      <a:pt x="67791" y="36183"/>
                      <a:pt x="69409" y="31786"/>
                      <a:pt x="69409" y="25818"/>
                    </a:cubicBezTo>
                    <a:cubicBezTo>
                      <a:pt x="69409" y="11684"/>
                      <a:pt x="59056" y="63"/>
                      <a:pt x="42881" y="63"/>
                    </a:cubicBezTo>
                    <a:cubicBezTo>
                      <a:pt x="12148" y="63"/>
                      <a:pt x="178" y="45606"/>
                      <a:pt x="178" y="48433"/>
                    </a:cubicBezTo>
                    <a:cubicBezTo>
                      <a:pt x="178" y="51573"/>
                      <a:pt x="3413" y="51573"/>
                      <a:pt x="4060" y="51573"/>
                    </a:cubicBezTo>
                    <a:cubicBezTo>
                      <a:pt x="7295" y="51573"/>
                      <a:pt x="7619" y="50945"/>
                      <a:pt x="9236" y="45920"/>
                    </a:cubicBezTo>
                    <a:cubicBezTo>
                      <a:pt x="17324" y="18594"/>
                      <a:pt x="29617" y="6973"/>
                      <a:pt x="41911" y="6973"/>
                    </a:cubicBezTo>
                    <a:cubicBezTo>
                      <a:pt x="44822" y="6973"/>
                      <a:pt x="49998" y="7287"/>
                      <a:pt x="49998" y="17338"/>
                    </a:cubicBezTo>
                    <a:cubicBezTo>
                      <a:pt x="49998" y="24876"/>
                      <a:pt x="46440" y="33984"/>
                      <a:pt x="44499" y="38696"/>
                    </a:cubicBezTo>
                    <a:cubicBezTo>
                      <a:pt x="32529" y="69791"/>
                      <a:pt x="25735" y="89264"/>
                      <a:pt x="25735" y="104654"/>
                    </a:cubicBezTo>
                    <a:cubicBezTo>
                      <a:pt x="25735" y="134493"/>
                      <a:pt x="48057" y="142345"/>
                      <a:pt x="65527" y="142345"/>
                    </a:cubicBezTo>
                    <a:cubicBezTo>
                      <a:pt x="86878" y="142345"/>
                      <a:pt x="98524" y="128211"/>
                      <a:pt x="104024" y="121301"/>
                    </a:cubicBezTo>
                    <a:close/>
                  </a:path>
                </a:pathLst>
              </a:custGeom>
              <a:grpFill/>
              <a:ln w="22911"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1E6AEF53-9326-7512-D728-D6395A12A18E}"/>
                  </a:ext>
                </a:extLst>
              </p:cNvPr>
              <p:cNvSpPr/>
              <p:nvPr>
                <p:custDataLst>
                  <p:tags r:id="rId91"/>
                </p:custDataLst>
              </p:nvPr>
            </p:nvSpPr>
            <p:spPr>
              <a:xfrm>
                <a:off x="7763501" y="4319721"/>
                <a:ext cx="12940" cy="314089"/>
              </a:xfrm>
              <a:custGeom>
                <a:avLst/>
                <a:gdLst>
                  <a:gd name="connsiteX0" fmla="*/ 13124 w 12940"/>
                  <a:gd name="connsiteY0" fmla="*/ 11370 h 314089"/>
                  <a:gd name="connsiteX1" fmla="*/ 6654 w 12940"/>
                  <a:gd name="connsiteY1" fmla="*/ 63 h 314089"/>
                  <a:gd name="connsiteX2" fmla="*/ 184 w 12940"/>
                  <a:gd name="connsiteY2" fmla="*/ 11370 h 314089"/>
                  <a:gd name="connsiteX3" fmla="*/ 184 w 12940"/>
                  <a:gd name="connsiteY3" fmla="*/ 302845 h 314089"/>
                  <a:gd name="connsiteX4" fmla="*/ 6654 w 12940"/>
                  <a:gd name="connsiteY4" fmla="*/ 314152 h 314089"/>
                  <a:gd name="connsiteX5" fmla="*/ 13124 w 12940"/>
                  <a:gd name="connsiteY5" fmla="*/ 302845 h 314089"/>
                  <a:gd name="connsiteX6" fmla="*/ 13124 w 12940"/>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0" h="314089">
                    <a:moveTo>
                      <a:pt x="13124" y="11370"/>
                    </a:moveTo>
                    <a:cubicBezTo>
                      <a:pt x="13124" y="5716"/>
                      <a:pt x="13124" y="63"/>
                      <a:pt x="6654" y="63"/>
                    </a:cubicBezTo>
                    <a:cubicBezTo>
                      <a:pt x="184" y="63"/>
                      <a:pt x="184" y="5716"/>
                      <a:pt x="184" y="11370"/>
                    </a:cubicBezTo>
                    <a:lnTo>
                      <a:pt x="184" y="302845"/>
                    </a:lnTo>
                    <a:cubicBezTo>
                      <a:pt x="184" y="308498"/>
                      <a:pt x="184" y="314152"/>
                      <a:pt x="6654" y="314152"/>
                    </a:cubicBezTo>
                    <a:cubicBezTo>
                      <a:pt x="13124" y="314152"/>
                      <a:pt x="13124" y="308498"/>
                      <a:pt x="13124" y="302845"/>
                    </a:cubicBezTo>
                    <a:lnTo>
                      <a:pt x="13124" y="11370"/>
                    </a:lnTo>
                    <a:close/>
                  </a:path>
                </a:pathLst>
              </a:custGeom>
              <a:grpFill/>
              <a:ln w="22911" cap="flat">
                <a:no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6A937BDD-D5C7-082B-57DA-1B096126B9A7}"/>
                  </a:ext>
                </a:extLst>
              </p:cNvPr>
              <p:cNvSpPr/>
              <p:nvPr>
                <p:custDataLst>
                  <p:tags r:id="rId92"/>
                </p:custDataLst>
              </p:nvPr>
            </p:nvSpPr>
            <p:spPr>
              <a:xfrm>
                <a:off x="7824249" y="4416461"/>
                <a:ext cx="161106" cy="142282"/>
              </a:xfrm>
              <a:custGeom>
                <a:avLst/>
                <a:gdLst>
                  <a:gd name="connsiteX0" fmla="*/ 98856 w 161106"/>
                  <a:gd name="connsiteY0" fmla="*/ 44035 h 142282"/>
                  <a:gd name="connsiteX1" fmla="*/ 130884 w 161106"/>
                  <a:gd name="connsiteY1" fmla="*/ 6973 h 142282"/>
                  <a:gd name="connsiteX2" fmla="*/ 147059 w 161106"/>
                  <a:gd name="connsiteY2" fmla="*/ 11056 h 142282"/>
                  <a:gd name="connsiteX3" fmla="*/ 131531 w 161106"/>
                  <a:gd name="connsiteY3" fmla="*/ 28017 h 142282"/>
                  <a:gd name="connsiteX4" fmla="*/ 143824 w 161106"/>
                  <a:gd name="connsiteY4" fmla="*/ 39010 h 142282"/>
                  <a:gd name="connsiteX5" fmla="*/ 161293 w 161106"/>
                  <a:gd name="connsiteY5" fmla="*/ 20793 h 142282"/>
                  <a:gd name="connsiteX6" fmla="*/ 131207 w 161106"/>
                  <a:gd name="connsiteY6" fmla="*/ 63 h 142282"/>
                  <a:gd name="connsiteX7" fmla="*/ 97239 w 161106"/>
                  <a:gd name="connsiteY7" fmla="*/ 23934 h 142282"/>
                  <a:gd name="connsiteX8" fmla="*/ 62300 w 161106"/>
                  <a:gd name="connsiteY8" fmla="*/ 63 h 142282"/>
                  <a:gd name="connsiteX9" fmla="*/ 10215 w 161106"/>
                  <a:gd name="connsiteY9" fmla="*/ 48433 h 142282"/>
                  <a:gd name="connsiteX10" fmla="*/ 14097 w 161106"/>
                  <a:gd name="connsiteY10" fmla="*/ 51573 h 142282"/>
                  <a:gd name="connsiteX11" fmla="*/ 18303 w 161106"/>
                  <a:gd name="connsiteY11" fmla="*/ 48118 h 142282"/>
                  <a:gd name="connsiteX12" fmla="*/ 61653 w 161106"/>
                  <a:gd name="connsiteY12" fmla="*/ 6973 h 142282"/>
                  <a:gd name="connsiteX13" fmla="*/ 79122 w 161106"/>
                  <a:gd name="connsiteY13" fmla="*/ 28017 h 142282"/>
                  <a:gd name="connsiteX14" fmla="*/ 61653 w 161106"/>
                  <a:gd name="connsiteY14" fmla="*/ 102770 h 142282"/>
                  <a:gd name="connsiteX15" fmla="*/ 30920 w 161106"/>
                  <a:gd name="connsiteY15" fmla="*/ 135435 h 142282"/>
                  <a:gd name="connsiteX16" fmla="*/ 14744 w 161106"/>
                  <a:gd name="connsiteY16" fmla="*/ 131352 h 142282"/>
                  <a:gd name="connsiteX17" fmla="*/ 29949 w 161106"/>
                  <a:gd name="connsiteY17" fmla="*/ 114391 h 142282"/>
                  <a:gd name="connsiteX18" fmla="*/ 17979 w 161106"/>
                  <a:gd name="connsiteY18" fmla="*/ 103398 h 142282"/>
                  <a:gd name="connsiteX19" fmla="*/ 187 w 161106"/>
                  <a:gd name="connsiteY19" fmla="*/ 121615 h 142282"/>
                  <a:gd name="connsiteX20" fmla="*/ 30596 w 161106"/>
                  <a:gd name="connsiteY20" fmla="*/ 142345 h 142282"/>
                  <a:gd name="connsiteX21" fmla="*/ 64565 w 161106"/>
                  <a:gd name="connsiteY21" fmla="*/ 118474 h 142282"/>
                  <a:gd name="connsiteX22" fmla="*/ 99503 w 161106"/>
                  <a:gd name="connsiteY22" fmla="*/ 142345 h 142282"/>
                  <a:gd name="connsiteX23" fmla="*/ 151265 w 161106"/>
                  <a:gd name="connsiteY23" fmla="*/ 93975 h 142282"/>
                  <a:gd name="connsiteX24" fmla="*/ 147383 w 161106"/>
                  <a:gd name="connsiteY24" fmla="*/ 90835 h 142282"/>
                  <a:gd name="connsiteX25" fmla="*/ 143177 w 161106"/>
                  <a:gd name="connsiteY25" fmla="*/ 94290 h 142282"/>
                  <a:gd name="connsiteX26" fmla="*/ 100150 w 161106"/>
                  <a:gd name="connsiteY26" fmla="*/ 135435 h 142282"/>
                  <a:gd name="connsiteX27" fmla="*/ 82357 w 161106"/>
                  <a:gd name="connsiteY27" fmla="*/ 114705 h 142282"/>
                  <a:gd name="connsiteX28" fmla="*/ 87857 w 161106"/>
                  <a:gd name="connsiteY28" fmla="*/ 87065 h 142282"/>
                  <a:gd name="connsiteX29" fmla="*/ 98856 w 16110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106" h="142282">
                    <a:moveTo>
                      <a:pt x="98856" y="44035"/>
                    </a:moveTo>
                    <a:cubicBezTo>
                      <a:pt x="100797" y="35869"/>
                      <a:pt x="108238" y="6973"/>
                      <a:pt x="130884" y="6973"/>
                    </a:cubicBezTo>
                    <a:cubicBezTo>
                      <a:pt x="132501" y="6973"/>
                      <a:pt x="140265" y="6973"/>
                      <a:pt x="147059" y="11056"/>
                    </a:cubicBezTo>
                    <a:cubicBezTo>
                      <a:pt x="138001" y="12626"/>
                      <a:pt x="131531" y="20479"/>
                      <a:pt x="131531" y="28017"/>
                    </a:cubicBezTo>
                    <a:cubicBezTo>
                      <a:pt x="131531" y="33042"/>
                      <a:pt x="135089" y="39010"/>
                      <a:pt x="143824" y="39010"/>
                    </a:cubicBezTo>
                    <a:cubicBezTo>
                      <a:pt x="150941" y="39010"/>
                      <a:pt x="161293" y="33356"/>
                      <a:pt x="161293" y="20793"/>
                    </a:cubicBezTo>
                    <a:cubicBezTo>
                      <a:pt x="161293" y="4460"/>
                      <a:pt x="142206" y="63"/>
                      <a:pt x="131207" y="63"/>
                    </a:cubicBezTo>
                    <a:cubicBezTo>
                      <a:pt x="112444" y="63"/>
                      <a:pt x="101121" y="16709"/>
                      <a:pt x="97239" y="23934"/>
                    </a:cubicBezTo>
                    <a:cubicBezTo>
                      <a:pt x="89151" y="3204"/>
                      <a:pt x="71682" y="63"/>
                      <a:pt x="62300" y="63"/>
                    </a:cubicBezTo>
                    <a:cubicBezTo>
                      <a:pt x="28655" y="63"/>
                      <a:pt x="10215" y="40580"/>
                      <a:pt x="10215" y="48433"/>
                    </a:cubicBezTo>
                    <a:cubicBezTo>
                      <a:pt x="10215" y="51573"/>
                      <a:pt x="13450" y="51573"/>
                      <a:pt x="14097" y="51573"/>
                    </a:cubicBezTo>
                    <a:cubicBezTo>
                      <a:pt x="16685" y="51573"/>
                      <a:pt x="17656" y="50945"/>
                      <a:pt x="18303" y="48118"/>
                    </a:cubicBezTo>
                    <a:cubicBezTo>
                      <a:pt x="29302" y="14825"/>
                      <a:pt x="50654" y="6973"/>
                      <a:pt x="61653" y="6973"/>
                    </a:cubicBezTo>
                    <a:cubicBezTo>
                      <a:pt x="67800" y="6973"/>
                      <a:pt x="79122" y="9800"/>
                      <a:pt x="79122" y="28017"/>
                    </a:cubicBezTo>
                    <a:cubicBezTo>
                      <a:pt x="79122" y="37753"/>
                      <a:pt x="73623" y="58797"/>
                      <a:pt x="61653" y="102770"/>
                    </a:cubicBezTo>
                    <a:cubicBezTo>
                      <a:pt x="56477" y="122243"/>
                      <a:pt x="45154" y="135435"/>
                      <a:pt x="30920" y="135435"/>
                    </a:cubicBezTo>
                    <a:cubicBezTo>
                      <a:pt x="28979" y="135435"/>
                      <a:pt x="21538" y="135435"/>
                      <a:pt x="14744" y="131352"/>
                    </a:cubicBezTo>
                    <a:cubicBezTo>
                      <a:pt x="22832" y="129782"/>
                      <a:pt x="29949" y="123186"/>
                      <a:pt x="29949" y="114391"/>
                    </a:cubicBezTo>
                    <a:cubicBezTo>
                      <a:pt x="29949" y="105911"/>
                      <a:pt x="22832" y="103398"/>
                      <a:pt x="17979" y="103398"/>
                    </a:cubicBezTo>
                    <a:cubicBezTo>
                      <a:pt x="8274" y="103398"/>
                      <a:pt x="187" y="111564"/>
                      <a:pt x="187" y="121615"/>
                    </a:cubicBezTo>
                    <a:cubicBezTo>
                      <a:pt x="187" y="136063"/>
                      <a:pt x="16362" y="142345"/>
                      <a:pt x="30596" y="142345"/>
                    </a:cubicBezTo>
                    <a:cubicBezTo>
                      <a:pt x="51948" y="142345"/>
                      <a:pt x="63594" y="120359"/>
                      <a:pt x="64565" y="118474"/>
                    </a:cubicBezTo>
                    <a:cubicBezTo>
                      <a:pt x="68447" y="130096"/>
                      <a:pt x="80093" y="142345"/>
                      <a:pt x="99503" y="142345"/>
                    </a:cubicBezTo>
                    <a:cubicBezTo>
                      <a:pt x="132825" y="142345"/>
                      <a:pt x="151265" y="101828"/>
                      <a:pt x="151265" y="93975"/>
                    </a:cubicBezTo>
                    <a:cubicBezTo>
                      <a:pt x="151265" y="90835"/>
                      <a:pt x="148353" y="90835"/>
                      <a:pt x="147383" y="90835"/>
                    </a:cubicBezTo>
                    <a:cubicBezTo>
                      <a:pt x="144471" y="90835"/>
                      <a:pt x="143824" y="92091"/>
                      <a:pt x="143177" y="94290"/>
                    </a:cubicBezTo>
                    <a:cubicBezTo>
                      <a:pt x="132501" y="127897"/>
                      <a:pt x="110503" y="135435"/>
                      <a:pt x="100150" y="135435"/>
                    </a:cubicBezTo>
                    <a:cubicBezTo>
                      <a:pt x="87534" y="135435"/>
                      <a:pt x="82357" y="125384"/>
                      <a:pt x="82357" y="114705"/>
                    </a:cubicBezTo>
                    <a:cubicBezTo>
                      <a:pt x="82357" y="107795"/>
                      <a:pt x="84299" y="100885"/>
                      <a:pt x="87857" y="87065"/>
                    </a:cubicBezTo>
                    <a:lnTo>
                      <a:pt x="98856" y="44035"/>
                    </a:lnTo>
                    <a:close/>
                  </a:path>
                </a:pathLst>
              </a:custGeom>
              <a:grpFill/>
              <a:ln w="22911" cap="flat">
                <a:noFill/>
                <a:prstDash val="solid"/>
                <a:miter/>
              </a:ln>
            </p:spPr>
            <p:txBody>
              <a:bodyPr rtlCol="0" anchor="ctr"/>
              <a:lstStyle/>
              <a:p>
                <a:endParaRPr lang="en-GB"/>
              </a:p>
            </p:txBody>
          </p:sp>
          <p:sp>
            <p:nvSpPr>
              <p:cNvPr id="40" name="Freeform: Shape 39">
                <a:extLst>
                  <a:ext uri="{FF2B5EF4-FFF2-40B4-BE49-F238E27FC236}">
                    <a16:creationId xmlns:a16="http://schemas.microsoft.com/office/drawing/2014/main" id="{FF826893-CDC2-E7D4-79C8-EE2E2434298D}"/>
                  </a:ext>
                </a:extLst>
              </p:cNvPr>
              <p:cNvSpPr/>
              <p:nvPr>
                <p:custDataLst>
                  <p:tags r:id="rId93"/>
                </p:custDataLst>
              </p:nvPr>
            </p:nvSpPr>
            <p:spPr>
              <a:xfrm>
                <a:off x="8006878" y="4319721"/>
                <a:ext cx="44320" cy="314089"/>
              </a:xfrm>
              <a:custGeom>
                <a:avLst/>
                <a:gdLst>
                  <a:gd name="connsiteX0" fmla="*/ 44513 w 44320"/>
                  <a:gd name="connsiteY0" fmla="*/ 63 h 314089"/>
                  <a:gd name="connsiteX1" fmla="*/ 192 w 44320"/>
                  <a:gd name="connsiteY1" fmla="*/ 63 h 314089"/>
                  <a:gd name="connsiteX2" fmla="*/ 192 w 44320"/>
                  <a:gd name="connsiteY2" fmla="*/ 12626 h 314089"/>
                  <a:gd name="connsiteX3" fmla="*/ 31573 w 44320"/>
                  <a:gd name="connsiteY3" fmla="*/ 12626 h 314089"/>
                  <a:gd name="connsiteX4" fmla="*/ 31573 w 44320"/>
                  <a:gd name="connsiteY4" fmla="*/ 301588 h 314089"/>
                  <a:gd name="connsiteX5" fmla="*/ 192 w 44320"/>
                  <a:gd name="connsiteY5" fmla="*/ 301588 h 314089"/>
                  <a:gd name="connsiteX6" fmla="*/ 192 w 44320"/>
                  <a:gd name="connsiteY6" fmla="*/ 314152 h 314089"/>
                  <a:gd name="connsiteX7" fmla="*/ 44513 w 44320"/>
                  <a:gd name="connsiteY7" fmla="*/ 314152 h 314089"/>
                  <a:gd name="connsiteX8" fmla="*/ 44513 w 44320"/>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320" h="314089">
                    <a:moveTo>
                      <a:pt x="44513" y="63"/>
                    </a:moveTo>
                    <a:lnTo>
                      <a:pt x="192" y="63"/>
                    </a:lnTo>
                    <a:lnTo>
                      <a:pt x="192" y="12626"/>
                    </a:lnTo>
                    <a:lnTo>
                      <a:pt x="31573" y="12626"/>
                    </a:lnTo>
                    <a:lnTo>
                      <a:pt x="31573" y="301588"/>
                    </a:lnTo>
                    <a:lnTo>
                      <a:pt x="192" y="301588"/>
                    </a:lnTo>
                    <a:lnTo>
                      <a:pt x="192" y="314152"/>
                    </a:lnTo>
                    <a:lnTo>
                      <a:pt x="44513" y="314152"/>
                    </a:lnTo>
                    <a:lnTo>
                      <a:pt x="44513" y="63"/>
                    </a:lnTo>
                    <a:close/>
                  </a:path>
                </a:pathLst>
              </a:custGeom>
              <a:grpFill/>
              <a:ln w="22911" cap="flat">
                <a:noFill/>
                <a:prstDash val="solid"/>
                <a:miter/>
              </a:ln>
            </p:spPr>
            <p:txBody>
              <a:bodyPr rtlCol="0" anchor="ctr"/>
              <a:lstStyle/>
              <a:p>
                <a:endParaRPr lang="en-GB"/>
              </a:p>
            </p:txBody>
          </p:sp>
        </p:grpSp>
        <p:grpSp>
          <p:nvGrpSpPr>
            <p:cNvPr id="41" name="Group 40">
              <a:extLst>
                <a:ext uri="{FF2B5EF4-FFF2-40B4-BE49-F238E27FC236}">
                  <a16:creationId xmlns:a16="http://schemas.microsoft.com/office/drawing/2014/main" id="{93C7984D-B569-FCB6-F03E-910E958F8D46}"/>
                </a:ext>
              </a:extLst>
            </p:cNvPr>
            <p:cNvGrpSpPr>
              <a:grpSpLocks noChangeAspect="1"/>
            </p:cNvGrpSpPr>
            <p:nvPr>
              <p:custDataLst>
                <p:tags r:id="rId3"/>
              </p:custDataLst>
            </p:nvPr>
          </p:nvGrpSpPr>
          <p:grpSpPr>
            <a:xfrm>
              <a:off x="1043479" y="3148811"/>
              <a:ext cx="5193704" cy="314089"/>
              <a:chOff x="4245338" y="4776782"/>
              <a:chExt cx="5193704" cy="314089"/>
            </a:xfrm>
          </p:grpSpPr>
          <p:sp>
            <p:nvSpPr>
              <p:cNvPr id="42" name="Freeform: Shape 41">
                <a:extLst>
                  <a:ext uri="{FF2B5EF4-FFF2-40B4-BE49-F238E27FC236}">
                    <a16:creationId xmlns:a16="http://schemas.microsoft.com/office/drawing/2014/main" id="{D6239318-1362-308E-056A-EEEC34E2AF37}"/>
                  </a:ext>
                </a:extLst>
              </p:cNvPr>
              <p:cNvSpPr/>
              <p:nvPr>
                <p:custDataLst>
                  <p:tags r:id="rId44"/>
                </p:custDataLst>
              </p:nvPr>
            </p:nvSpPr>
            <p:spPr>
              <a:xfrm>
                <a:off x="4245338" y="4798769"/>
                <a:ext cx="233803" cy="213580"/>
              </a:xfrm>
              <a:custGeom>
                <a:avLst/>
                <a:gdLst>
                  <a:gd name="connsiteX0" fmla="*/ 215912 w 233803"/>
                  <a:gd name="connsiteY0" fmla="*/ 140461 h 213580"/>
                  <a:gd name="connsiteX1" fmla="*/ 217523 w 233803"/>
                  <a:gd name="connsiteY1" fmla="*/ 136063 h 213580"/>
                  <a:gd name="connsiteX2" fmla="*/ 213657 w 233803"/>
                  <a:gd name="connsiteY2" fmla="*/ 132608 h 213580"/>
                  <a:gd name="connsiteX3" fmla="*/ 209469 w 233803"/>
                  <a:gd name="connsiteY3" fmla="*/ 136377 h 213580"/>
                  <a:gd name="connsiteX4" fmla="*/ 121524 w 233803"/>
                  <a:gd name="connsiteY4" fmla="*/ 203907 h 213580"/>
                  <a:gd name="connsiteX5" fmla="*/ 74492 w 233803"/>
                  <a:gd name="connsiteY5" fmla="*/ 203907 h 213580"/>
                  <a:gd name="connsiteX6" fmla="*/ 67404 w 233803"/>
                  <a:gd name="connsiteY6" fmla="*/ 203593 h 213580"/>
                  <a:gd name="connsiteX7" fmla="*/ 63217 w 233803"/>
                  <a:gd name="connsiteY7" fmla="*/ 200452 h 213580"/>
                  <a:gd name="connsiteX8" fmla="*/ 64827 w 233803"/>
                  <a:gd name="connsiteY8" fmla="*/ 193228 h 213580"/>
                  <a:gd name="connsiteX9" fmla="*/ 86733 w 233803"/>
                  <a:gd name="connsiteY9" fmla="*/ 107481 h 213580"/>
                  <a:gd name="connsiteX10" fmla="*/ 118625 w 233803"/>
                  <a:gd name="connsiteY10" fmla="*/ 107481 h 213580"/>
                  <a:gd name="connsiteX11" fmla="*/ 146007 w 233803"/>
                  <a:gd name="connsiteY11" fmla="*/ 121929 h 213580"/>
                  <a:gd name="connsiteX12" fmla="*/ 143752 w 233803"/>
                  <a:gd name="connsiteY12" fmla="*/ 137320 h 213580"/>
                  <a:gd name="connsiteX13" fmla="*/ 142786 w 233803"/>
                  <a:gd name="connsiteY13" fmla="*/ 140775 h 213580"/>
                  <a:gd name="connsiteX14" fmla="*/ 146974 w 233803"/>
                  <a:gd name="connsiteY14" fmla="*/ 144230 h 213580"/>
                  <a:gd name="connsiteX15" fmla="*/ 151806 w 233803"/>
                  <a:gd name="connsiteY15" fmla="*/ 137948 h 213580"/>
                  <a:gd name="connsiteX16" fmla="*/ 170168 w 233803"/>
                  <a:gd name="connsiteY16" fmla="*/ 64451 h 213580"/>
                  <a:gd name="connsiteX17" fmla="*/ 166302 w 233803"/>
                  <a:gd name="connsiteY17" fmla="*/ 60996 h 213580"/>
                  <a:gd name="connsiteX18" fmla="*/ 161792 w 233803"/>
                  <a:gd name="connsiteY18" fmla="*/ 66650 h 213580"/>
                  <a:gd name="connsiteX19" fmla="*/ 119592 w 233803"/>
                  <a:gd name="connsiteY19" fmla="*/ 97744 h 213580"/>
                  <a:gd name="connsiteX20" fmla="*/ 89310 w 233803"/>
                  <a:gd name="connsiteY20" fmla="*/ 97744 h 213580"/>
                  <a:gd name="connsiteX21" fmla="*/ 108639 w 233803"/>
                  <a:gd name="connsiteY21" fmla="*/ 22049 h 213580"/>
                  <a:gd name="connsiteX22" fmla="*/ 126034 w 233803"/>
                  <a:gd name="connsiteY22" fmla="*/ 9800 h 213580"/>
                  <a:gd name="connsiteX23" fmla="*/ 171457 w 233803"/>
                  <a:gd name="connsiteY23" fmla="*/ 9800 h 213580"/>
                  <a:gd name="connsiteX24" fmla="*/ 220422 w 233803"/>
                  <a:gd name="connsiteY24" fmla="*/ 44663 h 213580"/>
                  <a:gd name="connsiteX25" fmla="*/ 219134 w 233803"/>
                  <a:gd name="connsiteY25" fmla="*/ 61310 h 213580"/>
                  <a:gd name="connsiteX26" fmla="*/ 218811 w 233803"/>
                  <a:gd name="connsiteY26" fmla="*/ 66964 h 213580"/>
                  <a:gd name="connsiteX27" fmla="*/ 222677 w 233803"/>
                  <a:gd name="connsiteY27" fmla="*/ 70733 h 213580"/>
                  <a:gd name="connsiteX28" fmla="*/ 227187 w 233803"/>
                  <a:gd name="connsiteY28" fmla="*/ 62881 h 213580"/>
                  <a:gd name="connsiteX29" fmla="*/ 233630 w 233803"/>
                  <a:gd name="connsiteY29" fmla="*/ 8543 h 213580"/>
                  <a:gd name="connsiteX30" fmla="*/ 224932 w 233803"/>
                  <a:gd name="connsiteY30" fmla="*/ 63 h 213580"/>
                  <a:gd name="connsiteX31" fmla="*/ 62250 w 233803"/>
                  <a:gd name="connsiteY31" fmla="*/ 63 h 213580"/>
                  <a:gd name="connsiteX32" fmla="*/ 52586 w 233803"/>
                  <a:gd name="connsiteY32" fmla="*/ 6345 h 213580"/>
                  <a:gd name="connsiteX33" fmla="*/ 61606 w 233803"/>
                  <a:gd name="connsiteY33" fmla="*/ 9800 h 213580"/>
                  <a:gd name="connsiteX34" fmla="*/ 82545 w 233803"/>
                  <a:gd name="connsiteY34" fmla="*/ 15453 h 213580"/>
                  <a:gd name="connsiteX35" fmla="*/ 80934 w 233803"/>
                  <a:gd name="connsiteY35" fmla="*/ 22991 h 213580"/>
                  <a:gd name="connsiteX36" fmla="*/ 38412 w 233803"/>
                  <a:gd name="connsiteY36" fmla="*/ 189144 h 213580"/>
                  <a:gd name="connsiteX37" fmla="*/ 9097 w 233803"/>
                  <a:gd name="connsiteY37" fmla="*/ 203907 h 213580"/>
                  <a:gd name="connsiteX38" fmla="*/ 77 w 233803"/>
                  <a:gd name="connsiteY38" fmla="*/ 209874 h 213580"/>
                  <a:gd name="connsiteX39" fmla="*/ 9097 w 233803"/>
                  <a:gd name="connsiteY39" fmla="*/ 213643 h 213580"/>
                  <a:gd name="connsiteX40" fmla="*/ 176289 w 233803"/>
                  <a:gd name="connsiteY40" fmla="*/ 213643 h 213580"/>
                  <a:gd name="connsiteX41" fmla="*/ 186275 w 233803"/>
                  <a:gd name="connsiteY41" fmla="*/ 208304 h 213580"/>
                  <a:gd name="connsiteX42" fmla="*/ 215912 w 233803"/>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3803" h="213580">
                    <a:moveTo>
                      <a:pt x="215912" y="140461"/>
                    </a:moveTo>
                    <a:cubicBezTo>
                      <a:pt x="216556" y="138890"/>
                      <a:pt x="217523" y="136692"/>
                      <a:pt x="217523" y="136063"/>
                    </a:cubicBezTo>
                    <a:cubicBezTo>
                      <a:pt x="217523" y="135749"/>
                      <a:pt x="217523" y="132608"/>
                      <a:pt x="213657" y="132608"/>
                    </a:cubicBezTo>
                    <a:cubicBezTo>
                      <a:pt x="210758" y="132608"/>
                      <a:pt x="210114" y="134493"/>
                      <a:pt x="209469" y="136377"/>
                    </a:cubicBezTo>
                    <a:cubicBezTo>
                      <a:pt x="188530" y="182863"/>
                      <a:pt x="176611" y="203907"/>
                      <a:pt x="121524" y="203907"/>
                    </a:cubicBezTo>
                    <a:lnTo>
                      <a:pt x="74492" y="203907"/>
                    </a:lnTo>
                    <a:cubicBezTo>
                      <a:pt x="69982" y="203907"/>
                      <a:pt x="69337" y="203907"/>
                      <a:pt x="67404" y="203593"/>
                    </a:cubicBezTo>
                    <a:cubicBezTo>
                      <a:pt x="64183" y="203278"/>
                      <a:pt x="63217" y="202964"/>
                      <a:pt x="63217" y="200452"/>
                    </a:cubicBezTo>
                    <a:cubicBezTo>
                      <a:pt x="63217" y="199509"/>
                      <a:pt x="63217" y="198881"/>
                      <a:pt x="64827" y="193228"/>
                    </a:cubicBezTo>
                    <a:lnTo>
                      <a:pt x="86733" y="107481"/>
                    </a:lnTo>
                    <a:lnTo>
                      <a:pt x="118625" y="107481"/>
                    </a:lnTo>
                    <a:cubicBezTo>
                      <a:pt x="146007" y="107481"/>
                      <a:pt x="146007" y="114077"/>
                      <a:pt x="146007" y="121929"/>
                    </a:cubicBezTo>
                    <a:cubicBezTo>
                      <a:pt x="146007" y="124128"/>
                      <a:pt x="146007" y="127897"/>
                      <a:pt x="143752" y="137320"/>
                    </a:cubicBezTo>
                    <a:cubicBezTo>
                      <a:pt x="143108" y="138890"/>
                      <a:pt x="142786" y="139832"/>
                      <a:pt x="142786" y="140775"/>
                    </a:cubicBezTo>
                    <a:cubicBezTo>
                      <a:pt x="142786" y="142345"/>
                      <a:pt x="144074" y="144230"/>
                      <a:pt x="146974" y="144230"/>
                    </a:cubicBezTo>
                    <a:cubicBezTo>
                      <a:pt x="149551" y="144230"/>
                      <a:pt x="150517" y="142659"/>
                      <a:pt x="151806" y="137948"/>
                    </a:cubicBezTo>
                    <a:lnTo>
                      <a:pt x="170168" y="64451"/>
                    </a:lnTo>
                    <a:cubicBezTo>
                      <a:pt x="170168" y="62566"/>
                      <a:pt x="168557" y="60996"/>
                      <a:pt x="166302" y="60996"/>
                    </a:cubicBezTo>
                    <a:cubicBezTo>
                      <a:pt x="163403" y="60996"/>
                      <a:pt x="162759" y="62881"/>
                      <a:pt x="161792" y="66650"/>
                    </a:cubicBezTo>
                    <a:cubicBezTo>
                      <a:pt x="155027" y="90520"/>
                      <a:pt x="149229" y="97744"/>
                      <a:pt x="119592" y="97744"/>
                    </a:cubicBezTo>
                    <a:lnTo>
                      <a:pt x="89310" y="97744"/>
                    </a:lnTo>
                    <a:lnTo>
                      <a:pt x="108639" y="22049"/>
                    </a:lnTo>
                    <a:cubicBezTo>
                      <a:pt x="111538" y="11056"/>
                      <a:pt x="111860" y="9800"/>
                      <a:pt x="126034" y="9800"/>
                    </a:cubicBezTo>
                    <a:lnTo>
                      <a:pt x="171457" y="9800"/>
                    </a:lnTo>
                    <a:cubicBezTo>
                      <a:pt x="210758" y="9800"/>
                      <a:pt x="220422" y="18908"/>
                      <a:pt x="220422" y="44663"/>
                    </a:cubicBezTo>
                    <a:cubicBezTo>
                      <a:pt x="220422" y="52202"/>
                      <a:pt x="220422" y="52830"/>
                      <a:pt x="219134" y="61310"/>
                    </a:cubicBezTo>
                    <a:cubicBezTo>
                      <a:pt x="219134" y="63195"/>
                      <a:pt x="218811" y="65393"/>
                      <a:pt x="218811" y="66964"/>
                    </a:cubicBezTo>
                    <a:cubicBezTo>
                      <a:pt x="218811" y="68534"/>
                      <a:pt x="219778" y="70733"/>
                      <a:pt x="222677" y="70733"/>
                    </a:cubicBezTo>
                    <a:cubicBezTo>
                      <a:pt x="226221" y="70733"/>
                      <a:pt x="226543" y="68848"/>
                      <a:pt x="227187" y="62881"/>
                    </a:cubicBezTo>
                    <a:lnTo>
                      <a:pt x="233630" y="8543"/>
                    </a:lnTo>
                    <a:cubicBezTo>
                      <a:pt x="234596" y="63"/>
                      <a:pt x="232986" y="63"/>
                      <a:pt x="224932" y="63"/>
                    </a:cubicBezTo>
                    <a:lnTo>
                      <a:pt x="62250" y="63"/>
                    </a:lnTo>
                    <a:cubicBezTo>
                      <a:pt x="55807" y="63"/>
                      <a:pt x="52586" y="63"/>
                      <a:pt x="52586" y="6345"/>
                    </a:cubicBezTo>
                    <a:cubicBezTo>
                      <a:pt x="52586" y="9800"/>
                      <a:pt x="55485" y="9800"/>
                      <a:pt x="61606" y="9800"/>
                    </a:cubicBezTo>
                    <a:cubicBezTo>
                      <a:pt x="73525" y="9800"/>
                      <a:pt x="82545" y="9800"/>
                      <a:pt x="82545" y="15453"/>
                    </a:cubicBezTo>
                    <a:cubicBezTo>
                      <a:pt x="82545" y="16709"/>
                      <a:pt x="82545" y="17338"/>
                      <a:pt x="80934" y="22991"/>
                    </a:cubicBezTo>
                    <a:lnTo>
                      <a:pt x="38412" y="189144"/>
                    </a:lnTo>
                    <a:cubicBezTo>
                      <a:pt x="35190" y="201394"/>
                      <a:pt x="34546" y="203907"/>
                      <a:pt x="9097" y="203907"/>
                    </a:cubicBezTo>
                    <a:cubicBezTo>
                      <a:pt x="3620" y="203907"/>
                      <a:pt x="77" y="203907"/>
                      <a:pt x="77" y="209874"/>
                    </a:cubicBezTo>
                    <a:cubicBezTo>
                      <a:pt x="77" y="213643"/>
                      <a:pt x="2976" y="213643"/>
                      <a:pt x="9097" y="213643"/>
                    </a:cubicBezTo>
                    <a:lnTo>
                      <a:pt x="176289" y="213643"/>
                    </a:lnTo>
                    <a:cubicBezTo>
                      <a:pt x="183698" y="213643"/>
                      <a:pt x="184020" y="213329"/>
                      <a:pt x="186275" y="208304"/>
                    </a:cubicBezTo>
                    <a:lnTo>
                      <a:pt x="215912"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3" name="Freeform: Shape 42">
                <a:extLst>
                  <a:ext uri="{FF2B5EF4-FFF2-40B4-BE49-F238E27FC236}">
                    <a16:creationId xmlns:a16="http://schemas.microsoft.com/office/drawing/2014/main" id="{B451B2B8-E4E8-7BFE-5487-E132128C8B1F}"/>
                  </a:ext>
                </a:extLst>
              </p:cNvPr>
              <p:cNvSpPr/>
              <p:nvPr>
                <p:custDataLst>
                  <p:tags r:id="rId45"/>
                </p:custDataLst>
              </p:nvPr>
            </p:nvSpPr>
            <p:spPr>
              <a:xfrm>
                <a:off x="4527481" y="4776782"/>
                <a:ext cx="44133" cy="314089"/>
              </a:xfrm>
              <a:custGeom>
                <a:avLst/>
                <a:gdLst>
                  <a:gd name="connsiteX0" fmla="*/ 44218 w 44133"/>
                  <a:gd name="connsiteY0" fmla="*/ 314152 h 314089"/>
                  <a:gd name="connsiteX1" fmla="*/ 44218 w 44133"/>
                  <a:gd name="connsiteY1" fmla="*/ 301588 h 314089"/>
                  <a:gd name="connsiteX2" fmla="*/ 12970 w 44133"/>
                  <a:gd name="connsiteY2" fmla="*/ 301588 h 314089"/>
                  <a:gd name="connsiteX3" fmla="*/ 12970 w 44133"/>
                  <a:gd name="connsiteY3" fmla="*/ 12626 h 314089"/>
                  <a:gd name="connsiteX4" fmla="*/ 44218 w 44133"/>
                  <a:gd name="connsiteY4" fmla="*/ 12626 h 314089"/>
                  <a:gd name="connsiteX5" fmla="*/ 44218 w 44133"/>
                  <a:gd name="connsiteY5" fmla="*/ 63 h 314089"/>
                  <a:gd name="connsiteX6" fmla="*/ 85 w 44133"/>
                  <a:gd name="connsiteY6" fmla="*/ 63 h 314089"/>
                  <a:gd name="connsiteX7" fmla="*/ 85 w 44133"/>
                  <a:gd name="connsiteY7" fmla="*/ 314152 h 314089"/>
                  <a:gd name="connsiteX8" fmla="*/ 44218 w 44133"/>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218" y="314152"/>
                    </a:moveTo>
                    <a:lnTo>
                      <a:pt x="44218" y="301588"/>
                    </a:lnTo>
                    <a:lnTo>
                      <a:pt x="12970" y="301588"/>
                    </a:lnTo>
                    <a:lnTo>
                      <a:pt x="12970" y="12626"/>
                    </a:lnTo>
                    <a:lnTo>
                      <a:pt x="44218" y="12626"/>
                    </a:lnTo>
                    <a:lnTo>
                      <a:pt x="44218" y="63"/>
                    </a:lnTo>
                    <a:lnTo>
                      <a:pt x="85" y="63"/>
                    </a:lnTo>
                    <a:lnTo>
                      <a:pt x="85" y="314152"/>
                    </a:lnTo>
                    <a:lnTo>
                      <a:pt x="44218"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4" name="Freeform: Shape 43">
                <a:extLst>
                  <a:ext uri="{FF2B5EF4-FFF2-40B4-BE49-F238E27FC236}">
                    <a16:creationId xmlns:a16="http://schemas.microsoft.com/office/drawing/2014/main" id="{EC53E19C-B719-D3E7-0684-594046348131}"/>
                  </a:ext>
                </a:extLst>
              </p:cNvPr>
              <p:cNvSpPr/>
              <p:nvPr>
                <p:custDataLst>
                  <p:tags r:id="rId46"/>
                </p:custDataLst>
              </p:nvPr>
            </p:nvSpPr>
            <p:spPr>
              <a:xfrm>
                <a:off x="4588294" y="4873522"/>
                <a:ext cx="148507" cy="203215"/>
              </a:xfrm>
              <a:custGeom>
                <a:avLst/>
                <a:gdLst>
                  <a:gd name="connsiteX0" fmla="*/ 147307 w 148507"/>
                  <a:gd name="connsiteY0" fmla="*/ 19222 h 203215"/>
                  <a:gd name="connsiteX1" fmla="*/ 148595 w 148507"/>
                  <a:gd name="connsiteY1" fmla="*/ 11998 h 203215"/>
                  <a:gd name="connsiteX2" fmla="*/ 139253 w 148507"/>
                  <a:gd name="connsiteY2" fmla="*/ 3518 h 203215"/>
                  <a:gd name="connsiteX3" fmla="*/ 127978 w 148507"/>
                  <a:gd name="connsiteY3" fmla="*/ 10114 h 203215"/>
                  <a:gd name="connsiteX4" fmla="*/ 123468 w 148507"/>
                  <a:gd name="connsiteY4" fmla="*/ 27074 h 203215"/>
                  <a:gd name="connsiteX5" fmla="*/ 117025 w 148507"/>
                  <a:gd name="connsiteY5" fmla="*/ 52202 h 203215"/>
                  <a:gd name="connsiteX6" fmla="*/ 102529 w 148507"/>
                  <a:gd name="connsiteY6" fmla="*/ 108738 h 203215"/>
                  <a:gd name="connsiteX7" fmla="*/ 66127 w 148507"/>
                  <a:gd name="connsiteY7" fmla="*/ 135435 h 203215"/>
                  <a:gd name="connsiteX8" fmla="*/ 46154 w 148507"/>
                  <a:gd name="connsiteY8" fmla="*/ 109994 h 203215"/>
                  <a:gd name="connsiteX9" fmla="*/ 62583 w 148507"/>
                  <a:gd name="connsiteY9" fmla="*/ 48433 h 203215"/>
                  <a:gd name="connsiteX10" fmla="*/ 69026 w 148507"/>
                  <a:gd name="connsiteY10" fmla="*/ 25818 h 203215"/>
                  <a:gd name="connsiteX11" fmla="*/ 42610 w 148507"/>
                  <a:gd name="connsiteY11" fmla="*/ 63 h 203215"/>
                  <a:gd name="connsiteX12" fmla="*/ 87 w 148507"/>
                  <a:gd name="connsiteY12" fmla="*/ 48433 h 203215"/>
                  <a:gd name="connsiteX13" fmla="*/ 3953 w 148507"/>
                  <a:gd name="connsiteY13" fmla="*/ 51573 h 203215"/>
                  <a:gd name="connsiteX14" fmla="*/ 9107 w 148507"/>
                  <a:gd name="connsiteY14" fmla="*/ 45920 h 203215"/>
                  <a:gd name="connsiteX15" fmla="*/ 41644 w 148507"/>
                  <a:gd name="connsiteY15" fmla="*/ 6973 h 203215"/>
                  <a:gd name="connsiteX16" fmla="*/ 49697 w 148507"/>
                  <a:gd name="connsiteY16" fmla="*/ 17024 h 203215"/>
                  <a:gd name="connsiteX17" fmla="*/ 44221 w 148507"/>
                  <a:gd name="connsiteY17" fmla="*/ 39010 h 203215"/>
                  <a:gd name="connsiteX18" fmla="*/ 25537 w 148507"/>
                  <a:gd name="connsiteY18" fmla="*/ 104969 h 203215"/>
                  <a:gd name="connsiteX19" fmla="*/ 64838 w 148507"/>
                  <a:gd name="connsiteY19" fmla="*/ 142345 h 203215"/>
                  <a:gd name="connsiteX20" fmla="*/ 97374 w 148507"/>
                  <a:gd name="connsiteY20" fmla="*/ 128211 h 203215"/>
                  <a:gd name="connsiteX21" fmla="*/ 76435 w 148507"/>
                  <a:gd name="connsiteY21" fmla="*/ 176581 h 203215"/>
                  <a:gd name="connsiteX22" fmla="*/ 40999 w 148507"/>
                  <a:gd name="connsiteY22" fmla="*/ 196369 h 203215"/>
                  <a:gd name="connsiteX23" fmla="*/ 16517 w 148507"/>
                  <a:gd name="connsiteY23" fmla="*/ 183177 h 203215"/>
                  <a:gd name="connsiteX24" fmla="*/ 30369 w 148507"/>
                  <a:gd name="connsiteY24" fmla="*/ 179408 h 203215"/>
                  <a:gd name="connsiteX25" fmla="*/ 36812 w 148507"/>
                  <a:gd name="connsiteY25" fmla="*/ 166530 h 203215"/>
                  <a:gd name="connsiteX26" fmla="*/ 24892 w 148507"/>
                  <a:gd name="connsiteY26" fmla="*/ 155537 h 203215"/>
                  <a:gd name="connsiteX27" fmla="*/ 6852 w 148507"/>
                  <a:gd name="connsiteY27" fmla="*/ 175953 h 203215"/>
                  <a:gd name="connsiteX28" fmla="*/ 40999 w 148507"/>
                  <a:gd name="connsiteY28" fmla="*/ 203278 h 203215"/>
                  <a:gd name="connsiteX29" fmla="*/ 116381 w 148507"/>
                  <a:gd name="connsiteY29" fmla="*/ 139204 h 203215"/>
                  <a:gd name="connsiteX30" fmla="*/ 147307 w 148507"/>
                  <a:gd name="connsiteY30" fmla="*/ 19222 h 20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507" h="203215">
                    <a:moveTo>
                      <a:pt x="147307" y="19222"/>
                    </a:moveTo>
                    <a:cubicBezTo>
                      <a:pt x="148595" y="14825"/>
                      <a:pt x="148595" y="14197"/>
                      <a:pt x="148595" y="11998"/>
                    </a:cubicBezTo>
                    <a:cubicBezTo>
                      <a:pt x="148595" y="6345"/>
                      <a:pt x="144085" y="3518"/>
                      <a:pt x="139253" y="3518"/>
                    </a:cubicBezTo>
                    <a:cubicBezTo>
                      <a:pt x="136032" y="3518"/>
                      <a:pt x="130877" y="5402"/>
                      <a:pt x="127978" y="10114"/>
                    </a:cubicBezTo>
                    <a:cubicBezTo>
                      <a:pt x="127334" y="11684"/>
                      <a:pt x="124757" y="21421"/>
                      <a:pt x="123468" y="27074"/>
                    </a:cubicBezTo>
                    <a:cubicBezTo>
                      <a:pt x="121213" y="35241"/>
                      <a:pt x="118958" y="43721"/>
                      <a:pt x="117025" y="52202"/>
                    </a:cubicBezTo>
                    <a:lnTo>
                      <a:pt x="102529" y="108738"/>
                    </a:lnTo>
                    <a:cubicBezTo>
                      <a:pt x="101240" y="113449"/>
                      <a:pt x="87388" y="135435"/>
                      <a:pt x="66127" y="135435"/>
                    </a:cubicBezTo>
                    <a:cubicBezTo>
                      <a:pt x="49697" y="135435"/>
                      <a:pt x="46154" y="121615"/>
                      <a:pt x="46154" y="109994"/>
                    </a:cubicBezTo>
                    <a:cubicBezTo>
                      <a:pt x="46154" y="95546"/>
                      <a:pt x="51630" y="76072"/>
                      <a:pt x="62583" y="48433"/>
                    </a:cubicBezTo>
                    <a:cubicBezTo>
                      <a:pt x="67737" y="35555"/>
                      <a:pt x="69026" y="32100"/>
                      <a:pt x="69026" y="25818"/>
                    </a:cubicBezTo>
                    <a:cubicBezTo>
                      <a:pt x="69026" y="11684"/>
                      <a:pt x="58717" y="63"/>
                      <a:pt x="42610" y="63"/>
                    </a:cubicBezTo>
                    <a:cubicBezTo>
                      <a:pt x="12007" y="63"/>
                      <a:pt x="87" y="45606"/>
                      <a:pt x="87" y="48433"/>
                    </a:cubicBezTo>
                    <a:cubicBezTo>
                      <a:pt x="87" y="51573"/>
                      <a:pt x="3309" y="51573"/>
                      <a:pt x="3953" y="51573"/>
                    </a:cubicBezTo>
                    <a:cubicBezTo>
                      <a:pt x="7175" y="51573"/>
                      <a:pt x="7497" y="50945"/>
                      <a:pt x="9107" y="45920"/>
                    </a:cubicBezTo>
                    <a:cubicBezTo>
                      <a:pt x="17805" y="16395"/>
                      <a:pt x="30691" y="6973"/>
                      <a:pt x="41644" y="6973"/>
                    </a:cubicBezTo>
                    <a:cubicBezTo>
                      <a:pt x="44221" y="6973"/>
                      <a:pt x="49697" y="6973"/>
                      <a:pt x="49697" y="17024"/>
                    </a:cubicBezTo>
                    <a:cubicBezTo>
                      <a:pt x="49697" y="24876"/>
                      <a:pt x="46476" y="33042"/>
                      <a:pt x="44221" y="39010"/>
                    </a:cubicBezTo>
                    <a:cubicBezTo>
                      <a:pt x="31335" y="72303"/>
                      <a:pt x="25537" y="90206"/>
                      <a:pt x="25537" y="104969"/>
                    </a:cubicBezTo>
                    <a:cubicBezTo>
                      <a:pt x="25537" y="132923"/>
                      <a:pt x="45832" y="142345"/>
                      <a:pt x="64838" y="142345"/>
                    </a:cubicBezTo>
                    <a:cubicBezTo>
                      <a:pt x="77402" y="142345"/>
                      <a:pt x="88354" y="137006"/>
                      <a:pt x="97374" y="128211"/>
                    </a:cubicBezTo>
                    <a:cubicBezTo>
                      <a:pt x="93187" y="144544"/>
                      <a:pt x="89321" y="159934"/>
                      <a:pt x="76435" y="176581"/>
                    </a:cubicBezTo>
                    <a:cubicBezTo>
                      <a:pt x="68059" y="187260"/>
                      <a:pt x="55818" y="196369"/>
                      <a:pt x="40999" y="196369"/>
                    </a:cubicBezTo>
                    <a:cubicBezTo>
                      <a:pt x="36489" y="196369"/>
                      <a:pt x="21993" y="195426"/>
                      <a:pt x="16517" y="183177"/>
                    </a:cubicBezTo>
                    <a:cubicBezTo>
                      <a:pt x="21671" y="183177"/>
                      <a:pt x="25859" y="183177"/>
                      <a:pt x="30369" y="179408"/>
                    </a:cubicBezTo>
                    <a:cubicBezTo>
                      <a:pt x="33590" y="176581"/>
                      <a:pt x="36812" y="172498"/>
                      <a:pt x="36812" y="166530"/>
                    </a:cubicBezTo>
                    <a:cubicBezTo>
                      <a:pt x="36812" y="156793"/>
                      <a:pt x="28114" y="155537"/>
                      <a:pt x="24892" y="155537"/>
                    </a:cubicBezTo>
                    <a:cubicBezTo>
                      <a:pt x="17483" y="155537"/>
                      <a:pt x="6852" y="160562"/>
                      <a:pt x="6852" y="175953"/>
                    </a:cubicBezTo>
                    <a:cubicBezTo>
                      <a:pt x="6852" y="191657"/>
                      <a:pt x="21027" y="203278"/>
                      <a:pt x="40999" y="203278"/>
                    </a:cubicBezTo>
                    <a:cubicBezTo>
                      <a:pt x="74180" y="203278"/>
                      <a:pt x="107361" y="174696"/>
                      <a:pt x="116381" y="139204"/>
                    </a:cubicBezTo>
                    <a:lnTo>
                      <a:pt x="147307" y="1922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5" name="Freeform: Shape 44">
                <a:extLst>
                  <a:ext uri="{FF2B5EF4-FFF2-40B4-BE49-F238E27FC236}">
                    <a16:creationId xmlns:a16="http://schemas.microsoft.com/office/drawing/2014/main" id="{FFC352D9-C61D-1A78-D0D8-48DF87AC2568}"/>
                  </a:ext>
                </a:extLst>
              </p:cNvPr>
              <p:cNvSpPr/>
              <p:nvPr>
                <p:custDataLst>
                  <p:tags r:id="rId47"/>
                </p:custDataLst>
              </p:nvPr>
            </p:nvSpPr>
            <p:spPr>
              <a:xfrm>
                <a:off x="4786786" y="4776782"/>
                <a:ext cx="12885" cy="314089"/>
              </a:xfrm>
              <a:custGeom>
                <a:avLst/>
                <a:gdLst>
                  <a:gd name="connsiteX0" fmla="*/ 12978 w 12885"/>
                  <a:gd name="connsiteY0" fmla="*/ 11370 h 314089"/>
                  <a:gd name="connsiteX1" fmla="*/ 6536 w 12885"/>
                  <a:gd name="connsiteY1" fmla="*/ 63 h 314089"/>
                  <a:gd name="connsiteX2" fmla="*/ 93 w 12885"/>
                  <a:gd name="connsiteY2" fmla="*/ 11370 h 314089"/>
                  <a:gd name="connsiteX3" fmla="*/ 93 w 12885"/>
                  <a:gd name="connsiteY3" fmla="*/ 302845 h 314089"/>
                  <a:gd name="connsiteX4" fmla="*/ 6536 w 12885"/>
                  <a:gd name="connsiteY4" fmla="*/ 314152 h 314089"/>
                  <a:gd name="connsiteX5" fmla="*/ 12978 w 12885"/>
                  <a:gd name="connsiteY5" fmla="*/ 302845 h 314089"/>
                  <a:gd name="connsiteX6" fmla="*/ 12978 w 12885"/>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85" h="314089">
                    <a:moveTo>
                      <a:pt x="12978" y="11370"/>
                    </a:moveTo>
                    <a:cubicBezTo>
                      <a:pt x="12978" y="5716"/>
                      <a:pt x="12978" y="63"/>
                      <a:pt x="6536" y="63"/>
                    </a:cubicBezTo>
                    <a:cubicBezTo>
                      <a:pt x="93" y="63"/>
                      <a:pt x="93" y="5716"/>
                      <a:pt x="93" y="11370"/>
                    </a:cubicBezTo>
                    <a:lnTo>
                      <a:pt x="93" y="302845"/>
                    </a:lnTo>
                    <a:cubicBezTo>
                      <a:pt x="93" y="308498"/>
                      <a:pt x="93" y="314152"/>
                      <a:pt x="6536" y="314152"/>
                    </a:cubicBezTo>
                    <a:cubicBezTo>
                      <a:pt x="12978" y="314152"/>
                      <a:pt x="12978" y="308498"/>
                      <a:pt x="12978" y="302845"/>
                    </a:cubicBezTo>
                    <a:lnTo>
                      <a:pt x="12978"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6" name="Freeform: Shape 45">
                <a:extLst>
                  <a:ext uri="{FF2B5EF4-FFF2-40B4-BE49-F238E27FC236}">
                    <a16:creationId xmlns:a16="http://schemas.microsoft.com/office/drawing/2014/main" id="{12BB7C19-2F22-9472-5681-676589D4845A}"/>
                  </a:ext>
                </a:extLst>
              </p:cNvPr>
              <p:cNvSpPr/>
              <p:nvPr>
                <p:custDataLst>
                  <p:tags r:id="rId48"/>
                </p:custDataLst>
              </p:nvPr>
            </p:nvSpPr>
            <p:spPr>
              <a:xfrm>
                <a:off x="4847277" y="4873522"/>
                <a:ext cx="160426" cy="142282"/>
              </a:xfrm>
              <a:custGeom>
                <a:avLst/>
                <a:gdLst>
                  <a:gd name="connsiteX0" fmla="*/ 98349 w 160426"/>
                  <a:gd name="connsiteY0" fmla="*/ 44035 h 142282"/>
                  <a:gd name="connsiteX1" fmla="*/ 130241 w 160426"/>
                  <a:gd name="connsiteY1" fmla="*/ 6973 h 142282"/>
                  <a:gd name="connsiteX2" fmla="*/ 146348 w 160426"/>
                  <a:gd name="connsiteY2" fmla="*/ 11056 h 142282"/>
                  <a:gd name="connsiteX3" fmla="*/ 130885 w 160426"/>
                  <a:gd name="connsiteY3" fmla="*/ 28017 h 142282"/>
                  <a:gd name="connsiteX4" fmla="*/ 143127 w 160426"/>
                  <a:gd name="connsiteY4" fmla="*/ 39010 h 142282"/>
                  <a:gd name="connsiteX5" fmla="*/ 160522 w 160426"/>
                  <a:gd name="connsiteY5" fmla="*/ 20793 h 142282"/>
                  <a:gd name="connsiteX6" fmla="*/ 130563 w 160426"/>
                  <a:gd name="connsiteY6" fmla="*/ 63 h 142282"/>
                  <a:gd name="connsiteX7" fmla="*/ 96738 w 160426"/>
                  <a:gd name="connsiteY7" fmla="*/ 23934 h 142282"/>
                  <a:gd name="connsiteX8" fmla="*/ 61947 w 160426"/>
                  <a:gd name="connsiteY8" fmla="*/ 63 h 142282"/>
                  <a:gd name="connsiteX9" fmla="*/ 10082 w 160426"/>
                  <a:gd name="connsiteY9" fmla="*/ 48433 h 142282"/>
                  <a:gd name="connsiteX10" fmla="*/ 13948 w 160426"/>
                  <a:gd name="connsiteY10" fmla="*/ 51573 h 142282"/>
                  <a:gd name="connsiteX11" fmla="*/ 18135 w 160426"/>
                  <a:gd name="connsiteY11" fmla="*/ 48118 h 142282"/>
                  <a:gd name="connsiteX12" fmla="*/ 61302 w 160426"/>
                  <a:gd name="connsiteY12" fmla="*/ 6973 h 142282"/>
                  <a:gd name="connsiteX13" fmla="*/ 78698 w 160426"/>
                  <a:gd name="connsiteY13" fmla="*/ 28017 h 142282"/>
                  <a:gd name="connsiteX14" fmla="*/ 61302 w 160426"/>
                  <a:gd name="connsiteY14" fmla="*/ 102770 h 142282"/>
                  <a:gd name="connsiteX15" fmla="*/ 30699 w 160426"/>
                  <a:gd name="connsiteY15" fmla="*/ 135435 h 142282"/>
                  <a:gd name="connsiteX16" fmla="*/ 14592 w 160426"/>
                  <a:gd name="connsiteY16" fmla="*/ 131352 h 142282"/>
                  <a:gd name="connsiteX17" fmla="*/ 29732 w 160426"/>
                  <a:gd name="connsiteY17" fmla="*/ 114391 h 142282"/>
                  <a:gd name="connsiteX18" fmla="*/ 17813 w 160426"/>
                  <a:gd name="connsiteY18" fmla="*/ 103398 h 142282"/>
                  <a:gd name="connsiteX19" fmla="*/ 95 w 160426"/>
                  <a:gd name="connsiteY19" fmla="*/ 121615 h 142282"/>
                  <a:gd name="connsiteX20" fmla="*/ 30377 w 160426"/>
                  <a:gd name="connsiteY20" fmla="*/ 142345 h 142282"/>
                  <a:gd name="connsiteX21" fmla="*/ 64202 w 160426"/>
                  <a:gd name="connsiteY21" fmla="*/ 118474 h 142282"/>
                  <a:gd name="connsiteX22" fmla="*/ 98993 w 160426"/>
                  <a:gd name="connsiteY22" fmla="*/ 142345 h 142282"/>
                  <a:gd name="connsiteX23" fmla="*/ 150536 w 160426"/>
                  <a:gd name="connsiteY23" fmla="*/ 93975 h 142282"/>
                  <a:gd name="connsiteX24" fmla="*/ 146670 w 160426"/>
                  <a:gd name="connsiteY24" fmla="*/ 90835 h 142282"/>
                  <a:gd name="connsiteX25" fmla="*/ 142482 w 160426"/>
                  <a:gd name="connsiteY25" fmla="*/ 94290 h 142282"/>
                  <a:gd name="connsiteX26" fmla="*/ 99637 w 160426"/>
                  <a:gd name="connsiteY26" fmla="*/ 135435 h 142282"/>
                  <a:gd name="connsiteX27" fmla="*/ 81920 w 160426"/>
                  <a:gd name="connsiteY27" fmla="*/ 114705 h 142282"/>
                  <a:gd name="connsiteX28" fmla="*/ 87396 w 160426"/>
                  <a:gd name="connsiteY28" fmla="*/ 87065 h 142282"/>
                  <a:gd name="connsiteX29" fmla="*/ 98349 w 16042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2282">
                    <a:moveTo>
                      <a:pt x="98349" y="44035"/>
                    </a:moveTo>
                    <a:cubicBezTo>
                      <a:pt x="100282" y="35869"/>
                      <a:pt x="107691" y="6973"/>
                      <a:pt x="130241" y="6973"/>
                    </a:cubicBezTo>
                    <a:cubicBezTo>
                      <a:pt x="131852" y="6973"/>
                      <a:pt x="139583" y="6973"/>
                      <a:pt x="146348" y="11056"/>
                    </a:cubicBezTo>
                    <a:cubicBezTo>
                      <a:pt x="137328" y="12626"/>
                      <a:pt x="130885" y="20479"/>
                      <a:pt x="130885" y="28017"/>
                    </a:cubicBezTo>
                    <a:cubicBezTo>
                      <a:pt x="130885" y="33042"/>
                      <a:pt x="134429" y="39010"/>
                      <a:pt x="143127" y="39010"/>
                    </a:cubicBezTo>
                    <a:cubicBezTo>
                      <a:pt x="150214" y="39010"/>
                      <a:pt x="160522" y="33356"/>
                      <a:pt x="160522" y="20793"/>
                    </a:cubicBezTo>
                    <a:cubicBezTo>
                      <a:pt x="160522" y="4460"/>
                      <a:pt x="141516" y="63"/>
                      <a:pt x="130563" y="63"/>
                    </a:cubicBezTo>
                    <a:cubicBezTo>
                      <a:pt x="111879" y="63"/>
                      <a:pt x="100604" y="16709"/>
                      <a:pt x="96738" y="23934"/>
                    </a:cubicBezTo>
                    <a:cubicBezTo>
                      <a:pt x="88685" y="3204"/>
                      <a:pt x="71289" y="63"/>
                      <a:pt x="61947" y="63"/>
                    </a:cubicBezTo>
                    <a:cubicBezTo>
                      <a:pt x="28444" y="63"/>
                      <a:pt x="10082" y="40580"/>
                      <a:pt x="10082" y="48433"/>
                    </a:cubicBezTo>
                    <a:cubicBezTo>
                      <a:pt x="10082" y="51573"/>
                      <a:pt x="13303" y="51573"/>
                      <a:pt x="13948" y="51573"/>
                    </a:cubicBezTo>
                    <a:cubicBezTo>
                      <a:pt x="16525" y="51573"/>
                      <a:pt x="17491" y="50945"/>
                      <a:pt x="18135" y="48118"/>
                    </a:cubicBezTo>
                    <a:cubicBezTo>
                      <a:pt x="29088" y="14825"/>
                      <a:pt x="50350" y="6973"/>
                      <a:pt x="61302" y="6973"/>
                    </a:cubicBezTo>
                    <a:cubicBezTo>
                      <a:pt x="67423" y="6973"/>
                      <a:pt x="78698" y="9800"/>
                      <a:pt x="78698" y="28017"/>
                    </a:cubicBezTo>
                    <a:cubicBezTo>
                      <a:pt x="78698" y="37753"/>
                      <a:pt x="73222" y="58797"/>
                      <a:pt x="61302" y="102770"/>
                    </a:cubicBezTo>
                    <a:cubicBezTo>
                      <a:pt x="56148" y="122243"/>
                      <a:pt x="44873" y="135435"/>
                      <a:pt x="30699" y="135435"/>
                    </a:cubicBezTo>
                    <a:cubicBezTo>
                      <a:pt x="28766" y="135435"/>
                      <a:pt x="21357" y="135435"/>
                      <a:pt x="14592" y="131352"/>
                    </a:cubicBezTo>
                    <a:cubicBezTo>
                      <a:pt x="22645" y="129782"/>
                      <a:pt x="29732" y="123186"/>
                      <a:pt x="29732" y="114391"/>
                    </a:cubicBezTo>
                    <a:cubicBezTo>
                      <a:pt x="29732" y="105911"/>
                      <a:pt x="22645" y="103398"/>
                      <a:pt x="17813" y="103398"/>
                    </a:cubicBezTo>
                    <a:cubicBezTo>
                      <a:pt x="8149" y="103398"/>
                      <a:pt x="95" y="111564"/>
                      <a:pt x="95" y="121615"/>
                    </a:cubicBezTo>
                    <a:cubicBezTo>
                      <a:pt x="95" y="136063"/>
                      <a:pt x="16203" y="142345"/>
                      <a:pt x="30377" y="142345"/>
                    </a:cubicBezTo>
                    <a:cubicBezTo>
                      <a:pt x="51638" y="142345"/>
                      <a:pt x="63235" y="120359"/>
                      <a:pt x="64202" y="118474"/>
                    </a:cubicBezTo>
                    <a:cubicBezTo>
                      <a:pt x="68067" y="130096"/>
                      <a:pt x="79665" y="142345"/>
                      <a:pt x="98993" y="142345"/>
                    </a:cubicBezTo>
                    <a:cubicBezTo>
                      <a:pt x="132174" y="142345"/>
                      <a:pt x="150536" y="101828"/>
                      <a:pt x="150536" y="93975"/>
                    </a:cubicBezTo>
                    <a:cubicBezTo>
                      <a:pt x="150536" y="90835"/>
                      <a:pt x="147637" y="90835"/>
                      <a:pt x="146670" y="90835"/>
                    </a:cubicBezTo>
                    <a:cubicBezTo>
                      <a:pt x="143771" y="90835"/>
                      <a:pt x="143127" y="92091"/>
                      <a:pt x="142482" y="94290"/>
                    </a:cubicBezTo>
                    <a:cubicBezTo>
                      <a:pt x="131852" y="127897"/>
                      <a:pt x="109946" y="135435"/>
                      <a:pt x="99637" y="135435"/>
                    </a:cubicBezTo>
                    <a:cubicBezTo>
                      <a:pt x="87074" y="135435"/>
                      <a:pt x="81920" y="125384"/>
                      <a:pt x="81920" y="114705"/>
                    </a:cubicBezTo>
                    <a:cubicBezTo>
                      <a:pt x="81920" y="107795"/>
                      <a:pt x="83852" y="100885"/>
                      <a:pt x="87396" y="87065"/>
                    </a:cubicBezTo>
                    <a:lnTo>
                      <a:pt x="98349"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7" name="Freeform: Shape 46">
                <a:extLst>
                  <a:ext uri="{FF2B5EF4-FFF2-40B4-BE49-F238E27FC236}">
                    <a16:creationId xmlns:a16="http://schemas.microsoft.com/office/drawing/2014/main" id="{DFACEF53-4041-50B7-3611-3C6552BCDD01}"/>
                  </a:ext>
                </a:extLst>
              </p:cNvPr>
              <p:cNvSpPr/>
              <p:nvPr>
                <p:custDataLst>
                  <p:tags r:id="rId49"/>
                </p:custDataLst>
              </p:nvPr>
            </p:nvSpPr>
            <p:spPr>
              <a:xfrm>
                <a:off x="5029136" y="4776782"/>
                <a:ext cx="44133" cy="314089"/>
              </a:xfrm>
              <a:custGeom>
                <a:avLst/>
                <a:gdLst>
                  <a:gd name="connsiteX0" fmla="*/ 44235 w 44133"/>
                  <a:gd name="connsiteY0" fmla="*/ 63 h 314089"/>
                  <a:gd name="connsiteX1" fmla="*/ 101 w 44133"/>
                  <a:gd name="connsiteY1" fmla="*/ 63 h 314089"/>
                  <a:gd name="connsiteX2" fmla="*/ 101 w 44133"/>
                  <a:gd name="connsiteY2" fmla="*/ 12626 h 314089"/>
                  <a:gd name="connsiteX3" fmla="*/ 31349 w 44133"/>
                  <a:gd name="connsiteY3" fmla="*/ 12626 h 314089"/>
                  <a:gd name="connsiteX4" fmla="*/ 31349 w 44133"/>
                  <a:gd name="connsiteY4" fmla="*/ 301588 h 314089"/>
                  <a:gd name="connsiteX5" fmla="*/ 101 w 44133"/>
                  <a:gd name="connsiteY5" fmla="*/ 301588 h 314089"/>
                  <a:gd name="connsiteX6" fmla="*/ 101 w 44133"/>
                  <a:gd name="connsiteY6" fmla="*/ 314152 h 314089"/>
                  <a:gd name="connsiteX7" fmla="*/ 44235 w 44133"/>
                  <a:gd name="connsiteY7" fmla="*/ 314152 h 314089"/>
                  <a:gd name="connsiteX8" fmla="*/ 44235 w 44133"/>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235" y="63"/>
                    </a:moveTo>
                    <a:lnTo>
                      <a:pt x="101" y="63"/>
                    </a:lnTo>
                    <a:lnTo>
                      <a:pt x="101" y="12626"/>
                    </a:lnTo>
                    <a:lnTo>
                      <a:pt x="31349" y="12626"/>
                    </a:lnTo>
                    <a:lnTo>
                      <a:pt x="31349" y="301588"/>
                    </a:lnTo>
                    <a:lnTo>
                      <a:pt x="101" y="301588"/>
                    </a:lnTo>
                    <a:lnTo>
                      <a:pt x="101" y="314152"/>
                    </a:lnTo>
                    <a:lnTo>
                      <a:pt x="44235" y="314152"/>
                    </a:lnTo>
                    <a:lnTo>
                      <a:pt x="44235"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8" name="Freeform: Shape 47">
                <a:extLst>
                  <a:ext uri="{FF2B5EF4-FFF2-40B4-BE49-F238E27FC236}">
                    <a16:creationId xmlns:a16="http://schemas.microsoft.com/office/drawing/2014/main" id="{9D8B8D0E-13BC-7C04-5F83-84CA57A2DBB4}"/>
                  </a:ext>
                </a:extLst>
              </p:cNvPr>
              <p:cNvSpPr/>
              <p:nvPr>
                <p:custDataLst>
                  <p:tags r:id="rId50"/>
                </p:custDataLst>
              </p:nvPr>
            </p:nvSpPr>
            <p:spPr>
              <a:xfrm>
                <a:off x="5219055" y="4897079"/>
                <a:ext cx="214224" cy="73496"/>
              </a:xfrm>
              <a:custGeom>
                <a:avLst/>
                <a:gdLst>
                  <a:gd name="connsiteX0" fmla="*/ 203379 w 214224"/>
                  <a:gd name="connsiteY0" fmla="*/ 12626 h 73496"/>
                  <a:gd name="connsiteX1" fmla="*/ 214331 w 214224"/>
                  <a:gd name="connsiteY1" fmla="*/ 6345 h 73496"/>
                  <a:gd name="connsiteX2" fmla="*/ 203701 w 214224"/>
                  <a:gd name="connsiteY2" fmla="*/ 63 h 73496"/>
                  <a:gd name="connsiteX3" fmla="*/ 10737 w 214224"/>
                  <a:gd name="connsiteY3" fmla="*/ 63 h 73496"/>
                  <a:gd name="connsiteX4" fmla="*/ 107 w 214224"/>
                  <a:gd name="connsiteY4" fmla="*/ 6345 h 73496"/>
                  <a:gd name="connsiteX5" fmla="*/ 11059 w 214224"/>
                  <a:gd name="connsiteY5" fmla="*/ 12626 h 73496"/>
                  <a:gd name="connsiteX6" fmla="*/ 203379 w 214224"/>
                  <a:gd name="connsiteY6" fmla="*/ 12626 h 73496"/>
                  <a:gd name="connsiteX7" fmla="*/ 203701 w 214224"/>
                  <a:gd name="connsiteY7" fmla="*/ 73560 h 73496"/>
                  <a:gd name="connsiteX8" fmla="*/ 214331 w 214224"/>
                  <a:gd name="connsiteY8" fmla="*/ 67278 h 73496"/>
                  <a:gd name="connsiteX9" fmla="*/ 203379 w 214224"/>
                  <a:gd name="connsiteY9" fmla="*/ 60996 h 73496"/>
                  <a:gd name="connsiteX10" fmla="*/ 11059 w 214224"/>
                  <a:gd name="connsiteY10" fmla="*/ 60996 h 73496"/>
                  <a:gd name="connsiteX11" fmla="*/ 107 w 214224"/>
                  <a:gd name="connsiteY11" fmla="*/ 67278 h 73496"/>
                  <a:gd name="connsiteX12" fmla="*/ 10737 w 214224"/>
                  <a:gd name="connsiteY12" fmla="*/ 73560 h 73496"/>
                  <a:gd name="connsiteX13" fmla="*/ 203701 w 214224"/>
                  <a:gd name="connsiteY13" fmla="*/ 73560 h 7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224" h="73496">
                    <a:moveTo>
                      <a:pt x="203379" y="12626"/>
                    </a:moveTo>
                    <a:cubicBezTo>
                      <a:pt x="208211" y="12626"/>
                      <a:pt x="214331" y="12626"/>
                      <a:pt x="214331" y="6345"/>
                    </a:cubicBezTo>
                    <a:cubicBezTo>
                      <a:pt x="214331" y="63"/>
                      <a:pt x="208211" y="63"/>
                      <a:pt x="203701" y="63"/>
                    </a:cubicBezTo>
                    <a:lnTo>
                      <a:pt x="10737" y="63"/>
                    </a:lnTo>
                    <a:cubicBezTo>
                      <a:pt x="6227" y="63"/>
                      <a:pt x="107" y="63"/>
                      <a:pt x="107" y="6345"/>
                    </a:cubicBezTo>
                    <a:cubicBezTo>
                      <a:pt x="107" y="12626"/>
                      <a:pt x="6227" y="12626"/>
                      <a:pt x="11059" y="12626"/>
                    </a:cubicBezTo>
                    <a:lnTo>
                      <a:pt x="203379" y="12626"/>
                    </a:lnTo>
                    <a:close/>
                    <a:moveTo>
                      <a:pt x="203701" y="73560"/>
                    </a:moveTo>
                    <a:cubicBezTo>
                      <a:pt x="208211" y="73560"/>
                      <a:pt x="214331" y="73560"/>
                      <a:pt x="214331" y="67278"/>
                    </a:cubicBezTo>
                    <a:cubicBezTo>
                      <a:pt x="214331" y="60996"/>
                      <a:pt x="208211" y="60996"/>
                      <a:pt x="203379" y="60996"/>
                    </a:cubicBezTo>
                    <a:lnTo>
                      <a:pt x="11059" y="60996"/>
                    </a:lnTo>
                    <a:cubicBezTo>
                      <a:pt x="6227" y="60996"/>
                      <a:pt x="107" y="60996"/>
                      <a:pt x="107" y="67278"/>
                    </a:cubicBezTo>
                    <a:cubicBezTo>
                      <a:pt x="107" y="73560"/>
                      <a:pt x="6227" y="73560"/>
                      <a:pt x="10737" y="73560"/>
                    </a:cubicBezTo>
                    <a:lnTo>
                      <a:pt x="203701" y="7356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49" name="Freeform: Shape 48">
                <a:extLst>
                  <a:ext uri="{FF2B5EF4-FFF2-40B4-BE49-F238E27FC236}">
                    <a16:creationId xmlns:a16="http://schemas.microsoft.com/office/drawing/2014/main" id="{186DD4EA-FDB4-789B-C777-192D0A5806CB}"/>
                  </a:ext>
                </a:extLst>
              </p:cNvPr>
              <p:cNvSpPr/>
              <p:nvPr>
                <p:custDataLst>
                  <p:tags r:id="rId51"/>
                </p:custDataLst>
              </p:nvPr>
            </p:nvSpPr>
            <p:spPr>
              <a:xfrm>
                <a:off x="5553294" y="4798769"/>
                <a:ext cx="233803" cy="213580"/>
              </a:xfrm>
              <a:custGeom>
                <a:avLst/>
                <a:gdLst>
                  <a:gd name="connsiteX0" fmla="*/ 215953 w 233803"/>
                  <a:gd name="connsiteY0" fmla="*/ 140461 h 213580"/>
                  <a:gd name="connsiteX1" fmla="*/ 217563 w 233803"/>
                  <a:gd name="connsiteY1" fmla="*/ 136063 h 213580"/>
                  <a:gd name="connsiteX2" fmla="*/ 213698 w 233803"/>
                  <a:gd name="connsiteY2" fmla="*/ 132608 h 213580"/>
                  <a:gd name="connsiteX3" fmla="*/ 209510 w 233803"/>
                  <a:gd name="connsiteY3" fmla="*/ 136377 h 213580"/>
                  <a:gd name="connsiteX4" fmla="*/ 121565 w 233803"/>
                  <a:gd name="connsiteY4" fmla="*/ 203907 h 213580"/>
                  <a:gd name="connsiteX5" fmla="*/ 74532 w 233803"/>
                  <a:gd name="connsiteY5" fmla="*/ 203907 h 213580"/>
                  <a:gd name="connsiteX6" fmla="*/ 67445 w 233803"/>
                  <a:gd name="connsiteY6" fmla="*/ 203593 h 213580"/>
                  <a:gd name="connsiteX7" fmla="*/ 63257 w 233803"/>
                  <a:gd name="connsiteY7" fmla="*/ 200452 h 213580"/>
                  <a:gd name="connsiteX8" fmla="*/ 64868 w 233803"/>
                  <a:gd name="connsiteY8" fmla="*/ 193228 h 213580"/>
                  <a:gd name="connsiteX9" fmla="*/ 86774 w 233803"/>
                  <a:gd name="connsiteY9" fmla="*/ 107481 h 213580"/>
                  <a:gd name="connsiteX10" fmla="*/ 118666 w 233803"/>
                  <a:gd name="connsiteY10" fmla="*/ 107481 h 213580"/>
                  <a:gd name="connsiteX11" fmla="*/ 146048 w 233803"/>
                  <a:gd name="connsiteY11" fmla="*/ 121929 h 213580"/>
                  <a:gd name="connsiteX12" fmla="*/ 143793 w 233803"/>
                  <a:gd name="connsiteY12" fmla="*/ 137320 h 213580"/>
                  <a:gd name="connsiteX13" fmla="*/ 142826 w 233803"/>
                  <a:gd name="connsiteY13" fmla="*/ 140775 h 213580"/>
                  <a:gd name="connsiteX14" fmla="*/ 147014 w 233803"/>
                  <a:gd name="connsiteY14" fmla="*/ 144230 h 213580"/>
                  <a:gd name="connsiteX15" fmla="*/ 151846 w 233803"/>
                  <a:gd name="connsiteY15" fmla="*/ 137948 h 213580"/>
                  <a:gd name="connsiteX16" fmla="*/ 170208 w 233803"/>
                  <a:gd name="connsiteY16" fmla="*/ 64451 h 213580"/>
                  <a:gd name="connsiteX17" fmla="*/ 166343 w 233803"/>
                  <a:gd name="connsiteY17" fmla="*/ 60996 h 213580"/>
                  <a:gd name="connsiteX18" fmla="*/ 161833 w 233803"/>
                  <a:gd name="connsiteY18" fmla="*/ 66650 h 213580"/>
                  <a:gd name="connsiteX19" fmla="*/ 119632 w 233803"/>
                  <a:gd name="connsiteY19" fmla="*/ 97744 h 213580"/>
                  <a:gd name="connsiteX20" fmla="*/ 89351 w 233803"/>
                  <a:gd name="connsiteY20" fmla="*/ 97744 h 213580"/>
                  <a:gd name="connsiteX21" fmla="*/ 108679 w 233803"/>
                  <a:gd name="connsiteY21" fmla="*/ 22049 h 213580"/>
                  <a:gd name="connsiteX22" fmla="*/ 126075 w 233803"/>
                  <a:gd name="connsiteY22" fmla="*/ 9800 h 213580"/>
                  <a:gd name="connsiteX23" fmla="*/ 171497 w 233803"/>
                  <a:gd name="connsiteY23" fmla="*/ 9800 h 213580"/>
                  <a:gd name="connsiteX24" fmla="*/ 220463 w 233803"/>
                  <a:gd name="connsiteY24" fmla="*/ 44663 h 213580"/>
                  <a:gd name="connsiteX25" fmla="*/ 219174 w 233803"/>
                  <a:gd name="connsiteY25" fmla="*/ 61310 h 213580"/>
                  <a:gd name="connsiteX26" fmla="*/ 218852 w 233803"/>
                  <a:gd name="connsiteY26" fmla="*/ 66964 h 213580"/>
                  <a:gd name="connsiteX27" fmla="*/ 222718 w 233803"/>
                  <a:gd name="connsiteY27" fmla="*/ 70733 h 213580"/>
                  <a:gd name="connsiteX28" fmla="*/ 227228 w 233803"/>
                  <a:gd name="connsiteY28" fmla="*/ 62881 h 213580"/>
                  <a:gd name="connsiteX29" fmla="*/ 233670 w 233803"/>
                  <a:gd name="connsiteY29" fmla="*/ 8543 h 213580"/>
                  <a:gd name="connsiteX30" fmla="*/ 224973 w 233803"/>
                  <a:gd name="connsiteY30" fmla="*/ 63 h 213580"/>
                  <a:gd name="connsiteX31" fmla="*/ 62291 w 233803"/>
                  <a:gd name="connsiteY31" fmla="*/ 63 h 213580"/>
                  <a:gd name="connsiteX32" fmla="*/ 52626 w 233803"/>
                  <a:gd name="connsiteY32" fmla="*/ 6345 h 213580"/>
                  <a:gd name="connsiteX33" fmla="*/ 61646 w 233803"/>
                  <a:gd name="connsiteY33" fmla="*/ 9800 h 213580"/>
                  <a:gd name="connsiteX34" fmla="*/ 82586 w 233803"/>
                  <a:gd name="connsiteY34" fmla="*/ 15453 h 213580"/>
                  <a:gd name="connsiteX35" fmla="*/ 80975 w 233803"/>
                  <a:gd name="connsiteY35" fmla="*/ 22991 h 213580"/>
                  <a:gd name="connsiteX36" fmla="*/ 38452 w 233803"/>
                  <a:gd name="connsiteY36" fmla="*/ 189144 h 213580"/>
                  <a:gd name="connsiteX37" fmla="*/ 9137 w 233803"/>
                  <a:gd name="connsiteY37" fmla="*/ 203907 h 213580"/>
                  <a:gd name="connsiteX38" fmla="*/ 117 w 233803"/>
                  <a:gd name="connsiteY38" fmla="*/ 209874 h 213580"/>
                  <a:gd name="connsiteX39" fmla="*/ 9137 w 233803"/>
                  <a:gd name="connsiteY39" fmla="*/ 213643 h 213580"/>
                  <a:gd name="connsiteX40" fmla="*/ 176329 w 233803"/>
                  <a:gd name="connsiteY40" fmla="*/ 213643 h 213580"/>
                  <a:gd name="connsiteX41" fmla="*/ 186316 w 233803"/>
                  <a:gd name="connsiteY41" fmla="*/ 208304 h 213580"/>
                  <a:gd name="connsiteX42" fmla="*/ 215953 w 233803"/>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3803" h="213580">
                    <a:moveTo>
                      <a:pt x="215953" y="140461"/>
                    </a:moveTo>
                    <a:cubicBezTo>
                      <a:pt x="216597" y="138890"/>
                      <a:pt x="217563" y="136692"/>
                      <a:pt x="217563" y="136063"/>
                    </a:cubicBezTo>
                    <a:cubicBezTo>
                      <a:pt x="217563" y="135749"/>
                      <a:pt x="217563" y="132608"/>
                      <a:pt x="213698" y="132608"/>
                    </a:cubicBezTo>
                    <a:cubicBezTo>
                      <a:pt x="210798" y="132608"/>
                      <a:pt x="210154" y="134493"/>
                      <a:pt x="209510" y="136377"/>
                    </a:cubicBezTo>
                    <a:cubicBezTo>
                      <a:pt x="188571" y="182863"/>
                      <a:pt x="176651" y="203907"/>
                      <a:pt x="121565" y="203907"/>
                    </a:cubicBezTo>
                    <a:lnTo>
                      <a:pt x="74532" y="203907"/>
                    </a:lnTo>
                    <a:cubicBezTo>
                      <a:pt x="70022" y="203907"/>
                      <a:pt x="69378" y="203907"/>
                      <a:pt x="67445" y="203593"/>
                    </a:cubicBezTo>
                    <a:cubicBezTo>
                      <a:pt x="64224" y="203278"/>
                      <a:pt x="63257" y="202964"/>
                      <a:pt x="63257" y="200452"/>
                    </a:cubicBezTo>
                    <a:cubicBezTo>
                      <a:pt x="63257" y="199509"/>
                      <a:pt x="63257" y="198881"/>
                      <a:pt x="64868" y="193228"/>
                    </a:cubicBezTo>
                    <a:lnTo>
                      <a:pt x="86774" y="107481"/>
                    </a:lnTo>
                    <a:lnTo>
                      <a:pt x="118666" y="107481"/>
                    </a:lnTo>
                    <a:cubicBezTo>
                      <a:pt x="146048" y="107481"/>
                      <a:pt x="146048" y="114077"/>
                      <a:pt x="146048" y="121929"/>
                    </a:cubicBezTo>
                    <a:cubicBezTo>
                      <a:pt x="146048" y="124128"/>
                      <a:pt x="146048" y="127897"/>
                      <a:pt x="143793" y="137320"/>
                    </a:cubicBezTo>
                    <a:cubicBezTo>
                      <a:pt x="143148" y="138890"/>
                      <a:pt x="142826" y="139832"/>
                      <a:pt x="142826" y="140775"/>
                    </a:cubicBezTo>
                    <a:cubicBezTo>
                      <a:pt x="142826" y="142345"/>
                      <a:pt x="144115" y="144230"/>
                      <a:pt x="147014" y="144230"/>
                    </a:cubicBezTo>
                    <a:cubicBezTo>
                      <a:pt x="149591" y="144230"/>
                      <a:pt x="150558" y="142659"/>
                      <a:pt x="151846" y="137948"/>
                    </a:cubicBezTo>
                    <a:lnTo>
                      <a:pt x="170208" y="64451"/>
                    </a:lnTo>
                    <a:cubicBezTo>
                      <a:pt x="170208" y="62566"/>
                      <a:pt x="168598" y="60996"/>
                      <a:pt x="166343" y="60996"/>
                    </a:cubicBezTo>
                    <a:cubicBezTo>
                      <a:pt x="163443" y="60996"/>
                      <a:pt x="162799" y="62881"/>
                      <a:pt x="161833" y="66650"/>
                    </a:cubicBezTo>
                    <a:cubicBezTo>
                      <a:pt x="155068" y="90520"/>
                      <a:pt x="149269" y="97744"/>
                      <a:pt x="119632" y="97744"/>
                    </a:cubicBezTo>
                    <a:lnTo>
                      <a:pt x="89351" y="97744"/>
                    </a:lnTo>
                    <a:lnTo>
                      <a:pt x="108679" y="22049"/>
                    </a:lnTo>
                    <a:cubicBezTo>
                      <a:pt x="111578" y="11056"/>
                      <a:pt x="111901" y="9800"/>
                      <a:pt x="126075" y="9800"/>
                    </a:cubicBezTo>
                    <a:lnTo>
                      <a:pt x="171497" y="9800"/>
                    </a:lnTo>
                    <a:cubicBezTo>
                      <a:pt x="210798" y="9800"/>
                      <a:pt x="220463" y="18908"/>
                      <a:pt x="220463" y="44663"/>
                    </a:cubicBezTo>
                    <a:cubicBezTo>
                      <a:pt x="220463" y="52202"/>
                      <a:pt x="220463" y="52830"/>
                      <a:pt x="219174" y="61310"/>
                    </a:cubicBezTo>
                    <a:cubicBezTo>
                      <a:pt x="219174" y="63195"/>
                      <a:pt x="218852" y="65393"/>
                      <a:pt x="218852" y="66964"/>
                    </a:cubicBezTo>
                    <a:cubicBezTo>
                      <a:pt x="218852" y="68534"/>
                      <a:pt x="219818" y="70733"/>
                      <a:pt x="222718" y="70733"/>
                    </a:cubicBezTo>
                    <a:cubicBezTo>
                      <a:pt x="226261" y="70733"/>
                      <a:pt x="226583" y="68848"/>
                      <a:pt x="227228" y="62881"/>
                    </a:cubicBezTo>
                    <a:lnTo>
                      <a:pt x="233670" y="8543"/>
                    </a:lnTo>
                    <a:cubicBezTo>
                      <a:pt x="234637" y="63"/>
                      <a:pt x="233026" y="63"/>
                      <a:pt x="224973" y="63"/>
                    </a:cubicBezTo>
                    <a:lnTo>
                      <a:pt x="62291" y="63"/>
                    </a:lnTo>
                    <a:cubicBezTo>
                      <a:pt x="55848" y="63"/>
                      <a:pt x="52626" y="63"/>
                      <a:pt x="52626" y="6345"/>
                    </a:cubicBezTo>
                    <a:cubicBezTo>
                      <a:pt x="52626" y="9800"/>
                      <a:pt x="55526" y="9800"/>
                      <a:pt x="61646" y="9800"/>
                    </a:cubicBezTo>
                    <a:cubicBezTo>
                      <a:pt x="73566" y="9800"/>
                      <a:pt x="82586" y="9800"/>
                      <a:pt x="82586" y="15453"/>
                    </a:cubicBezTo>
                    <a:cubicBezTo>
                      <a:pt x="82586" y="16709"/>
                      <a:pt x="82586" y="17338"/>
                      <a:pt x="80975" y="22991"/>
                    </a:cubicBezTo>
                    <a:lnTo>
                      <a:pt x="38452" y="189144"/>
                    </a:lnTo>
                    <a:cubicBezTo>
                      <a:pt x="35231" y="201394"/>
                      <a:pt x="34586" y="203907"/>
                      <a:pt x="9137" y="203907"/>
                    </a:cubicBezTo>
                    <a:cubicBezTo>
                      <a:pt x="3661" y="203907"/>
                      <a:pt x="117" y="203907"/>
                      <a:pt x="117" y="209874"/>
                    </a:cubicBezTo>
                    <a:cubicBezTo>
                      <a:pt x="117" y="213643"/>
                      <a:pt x="3016" y="213643"/>
                      <a:pt x="9137" y="213643"/>
                    </a:cubicBezTo>
                    <a:lnTo>
                      <a:pt x="176329" y="213643"/>
                    </a:lnTo>
                    <a:cubicBezTo>
                      <a:pt x="183738" y="213643"/>
                      <a:pt x="184061" y="213329"/>
                      <a:pt x="186316" y="208304"/>
                    </a:cubicBezTo>
                    <a:lnTo>
                      <a:pt x="215953"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0" name="Freeform: Shape 49">
                <a:extLst>
                  <a:ext uri="{FF2B5EF4-FFF2-40B4-BE49-F238E27FC236}">
                    <a16:creationId xmlns:a16="http://schemas.microsoft.com/office/drawing/2014/main" id="{956B3800-0EA4-EB78-D623-46418AC9A631}"/>
                  </a:ext>
                </a:extLst>
              </p:cNvPr>
              <p:cNvSpPr/>
              <p:nvPr>
                <p:custDataLst>
                  <p:tags r:id="rId52"/>
                </p:custDataLst>
              </p:nvPr>
            </p:nvSpPr>
            <p:spPr>
              <a:xfrm>
                <a:off x="5835437" y="4776782"/>
                <a:ext cx="44133" cy="314089"/>
              </a:xfrm>
              <a:custGeom>
                <a:avLst/>
                <a:gdLst>
                  <a:gd name="connsiteX0" fmla="*/ 44259 w 44133"/>
                  <a:gd name="connsiteY0" fmla="*/ 314152 h 314089"/>
                  <a:gd name="connsiteX1" fmla="*/ 44259 w 44133"/>
                  <a:gd name="connsiteY1" fmla="*/ 301588 h 314089"/>
                  <a:gd name="connsiteX2" fmla="*/ 13011 w 44133"/>
                  <a:gd name="connsiteY2" fmla="*/ 301588 h 314089"/>
                  <a:gd name="connsiteX3" fmla="*/ 13011 w 44133"/>
                  <a:gd name="connsiteY3" fmla="*/ 12626 h 314089"/>
                  <a:gd name="connsiteX4" fmla="*/ 44259 w 44133"/>
                  <a:gd name="connsiteY4" fmla="*/ 12626 h 314089"/>
                  <a:gd name="connsiteX5" fmla="*/ 44259 w 44133"/>
                  <a:gd name="connsiteY5" fmla="*/ 63 h 314089"/>
                  <a:gd name="connsiteX6" fmla="*/ 125 w 44133"/>
                  <a:gd name="connsiteY6" fmla="*/ 63 h 314089"/>
                  <a:gd name="connsiteX7" fmla="*/ 125 w 44133"/>
                  <a:gd name="connsiteY7" fmla="*/ 314152 h 314089"/>
                  <a:gd name="connsiteX8" fmla="*/ 44259 w 44133"/>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259" y="314152"/>
                    </a:moveTo>
                    <a:lnTo>
                      <a:pt x="44259" y="301588"/>
                    </a:lnTo>
                    <a:lnTo>
                      <a:pt x="13011" y="301588"/>
                    </a:lnTo>
                    <a:lnTo>
                      <a:pt x="13011" y="12626"/>
                    </a:lnTo>
                    <a:lnTo>
                      <a:pt x="44259" y="12626"/>
                    </a:lnTo>
                    <a:lnTo>
                      <a:pt x="44259" y="63"/>
                    </a:lnTo>
                    <a:lnTo>
                      <a:pt x="125" y="63"/>
                    </a:lnTo>
                    <a:lnTo>
                      <a:pt x="125" y="314152"/>
                    </a:lnTo>
                    <a:lnTo>
                      <a:pt x="44259"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1" name="Freeform: Shape 50">
                <a:extLst>
                  <a:ext uri="{FF2B5EF4-FFF2-40B4-BE49-F238E27FC236}">
                    <a16:creationId xmlns:a16="http://schemas.microsoft.com/office/drawing/2014/main" id="{837DEEB3-7664-52CC-9199-67E4A7DB49CA}"/>
                  </a:ext>
                </a:extLst>
              </p:cNvPr>
              <p:cNvSpPr/>
              <p:nvPr>
                <p:custDataLst>
                  <p:tags r:id="rId53"/>
                </p:custDataLst>
              </p:nvPr>
            </p:nvSpPr>
            <p:spPr>
              <a:xfrm>
                <a:off x="5896532" y="4790602"/>
                <a:ext cx="175608" cy="282680"/>
              </a:xfrm>
              <a:custGeom>
                <a:avLst/>
                <a:gdLst>
                  <a:gd name="connsiteX0" fmla="*/ 175736 w 175608"/>
                  <a:gd name="connsiteY0" fmla="*/ 43093 h 282680"/>
                  <a:gd name="connsiteX1" fmla="*/ 131925 w 175608"/>
                  <a:gd name="connsiteY1" fmla="*/ 63 h 282680"/>
                  <a:gd name="connsiteX2" fmla="*/ 92946 w 175608"/>
                  <a:gd name="connsiteY2" fmla="*/ 13255 h 282680"/>
                  <a:gd name="connsiteX3" fmla="*/ 51389 w 175608"/>
                  <a:gd name="connsiteY3" fmla="*/ 80155 h 282680"/>
                  <a:gd name="connsiteX4" fmla="*/ 169 w 175608"/>
                  <a:gd name="connsiteY4" fmla="*/ 279602 h 282680"/>
                  <a:gd name="connsiteX5" fmla="*/ 4034 w 175608"/>
                  <a:gd name="connsiteY5" fmla="*/ 282743 h 282680"/>
                  <a:gd name="connsiteX6" fmla="*/ 7900 w 175608"/>
                  <a:gd name="connsiteY6" fmla="*/ 281173 h 282680"/>
                  <a:gd name="connsiteX7" fmla="*/ 30450 w 175608"/>
                  <a:gd name="connsiteY7" fmla="*/ 194484 h 282680"/>
                  <a:gd name="connsiteX8" fmla="*/ 74261 w 175608"/>
                  <a:gd name="connsiteY8" fmla="*/ 224951 h 282680"/>
                  <a:gd name="connsiteX9" fmla="*/ 136435 w 175608"/>
                  <a:gd name="connsiteY9" fmla="*/ 200138 h 282680"/>
                  <a:gd name="connsiteX10" fmla="*/ 162206 w 175608"/>
                  <a:gd name="connsiteY10" fmla="*/ 142345 h 282680"/>
                  <a:gd name="connsiteX11" fmla="*/ 138690 w 175608"/>
                  <a:gd name="connsiteY11" fmla="*/ 95546 h 282680"/>
                  <a:gd name="connsiteX12" fmla="*/ 175736 w 175608"/>
                  <a:gd name="connsiteY12" fmla="*/ 43093 h 282680"/>
                  <a:gd name="connsiteX13" fmla="*/ 117751 w 175608"/>
                  <a:gd name="connsiteY13" fmla="*/ 95232 h 282680"/>
                  <a:gd name="connsiteX14" fmla="*/ 102288 w 175608"/>
                  <a:gd name="connsiteY14" fmla="*/ 97430 h 282680"/>
                  <a:gd name="connsiteX15" fmla="*/ 88114 w 175608"/>
                  <a:gd name="connsiteY15" fmla="*/ 96174 h 282680"/>
                  <a:gd name="connsiteX16" fmla="*/ 103899 w 175608"/>
                  <a:gd name="connsiteY16" fmla="*/ 93661 h 282680"/>
                  <a:gd name="connsiteX17" fmla="*/ 117751 w 175608"/>
                  <a:gd name="connsiteY17" fmla="*/ 95232 h 282680"/>
                  <a:gd name="connsiteX18" fmla="*/ 157696 w 175608"/>
                  <a:gd name="connsiteY18" fmla="*/ 35869 h 282680"/>
                  <a:gd name="connsiteX19" fmla="*/ 128704 w 175608"/>
                  <a:gd name="connsiteY19" fmla="*/ 90206 h 282680"/>
                  <a:gd name="connsiteX20" fmla="*/ 103899 w 175608"/>
                  <a:gd name="connsiteY20" fmla="*/ 86437 h 282680"/>
                  <a:gd name="connsiteX21" fmla="*/ 79094 w 175608"/>
                  <a:gd name="connsiteY21" fmla="*/ 96488 h 282680"/>
                  <a:gd name="connsiteX22" fmla="*/ 101321 w 175608"/>
                  <a:gd name="connsiteY22" fmla="*/ 104340 h 282680"/>
                  <a:gd name="connsiteX23" fmla="*/ 127737 w 175608"/>
                  <a:gd name="connsiteY23" fmla="*/ 100257 h 282680"/>
                  <a:gd name="connsiteX24" fmla="*/ 141911 w 175608"/>
                  <a:gd name="connsiteY24" fmla="*/ 135749 h 282680"/>
                  <a:gd name="connsiteX25" fmla="*/ 125804 w 175608"/>
                  <a:gd name="connsiteY25" fmla="*/ 189773 h 282680"/>
                  <a:gd name="connsiteX26" fmla="*/ 73295 w 175608"/>
                  <a:gd name="connsiteY26" fmla="*/ 218041 h 282680"/>
                  <a:gd name="connsiteX27" fmla="*/ 36571 w 175608"/>
                  <a:gd name="connsiteY27" fmla="*/ 177523 h 282680"/>
                  <a:gd name="connsiteX28" fmla="*/ 38182 w 175608"/>
                  <a:gd name="connsiteY28" fmla="*/ 163703 h 282680"/>
                  <a:gd name="connsiteX29" fmla="*/ 58799 w 175608"/>
                  <a:gd name="connsiteY29" fmla="*/ 84239 h 282680"/>
                  <a:gd name="connsiteX30" fmla="*/ 127737 w 175608"/>
                  <a:gd name="connsiteY30" fmla="*/ 7287 h 282680"/>
                  <a:gd name="connsiteX31" fmla="*/ 157696 w 175608"/>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82680">
                    <a:moveTo>
                      <a:pt x="175736" y="43093"/>
                    </a:moveTo>
                    <a:cubicBezTo>
                      <a:pt x="175736" y="19536"/>
                      <a:pt x="158019" y="63"/>
                      <a:pt x="131925" y="63"/>
                    </a:cubicBezTo>
                    <a:cubicBezTo>
                      <a:pt x="113241" y="63"/>
                      <a:pt x="104221" y="5088"/>
                      <a:pt x="92946" y="13255"/>
                    </a:cubicBezTo>
                    <a:cubicBezTo>
                      <a:pt x="75228" y="25818"/>
                      <a:pt x="57510" y="56285"/>
                      <a:pt x="51389" y="80155"/>
                    </a:cubicBezTo>
                    <a:lnTo>
                      <a:pt x="169" y="279602"/>
                    </a:lnTo>
                    <a:cubicBezTo>
                      <a:pt x="-153" y="280858"/>
                      <a:pt x="1457" y="282743"/>
                      <a:pt x="4034" y="282743"/>
                    </a:cubicBezTo>
                    <a:cubicBezTo>
                      <a:pt x="6612" y="282743"/>
                      <a:pt x="7578" y="282115"/>
                      <a:pt x="7900" y="281173"/>
                    </a:cubicBezTo>
                    <a:lnTo>
                      <a:pt x="30450" y="194484"/>
                    </a:lnTo>
                    <a:cubicBezTo>
                      <a:pt x="36571" y="213329"/>
                      <a:pt x="50745" y="224951"/>
                      <a:pt x="74261" y="224951"/>
                    </a:cubicBezTo>
                    <a:cubicBezTo>
                      <a:pt x="97778" y="224951"/>
                      <a:pt x="121939" y="213958"/>
                      <a:pt x="136435" y="200138"/>
                    </a:cubicBezTo>
                    <a:cubicBezTo>
                      <a:pt x="151898" y="185689"/>
                      <a:pt x="162206" y="165588"/>
                      <a:pt x="162206" y="142345"/>
                    </a:cubicBezTo>
                    <a:cubicBezTo>
                      <a:pt x="162206" y="119731"/>
                      <a:pt x="150287" y="103398"/>
                      <a:pt x="138690" y="95546"/>
                    </a:cubicBezTo>
                    <a:cubicBezTo>
                      <a:pt x="157374" y="85181"/>
                      <a:pt x="175736" y="65707"/>
                      <a:pt x="175736" y="43093"/>
                    </a:cubicBezTo>
                    <a:close/>
                    <a:moveTo>
                      <a:pt x="117751" y="95232"/>
                    </a:moveTo>
                    <a:cubicBezTo>
                      <a:pt x="113563" y="96802"/>
                      <a:pt x="110019" y="97430"/>
                      <a:pt x="102288" y="97430"/>
                    </a:cubicBezTo>
                    <a:cubicBezTo>
                      <a:pt x="97778" y="97430"/>
                      <a:pt x="91335" y="97745"/>
                      <a:pt x="88114" y="96174"/>
                    </a:cubicBezTo>
                    <a:cubicBezTo>
                      <a:pt x="88758" y="93033"/>
                      <a:pt x="100355" y="93661"/>
                      <a:pt x="103899" y="93661"/>
                    </a:cubicBezTo>
                    <a:cubicBezTo>
                      <a:pt x="110664" y="93661"/>
                      <a:pt x="113563" y="93661"/>
                      <a:pt x="117751" y="95232"/>
                    </a:cubicBezTo>
                    <a:close/>
                    <a:moveTo>
                      <a:pt x="157696" y="35869"/>
                    </a:moveTo>
                    <a:cubicBezTo>
                      <a:pt x="157696" y="57855"/>
                      <a:pt x="145455" y="80470"/>
                      <a:pt x="128704" y="90206"/>
                    </a:cubicBezTo>
                    <a:cubicBezTo>
                      <a:pt x="120006" y="87065"/>
                      <a:pt x="113563" y="86437"/>
                      <a:pt x="103899" y="86437"/>
                    </a:cubicBezTo>
                    <a:cubicBezTo>
                      <a:pt x="97134" y="86437"/>
                      <a:pt x="79094" y="86123"/>
                      <a:pt x="79094" y="96488"/>
                    </a:cubicBezTo>
                    <a:cubicBezTo>
                      <a:pt x="78771" y="105283"/>
                      <a:pt x="95523" y="104340"/>
                      <a:pt x="101321" y="104340"/>
                    </a:cubicBezTo>
                    <a:cubicBezTo>
                      <a:pt x="113241" y="104340"/>
                      <a:pt x="118073" y="104026"/>
                      <a:pt x="127737" y="100257"/>
                    </a:cubicBezTo>
                    <a:cubicBezTo>
                      <a:pt x="139979" y="111564"/>
                      <a:pt x="141589" y="121301"/>
                      <a:pt x="141911" y="135749"/>
                    </a:cubicBezTo>
                    <a:cubicBezTo>
                      <a:pt x="142556" y="153966"/>
                      <a:pt x="134824" y="177523"/>
                      <a:pt x="125804" y="189773"/>
                    </a:cubicBezTo>
                    <a:cubicBezTo>
                      <a:pt x="113241" y="206733"/>
                      <a:pt x="91657" y="218041"/>
                      <a:pt x="73295" y="218041"/>
                    </a:cubicBezTo>
                    <a:cubicBezTo>
                      <a:pt x="48812" y="218041"/>
                      <a:pt x="36571" y="199823"/>
                      <a:pt x="36571" y="177523"/>
                    </a:cubicBezTo>
                    <a:cubicBezTo>
                      <a:pt x="36571" y="174382"/>
                      <a:pt x="36571" y="169671"/>
                      <a:pt x="38182" y="163703"/>
                    </a:cubicBezTo>
                    <a:lnTo>
                      <a:pt x="58799" y="84239"/>
                    </a:lnTo>
                    <a:cubicBezTo>
                      <a:pt x="65886" y="57227"/>
                      <a:pt x="89080" y="7287"/>
                      <a:pt x="127737" y="7287"/>
                    </a:cubicBezTo>
                    <a:cubicBezTo>
                      <a:pt x="146421" y="7287"/>
                      <a:pt x="157696" y="17024"/>
                      <a:pt x="157696"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2" name="Freeform: Shape 51">
                <a:extLst>
                  <a:ext uri="{FF2B5EF4-FFF2-40B4-BE49-F238E27FC236}">
                    <a16:creationId xmlns:a16="http://schemas.microsoft.com/office/drawing/2014/main" id="{1C9EC4E4-E95C-C439-C748-355EB7887DF5}"/>
                  </a:ext>
                </a:extLst>
              </p:cNvPr>
              <p:cNvSpPr/>
              <p:nvPr>
                <p:custDataLst>
                  <p:tags r:id="rId54"/>
                </p:custDataLst>
              </p:nvPr>
            </p:nvSpPr>
            <p:spPr>
              <a:xfrm>
                <a:off x="6080846" y="4913473"/>
                <a:ext cx="104631" cy="150385"/>
              </a:xfrm>
              <a:custGeom>
                <a:avLst/>
                <a:gdLst>
                  <a:gd name="connsiteX0" fmla="*/ 104765 w 104631"/>
                  <a:gd name="connsiteY0" fmla="*/ 75917 h 150385"/>
                  <a:gd name="connsiteX1" fmla="*/ 91461 w 104631"/>
                  <a:gd name="connsiteY1" fmla="*/ 18972 h 150385"/>
                  <a:gd name="connsiteX2" fmla="*/ 52449 w 104631"/>
                  <a:gd name="connsiteY2" fmla="*/ 64 h 150385"/>
                  <a:gd name="connsiteX3" fmla="*/ 133 w 104631"/>
                  <a:gd name="connsiteY3" fmla="*/ 75917 h 150385"/>
                  <a:gd name="connsiteX4" fmla="*/ 52449 w 104631"/>
                  <a:gd name="connsiteY4" fmla="*/ 150450 h 150385"/>
                  <a:gd name="connsiteX5" fmla="*/ 104765 w 104631"/>
                  <a:gd name="connsiteY5" fmla="*/ 75917 h 150385"/>
                  <a:gd name="connsiteX6" fmla="*/ 52449 w 104631"/>
                  <a:gd name="connsiteY6" fmla="*/ 144294 h 150385"/>
                  <a:gd name="connsiteX7" fmla="*/ 23811 w 104631"/>
                  <a:gd name="connsiteY7" fmla="*/ 120329 h 150385"/>
                  <a:gd name="connsiteX8" fmla="*/ 20654 w 104631"/>
                  <a:gd name="connsiteY8" fmla="*/ 73059 h 150385"/>
                  <a:gd name="connsiteX9" fmla="*/ 24036 w 104631"/>
                  <a:gd name="connsiteY9" fmla="*/ 28207 h 150385"/>
                  <a:gd name="connsiteX10" fmla="*/ 52449 w 104631"/>
                  <a:gd name="connsiteY10" fmla="*/ 6220 h 150385"/>
                  <a:gd name="connsiteX11" fmla="*/ 80411 w 104631"/>
                  <a:gd name="connsiteY11" fmla="*/ 26228 h 150385"/>
                  <a:gd name="connsiteX12" fmla="*/ 84245 w 104631"/>
                  <a:gd name="connsiteY12" fmla="*/ 73059 h 150385"/>
                  <a:gd name="connsiteX13" fmla="*/ 81313 w 104631"/>
                  <a:gd name="connsiteY13" fmla="*/ 119450 h 150385"/>
                  <a:gd name="connsiteX14" fmla="*/ 52449 w 104631"/>
                  <a:gd name="connsiteY14" fmla="*/ 144294 h 1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631" h="150385">
                    <a:moveTo>
                      <a:pt x="104765" y="75917"/>
                    </a:moveTo>
                    <a:cubicBezTo>
                      <a:pt x="104765" y="51732"/>
                      <a:pt x="101834" y="34363"/>
                      <a:pt x="91461" y="18972"/>
                    </a:cubicBezTo>
                    <a:cubicBezTo>
                      <a:pt x="84470" y="8859"/>
                      <a:pt x="70489" y="64"/>
                      <a:pt x="52449" y="64"/>
                    </a:cubicBezTo>
                    <a:cubicBezTo>
                      <a:pt x="133" y="64"/>
                      <a:pt x="133" y="60087"/>
                      <a:pt x="133" y="75917"/>
                    </a:cubicBezTo>
                    <a:cubicBezTo>
                      <a:pt x="133" y="91747"/>
                      <a:pt x="133" y="150450"/>
                      <a:pt x="52449" y="150450"/>
                    </a:cubicBezTo>
                    <a:cubicBezTo>
                      <a:pt x="104765" y="150450"/>
                      <a:pt x="104765" y="91747"/>
                      <a:pt x="104765" y="75917"/>
                    </a:cubicBezTo>
                    <a:close/>
                    <a:moveTo>
                      <a:pt x="52449" y="144294"/>
                    </a:moveTo>
                    <a:cubicBezTo>
                      <a:pt x="42076" y="144294"/>
                      <a:pt x="28321" y="138358"/>
                      <a:pt x="23811" y="120329"/>
                    </a:cubicBezTo>
                    <a:cubicBezTo>
                      <a:pt x="20654" y="107357"/>
                      <a:pt x="20654" y="89328"/>
                      <a:pt x="20654" y="73059"/>
                    </a:cubicBezTo>
                    <a:cubicBezTo>
                      <a:pt x="20654" y="57009"/>
                      <a:pt x="20654" y="40299"/>
                      <a:pt x="24036" y="28207"/>
                    </a:cubicBezTo>
                    <a:cubicBezTo>
                      <a:pt x="28772" y="10837"/>
                      <a:pt x="43204" y="6220"/>
                      <a:pt x="52449" y="6220"/>
                    </a:cubicBezTo>
                    <a:cubicBezTo>
                      <a:pt x="64626" y="6220"/>
                      <a:pt x="76352" y="13476"/>
                      <a:pt x="80411" y="26228"/>
                    </a:cubicBezTo>
                    <a:cubicBezTo>
                      <a:pt x="84019" y="38100"/>
                      <a:pt x="84245" y="53931"/>
                      <a:pt x="84245" y="73059"/>
                    </a:cubicBezTo>
                    <a:cubicBezTo>
                      <a:pt x="84245" y="89328"/>
                      <a:pt x="84245" y="105598"/>
                      <a:pt x="81313" y="119450"/>
                    </a:cubicBezTo>
                    <a:cubicBezTo>
                      <a:pt x="76803" y="139457"/>
                      <a:pt x="61469" y="144294"/>
                      <a:pt x="52449" y="14429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3" name="Freeform: Shape 52">
                <a:extLst>
                  <a:ext uri="{FF2B5EF4-FFF2-40B4-BE49-F238E27FC236}">
                    <a16:creationId xmlns:a16="http://schemas.microsoft.com/office/drawing/2014/main" id="{72D1AFF9-AD93-F3AD-3703-B2709ED2D4F3}"/>
                  </a:ext>
                </a:extLst>
              </p:cNvPr>
              <p:cNvSpPr/>
              <p:nvPr>
                <p:custDataLst>
                  <p:tags r:id="rId55"/>
                </p:custDataLst>
              </p:nvPr>
            </p:nvSpPr>
            <p:spPr>
              <a:xfrm>
                <a:off x="6251973" y="4776782"/>
                <a:ext cx="12885" cy="314089"/>
              </a:xfrm>
              <a:custGeom>
                <a:avLst/>
                <a:gdLst>
                  <a:gd name="connsiteX0" fmla="*/ 13024 w 12885"/>
                  <a:gd name="connsiteY0" fmla="*/ 11370 h 314089"/>
                  <a:gd name="connsiteX1" fmla="*/ 6581 w 12885"/>
                  <a:gd name="connsiteY1" fmla="*/ 63 h 314089"/>
                  <a:gd name="connsiteX2" fmla="*/ 138 w 12885"/>
                  <a:gd name="connsiteY2" fmla="*/ 11370 h 314089"/>
                  <a:gd name="connsiteX3" fmla="*/ 138 w 12885"/>
                  <a:gd name="connsiteY3" fmla="*/ 302845 h 314089"/>
                  <a:gd name="connsiteX4" fmla="*/ 6581 w 12885"/>
                  <a:gd name="connsiteY4" fmla="*/ 314152 h 314089"/>
                  <a:gd name="connsiteX5" fmla="*/ 13024 w 12885"/>
                  <a:gd name="connsiteY5" fmla="*/ 302845 h 314089"/>
                  <a:gd name="connsiteX6" fmla="*/ 13024 w 12885"/>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85" h="314089">
                    <a:moveTo>
                      <a:pt x="13024" y="11370"/>
                    </a:moveTo>
                    <a:cubicBezTo>
                      <a:pt x="13024" y="5716"/>
                      <a:pt x="13024" y="63"/>
                      <a:pt x="6581" y="63"/>
                    </a:cubicBezTo>
                    <a:cubicBezTo>
                      <a:pt x="138" y="63"/>
                      <a:pt x="138" y="5716"/>
                      <a:pt x="138" y="11370"/>
                    </a:cubicBezTo>
                    <a:lnTo>
                      <a:pt x="138" y="302845"/>
                    </a:lnTo>
                    <a:cubicBezTo>
                      <a:pt x="138" y="308498"/>
                      <a:pt x="138" y="314152"/>
                      <a:pt x="6581" y="314152"/>
                    </a:cubicBezTo>
                    <a:cubicBezTo>
                      <a:pt x="13024" y="314152"/>
                      <a:pt x="13024" y="308498"/>
                      <a:pt x="13024" y="302845"/>
                    </a:cubicBezTo>
                    <a:lnTo>
                      <a:pt x="13024"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4" name="Freeform: Shape 53">
                <a:extLst>
                  <a:ext uri="{FF2B5EF4-FFF2-40B4-BE49-F238E27FC236}">
                    <a16:creationId xmlns:a16="http://schemas.microsoft.com/office/drawing/2014/main" id="{5F0F0045-2250-78E5-4559-A1D3CC20091E}"/>
                  </a:ext>
                </a:extLst>
              </p:cNvPr>
              <p:cNvSpPr/>
              <p:nvPr>
                <p:custDataLst>
                  <p:tags r:id="rId56"/>
                </p:custDataLst>
              </p:nvPr>
            </p:nvSpPr>
            <p:spPr>
              <a:xfrm>
                <a:off x="6312464" y="4873522"/>
                <a:ext cx="160426" cy="142282"/>
              </a:xfrm>
              <a:custGeom>
                <a:avLst/>
                <a:gdLst>
                  <a:gd name="connsiteX0" fmla="*/ 98394 w 160426"/>
                  <a:gd name="connsiteY0" fmla="*/ 44035 h 142282"/>
                  <a:gd name="connsiteX1" fmla="*/ 130286 w 160426"/>
                  <a:gd name="connsiteY1" fmla="*/ 6973 h 142282"/>
                  <a:gd name="connsiteX2" fmla="*/ 146393 w 160426"/>
                  <a:gd name="connsiteY2" fmla="*/ 11056 h 142282"/>
                  <a:gd name="connsiteX3" fmla="*/ 130931 w 160426"/>
                  <a:gd name="connsiteY3" fmla="*/ 28017 h 142282"/>
                  <a:gd name="connsiteX4" fmla="*/ 143172 w 160426"/>
                  <a:gd name="connsiteY4" fmla="*/ 39010 h 142282"/>
                  <a:gd name="connsiteX5" fmla="*/ 160568 w 160426"/>
                  <a:gd name="connsiteY5" fmla="*/ 20793 h 142282"/>
                  <a:gd name="connsiteX6" fmla="*/ 130608 w 160426"/>
                  <a:gd name="connsiteY6" fmla="*/ 63 h 142282"/>
                  <a:gd name="connsiteX7" fmla="*/ 96783 w 160426"/>
                  <a:gd name="connsiteY7" fmla="*/ 23934 h 142282"/>
                  <a:gd name="connsiteX8" fmla="*/ 61992 w 160426"/>
                  <a:gd name="connsiteY8" fmla="*/ 63 h 142282"/>
                  <a:gd name="connsiteX9" fmla="*/ 10127 w 160426"/>
                  <a:gd name="connsiteY9" fmla="*/ 48433 h 142282"/>
                  <a:gd name="connsiteX10" fmla="*/ 13993 w 160426"/>
                  <a:gd name="connsiteY10" fmla="*/ 51573 h 142282"/>
                  <a:gd name="connsiteX11" fmla="*/ 18181 w 160426"/>
                  <a:gd name="connsiteY11" fmla="*/ 48118 h 142282"/>
                  <a:gd name="connsiteX12" fmla="*/ 61348 w 160426"/>
                  <a:gd name="connsiteY12" fmla="*/ 6973 h 142282"/>
                  <a:gd name="connsiteX13" fmla="*/ 78743 w 160426"/>
                  <a:gd name="connsiteY13" fmla="*/ 28017 h 142282"/>
                  <a:gd name="connsiteX14" fmla="*/ 61348 w 160426"/>
                  <a:gd name="connsiteY14" fmla="*/ 102770 h 142282"/>
                  <a:gd name="connsiteX15" fmla="*/ 30744 w 160426"/>
                  <a:gd name="connsiteY15" fmla="*/ 135435 h 142282"/>
                  <a:gd name="connsiteX16" fmla="*/ 14637 w 160426"/>
                  <a:gd name="connsiteY16" fmla="*/ 131352 h 142282"/>
                  <a:gd name="connsiteX17" fmla="*/ 29778 w 160426"/>
                  <a:gd name="connsiteY17" fmla="*/ 114391 h 142282"/>
                  <a:gd name="connsiteX18" fmla="*/ 17859 w 160426"/>
                  <a:gd name="connsiteY18" fmla="*/ 103398 h 142282"/>
                  <a:gd name="connsiteX19" fmla="*/ 141 w 160426"/>
                  <a:gd name="connsiteY19" fmla="*/ 121615 h 142282"/>
                  <a:gd name="connsiteX20" fmla="*/ 30422 w 160426"/>
                  <a:gd name="connsiteY20" fmla="*/ 142345 h 142282"/>
                  <a:gd name="connsiteX21" fmla="*/ 64247 w 160426"/>
                  <a:gd name="connsiteY21" fmla="*/ 118474 h 142282"/>
                  <a:gd name="connsiteX22" fmla="*/ 99038 w 160426"/>
                  <a:gd name="connsiteY22" fmla="*/ 142345 h 142282"/>
                  <a:gd name="connsiteX23" fmla="*/ 150581 w 160426"/>
                  <a:gd name="connsiteY23" fmla="*/ 93975 h 142282"/>
                  <a:gd name="connsiteX24" fmla="*/ 146716 w 160426"/>
                  <a:gd name="connsiteY24" fmla="*/ 90835 h 142282"/>
                  <a:gd name="connsiteX25" fmla="*/ 142528 w 160426"/>
                  <a:gd name="connsiteY25" fmla="*/ 94290 h 142282"/>
                  <a:gd name="connsiteX26" fmla="*/ 99683 w 160426"/>
                  <a:gd name="connsiteY26" fmla="*/ 135435 h 142282"/>
                  <a:gd name="connsiteX27" fmla="*/ 81965 w 160426"/>
                  <a:gd name="connsiteY27" fmla="*/ 114705 h 142282"/>
                  <a:gd name="connsiteX28" fmla="*/ 87441 w 160426"/>
                  <a:gd name="connsiteY28" fmla="*/ 87065 h 142282"/>
                  <a:gd name="connsiteX29" fmla="*/ 98394 w 16042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2282">
                    <a:moveTo>
                      <a:pt x="98394" y="44035"/>
                    </a:moveTo>
                    <a:cubicBezTo>
                      <a:pt x="100327" y="35869"/>
                      <a:pt x="107736" y="6973"/>
                      <a:pt x="130286" y="6973"/>
                    </a:cubicBezTo>
                    <a:cubicBezTo>
                      <a:pt x="131897" y="6973"/>
                      <a:pt x="139628" y="6973"/>
                      <a:pt x="146393" y="11056"/>
                    </a:cubicBezTo>
                    <a:cubicBezTo>
                      <a:pt x="137373" y="12626"/>
                      <a:pt x="130931" y="20479"/>
                      <a:pt x="130931" y="28017"/>
                    </a:cubicBezTo>
                    <a:cubicBezTo>
                      <a:pt x="130931" y="33042"/>
                      <a:pt x="134474" y="39010"/>
                      <a:pt x="143172" y="39010"/>
                    </a:cubicBezTo>
                    <a:cubicBezTo>
                      <a:pt x="150259" y="39010"/>
                      <a:pt x="160568" y="33356"/>
                      <a:pt x="160568" y="20793"/>
                    </a:cubicBezTo>
                    <a:cubicBezTo>
                      <a:pt x="160568" y="4460"/>
                      <a:pt x="141561" y="63"/>
                      <a:pt x="130608" y="63"/>
                    </a:cubicBezTo>
                    <a:cubicBezTo>
                      <a:pt x="111924" y="63"/>
                      <a:pt x="100649" y="16709"/>
                      <a:pt x="96783" y="23934"/>
                    </a:cubicBezTo>
                    <a:cubicBezTo>
                      <a:pt x="88730" y="3204"/>
                      <a:pt x="71334" y="63"/>
                      <a:pt x="61992" y="63"/>
                    </a:cubicBezTo>
                    <a:cubicBezTo>
                      <a:pt x="28489" y="63"/>
                      <a:pt x="10127" y="40580"/>
                      <a:pt x="10127" y="48433"/>
                    </a:cubicBezTo>
                    <a:cubicBezTo>
                      <a:pt x="10127" y="51573"/>
                      <a:pt x="13349" y="51573"/>
                      <a:pt x="13993" y="51573"/>
                    </a:cubicBezTo>
                    <a:cubicBezTo>
                      <a:pt x="16570" y="51573"/>
                      <a:pt x="17536" y="50945"/>
                      <a:pt x="18181" y="48118"/>
                    </a:cubicBezTo>
                    <a:cubicBezTo>
                      <a:pt x="29134" y="14825"/>
                      <a:pt x="50395" y="6973"/>
                      <a:pt x="61348" y="6973"/>
                    </a:cubicBezTo>
                    <a:cubicBezTo>
                      <a:pt x="67468" y="6973"/>
                      <a:pt x="78743" y="9800"/>
                      <a:pt x="78743" y="28017"/>
                    </a:cubicBezTo>
                    <a:cubicBezTo>
                      <a:pt x="78743" y="37753"/>
                      <a:pt x="73267" y="58797"/>
                      <a:pt x="61348" y="102770"/>
                    </a:cubicBezTo>
                    <a:cubicBezTo>
                      <a:pt x="56194" y="122243"/>
                      <a:pt x="44919" y="135435"/>
                      <a:pt x="30744" y="135435"/>
                    </a:cubicBezTo>
                    <a:cubicBezTo>
                      <a:pt x="28811" y="135435"/>
                      <a:pt x="21402" y="135435"/>
                      <a:pt x="14637" y="131352"/>
                    </a:cubicBezTo>
                    <a:cubicBezTo>
                      <a:pt x="22691" y="129782"/>
                      <a:pt x="29778" y="123186"/>
                      <a:pt x="29778" y="114391"/>
                    </a:cubicBezTo>
                    <a:cubicBezTo>
                      <a:pt x="29778" y="105911"/>
                      <a:pt x="22691" y="103398"/>
                      <a:pt x="17859" y="103398"/>
                    </a:cubicBezTo>
                    <a:cubicBezTo>
                      <a:pt x="8194" y="103398"/>
                      <a:pt x="141" y="111564"/>
                      <a:pt x="141" y="121615"/>
                    </a:cubicBezTo>
                    <a:cubicBezTo>
                      <a:pt x="141" y="136063"/>
                      <a:pt x="16248" y="142345"/>
                      <a:pt x="30422" y="142345"/>
                    </a:cubicBezTo>
                    <a:cubicBezTo>
                      <a:pt x="51684" y="142345"/>
                      <a:pt x="63281" y="120359"/>
                      <a:pt x="64247" y="118474"/>
                    </a:cubicBezTo>
                    <a:cubicBezTo>
                      <a:pt x="68113" y="130096"/>
                      <a:pt x="79710" y="142345"/>
                      <a:pt x="99038" y="142345"/>
                    </a:cubicBezTo>
                    <a:cubicBezTo>
                      <a:pt x="132219" y="142345"/>
                      <a:pt x="150581" y="101828"/>
                      <a:pt x="150581" y="93975"/>
                    </a:cubicBezTo>
                    <a:cubicBezTo>
                      <a:pt x="150581" y="90835"/>
                      <a:pt x="147682" y="90835"/>
                      <a:pt x="146716" y="90835"/>
                    </a:cubicBezTo>
                    <a:cubicBezTo>
                      <a:pt x="143816" y="90835"/>
                      <a:pt x="143172" y="92091"/>
                      <a:pt x="142528" y="94290"/>
                    </a:cubicBezTo>
                    <a:cubicBezTo>
                      <a:pt x="131897" y="127897"/>
                      <a:pt x="109991" y="135435"/>
                      <a:pt x="99683" y="135435"/>
                    </a:cubicBezTo>
                    <a:cubicBezTo>
                      <a:pt x="87119" y="135435"/>
                      <a:pt x="81965" y="125384"/>
                      <a:pt x="81965" y="114705"/>
                    </a:cubicBezTo>
                    <a:cubicBezTo>
                      <a:pt x="81965" y="107795"/>
                      <a:pt x="83898" y="100885"/>
                      <a:pt x="87441" y="87065"/>
                    </a:cubicBezTo>
                    <a:lnTo>
                      <a:pt x="98394"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5" name="Freeform: Shape 54">
                <a:extLst>
                  <a:ext uri="{FF2B5EF4-FFF2-40B4-BE49-F238E27FC236}">
                    <a16:creationId xmlns:a16="http://schemas.microsoft.com/office/drawing/2014/main" id="{78CA26B9-79E0-1F8C-45E9-00FAAE26261F}"/>
                  </a:ext>
                </a:extLst>
              </p:cNvPr>
              <p:cNvSpPr/>
              <p:nvPr>
                <p:custDataLst>
                  <p:tags r:id="rId57"/>
                </p:custDataLst>
              </p:nvPr>
            </p:nvSpPr>
            <p:spPr>
              <a:xfrm>
                <a:off x="6494323" y="4776782"/>
                <a:ext cx="44133" cy="314089"/>
              </a:xfrm>
              <a:custGeom>
                <a:avLst/>
                <a:gdLst>
                  <a:gd name="connsiteX0" fmla="*/ 44280 w 44133"/>
                  <a:gd name="connsiteY0" fmla="*/ 63 h 314089"/>
                  <a:gd name="connsiteX1" fmla="*/ 146 w 44133"/>
                  <a:gd name="connsiteY1" fmla="*/ 63 h 314089"/>
                  <a:gd name="connsiteX2" fmla="*/ 146 w 44133"/>
                  <a:gd name="connsiteY2" fmla="*/ 12626 h 314089"/>
                  <a:gd name="connsiteX3" fmla="*/ 31394 w 44133"/>
                  <a:gd name="connsiteY3" fmla="*/ 12626 h 314089"/>
                  <a:gd name="connsiteX4" fmla="*/ 31394 w 44133"/>
                  <a:gd name="connsiteY4" fmla="*/ 301588 h 314089"/>
                  <a:gd name="connsiteX5" fmla="*/ 146 w 44133"/>
                  <a:gd name="connsiteY5" fmla="*/ 301588 h 314089"/>
                  <a:gd name="connsiteX6" fmla="*/ 146 w 44133"/>
                  <a:gd name="connsiteY6" fmla="*/ 314152 h 314089"/>
                  <a:gd name="connsiteX7" fmla="*/ 44280 w 44133"/>
                  <a:gd name="connsiteY7" fmla="*/ 314152 h 314089"/>
                  <a:gd name="connsiteX8" fmla="*/ 44280 w 44133"/>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280" y="63"/>
                    </a:moveTo>
                    <a:lnTo>
                      <a:pt x="146" y="63"/>
                    </a:lnTo>
                    <a:lnTo>
                      <a:pt x="146" y="12626"/>
                    </a:lnTo>
                    <a:lnTo>
                      <a:pt x="31394" y="12626"/>
                    </a:lnTo>
                    <a:lnTo>
                      <a:pt x="31394" y="301588"/>
                    </a:lnTo>
                    <a:lnTo>
                      <a:pt x="146" y="301588"/>
                    </a:lnTo>
                    <a:lnTo>
                      <a:pt x="146" y="314152"/>
                    </a:lnTo>
                    <a:lnTo>
                      <a:pt x="44280" y="314152"/>
                    </a:lnTo>
                    <a:lnTo>
                      <a:pt x="44280"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6" name="Freeform: Shape 55">
                <a:extLst>
                  <a:ext uri="{FF2B5EF4-FFF2-40B4-BE49-F238E27FC236}">
                    <a16:creationId xmlns:a16="http://schemas.microsoft.com/office/drawing/2014/main" id="{AAA8F672-5506-FF21-A0AD-C8C6A7D4B051}"/>
                  </a:ext>
                </a:extLst>
              </p:cNvPr>
              <p:cNvSpPr/>
              <p:nvPr>
                <p:custDataLst>
                  <p:tags r:id="rId58"/>
                </p:custDataLst>
              </p:nvPr>
            </p:nvSpPr>
            <p:spPr>
              <a:xfrm>
                <a:off x="6666345" y="4829235"/>
                <a:ext cx="214224" cy="209183"/>
              </a:xfrm>
              <a:custGeom>
                <a:avLst/>
                <a:gdLst>
                  <a:gd name="connsiteX0" fmla="*/ 113868 w 214224"/>
                  <a:gd name="connsiteY0" fmla="*/ 110936 h 209183"/>
                  <a:gd name="connsiteX1" fmla="*/ 203745 w 214224"/>
                  <a:gd name="connsiteY1" fmla="*/ 110936 h 209183"/>
                  <a:gd name="connsiteX2" fmla="*/ 214376 w 214224"/>
                  <a:gd name="connsiteY2" fmla="*/ 104654 h 209183"/>
                  <a:gd name="connsiteX3" fmla="*/ 203745 w 214224"/>
                  <a:gd name="connsiteY3" fmla="*/ 98373 h 209183"/>
                  <a:gd name="connsiteX4" fmla="*/ 113868 w 214224"/>
                  <a:gd name="connsiteY4" fmla="*/ 98373 h 209183"/>
                  <a:gd name="connsiteX5" fmla="*/ 113868 w 214224"/>
                  <a:gd name="connsiteY5" fmla="*/ 10428 h 209183"/>
                  <a:gd name="connsiteX6" fmla="*/ 107425 w 214224"/>
                  <a:gd name="connsiteY6" fmla="*/ 63 h 209183"/>
                  <a:gd name="connsiteX7" fmla="*/ 100982 w 214224"/>
                  <a:gd name="connsiteY7" fmla="*/ 10428 h 209183"/>
                  <a:gd name="connsiteX8" fmla="*/ 100982 w 214224"/>
                  <a:gd name="connsiteY8" fmla="*/ 98373 h 209183"/>
                  <a:gd name="connsiteX9" fmla="*/ 10782 w 214224"/>
                  <a:gd name="connsiteY9" fmla="*/ 98373 h 209183"/>
                  <a:gd name="connsiteX10" fmla="*/ 151 w 214224"/>
                  <a:gd name="connsiteY10" fmla="*/ 104654 h 209183"/>
                  <a:gd name="connsiteX11" fmla="*/ 10782 w 214224"/>
                  <a:gd name="connsiteY11" fmla="*/ 110936 h 209183"/>
                  <a:gd name="connsiteX12" fmla="*/ 100982 w 214224"/>
                  <a:gd name="connsiteY12" fmla="*/ 110936 h 209183"/>
                  <a:gd name="connsiteX13" fmla="*/ 100982 w 214224"/>
                  <a:gd name="connsiteY13" fmla="*/ 198881 h 209183"/>
                  <a:gd name="connsiteX14" fmla="*/ 107425 w 214224"/>
                  <a:gd name="connsiteY14" fmla="*/ 209246 h 209183"/>
                  <a:gd name="connsiteX15" fmla="*/ 113868 w 214224"/>
                  <a:gd name="connsiteY15" fmla="*/ 198881 h 209183"/>
                  <a:gd name="connsiteX16" fmla="*/ 113868 w 214224"/>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224" h="209183">
                    <a:moveTo>
                      <a:pt x="113868" y="110936"/>
                    </a:moveTo>
                    <a:lnTo>
                      <a:pt x="203745" y="110936"/>
                    </a:lnTo>
                    <a:cubicBezTo>
                      <a:pt x="208255" y="110936"/>
                      <a:pt x="214376" y="110936"/>
                      <a:pt x="214376" y="104654"/>
                    </a:cubicBezTo>
                    <a:cubicBezTo>
                      <a:pt x="214376" y="98373"/>
                      <a:pt x="208255" y="98373"/>
                      <a:pt x="203745" y="98373"/>
                    </a:cubicBezTo>
                    <a:lnTo>
                      <a:pt x="113868" y="98373"/>
                    </a:lnTo>
                    <a:lnTo>
                      <a:pt x="113868" y="10428"/>
                    </a:lnTo>
                    <a:cubicBezTo>
                      <a:pt x="113868" y="6030"/>
                      <a:pt x="113868" y="63"/>
                      <a:pt x="107425" y="63"/>
                    </a:cubicBezTo>
                    <a:cubicBezTo>
                      <a:pt x="100982" y="63"/>
                      <a:pt x="100982" y="6030"/>
                      <a:pt x="100982" y="10428"/>
                    </a:cubicBezTo>
                    <a:lnTo>
                      <a:pt x="100982" y="98373"/>
                    </a:lnTo>
                    <a:lnTo>
                      <a:pt x="10782" y="98373"/>
                    </a:lnTo>
                    <a:cubicBezTo>
                      <a:pt x="6272" y="98373"/>
                      <a:pt x="151" y="98373"/>
                      <a:pt x="151" y="104654"/>
                    </a:cubicBezTo>
                    <a:cubicBezTo>
                      <a:pt x="151" y="110936"/>
                      <a:pt x="6272" y="110936"/>
                      <a:pt x="10782" y="110936"/>
                    </a:cubicBezTo>
                    <a:lnTo>
                      <a:pt x="100982" y="110936"/>
                    </a:lnTo>
                    <a:lnTo>
                      <a:pt x="100982" y="198881"/>
                    </a:lnTo>
                    <a:cubicBezTo>
                      <a:pt x="100982" y="203278"/>
                      <a:pt x="100982" y="209246"/>
                      <a:pt x="107425" y="209246"/>
                    </a:cubicBezTo>
                    <a:cubicBezTo>
                      <a:pt x="113868" y="209246"/>
                      <a:pt x="113868" y="203278"/>
                      <a:pt x="113868" y="198881"/>
                    </a:cubicBezTo>
                    <a:lnTo>
                      <a:pt x="113868" y="11093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7" name="Freeform: Shape 56">
                <a:extLst>
                  <a:ext uri="{FF2B5EF4-FFF2-40B4-BE49-F238E27FC236}">
                    <a16:creationId xmlns:a16="http://schemas.microsoft.com/office/drawing/2014/main" id="{FCEC67DB-CE5F-1DE7-0082-6F4164BB181E}"/>
                  </a:ext>
                </a:extLst>
              </p:cNvPr>
              <p:cNvSpPr/>
              <p:nvPr>
                <p:custDataLst>
                  <p:tags r:id="rId59"/>
                </p:custDataLst>
              </p:nvPr>
            </p:nvSpPr>
            <p:spPr>
              <a:xfrm>
                <a:off x="6982688" y="4798769"/>
                <a:ext cx="233803" cy="213580"/>
              </a:xfrm>
              <a:custGeom>
                <a:avLst/>
                <a:gdLst>
                  <a:gd name="connsiteX0" fmla="*/ 215997 w 233803"/>
                  <a:gd name="connsiteY0" fmla="*/ 140461 h 213580"/>
                  <a:gd name="connsiteX1" fmla="*/ 217608 w 233803"/>
                  <a:gd name="connsiteY1" fmla="*/ 136063 h 213580"/>
                  <a:gd name="connsiteX2" fmla="*/ 213742 w 233803"/>
                  <a:gd name="connsiteY2" fmla="*/ 132608 h 213580"/>
                  <a:gd name="connsiteX3" fmla="*/ 209554 w 233803"/>
                  <a:gd name="connsiteY3" fmla="*/ 136377 h 213580"/>
                  <a:gd name="connsiteX4" fmla="*/ 121609 w 233803"/>
                  <a:gd name="connsiteY4" fmla="*/ 203907 h 213580"/>
                  <a:gd name="connsiteX5" fmla="*/ 74576 w 233803"/>
                  <a:gd name="connsiteY5" fmla="*/ 203907 h 213580"/>
                  <a:gd name="connsiteX6" fmla="*/ 67489 w 233803"/>
                  <a:gd name="connsiteY6" fmla="*/ 203593 h 213580"/>
                  <a:gd name="connsiteX7" fmla="*/ 63301 w 233803"/>
                  <a:gd name="connsiteY7" fmla="*/ 200452 h 213580"/>
                  <a:gd name="connsiteX8" fmla="*/ 64912 w 233803"/>
                  <a:gd name="connsiteY8" fmla="*/ 193228 h 213580"/>
                  <a:gd name="connsiteX9" fmla="*/ 86818 w 233803"/>
                  <a:gd name="connsiteY9" fmla="*/ 107481 h 213580"/>
                  <a:gd name="connsiteX10" fmla="*/ 118710 w 233803"/>
                  <a:gd name="connsiteY10" fmla="*/ 107481 h 213580"/>
                  <a:gd name="connsiteX11" fmla="*/ 146092 w 233803"/>
                  <a:gd name="connsiteY11" fmla="*/ 121929 h 213580"/>
                  <a:gd name="connsiteX12" fmla="*/ 143837 w 233803"/>
                  <a:gd name="connsiteY12" fmla="*/ 137320 h 213580"/>
                  <a:gd name="connsiteX13" fmla="*/ 142870 w 233803"/>
                  <a:gd name="connsiteY13" fmla="*/ 140775 h 213580"/>
                  <a:gd name="connsiteX14" fmla="*/ 147058 w 233803"/>
                  <a:gd name="connsiteY14" fmla="*/ 144230 h 213580"/>
                  <a:gd name="connsiteX15" fmla="*/ 151890 w 233803"/>
                  <a:gd name="connsiteY15" fmla="*/ 137948 h 213580"/>
                  <a:gd name="connsiteX16" fmla="*/ 170253 w 233803"/>
                  <a:gd name="connsiteY16" fmla="*/ 64451 h 213580"/>
                  <a:gd name="connsiteX17" fmla="*/ 166387 w 233803"/>
                  <a:gd name="connsiteY17" fmla="*/ 60996 h 213580"/>
                  <a:gd name="connsiteX18" fmla="*/ 161877 w 233803"/>
                  <a:gd name="connsiteY18" fmla="*/ 66650 h 213580"/>
                  <a:gd name="connsiteX19" fmla="*/ 119676 w 233803"/>
                  <a:gd name="connsiteY19" fmla="*/ 97744 h 213580"/>
                  <a:gd name="connsiteX20" fmla="*/ 89395 w 233803"/>
                  <a:gd name="connsiteY20" fmla="*/ 97744 h 213580"/>
                  <a:gd name="connsiteX21" fmla="*/ 108723 w 233803"/>
                  <a:gd name="connsiteY21" fmla="*/ 22049 h 213580"/>
                  <a:gd name="connsiteX22" fmla="*/ 126119 w 233803"/>
                  <a:gd name="connsiteY22" fmla="*/ 9800 h 213580"/>
                  <a:gd name="connsiteX23" fmla="*/ 171541 w 233803"/>
                  <a:gd name="connsiteY23" fmla="*/ 9800 h 213580"/>
                  <a:gd name="connsiteX24" fmla="*/ 220507 w 233803"/>
                  <a:gd name="connsiteY24" fmla="*/ 44663 h 213580"/>
                  <a:gd name="connsiteX25" fmla="*/ 219218 w 233803"/>
                  <a:gd name="connsiteY25" fmla="*/ 61310 h 213580"/>
                  <a:gd name="connsiteX26" fmla="*/ 218896 w 233803"/>
                  <a:gd name="connsiteY26" fmla="*/ 66964 h 213580"/>
                  <a:gd name="connsiteX27" fmla="*/ 222762 w 233803"/>
                  <a:gd name="connsiteY27" fmla="*/ 70733 h 213580"/>
                  <a:gd name="connsiteX28" fmla="*/ 227272 w 233803"/>
                  <a:gd name="connsiteY28" fmla="*/ 62881 h 213580"/>
                  <a:gd name="connsiteX29" fmla="*/ 233715 w 233803"/>
                  <a:gd name="connsiteY29" fmla="*/ 8543 h 213580"/>
                  <a:gd name="connsiteX30" fmla="*/ 225017 w 233803"/>
                  <a:gd name="connsiteY30" fmla="*/ 63 h 213580"/>
                  <a:gd name="connsiteX31" fmla="*/ 62335 w 233803"/>
                  <a:gd name="connsiteY31" fmla="*/ 63 h 213580"/>
                  <a:gd name="connsiteX32" fmla="*/ 52671 w 233803"/>
                  <a:gd name="connsiteY32" fmla="*/ 6345 h 213580"/>
                  <a:gd name="connsiteX33" fmla="*/ 61691 w 233803"/>
                  <a:gd name="connsiteY33" fmla="*/ 9800 h 213580"/>
                  <a:gd name="connsiteX34" fmla="*/ 82630 w 233803"/>
                  <a:gd name="connsiteY34" fmla="*/ 15453 h 213580"/>
                  <a:gd name="connsiteX35" fmla="*/ 81019 w 233803"/>
                  <a:gd name="connsiteY35" fmla="*/ 22991 h 213580"/>
                  <a:gd name="connsiteX36" fmla="*/ 38496 w 233803"/>
                  <a:gd name="connsiteY36" fmla="*/ 189144 h 213580"/>
                  <a:gd name="connsiteX37" fmla="*/ 9181 w 233803"/>
                  <a:gd name="connsiteY37" fmla="*/ 203907 h 213580"/>
                  <a:gd name="connsiteX38" fmla="*/ 161 w 233803"/>
                  <a:gd name="connsiteY38" fmla="*/ 209874 h 213580"/>
                  <a:gd name="connsiteX39" fmla="*/ 9181 w 233803"/>
                  <a:gd name="connsiteY39" fmla="*/ 213643 h 213580"/>
                  <a:gd name="connsiteX40" fmla="*/ 176373 w 233803"/>
                  <a:gd name="connsiteY40" fmla="*/ 213643 h 213580"/>
                  <a:gd name="connsiteX41" fmla="*/ 186360 w 233803"/>
                  <a:gd name="connsiteY41" fmla="*/ 208304 h 213580"/>
                  <a:gd name="connsiteX42" fmla="*/ 215997 w 233803"/>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3803" h="213580">
                    <a:moveTo>
                      <a:pt x="215997" y="140461"/>
                    </a:moveTo>
                    <a:cubicBezTo>
                      <a:pt x="216641" y="138890"/>
                      <a:pt x="217608" y="136692"/>
                      <a:pt x="217608" y="136063"/>
                    </a:cubicBezTo>
                    <a:cubicBezTo>
                      <a:pt x="217608" y="135749"/>
                      <a:pt x="217608" y="132608"/>
                      <a:pt x="213742" y="132608"/>
                    </a:cubicBezTo>
                    <a:cubicBezTo>
                      <a:pt x="210843" y="132608"/>
                      <a:pt x="210198" y="134493"/>
                      <a:pt x="209554" y="136377"/>
                    </a:cubicBezTo>
                    <a:cubicBezTo>
                      <a:pt x="188615" y="182863"/>
                      <a:pt x="176695" y="203907"/>
                      <a:pt x="121609" y="203907"/>
                    </a:cubicBezTo>
                    <a:lnTo>
                      <a:pt x="74576" y="203907"/>
                    </a:lnTo>
                    <a:cubicBezTo>
                      <a:pt x="70066" y="203907"/>
                      <a:pt x="69422" y="203907"/>
                      <a:pt x="67489" y="203593"/>
                    </a:cubicBezTo>
                    <a:cubicBezTo>
                      <a:pt x="64268" y="203278"/>
                      <a:pt x="63301" y="202964"/>
                      <a:pt x="63301" y="200452"/>
                    </a:cubicBezTo>
                    <a:cubicBezTo>
                      <a:pt x="63301" y="199509"/>
                      <a:pt x="63301" y="198881"/>
                      <a:pt x="64912" y="193228"/>
                    </a:cubicBezTo>
                    <a:lnTo>
                      <a:pt x="86818" y="107481"/>
                    </a:lnTo>
                    <a:lnTo>
                      <a:pt x="118710" y="107481"/>
                    </a:lnTo>
                    <a:cubicBezTo>
                      <a:pt x="146092" y="107481"/>
                      <a:pt x="146092" y="114077"/>
                      <a:pt x="146092" y="121929"/>
                    </a:cubicBezTo>
                    <a:cubicBezTo>
                      <a:pt x="146092" y="124128"/>
                      <a:pt x="146092" y="127897"/>
                      <a:pt x="143837" y="137320"/>
                    </a:cubicBezTo>
                    <a:cubicBezTo>
                      <a:pt x="143193" y="138890"/>
                      <a:pt x="142870" y="139832"/>
                      <a:pt x="142870" y="140775"/>
                    </a:cubicBezTo>
                    <a:cubicBezTo>
                      <a:pt x="142870" y="142345"/>
                      <a:pt x="144159" y="144230"/>
                      <a:pt x="147058" y="144230"/>
                    </a:cubicBezTo>
                    <a:cubicBezTo>
                      <a:pt x="149635" y="144230"/>
                      <a:pt x="150602" y="142659"/>
                      <a:pt x="151890" y="137948"/>
                    </a:cubicBezTo>
                    <a:lnTo>
                      <a:pt x="170253" y="64451"/>
                    </a:lnTo>
                    <a:cubicBezTo>
                      <a:pt x="170253" y="62566"/>
                      <a:pt x="168642" y="60996"/>
                      <a:pt x="166387" y="60996"/>
                    </a:cubicBezTo>
                    <a:cubicBezTo>
                      <a:pt x="163488" y="60996"/>
                      <a:pt x="162843" y="62881"/>
                      <a:pt x="161877" y="66650"/>
                    </a:cubicBezTo>
                    <a:cubicBezTo>
                      <a:pt x="155112" y="90520"/>
                      <a:pt x="149313" y="97744"/>
                      <a:pt x="119676" y="97744"/>
                    </a:cubicBezTo>
                    <a:lnTo>
                      <a:pt x="89395" y="97744"/>
                    </a:lnTo>
                    <a:lnTo>
                      <a:pt x="108723" y="22049"/>
                    </a:lnTo>
                    <a:cubicBezTo>
                      <a:pt x="111623" y="11056"/>
                      <a:pt x="111945" y="9800"/>
                      <a:pt x="126119" y="9800"/>
                    </a:cubicBezTo>
                    <a:lnTo>
                      <a:pt x="171541" y="9800"/>
                    </a:lnTo>
                    <a:cubicBezTo>
                      <a:pt x="210843" y="9800"/>
                      <a:pt x="220507" y="18908"/>
                      <a:pt x="220507" y="44663"/>
                    </a:cubicBezTo>
                    <a:cubicBezTo>
                      <a:pt x="220507" y="52202"/>
                      <a:pt x="220507" y="52830"/>
                      <a:pt x="219218" y="61310"/>
                    </a:cubicBezTo>
                    <a:cubicBezTo>
                      <a:pt x="219218" y="63195"/>
                      <a:pt x="218896" y="65393"/>
                      <a:pt x="218896" y="66964"/>
                    </a:cubicBezTo>
                    <a:cubicBezTo>
                      <a:pt x="218896" y="68534"/>
                      <a:pt x="219863" y="70733"/>
                      <a:pt x="222762" y="70733"/>
                    </a:cubicBezTo>
                    <a:cubicBezTo>
                      <a:pt x="226305" y="70733"/>
                      <a:pt x="226628" y="68848"/>
                      <a:pt x="227272" y="62881"/>
                    </a:cubicBezTo>
                    <a:lnTo>
                      <a:pt x="233715" y="8543"/>
                    </a:lnTo>
                    <a:cubicBezTo>
                      <a:pt x="234681" y="63"/>
                      <a:pt x="233070" y="63"/>
                      <a:pt x="225017" y="63"/>
                    </a:cubicBezTo>
                    <a:lnTo>
                      <a:pt x="62335" y="63"/>
                    </a:lnTo>
                    <a:cubicBezTo>
                      <a:pt x="55892" y="63"/>
                      <a:pt x="52671" y="63"/>
                      <a:pt x="52671" y="6345"/>
                    </a:cubicBezTo>
                    <a:cubicBezTo>
                      <a:pt x="52671" y="9800"/>
                      <a:pt x="55570" y="9800"/>
                      <a:pt x="61691" y="9800"/>
                    </a:cubicBezTo>
                    <a:cubicBezTo>
                      <a:pt x="73610" y="9800"/>
                      <a:pt x="82630" y="9800"/>
                      <a:pt x="82630" y="15453"/>
                    </a:cubicBezTo>
                    <a:cubicBezTo>
                      <a:pt x="82630" y="16709"/>
                      <a:pt x="82630" y="17338"/>
                      <a:pt x="81019" y="22991"/>
                    </a:cubicBezTo>
                    <a:lnTo>
                      <a:pt x="38496" y="189144"/>
                    </a:lnTo>
                    <a:cubicBezTo>
                      <a:pt x="35275" y="201394"/>
                      <a:pt x="34631" y="203907"/>
                      <a:pt x="9181" y="203907"/>
                    </a:cubicBezTo>
                    <a:cubicBezTo>
                      <a:pt x="3705" y="203907"/>
                      <a:pt x="161" y="203907"/>
                      <a:pt x="161" y="209874"/>
                    </a:cubicBezTo>
                    <a:cubicBezTo>
                      <a:pt x="161" y="213643"/>
                      <a:pt x="3061" y="213643"/>
                      <a:pt x="9181" y="213643"/>
                    </a:cubicBezTo>
                    <a:lnTo>
                      <a:pt x="176373" y="213643"/>
                    </a:lnTo>
                    <a:cubicBezTo>
                      <a:pt x="183783" y="213643"/>
                      <a:pt x="184105" y="213329"/>
                      <a:pt x="186360" y="208304"/>
                    </a:cubicBezTo>
                    <a:lnTo>
                      <a:pt x="215997"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8" name="Freeform: Shape 57">
                <a:extLst>
                  <a:ext uri="{FF2B5EF4-FFF2-40B4-BE49-F238E27FC236}">
                    <a16:creationId xmlns:a16="http://schemas.microsoft.com/office/drawing/2014/main" id="{E2F0BF40-61A6-64E7-8385-837C5D723DA8}"/>
                  </a:ext>
                </a:extLst>
              </p:cNvPr>
              <p:cNvSpPr/>
              <p:nvPr>
                <p:custDataLst>
                  <p:tags r:id="rId60"/>
                </p:custDataLst>
              </p:nvPr>
            </p:nvSpPr>
            <p:spPr>
              <a:xfrm>
                <a:off x="7264831" y="4776782"/>
                <a:ext cx="44133" cy="314089"/>
              </a:xfrm>
              <a:custGeom>
                <a:avLst/>
                <a:gdLst>
                  <a:gd name="connsiteX0" fmla="*/ 44303 w 44133"/>
                  <a:gd name="connsiteY0" fmla="*/ 314152 h 314089"/>
                  <a:gd name="connsiteX1" fmla="*/ 44303 w 44133"/>
                  <a:gd name="connsiteY1" fmla="*/ 301588 h 314089"/>
                  <a:gd name="connsiteX2" fmla="*/ 13055 w 44133"/>
                  <a:gd name="connsiteY2" fmla="*/ 301588 h 314089"/>
                  <a:gd name="connsiteX3" fmla="*/ 13055 w 44133"/>
                  <a:gd name="connsiteY3" fmla="*/ 12626 h 314089"/>
                  <a:gd name="connsiteX4" fmla="*/ 44303 w 44133"/>
                  <a:gd name="connsiteY4" fmla="*/ 12626 h 314089"/>
                  <a:gd name="connsiteX5" fmla="*/ 44303 w 44133"/>
                  <a:gd name="connsiteY5" fmla="*/ 63 h 314089"/>
                  <a:gd name="connsiteX6" fmla="*/ 169 w 44133"/>
                  <a:gd name="connsiteY6" fmla="*/ 63 h 314089"/>
                  <a:gd name="connsiteX7" fmla="*/ 169 w 44133"/>
                  <a:gd name="connsiteY7" fmla="*/ 314152 h 314089"/>
                  <a:gd name="connsiteX8" fmla="*/ 44303 w 44133"/>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303" y="314152"/>
                    </a:moveTo>
                    <a:lnTo>
                      <a:pt x="44303" y="301588"/>
                    </a:lnTo>
                    <a:lnTo>
                      <a:pt x="13055" y="301588"/>
                    </a:lnTo>
                    <a:lnTo>
                      <a:pt x="13055" y="12626"/>
                    </a:lnTo>
                    <a:lnTo>
                      <a:pt x="44303" y="12626"/>
                    </a:lnTo>
                    <a:lnTo>
                      <a:pt x="44303" y="63"/>
                    </a:lnTo>
                    <a:lnTo>
                      <a:pt x="169" y="63"/>
                    </a:lnTo>
                    <a:lnTo>
                      <a:pt x="169" y="314152"/>
                    </a:lnTo>
                    <a:lnTo>
                      <a:pt x="44303"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59" name="Freeform: Shape 58">
                <a:extLst>
                  <a:ext uri="{FF2B5EF4-FFF2-40B4-BE49-F238E27FC236}">
                    <a16:creationId xmlns:a16="http://schemas.microsoft.com/office/drawing/2014/main" id="{55891BBD-C4C0-5E75-3920-86E941B24BDC}"/>
                  </a:ext>
                </a:extLst>
              </p:cNvPr>
              <p:cNvSpPr/>
              <p:nvPr>
                <p:custDataLst>
                  <p:tags r:id="rId61"/>
                </p:custDataLst>
              </p:nvPr>
            </p:nvSpPr>
            <p:spPr>
              <a:xfrm>
                <a:off x="7325926" y="4790602"/>
                <a:ext cx="175608" cy="282680"/>
              </a:xfrm>
              <a:custGeom>
                <a:avLst/>
                <a:gdLst>
                  <a:gd name="connsiteX0" fmla="*/ 175781 w 175608"/>
                  <a:gd name="connsiteY0" fmla="*/ 43093 h 282680"/>
                  <a:gd name="connsiteX1" fmla="*/ 131969 w 175608"/>
                  <a:gd name="connsiteY1" fmla="*/ 63 h 282680"/>
                  <a:gd name="connsiteX2" fmla="*/ 92990 w 175608"/>
                  <a:gd name="connsiteY2" fmla="*/ 13255 h 282680"/>
                  <a:gd name="connsiteX3" fmla="*/ 51434 w 175608"/>
                  <a:gd name="connsiteY3" fmla="*/ 80155 h 282680"/>
                  <a:gd name="connsiteX4" fmla="*/ 213 w 175608"/>
                  <a:gd name="connsiteY4" fmla="*/ 279602 h 282680"/>
                  <a:gd name="connsiteX5" fmla="*/ 4079 w 175608"/>
                  <a:gd name="connsiteY5" fmla="*/ 282743 h 282680"/>
                  <a:gd name="connsiteX6" fmla="*/ 7944 w 175608"/>
                  <a:gd name="connsiteY6" fmla="*/ 281173 h 282680"/>
                  <a:gd name="connsiteX7" fmla="*/ 30494 w 175608"/>
                  <a:gd name="connsiteY7" fmla="*/ 194484 h 282680"/>
                  <a:gd name="connsiteX8" fmla="*/ 74306 w 175608"/>
                  <a:gd name="connsiteY8" fmla="*/ 224951 h 282680"/>
                  <a:gd name="connsiteX9" fmla="*/ 136479 w 175608"/>
                  <a:gd name="connsiteY9" fmla="*/ 200138 h 282680"/>
                  <a:gd name="connsiteX10" fmla="*/ 162251 w 175608"/>
                  <a:gd name="connsiteY10" fmla="*/ 142345 h 282680"/>
                  <a:gd name="connsiteX11" fmla="*/ 138734 w 175608"/>
                  <a:gd name="connsiteY11" fmla="*/ 95546 h 282680"/>
                  <a:gd name="connsiteX12" fmla="*/ 175781 w 175608"/>
                  <a:gd name="connsiteY12" fmla="*/ 43093 h 282680"/>
                  <a:gd name="connsiteX13" fmla="*/ 117795 w 175608"/>
                  <a:gd name="connsiteY13" fmla="*/ 95232 h 282680"/>
                  <a:gd name="connsiteX14" fmla="*/ 102332 w 175608"/>
                  <a:gd name="connsiteY14" fmla="*/ 97430 h 282680"/>
                  <a:gd name="connsiteX15" fmla="*/ 88158 w 175608"/>
                  <a:gd name="connsiteY15" fmla="*/ 96174 h 282680"/>
                  <a:gd name="connsiteX16" fmla="*/ 103943 w 175608"/>
                  <a:gd name="connsiteY16" fmla="*/ 93661 h 282680"/>
                  <a:gd name="connsiteX17" fmla="*/ 117795 w 175608"/>
                  <a:gd name="connsiteY17" fmla="*/ 95232 h 282680"/>
                  <a:gd name="connsiteX18" fmla="*/ 157741 w 175608"/>
                  <a:gd name="connsiteY18" fmla="*/ 35869 h 282680"/>
                  <a:gd name="connsiteX19" fmla="*/ 128748 w 175608"/>
                  <a:gd name="connsiteY19" fmla="*/ 90206 h 282680"/>
                  <a:gd name="connsiteX20" fmla="*/ 103943 w 175608"/>
                  <a:gd name="connsiteY20" fmla="*/ 86437 h 282680"/>
                  <a:gd name="connsiteX21" fmla="*/ 79138 w 175608"/>
                  <a:gd name="connsiteY21" fmla="*/ 96488 h 282680"/>
                  <a:gd name="connsiteX22" fmla="*/ 101366 w 175608"/>
                  <a:gd name="connsiteY22" fmla="*/ 104340 h 282680"/>
                  <a:gd name="connsiteX23" fmla="*/ 127781 w 175608"/>
                  <a:gd name="connsiteY23" fmla="*/ 100257 h 282680"/>
                  <a:gd name="connsiteX24" fmla="*/ 141956 w 175608"/>
                  <a:gd name="connsiteY24" fmla="*/ 135749 h 282680"/>
                  <a:gd name="connsiteX25" fmla="*/ 125848 w 175608"/>
                  <a:gd name="connsiteY25" fmla="*/ 189773 h 282680"/>
                  <a:gd name="connsiteX26" fmla="*/ 73339 w 175608"/>
                  <a:gd name="connsiteY26" fmla="*/ 218041 h 282680"/>
                  <a:gd name="connsiteX27" fmla="*/ 36615 w 175608"/>
                  <a:gd name="connsiteY27" fmla="*/ 177523 h 282680"/>
                  <a:gd name="connsiteX28" fmla="*/ 38226 w 175608"/>
                  <a:gd name="connsiteY28" fmla="*/ 163703 h 282680"/>
                  <a:gd name="connsiteX29" fmla="*/ 58843 w 175608"/>
                  <a:gd name="connsiteY29" fmla="*/ 84239 h 282680"/>
                  <a:gd name="connsiteX30" fmla="*/ 127781 w 175608"/>
                  <a:gd name="connsiteY30" fmla="*/ 7287 h 282680"/>
                  <a:gd name="connsiteX31" fmla="*/ 157741 w 175608"/>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82680">
                    <a:moveTo>
                      <a:pt x="175781" y="43093"/>
                    </a:moveTo>
                    <a:cubicBezTo>
                      <a:pt x="175781" y="19536"/>
                      <a:pt x="158063" y="63"/>
                      <a:pt x="131969" y="63"/>
                    </a:cubicBezTo>
                    <a:cubicBezTo>
                      <a:pt x="113285" y="63"/>
                      <a:pt x="104265" y="5088"/>
                      <a:pt x="92990" y="13255"/>
                    </a:cubicBezTo>
                    <a:cubicBezTo>
                      <a:pt x="75272" y="25818"/>
                      <a:pt x="57554" y="56285"/>
                      <a:pt x="51434" y="80155"/>
                    </a:cubicBezTo>
                    <a:lnTo>
                      <a:pt x="213" y="279602"/>
                    </a:lnTo>
                    <a:cubicBezTo>
                      <a:pt x="-109" y="280858"/>
                      <a:pt x="1501" y="282743"/>
                      <a:pt x="4079" y="282743"/>
                    </a:cubicBezTo>
                    <a:cubicBezTo>
                      <a:pt x="6656" y="282743"/>
                      <a:pt x="7622" y="282115"/>
                      <a:pt x="7944" y="281173"/>
                    </a:cubicBezTo>
                    <a:lnTo>
                      <a:pt x="30494" y="194484"/>
                    </a:lnTo>
                    <a:cubicBezTo>
                      <a:pt x="36615" y="213329"/>
                      <a:pt x="50789" y="224951"/>
                      <a:pt x="74306" y="224951"/>
                    </a:cubicBezTo>
                    <a:cubicBezTo>
                      <a:pt x="97822" y="224951"/>
                      <a:pt x="121983" y="213958"/>
                      <a:pt x="136479" y="200138"/>
                    </a:cubicBezTo>
                    <a:cubicBezTo>
                      <a:pt x="151942" y="185689"/>
                      <a:pt x="162251" y="165588"/>
                      <a:pt x="162251" y="142345"/>
                    </a:cubicBezTo>
                    <a:cubicBezTo>
                      <a:pt x="162251" y="119731"/>
                      <a:pt x="150331" y="103398"/>
                      <a:pt x="138734" y="95546"/>
                    </a:cubicBezTo>
                    <a:cubicBezTo>
                      <a:pt x="157418" y="85181"/>
                      <a:pt x="175781" y="65707"/>
                      <a:pt x="175781" y="43093"/>
                    </a:cubicBezTo>
                    <a:close/>
                    <a:moveTo>
                      <a:pt x="117795" y="95232"/>
                    </a:moveTo>
                    <a:cubicBezTo>
                      <a:pt x="113607" y="96802"/>
                      <a:pt x="110063" y="97430"/>
                      <a:pt x="102332" y="97430"/>
                    </a:cubicBezTo>
                    <a:cubicBezTo>
                      <a:pt x="97822" y="97430"/>
                      <a:pt x="91379" y="97745"/>
                      <a:pt x="88158" y="96174"/>
                    </a:cubicBezTo>
                    <a:cubicBezTo>
                      <a:pt x="88802" y="93033"/>
                      <a:pt x="100399" y="93661"/>
                      <a:pt x="103943" y="93661"/>
                    </a:cubicBezTo>
                    <a:cubicBezTo>
                      <a:pt x="110708" y="93661"/>
                      <a:pt x="113607" y="93661"/>
                      <a:pt x="117795" y="95232"/>
                    </a:cubicBezTo>
                    <a:close/>
                    <a:moveTo>
                      <a:pt x="157741" y="35869"/>
                    </a:moveTo>
                    <a:cubicBezTo>
                      <a:pt x="157741" y="57855"/>
                      <a:pt x="145499" y="80470"/>
                      <a:pt x="128748" y="90206"/>
                    </a:cubicBezTo>
                    <a:cubicBezTo>
                      <a:pt x="120050" y="87065"/>
                      <a:pt x="113607" y="86437"/>
                      <a:pt x="103943" y="86437"/>
                    </a:cubicBezTo>
                    <a:cubicBezTo>
                      <a:pt x="97178" y="86437"/>
                      <a:pt x="79138" y="86123"/>
                      <a:pt x="79138" y="96488"/>
                    </a:cubicBezTo>
                    <a:cubicBezTo>
                      <a:pt x="78816" y="105283"/>
                      <a:pt x="95567" y="104340"/>
                      <a:pt x="101366" y="104340"/>
                    </a:cubicBezTo>
                    <a:cubicBezTo>
                      <a:pt x="113285" y="104340"/>
                      <a:pt x="118117" y="104026"/>
                      <a:pt x="127781" y="100257"/>
                    </a:cubicBezTo>
                    <a:cubicBezTo>
                      <a:pt x="140023" y="111564"/>
                      <a:pt x="141633" y="121301"/>
                      <a:pt x="141956" y="135749"/>
                    </a:cubicBezTo>
                    <a:cubicBezTo>
                      <a:pt x="142600" y="153966"/>
                      <a:pt x="134868" y="177523"/>
                      <a:pt x="125848" y="189773"/>
                    </a:cubicBezTo>
                    <a:cubicBezTo>
                      <a:pt x="113285" y="206733"/>
                      <a:pt x="91701" y="218041"/>
                      <a:pt x="73339" y="218041"/>
                    </a:cubicBezTo>
                    <a:cubicBezTo>
                      <a:pt x="48856" y="218041"/>
                      <a:pt x="36615" y="199823"/>
                      <a:pt x="36615" y="177523"/>
                    </a:cubicBezTo>
                    <a:cubicBezTo>
                      <a:pt x="36615" y="174382"/>
                      <a:pt x="36615" y="169671"/>
                      <a:pt x="38226" y="163703"/>
                    </a:cubicBezTo>
                    <a:lnTo>
                      <a:pt x="58843" y="84239"/>
                    </a:lnTo>
                    <a:cubicBezTo>
                      <a:pt x="65930" y="57227"/>
                      <a:pt x="89124" y="7287"/>
                      <a:pt x="127781" y="7287"/>
                    </a:cubicBezTo>
                    <a:cubicBezTo>
                      <a:pt x="146466" y="7287"/>
                      <a:pt x="157741" y="17024"/>
                      <a:pt x="157741"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60" name="Freeform: Shape 59">
                <a:extLst>
                  <a:ext uri="{FF2B5EF4-FFF2-40B4-BE49-F238E27FC236}">
                    <a16:creationId xmlns:a16="http://schemas.microsoft.com/office/drawing/2014/main" id="{C126C1F0-1A4E-8182-EB97-876493E16C94}"/>
                  </a:ext>
                </a:extLst>
              </p:cNvPr>
              <p:cNvSpPr/>
              <p:nvPr>
                <p:custDataLst>
                  <p:tags r:id="rId62"/>
                </p:custDataLst>
              </p:nvPr>
            </p:nvSpPr>
            <p:spPr>
              <a:xfrm>
                <a:off x="7523094" y="4913473"/>
                <a:ext cx="82081" cy="145988"/>
              </a:xfrm>
              <a:custGeom>
                <a:avLst/>
                <a:gdLst>
                  <a:gd name="connsiteX0" fmla="*/ 51141 w 82081"/>
                  <a:gd name="connsiteY0" fmla="*/ 6220 h 145988"/>
                  <a:gd name="connsiteX1" fmla="*/ 44376 w 82081"/>
                  <a:gd name="connsiteY1" fmla="*/ 64 h 145988"/>
                  <a:gd name="connsiteX2" fmla="*/ 178 w 82081"/>
                  <a:gd name="connsiteY2" fmla="*/ 14135 h 145988"/>
                  <a:gd name="connsiteX3" fmla="*/ 178 w 82081"/>
                  <a:gd name="connsiteY3" fmla="*/ 22051 h 145988"/>
                  <a:gd name="connsiteX4" fmla="*/ 32875 w 82081"/>
                  <a:gd name="connsiteY4" fmla="*/ 15894 h 145988"/>
                  <a:gd name="connsiteX5" fmla="*/ 32875 w 82081"/>
                  <a:gd name="connsiteY5" fmla="*/ 128024 h 145988"/>
                  <a:gd name="connsiteX6" fmla="*/ 10325 w 82081"/>
                  <a:gd name="connsiteY6" fmla="*/ 138138 h 145988"/>
                  <a:gd name="connsiteX7" fmla="*/ 1756 w 82081"/>
                  <a:gd name="connsiteY7" fmla="*/ 138138 h 145988"/>
                  <a:gd name="connsiteX8" fmla="*/ 1756 w 82081"/>
                  <a:gd name="connsiteY8" fmla="*/ 146053 h 145988"/>
                  <a:gd name="connsiteX9" fmla="*/ 41895 w 82081"/>
                  <a:gd name="connsiteY9" fmla="*/ 145173 h 145988"/>
                  <a:gd name="connsiteX10" fmla="*/ 82260 w 82081"/>
                  <a:gd name="connsiteY10" fmla="*/ 146053 h 145988"/>
                  <a:gd name="connsiteX11" fmla="*/ 82260 w 82081"/>
                  <a:gd name="connsiteY11" fmla="*/ 138138 h 145988"/>
                  <a:gd name="connsiteX12" fmla="*/ 73691 w 82081"/>
                  <a:gd name="connsiteY12" fmla="*/ 138138 h 145988"/>
                  <a:gd name="connsiteX13" fmla="*/ 51141 w 82081"/>
                  <a:gd name="connsiteY13" fmla="*/ 128024 h 145988"/>
                  <a:gd name="connsiteX14" fmla="*/ 51141 w 82081"/>
                  <a:gd name="connsiteY14" fmla="*/ 6220 h 14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081" h="145988">
                    <a:moveTo>
                      <a:pt x="51141" y="6220"/>
                    </a:moveTo>
                    <a:cubicBezTo>
                      <a:pt x="51141" y="284"/>
                      <a:pt x="50690" y="64"/>
                      <a:pt x="44376" y="64"/>
                    </a:cubicBezTo>
                    <a:cubicBezTo>
                      <a:pt x="29944" y="13916"/>
                      <a:pt x="9423" y="14135"/>
                      <a:pt x="178" y="14135"/>
                    </a:cubicBezTo>
                    <a:lnTo>
                      <a:pt x="178" y="22051"/>
                    </a:lnTo>
                    <a:cubicBezTo>
                      <a:pt x="5590" y="22051"/>
                      <a:pt x="20473" y="22051"/>
                      <a:pt x="32875" y="15894"/>
                    </a:cubicBezTo>
                    <a:lnTo>
                      <a:pt x="32875" y="128024"/>
                    </a:lnTo>
                    <a:cubicBezTo>
                      <a:pt x="32875" y="135280"/>
                      <a:pt x="32875" y="138138"/>
                      <a:pt x="10325" y="138138"/>
                    </a:cubicBezTo>
                    <a:lnTo>
                      <a:pt x="1756" y="138138"/>
                    </a:lnTo>
                    <a:lnTo>
                      <a:pt x="1756" y="146053"/>
                    </a:lnTo>
                    <a:cubicBezTo>
                      <a:pt x="5815" y="145833"/>
                      <a:pt x="33552" y="145173"/>
                      <a:pt x="41895" y="145173"/>
                    </a:cubicBezTo>
                    <a:cubicBezTo>
                      <a:pt x="48886" y="145173"/>
                      <a:pt x="77299" y="145833"/>
                      <a:pt x="82260" y="146053"/>
                    </a:cubicBezTo>
                    <a:lnTo>
                      <a:pt x="82260" y="138138"/>
                    </a:lnTo>
                    <a:lnTo>
                      <a:pt x="73691" y="138138"/>
                    </a:lnTo>
                    <a:cubicBezTo>
                      <a:pt x="51141" y="138138"/>
                      <a:pt x="51141" y="135280"/>
                      <a:pt x="51141" y="128024"/>
                    </a:cubicBezTo>
                    <a:lnTo>
                      <a:pt x="51141" y="622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61" name="Freeform: Shape 60">
                <a:extLst>
                  <a:ext uri="{FF2B5EF4-FFF2-40B4-BE49-F238E27FC236}">
                    <a16:creationId xmlns:a16="http://schemas.microsoft.com/office/drawing/2014/main" id="{61A21575-B865-EDEC-FEFF-B8CAF222F5FE}"/>
                  </a:ext>
                </a:extLst>
              </p:cNvPr>
              <p:cNvSpPr/>
              <p:nvPr>
                <p:custDataLst>
                  <p:tags r:id="rId63"/>
                </p:custDataLst>
              </p:nvPr>
            </p:nvSpPr>
            <p:spPr>
              <a:xfrm>
                <a:off x="7652374" y="4873522"/>
                <a:ext cx="160426" cy="142282"/>
              </a:xfrm>
              <a:custGeom>
                <a:avLst/>
                <a:gdLst>
                  <a:gd name="connsiteX0" fmla="*/ 98436 w 160426"/>
                  <a:gd name="connsiteY0" fmla="*/ 44035 h 142282"/>
                  <a:gd name="connsiteX1" fmla="*/ 130328 w 160426"/>
                  <a:gd name="connsiteY1" fmla="*/ 6973 h 142282"/>
                  <a:gd name="connsiteX2" fmla="*/ 146435 w 160426"/>
                  <a:gd name="connsiteY2" fmla="*/ 11056 h 142282"/>
                  <a:gd name="connsiteX3" fmla="*/ 130972 w 160426"/>
                  <a:gd name="connsiteY3" fmla="*/ 28017 h 142282"/>
                  <a:gd name="connsiteX4" fmla="*/ 143213 w 160426"/>
                  <a:gd name="connsiteY4" fmla="*/ 39010 h 142282"/>
                  <a:gd name="connsiteX5" fmla="*/ 160609 w 160426"/>
                  <a:gd name="connsiteY5" fmla="*/ 20793 h 142282"/>
                  <a:gd name="connsiteX6" fmla="*/ 130650 w 160426"/>
                  <a:gd name="connsiteY6" fmla="*/ 63 h 142282"/>
                  <a:gd name="connsiteX7" fmla="*/ 96825 w 160426"/>
                  <a:gd name="connsiteY7" fmla="*/ 23934 h 142282"/>
                  <a:gd name="connsiteX8" fmla="*/ 62033 w 160426"/>
                  <a:gd name="connsiteY8" fmla="*/ 63 h 142282"/>
                  <a:gd name="connsiteX9" fmla="*/ 10169 w 160426"/>
                  <a:gd name="connsiteY9" fmla="*/ 48433 h 142282"/>
                  <a:gd name="connsiteX10" fmla="*/ 14034 w 160426"/>
                  <a:gd name="connsiteY10" fmla="*/ 51573 h 142282"/>
                  <a:gd name="connsiteX11" fmla="*/ 18222 w 160426"/>
                  <a:gd name="connsiteY11" fmla="*/ 48118 h 142282"/>
                  <a:gd name="connsiteX12" fmla="*/ 61389 w 160426"/>
                  <a:gd name="connsiteY12" fmla="*/ 6973 h 142282"/>
                  <a:gd name="connsiteX13" fmla="*/ 78785 w 160426"/>
                  <a:gd name="connsiteY13" fmla="*/ 28017 h 142282"/>
                  <a:gd name="connsiteX14" fmla="*/ 61389 w 160426"/>
                  <a:gd name="connsiteY14" fmla="*/ 102770 h 142282"/>
                  <a:gd name="connsiteX15" fmla="*/ 30786 w 160426"/>
                  <a:gd name="connsiteY15" fmla="*/ 135435 h 142282"/>
                  <a:gd name="connsiteX16" fmla="*/ 14679 w 160426"/>
                  <a:gd name="connsiteY16" fmla="*/ 131352 h 142282"/>
                  <a:gd name="connsiteX17" fmla="*/ 29819 w 160426"/>
                  <a:gd name="connsiteY17" fmla="*/ 114391 h 142282"/>
                  <a:gd name="connsiteX18" fmla="*/ 17900 w 160426"/>
                  <a:gd name="connsiteY18" fmla="*/ 103398 h 142282"/>
                  <a:gd name="connsiteX19" fmla="*/ 182 w 160426"/>
                  <a:gd name="connsiteY19" fmla="*/ 121615 h 142282"/>
                  <a:gd name="connsiteX20" fmla="*/ 30464 w 160426"/>
                  <a:gd name="connsiteY20" fmla="*/ 142345 h 142282"/>
                  <a:gd name="connsiteX21" fmla="*/ 64289 w 160426"/>
                  <a:gd name="connsiteY21" fmla="*/ 118474 h 142282"/>
                  <a:gd name="connsiteX22" fmla="*/ 99080 w 160426"/>
                  <a:gd name="connsiteY22" fmla="*/ 142345 h 142282"/>
                  <a:gd name="connsiteX23" fmla="*/ 150623 w 160426"/>
                  <a:gd name="connsiteY23" fmla="*/ 93975 h 142282"/>
                  <a:gd name="connsiteX24" fmla="*/ 146757 w 160426"/>
                  <a:gd name="connsiteY24" fmla="*/ 90835 h 142282"/>
                  <a:gd name="connsiteX25" fmla="*/ 142569 w 160426"/>
                  <a:gd name="connsiteY25" fmla="*/ 94290 h 142282"/>
                  <a:gd name="connsiteX26" fmla="*/ 99724 w 160426"/>
                  <a:gd name="connsiteY26" fmla="*/ 135435 h 142282"/>
                  <a:gd name="connsiteX27" fmla="*/ 82006 w 160426"/>
                  <a:gd name="connsiteY27" fmla="*/ 114705 h 142282"/>
                  <a:gd name="connsiteX28" fmla="*/ 87483 w 160426"/>
                  <a:gd name="connsiteY28" fmla="*/ 87065 h 142282"/>
                  <a:gd name="connsiteX29" fmla="*/ 98436 w 16042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2282">
                    <a:moveTo>
                      <a:pt x="98436" y="44035"/>
                    </a:moveTo>
                    <a:cubicBezTo>
                      <a:pt x="100368" y="35869"/>
                      <a:pt x="107778" y="6973"/>
                      <a:pt x="130328" y="6973"/>
                    </a:cubicBezTo>
                    <a:cubicBezTo>
                      <a:pt x="131938" y="6973"/>
                      <a:pt x="139670" y="6973"/>
                      <a:pt x="146435" y="11056"/>
                    </a:cubicBezTo>
                    <a:cubicBezTo>
                      <a:pt x="137415" y="12626"/>
                      <a:pt x="130972" y="20479"/>
                      <a:pt x="130972" y="28017"/>
                    </a:cubicBezTo>
                    <a:cubicBezTo>
                      <a:pt x="130972" y="33042"/>
                      <a:pt x="134516" y="39010"/>
                      <a:pt x="143213" y="39010"/>
                    </a:cubicBezTo>
                    <a:cubicBezTo>
                      <a:pt x="150301" y="39010"/>
                      <a:pt x="160609" y="33356"/>
                      <a:pt x="160609" y="20793"/>
                    </a:cubicBezTo>
                    <a:cubicBezTo>
                      <a:pt x="160609" y="4460"/>
                      <a:pt x="141603" y="63"/>
                      <a:pt x="130650" y="63"/>
                    </a:cubicBezTo>
                    <a:cubicBezTo>
                      <a:pt x="111966" y="63"/>
                      <a:pt x="100691" y="16709"/>
                      <a:pt x="96825" y="23934"/>
                    </a:cubicBezTo>
                    <a:cubicBezTo>
                      <a:pt x="88771" y="3204"/>
                      <a:pt x="71376" y="63"/>
                      <a:pt x="62033" y="63"/>
                    </a:cubicBezTo>
                    <a:cubicBezTo>
                      <a:pt x="28531" y="63"/>
                      <a:pt x="10169" y="40580"/>
                      <a:pt x="10169" y="48433"/>
                    </a:cubicBezTo>
                    <a:cubicBezTo>
                      <a:pt x="10169" y="51573"/>
                      <a:pt x="13390" y="51573"/>
                      <a:pt x="14034" y="51573"/>
                    </a:cubicBezTo>
                    <a:cubicBezTo>
                      <a:pt x="16611" y="51573"/>
                      <a:pt x="17578" y="50945"/>
                      <a:pt x="18222" y="48118"/>
                    </a:cubicBezTo>
                    <a:cubicBezTo>
                      <a:pt x="29175" y="14825"/>
                      <a:pt x="50436" y="6973"/>
                      <a:pt x="61389" y="6973"/>
                    </a:cubicBezTo>
                    <a:cubicBezTo>
                      <a:pt x="67510" y="6973"/>
                      <a:pt x="78785" y="9800"/>
                      <a:pt x="78785" y="28017"/>
                    </a:cubicBezTo>
                    <a:cubicBezTo>
                      <a:pt x="78785" y="37753"/>
                      <a:pt x="73309" y="58797"/>
                      <a:pt x="61389" y="102770"/>
                    </a:cubicBezTo>
                    <a:cubicBezTo>
                      <a:pt x="56235" y="122243"/>
                      <a:pt x="44960" y="135435"/>
                      <a:pt x="30786" y="135435"/>
                    </a:cubicBezTo>
                    <a:cubicBezTo>
                      <a:pt x="28853" y="135435"/>
                      <a:pt x="21444" y="135435"/>
                      <a:pt x="14679" y="131352"/>
                    </a:cubicBezTo>
                    <a:cubicBezTo>
                      <a:pt x="22732" y="129782"/>
                      <a:pt x="29819" y="123186"/>
                      <a:pt x="29819" y="114391"/>
                    </a:cubicBezTo>
                    <a:cubicBezTo>
                      <a:pt x="29819" y="105911"/>
                      <a:pt x="22732" y="103398"/>
                      <a:pt x="17900" y="103398"/>
                    </a:cubicBezTo>
                    <a:cubicBezTo>
                      <a:pt x="8236" y="103398"/>
                      <a:pt x="182" y="111564"/>
                      <a:pt x="182" y="121615"/>
                    </a:cubicBezTo>
                    <a:cubicBezTo>
                      <a:pt x="182" y="136063"/>
                      <a:pt x="16289" y="142345"/>
                      <a:pt x="30464" y="142345"/>
                    </a:cubicBezTo>
                    <a:cubicBezTo>
                      <a:pt x="51725" y="142345"/>
                      <a:pt x="63322" y="120359"/>
                      <a:pt x="64289" y="118474"/>
                    </a:cubicBezTo>
                    <a:cubicBezTo>
                      <a:pt x="68154" y="130096"/>
                      <a:pt x="79751" y="142345"/>
                      <a:pt x="99080" y="142345"/>
                    </a:cubicBezTo>
                    <a:cubicBezTo>
                      <a:pt x="132261" y="142345"/>
                      <a:pt x="150623" y="101828"/>
                      <a:pt x="150623" y="93975"/>
                    </a:cubicBezTo>
                    <a:cubicBezTo>
                      <a:pt x="150623" y="90835"/>
                      <a:pt x="147723" y="90835"/>
                      <a:pt x="146757" y="90835"/>
                    </a:cubicBezTo>
                    <a:cubicBezTo>
                      <a:pt x="143858" y="90835"/>
                      <a:pt x="143213" y="92091"/>
                      <a:pt x="142569" y="94290"/>
                    </a:cubicBezTo>
                    <a:cubicBezTo>
                      <a:pt x="131938" y="127897"/>
                      <a:pt x="110033" y="135435"/>
                      <a:pt x="99724" y="135435"/>
                    </a:cubicBezTo>
                    <a:cubicBezTo>
                      <a:pt x="87161" y="135435"/>
                      <a:pt x="82006" y="125384"/>
                      <a:pt x="82006" y="114705"/>
                    </a:cubicBezTo>
                    <a:cubicBezTo>
                      <a:pt x="82006" y="107795"/>
                      <a:pt x="83939" y="100885"/>
                      <a:pt x="87483" y="87065"/>
                    </a:cubicBezTo>
                    <a:lnTo>
                      <a:pt x="98436"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62" name="Freeform: Shape 61">
                <a:extLst>
                  <a:ext uri="{FF2B5EF4-FFF2-40B4-BE49-F238E27FC236}">
                    <a16:creationId xmlns:a16="http://schemas.microsoft.com/office/drawing/2014/main" id="{8611BC61-E9D7-36C2-83BA-F1A4497C0BD3}"/>
                  </a:ext>
                </a:extLst>
              </p:cNvPr>
              <p:cNvSpPr/>
              <p:nvPr>
                <p:custDataLst>
                  <p:tags r:id="rId64"/>
                </p:custDataLst>
              </p:nvPr>
            </p:nvSpPr>
            <p:spPr>
              <a:xfrm>
                <a:off x="7865481" y="4776782"/>
                <a:ext cx="12885" cy="314089"/>
              </a:xfrm>
              <a:custGeom>
                <a:avLst/>
                <a:gdLst>
                  <a:gd name="connsiteX0" fmla="*/ 13074 w 12885"/>
                  <a:gd name="connsiteY0" fmla="*/ 11370 h 314089"/>
                  <a:gd name="connsiteX1" fmla="*/ 6631 w 12885"/>
                  <a:gd name="connsiteY1" fmla="*/ 63 h 314089"/>
                  <a:gd name="connsiteX2" fmla="*/ 188 w 12885"/>
                  <a:gd name="connsiteY2" fmla="*/ 11370 h 314089"/>
                  <a:gd name="connsiteX3" fmla="*/ 188 w 12885"/>
                  <a:gd name="connsiteY3" fmla="*/ 302845 h 314089"/>
                  <a:gd name="connsiteX4" fmla="*/ 6631 w 12885"/>
                  <a:gd name="connsiteY4" fmla="*/ 314152 h 314089"/>
                  <a:gd name="connsiteX5" fmla="*/ 13074 w 12885"/>
                  <a:gd name="connsiteY5" fmla="*/ 302845 h 314089"/>
                  <a:gd name="connsiteX6" fmla="*/ 13074 w 12885"/>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85" h="314089">
                    <a:moveTo>
                      <a:pt x="13074" y="11370"/>
                    </a:moveTo>
                    <a:cubicBezTo>
                      <a:pt x="13074" y="5716"/>
                      <a:pt x="13074" y="63"/>
                      <a:pt x="6631" y="63"/>
                    </a:cubicBezTo>
                    <a:cubicBezTo>
                      <a:pt x="188" y="63"/>
                      <a:pt x="188" y="5716"/>
                      <a:pt x="188" y="11370"/>
                    </a:cubicBezTo>
                    <a:lnTo>
                      <a:pt x="188" y="302845"/>
                    </a:lnTo>
                    <a:cubicBezTo>
                      <a:pt x="188" y="308498"/>
                      <a:pt x="188" y="314152"/>
                      <a:pt x="6631" y="314152"/>
                    </a:cubicBezTo>
                    <a:cubicBezTo>
                      <a:pt x="13074" y="314152"/>
                      <a:pt x="13074" y="308498"/>
                      <a:pt x="13074" y="302845"/>
                    </a:cubicBezTo>
                    <a:lnTo>
                      <a:pt x="13074"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63" name="Freeform: Shape 62">
                <a:extLst>
                  <a:ext uri="{FF2B5EF4-FFF2-40B4-BE49-F238E27FC236}">
                    <a16:creationId xmlns:a16="http://schemas.microsoft.com/office/drawing/2014/main" id="{D4342EC8-AA0F-3FCA-50B5-CF79FEA740A5}"/>
                  </a:ext>
                </a:extLst>
              </p:cNvPr>
              <p:cNvSpPr/>
              <p:nvPr>
                <p:custDataLst>
                  <p:tags r:id="rId65"/>
                </p:custDataLst>
              </p:nvPr>
            </p:nvSpPr>
            <p:spPr>
              <a:xfrm>
                <a:off x="7925972" y="4873522"/>
                <a:ext cx="160426" cy="142282"/>
              </a:xfrm>
              <a:custGeom>
                <a:avLst/>
                <a:gdLst>
                  <a:gd name="connsiteX0" fmla="*/ 98444 w 160426"/>
                  <a:gd name="connsiteY0" fmla="*/ 44035 h 142282"/>
                  <a:gd name="connsiteX1" fmla="*/ 130336 w 160426"/>
                  <a:gd name="connsiteY1" fmla="*/ 6973 h 142282"/>
                  <a:gd name="connsiteX2" fmla="*/ 146443 w 160426"/>
                  <a:gd name="connsiteY2" fmla="*/ 11056 h 142282"/>
                  <a:gd name="connsiteX3" fmla="*/ 130980 w 160426"/>
                  <a:gd name="connsiteY3" fmla="*/ 28017 h 142282"/>
                  <a:gd name="connsiteX4" fmla="*/ 143222 w 160426"/>
                  <a:gd name="connsiteY4" fmla="*/ 39010 h 142282"/>
                  <a:gd name="connsiteX5" fmla="*/ 160618 w 160426"/>
                  <a:gd name="connsiteY5" fmla="*/ 20793 h 142282"/>
                  <a:gd name="connsiteX6" fmla="*/ 130658 w 160426"/>
                  <a:gd name="connsiteY6" fmla="*/ 63 h 142282"/>
                  <a:gd name="connsiteX7" fmla="*/ 96833 w 160426"/>
                  <a:gd name="connsiteY7" fmla="*/ 23934 h 142282"/>
                  <a:gd name="connsiteX8" fmla="*/ 62042 w 160426"/>
                  <a:gd name="connsiteY8" fmla="*/ 63 h 142282"/>
                  <a:gd name="connsiteX9" fmla="*/ 10177 w 160426"/>
                  <a:gd name="connsiteY9" fmla="*/ 48433 h 142282"/>
                  <a:gd name="connsiteX10" fmla="*/ 14043 w 160426"/>
                  <a:gd name="connsiteY10" fmla="*/ 51573 h 142282"/>
                  <a:gd name="connsiteX11" fmla="*/ 18231 w 160426"/>
                  <a:gd name="connsiteY11" fmla="*/ 48118 h 142282"/>
                  <a:gd name="connsiteX12" fmla="*/ 61398 w 160426"/>
                  <a:gd name="connsiteY12" fmla="*/ 6973 h 142282"/>
                  <a:gd name="connsiteX13" fmla="*/ 78793 w 160426"/>
                  <a:gd name="connsiteY13" fmla="*/ 28017 h 142282"/>
                  <a:gd name="connsiteX14" fmla="*/ 61398 w 160426"/>
                  <a:gd name="connsiteY14" fmla="*/ 102770 h 142282"/>
                  <a:gd name="connsiteX15" fmla="*/ 30794 w 160426"/>
                  <a:gd name="connsiteY15" fmla="*/ 135435 h 142282"/>
                  <a:gd name="connsiteX16" fmla="*/ 14687 w 160426"/>
                  <a:gd name="connsiteY16" fmla="*/ 131352 h 142282"/>
                  <a:gd name="connsiteX17" fmla="*/ 29828 w 160426"/>
                  <a:gd name="connsiteY17" fmla="*/ 114391 h 142282"/>
                  <a:gd name="connsiteX18" fmla="*/ 17908 w 160426"/>
                  <a:gd name="connsiteY18" fmla="*/ 103398 h 142282"/>
                  <a:gd name="connsiteX19" fmla="*/ 191 w 160426"/>
                  <a:gd name="connsiteY19" fmla="*/ 121615 h 142282"/>
                  <a:gd name="connsiteX20" fmla="*/ 30472 w 160426"/>
                  <a:gd name="connsiteY20" fmla="*/ 142345 h 142282"/>
                  <a:gd name="connsiteX21" fmla="*/ 64297 w 160426"/>
                  <a:gd name="connsiteY21" fmla="*/ 118474 h 142282"/>
                  <a:gd name="connsiteX22" fmla="*/ 99088 w 160426"/>
                  <a:gd name="connsiteY22" fmla="*/ 142345 h 142282"/>
                  <a:gd name="connsiteX23" fmla="*/ 150631 w 160426"/>
                  <a:gd name="connsiteY23" fmla="*/ 93975 h 142282"/>
                  <a:gd name="connsiteX24" fmla="*/ 146765 w 160426"/>
                  <a:gd name="connsiteY24" fmla="*/ 90835 h 142282"/>
                  <a:gd name="connsiteX25" fmla="*/ 142578 w 160426"/>
                  <a:gd name="connsiteY25" fmla="*/ 94290 h 142282"/>
                  <a:gd name="connsiteX26" fmla="*/ 99733 w 160426"/>
                  <a:gd name="connsiteY26" fmla="*/ 135435 h 142282"/>
                  <a:gd name="connsiteX27" fmla="*/ 82015 w 160426"/>
                  <a:gd name="connsiteY27" fmla="*/ 114705 h 142282"/>
                  <a:gd name="connsiteX28" fmla="*/ 87491 w 160426"/>
                  <a:gd name="connsiteY28" fmla="*/ 87065 h 142282"/>
                  <a:gd name="connsiteX29" fmla="*/ 98444 w 16042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2282">
                    <a:moveTo>
                      <a:pt x="98444" y="44035"/>
                    </a:moveTo>
                    <a:cubicBezTo>
                      <a:pt x="100377" y="35869"/>
                      <a:pt x="107786" y="6973"/>
                      <a:pt x="130336" y="6973"/>
                    </a:cubicBezTo>
                    <a:cubicBezTo>
                      <a:pt x="131947" y="6973"/>
                      <a:pt x="139678" y="6973"/>
                      <a:pt x="146443" y="11056"/>
                    </a:cubicBezTo>
                    <a:cubicBezTo>
                      <a:pt x="137423" y="12626"/>
                      <a:pt x="130980" y="20479"/>
                      <a:pt x="130980" y="28017"/>
                    </a:cubicBezTo>
                    <a:cubicBezTo>
                      <a:pt x="130980" y="33042"/>
                      <a:pt x="134524" y="39010"/>
                      <a:pt x="143222" y="39010"/>
                    </a:cubicBezTo>
                    <a:cubicBezTo>
                      <a:pt x="150309" y="39010"/>
                      <a:pt x="160618" y="33356"/>
                      <a:pt x="160618" y="20793"/>
                    </a:cubicBezTo>
                    <a:cubicBezTo>
                      <a:pt x="160618" y="4460"/>
                      <a:pt x="141611" y="63"/>
                      <a:pt x="130658" y="63"/>
                    </a:cubicBezTo>
                    <a:cubicBezTo>
                      <a:pt x="111974" y="63"/>
                      <a:pt x="100699" y="16709"/>
                      <a:pt x="96833" y="23934"/>
                    </a:cubicBezTo>
                    <a:cubicBezTo>
                      <a:pt x="88780" y="3204"/>
                      <a:pt x="71384" y="63"/>
                      <a:pt x="62042" y="63"/>
                    </a:cubicBezTo>
                    <a:cubicBezTo>
                      <a:pt x="28539" y="63"/>
                      <a:pt x="10177" y="40580"/>
                      <a:pt x="10177" y="48433"/>
                    </a:cubicBezTo>
                    <a:cubicBezTo>
                      <a:pt x="10177" y="51573"/>
                      <a:pt x="13398" y="51573"/>
                      <a:pt x="14043" y="51573"/>
                    </a:cubicBezTo>
                    <a:cubicBezTo>
                      <a:pt x="16620" y="51573"/>
                      <a:pt x="17586" y="50945"/>
                      <a:pt x="18231" y="48118"/>
                    </a:cubicBezTo>
                    <a:cubicBezTo>
                      <a:pt x="29183" y="14825"/>
                      <a:pt x="50445" y="6973"/>
                      <a:pt x="61398" y="6973"/>
                    </a:cubicBezTo>
                    <a:cubicBezTo>
                      <a:pt x="67518" y="6973"/>
                      <a:pt x="78793" y="9800"/>
                      <a:pt x="78793" y="28017"/>
                    </a:cubicBezTo>
                    <a:cubicBezTo>
                      <a:pt x="78793" y="37753"/>
                      <a:pt x="73317" y="58797"/>
                      <a:pt x="61398" y="102770"/>
                    </a:cubicBezTo>
                    <a:cubicBezTo>
                      <a:pt x="56243" y="122243"/>
                      <a:pt x="44968" y="135435"/>
                      <a:pt x="30794" y="135435"/>
                    </a:cubicBezTo>
                    <a:cubicBezTo>
                      <a:pt x="28861" y="135435"/>
                      <a:pt x="21452" y="135435"/>
                      <a:pt x="14687" y="131352"/>
                    </a:cubicBezTo>
                    <a:cubicBezTo>
                      <a:pt x="22741" y="129782"/>
                      <a:pt x="29828" y="123186"/>
                      <a:pt x="29828" y="114391"/>
                    </a:cubicBezTo>
                    <a:cubicBezTo>
                      <a:pt x="29828" y="105911"/>
                      <a:pt x="22741" y="103398"/>
                      <a:pt x="17908" y="103398"/>
                    </a:cubicBezTo>
                    <a:cubicBezTo>
                      <a:pt x="8244" y="103398"/>
                      <a:pt x="191" y="111564"/>
                      <a:pt x="191" y="121615"/>
                    </a:cubicBezTo>
                    <a:cubicBezTo>
                      <a:pt x="191" y="136063"/>
                      <a:pt x="16298" y="142345"/>
                      <a:pt x="30472" y="142345"/>
                    </a:cubicBezTo>
                    <a:cubicBezTo>
                      <a:pt x="51733" y="142345"/>
                      <a:pt x="63331" y="120359"/>
                      <a:pt x="64297" y="118474"/>
                    </a:cubicBezTo>
                    <a:cubicBezTo>
                      <a:pt x="68163" y="130096"/>
                      <a:pt x="79760" y="142345"/>
                      <a:pt x="99088" y="142345"/>
                    </a:cubicBezTo>
                    <a:cubicBezTo>
                      <a:pt x="132269" y="142345"/>
                      <a:pt x="150631" y="101828"/>
                      <a:pt x="150631" y="93975"/>
                    </a:cubicBezTo>
                    <a:cubicBezTo>
                      <a:pt x="150631" y="90835"/>
                      <a:pt x="147732" y="90835"/>
                      <a:pt x="146765" y="90835"/>
                    </a:cubicBezTo>
                    <a:cubicBezTo>
                      <a:pt x="143866" y="90835"/>
                      <a:pt x="143222" y="92091"/>
                      <a:pt x="142578" y="94290"/>
                    </a:cubicBezTo>
                    <a:cubicBezTo>
                      <a:pt x="131947" y="127897"/>
                      <a:pt x="110041" y="135435"/>
                      <a:pt x="99733" y="135435"/>
                    </a:cubicBezTo>
                    <a:cubicBezTo>
                      <a:pt x="87169" y="135435"/>
                      <a:pt x="82015" y="125384"/>
                      <a:pt x="82015" y="114705"/>
                    </a:cubicBezTo>
                    <a:cubicBezTo>
                      <a:pt x="82015" y="107795"/>
                      <a:pt x="83948" y="100885"/>
                      <a:pt x="87491" y="87065"/>
                    </a:cubicBezTo>
                    <a:lnTo>
                      <a:pt x="98444"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28" name="Freeform: Shape 127">
                <a:extLst>
                  <a:ext uri="{FF2B5EF4-FFF2-40B4-BE49-F238E27FC236}">
                    <a16:creationId xmlns:a16="http://schemas.microsoft.com/office/drawing/2014/main" id="{BE3C2A58-2064-0ED8-FD93-4B977F220E98}"/>
                  </a:ext>
                </a:extLst>
              </p:cNvPr>
              <p:cNvSpPr/>
              <p:nvPr>
                <p:custDataLst>
                  <p:tags r:id="rId66"/>
                </p:custDataLst>
              </p:nvPr>
            </p:nvSpPr>
            <p:spPr>
              <a:xfrm>
                <a:off x="8107831" y="4776782"/>
                <a:ext cx="44133" cy="314089"/>
              </a:xfrm>
              <a:custGeom>
                <a:avLst/>
                <a:gdLst>
                  <a:gd name="connsiteX0" fmla="*/ 44330 w 44133"/>
                  <a:gd name="connsiteY0" fmla="*/ 63 h 314089"/>
                  <a:gd name="connsiteX1" fmla="*/ 196 w 44133"/>
                  <a:gd name="connsiteY1" fmla="*/ 63 h 314089"/>
                  <a:gd name="connsiteX2" fmla="*/ 196 w 44133"/>
                  <a:gd name="connsiteY2" fmla="*/ 12626 h 314089"/>
                  <a:gd name="connsiteX3" fmla="*/ 31444 w 44133"/>
                  <a:gd name="connsiteY3" fmla="*/ 12626 h 314089"/>
                  <a:gd name="connsiteX4" fmla="*/ 31444 w 44133"/>
                  <a:gd name="connsiteY4" fmla="*/ 301588 h 314089"/>
                  <a:gd name="connsiteX5" fmla="*/ 196 w 44133"/>
                  <a:gd name="connsiteY5" fmla="*/ 301588 h 314089"/>
                  <a:gd name="connsiteX6" fmla="*/ 196 w 44133"/>
                  <a:gd name="connsiteY6" fmla="*/ 314152 h 314089"/>
                  <a:gd name="connsiteX7" fmla="*/ 44330 w 44133"/>
                  <a:gd name="connsiteY7" fmla="*/ 314152 h 314089"/>
                  <a:gd name="connsiteX8" fmla="*/ 44330 w 44133"/>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330" y="63"/>
                    </a:moveTo>
                    <a:lnTo>
                      <a:pt x="196" y="63"/>
                    </a:lnTo>
                    <a:lnTo>
                      <a:pt x="196" y="12626"/>
                    </a:lnTo>
                    <a:lnTo>
                      <a:pt x="31444" y="12626"/>
                    </a:lnTo>
                    <a:lnTo>
                      <a:pt x="31444" y="301588"/>
                    </a:lnTo>
                    <a:lnTo>
                      <a:pt x="196" y="301588"/>
                    </a:lnTo>
                    <a:lnTo>
                      <a:pt x="196" y="314152"/>
                    </a:lnTo>
                    <a:lnTo>
                      <a:pt x="44330" y="314152"/>
                    </a:lnTo>
                    <a:lnTo>
                      <a:pt x="44330"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29" name="Freeform: Shape 128">
                <a:extLst>
                  <a:ext uri="{FF2B5EF4-FFF2-40B4-BE49-F238E27FC236}">
                    <a16:creationId xmlns:a16="http://schemas.microsoft.com/office/drawing/2014/main" id="{D4BBAA49-81D6-B9DF-0B4B-BA3DBBBC4363}"/>
                  </a:ext>
                </a:extLst>
              </p:cNvPr>
              <p:cNvSpPr/>
              <p:nvPr>
                <p:custDataLst>
                  <p:tags r:id="rId67"/>
                </p:custDataLst>
              </p:nvPr>
            </p:nvSpPr>
            <p:spPr>
              <a:xfrm>
                <a:off x="8279853" y="4829235"/>
                <a:ext cx="214224" cy="209183"/>
              </a:xfrm>
              <a:custGeom>
                <a:avLst/>
                <a:gdLst>
                  <a:gd name="connsiteX0" fmla="*/ 113918 w 214224"/>
                  <a:gd name="connsiteY0" fmla="*/ 110936 h 209183"/>
                  <a:gd name="connsiteX1" fmla="*/ 203795 w 214224"/>
                  <a:gd name="connsiteY1" fmla="*/ 110936 h 209183"/>
                  <a:gd name="connsiteX2" fmla="*/ 214426 w 214224"/>
                  <a:gd name="connsiteY2" fmla="*/ 104654 h 209183"/>
                  <a:gd name="connsiteX3" fmla="*/ 203795 w 214224"/>
                  <a:gd name="connsiteY3" fmla="*/ 98373 h 209183"/>
                  <a:gd name="connsiteX4" fmla="*/ 113918 w 214224"/>
                  <a:gd name="connsiteY4" fmla="*/ 98373 h 209183"/>
                  <a:gd name="connsiteX5" fmla="*/ 113918 w 214224"/>
                  <a:gd name="connsiteY5" fmla="*/ 10428 h 209183"/>
                  <a:gd name="connsiteX6" fmla="*/ 107475 w 214224"/>
                  <a:gd name="connsiteY6" fmla="*/ 63 h 209183"/>
                  <a:gd name="connsiteX7" fmla="*/ 101032 w 214224"/>
                  <a:gd name="connsiteY7" fmla="*/ 10428 h 209183"/>
                  <a:gd name="connsiteX8" fmla="*/ 101032 w 214224"/>
                  <a:gd name="connsiteY8" fmla="*/ 98373 h 209183"/>
                  <a:gd name="connsiteX9" fmla="*/ 10832 w 214224"/>
                  <a:gd name="connsiteY9" fmla="*/ 98373 h 209183"/>
                  <a:gd name="connsiteX10" fmla="*/ 201 w 214224"/>
                  <a:gd name="connsiteY10" fmla="*/ 104654 h 209183"/>
                  <a:gd name="connsiteX11" fmla="*/ 10832 w 214224"/>
                  <a:gd name="connsiteY11" fmla="*/ 110936 h 209183"/>
                  <a:gd name="connsiteX12" fmla="*/ 101032 w 214224"/>
                  <a:gd name="connsiteY12" fmla="*/ 110936 h 209183"/>
                  <a:gd name="connsiteX13" fmla="*/ 101032 w 214224"/>
                  <a:gd name="connsiteY13" fmla="*/ 198881 h 209183"/>
                  <a:gd name="connsiteX14" fmla="*/ 107475 w 214224"/>
                  <a:gd name="connsiteY14" fmla="*/ 209246 h 209183"/>
                  <a:gd name="connsiteX15" fmla="*/ 113918 w 214224"/>
                  <a:gd name="connsiteY15" fmla="*/ 198881 h 209183"/>
                  <a:gd name="connsiteX16" fmla="*/ 113918 w 214224"/>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224" h="209183">
                    <a:moveTo>
                      <a:pt x="113918" y="110936"/>
                    </a:moveTo>
                    <a:lnTo>
                      <a:pt x="203795" y="110936"/>
                    </a:lnTo>
                    <a:cubicBezTo>
                      <a:pt x="208305" y="110936"/>
                      <a:pt x="214426" y="110936"/>
                      <a:pt x="214426" y="104654"/>
                    </a:cubicBezTo>
                    <a:cubicBezTo>
                      <a:pt x="214426" y="98373"/>
                      <a:pt x="208305" y="98373"/>
                      <a:pt x="203795" y="98373"/>
                    </a:cubicBezTo>
                    <a:lnTo>
                      <a:pt x="113918" y="98373"/>
                    </a:lnTo>
                    <a:lnTo>
                      <a:pt x="113918" y="10428"/>
                    </a:lnTo>
                    <a:cubicBezTo>
                      <a:pt x="113918" y="6030"/>
                      <a:pt x="113918" y="63"/>
                      <a:pt x="107475" y="63"/>
                    </a:cubicBezTo>
                    <a:cubicBezTo>
                      <a:pt x="101032" y="63"/>
                      <a:pt x="101032" y="6030"/>
                      <a:pt x="101032" y="10428"/>
                    </a:cubicBezTo>
                    <a:lnTo>
                      <a:pt x="101032" y="98373"/>
                    </a:lnTo>
                    <a:lnTo>
                      <a:pt x="10832" y="98373"/>
                    </a:lnTo>
                    <a:cubicBezTo>
                      <a:pt x="6322" y="98373"/>
                      <a:pt x="201" y="98373"/>
                      <a:pt x="201" y="104654"/>
                    </a:cubicBezTo>
                    <a:cubicBezTo>
                      <a:pt x="201" y="110936"/>
                      <a:pt x="6322" y="110936"/>
                      <a:pt x="10832" y="110936"/>
                    </a:cubicBezTo>
                    <a:lnTo>
                      <a:pt x="101032" y="110936"/>
                    </a:lnTo>
                    <a:lnTo>
                      <a:pt x="101032" y="198881"/>
                    </a:lnTo>
                    <a:cubicBezTo>
                      <a:pt x="101032" y="203278"/>
                      <a:pt x="101032" y="209246"/>
                      <a:pt x="107475" y="209246"/>
                    </a:cubicBezTo>
                    <a:cubicBezTo>
                      <a:pt x="113918" y="209246"/>
                      <a:pt x="113918" y="203278"/>
                      <a:pt x="113918" y="198881"/>
                    </a:cubicBezTo>
                    <a:lnTo>
                      <a:pt x="113918" y="11093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0" name="Freeform: Shape 129">
                <a:extLst>
                  <a:ext uri="{FF2B5EF4-FFF2-40B4-BE49-F238E27FC236}">
                    <a16:creationId xmlns:a16="http://schemas.microsoft.com/office/drawing/2014/main" id="{C9AE5D23-496E-A122-2D93-A29D28A98749}"/>
                  </a:ext>
                </a:extLst>
              </p:cNvPr>
              <p:cNvSpPr/>
              <p:nvPr>
                <p:custDataLst>
                  <p:tags r:id="rId68"/>
                </p:custDataLst>
              </p:nvPr>
            </p:nvSpPr>
            <p:spPr>
              <a:xfrm>
                <a:off x="8596196" y="4798769"/>
                <a:ext cx="233803" cy="213580"/>
              </a:xfrm>
              <a:custGeom>
                <a:avLst/>
                <a:gdLst>
                  <a:gd name="connsiteX0" fmla="*/ 216047 w 233803"/>
                  <a:gd name="connsiteY0" fmla="*/ 140461 h 213580"/>
                  <a:gd name="connsiteX1" fmla="*/ 217657 w 233803"/>
                  <a:gd name="connsiteY1" fmla="*/ 136063 h 213580"/>
                  <a:gd name="connsiteX2" fmla="*/ 213792 w 233803"/>
                  <a:gd name="connsiteY2" fmla="*/ 132608 h 213580"/>
                  <a:gd name="connsiteX3" fmla="*/ 209604 w 233803"/>
                  <a:gd name="connsiteY3" fmla="*/ 136377 h 213580"/>
                  <a:gd name="connsiteX4" fmla="*/ 121659 w 233803"/>
                  <a:gd name="connsiteY4" fmla="*/ 203907 h 213580"/>
                  <a:gd name="connsiteX5" fmla="*/ 74626 w 233803"/>
                  <a:gd name="connsiteY5" fmla="*/ 203907 h 213580"/>
                  <a:gd name="connsiteX6" fmla="*/ 67539 w 233803"/>
                  <a:gd name="connsiteY6" fmla="*/ 203593 h 213580"/>
                  <a:gd name="connsiteX7" fmla="*/ 63351 w 233803"/>
                  <a:gd name="connsiteY7" fmla="*/ 200452 h 213580"/>
                  <a:gd name="connsiteX8" fmla="*/ 64962 w 233803"/>
                  <a:gd name="connsiteY8" fmla="*/ 193228 h 213580"/>
                  <a:gd name="connsiteX9" fmla="*/ 86868 w 233803"/>
                  <a:gd name="connsiteY9" fmla="*/ 107481 h 213580"/>
                  <a:gd name="connsiteX10" fmla="*/ 118760 w 233803"/>
                  <a:gd name="connsiteY10" fmla="*/ 107481 h 213580"/>
                  <a:gd name="connsiteX11" fmla="*/ 146142 w 233803"/>
                  <a:gd name="connsiteY11" fmla="*/ 121929 h 213580"/>
                  <a:gd name="connsiteX12" fmla="*/ 143887 w 233803"/>
                  <a:gd name="connsiteY12" fmla="*/ 137320 h 213580"/>
                  <a:gd name="connsiteX13" fmla="*/ 142920 w 233803"/>
                  <a:gd name="connsiteY13" fmla="*/ 140775 h 213580"/>
                  <a:gd name="connsiteX14" fmla="*/ 147108 w 233803"/>
                  <a:gd name="connsiteY14" fmla="*/ 144230 h 213580"/>
                  <a:gd name="connsiteX15" fmla="*/ 151940 w 233803"/>
                  <a:gd name="connsiteY15" fmla="*/ 137948 h 213580"/>
                  <a:gd name="connsiteX16" fmla="*/ 170302 w 233803"/>
                  <a:gd name="connsiteY16" fmla="*/ 64451 h 213580"/>
                  <a:gd name="connsiteX17" fmla="*/ 166437 w 233803"/>
                  <a:gd name="connsiteY17" fmla="*/ 60996 h 213580"/>
                  <a:gd name="connsiteX18" fmla="*/ 161927 w 233803"/>
                  <a:gd name="connsiteY18" fmla="*/ 66650 h 213580"/>
                  <a:gd name="connsiteX19" fmla="*/ 119726 w 233803"/>
                  <a:gd name="connsiteY19" fmla="*/ 97744 h 213580"/>
                  <a:gd name="connsiteX20" fmla="*/ 89445 w 233803"/>
                  <a:gd name="connsiteY20" fmla="*/ 97744 h 213580"/>
                  <a:gd name="connsiteX21" fmla="*/ 108773 w 233803"/>
                  <a:gd name="connsiteY21" fmla="*/ 22049 h 213580"/>
                  <a:gd name="connsiteX22" fmla="*/ 126169 w 233803"/>
                  <a:gd name="connsiteY22" fmla="*/ 9800 h 213580"/>
                  <a:gd name="connsiteX23" fmla="*/ 171591 w 233803"/>
                  <a:gd name="connsiteY23" fmla="*/ 9800 h 213580"/>
                  <a:gd name="connsiteX24" fmla="*/ 220557 w 233803"/>
                  <a:gd name="connsiteY24" fmla="*/ 44663 h 213580"/>
                  <a:gd name="connsiteX25" fmla="*/ 219268 w 233803"/>
                  <a:gd name="connsiteY25" fmla="*/ 61310 h 213580"/>
                  <a:gd name="connsiteX26" fmla="*/ 218946 w 233803"/>
                  <a:gd name="connsiteY26" fmla="*/ 66964 h 213580"/>
                  <a:gd name="connsiteX27" fmla="*/ 222812 w 233803"/>
                  <a:gd name="connsiteY27" fmla="*/ 70733 h 213580"/>
                  <a:gd name="connsiteX28" fmla="*/ 227322 w 233803"/>
                  <a:gd name="connsiteY28" fmla="*/ 62881 h 213580"/>
                  <a:gd name="connsiteX29" fmla="*/ 233765 w 233803"/>
                  <a:gd name="connsiteY29" fmla="*/ 8543 h 213580"/>
                  <a:gd name="connsiteX30" fmla="*/ 225067 w 233803"/>
                  <a:gd name="connsiteY30" fmla="*/ 63 h 213580"/>
                  <a:gd name="connsiteX31" fmla="*/ 62385 w 233803"/>
                  <a:gd name="connsiteY31" fmla="*/ 63 h 213580"/>
                  <a:gd name="connsiteX32" fmla="*/ 52721 w 233803"/>
                  <a:gd name="connsiteY32" fmla="*/ 6345 h 213580"/>
                  <a:gd name="connsiteX33" fmla="*/ 61741 w 233803"/>
                  <a:gd name="connsiteY33" fmla="*/ 9800 h 213580"/>
                  <a:gd name="connsiteX34" fmla="*/ 82680 w 233803"/>
                  <a:gd name="connsiteY34" fmla="*/ 15453 h 213580"/>
                  <a:gd name="connsiteX35" fmla="*/ 81069 w 233803"/>
                  <a:gd name="connsiteY35" fmla="*/ 22991 h 213580"/>
                  <a:gd name="connsiteX36" fmla="*/ 38546 w 233803"/>
                  <a:gd name="connsiteY36" fmla="*/ 189144 h 213580"/>
                  <a:gd name="connsiteX37" fmla="*/ 9231 w 233803"/>
                  <a:gd name="connsiteY37" fmla="*/ 203907 h 213580"/>
                  <a:gd name="connsiteX38" fmla="*/ 211 w 233803"/>
                  <a:gd name="connsiteY38" fmla="*/ 209874 h 213580"/>
                  <a:gd name="connsiteX39" fmla="*/ 9231 w 233803"/>
                  <a:gd name="connsiteY39" fmla="*/ 213643 h 213580"/>
                  <a:gd name="connsiteX40" fmla="*/ 176423 w 233803"/>
                  <a:gd name="connsiteY40" fmla="*/ 213643 h 213580"/>
                  <a:gd name="connsiteX41" fmla="*/ 186410 w 233803"/>
                  <a:gd name="connsiteY41" fmla="*/ 208304 h 213580"/>
                  <a:gd name="connsiteX42" fmla="*/ 216047 w 233803"/>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3803" h="213580">
                    <a:moveTo>
                      <a:pt x="216047" y="140461"/>
                    </a:moveTo>
                    <a:cubicBezTo>
                      <a:pt x="216691" y="138890"/>
                      <a:pt x="217657" y="136692"/>
                      <a:pt x="217657" y="136063"/>
                    </a:cubicBezTo>
                    <a:cubicBezTo>
                      <a:pt x="217657" y="135749"/>
                      <a:pt x="217657" y="132608"/>
                      <a:pt x="213792" y="132608"/>
                    </a:cubicBezTo>
                    <a:cubicBezTo>
                      <a:pt x="210892" y="132608"/>
                      <a:pt x="210248" y="134493"/>
                      <a:pt x="209604" y="136377"/>
                    </a:cubicBezTo>
                    <a:cubicBezTo>
                      <a:pt x="188665" y="182863"/>
                      <a:pt x="176745" y="203907"/>
                      <a:pt x="121659" y="203907"/>
                    </a:cubicBezTo>
                    <a:lnTo>
                      <a:pt x="74626" y="203907"/>
                    </a:lnTo>
                    <a:cubicBezTo>
                      <a:pt x="70116" y="203907"/>
                      <a:pt x="69472" y="203907"/>
                      <a:pt x="67539" y="203593"/>
                    </a:cubicBezTo>
                    <a:cubicBezTo>
                      <a:pt x="64318" y="203278"/>
                      <a:pt x="63351" y="202964"/>
                      <a:pt x="63351" y="200452"/>
                    </a:cubicBezTo>
                    <a:cubicBezTo>
                      <a:pt x="63351" y="199509"/>
                      <a:pt x="63351" y="198881"/>
                      <a:pt x="64962" y="193228"/>
                    </a:cubicBezTo>
                    <a:lnTo>
                      <a:pt x="86868" y="107481"/>
                    </a:lnTo>
                    <a:lnTo>
                      <a:pt x="118760" y="107481"/>
                    </a:lnTo>
                    <a:cubicBezTo>
                      <a:pt x="146142" y="107481"/>
                      <a:pt x="146142" y="114077"/>
                      <a:pt x="146142" y="121929"/>
                    </a:cubicBezTo>
                    <a:cubicBezTo>
                      <a:pt x="146142" y="124128"/>
                      <a:pt x="146142" y="127897"/>
                      <a:pt x="143887" y="137320"/>
                    </a:cubicBezTo>
                    <a:cubicBezTo>
                      <a:pt x="143243" y="138890"/>
                      <a:pt x="142920" y="139832"/>
                      <a:pt x="142920" y="140775"/>
                    </a:cubicBezTo>
                    <a:cubicBezTo>
                      <a:pt x="142920" y="142345"/>
                      <a:pt x="144209" y="144230"/>
                      <a:pt x="147108" y="144230"/>
                    </a:cubicBezTo>
                    <a:cubicBezTo>
                      <a:pt x="149685" y="144230"/>
                      <a:pt x="150652" y="142659"/>
                      <a:pt x="151940" y="137948"/>
                    </a:cubicBezTo>
                    <a:lnTo>
                      <a:pt x="170302" y="64451"/>
                    </a:lnTo>
                    <a:cubicBezTo>
                      <a:pt x="170302" y="62566"/>
                      <a:pt x="168692" y="60996"/>
                      <a:pt x="166437" y="60996"/>
                    </a:cubicBezTo>
                    <a:cubicBezTo>
                      <a:pt x="163538" y="60996"/>
                      <a:pt x="162893" y="62881"/>
                      <a:pt x="161927" y="66650"/>
                    </a:cubicBezTo>
                    <a:cubicBezTo>
                      <a:pt x="155162" y="90520"/>
                      <a:pt x="149363" y="97744"/>
                      <a:pt x="119726" y="97744"/>
                    </a:cubicBezTo>
                    <a:lnTo>
                      <a:pt x="89445" y="97744"/>
                    </a:lnTo>
                    <a:lnTo>
                      <a:pt x="108773" y="22049"/>
                    </a:lnTo>
                    <a:cubicBezTo>
                      <a:pt x="111673" y="11056"/>
                      <a:pt x="111995" y="9800"/>
                      <a:pt x="126169" y="9800"/>
                    </a:cubicBezTo>
                    <a:lnTo>
                      <a:pt x="171591" y="9800"/>
                    </a:lnTo>
                    <a:cubicBezTo>
                      <a:pt x="210892" y="9800"/>
                      <a:pt x="220557" y="18908"/>
                      <a:pt x="220557" y="44663"/>
                    </a:cubicBezTo>
                    <a:cubicBezTo>
                      <a:pt x="220557" y="52202"/>
                      <a:pt x="220557" y="52830"/>
                      <a:pt x="219268" y="61310"/>
                    </a:cubicBezTo>
                    <a:cubicBezTo>
                      <a:pt x="219268" y="63195"/>
                      <a:pt x="218946" y="65393"/>
                      <a:pt x="218946" y="66964"/>
                    </a:cubicBezTo>
                    <a:cubicBezTo>
                      <a:pt x="218946" y="68534"/>
                      <a:pt x="219912" y="70733"/>
                      <a:pt x="222812" y="70733"/>
                    </a:cubicBezTo>
                    <a:cubicBezTo>
                      <a:pt x="226355" y="70733"/>
                      <a:pt x="226677" y="68848"/>
                      <a:pt x="227322" y="62881"/>
                    </a:cubicBezTo>
                    <a:lnTo>
                      <a:pt x="233765" y="8543"/>
                    </a:lnTo>
                    <a:cubicBezTo>
                      <a:pt x="234731" y="63"/>
                      <a:pt x="233120" y="63"/>
                      <a:pt x="225067" y="63"/>
                    </a:cubicBezTo>
                    <a:lnTo>
                      <a:pt x="62385" y="63"/>
                    </a:lnTo>
                    <a:cubicBezTo>
                      <a:pt x="55942" y="63"/>
                      <a:pt x="52721" y="63"/>
                      <a:pt x="52721" y="6345"/>
                    </a:cubicBezTo>
                    <a:cubicBezTo>
                      <a:pt x="52721" y="9800"/>
                      <a:pt x="55620" y="9800"/>
                      <a:pt x="61741" y="9800"/>
                    </a:cubicBezTo>
                    <a:cubicBezTo>
                      <a:pt x="73660" y="9800"/>
                      <a:pt x="82680" y="9800"/>
                      <a:pt x="82680" y="15453"/>
                    </a:cubicBezTo>
                    <a:cubicBezTo>
                      <a:pt x="82680" y="16709"/>
                      <a:pt x="82680" y="17338"/>
                      <a:pt x="81069" y="22991"/>
                    </a:cubicBezTo>
                    <a:lnTo>
                      <a:pt x="38546" y="189144"/>
                    </a:lnTo>
                    <a:cubicBezTo>
                      <a:pt x="35325" y="201394"/>
                      <a:pt x="34681" y="203907"/>
                      <a:pt x="9231" y="203907"/>
                    </a:cubicBezTo>
                    <a:cubicBezTo>
                      <a:pt x="3755" y="203907"/>
                      <a:pt x="211" y="203907"/>
                      <a:pt x="211" y="209874"/>
                    </a:cubicBezTo>
                    <a:cubicBezTo>
                      <a:pt x="211" y="213643"/>
                      <a:pt x="3111" y="213643"/>
                      <a:pt x="9231" y="213643"/>
                    </a:cubicBezTo>
                    <a:lnTo>
                      <a:pt x="176423" y="213643"/>
                    </a:lnTo>
                    <a:cubicBezTo>
                      <a:pt x="183832" y="213643"/>
                      <a:pt x="184155" y="213329"/>
                      <a:pt x="186410" y="208304"/>
                    </a:cubicBezTo>
                    <a:lnTo>
                      <a:pt x="216047"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1" name="Freeform: Shape 130">
                <a:extLst>
                  <a:ext uri="{FF2B5EF4-FFF2-40B4-BE49-F238E27FC236}">
                    <a16:creationId xmlns:a16="http://schemas.microsoft.com/office/drawing/2014/main" id="{C71023AE-A736-C9B5-F424-89696E2DFB0C}"/>
                  </a:ext>
                </a:extLst>
              </p:cNvPr>
              <p:cNvSpPr/>
              <p:nvPr>
                <p:custDataLst>
                  <p:tags r:id="rId69"/>
                </p:custDataLst>
              </p:nvPr>
            </p:nvSpPr>
            <p:spPr>
              <a:xfrm>
                <a:off x="8878339" y="4776782"/>
                <a:ext cx="44133" cy="314089"/>
              </a:xfrm>
              <a:custGeom>
                <a:avLst/>
                <a:gdLst>
                  <a:gd name="connsiteX0" fmla="*/ 44353 w 44133"/>
                  <a:gd name="connsiteY0" fmla="*/ 314152 h 314089"/>
                  <a:gd name="connsiteX1" fmla="*/ 44353 w 44133"/>
                  <a:gd name="connsiteY1" fmla="*/ 301588 h 314089"/>
                  <a:gd name="connsiteX2" fmla="*/ 13105 w 44133"/>
                  <a:gd name="connsiteY2" fmla="*/ 301588 h 314089"/>
                  <a:gd name="connsiteX3" fmla="*/ 13105 w 44133"/>
                  <a:gd name="connsiteY3" fmla="*/ 12626 h 314089"/>
                  <a:gd name="connsiteX4" fmla="*/ 44353 w 44133"/>
                  <a:gd name="connsiteY4" fmla="*/ 12626 h 314089"/>
                  <a:gd name="connsiteX5" fmla="*/ 44353 w 44133"/>
                  <a:gd name="connsiteY5" fmla="*/ 63 h 314089"/>
                  <a:gd name="connsiteX6" fmla="*/ 219 w 44133"/>
                  <a:gd name="connsiteY6" fmla="*/ 63 h 314089"/>
                  <a:gd name="connsiteX7" fmla="*/ 219 w 44133"/>
                  <a:gd name="connsiteY7" fmla="*/ 314152 h 314089"/>
                  <a:gd name="connsiteX8" fmla="*/ 44353 w 44133"/>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353" y="314152"/>
                    </a:moveTo>
                    <a:lnTo>
                      <a:pt x="44353" y="301588"/>
                    </a:lnTo>
                    <a:lnTo>
                      <a:pt x="13105" y="301588"/>
                    </a:lnTo>
                    <a:lnTo>
                      <a:pt x="13105" y="12626"/>
                    </a:lnTo>
                    <a:lnTo>
                      <a:pt x="44353" y="12626"/>
                    </a:lnTo>
                    <a:lnTo>
                      <a:pt x="44353" y="63"/>
                    </a:lnTo>
                    <a:lnTo>
                      <a:pt x="219" y="63"/>
                    </a:lnTo>
                    <a:lnTo>
                      <a:pt x="219" y="314152"/>
                    </a:lnTo>
                    <a:lnTo>
                      <a:pt x="44353"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2" name="Freeform: Shape 131">
                <a:extLst>
                  <a:ext uri="{FF2B5EF4-FFF2-40B4-BE49-F238E27FC236}">
                    <a16:creationId xmlns:a16="http://schemas.microsoft.com/office/drawing/2014/main" id="{34F6553D-21CA-A724-D114-B1DA9286EACD}"/>
                  </a:ext>
                </a:extLst>
              </p:cNvPr>
              <p:cNvSpPr/>
              <p:nvPr>
                <p:custDataLst>
                  <p:tags r:id="rId70"/>
                </p:custDataLst>
              </p:nvPr>
            </p:nvSpPr>
            <p:spPr>
              <a:xfrm>
                <a:off x="8939153" y="4873522"/>
                <a:ext cx="165581" cy="142282"/>
              </a:xfrm>
              <a:custGeom>
                <a:avLst/>
                <a:gdLst>
                  <a:gd name="connsiteX0" fmla="*/ 103630 w 165581"/>
                  <a:gd name="connsiteY0" fmla="*/ 121301 h 142282"/>
                  <a:gd name="connsiteX1" fmla="*/ 132300 w 165581"/>
                  <a:gd name="connsiteY1" fmla="*/ 142345 h 142282"/>
                  <a:gd name="connsiteX2" fmla="*/ 156139 w 165581"/>
                  <a:gd name="connsiteY2" fmla="*/ 125070 h 142282"/>
                  <a:gd name="connsiteX3" fmla="*/ 165803 w 165581"/>
                  <a:gd name="connsiteY3" fmla="*/ 93975 h 142282"/>
                  <a:gd name="connsiteX4" fmla="*/ 161937 w 165581"/>
                  <a:gd name="connsiteY4" fmla="*/ 90835 h 142282"/>
                  <a:gd name="connsiteX5" fmla="*/ 157427 w 165581"/>
                  <a:gd name="connsiteY5" fmla="*/ 96488 h 142282"/>
                  <a:gd name="connsiteX6" fmla="*/ 133267 w 165581"/>
                  <a:gd name="connsiteY6" fmla="*/ 135435 h 142282"/>
                  <a:gd name="connsiteX7" fmla="*/ 123280 w 165581"/>
                  <a:gd name="connsiteY7" fmla="*/ 120987 h 142282"/>
                  <a:gd name="connsiteX8" fmla="*/ 129723 w 165581"/>
                  <a:gd name="connsiteY8" fmla="*/ 88322 h 142282"/>
                  <a:gd name="connsiteX9" fmla="*/ 138743 w 165581"/>
                  <a:gd name="connsiteY9" fmla="*/ 54400 h 142282"/>
                  <a:gd name="connsiteX10" fmla="*/ 144220 w 165581"/>
                  <a:gd name="connsiteY10" fmla="*/ 33042 h 142282"/>
                  <a:gd name="connsiteX11" fmla="*/ 149052 w 165581"/>
                  <a:gd name="connsiteY11" fmla="*/ 11998 h 142282"/>
                  <a:gd name="connsiteX12" fmla="*/ 139710 w 165581"/>
                  <a:gd name="connsiteY12" fmla="*/ 3518 h 142282"/>
                  <a:gd name="connsiteX13" fmla="*/ 127146 w 165581"/>
                  <a:gd name="connsiteY13" fmla="*/ 14511 h 142282"/>
                  <a:gd name="connsiteX14" fmla="*/ 102985 w 165581"/>
                  <a:gd name="connsiteY14" fmla="*/ 109052 h 142282"/>
                  <a:gd name="connsiteX15" fmla="*/ 66261 w 165581"/>
                  <a:gd name="connsiteY15" fmla="*/ 135435 h 142282"/>
                  <a:gd name="connsiteX16" fmla="*/ 46288 w 165581"/>
                  <a:gd name="connsiteY16" fmla="*/ 109680 h 142282"/>
                  <a:gd name="connsiteX17" fmla="*/ 63684 w 165581"/>
                  <a:gd name="connsiteY17" fmla="*/ 45606 h 142282"/>
                  <a:gd name="connsiteX18" fmla="*/ 69160 w 165581"/>
                  <a:gd name="connsiteY18" fmla="*/ 25818 h 142282"/>
                  <a:gd name="connsiteX19" fmla="*/ 42745 w 165581"/>
                  <a:gd name="connsiteY19" fmla="*/ 63 h 142282"/>
                  <a:gd name="connsiteX20" fmla="*/ 222 w 165581"/>
                  <a:gd name="connsiteY20" fmla="*/ 48433 h 142282"/>
                  <a:gd name="connsiteX21" fmla="*/ 4088 w 165581"/>
                  <a:gd name="connsiteY21" fmla="*/ 51573 h 142282"/>
                  <a:gd name="connsiteX22" fmla="*/ 9242 w 165581"/>
                  <a:gd name="connsiteY22" fmla="*/ 45920 h 142282"/>
                  <a:gd name="connsiteX23" fmla="*/ 41778 w 165581"/>
                  <a:gd name="connsiteY23" fmla="*/ 6973 h 142282"/>
                  <a:gd name="connsiteX24" fmla="*/ 49832 w 165581"/>
                  <a:gd name="connsiteY24" fmla="*/ 17338 h 142282"/>
                  <a:gd name="connsiteX25" fmla="*/ 44355 w 165581"/>
                  <a:gd name="connsiteY25" fmla="*/ 38696 h 142282"/>
                  <a:gd name="connsiteX26" fmla="*/ 25671 w 165581"/>
                  <a:gd name="connsiteY26" fmla="*/ 104654 h 142282"/>
                  <a:gd name="connsiteX27" fmla="*/ 65295 w 165581"/>
                  <a:gd name="connsiteY27" fmla="*/ 142345 h 142282"/>
                  <a:gd name="connsiteX28" fmla="*/ 103630 w 165581"/>
                  <a:gd name="connsiteY28" fmla="*/ 121301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5581" h="142282">
                    <a:moveTo>
                      <a:pt x="103630" y="121301"/>
                    </a:moveTo>
                    <a:cubicBezTo>
                      <a:pt x="107173" y="134179"/>
                      <a:pt x="118448" y="142345"/>
                      <a:pt x="132300" y="142345"/>
                    </a:cubicBezTo>
                    <a:cubicBezTo>
                      <a:pt x="143575" y="142345"/>
                      <a:pt x="150985" y="135121"/>
                      <a:pt x="156139" y="125070"/>
                    </a:cubicBezTo>
                    <a:cubicBezTo>
                      <a:pt x="161615" y="113763"/>
                      <a:pt x="165803" y="94604"/>
                      <a:pt x="165803" y="93975"/>
                    </a:cubicBezTo>
                    <a:cubicBezTo>
                      <a:pt x="165803" y="90835"/>
                      <a:pt x="162904" y="90835"/>
                      <a:pt x="161937" y="90835"/>
                    </a:cubicBezTo>
                    <a:cubicBezTo>
                      <a:pt x="158716" y="90835"/>
                      <a:pt x="158394" y="92091"/>
                      <a:pt x="157427" y="96488"/>
                    </a:cubicBezTo>
                    <a:cubicBezTo>
                      <a:pt x="152917" y="114077"/>
                      <a:pt x="146797" y="135435"/>
                      <a:pt x="133267" y="135435"/>
                    </a:cubicBezTo>
                    <a:cubicBezTo>
                      <a:pt x="126502" y="135435"/>
                      <a:pt x="123280" y="131352"/>
                      <a:pt x="123280" y="120987"/>
                    </a:cubicBezTo>
                    <a:cubicBezTo>
                      <a:pt x="123280" y="114077"/>
                      <a:pt x="127146" y="99315"/>
                      <a:pt x="129723" y="88322"/>
                    </a:cubicBezTo>
                    <a:lnTo>
                      <a:pt x="138743" y="54400"/>
                    </a:lnTo>
                    <a:cubicBezTo>
                      <a:pt x="139710" y="49689"/>
                      <a:pt x="142931" y="37753"/>
                      <a:pt x="144220" y="33042"/>
                    </a:cubicBezTo>
                    <a:cubicBezTo>
                      <a:pt x="145830" y="25818"/>
                      <a:pt x="149052" y="13883"/>
                      <a:pt x="149052" y="11998"/>
                    </a:cubicBezTo>
                    <a:cubicBezTo>
                      <a:pt x="149052" y="6345"/>
                      <a:pt x="144542" y="3518"/>
                      <a:pt x="139710" y="3518"/>
                    </a:cubicBezTo>
                    <a:cubicBezTo>
                      <a:pt x="138099" y="3518"/>
                      <a:pt x="129723" y="3832"/>
                      <a:pt x="127146" y="14511"/>
                    </a:cubicBezTo>
                    <a:cubicBezTo>
                      <a:pt x="121025" y="37439"/>
                      <a:pt x="106851" y="92405"/>
                      <a:pt x="102985" y="109052"/>
                    </a:cubicBezTo>
                    <a:cubicBezTo>
                      <a:pt x="102663" y="110308"/>
                      <a:pt x="89778" y="135435"/>
                      <a:pt x="66261" y="135435"/>
                    </a:cubicBezTo>
                    <a:cubicBezTo>
                      <a:pt x="49510" y="135435"/>
                      <a:pt x="46288" y="121301"/>
                      <a:pt x="46288" y="109680"/>
                    </a:cubicBezTo>
                    <a:cubicBezTo>
                      <a:pt x="46288" y="92091"/>
                      <a:pt x="55308" y="67278"/>
                      <a:pt x="63684" y="45606"/>
                    </a:cubicBezTo>
                    <a:cubicBezTo>
                      <a:pt x="67550" y="36183"/>
                      <a:pt x="69160" y="31786"/>
                      <a:pt x="69160" y="25818"/>
                    </a:cubicBezTo>
                    <a:cubicBezTo>
                      <a:pt x="69160" y="11684"/>
                      <a:pt x="58852" y="63"/>
                      <a:pt x="42745" y="63"/>
                    </a:cubicBezTo>
                    <a:cubicBezTo>
                      <a:pt x="12141" y="63"/>
                      <a:pt x="222" y="45606"/>
                      <a:pt x="222" y="48433"/>
                    </a:cubicBezTo>
                    <a:cubicBezTo>
                      <a:pt x="222" y="51573"/>
                      <a:pt x="3443" y="51573"/>
                      <a:pt x="4088" y="51573"/>
                    </a:cubicBezTo>
                    <a:cubicBezTo>
                      <a:pt x="7309" y="51573"/>
                      <a:pt x="7631" y="50945"/>
                      <a:pt x="9242" y="45920"/>
                    </a:cubicBezTo>
                    <a:cubicBezTo>
                      <a:pt x="17295" y="18594"/>
                      <a:pt x="29537" y="6973"/>
                      <a:pt x="41778" y="6973"/>
                    </a:cubicBezTo>
                    <a:cubicBezTo>
                      <a:pt x="44678" y="6973"/>
                      <a:pt x="49832" y="7287"/>
                      <a:pt x="49832" y="17338"/>
                    </a:cubicBezTo>
                    <a:cubicBezTo>
                      <a:pt x="49832" y="24876"/>
                      <a:pt x="46288" y="33984"/>
                      <a:pt x="44355" y="38696"/>
                    </a:cubicBezTo>
                    <a:cubicBezTo>
                      <a:pt x="32436" y="69791"/>
                      <a:pt x="25671" y="89264"/>
                      <a:pt x="25671" y="104654"/>
                    </a:cubicBezTo>
                    <a:cubicBezTo>
                      <a:pt x="25671" y="134493"/>
                      <a:pt x="47899" y="142345"/>
                      <a:pt x="65295" y="142345"/>
                    </a:cubicBezTo>
                    <a:cubicBezTo>
                      <a:pt x="86556" y="142345"/>
                      <a:pt x="98153" y="128211"/>
                      <a:pt x="103630" y="121301"/>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3" name="Freeform: Shape 132">
                <a:extLst>
                  <a:ext uri="{FF2B5EF4-FFF2-40B4-BE49-F238E27FC236}">
                    <a16:creationId xmlns:a16="http://schemas.microsoft.com/office/drawing/2014/main" id="{92609767-5D37-4A8D-392C-6A05A4B90D83}"/>
                  </a:ext>
                </a:extLst>
              </p:cNvPr>
              <p:cNvSpPr/>
              <p:nvPr>
                <p:custDataLst>
                  <p:tags r:id="rId71"/>
                </p:custDataLst>
              </p:nvPr>
            </p:nvSpPr>
            <p:spPr>
              <a:xfrm>
                <a:off x="9152559" y="4776782"/>
                <a:ext cx="12885" cy="314089"/>
              </a:xfrm>
              <a:custGeom>
                <a:avLst/>
                <a:gdLst>
                  <a:gd name="connsiteX0" fmla="*/ 13113 w 12885"/>
                  <a:gd name="connsiteY0" fmla="*/ 11370 h 314089"/>
                  <a:gd name="connsiteX1" fmla="*/ 6671 w 12885"/>
                  <a:gd name="connsiteY1" fmla="*/ 63 h 314089"/>
                  <a:gd name="connsiteX2" fmla="*/ 228 w 12885"/>
                  <a:gd name="connsiteY2" fmla="*/ 11370 h 314089"/>
                  <a:gd name="connsiteX3" fmla="*/ 228 w 12885"/>
                  <a:gd name="connsiteY3" fmla="*/ 302845 h 314089"/>
                  <a:gd name="connsiteX4" fmla="*/ 6671 w 12885"/>
                  <a:gd name="connsiteY4" fmla="*/ 314152 h 314089"/>
                  <a:gd name="connsiteX5" fmla="*/ 13113 w 12885"/>
                  <a:gd name="connsiteY5" fmla="*/ 302845 h 314089"/>
                  <a:gd name="connsiteX6" fmla="*/ 13113 w 12885"/>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85" h="314089">
                    <a:moveTo>
                      <a:pt x="13113" y="11370"/>
                    </a:moveTo>
                    <a:cubicBezTo>
                      <a:pt x="13113" y="5716"/>
                      <a:pt x="13113" y="63"/>
                      <a:pt x="6671" y="63"/>
                    </a:cubicBezTo>
                    <a:cubicBezTo>
                      <a:pt x="228" y="63"/>
                      <a:pt x="228" y="5716"/>
                      <a:pt x="228" y="11370"/>
                    </a:cubicBezTo>
                    <a:lnTo>
                      <a:pt x="228" y="302845"/>
                    </a:lnTo>
                    <a:cubicBezTo>
                      <a:pt x="228" y="308498"/>
                      <a:pt x="228" y="314152"/>
                      <a:pt x="6671" y="314152"/>
                    </a:cubicBezTo>
                    <a:cubicBezTo>
                      <a:pt x="13113" y="314152"/>
                      <a:pt x="13113" y="308498"/>
                      <a:pt x="13113" y="302845"/>
                    </a:cubicBezTo>
                    <a:lnTo>
                      <a:pt x="13113"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4" name="Freeform: Shape 133">
                <a:extLst>
                  <a:ext uri="{FF2B5EF4-FFF2-40B4-BE49-F238E27FC236}">
                    <a16:creationId xmlns:a16="http://schemas.microsoft.com/office/drawing/2014/main" id="{833D1843-F6B0-2BF7-005C-DF4C01D9FC74}"/>
                  </a:ext>
                </a:extLst>
              </p:cNvPr>
              <p:cNvSpPr/>
              <p:nvPr>
                <p:custDataLst>
                  <p:tags r:id="rId72"/>
                </p:custDataLst>
              </p:nvPr>
            </p:nvSpPr>
            <p:spPr>
              <a:xfrm>
                <a:off x="9213050" y="4873522"/>
                <a:ext cx="160426" cy="142282"/>
              </a:xfrm>
              <a:custGeom>
                <a:avLst/>
                <a:gdLst>
                  <a:gd name="connsiteX0" fmla="*/ 98484 w 160426"/>
                  <a:gd name="connsiteY0" fmla="*/ 44035 h 142282"/>
                  <a:gd name="connsiteX1" fmla="*/ 130376 w 160426"/>
                  <a:gd name="connsiteY1" fmla="*/ 6973 h 142282"/>
                  <a:gd name="connsiteX2" fmla="*/ 146483 w 160426"/>
                  <a:gd name="connsiteY2" fmla="*/ 11056 h 142282"/>
                  <a:gd name="connsiteX3" fmla="*/ 131020 w 160426"/>
                  <a:gd name="connsiteY3" fmla="*/ 28017 h 142282"/>
                  <a:gd name="connsiteX4" fmla="*/ 143262 w 160426"/>
                  <a:gd name="connsiteY4" fmla="*/ 39010 h 142282"/>
                  <a:gd name="connsiteX5" fmla="*/ 160657 w 160426"/>
                  <a:gd name="connsiteY5" fmla="*/ 20793 h 142282"/>
                  <a:gd name="connsiteX6" fmla="*/ 130698 w 160426"/>
                  <a:gd name="connsiteY6" fmla="*/ 63 h 142282"/>
                  <a:gd name="connsiteX7" fmla="*/ 96873 w 160426"/>
                  <a:gd name="connsiteY7" fmla="*/ 23934 h 142282"/>
                  <a:gd name="connsiteX8" fmla="*/ 62082 w 160426"/>
                  <a:gd name="connsiteY8" fmla="*/ 63 h 142282"/>
                  <a:gd name="connsiteX9" fmla="*/ 10217 w 160426"/>
                  <a:gd name="connsiteY9" fmla="*/ 48433 h 142282"/>
                  <a:gd name="connsiteX10" fmla="*/ 14083 w 160426"/>
                  <a:gd name="connsiteY10" fmla="*/ 51573 h 142282"/>
                  <a:gd name="connsiteX11" fmla="*/ 18270 w 160426"/>
                  <a:gd name="connsiteY11" fmla="*/ 48118 h 142282"/>
                  <a:gd name="connsiteX12" fmla="*/ 61437 w 160426"/>
                  <a:gd name="connsiteY12" fmla="*/ 6973 h 142282"/>
                  <a:gd name="connsiteX13" fmla="*/ 78833 w 160426"/>
                  <a:gd name="connsiteY13" fmla="*/ 28017 h 142282"/>
                  <a:gd name="connsiteX14" fmla="*/ 61437 w 160426"/>
                  <a:gd name="connsiteY14" fmla="*/ 102770 h 142282"/>
                  <a:gd name="connsiteX15" fmla="*/ 30834 w 160426"/>
                  <a:gd name="connsiteY15" fmla="*/ 135435 h 142282"/>
                  <a:gd name="connsiteX16" fmla="*/ 14727 w 160426"/>
                  <a:gd name="connsiteY16" fmla="*/ 131352 h 142282"/>
                  <a:gd name="connsiteX17" fmla="*/ 29868 w 160426"/>
                  <a:gd name="connsiteY17" fmla="*/ 114391 h 142282"/>
                  <a:gd name="connsiteX18" fmla="*/ 17948 w 160426"/>
                  <a:gd name="connsiteY18" fmla="*/ 103398 h 142282"/>
                  <a:gd name="connsiteX19" fmla="*/ 230 w 160426"/>
                  <a:gd name="connsiteY19" fmla="*/ 121615 h 142282"/>
                  <a:gd name="connsiteX20" fmla="*/ 30512 w 160426"/>
                  <a:gd name="connsiteY20" fmla="*/ 142345 h 142282"/>
                  <a:gd name="connsiteX21" fmla="*/ 64337 w 160426"/>
                  <a:gd name="connsiteY21" fmla="*/ 118474 h 142282"/>
                  <a:gd name="connsiteX22" fmla="*/ 99128 w 160426"/>
                  <a:gd name="connsiteY22" fmla="*/ 142345 h 142282"/>
                  <a:gd name="connsiteX23" fmla="*/ 150671 w 160426"/>
                  <a:gd name="connsiteY23" fmla="*/ 93975 h 142282"/>
                  <a:gd name="connsiteX24" fmla="*/ 146805 w 160426"/>
                  <a:gd name="connsiteY24" fmla="*/ 90835 h 142282"/>
                  <a:gd name="connsiteX25" fmla="*/ 142617 w 160426"/>
                  <a:gd name="connsiteY25" fmla="*/ 94290 h 142282"/>
                  <a:gd name="connsiteX26" fmla="*/ 99772 w 160426"/>
                  <a:gd name="connsiteY26" fmla="*/ 135435 h 142282"/>
                  <a:gd name="connsiteX27" fmla="*/ 82055 w 160426"/>
                  <a:gd name="connsiteY27" fmla="*/ 114705 h 142282"/>
                  <a:gd name="connsiteX28" fmla="*/ 87531 w 160426"/>
                  <a:gd name="connsiteY28" fmla="*/ 87065 h 142282"/>
                  <a:gd name="connsiteX29" fmla="*/ 98484 w 160426"/>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2282">
                    <a:moveTo>
                      <a:pt x="98484" y="44035"/>
                    </a:moveTo>
                    <a:cubicBezTo>
                      <a:pt x="100417" y="35869"/>
                      <a:pt x="107826" y="6973"/>
                      <a:pt x="130376" y="6973"/>
                    </a:cubicBezTo>
                    <a:cubicBezTo>
                      <a:pt x="131987" y="6973"/>
                      <a:pt x="139718" y="6973"/>
                      <a:pt x="146483" y="11056"/>
                    </a:cubicBezTo>
                    <a:cubicBezTo>
                      <a:pt x="137463" y="12626"/>
                      <a:pt x="131020" y="20479"/>
                      <a:pt x="131020" y="28017"/>
                    </a:cubicBezTo>
                    <a:cubicBezTo>
                      <a:pt x="131020" y="33042"/>
                      <a:pt x="134564" y="39010"/>
                      <a:pt x="143262" y="39010"/>
                    </a:cubicBezTo>
                    <a:cubicBezTo>
                      <a:pt x="150349" y="39010"/>
                      <a:pt x="160657" y="33356"/>
                      <a:pt x="160657" y="20793"/>
                    </a:cubicBezTo>
                    <a:cubicBezTo>
                      <a:pt x="160657" y="4460"/>
                      <a:pt x="141651" y="63"/>
                      <a:pt x="130698" y="63"/>
                    </a:cubicBezTo>
                    <a:cubicBezTo>
                      <a:pt x="112014" y="63"/>
                      <a:pt x="100739" y="16709"/>
                      <a:pt x="96873" y="23934"/>
                    </a:cubicBezTo>
                    <a:cubicBezTo>
                      <a:pt x="88820" y="3204"/>
                      <a:pt x="71424" y="63"/>
                      <a:pt x="62082" y="63"/>
                    </a:cubicBezTo>
                    <a:cubicBezTo>
                      <a:pt x="28579" y="63"/>
                      <a:pt x="10217" y="40580"/>
                      <a:pt x="10217" y="48433"/>
                    </a:cubicBezTo>
                    <a:cubicBezTo>
                      <a:pt x="10217" y="51573"/>
                      <a:pt x="13438" y="51573"/>
                      <a:pt x="14083" y="51573"/>
                    </a:cubicBezTo>
                    <a:cubicBezTo>
                      <a:pt x="16660" y="51573"/>
                      <a:pt x="17626" y="50945"/>
                      <a:pt x="18270" y="48118"/>
                    </a:cubicBezTo>
                    <a:cubicBezTo>
                      <a:pt x="29223" y="14825"/>
                      <a:pt x="50485" y="6973"/>
                      <a:pt x="61437" y="6973"/>
                    </a:cubicBezTo>
                    <a:cubicBezTo>
                      <a:pt x="67558" y="6973"/>
                      <a:pt x="78833" y="9800"/>
                      <a:pt x="78833" y="28017"/>
                    </a:cubicBezTo>
                    <a:cubicBezTo>
                      <a:pt x="78833" y="37753"/>
                      <a:pt x="73357" y="58797"/>
                      <a:pt x="61437" y="102770"/>
                    </a:cubicBezTo>
                    <a:cubicBezTo>
                      <a:pt x="56283" y="122243"/>
                      <a:pt x="45008" y="135435"/>
                      <a:pt x="30834" y="135435"/>
                    </a:cubicBezTo>
                    <a:cubicBezTo>
                      <a:pt x="28901" y="135435"/>
                      <a:pt x="21492" y="135435"/>
                      <a:pt x="14727" y="131352"/>
                    </a:cubicBezTo>
                    <a:cubicBezTo>
                      <a:pt x="22780" y="129782"/>
                      <a:pt x="29868" y="123186"/>
                      <a:pt x="29868" y="114391"/>
                    </a:cubicBezTo>
                    <a:cubicBezTo>
                      <a:pt x="29868" y="105911"/>
                      <a:pt x="22780" y="103398"/>
                      <a:pt x="17948" y="103398"/>
                    </a:cubicBezTo>
                    <a:cubicBezTo>
                      <a:pt x="8284" y="103398"/>
                      <a:pt x="230" y="111564"/>
                      <a:pt x="230" y="121615"/>
                    </a:cubicBezTo>
                    <a:cubicBezTo>
                      <a:pt x="230" y="136063"/>
                      <a:pt x="16338" y="142345"/>
                      <a:pt x="30512" y="142345"/>
                    </a:cubicBezTo>
                    <a:cubicBezTo>
                      <a:pt x="51773" y="142345"/>
                      <a:pt x="63370" y="120359"/>
                      <a:pt x="64337" y="118474"/>
                    </a:cubicBezTo>
                    <a:cubicBezTo>
                      <a:pt x="68202" y="130096"/>
                      <a:pt x="79800" y="142345"/>
                      <a:pt x="99128" y="142345"/>
                    </a:cubicBezTo>
                    <a:cubicBezTo>
                      <a:pt x="132309" y="142345"/>
                      <a:pt x="150671" y="101828"/>
                      <a:pt x="150671" y="93975"/>
                    </a:cubicBezTo>
                    <a:cubicBezTo>
                      <a:pt x="150671" y="90835"/>
                      <a:pt x="147772" y="90835"/>
                      <a:pt x="146805" y="90835"/>
                    </a:cubicBezTo>
                    <a:cubicBezTo>
                      <a:pt x="143906" y="90835"/>
                      <a:pt x="143262" y="92091"/>
                      <a:pt x="142617" y="94290"/>
                    </a:cubicBezTo>
                    <a:cubicBezTo>
                      <a:pt x="131987" y="127897"/>
                      <a:pt x="110081" y="135435"/>
                      <a:pt x="99772" y="135435"/>
                    </a:cubicBezTo>
                    <a:cubicBezTo>
                      <a:pt x="87209" y="135435"/>
                      <a:pt x="82055" y="125384"/>
                      <a:pt x="82055" y="114705"/>
                    </a:cubicBezTo>
                    <a:cubicBezTo>
                      <a:pt x="82055" y="107795"/>
                      <a:pt x="83987" y="100885"/>
                      <a:pt x="87531" y="87065"/>
                    </a:cubicBezTo>
                    <a:lnTo>
                      <a:pt x="98484"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5" name="Freeform: Shape 134">
                <a:extLst>
                  <a:ext uri="{FF2B5EF4-FFF2-40B4-BE49-F238E27FC236}">
                    <a16:creationId xmlns:a16="http://schemas.microsoft.com/office/drawing/2014/main" id="{4E00D508-B717-4DBB-3338-927EDAE88131}"/>
                  </a:ext>
                </a:extLst>
              </p:cNvPr>
              <p:cNvSpPr/>
              <p:nvPr>
                <p:custDataLst>
                  <p:tags r:id="rId73"/>
                </p:custDataLst>
              </p:nvPr>
            </p:nvSpPr>
            <p:spPr>
              <a:xfrm>
                <a:off x="9394909" y="4776782"/>
                <a:ext cx="44133" cy="314089"/>
              </a:xfrm>
              <a:custGeom>
                <a:avLst/>
                <a:gdLst>
                  <a:gd name="connsiteX0" fmla="*/ 44370 w 44133"/>
                  <a:gd name="connsiteY0" fmla="*/ 63 h 314089"/>
                  <a:gd name="connsiteX1" fmla="*/ 236 w 44133"/>
                  <a:gd name="connsiteY1" fmla="*/ 63 h 314089"/>
                  <a:gd name="connsiteX2" fmla="*/ 236 w 44133"/>
                  <a:gd name="connsiteY2" fmla="*/ 12626 h 314089"/>
                  <a:gd name="connsiteX3" fmla="*/ 31484 w 44133"/>
                  <a:gd name="connsiteY3" fmla="*/ 12626 h 314089"/>
                  <a:gd name="connsiteX4" fmla="*/ 31484 w 44133"/>
                  <a:gd name="connsiteY4" fmla="*/ 301588 h 314089"/>
                  <a:gd name="connsiteX5" fmla="*/ 236 w 44133"/>
                  <a:gd name="connsiteY5" fmla="*/ 301588 h 314089"/>
                  <a:gd name="connsiteX6" fmla="*/ 236 w 44133"/>
                  <a:gd name="connsiteY6" fmla="*/ 314152 h 314089"/>
                  <a:gd name="connsiteX7" fmla="*/ 44370 w 44133"/>
                  <a:gd name="connsiteY7" fmla="*/ 314152 h 314089"/>
                  <a:gd name="connsiteX8" fmla="*/ 44370 w 44133"/>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33" h="314089">
                    <a:moveTo>
                      <a:pt x="44370" y="63"/>
                    </a:moveTo>
                    <a:lnTo>
                      <a:pt x="236" y="63"/>
                    </a:lnTo>
                    <a:lnTo>
                      <a:pt x="236" y="12626"/>
                    </a:lnTo>
                    <a:lnTo>
                      <a:pt x="31484" y="12626"/>
                    </a:lnTo>
                    <a:lnTo>
                      <a:pt x="31484" y="301588"/>
                    </a:lnTo>
                    <a:lnTo>
                      <a:pt x="236" y="301588"/>
                    </a:lnTo>
                    <a:lnTo>
                      <a:pt x="236" y="314152"/>
                    </a:lnTo>
                    <a:lnTo>
                      <a:pt x="44370" y="314152"/>
                    </a:lnTo>
                    <a:lnTo>
                      <a:pt x="44370"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36" name="Group 135">
              <a:extLst>
                <a:ext uri="{FF2B5EF4-FFF2-40B4-BE49-F238E27FC236}">
                  <a16:creationId xmlns:a16="http://schemas.microsoft.com/office/drawing/2014/main" id="{9215E50F-0793-F069-B42C-AD90D2AB1E39}"/>
                </a:ext>
              </a:extLst>
            </p:cNvPr>
            <p:cNvGrpSpPr>
              <a:grpSpLocks noChangeAspect="1"/>
            </p:cNvGrpSpPr>
            <p:nvPr>
              <p:custDataLst>
                <p:tags r:id="rId4"/>
              </p:custDataLst>
            </p:nvPr>
          </p:nvGrpSpPr>
          <p:grpSpPr>
            <a:xfrm>
              <a:off x="1047750" y="3730625"/>
              <a:ext cx="4492774" cy="314089"/>
              <a:chOff x="4245517" y="5423778"/>
              <a:chExt cx="4492774" cy="314089"/>
            </a:xfrm>
          </p:grpSpPr>
          <p:sp>
            <p:nvSpPr>
              <p:cNvPr id="137" name="Freeform: Shape 136">
                <a:extLst>
                  <a:ext uri="{FF2B5EF4-FFF2-40B4-BE49-F238E27FC236}">
                    <a16:creationId xmlns:a16="http://schemas.microsoft.com/office/drawing/2014/main" id="{DD0F9CCA-7272-CF04-8E3D-37A1CCBD3566}"/>
                  </a:ext>
                </a:extLst>
              </p:cNvPr>
              <p:cNvSpPr/>
              <p:nvPr>
                <p:custDataLst>
                  <p:tags r:id="rId19"/>
                </p:custDataLst>
              </p:nvPr>
            </p:nvSpPr>
            <p:spPr>
              <a:xfrm>
                <a:off x="4245517" y="5445765"/>
                <a:ext cx="234221" cy="213580"/>
              </a:xfrm>
              <a:custGeom>
                <a:avLst/>
                <a:gdLst>
                  <a:gd name="connsiteX0" fmla="*/ 216298 w 234221"/>
                  <a:gd name="connsiteY0" fmla="*/ 140461 h 213580"/>
                  <a:gd name="connsiteX1" fmla="*/ 217911 w 234221"/>
                  <a:gd name="connsiteY1" fmla="*/ 136063 h 213580"/>
                  <a:gd name="connsiteX2" fmla="*/ 214039 w 234221"/>
                  <a:gd name="connsiteY2" fmla="*/ 132608 h 213580"/>
                  <a:gd name="connsiteX3" fmla="*/ 209843 w 234221"/>
                  <a:gd name="connsiteY3" fmla="*/ 136377 h 213580"/>
                  <a:gd name="connsiteX4" fmla="*/ 121741 w 234221"/>
                  <a:gd name="connsiteY4" fmla="*/ 203907 h 213580"/>
                  <a:gd name="connsiteX5" fmla="*/ 74625 w 234221"/>
                  <a:gd name="connsiteY5" fmla="*/ 203907 h 213580"/>
                  <a:gd name="connsiteX6" fmla="*/ 67525 w 234221"/>
                  <a:gd name="connsiteY6" fmla="*/ 203593 h 213580"/>
                  <a:gd name="connsiteX7" fmla="*/ 63329 w 234221"/>
                  <a:gd name="connsiteY7" fmla="*/ 200452 h 213580"/>
                  <a:gd name="connsiteX8" fmla="*/ 64943 w 234221"/>
                  <a:gd name="connsiteY8" fmla="*/ 193228 h 213580"/>
                  <a:gd name="connsiteX9" fmla="*/ 86888 w 234221"/>
                  <a:gd name="connsiteY9" fmla="*/ 107481 h 213580"/>
                  <a:gd name="connsiteX10" fmla="*/ 118837 w 234221"/>
                  <a:gd name="connsiteY10" fmla="*/ 107481 h 213580"/>
                  <a:gd name="connsiteX11" fmla="*/ 146268 w 234221"/>
                  <a:gd name="connsiteY11" fmla="*/ 121929 h 213580"/>
                  <a:gd name="connsiteX12" fmla="*/ 144009 w 234221"/>
                  <a:gd name="connsiteY12" fmla="*/ 137320 h 213580"/>
                  <a:gd name="connsiteX13" fmla="*/ 143041 w 234221"/>
                  <a:gd name="connsiteY13" fmla="*/ 140775 h 213580"/>
                  <a:gd name="connsiteX14" fmla="*/ 147236 w 234221"/>
                  <a:gd name="connsiteY14" fmla="*/ 144230 h 213580"/>
                  <a:gd name="connsiteX15" fmla="*/ 152077 w 234221"/>
                  <a:gd name="connsiteY15" fmla="*/ 137948 h 213580"/>
                  <a:gd name="connsiteX16" fmla="*/ 170472 w 234221"/>
                  <a:gd name="connsiteY16" fmla="*/ 64451 h 213580"/>
                  <a:gd name="connsiteX17" fmla="*/ 166599 w 234221"/>
                  <a:gd name="connsiteY17" fmla="*/ 60996 h 213580"/>
                  <a:gd name="connsiteX18" fmla="*/ 162081 w 234221"/>
                  <a:gd name="connsiteY18" fmla="*/ 66650 h 213580"/>
                  <a:gd name="connsiteX19" fmla="*/ 119805 w 234221"/>
                  <a:gd name="connsiteY19" fmla="*/ 97744 h 213580"/>
                  <a:gd name="connsiteX20" fmla="*/ 89470 w 234221"/>
                  <a:gd name="connsiteY20" fmla="*/ 97744 h 213580"/>
                  <a:gd name="connsiteX21" fmla="*/ 108833 w 234221"/>
                  <a:gd name="connsiteY21" fmla="*/ 22049 h 213580"/>
                  <a:gd name="connsiteX22" fmla="*/ 126259 w 234221"/>
                  <a:gd name="connsiteY22" fmla="*/ 9800 h 213580"/>
                  <a:gd name="connsiteX23" fmla="*/ 171763 w 234221"/>
                  <a:gd name="connsiteY23" fmla="*/ 9800 h 213580"/>
                  <a:gd name="connsiteX24" fmla="*/ 220816 w 234221"/>
                  <a:gd name="connsiteY24" fmla="*/ 44663 h 213580"/>
                  <a:gd name="connsiteX25" fmla="*/ 219525 w 234221"/>
                  <a:gd name="connsiteY25" fmla="*/ 61310 h 213580"/>
                  <a:gd name="connsiteX26" fmla="*/ 219202 w 234221"/>
                  <a:gd name="connsiteY26" fmla="*/ 66964 h 213580"/>
                  <a:gd name="connsiteX27" fmla="*/ 223075 w 234221"/>
                  <a:gd name="connsiteY27" fmla="*/ 70733 h 213580"/>
                  <a:gd name="connsiteX28" fmla="*/ 227593 w 234221"/>
                  <a:gd name="connsiteY28" fmla="*/ 62881 h 213580"/>
                  <a:gd name="connsiteX29" fmla="*/ 234047 w 234221"/>
                  <a:gd name="connsiteY29" fmla="*/ 8543 h 213580"/>
                  <a:gd name="connsiteX30" fmla="*/ 225334 w 234221"/>
                  <a:gd name="connsiteY30" fmla="*/ 63 h 213580"/>
                  <a:gd name="connsiteX31" fmla="*/ 62361 w 234221"/>
                  <a:gd name="connsiteY31" fmla="*/ 63 h 213580"/>
                  <a:gd name="connsiteX32" fmla="*/ 52680 w 234221"/>
                  <a:gd name="connsiteY32" fmla="*/ 6345 h 213580"/>
                  <a:gd name="connsiteX33" fmla="*/ 61716 w 234221"/>
                  <a:gd name="connsiteY33" fmla="*/ 9800 h 213580"/>
                  <a:gd name="connsiteX34" fmla="*/ 82692 w 234221"/>
                  <a:gd name="connsiteY34" fmla="*/ 15453 h 213580"/>
                  <a:gd name="connsiteX35" fmla="*/ 81079 w 234221"/>
                  <a:gd name="connsiteY35" fmla="*/ 22991 h 213580"/>
                  <a:gd name="connsiteX36" fmla="*/ 38480 w 234221"/>
                  <a:gd name="connsiteY36" fmla="*/ 189144 h 213580"/>
                  <a:gd name="connsiteX37" fmla="*/ 9113 w 234221"/>
                  <a:gd name="connsiteY37" fmla="*/ 203907 h 213580"/>
                  <a:gd name="connsiteX38" fmla="*/ 77 w 234221"/>
                  <a:gd name="connsiteY38" fmla="*/ 209874 h 213580"/>
                  <a:gd name="connsiteX39" fmla="*/ 9113 w 234221"/>
                  <a:gd name="connsiteY39" fmla="*/ 213643 h 213580"/>
                  <a:gd name="connsiteX40" fmla="*/ 176603 w 234221"/>
                  <a:gd name="connsiteY40" fmla="*/ 213643 h 213580"/>
                  <a:gd name="connsiteX41" fmla="*/ 186608 w 234221"/>
                  <a:gd name="connsiteY41" fmla="*/ 208304 h 213580"/>
                  <a:gd name="connsiteX42" fmla="*/ 216298 w 234221"/>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4221" h="213580">
                    <a:moveTo>
                      <a:pt x="216298" y="140461"/>
                    </a:moveTo>
                    <a:cubicBezTo>
                      <a:pt x="216943" y="138890"/>
                      <a:pt x="217911" y="136692"/>
                      <a:pt x="217911" y="136063"/>
                    </a:cubicBezTo>
                    <a:cubicBezTo>
                      <a:pt x="217911" y="135749"/>
                      <a:pt x="217911" y="132608"/>
                      <a:pt x="214039" y="132608"/>
                    </a:cubicBezTo>
                    <a:cubicBezTo>
                      <a:pt x="211134" y="132608"/>
                      <a:pt x="210489" y="134493"/>
                      <a:pt x="209843" y="136377"/>
                    </a:cubicBezTo>
                    <a:cubicBezTo>
                      <a:pt x="188867" y="182863"/>
                      <a:pt x="176926" y="203907"/>
                      <a:pt x="121741" y="203907"/>
                    </a:cubicBezTo>
                    <a:lnTo>
                      <a:pt x="74625" y="203907"/>
                    </a:lnTo>
                    <a:cubicBezTo>
                      <a:pt x="70106" y="203907"/>
                      <a:pt x="69461" y="203907"/>
                      <a:pt x="67525" y="203593"/>
                    </a:cubicBezTo>
                    <a:cubicBezTo>
                      <a:pt x="64298" y="203278"/>
                      <a:pt x="63329" y="202964"/>
                      <a:pt x="63329" y="200452"/>
                    </a:cubicBezTo>
                    <a:cubicBezTo>
                      <a:pt x="63329" y="199509"/>
                      <a:pt x="63329" y="198881"/>
                      <a:pt x="64943" y="193228"/>
                    </a:cubicBezTo>
                    <a:lnTo>
                      <a:pt x="86888" y="107481"/>
                    </a:lnTo>
                    <a:lnTo>
                      <a:pt x="118837" y="107481"/>
                    </a:lnTo>
                    <a:cubicBezTo>
                      <a:pt x="146268" y="107481"/>
                      <a:pt x="146268" y="114077"/>
                      <a:pt x="146268" y="121929"/>
                    </a:cubicBezTo>
                    <a:cubicBezTo>
                      <a:pt x="146268" y="124128"/>
                      <a:pt x="146268" y="127897"/>
                      <a:pt x="144009" y="137320"/>
                    </a:cubicBezTo>
                    <a:cubicBezTo>
                      <a:pt x="143363" y="138890"/>
                      <a:pt x="143041" y="139832"/>
                      <a:pt x="143041" y="140775"/>
                    </a:cubicBezTo>
                    <a:cubicBezTo>
                      <a:pt x="143041" y="142345"/>
                      <a:pt x="144332" y="144230"/>
                      <a:pt x="147236" y="144230"/>
                    </a:cubicBezTo>
                    <a:cubicBezTo>
                      <a:pt x="149818" y="144230"/>
                      <a:pt x="150786" y="142659"/>
                      <a:pt x="152077" y="137948"/>
                    </a:cubicBezTo>
                    <a:lnTo>
                      <a:pt x="170472" y="64451"/>
                    </a:lnTo>
                    <a:cubicBezTo>
                      <a:pt x="170472" y="62566"/>
                      <a:pt x="168858" y="60996"/>
                      <a:pt x="166599" y="60996"/>
                    </a:cubicBezTo>
                    <a:cubicBezTo>
                      <a:pt x="163695" y="60996"/>
                      <a:pt x="163049" y="62881"/>
                      <a:pt x="162081" y="66650"/>
                    </a:cubicBezTo>
                    <a:cubicBezTo>
                      <a:pt x="155304" y="90520"/>
                      <a:pt x="149495" y="97744"/>
                      <a:pt x="119805" y="97744"/>
                    </a:cubicBezTo>
                    <a:lnTo>
                      <a:pt x="89470" y="97744"/>
                    </a:lnTo>
                    <a:lnTo>
                      <a:pt x="108833" y="22049"/>
                    </a:lnTo>
                    <a:cubicBezTo>
                      <a:pt x="111737" y="11056"/>
                      <a:pt x="112060" y="9800"/>
                      <a:pt x="126259" y="9800"/>
                    </a:cubicBezTo>
                    <a:lnTo>
                      <a:pt x="171763" y="9800"/>
                    </a:lnTo>
                    <a:cubicBezTo>
                      <a:pt x="211134" y="9800"/>
                      <a:pt x="220816" y="18908"/>
                      <a:pt x="220816" y="44663"/>
                    </a:cubicBezTo>
                    <a:cubicBezTo>
                      <a:pt x="220816" y="52202"/>
                      <a:pt x="220816" y="52830"/>
                      <a:pt x="219525" y="61310"/>
                    </a:cubicBezTo>
                    <a:cubicBezTo>
                      <a:pt x="219525" y="63195"/>
                      <a:pt x="219202" y="65393"/>
                      <a:pt x="219202" y="66964"/>
                    </a:cubicBezTo>
                    <a:cubicBezTo>
                      <a:pt x="219202" y="68534"/>
                      <a:pt x="220170" y="70733"/>
                      <a:pt x="223075" y="70733"/>
                    </a:cubicBezTo>
                    <a:cubicBezTo>
                      <a:pt x="226625" y="70733"/>
                      <a:pt x="226947" y="68848"/>
                      <a:pt x="227593" y="62881"/>
                    </a:cubicBezTo>
                    <a:lnTo>
                      <a:pt x="234047" y="8543"/>
                    </a:lnTo>
                    <a:cubicBezTo>
                      <a:pt x="235015" y="63"/>
                      <a:pt x="233402" y="63"/>
                      <a:pt x="225334" y="63"/>
                    </a:cubicBezTo>
                    <a:lnTo>
                      <a:pt x="62361" y="63"/>
                    </a:lnTo>
                    <a:cubicBezTo>
                      <a:pt x="55907" y="63"/>
                      <a:pt x="52680" y="63"/>
                      <a:pt x="52680" y="6345"/>
                    </a:cubicBezTo>
                    <a:cubicBezTo>
                      <a:pt x="52680" y="9800"/>
                      <a:pt x="55584" y="9800"/>
                      <a:pt x="61716" y="9800"/>
                    </a:cubicBezTo>
                    <a:cubicBezTo>
                      <a:pt x="73656" y="9800"/>
                      <a:pt x="82692" y="9800"/>
                      <a:pt x="82692" y="15453"/>
                    </a:cubicBezTo>
                    <a:cubicBezTo>
                      <a:pt x="82692" y="16709"/>
                      <a:pt x="82692" y="17338"/>
                      <a:pt x="81079" y="22991"/>
                    </a:cubicBezTo>
                    <a:lnTo>
                      <a:pt x="38480" y="189144"/>
                    </a:lnTo>
                    <a:cubicBezTo>
                      <a:pt x="35253" y="201394"/>
                      <a:pt x="34608" y="203907"/>
                      <a:pt x="9113" y="203907"/>
                    </a:cubicBezTo>
                    <a:cubicBezTo>
                      <a:pt x="3627" y="203907"/>
                      <a:pt x="77" y="203907"/>
                      <a:pt x="77" y="209874"/>
                    </a:cubicBezTo>
                    <a:cubicBezTo>
                      <a:pt x="77" y="213643"/>
                      <a:pt x="2981" y="213643"/>
                      <a:pt x="9113" y="213643"/>
                    </a:cubicBezTo>
                    <a:lnTo>
                      <a:pt x="176603" y="213643"/>
                    </a:lnTo>
                    <a:cubicBezTo>
                      <a:pt x="184026" y="213643"/>
                      <a:pt x="184349" y="213329"/>
                      <a:pt x="186608" y="208304"/>
                    </a:cubicBezTo>
                    <a:lnTo>
                      <a:pt x="216298"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8" name="Freeform: Shape 137">
                <a:extLst>
                  <a:ext uri="{FF2B5EF4-FFF2-40B4-BE49-F238E27FC236}">
                    <a16:creationId xmlns:a16="http://schemas.microsoft.com/office/drawing/2014/main" id="{8487D66F-E599-1F1C-CF9C-F005499849DB}"/>
                  </a:ext>
                </a:extLst>
              </p:cNvPr>
              <p:cNvSpPr/>
              <p:nvPr>
                <p:custDataLst>
                  <p:tags r:id="rId20"/>
                </p:custDataLst>
              </p:nvPr>
            </p:nvSpPr>
            <p:spPr>
              <a:xfrm>
                <a:off x="4528163" y="5423778"/>
                <a:ext cx="44212" cy="314089"/>
              </a:xfrm>
              <a:custGeom>
                <a:avLst/>
                <a:gdLst>
                  <a:gd name="connsiteX0" fmla="*/ 44297 w 44212"/>
                  <a:gd name="connsiteY0" fmla="*/ 314152 h 314089"/>
                  <a:gd name="connsiteX1" fmla="*/ 44297 w 44212"/>
                  <a:gd name="connsiteY1" fmla="*/ 301588 h 314089"/>
                  <a:gd name="connsiteX2" fmla="*/ 12993 w 44212"/>
                  <a:gd name="connsiteY2" fmla="*/ 301588 h 314089"/>
                  <a:gd name="connsiteX3" fmla="*/ 12993 w 44212"/>
                  <a:gd name="connsiteY3" fmla="*/ 12626 h 314089"/>
                  <a:gd name="connsiteX4" fmla="*/ 44297 w 44212"/>
                  <a:gd name="connsiteY4" fmla="*/ 12626 h 314089"/>
                  <a:gd name="connsiteX5" fmla="*/ 44297 w 44212"/>
                  <a:gd name="connsiteY5" fmla="*/ 63 h 314089"/>
                  <a:gd name="connsiteX6" fmla="*/ 85 w 44212"/>
                  <a:gd name="connsiteY6" fmla="*/ 63 h 314089"/>
                  <a:gd name="connsiteX7" fmla="*/ 85 w 44212"/>
                  <a:gd name="connsiteY7" fmla="*/ 314152 h 314089"/>
                  <a:gd name="connsiteX8" fmla="*/ 44297 w 44212"/>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297" y="314152"/>
                    </a:moveTo>
                    <a:lnTo>
                      <a:pt x="44297" y="301588"/>
                    </a:lnTo>
                    <a:lnTo>
                      <a:pt x="12993" y="301588"/>
                    </a:lnTo>
                    <a:lnTo>
                      <a:pt x="12993" y="12626"/>
                    </a:lnTo>
                    <a:lnTo>
                      <a:pt x="44297" y="12626"/>
                    </a:lnTo>
                    <a:lnTo>
                      <a:pt x="44297" y="63"/>
                    </a:lnTo>
                    <a:lnTo>
                      <a:pt x="85" y="63"/>
                    </a:lnTo>
                    <a:lnTo>
                      <a:pt x="85" y="314152"/>
                    </a:lnTo>
                    <a:lnTo>
                      <a:pt x="44297"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39" name="Freeform: Shape 138">
                <a:extLst>
                  <a:ext uri="{FF2B5EF4-FFF2-40B4-BE49-F238E27FC236}">
                    <a16:creationId xmlns:a16="http://schemas.microsoft.com/office/drawing/2014/main" id="{E3528F2A-8233-4890-F94D-6205BC1A9FD1}"/>
                  </a:ext>
                </a:extLst>
              </p:cNvPr>
              <p:cNvSpPr/>
              <p:nvPr>
                <p:custDataLst>
                  <p:tags r:id="rId21"/>
                </p:custDataLst>
              </p:nvPr>
            </p:nvSpPr>
            <p:spPr>
              <a:xfrm>
                <a:off x="4589086" y="5520518"/>
                <a:ext cx="148772" cy="203215"/>
              </a:xfrm>
              <a:custGeom>
                <a:avLst/>
                <a:gdLst>
                  <a:gd name="connsiteX0" fmla="*/ 147569 w 148772"/>
                  <a:gd name="connsiteY0" fmla="*/ 19222 h 203215"/>
                  <a:gd name="connsiteX1" fmla="*/ 148860 w 148772"/>
                  <a:gd name="connsiteY1" fmla="*/ 11998 h 203215"/>
                  <a:gd name="connsiteX2" fmla="*/ 139501 w 148772"/>
                  <a:gd name="connsiteY2" fmla="*/ 3518 h 203215"/>
                  <a:gd name="connsiteX3" fmla="*/ 128206 w 148772"/>
                  <a:gd name="connsiteY3" fmla="*/ 10114 h 203215"/>
                  <a:gd name="connsiteX4" fmla="*/ 123688 w 148772"/>
                  <a:gd name="connsiteY4" fmla="*/ 27074 h 203215"/>
                  <a:gd name="connsiteX5" fmla="*/ 117234 w 148772"/>
                  <a:gd name="connsiteY5" fmla="*/ 52202 h 203215"/>
                  <a:gd name="connsiteX6" fmla="*/ 102712 w 148772"/>
                  <a:gd name="connsiteY6" fmla="*/ 108738 h 203215"/>
                  <a:gd name="connsiteX7" fmla="*/ 66245 w 148772"/>
                  <a:gd name="connsiteY7" fmla="*/ 135435 h 203215"/>
                  <a:gd name="connsiteX8" fmla="*/ 46236 w 148772"/>
                  <a:gd name="connsiteY8" fmla="*/ 109994 h 203215"/>
                  <a:gd name="connsiteX9" fmla="*/ 62695 w 148772"/>
                  <a:gd name="connsiteY9" fmla="*/ 48433 h 203215"/>
                  <a:gd name="connsiteX10" fmla="*/ 69149 w 148772"/>
                  <a:gd name="connsiteY10" fmla="*/ 25818 h 203215"/>
                  <a:gd name="connsiteX11" fmla="*/ 42686 w 148772"/>
                  <a:gd name="connsiteY11" fmla="*/ 63 h 203215"/>
                  <a:gd name="connsiteX12" fmla="*/ 87 w 148772"/>
                  <a:gd name="connsiteY12" fmla="*/ 48433 h 203215"/>
                  <a:gd name="connsiteX13" fmla="*/ 3960 w 148772"/>
                  <a:gd name="connsiteY13" fmla="*/ 51573 h 203215"/>
                  <a:gd name="connsiteX14" fmla="*/ 9123 w 148772"/>
                  <a:gd name="connsiteY14" fmla="*/ 45920 h 203215"/>
                  <a:gd name="connsiteX15" fmla="*/ 41718 w 148772"/>
                  <a:gd name="connsiteY15" fmla="*/ 6973 h 203215"/>
                  <a:gd name="connsiteX16" fmla="*/ 49786 w 148772"/>
                  <a:gd name="connsiteY16" fmla="*/ 17024 h 203215"/>
                  <a:gd name="connsiteX17" fmla="*/ 44300 w 148772"/>
                  <a:gd name="connsiteY17" fmla="*/ 39010 h 203215"/>
                  <a:gd name="connsiteX18" fmla="*/ 25582 w 148772"/>
                  <a:gd name="connsiteY18" fmla="*/ 104969 h 203215"/>
                  <a:gd name="connsiteX19" fmla="*/ 64954 w 148772"/>
                  <a:gd name="connsiteY19" fmla="*/ 142345 h 203215"/>
                  <a:gd name="connsiteX20" fmla="*/ 97548 w 148772"/>
                  <a:gd name="connsiteY20" fmla="*/ 128211 h 203215"/>
                  <a:gd name="connsiteX21" fmla="*/ 76571 w 148772"/>
                  <a:gd name="connsiteY21" fmla="*/ 176581 h 203215"/>
                  <a:gd name="connsiteX22" fmla="*/ 41073 w 148772"/>
                  <a:gd name="connsiteY22" fmla="*/ 196369 h 203215"/>
                  <a:gd name="connsiteX23" fmla="*/ 16546 w 148772"/>
                  <a:gd name="connsiteY23" fmla="*/ 183177 h 203215"/>
                  <a:gd name="connsiteX24" fmla="*/ 30423 w 148772"/>
                  <a:gd name="connsiteY24" fmla="*/ 179408 h 203215"/>
                  <a:gd name="connsiteX25" fmla="*/ 36877 w 148772"/>
                  <a:gd name="connsiteY25" fmla="*/ 166530 h 203215"/>
                  <a:gd name="connsiteX26" fmla="*/ 24937 w 148772"/>
                  <a:gd name="connsiteY26" fmla="*/ 155537 h 203215"/>
                  <a:gd name="connsiteX27" fmla="*/ 6864 w 148772"/>
                  <a:gd name="connsiteY27" fmla="*/ 175953 h 203215"/>
                  <a:gd name="connsiteX28" fmla="*/ 41073 w 148772"/>
                  <a:gd name="connsiteY28" fmla="*/ 203278 h 203215"/>
                  <a:gd name="connsiteX29" fmla="*/ 116588 w 148772"/>
                  <a:gd name="connsiteY29" fmla="*/ 139204 h 203215"/>
                  <a:gd name="connsiteX30" fmla="*/ 147569 w 148772"/>
                  <a:gd name="connsiteY30" fmla="*/ 19222 h 20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772" h="203215">
                    <a:moveTo>
                      <a:pt x="147569" y="19222"/>
                    </a:moveTo>
                    <a:cubicBezTo>
                      <a:pt x="148860" y="14825"/>
                      <a:pt x="148860" y="14197"/>
                      <a:pt x="148860" y="11998"/>
                    </a:cubicBezTo>
                    <a:cubicBezTo>
                      <a:pt x="148860" y="6345"/>
                      <a:pt x="144342" y="3518"/>
                      <a:pt x="139501" y="3518"/>
                    </a:cubicBezTo>
                    <a:cubicBezTo>
                      <a:pt x="136274" y="3518"/>
                      <a:pt x="131111" y="5402"/>
                      <a:pt x="128206" y="10114"/>
                    </a:cubicBezTo>
                    <a:cubicBezTo>
                      <a:pt x="127561" y="11684"/>
                      <a:pt x="124979" y="21421"/>
                      <a:pt x="123688" y="27074"/>
                    </a:cubicBezTo>
                    <a:cubicBezTo>
                      <a:pt x="121429" y="35241"/>
                      <a:pt x="119170" y="43721"/>
                      <a:pt x="117234" y="52202"/>
                    </a:cubicBezTo>
                    <a:lnTo>
                      <a:pt x="102712" y="108738"/>
                    </a:lnTo>
                    <a:cubicBezTo>
                      <a:pt x="101421" y="113449"/>
                      <a:pt x="87544" y="135435"/>
                      <a:pt x="66245" y="135435"/>
                    </a:cubicBezTo>
                    <a:cubicBezTo>
                      <a:pt x="49786" y="135435"/>
                      <a:pt x="46236" y="121615"/>
                      <a:pt x="46236" y="109994"/>
                    </a:cubicBezTo>
                    <a:cubicBezTo>
                      <a:pt x="46236" y="95546"/>
                      <a:pt x="51722" y="76072"/>
                      <a:pt x="62695" y="48433"/>
                    </a:cubicBezTo>
                    <a:cubicBezTo>
                      <a:pt x="67858" y="35555"/>
                      <a:pt x="69149" y="32100"/>
                      <a:pt x="69149" y="25818"/>
                    </a:cubicBezTo>
                    <a:cubicBezTo>
                      <a:pt x="69149" y="11684"/>
                      <a:pt x="58822" y="63"/>
                      <a:pt x="42686" y="63"/>
                    </a:cubicBezTo>
                    <a:cubicBezTo>
                      <a:pt x="12028" y="63"/>
                      <a:pt x="87" y="45606"/>
                      <a:pt x="87" y="48433"/>
                    </a:cubicBezTo>
                    <a:cubicBezTo>
                      <a:pt x="87" y="51573"/>
                      <a:pt x="3315" y="51573"/>
                      <a:pt x="3960" y="51573"/>
                    </a:cubicBezTo>
                    <a:cubicBezTo>
                      <a:pt x="7187" y="51573"/>
                      <a:pt x="7510" y="50945"/>
                      <a:pt x="9123" y="45920"/>
                    </a:cubicBezTo>
                    <a:cubicBezTo>
                      <a:pt x="17837" y="16395"/>
                      <a:pt x="30746" y="6973"/>
                      <a:pt x="41718" y="6973"/>
                    </a:cubicBezTo>
                    <a:cubicBezTo>
                      <a:pt x="44300" y="6973"/>
                      <a:pt x="49786" y="6973"/>
                      <a:pt x="49786" y="17024"/>
                    </a:cubicBezTo>
                    <a:cubicBezTo>
                      <a:pt x="49786" y="24876"/>
                      <a:pt x="46559" y="33042"/>
                      <a:pt x="44300" y="39010"/>
                    </a:cubicBezTo>
                    <a:cubicBezTo>
                      <a:pt x="31391" y="72303"/>
                      <a:pt x="25582" y="90206"/>
                      <a:pt x="25582" y="104969"/>
                    </a:cubicBezTo>
                    <a:cubicBezTo>
                      <a:pt x="25582" y="132923"/>
                      <a:pt x="45913" y="142345"/>
                      <a:pt x="64954" y="142345"/>
                    </a:cubicBezTo>
                    <a:cubicBezTo>
                      <a:pt x="77540" y="142345"/>
                      <a:pt x="88512" y="137006"/>
                      <a:pt x="97548" y="128211"/>
                    </a:cubicBezTo>
                    <a:cubicBezTo>
                      <a:pt x="93353" y="144544"/>
                      <a:pt x="89480" y="159934"/>
                      <a:pt x="76571" y="176581"/>
                    </a:cubicBezTo>
                    <a:cubicBezTo>
                      <a:pt x="68181" y="187260"/>
                      <a:pt x="55918" y="196369"/>
                      <a:pt x="41073" y="196369"/>
                    </a:cubicBezTo>
                    <a:cubicBezTo>
                      <a:pt x="36554" y="196369"/>
                      <a:pt x="22032" y="195426"/>
                      <a:pt x="16546" y="183177"/>
                    </a:cubicBezTo>
                    <a:cubicBezTo>
                      <a:pt x="21709" y="183177"/>
                      <a:pt x="25905" y="183177"/>
                      <a:pt x="30423" y="179408"/>
                    </a:cubicBezTo>
                    <a:cubicBezTo>
                      <a:pt x="33650" y="176581"/>
                      <a:pt x="36877" y="172498"/>
                      <a:pt x="36877" y="166530"/>
                    </a:cubicBezTo>
                    <a:cubicBezTo>
                      <a:pt x="36877" y="156793"/>
                      <a:pt x="28164" y="155537"/>
                      <a:pt x="24937" y="155537"/>
                    </a:cubicBezTo>
                    <a:cubicBezTo>
                      <a:pt x="17514" y="155537"/>
                      <a:pt x="6864" y="160562"/>
                      <a:pt x="6864" y="175953"/>
                    </a:cubicBezTo>
                    <a:cubicBezTo>
                      <a:pt x="6864" y="191657"/>
                      <a:pt x="21064" y="203278"/>
                      <a:pt x="41073" y="203278"/>
                    </a:cubicBezTo>
                    <a:cubicBezTo>
                      <a:pt x="74312" y="203278"/>
                      <a:pt x="107552" y="174696"/>
                      <a:pt x="116588" y="139204"/>
                    </a:cubicBezTo>
                    <a:lnTo>
                      <a:pt x="147569" y="1922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0" name="Freeform: Shape 139">
                <a:extLst>
                  <a:ext uri="{FF2B5EF4-FFF2-40B4-BE49-F238E27FC236}">
                    <a16:creationId xmlns:a16="http://schemas.microsoft.com/office/drawing/2014/main" id="{96C02EB2-2111-F14E-838C-6AE1F23647FD}"/>
                  </a:ext>
                </a:extLst>
              </p:cNvPr>
              <p:cNvSpPr/>
              <p:nvPr>
                <p:custDataLst>
                  <p:tags r:id="rId22"/>
                </p:custDataLst>
              </p:nvPr>
            </p:nvSpPr>
            <p:spPr>
              <a:xfrm>
                <a:off x="4787931" y="5423778"/>
                <a:ext cx="12908" cy="314089"/>
              </a:xfrm>
              <a:custGeom>
                <a:avLst/>
                <a:gdLst>
                  <a:gd name="connsiteX0" fmla="*/ 13001 w 12908"/>
                  <a:gd name="connsiteY0" fmla="*/ 11370 h 314089"/>
                  <a:gd name="connsiteX1" fmla="*/ 6547 w 12908"/>
                  <a:gd name="connsiteY1" fmla="*/ 63 h 314089"/>
                  <a:gd name="connsiteX2" fmla="*/ 93 w 12908"/>
                  <a:gd name="connsiteY2" fmla="*/ 11370 h 314089"/>
                  <a:gd name="connsiteX3" fmla="*/ 93 w 12908"/>
                  <a:gd name="connsiteY3" fmla="*/ 302845 h 314089"/>
                  <a:gd name="connsiteX4" fmla="*/ 6547 w 12908"/>
                  <a:gd name="connsiteY4" fmla="*/ 314152 h 314089"/>
                  <a:gd name="connsiteX5" fmla="*/ 13001 w 12908"/>
                  <a:gd name="connsiteY5" fmla="*/ 302845 h 314089"/>
                  <a:gd name="connsiteX6" fmla="*/ 13001 w 12908"/>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08" h="314089">
                    <a:moveTo>
                      <a:pt x="13001" y="11370"/>
                    </a:moveTo>
                    <a:cubicBezTo>
                      <a:pt x="13001" y="5716"/>
                      <a:pt x="13001" y="63"/>
                      <a:pt x="6547" y="63"/>
                    </a:cubicBezTo>
                    <a:cubicBezTo>
                      <a:pt x="93" y="63"/>
                      <a:pt x="93" y="5716"/>
                      <a:pt x="93" y="11370"/>
                    </a:cubicBezTo>
                    <a:lnTo>
                      <a:pt x="93" y="302845"/>
                    </a:lnTo>
                    <a:cubicBezTo>
                      <a:pt x="93" y="308498"/>
                      <a:pt x="93" y="314152"/>
                      <a:pt x="6547" y="314152"/>
                    </a:cubicBezTo>
                    <a:cubicBezTo>
                      <a:pt x="13001" y="314152"/>
                      <a:pt x="13001" y="308498"/>
                      <a:pt x="13001" y="302845"/>
                    </a:cubicBezTo>
                    <a:lnTo>
                      <a:pt x="13001"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1" name="Freeform: Shape 140">
                <a:extLst>
                  <a:ext uri="{FF2B5EF4-FFF2-40B4-BE49-F238E27FC236}">
                    <a16:creationId xmlns:a16="http://schemas.microsoft.com/office/drawing/2014/main" id="{FD9226F0-5410-8C67-F263-B0FB53AE5957}"/>
                  </a:ext>
                </a:extLst>
              </p:cNvPr>
              <p:cNvSpPr/>
              <p:nvPr>
                <p:custDataLst>
                  <p:tags r:id="rId23"/>
                </p:custDataLst>
              </p:nvPr>
            </p:nvSpPr>
            <p:spPr>
              <a:xfrm>
                <a:off x="4848531" y="5520518"/>
                <a:ext cx="160713" cy="142282"/>
              </a:xfrm>
              <a:custGeom>
                <a:avLst/>
                <a:gdLst>
                  <a:gd name="connsiteX0" fmla="*/ 98524 w 160713"/>
                  <a:gd name="connsiteY0" fmla="*/ 44035 h 142282"/>
                  <a:gd name="connsiteX1" fmla="*/ 130473 w 160713"/>
                  <a:gd name="connsiteY1" fmla="*/ 6973 h 142282"/>
                  <a:gd name="connsiteX2" fmla="*/ 146609 w 160713"/>
                  <a:gd name="connsiteY2" fmla="*/ 11056 h 142282"/>
                  <a:gd name="connsiteX3" fmla="*/ 131119 w 160713"/>
                  <a:gd name="connsiteY3" fmla="*/ 28017 h 142282"/>
                  <a:gd name="connsiteX4" fmla="*/ 143382 w 160713"/>
                  <a:gd name="connsiteY4" fmla="*/ 39010 h 142282"/>
                  <a:gd name="connsiteX5" fmla="*/ 160809 w 160713"/>
                  <a:gd name="connsiteY5" fmla="*/ 20793 h 142282"/>
                  <a:gd name="connsiteX6" fmla="*/ 130796 w 160713"/>
                  <a:gd name="connsiteY6" fmla="*/ 63 h 142282"/>
                  <a:gd name="connsiteX7" fmla="*/ 96911 w 160713"/>
                  <a:gd name="connsiteY7" fmla="*/ 23934 h 142282"/>
                  <a:gd name="connsiteX8" fmla="*/ 62057 w 160713"/>
                  <a:gd name="connsiteY8" fmla="*/ 63 h 142282"/>
                  <a:gd name="connsiteX9" fmla="*/ 10100 w 160713"/>
                  <a:gd name="connsiteY9" fmla="*/ 48433 h 142282"/>
                  <a:gd name="connsiteX10" fmla="*/ 13972 w 160713"/>
                  <a:gd name="connsiteY10" fmla="*/ 51573 h 142282"/>
                  <a:gd name="connsiteX11" fmla="*/ 18168 w 160713"/>
                  <a:gd name="connsiteY11" fmla="*/ 48118 h 142282"/>
                  <a:gd name="connsiteX12" fmla="*/ 61412 w 160713"/>
                  <a:gd name="connsiteY12" fmla="*/ 6973 h 142282"/>
                  <a:gd name="connsiteX13" fmla="*/ 78839 w 160713"/>
                  <a:gd name="connsiteY13" fmla="*/ 28017 h 142282"/>
                  <a:gd name="connsiteX14" fmla="*/ 61412 w 160713"/>
                  <a:gd name="connsiteY14" fmla="*/ 102770 h 142282"/>
                  <a:gd name="connsiteX15" fmla="*/ 30754 w 160713"/>
                  <a:gd name="connsiteY15" fmla="*/ 135435 h 142282"/>
                  <a:gd name="connsiteX16" fmla="*/ 14618 w 160713"/>
                  <a:gd name="connsiteY16" fmla="*/ 131352 h 142282"/>
                  <a:gd name="connsiteX17" fmla="*/ 29785 w 160713"/>
                  <a:gd name="connsiteY17" fmla="*/ 114391 h 142282"/>
                  <a:gd name="connsiteX18" fmla="*/ 17845 w 160713"/>
                  <a:gd name="connsiteY18" fmla="*/ 103398 h 142282"/>
                  <a:gd name="connsiteX19" fmla="*/ 95 w 160713"/>
                  <a:gd name="connsiteY19" fmla="*/ 121615 h 142282"/>
                  <a:gd name="connsiteX20" fmla="*/ 30431 w 160713"/>
                  <a:gd name="connsiteY20" fmla="*/ 142345 h 142282"/>
                  <a:gd name="connsiteX21" fmla="*/ 64316 w 160713"/>
                  <a:gd name="connsiteY21" fmla="*/ 118474 h 142282"/>
                  <a:gd name="connsiteX22" fmla="*/ 99170 w 160713"/>
                  <a:gd name="connsiteY22" fmla="*/ 142345 h 142282"/>
                  <a:gd name="connsiteX23" fmla="*/ 150805 w 160713"/>
                  <a:gd name="connsiteY23" fmla="*/ 93975 h 142282"/>
                  <a:gd name="connsiteX24" fmla="*/ 146932 w 160713"/>
                  <a:gd name="connsiteY24" fmla="*/ 90835 h 142282"/>
                  <a:gd name="connsiteX25" fmla="*/ 142737 w 160713"/>
                  <a:gd name="connsiteY25" fmla="*/ 94290 h 142282"/>
                  <a:gd name="connsiteX26" fmla="*/ 99815 w 160713"/>
                  <a:gd name="connsiteY26" fmla="*/ 135435 h 142282"/>
                  <a:gd name="connsiteX27" fmla="*/ 82066 w 160713"/>
                  <a:gd name="connsiteY27" fmla="*/ 114705 h 142282"/>
                  <a:gd name="connsiteX28" fmla="*/ 87552 w 160713"/>
                  <a:gd name="connsiteY28" fmla="*/ 87065 h 142282"/>
                  <a:gd name="connsiteX29" fmla="*/ 98524 w 160713"/>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713" h="142282">
                    <a:moveTo>
                      <a:pt x="98524" y="44035"/>
                    </a:moveTo>
                    <a:cubicBezTo>
                      <a:pt x="100461" y="35869"/>
                      <a:pt x="107883" y="6973"/>
                      <a:pt x="130473" y="6973"/>
                    </a:cubicBezTo>
                    <a:cubicBezTo>
                      <a:pt x="132087" y="6973"/>
                      <a:pt x="139832" y="6973"/>
                      <a:pt x="146609" y="11056"/>
                    </a:cubicBezTo>
                    <a:cubicBezTo>
                      <a:pt x="137573" y="12626"/>
                      <a:pt x="131119" y="20479"/>
                      <a:pt x="131119" y="28017"/>
                    </a:cubicBezTo>
                    <a:cubicBezTo>
                      <a:pt x="131119" y="33042"/>
                      <a:pt x="134669" y="39010"/>
                      <a:pt x="143382" y="39010"/>
                    </a:cubicBezTo>
                    <a:cubicBezTo>
                      <a:pt x="150482" y="39010"/>
                      <a:pt x="160809" y="33356"/>
                      <a:pt x="160809" y="20793"/>
                    </a:cubicBezTo>
                    <a:cubicBezTo>
                      <a:pt x="160809" y="4460"/>
                      <a:pt x="141768" y="63"/>
                      <a:pt x="130796" y="63"/>
                    </a:cubicBezTo>
                    <a:cubicBezTo>
                      <a:pt x="112078" y="63"/>
                      <a:pt x="100783" y="16709"/>
                      <a:pt x="96911" y="23934"/>
                    </a:cubicBezTo>
                    <a:cubicBezTo>
                      <a:pt x="88843" y="3204"/>
                      <a:pt x="71416" y="63"/>
                      <a:pt x="62057" y="63"/>
                    </a:cubicBezTo>
                    <a:cubicBezTo>
                      <a:pt x="28495" y="63"/>
                      <a:pt x="10100" y="40580"/>
                      <a:pt x="10100" y="48433"/>
                    </a:cubicBezTo>
                    <a:cubicBezTo>
                      <a:pt x="10100" y="51573"/>
                      <a:pt x="13327" y="51573"/>
                      <a:pt x="13972" y="51573"/>
                    </a:cubicBezTo>
                    <a:cubicBezTo>
                      <a:pt x="16554" y="51573"/>
                      <a:pt x="17522" y="50945"/>
                      <a:pt x="18168" y="48118"/>
                    </a:cubicBezTo>
                    <a:cubicBezTo>
                      <a:pt x="29140" y="14825"/>
                      <a:pt x="50439" y="6973"/>
                      <a:pt x="61412" y="6973"/>
                    </a:cubicBezTo>
                    <a:cubicBezTo>
                      <a:pt x="67543" y="6973"/>
                      <a:pt x="78839" y="9800"/>
                      <a:pt x="78839" y="28017"/>
                    </a:cubicBezTo>
                    <a:cubicBezTo>
                      <a:pt x="78839" y="37753"/>
                      <a:pt x="73352" y="58797"/>
                      <a:pt x="61412" y="102770"/>
                    </a:cubicBezTo>
                    <a:cubicBezTo>
                      <a:pt x="56248" y="122243"/>
                      <a:pt x="44953" y="135435"/>
                      <a:pt x="30754" y="135435"/>
                    </a:cubicBezTo>
                    <a:cubicBezTo>
                      <a:pt x="28817" y="135435"/>
                      <a:pt x="21395" y="135435"/>
                      <a:pt x="14618" y="131352"/>
                    </a:cubicBezTo>
                    <a:cubicBezTo>
                      <a:pt x="22686" y="129782"/>
                      <a:pt x="29785" y="123186"/>
                      <a:pt x="29785" y="114391"/>
                    </a:cubicBezTo>
                    <a:cubicBezTo>
                      <a:pt x="29785" y="105911"/>
                      <a:pt x="22686" y="103398"/>
                      <a:pt x="17845" y="103398"/>
                    </a:cubicBezTo>
                    <a:cubicBezTo>
                      <a:pt x="8163" y="103398"/>
                      <a:pt x="95" y="111564"/>
                      <a:pt x="95" y="121615"/>
                    </a:cubicBezTo>
                    <a:cubicBezTo>
                      <a:pt x="95" y="136063"/>
                      <a:pt x="16231" y="142345"/>
                      <a:pt x="30431" y="142345"/>
                    </a:cubicBezTo>
                    <a:cubicBezTo>
                      <a:pt x="51730" y="142345"/>
                      <a:pt x="63348" y="120359"/>
                      <a:pt x="64316" y="118474"/>
                    </a:cubicBezTo>
                    <a:cubicBezTo>
                      <a:pt x="68189" y="130096"/>
                      <a:pt x="79807" y="142345"/>
                      <a:pt x="99170" y="142345"/>
                    </a:cubicBezTo>
                    <a:cubicBezTo>
                      <a:pt x="132410" y="142345"/>
                      <a:pt x="150805" y="101828"/>
                      <a:pt x="150805" y="93975"/>
                    </a:cubicBezTo>
                    <a:cubicBezTo>
                      <a:pt x="150805" y="90835"/>
                      <a:pt x="147900" y="90835"/>
                      <a:pt x="146932" y="90835"/>
                    </a:cubicBezTo>
                    <a:cubicBezTo>
                      <a:pt x="144027" y="90835"/>
                      <a:pt x="143382" y="92091"/>
                      <a:pt x="142737" y="94290"/>
                    </a:cubicBezTo>
                    <a:cubicBezTo>
                      <a:pt x="132087" y="127897"/>
                      <a:pt x="110142" y="135435"/>
                      <a:pt x="99815" y="135435"/>
                    </a:cubicBezTo>
                    <a:cubicBezTo>
                      <a:pt x="87229" y="135435"/>
                      <a:pt x="82066" y="125384"/>
                      <a:pt x="82066" y="114705"/>
                    </a:cubicBezTo>
                    <a:cubicBezTo>
                      <a:pt x="82066" y="107795"/>
                      <a:pt x="84002" y="100885"/>
                      <a:pt x="87552" y="87065"/>
                    </a:cubicBezTo>
                    <a:lnTo>
                      <a:pt x="98524"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2" name="Freeform: Shape 141">
                <a:extLst>
                  <a:ext uri="{FF2B5EF4-FFF2-40B4-BE49-F238E27FC236}">
                    <a16:creationId xmlns:a16="http://schemas.microsoft.com/office/drawing/2014/main" id="{583023F9-93D5-7185-96FB-6D899BE92EBB}"/>
                  </a:ext>
                </a:extLst>
              </p:cNvPr>
              <p:cNvSpPr/>
              <p:nvPr>
                <p:custDataLst>
                  <p:tags r:id="rId24"/>
                </p:custDataLst>
              </p:nvPr>
            </p:nvSpPr>
            <p:spPr>
              <a:xfrm>
                <a:off x="5030714" y="5423778"/>
                <a:ext cx="44212" cy="314089"/>
              </a:xfrm>
              <a:custGeom>
                <a:avLst/>
                <a:gdLst>
                  <a:gd name="connsiteX0" fmla="*/ 44313 w 44212"/>
                  <a:gd name="connsiteY0" fmla="*/ 63 h 314089"/>
                  <a:gd name="connsiteX1" fmla="*/ 101 w 44212"/>
                  <a:gd name="connsiteY1" fmla="*/ 63 h 314089"/>
                  <a:gd name="connsiteX2" fmla="*/ 101 w 44212"/>
                  <a:gd name="connsiteY2" fmla="*/ 12626 h 314089"/>
                  <a:gd name="connsiteX3" fmla="*/ 31405 w 44212"/>
                  <a:gd name="connsiteY3" fmla="*/ 12626 h 314089"/>
                  <a:gd name="connsiteX4" fmla="*/ 31405 w 44212"/>
                  <a:gd name="connsiteY4" fmla="*/ 301588 h 314089"/>
                  <a:gd name="connsiteX5" fmla="*/ 101 w 44212"/>
                  <a:gd name="connsiteY5" fmla="*/ 301588 h 314089"/>
                  <a:gd name="connsiteX6" fmla="*/ 101 w 44212"/>
                  <a:gd name="connsiteY6" fmla="*/ 314152 h 314089"/>
                  <a:gd name="connsiteX7" fmla="*/ 44313 w 44212"/>
                  <a:gd name="connsiteY7" fmla="*/ 314152 h 314089"/>
                  <a:gd name="connsiteX8" fmla="*/ 44313 w 44212"/>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313" y="63"/>
                    </a:moveTo>
                    <a:lnTo>
                      <a:pt x="101" y="63"/>
                    </a:lnTo>
                    <a:lnTo>
                      <a:pt x="101" y="12626"/>
                    </a:lnTo>
                    <a:lnTo>
                      <a:pt x="31405" y="12626"/>
                    </a:lnTo>
                    <a:lnTo>
                      <a:pt x="31405" y="301588"/>
                    </a:lnTo>
                    <a:lnTo>
                      <a:pt x="101" y="301588"/>
                    </a:lnTo>
                    <a:lnTo>
                      <a:pt x="101" y="314152"/>
                    </a:lnTo>
                    <a:lnTo>
                      <a:pt x="44313" y="314152"/>
                    </a:lnTo>
                    <a:lnTo>
                      <a:pt x="44313"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3" name="Freeform: Shape 142">
                <a:extLst>
                  <a:ext uri="{FF2B5EF4-FFF2-40B4-BE49-F238E27FC236}">
                    <a16:creationId xmlns:a16="http://schemas.microsoft.com/office/drawing/2014/main" id="{19E60339-D7A2-4DE1-8C43-3F234A7A7430}"/>
                  </a:ext>
                </a:extLst>
              </p:cNvPr>
              <p:cNvSpPr/>
              <p:nvPr>
                <p:custDataLst>
                  <p:tags r:id="rId25"/>
                </p:custDataLst>
              </p:nvPr>
            </p:nvSpPr>
            <p:spPr>
              <a:xfrm>
                <a:off x="5220972" y="5544075"/>
                <a:ext cx="214607" cy="73496"/>
              </a:xfrm>
              <a:custGeom>
                <a:avLst/>
                <a:gdLst>
                  <a:gd name="connsiteX0" fmla="*/ 203742 w 214607"/>
                  <a:gd name="connsiteY0" fmla="*/ 12626 h 73496"/>
                  <a:gd name="connsiteX1" fmla="*/ 214714 w 214607"/>
                  <a:gd name="connsiteY1" fmla="*/ 6345 h 73496"/>
                  <a:gd name="connsiteX2" fmla="*/ 204064 w 214607"/>
                  <a:gd name="connsiteY2" fmla="*/ 63 h 73496"/>
                  <a:gd name="connsiteX3" fmla="*/ 10756 w 214607"/>
                  <a:gd name="connsiteY3" fmla="*/ 63 h 73496"/>
                  <a:gd name="connsiteX4" fmla="*/ 107 w 214607"/>
                  <a:gd name="connsiteY4" fmla="*/ 6345 h 73496"/>
                  <a:gd name="connsiteX5" fmla="*/ 11079 w 214607"/>
                  <a:gd name="connsiteY5" fmla="*/ 12626 h 73496"/>
                  <a:gd name="connsiteX6" fmla="*/ 203742 w 214607"/>
                  <a:gd name="connsiteY6" fmla="*/ 12626 h 73496"/>
                  <a:gd name="connsiteX7" fmla="*/ 204064 w 214607"/>
                  <a:gd name="connsiteY7" fmla="*/ 73560 h 73496"/>
                  <a:gd name="connsiteX8" fmla="*/ 214714 w 214607"/>
                  <a:gd name="connsiteY8" fmla="*/ 67278 h 73496"/>
                  <a:gd name="connsiteX9" fmla="*/ 203742 w 214607"/>
                  <a:gd name="connsiteY9" fmla="*/ 60996 h 73496"/>
                  <a:gd name="connsiteX10" fmla="*/ 11079 w 214607"/>
                  <a:gd name="connsiteY10" fmla="*/ 60996 h 73496"/>
                  <a:gd name="connsiteX11" fmla="*/ 107 w 214607"/>
                  <a:gd name="connsiteY11" fmla="*/ 67278 h 73496"/>
                  <a:gd name="connsiteX12" fmla="*/ 10756 w 214607"/>
                  <a:gd name="connsiteY12" fmla="*/ 73560 h 73496"/>
                  <a:gd name="connsiteX13" fmla="*/ 204064 w 214607"/>
                  <a:gd name="connsiteY13" fmla="*/ 73560 h 7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607" h="73496">
                    <a:moveTo>
                      <a:pt x="203742" y="12626"/>
                    </a:moveTo>
                    <a:cubicBezTo>
                      <a:pt x="208582" y="12626"/>
                      <a:pt x="214714" y="12626"/>
                      <a:pt x="214714" y="6345"/>
                    </a:cubicBezTo>
                    <a:cubicBezTo>
                      <a:pt x="214714" y="63"/>
                      <a:pt x="208582" y="63"/>
                      <a:pt x="204064" y="63"/>
                    </a:cubicBezTo>
                    <a:lnTo>
                      <a:pt x="10756" y="63"/>
                    </a:lnTo>
                    <a:cubicBezTo>
                      <a:pt x="6238" y="63"/>
                      <a:pt x="107" y="63"/>
                      <a:pt x="107" y="6345"/>
                    </a:cubicBezTo>
                    <a:cubicBezTo>
                      <a:pt x="107" y="12626"/>
                      <a:pt x="6238" y="12626"/>
                      <a:pt x="11079" y="12626"/>
                    </a:cubicBezTo>
                    <a:lnTo>
                      <a:pt x="203742" y="12626"/>
                    </a:lnTo>
                    <a:close/>
                    <a:moveTo>
                      <a:pt x="204064" y="73560"/>
                    </a:moveTo>
                    <a:cubicBezTo>
                      <a:pt x="208582" y="73560"/>
                      <a:pt x="214714" y="73560"/>
                      <a:pt x="214714" y="67278"/>
                    </a:cubicBezTo>
                    <a:cubicBezTo>
                      <a:pt x="214714" y="60996"/>
                      <a:pt x="208582" y="60996"/>
                      <a:pt x="203742" y="60996"/>
                    </a:cubicBezTo>
                    <a:lnTo>
                      <a:pt x="11079" y="60996"/>
                    </a:lnTo>
                    <a:cubicBezTo>
                      <a:pt x="6238" y="60996"/>
                      <a:pt x="107" y="60996"/>
                      <a:pt x="107" y="67278"/>
                    </a:cubicBezTo>
                    <a:cubicBezTo>
                      <a:pt x="107" y="73560"/>
                      <a:pt x="6238" y="73560"/>
                      <a:pt x="10756" y="73560"/>
                    </a:cubicBezTo>
                    <a:lnTo>
                      <a:pt x="204064" y="7356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4" name="Freeform: Shape 143">
                <a:extLst>
                  <a:ext uri="{FF2B5EF4-FFF2-40B4-BE49-F238E27FC236}">
                    <a16:creationId xmlns:a16="http://schemas.microsoft.com/office/drawing/2014/main" id="{4700BF19-7CA9-2F63-7D8C-7E5A8259BC3A}"/>
                  </a:ext>
                </a:extLst>
              </p:cNvPr>
              <p:cNvSpPr/>
              <p:nvPr>
                <p:custDataLst>
                  <p:tags r:id="rId26"/>
                </p:custDataLst>
              </p:nvPr>
            </p:nvSpPr>
            <p:spPr>
              <a:xfrm>
                <a:off x="5553186" y="5437598"/>
                <a:ext cx="175922" cy="282680"/>
              </a:xfrm>
              <a:custGeom>
                <a:avLst/>
                <a:gdLst>
                  <a:gd name="connsiteX0" fmla="*/ 176039 w 175922"/>
                  <a:gd name="connsiteY0" fmla="*/ 43093 h 282680"/>
                  <a:gd name="connsiteX1" fmla="*/ 132150 w 175922"/>
                  <a:gd name="connsiteY1" fmla="*/ 63 h 282680"/>
                  <a:gd name="connsiteX2" fmla="*/ 93101 w 175922"/>
                  <a:gd name="connsiteY2" fmla="*/ 13255 h 282680"/>
                  <a:gd name="connsiteX3" fmla="*/ 51470 w 175922"/>
                  <a:gd name="connsiteY3" fmla="*/ 80155 h 282680"/>
                  <a:gd name="connsiteX4" fmla="*/ 158 w 175922"/>
                  <a:gd name="connsiteY4" fmla="*/ 279602 h 282680"/>
                  <a:gd name="connsiteX5" fmla="*/ 4031 w 175922"/>
                  <a:gd name="connsiteY5" fmla="*/ 282743 h 282680"/>
                  <a:gd name="connsiteX6" fmla="*/ 7903 w 175922"/>
                  <a:gd name="connsiteY6" fmla="*/ 281173 h 282680"/>
                  <a:gd name="connsiteX7" fmla="*/ 30494 w 175922"/>
                  <a:gd name="connsiteY7" fmla="*/ 194484 h 282680"/>
                  <a:gd name="connsiteX8" fmla="*/ 74383 w 175922"/>
                  <a:gd name="connsiteY8" fmla="*/ 224951 h 282680"/>
                  <a:gd name="connsiteX9" fmla="*/ 136668 w 175922"/>
                  <a:gd name="connsiteY9" fmla="*/ 200138 h 282680"/>
                  <a:gd name="connsiteX10" fmla="*/ 162485 w 175922"/>
                  <a:gd name="connsiteY10" fmla="*/ 142345 h 282680"/>
                  <a:gd name="connsiteX11" fmla="*/ 138927 w 175922"/>
                  <a:gd name="connsiteY11" fmla="*/ 95546 h 282680"/>
                  <a:gd name="connsiteX12" fmla="*/ 176039 w 175922"/>
                  <a:gd name="connsiteY12" fmla="*/ 43093 h 282680"/>
                  <a:gd name="connsiteX13" fmla="*/ 117950 w 175922"/>
                  <a:gd name="connsiteY13" fmla="*/ 95232 h 282680"/>
                  <a:gd name="connsiteX14" fmla="*/ 102460 w 175922"/>
                  <a:gd name="connsiteY14" fmla="*/ 97430 h 282680"/>
                  <a:gd name="connsiteX15" fmla="*/ 88260 w 175922"/>
                  <a:gd name="connsiteY15" fmla="*/ 96174 h 282680"/>
                  <a:gd name="connsiteX16" fmla="*/ 104073 w 175922"/>
                  <a:gd name="connsiteY16" fmla="*/ 93661 h 282680"/>
                  <a:gd name="connsiteX17" fmla="*/ 117950 w 175922"/>
                  <a:gd name="connsiteY17" fmla="*/ 95232 h 282680"/>
                  <a:gd name="connsiteX18" fmla="*/ 157967 w 175922"/>
                  <a:gd name="connsiteY18" fmla="*/ 35869 h 282680"/>
                  <a:gd name="connsiteX19" fmla="*/ 128922 w 175922"/>
                  <a:gd name="connsiteY19" fmla="*/ 90206 h 282680"/>
                  <a:gd name="connsiteX20" fmla="*/ 104073 w 175922"/>
                  <a:gd name="connsiteY20" fmla="*/ 86437 h 282680"/>
                  <a:gd name="connsiteX21" fmla="*/ 79224 w 175922"/>
                  <a:gd name="connsiteY21" fmla="*/ 96488 h 282680"/>
                  <a:gd name="connsiteX22" fmla="*/ 101491 w 175922"/>
                  <a:gd name="connsiteY22" fmla="*/ 104340 h 282680"/>
                  <a:gd name="connsiteX23" fmla="*/ 127954 w 175922"/>
                  <a:gd name="connsiteY23" fmla="*/ 100257 h 282680"/>
                  <a:gd name="connsiteX24" fmla="*/ 142154 w 175922"/>
                  <a:gd name="connsiteY24" fmla="*/ 135749 h 282680"/>
                  <a:gd name="connsiteX25" fmla="*/ 126018 w 175922"/>
                  <a:gd name="connsiteY25" fmla="*/ 189773 h 282680"/>
                  <a:gd name="connsiteX26" fmla="*/ 73415 w 175922"/>
                  <a:gd name="connsiteY26" fmla="*/ 218041 h 282680"/>
                  <a:gd name="connsiteX27" fmla="*/ 36625 w 175922"/>
                  <a:gd name="connsiteY27" fmla="*/ 177523 h 282680"/>
                  <a:gd name="connsiteX28" fmla="*/ 38239 w 175922"/>
                  <a:gd name="connsiteY28" fmla="*/ 163703 h 282680"/>
                  <a:gd name="connsiteX29" fmla="*/ 58893 w 175922"/>
                  <a:gd name="connsiteY29" fmla="*/ 84239 h 282680"/>
                  <a:gd name="connsiteX30" fmla="*/ 127954 w 175922"/>
                  <a:gd name="connsiteY30" fmla="*/ 7287 h 282680"/>
                  <a:gd name="connsiteX31" fmla="*/ 157967 w 17592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922" h="282680">
                    <a:moveTo>
                      <a:pt x="176039" y="43093"/>
                    </a:moveTo>
                    <a:cubicBezTo>
                      <a:pt x="176039" y="19536"/>
                      <a:pt x="158290" y="63"/>
                      <a:pt x="132150" y="63"/>
                    </a:cubicBezTo>
                    <a:cubicBezTo>
                      <a:pt x="113432" y="63"/>
                      <a:pt x="104396" y="5088"/>
                      <a:pt x="93101" y="13255"/>
                    </a:cubicBezTo>
                    <a:cubicBezTo>
                      <a:pt x="75351" y="25818"/>
                      <a:pt x="57602" y="56285"/>
                      <a:pt x="51470" y="80155"/>
                    </a:cubicBezTo>
                    <a:lnTo>
                      <a:pt x="158" y="279602"/>
                    </a:lnTo>
                    <a:cubicBezTo>
                      <a:pt x="-165" y="280858"/>
                      <a:pt x="1449" y="282743"/>
                      <a:pt x="4031" y="282743"/>
                    </a:cubicBezTo>
                    <a:cubicBezTo>
                      <a:pt x="6612" y="282743"/>
                      <a:pt x="7581" y="282115"/>
                      <a:pt x="7903" y="281173"/>
                    </a:cubicBezTo>
                    <a:lnTo>
                      <a:pt x="30494" y="194484"/>
                    </a:lnTo>
                    <a:cubicBezTo>
                      <a:pt x="36625" y="213329"/>
                      <a:pt x="50825" y="224951"/>
                      <a:pt x="74383" y="224951"/>
                    </a:cubicBezTo>
                    <a:cubicBezTo>
                      <a:pt x="97942" y="224951"/>
                      <a:pt x="122145" y="213958"/>
                      <a:pt x="136668" y="200138"/>
                    </a:cubicBezTo>
                    <a:cubicBezTo>
                      <a:pt x="152158" y="185689"/>
                      <a:pt x="162485" y="165588"/>
                      <a:pt x="162485" y="142345"/>
                    </a:cubicBezTo>
                    <a:cubicBezTo>
                      <a:pt x="162485" y="119731"/>
                      <a:pt x="150545" y="103398"/>
                      <a:pt x="138927" y="95546"/>
                    </a:cubicBezTo>
                    <a:cubicBezTo>
                      <a:pt x="157644" y="85181"/>
                      <a:pt x="176039" y="65707"/>
                      <a:pt x="176039" y="43093"/>
                    </a:cubicBezTo>
                    <a:close/>
                    <a:moveTo>
                      <a:pt x="117950" y="95232"/>
                    </a:moveTo>
                    <a:cubicBezTo>
                      <a:pt x="113755" y="96802"/>
                      <a:pt x="110205" y="97430"/>
                      <a:pt x="102460" y="97430"/>
                    </a:cubicBezTo>
                    <a:cubicBezTo>
                      <a:pt x="97942" y="97430"/>
                      <a:pt x="91487" y="97745"/>
                      <a:pt x="88260" y="96174"/>
                    </a:cubicBezTo>
                    <a:cubicBezTo>
                      <a:pt x="88905" y="93033"/>
                      <a:pt x="100523" y="93661"/>
                      <a:pt x="104073" y="93661"/>
                    </a:cubicBezTo>
                    <a:cubicBezTo>
                      <a:pt x="110850" y="93661"/>
                      <a:pt x="113755" y="93661"/>
                      <a:pt x="117950" y="95232"/>
                    </a:cubicBezTo>
                    <a:close/>
                    <a:moveTo>
                      <a:pt x="157967" y="35869"/>
                    </a:moveTo>
                    <a:cubicBezTo>
                      <a:pt x="157967" y="57855"/>
                      <a:pt x="145704" y="80470"/>
                      <a:pt x="128922" y="90206"/>
                    </a:cubicBezTo>
                    <a:cubicBezTo>
                      <a:pt x="120209" y="87065"/>
                      <a:pt x="113755" y="86437"/>
                      <a:pt x="104073" y="86437"/>
                    </a:cubicBezTo>
                    <a:cubicBezTo>
                      <a:pt x="97296" y="86437"/>
                      <a:pt x="79224" y="86123"/>
                      <a:pt x="79224" y="96488"/>
                    </a:cubicBezTo>
                    <a:cubicBezTo>
                      <a:pt x="78901" y="105283"/>
                      <a:pt x="95683" y="104340"/>
                      <a:pt x="101491" y="104340"/>
                    </a:cubicBezTo>
                    <a:cubicBezTo>
                      <a:pt x="113432" y="104340"/>
                      <a:pt x="118273" y="104026"/>
                      <a:pt x="127954" y="100257"/>
                    </a:cubicBezTo>
                    <a:cubicBezTo>
                      <a:pt x="140218" y="111564"/>
                      <a:pt x="141831" y="121301"/>
                      <a:pt x="142154" y="135749"/>
                    </a:cubicBezTo>
                    <a:cubicBezTo>
                      <a:pt x="142799" y="153966"/>
                      <a:pt x="135054" y="177523"/>
                      <a:pt x="126018" y="189773"/>
                    </a:cubicBezTo>
                    <a:cubicBezTo>
                      <a:pt x="113432" y="206733"/>
                      <a:pt x="91810" y="218041"/>
                      <a:pt x="73415" y="218041"/>
                    </a:cubicBezTo>
                    <a:cubicBezTo>
                      <a:pt x="48888" y="218041"/>
                      <a:pt x="36625" y="199823"/>
                      <a:pt x="36625" y="177523"/>
                    </a:cubicBezTo>
                    <a:cubicBezTo>
                      <a:pt x="36625" y="174382"/>
                      <a:pt x="36625" y="169671"/>
                      <a:pt x="38239" y="163703"/>
                    </a:cubicBezTo>
                    <a:lnTo>
                      <a:pt x="58893" y="84239"/>
                    </a:lnTo>
                    <a:cubicBezTo>
                      <a:pt x="65992" y="57227"/>
                      <a:pt x="89228" y="7287"/>
                      <a:pt x="127954" y="7287"/>
                    </a:cubicBezTo>
                    <a:cubicBezTo>
                      <a:pt x="146672" y="7287"/>
                      <a:pt x="157967" y="17024"/>
                      <a:pt x="157967"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5" name="Freeform: Shape 144">
                <a:extLst>
                  <a:ext uri="{FF2B5EF4-FFF2-40B4-BE49-F238E27FC236}">
                    <a16:creationId xmlns:a16="http://schemas.microsoft.com/office/drawing/2014/main" id="{93AB3E93-209A-E45E-4085-357437F33517}"/>
                  </a:ext>
                </a:extLst>
              </p:cNvPr>
              <p:cNvSpPr/>
              <p:nvPr>
                <p:custDataLst>
                  <p:tags r:id="rId27"/>
                </p:custDataLst>
              </p:nvPr>
            </p:nvSpPr>
            <p:spPr>
              <a:xfrm>
                <a:off x="5737830" y="5560469"/>
                <a:ext cx="104818" cy="150385"/>
              </a:xfrm>
              <a:custGeom>
                <a:avLst/>
                <a:gdLst>
                  <a:gd name="connsiteX0" fmla="*/ 104942 w 104818"/>
                  <a:gd name="connsiteY0" fmla="*/ 75917 h 150385"/>
                  <a:gd name="connsiteX1" fmla="*/ 91613 w 104818"/>
                  <a:gd name="connsiteY1" fmla="*/ 18972 h 150385"/>
                  <a:gd name="connsiteX2" fmla="*/ 52532 w 104818"/>
                  <a:gd name="connsiteY2" fmla="*/ 64 h 150385"/>
                  <a:gd name="connsiteX3" fmla="*/ 123 w 104818"/>
                  <a:gd name="connsiteY3" fmla="*/ 75917 h 150385"/>
                  <a:gd name="connsiteX4" fmla="*/ 52532 w 104818"/>
                  <a:gd name="connsiteY4" fmla="*/ 150450 h 150385"/>
                  <a:gd name="connsiteX5" fmla="*/ 104942 w 104818"/>
                  <a:gd name="connsiteY5" fmla="*/ 75917 h 150385"/>
                  <a:gd name="connsiteX6" fmla="*/ 52532 w 104818"/>
                  <a:gd name="connsiteY6" fmla="*/ 144294 h 150385"/>
                  <a:gd name="connsiteX7" fmla="*/ 23843 w 104818"/>
                  <a:gd name="connsiteY7" fmla="*/ 120329 h 150385"/>
                  <a:gd name="connsiteX8" fmla="*/ 20680 w 104818"/>
                  <a:gd name="connsiteY8" fmla="*/ 73059 h 150385"/>
                  <a:gd name="connsiteX9" fmla="*/ 24068 w 104818"/>
                  <a:gd name="connsiteY9" fmla="*/ 28207 h 150385"/>
                  <a:gd name="connsiteX10" fmla="*/ 52532 w 104818"/>
                  <a:gd name="connsiteY10" fmla="*/ 6220 h 150385"/>
                  <a:gd name="connsiteX11" fmla="*/ 80544 w 104818"/>
                  <a:gd name="connsiteY11" fmla="*/ 26228 h 150385"/>
                  <a:gd name="connsiteX12" fmla="*/ 84384 w 104818"/>
                  <a:gd name="connsiteY12" fmla="*/ 73059 h 150385"/>
                  <a:gd name="connsiteX13" fmla="*/ 81448 w 104818"/>
                  <a:gd name="connsiteY13" fmla="*/ 119450 h 150385"/>
                  <a:gd name="connsiteX14" fmla="*/ 52532 w 104818"/>
                  <a:gd name="connsiteY14" fmla="*/ 144294 h 1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818" h="150385">
                    <a:moveTo>
                      <a:pt x="104942" y="75917"/>
                    </a:moveTo>
                    <a:cubicBezTo>
                      <a:pt x="104942" y="51732"/>
                      <a:pt x="102005" y="34363"/>
                      <a:pt x="91613" y="18972"/>
                    </a:cubicBezTo>
                    <a:cubicBezTo>
                      <a:pt x="84610" y="8859"/>
                      <a:pt x="70604" y="64"/>
                      <a:pt x="52532" y="64"/>
                    </a:cubicBezTo>
                    <a:cubicBezTo>
                      <a:pt x="123" y="64"/>
                      <a:pt x="123" y="60087"/>
                      <a:pt x="123" y="75917"/>
                    </a:cubicBezTo>
                    <a:cubicBezTo>
                      <a:pt x="123" y="91747"/>
                      <a:pt x="123" y="150450"/>
                      <a:pt x="52532" y="150450"/>
                    </a:cubicBezTo>
                    <a:cubicBezTo>
                      <a:pt x="104942" y="150450"/>
                      <a:pt x="104942" y="91747"/>
                      <a:pt x="104942" y="75917"/>
                    </a:cubicBezTo>
                    <a:close/>
                    <a:moveTo>
                      <a:pt x="52532" y="144294"/>
                    </a:moveTo>
                    <a:cubicBezTo>
                      <a:pt x="42141" y="144294"/>
                      <a:pt x="28361" y="138358"/>
                      <a:pt x="23843" y="120329"/>
                    </a:cubicBezTo>
                    <a:cubicBezTo>
                      <a:pt x="20680" y="107357"/>
                      <a:pt x="20680" y="89328"/>
                      <a:pt x="20680" y="73059"/>
                    </a:cubicBezTo>
                    <a:cubicBezTo>
                      <a:pt x="20680" y="57009"/>
                      <a:pt x="20680" y="40299"/>
                      <a:pt x="24068" y="28207"/>
                    </a:cubicBezTo>
                    <a:cubicBezTo>
                      <a:pt x="28812" y="10837"/>
                      <a:pt x="43270" y="6220"/>
                      <a:pt x="52532" y="6220"/>
                    </a:cubicBezTo>
                    <a:cubicBezTo>
                      <a:pt x="64731" y="6220"/>
                      <a:pt x="76478" y="13476"/>
                      <a:pt x="80544" y="26228"/>
                    </a:cubicBezTo>
                    <a:cubicBezTo>
                      <a:pt x="84158" y="38100"/>
                      <a:pt x="84384" y="53931"/>
                      <a:pt x="84384" y="73059"/>
                    </a:cubicBezTo>
                    <a:cubicBezTo>
                      <a:pt x="84384" y="89328"/>
                      <a:pt x="84384" y="105598"/>
                      <a:pt x="81448" y="119450"/>
                    </a:cubicBezTo>
                    <a:cubicBezTo>
                      <a:pt x="76930" y="139457"/>
                      <a:pt x="61568" y="144294"/>
                      <a:pt x="52532" y="14429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6" name="Freeform: Shape 145">
                <a:extLst>
                  <a:ext uri="{FF2B5EF4-FFF2-40B4-BE49-F238E27FC236}">
                    <a16:creationId xmlns:a16="http://schemas.microsoft.com/office/drawing/2014/main" id="{B31E09FE-CDFF-BEE4-A860-1776C9DE0305}"/>
                  </a:ext>
                </a:extLst>
              </p:cNvPr>
              <p:cNvSpPr/>
              <p:nvPr>
                <p:custDataLst>
                  <p:tags r:id="rId28"/>
                </p:custDataLst>
              </p:nvPr>
            </p:nvSpPr>
            <p:spPr>
              <a:xfrm>
                <a:off x="5960643" y="5476231"/>
                <a:ext cx="214607" cy="209183"/>
              </a:xfrm>
              <a:custGeom>
                <a:avLst/>
                <a:gdLst>
                  <a:gd name="connsiteX0" fmla="*/ 114049 w 214607"/>
                  <a:gd name="connsiteY0" fmla="*/ 110936 h 209183"/>
                  <a:gd name="connsiteX1" fmla="*/ 204087 w 214607"/>
                  <a:gd name="connsiteY1" fmla="*/ 110936 h 209183"/>
                  <a:gd name="connsiteX2" fmla="*/ 214737 w 214607"/>
                  <a:gd name="connsiteY2" fmla="*/ 104654 h 209183"/>
                  <a:gd name="connsiteX3" fmla="*/ 204087 w 214607"/>
                  <a:gd name="connsiteY3" fmla="*/ 98373 h 209183"/>
                  <a:gd name="connsiteX4" fmla="*/ 114049 w 214607"/>
                  <a:gd name="connsiteY4" fmla="*/ 98373 h 209183"/>
                  <a:gd name="connsiteX5" fmla="*/ 114049 w 214607"/>
                  <a:gd name="connsiteY5" fmla="*/ 10428 h 209183"/>
                  <a:gd name="connsiteX6" fmla="*/ 107594 w 214607"/>
                  <a:gd name="connsiteY6" fmla="*/ 63 h 209183"/>
                  <a:gd name="connsiteX7" fmla="*/ 101140 w 214607"/>
                  <a:gd name="connsiteY7" fmla="*/ 10428 h 209183"/>
                  <a:gd name="connsiteX8" fmla="*/ 101140 w 214607"/>
                  <a:gd name="connsiteY8" fmla="*/ 98373 h 209183"/>
                  <a:gd name="connsiteX9" fmla="*/ 10779 w 214607"/>
                  <a:gd name="connsiteY9" fmla="*/ 98373 h 209183"/>
                  <a:gd name="connsiteX10" fmla="*/ 129 w 214607"/>
                  <a:gd name="connsiteY10" fmla="*/ 104654 h 209183"/>
                  <a:gd name="connsiteX11" fmla="*/ 10779 w 214607"/>
                  <a:gd name="connsiteY11" fmla="*/ 110936 h 209183"/>
                  <a:gd name="connsiteX12" fmla="*/ 101140 w 214607"/>
                  <a:gd name="connsiteY12" fmla="*/ 110936 h 209183"/>
                  <a:gd name="connsiteX13" fmla="*/ 101140 w 214607"/>
                  <a:gd name="connsiteY13" fmla="*/ 198881 h 209183"/>
                  <a:gd name="connsiteX14" fmla="*/ 107594 w 214607"/>
                  <a:gd name="connsiteY14" fmla="*/ 209246 h 209183"/>
                  <a:gd name="connsiteX15" fmla="*/ 114049 w 214607"/>
                  <a:gd name="connsiteY15" fmla="*/ 198881 h 209183"/>
                  <a:gd name="connsiteX16" fmla="*/ 114049 w 214607"/>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607" h="209183">
                    <a:moveTo>
                      <a:pt x="114049" y="110936"/>
                    </a:moveTo>
                    <a:lnTo>
                      <a:pt x="204087" y="110936"/>
                    </a:lnTo>
                    <a:cubicBezTo>
                      <a:pt x="208605" y="110936"/>
                      <a:pt x="214737" y="110936"/>
                      <a:pt x="214737" y="104654"/>
                    </a:cubicBezTo>
                    <a:cubicBezTo>
                      <a:pt x="214737" y="98373"/>
                      <a:pt x="208605" y="98373"/>
                      <a:pt x="204087" y="98373"/>
                    </a:cubicBezTo>
                    <a:lnTo>
                      <a:pt x="114049" y="98373"/>
                    </a:lnTo>
                    <a:lnTo>
                      <a:pt x="114049" y="10428"/>
                    </a:lnTo>
                    <a:cubicBezTo>
                      <a:pt x="114049" y="6030"/>
                      <a:pt x="114049" y="63"/>
                      <a:pt x="107594" y="63"/>
                    </a:cubicBezTo>
                    <a:cubicBezTo>
                      <a:pt x="101140" y="63"/>
                      <a:pt x="101140" y="6030"/>
                      <a:pt x="101140" y="10428"/>
                    </a:cubicBezTo>
                    <a:lnTo>
                      <a:pt x="101140" y="98373"/>
                    </a:lnTo>
                    <a:lnTo>
                      <a:pt x="10779" y="98373"/>
                    </a:lnTo>
                    <a:cubicBezTo>
                      <a:pt x="6261" y="98373"/>
                      <a:pt x="129" y="98373"/>
                      <a:pt x="129" y="104654"/>
                    </a:cubicBezTo>
                    <a:cubicBezTo>
                      <a:pt x="129" y="110936"/>
                      <a:pt x="6261" y="110936"/>
                      <a:pt x="10779" y="110936"/>
                    </a:cubicBezTo>
                    <a:lnTo>
                      <a:pt x="101140" y="110936"/>
                    </a:lnTo>
                    <a:lnTo>
                      <a:pt x="101140" y="198881"/>
                    </a:lnTo>
                    <a:cubicBezTo>
                      <a:pt x="101140" y="203278"/>
                      <a:pt x="101140" y="209246"/>
                      <a:pt x="107594" y="209246"/>
                    </a:cubicBezTo>
                    <a:cubicBezTo>
                      <a:pt x="114049" y="209246"/>
                      <a:pt x="114049" y="203278"/>
                      <a:pt x="114049" y="198881"/>
                    </a:cubicBezTo>
                    <a:lnTo>
                      <a:pt x="114049" y="11093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7" name="Freeform: Shape 146">
                <a:extLst>
                  <a:ext uri="{FF2B5EF4-FFF2-40B4-BE49-F238E27FC236}">
                    <a16:creationId xmlns:a16="http://schemas.microsoft.com/office/drawing/2014/main" id="{EEE3A3E6-DF2A-B365-1C4D-17EDDB28116D}"/>
                  </a:ext>
                </a:extLst>
              </p:cNvPr>
              <p:cNvSpPr/>
              <p:nvPr>
                <p:custDataLst>
                  <p:tags r:id="rId29"/>
                </p:custDataLst>
              </p:nvPr>
            </p:nvSpPr>
            <p:spPr>
              <a:xfrm>
                <a:off x="6274929" y="5437598"/>
                <a:ext cx="175922" cy="282680"/>
              </a:xfrm>
              <a:custGeom>
                <a:avLst/>
                <a:gdLst>
                  <a:gd name="connsiteX0" fmla="*/ 176061 w 175922"/>
                  <a:gd name="connsiteY0" fmla="*/ 43093 h 282680"/>
                  <a:gd name="connsiteX1" fmla="*/ 132172 w 175922"/>
                  <a:gd name="connsiteY1" fmla="*/ 63 h 282680"/>
                  <a:gd name="connsiteX2" fmla="*/ 93123 w 175922"/>
                  <a:gd name="connsiteY2" fmla="*/ 13255 h 282680"/>
                  <a:gd name="connsiteX3" fmla="*/ 51492 w 175922"/>
                  <a:gd name="connsiteY3" fmla="*/ 80155 h 282680"/>
                  <a:gd name="connsiteX4" fmla="*/ 180 w 175922"/>
                  <a:gd name="connsiteY4" fmla="*/ 279602 h 282680"/>
                  <a:gd name="connsiteX5" fmla="*/ 4053 w 175922"/>
                  <a:gd name="connsiteY5" fmla="*/ 282743 h 282680"/>
                  <a:gd name="connsiteX6" fmla="*/ 7926 w 175922"/>
                  <a:gd name="connsiteY6" fmla="*/ 281173 h 282680"/>
                  <a:gd name="connsiteX7" fmla="*/ 30516 w 175922"/>
                  <a:gd name="connsiteY7" fmla="*/ 194484 h 282680"/>
                  <a:gd name="connsiteX8" fmla="*/ 74405 w 175922"/>
                  <a:gd name="connsiteY8" fmla="*/ 224951 h 282680"/>
                  <a:gd name="connsiteX9" fmla="*/ 136690 w 175922"/>
                  <a:gd name="connsiteY9" fmla="*/ 200138 h 282680"/>
                  <a:gd name="connsiteX10" fmla="*/ 162507 w 175922"/>
                  <a:gd name="connsiteY10" fmla="*/ 142345 h 282680"/>
                  <a:gd name="connsiteX11" fmla="*/ 138949 w 175922"/>
                  <a:gd name="connsiteY11" fmla="*/ 95546 h 282680"/>
                  <a:gd name="connsiteX12" fmla="*/ 176061 w 175922"/>
                  <a:gd name="connsiteY12" fmla="*/ 43093 h 282680"/>
                  <a:gd name="connsiteX13" fmla="*/ 117972 w 175922"/>
                  <a:gd name="connsiteY13" fmla="*/ 95232 h 282680"/>
                  <a:gd name="connsiteX14" fmla="*/ 102482 w 175922"/>
                  <a:gd name="connsiteY14" fmla="*/ 97430 h 282680"/>
                  <a:gd name="connsiteX15" fmla="*/ 88282 w 175922"/>
                  <a:gd name="connsiteY15" fmla="*/ 96174 h 282680"/>
                  <a:gd name="connsiteX16" fmla="*/ 104095 w 175922"/>
                  <a:gd name="connsiteY16" fmla="*/ 93661 h 282680"/>
                  <a:gd name="connsiteX17" fmla="*/ 117972 w 175922"/>
                  <a:gd name="connsiteY17" fmla="*/ 95232 h 282680"/>
                  <a:gd name="connsiteX18" fmla="*/ 157989 w 175922"/>
                  <a:gd name="connsiteY18" fmla="*/ 35869 h 282680"/>
                  <a:gd name="connsiteX19" fmla="*/ 128945 w 175922"/>
                  <a:gd name="connsiteY19" fmla="*/ 90206 h 282680"/>
                  <a:gd name="connsiteX20" fmla="*/ 104095 w 175922"/>
                  <a:gd name="connsiteY20" fmla="*/ 86437 h 282680"/>
                  <a:gd name="connsiteX21" fmla="*/ 79246 w 175922"/>
                  <a:gd name="connsiteY21" fmla="*/ 96488 h 282680"/>
                  <a:gd name="connsiteX22" fmla="*/ 101514 w 175922"/>
                  <a:gd name="connsiteY22" fmla="*/ 104340 h 282680"/>
                  <a:gd name="connsiteX23" fmla="*/ 127977 w 175922"/>
                  <a:gd name="connsiteY23" fmla="*/ 100257 h 282680"/>
                  <a:gd name="connsiteX24" fmla="*/ 142176 w 175922"/>
                  <a:gd name="connsiteY24" fmla="*/ 135749 h 282680"/>
                  <a:gd name="connsiteX25" fmla="*/ 126040 w 175922"/>
                  <a:gd name="connsiteY25" fmla="*/ 189773 h 282680"/>
                  <a:gd name="connsiteX26" fmla="*/ 73437 w 175922"/>
                  <a:gd name="connsiteY26" fmla="*/ 218041 h 282680"/>
                  <a:gd name="connsiteX27" fmla="*/ 36647 w 175922"/>
                  <a:gd name="connsiteY27" fmla="*/ 177523 h 282680"/>
                  <a:gd name="connsiteX28" fmla="*/ 38261 w 175922"/>
                  <a:gd name="connsiteY28" fmla="*/ 163703 h 282680"/>
                  <a:gd name="connsiteX29" fmla="*/ 58915 w 175922"/>
                  <a:gd name="connsiteY29" fmla="*/ 84239 h 282680"/>
                  <a:gd name="connsiteX30" fmla="*/ 127977 w 175922"/>
                  <a:gd name="connsiteY30" fmla="*/ 7287 h 282680"/>
                  <a:gd name="connsiteX31" fmla="*/ 157989 w 17592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922" h="282680">
                    <a:moveTo>
                      <a:pt x="176061" y="43093"/>
                    </a:moveTo>
                    <a:cubicBezTo>
                      <a:pt x="176061" y="19536"/>
                      <a:pt x="158312" y="63"/>
                      <a:pt x="132172" y="63"/>
                    </a:cubicBezTo>
                    <a:cubicBezTo>
                      <a:pt x="113454" y="63"/>
                      <a:pt x="104418" y="5088"/>
                      <a:pt x="93123" y="13255"/>
                    </a:cubicBezTo>
                    <a:cubicBezTo>
                      <a:pt x="75374" y="25818"/>
                      <a:pt x="57624" y="56285"/>
                      <a:pt x="51492" y="80155"/>
                    </a:cubicBezTo>
                    <a:lnTo>
                      <a:pt x="180" y="279602"/>
                    </a:lnTo>
                    <a:cubicBezTo>
                      <a:pt x="-142" y="280858"/>
                      <a:pt x="1471" y="282743"/>
                      <a:pt x="4053" y="282743"/>
                    </a:cubicBezTo>
                    <a:cubicBezTo>
                      <a:pt x="6635" y="282743"/>
                      <a:pt x="7603" y="282115"/>
                      <a:pt x="7926" y="281173"/>
                    </a:cubicBezTo>
                    <a:lnTo>
                      <a:pt x="30516" y="194484"/>
                    </a:lnTo>
                    <a:cubicBezTo>
                      <a:pt x="36647" y="213329"/>
                      <a:pt x="50847" y="224951"/>
                      <a:pt x="74405" y="224951"/>
                    </a:cubicBezTo>
                    <a:cubicBezTo>
                      <a:pt x="97964" y="224951"/>
                      <a:pt x="122168" y="213958"/>
                      <a:pt x="136690" y="200138"/>
                    </a:cubicBezTo>
                    <a:cubicBezTo>
                      <a:pt x="152180" y="185689"/>
                      <a:pt x="162507" y="165588"/>
                      <a:pt x="162507" y="142345"/>
                    </a:cubicBezTo>
                    <a:cubicBezTo>
                      <a:pt x="162507" y="119731"/>
                      <a:pt x="150567" y="103398"/>
                      <a:pt x="138949" y="95546"/>
                    </a:cubicBezTo>
                    <a:cubicBezTo>
                      <a:pt x="157667" y="85181"/>
                      <a:pt x="176061" y="65707"/>
                      <a:pt x="176061" y="43093"/>
                    </a:cubicBezTo>
                    <a:close/>
                    <a:moveTo>
                      <a:pt x="117972" y="95232"/>
                    </a:moveTo>
                    <a:cubicBezTo>
                      <a:pt x="113777" y="96802"/>
                      <a:pt x="110227" y="97430"/>
                      <a:pt x="102482" y="97430"/>
                    </a:cubicBezTo>
                    <a:cubicBezTo>
                      <a:pt x="97964" y="97430"/>
                      <a:pt x="91509" y="97745"/>
                      <a:pt x="88282" y="96174"/>
                    </a:cubicBezTo>
                    <a:cubicBezTo>
                      <a:pt x="88928" y="93033"/>
                      <a:pt x="100546" y="93661"/>
                      <a:pt x="104095" y="93661"/>
                    </a:cubicBezTo>
                    <a:cubicBezTo>
                      <a:pt x="110873" y="93661"/>
                      <a:pt x="113777" y="93661"/>
                      <a:pt x="117972" y="95232"/>
                    </a:cubicBezTo>
                    <a:close/>
                    <a:moveTo>
                      <a:pt x="157989" y="35869"/>
                    </a:moveTo>
                    <a:cubicBezTo>
                      <a:pt x="157989" y="57855"/>
                      <a:pt x="145726" y="80470"/>
                      <a:pt x="128945" y="90206"/>
                    </a:cubicBezTo>
                    <a:cubicBezTo>
                      <a:pt x="120231" y="87065"/>
                      <a:pt x="113777" y="86437"/>
                      <a:pt x="104095" y="86437"/>
                    </a:cubicBezTo>
                    <a:cubicBezTo>
                      <a:pt x="97318" y="86437"/>
                      <a:pt x="79246" y="86123"/>
                      <a:pt x="79246" y="96488"/>
                    </a:cubicBezTo>
                    <a:cubicBezTo>
                      <a:pt x="78923" y="105283"/>
                      <a:pt x="95705" y="104340"/>
                      <a:pt x="101514" y="104340"/>
                    </a:cubicBezTo>
                    <a:cubicBezTo>
                      <a:pt x="113454" y="104340"/>
                      <a:pt x="118295" y="104026"/>
                      <a:pt x="127977" y="100257"/>
                    </a:cubicBezTo>
                    <a:cubicBezTo>
                      <a:pt x="140240" y="111564"/>
                      <a:pt x="141853" y="121301"/>
                      <a:pt x="142176" y="135749"/>
                    </a:cubicBezTo>
                    <a:cubicBezTo>
                      <a:pt x="142822" y="153966"/>
                      <a:pt x="135076" y="177523"/>
                      <a:pt x="126040" y="189773"/>
                    </a:cubicBezTo>
                    <a:cubicBezTo>
                      <a:pt x="113454" y="206733"/>
                      <a:pt x="91832" y="218041"/>
                      <a:pt x="73437" y="218041"/>
                    </a:cubicBezTo>
                    <a:cubicBezTo>
                      <a:pt x="48911" y="218041"/>
                      <a:pt x="36647" y="199823"/>
                      <a:pt x="36647" y="177523"/>
                    </a:cubicBezTo>
                    <a:cubicBezTo>
                      <a:pt x="36647" y="174382"/>
                      <a:pt x="36647" y="169671"/>
                      <a:pt x="38261" y="163703"/>
                    </a:cubicBezTo>
                    <a:lnTo>
                      <a:pt x="58915" y="84239"/>
                    </a:lnTo>
                    <a:cubicBezTo>
                      <a:pt x="66015" y="57227"/>
                      <a:pt x="89250" y="7287"/>
                      <a:pt x="127977" y="7287"/>
                    </a:cubicBezTo>
                    <a:cubicBezTo>
                      <a:pt x="146694" y="7287"/>
                      <a:pt x="157989" y="17024"/>
                      <a:pt x="157989"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8" name="Freeform: Shape 147">
                <a:extLst>
                  <a:ext uri="{FF2B5EF4-FFF2-40B4-BE49-F238E27FC236}">
                    <a16:creationId xmlns:a16="http://schemas.microsoft.com/office/drawing/2014/main" id="{680A2368-F4E0-F8DC-D9FA-02AE5307C840}"/>
                  </a:ext>
                </a:extLst>
              </p:cNvPr>
              <p:cNvSpPr/>
              <p:nvPr>
                <p:custDataLst>
                  <p:tags r:id="rId30"/>
                </p:custDataLst>
              </p:nvPr>
            </p:nvSpPr>
            <p:spPr>
              <a:xfrm>
                <a:off x="6472449" y="5560469"/>
                <a:ext cx="82228" cy="145988"/>
              </a:xfrm>
              <a:custGeom>
                <a:avLst/>
                <a:gdLst>
                  <a:gd name="connsiteX0" fmla="*/ 51199 w 82228"/>
                  <a:gd name="connsiteY0" fmla="*/ 6220 h 145988"/>
                  <a:gd name="connsiteX1" fmla="*/ 44422 w 82228"/>
                  <a:gd name="connsiteY1" fmla="*/ 64 h 145988"/>
                  <a:gd name="connsiteX2" fmla="*/ 145 w 82228"/>
                  <a:gd name="connsiteY2" fmla="*/ 14135 h 145988"/>
                  <a:gd name="connsiteX3" fmla="*/ 145 w 82228"/>
                  <a:gd name="connsiteY3" fmla="*/ 22051 h 145988"/>
                  <a:gd name="connsiteX4" fmla="*/ 32901 w 82228"/>
                  <a:gd name="connsiteY4" fmla="*/ 15894 h 145988"/>
                  <a:gd name="connsiteX5" fmla="*/ 32901 w 82228"/>
                  <a:gd name="connsiteY5" fmla="*/ 128024 h 145988"/>
                  <a:gd name="connsiteX6" fmla="*/ 10311 w 82228"/>
                  <a:gd name="connsiteY6" fmla="*/ 138138 h 145988"/>
                  <a:gd name="connsiteX7" fmla="*/ 1726 w 82228"/>
                  <a:gd name="connsiteY7" fmla="*/ 138138 h 145988"/>
                  <a:gd name="connsiteX8" fmla="*/ 1726 w 82228"/>
                  <a:gd name="connsiteY8" fmla="*/ 146053 h 145988"/>
                  <a:gd name="connsiteX9" fmla="*/ 41937 w 82228"/>
                  <a:gd name="connsiteY9" fmla="*/ 145173 h 145988"/>
                  <a:gd name="connsiteX10" fmla="*/ 82374 w 82228"/>
                  <a:gd name="connsiteY10" fmla="*/ 146053 h 145988"/>
                  <a:gd name="connsiteX11" fmla="*/ 82374 w 82228"/>
                  <a:gd name="connsiteY11" fmla="*/ 138138 h 145988"/>
                  <a:gd name="connsiteX12" fmla="*/ 73789 w 82228"/>
                  <a:gd name="connsiteY12" fmla="*/ 138138 h 145988"/>
                  <a:gd name="connsiteX13" fmla="*/ 51199 w 82228"/>
                  <a:gd name="connsiteY13" fmla="*/ 128024 h 145988"/>
                  <a:gd name="connsiteX14" fmla="*/ 51199 w 82228"/>
                  <a:gd name="connsiteY14" fmla="*/ 6220 h 14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228" h="145988">
                    <a:moveTo>
                      <a:pt x="51199" y="6220"/>
                    </a:moveTo>
                    <a:cubicBezTo>
                      <a:pt x="51199" y="284"/>
                      <a:pt x="50747" y="64"/>
                      <a:pt x="44422" y="64"/>
                    </a:cubicBezTo>
                    <a:cubicBezTo>
                      <a:pt x="29964" y="13916"/>
                      <a:pt x="9407" y="14135"/>
                      <a:pt x="145" y="14135"/>
                    </a:cubicBezTo>
                    <a:lnTo>
                      <a:pt x="145" y="22051"/>
                    </a:lnTo>
                    <a:cubicBezTo>
                      <a:pt x="5567" y="22051"/>
                      <a:pt x="20476" y="22051"/>
                      <a:pt x="32901" y="15894"/>
                    </a:cubicBezTo>
                    <a:lnTo>
                      <a:pt x="32901" y="128024"/>
                    </a:lnTo>
                    <a:cubicBezTo>
                      <a:pt x="32901" y="135280"/>
                      <a:pt x="32901" y="138138"/>
                      <a:pt x="10311" y="138138"/>
                    </a:cubicBezTo>
                    <a:lnTo>
                      <a:pt x="1726" y="138138"/>
                    </a:lnTo>
                    <a:lnTo>
                      <a:pt x="1726" y="146053"/>
                    </a:lnTo>
                    <a:cubicBezTo>
                      <a:pt x="5793" y="145833"/>
                      <a:pt x="33579" y="145173"/>
                      <a:pt x="41937" y="145173"/>
                    </a:cubicBezTo>
                    <a:cubicBezTo>
                      <a:pt x="48940" y="145173"/>
                      <a:pt x="77404" y="145833"/>
                      <a:pt x="82374" y="146053"/>
                    </a:cubicBezTo>
                    <a:lnTo>
                      <a:pt x="82374" y="138138"/>
                    </a:lnTo>
                    <a:lnTo>
                      <a:pt x="73789" y="138138"/>
                    </a:lnTo>
                    <a:cubicBezTo>
                      <a:pt x="51199" y="138138"/>
                      <a:pt x="51199" y="135280"/>
                      <a:pt x="51199" y="128024"/>
                    </a:cubicBezTo>
                    <a:lnTo>
                      <a:pt x="51199" y="622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49" name="Freeform: Shape 148">
                <a:extLst>
                  <a:ext uri="{FF2B5EF4-FFF2-40B4-BE49-F238E27FC236}">
                    <a16:creationId xmlns:a16="http://schemas.microsoft.com/office/drawing/2014/main" id="{EB059B18-5808-ABCD-CADA-524CFDA7C477}"/>
                  </a:ext>
                </a:extLst>
              </p:cNvPr>
              <p:cNvSpPr/>
              <p:nvPr>
                <p:custDataLst>
                  <p:tags r:id="rId31"/>
                </p:custDataLst>
              </p:nvPr>
            </p:nvSpPr>
            <p:spPr>
              <a:xfrm>
                <a:off x="6604864" y="5445765"/>
                <a:ext cx="234221" cy="213580"/>
              </a:xfrm>
              <a:custGeom>
                <a:avLst/>
                <a:gdLst>
                  <a:gd name="connsiteX0" fmla="*/ 216370 w 234221"/>
                  <a:gd name="connsiteY0" fmla="*/ 140461 h 213580"/>
                  <a:gd name="connsiteX1" fmla="*/ 217984 w 234221"/>
                  <a:gd name="connsiteY1" fmla="*/ 136063 h 213580"/>
                  <a:gd name="connsiteX2" fmla="*/ 214111 w 234221"/>
                  <a:gd name="connsiteY2" fmla="*/ 132608 h 213580"/>
                  <a:gd name="connsiteX3" fmla="*/ 209916 w 234221"/>
                  <a:gd name="connsiteY3" fmla="*/ 136377 h 213580"/>
                  <a:gd name="connsiteX4" fmla="*/ 121814 w 234221"/>
                  <a:gd name="connsiteY4" fmla="*/ 203907 h 213580"/>
                  <a:gd name="connsiteX5" fmla="*/ 74697 w 234221"/>
                  <a:gd name="connsiteY5" fmla="*/ 203907 h 213580"/>
                  <a:gd name="connsiteX6" fmla="*/ 67598 w 234221"/>
                  <a:gd name="connsiteY6" fmla="*/ 203593 h 213580"/>
                  <a:gd name="connsiteX7" fmla="*/ 63402 w 234221"/>
                  <a:gd name="connsiteY7" fmla="*/ 200452 h 213580"/>
                  <a:gd name="connsiteX8" fmla="*/ 65016 w 234221"/>
                  <a:gd name="connsiteY8" fmla="*/ 193228 h 213580"/>
                  <a:gd name="connsiteX9" fmla="*/ 86961 w 234221"/>
                  <a:gd name="connsiteY9" fmla="*/ 107481 h 213580"/>
                  <a:gd name="connsiteX10" fmla="*/ 118910 w 234221"/>
                  <a:gd name="connsiteY10" fmla="*/ 107481 h 213580"/>
                  <a:gd name="connsiteX11" fmla="*/ 146341 w 234221"/>
                  <a:gd name="connsiteY11" fmla="*/ 121929 h 213580"/>
                  <a:gd name="connsiteX12" fmla="*/ 144082 w 234221"/>
                  <a:gd name="connsiteY12" fmla="*/ 137320 h 213580"/>
                  <a:gd name="connsiteX13" fmla="*/ 143113 w 234221"/>
                  <a:gd name="connsiteY13" fmla="*/ 140775 h 213580"/>
                  <a:gd name="connsiteX14" fmla="*/ 147309 w 234221"/>
                  <a:gd name="connsiteY14" fmla="*/ 144230 h 213580"/>
                  <a:gd name="connsiteX15" fmla="*/ 152150 w 234221"/>
                  <a:gd name="connsiteY15" fmla="*/ 137948 h 213580"/>
                  <a:gd name="connsiteX16" fmla="*/ 170544 w 234221"/>
                  <a:gd name="connsiteY16" fmla="*/ 64451 h 213580"/>
                  <a:gd name="connsiteX17" fmla="*/ 166672 w 234221"/>
                  <a:gd name="connsiteY17" fmla="*/ 60996 h 213580"/>
                  <a:gd name="connsiteX18" fmla="*/ 162154 w 234221"/>
                  <a:gd name="connsiteY18" fmla="*/ 66650 h 213580"/>
                  <a:gd name="connsiteX19" fmla="*/ 119878 w 234221"/>
                  <a:gd name="connsiteY19" fmla="*/ 97744 h 213580"/>
                  <a:gd name="connsiteX20" fmla="*/ 89542 w 234221"/>
                  <a:gd name="connsiteY20" fmla="*/ 97744 h 213580"/>
                  <a:gd name="connsiteX21" fmla="*/ 108905 w 234221"/>
                  <a:gd name="connsiteY21" fmla="*/ 22049 h 213580"/>
                  <a:gd name="connsiteX22" fmla="*/ 126332 w 234221"/>
                  <a:gd name="connsiteY22" fmla="*/ 9800 h 213580"/>
                  <a:gd name="connsiteX23" fmla="*/ 171835 w 234221"/>
                  <a:gd name="connsiteY23" fmla="*/ 9800 h 213580"/>
                  <a:gd name="connsiteX24" fmla="*/ 220888 w 234221"/>
                  <a:gd name="connsiteY24" fmla="*/ 44663 h 213580"/>
                  <a:gd name="connsiteX25" fmla="*/ 219598 w 234221"/>
                  <a:gd name="connsiteY25" fmla="*/ 61310 h 213580"/>
                  <a:gd name="connsiteX26" fmla="*/ 219275 w 234221"/>
                  <a:gd name="connsiteY26" fmla="*/ 66964 h 213580"/>
                  <a:gd name="connsiteX27" fmla="*/ 223147 w 234221"/>
                  <a:gd name="connsiteY27" fmla="*/ 70733 h 213580"/>
                  <a:gd name="connsiteX28" fmla="*/ 227666 w 234221"/>
                  <a:gd name="connsiteY28" fmla="*/ 62881 h 213580"/>
                  <a:gd name="connsiteX29" fmla="*/ 234120 w 234221"/>
                  <a:gd name="connsiteY29" fmla="*/ 8543 h 213580"/>
                  <a:gd name="connsiteX30" fmla="*/ 225406 w 234221"/>
                  <a:gd name="connsiteY30" fmla="*/ 63 h 213580"/>
                  <a:gd name="connsiteX31" fmla="*/ 62434 w 234221"/>
                  <a:gd name="connsiteY31" fmla="*/ 63 h 213580"/>
                  <a:gd name="connsiteX32" fmla="*/ 52753 w 234221"/>
                  <a:gd name="connsiteY32" fmla="*/ 6345 h 213580"/>
                  <a:gd name="connsiteX33" fmla="*/ 61789 w 234221"/>
                  <a:gd name="connsiteY33" fmla="*/ 9800 h 213580"/>
                  <a:gd name="connsiteX34" fmla="*/ 82765 w 234221"/>
                  <a:gd name="connsiteY34" fmla="*/ 15453 h 213580"/>
                  <a:gd name="connsiteX35" fmla="*/ 81152 w 234221"/>
                  <a:gd name="connsiteY35" fmla="*/ 22991 h 213580"/>
                  <a:gd name="connsiteX36" fmla="*/ 38553 w 234221"/>
                  <a:gd name="connsiteY36" fmla="*/ 189144 h 213580"/>
                  <a:gd name="connsiteX37" fmla="*/ 9186 w 234221"/>
                  <a:gd name="connsiteY37" fmla="*/ 203907 h 213580"/>
                  <a:gd name="connsiteX38" fmla="*/ 150 w 234221"/>
                  <a:gd name="connsiteY38" fmla="*/ 209874 h 213580"/>
                  <a:gd name="connsiteX39" fmla="*/ 9186 w 234221"/>
                  <a:gd name="connsiteY39" fmla="*/ 213643 h 213580"/>
                  <a:gd name="connsiteX40" fmla="*/ 176676 w 234221"/>
                  <a:gd name="connsiteY40" fmla="*/ 213643 h 213580"/>
                  <a:gd name="connsiteX41" fmla="*/ 186680 w 234221"/>
                  <a:gd name="connsiteY41" fmla="*/ 208304 h 213580"/>
                  <a:gd name="connsiteX42" fmla="*/ 216370 w 234221"/>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4221" h="213580">
                    <a:moveTo>
                      <a:pt x="216370" y="140461"/>
                    </a:moveTo>
                    <a:cubicBezTo>
                      <a:pt x="217016" y="138890"/>
                      <a:pt x="217984" y="136692"/>
                      <a:pt x="217984" y="136063"/>
                    </a:cubicBezTo>
                    <a:cubicBezTo>
                      <a:pt x="217984" y="135749"/>
                      <a:pt x="217984" y="132608"/>
                      <a:pt x="214111" y="132608"/>
                    </a:cubicBezTo>
                    <a:cubicBezTo>
                      <a:pt x="211207" y="132608"/>
                      <a:pt x="210561" y="134493"/>
                      <a:pt x="209916" y="136377"/>
                    </a:cubicBezTo>
                    <a:cubicBezTo>
                      <a:pt x="188939" y="182863"/>
                      <a:pt x="176999" y="203907"/>
                      <a:pt x="121814" y="203907"/>
                    </a:cubicBezTo>
                    <a:lnTo>
                      <a:pt x="74697" y="203907"/>
                    </a:lnTo>
                    <a:cubicBezTo>
                      <a:pt x="70179" y="203907"/>
                      <a:pt x="69534" y="203907"/>
                      <a:pt x="67598" y="203593"/>
                    </a:cubicBezTo>
                    <a:cubicBezTo>
                      <a:pt x="64370" y="203278"/>
                      <a:pt x="63402" y="202964"/>
                      <a:pt x="63402" y="200452"/>
                    </a:cubicBezTo>
                    <a:cubicBezTo>
                      <a:pt x="63402" y="199509"/>
                      <a:pt x="63402" y="198881"/>
                      <a:pt x="65016" y="193228"/>
                    </a:cubicBezTo>
                    <a:lnTo>
                      <a:pt x="86961" y="107481"/>
                    </a:lnTo>
                    <a:lnTo>
                      <a:pt x="118910" y="107481"/>
                    </a:lnTo>
                    <a:cubicBezTo>
                      <a:pt x="146341" y="107481"/>
                      <a:pt x="146341" y="114077"/>
                      <a:pt x="146341" y="121929"/>
                    </a:cubicBezTo>
                    <a:cubicBezTo>
                      <a:pt x="146341" y="124128"/>
                      <a:pt x="146341" y="127897"/>
                      <a:pt x="144082" y="137320"/>
                    </a:cubicBezTo>
                    <a:cubicBezTo>
                      <a:pt x="143436" y="138890"/>
                      <a:pt x="143113" y="139832"/>
                      <a:pt x="143113" y="140775"/>
                    </a:cubicBezTo>
                    <a:cubicBezTo>
                      <a:pt x="143113" y="142345"/>
                      <a:pt x="144404" y="144230"/>
                      <a:pt x="147309" y="144230"/>
                    </a:cubicBezTo>
                    <a:cubicBezTo>
                      <a:pt x="149891" y="144230"/>
                      <a:pt x="150859" y="142659"/>
                      <a:pt x="152150" y="137948"/>
                    </a:cubicBezTo>
                    <a:lnTo>
                      <a:pt x="170544" y="64451"/>
                    </a:lnTo>
                    <a:cubicBezTo>
                      <a:pt x="170544" y="62566"/>
                      <a:pt x="168931" y="60996"/>
                      <a:pt x="166672" y="60996"/>
                    </a:cubicBezTo>
                    <a:cubicBezTo>
                      <a:pt x="163767" y="60996"/>
                      <a:pt x="163122" y="62881"/>
                      <a:pt x="162154" y="66650"/>
                    </a:cubicBezTo>
                    <a:cubicBezTo>
                      <a:pt x="155377" y="90520"/>
                      <a:pt x="149568" y="97744"/>
                      <a:pt x="119878" y="97744"/>
                    </a:cubicBezTo>
                    <a:lnTo>
                      <a:pt x="89542" y="97744"/>
                    </a:lnTo>
                    <a:lnTo>
                      <a:pt x="108905" y="22049"/>
                    </a:lnTo>
                    <a:cubicBezTo>
                      <a:pt x="111810" y="11056"/>
                      <a:pt x="112133" y="9800"/>
                      <a:pt x="126332" y="9800"/>
                    </a:cubicBezTo>
                    <a:lnTo>
                      <a:pt x="171835" y="9800"/>
                    </a:lnTo>
                    <a:cubicBezTo>
                      <a:pt x="211207" y="9800"/>
                      <a:pt x="220888" y="18908"/>
                      <a:pt x="220888" y="44663"/>
                    </a:cubicBezTo>
                    <a:cubicBezTo>
                      <a:pt x="220888" y="52202"/>
                      <a:pt x="220888" y="52830"/>
                      <a:pt x="219598" y="61310"/>
                    </a:cubicBezTo>
                    <a:cubicBezTo>
                      <a:pt x="219598" y="63195"/>
                      <a:pt x="219275" y="65393"/>
                      <a:pt x="219275" y="66964"/>
                    </a:cubicBezTo>
                    <a:cubicBezTo>
                      <a:pt x="219275" y="68534"/>
                      <a:pt x="220243" y="70733"/>
                      <a:pt x="223147" y="70733"/>
                    </a:cubicBezTo>
                    <a:cubicBezTo>
                      <a:pt x="226697" y="70733"/>
                      <a:pt x="227020" y="68848"/>
                      <a:pt x="227666" y="62881"/>
                    </a:cubicBezTo>
                    <a:lnTo>
                      <a:pt x="234120" y="8543"/>
                    </a:lnTo>
                    <a:cubicBezTo>
                      <a:pt x="235088" y="63"/>
                      <a:pt x="233474" y="63"/>
                      <a:pt x="225406" y="63"/>
                    </a:cubicBezTo>
                    <a:lnTo>
                      <a:pt x="62434" y="63"/>
                    </a:lnTo>
                    <a:cubicBezTo>
                      <a:pt x="55980" y="63"/>
                      <a:pt x="52753" y="63"/>
                      <a:pt x="52753" y="6345"/>
                    </a:cubicBezTo>
                    <a:cubicBezTo>
                      <a:pt x="52753" y="9800"/>
                      <a:pt x="55657" y="9800"/>
                      <a:pt x="61789" y="9800"/>
                    </a:cubicBezTo>
                    <a:cubicBezTo>
                      <a:pt x="73729" y="9800"/>
                      <a:pt x="82765" y="9800"/>
                      <a:pt x="82765" y="15453"/>
                    </a:cubicBezTo>
                    <a:cubicBezTo>
                      <a:pt x="82765" y="16709"/>
                      <a:pt x="82765" y="17338"/>
                      <a:pt x="81152" y="22991"/>
                    </a:cubicBezTo>
                    <a:lnTo>
                      <a:pt x="38553" y="189144"/>
                    </a:lnTo>
                    <a:cubicBezTo>
                      <a:pt x="35326" y="201394"/>
                      <a:pt x="34680" y="203907"/>
                      <a:pt x="9186" y="203907"/>
                    </a:cubicBezTo>
                    <a:cubicBezTo>
                      <a:pt x="3699" y="203907"/>
                      <a:pt x="150" y="203907"/>
                      <a:pt x="150" y="209874"/>
                    </a:cubicBezTo>
                    <a:cubicBezTo>
                      <a:pt x="150" y="213643"/>
                      <a:pt x="3054" y="213643"/>
                      <a:pt x="9186" y="213643"/>
                    </a:cubicBezTo>
                    <a:lnTo>
                      <a:pt x="176676" y="213643"/>
                    </a:lnTo>
                    <a:cubicBezTo>
                      <a:pt x="184099" y="213643"/>
                      <a:pt x="184421" y="213329"/>
                      <a:pt x="186680" y="208304"/>
                    </a:cubicBezTo>
                    <a:lnTo>
                      <a:pt x="216370"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0" name="Freeform: Shape 149">
                <a:extLst>
                  <a:ext uri="{FF2B5EF4-FFF2-40B4-BE49-F238E27FC236}">
                    <a16:creationId xmlns:a16="http://schemas.microsoft.com/office/drawing/2014/main" id="{3515B1B5-FC23-186B-BF7C-3D896B0110A6}"/>
                  </a:ext>
                </a:extLst>
              </p:cNvPr>
              <p:cNvSpPr/>
              <p:nvPr>
                <p:custDataLst>
                  <p:tags r:id="rId32"/>
                </p:custDataLst>
              </p:nvPr>
            </p:nvSpPr>
            <p:spPr>
              <a:xfrm>
                <a:off x="6887511" y="5423778"/>
                <a:ext cx="44212" cy="314089"/>
              </a:xfrm>
              <a:custGeom>
                <a:avLst/>
                <a:gdLst>
                  <a:gd name="connsiteX0" fmla="*/ 44370 w 44212"/>
                  <a:gd name="connsiteY0" fmla="*/ 314152 h 314089"/>
                  <a:gd name="connsiteX1" fmla="*/ 44370 w 44212"/>
                  <a:gd name="connsiteY1" fmla="*/ 301588 h 314089"/>
                  <a:gd name="connsiteX2" fmla="*/ 13066 w 44212"/>
                  <a:gd name="connsiteY2" fmla="*/ 301588 h 314089"/>
                  <a:gd name="connsiteX3" fmla="*/ 13066 w 44212"/>
                  <a:gd name="connsiteY3" fmla="*/ 12626 h 314089"/>
                  <a:gd name="connsiteX4" fmla="*/ 44370 w 44212"/>
                  <a:gd name="connsiteY4" fmla="*/ 12626 h 314089"/>
                  <a:gd name="connsiteX5" fmla="*/ 44370 w 44212"/>
                  <a:gd name="connsiteY5" fmla="*/ 63 h 314089"/>
                  <a:gd name="connsiteX6" fmla="*/ 157 w 44212"/>
                  <a:gd name="connsiteY6" fmla="*/ 63 h 314089"/>
                  <a:gd name="connsiteX7" fmla="*/ 157 w 44212"/>
                  <a:gd name="connsiteY7" fmla="*/ 314152 h 314089"/>
                  <a:gd name="connsiteX8" fmla="*/ 44370 w 44212"/>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370" y="314152"/>
                    </a:moveTo>
                    <a:lnTo>
                      <a:pt x="44370" y="301588"/>
                    </a:lnTo>
                    <a:lnTo>
                      <a:pt x="13066" y="301588"/>
                    </a:lnTo>
                    <a:lnTo>
                      <a:pt x="13066" y="12626"/>
                    </a:lnTo>
                    <a:lnTo>
                      <a:pt x="44370" y="12626"/>
                    </a:lnTo>
                    <a:lnTo>
                      <a:pt x="44370" y="63"/>
                    </a:lnTo>
                    <a:lnTo>
                      <a:pt x="157" y="63"/>
                    </a:lnTo>
                    <a:lnTo>
                      <a:pt x="157" y="314152"/>
                    </a:lnTo>
                    <a:lnTo>
                      <a:pt x="44370"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1" name="Freeform: Shape 150">
                <a:extLst>
                  <a:ext uri="{FF2B5EF4-FFF2-40B4-BE49-F238E27FC236}">
                    <a16:creationId xmlns:a16="http://schemas.microsoft.com/office/drawing/2014/main" id="{E052A90A-E9A3-F711-16C9-BED5452219F8}"/>
                  </a:ext>
                </a:extLst>
              </p:cNvPr>
              <p:cNvSpPr/>
              <p:nvPr>
                <p:custDataLst>
                  <p:tags r:id="rId33"/>
                </p:custDataLst>
              </p:nvPr>
            </p:nvSpPr>
            <p:spPr>
              <a:xfrm>
                <a:off x="6948433" y="5520518"/>
                <a:ext cx="160713" cy="142282"/>
              </a:xfrm>
              <a:custGeom>
                <a:avLst/>
                <a:gdLst>
                  <a:gd name="connsiteX0" fmla="*/ 98589 w 160713"/>
                  <a:gd name="connsiteY0" fmla="*/ 44035 h 142282"/>
                  <a:gd name="connsiteX1" fmla="*/ 130538 w 160713"/>
                  <a:gd name="connsiteY1" fmla="*/ 6973 h 142282"/>
                  <a:gd name="connsiteX2" fmla="*/ 146674 w 160713"/>
                  <a:gd name="connsiteY2" fmla="*/ 11056 h 142282"/>
                  <a:gd name="connsiteX3" fmla="*/ 131184 w 160713"/>
                  <a:gd name="connsiteY3" fmla="*/ 28017 h 142282"/>
                  <a:gd name="connsiteX4" fmla="*/ 143447 w 160713"/>
                  <a:gd name="connsiteY4" fmla="*/ 39010 h 142282"/>
                  <a:gd name="connsiteX5" fmla="*/ 160874 w 160713"/>
                  <a:gd name="connsiteY5" fmla="*/ 20793 h 142282"/>
                  <a:gd name="connsiteX6" fmla="*/ 130861 w 160713"/>
                  <a:gd name="connsiteY6" fmla="*/ 63 h 142282"/>
                  <a:gd name="connsiteX7" fmla="*/ 96976 w 160713"/>
                  <a:gd name="connsiteY7" fmla="*/ 23934 h 142282"/>
                  <a:gd name="connsiteX8" fmla="*/ 62122 w 160713"/>
                  <a:gd name="connsiteY8" fmla="*/ 63 h 142282"/>
                  <a:gd name="connsiteX9" fmla="*/ 10164 w 160713"/>
                  <a:gd name="connsiteY9" fmla="*/ 48433 h 142282"/>
                  <a:gd name="connsiteX10" fmla="*/ 14037 w 160713"/>
                  <a:gd name="connsiteY10" fmla="*/ 51573 h 142282"/>
                  <a:gd name="connsiteX11" fmla="*/ 18232 w 160713"/>
                  <a:gd name="connsiteY11" fmla="*/ 48118 h 142282"/>
                  <a:gd name="connsiteX12" fmla="*/ 61477 w 160713"/>
                  <a:gd name="connsiteY12" fmla="*/ 6973 h 142282"/>
                  <a:gd name="connsiteX13" fmla="*/ 78903 w 160713"/>
                  <a:gd name="connsiteY13" fmla="*/ 28017 h 142282"/>
                  <a:gd name="connsiteX14" fmla="*/ 61477 w 160713"/>
                  <a:gd name="connsiteY14" fmla="*/ 102770 h 142282"/>
                  <a:gd name="connsiteX15" fmla="*/ 30818 w 160713"/>
                  <a:gd name="connsiteY15" fmla="*/ 135435 h 142282"/>
                  <a:gd name="connsiteX16" fmla="*/ 14683 w 160713"/>
                  <a:gd name="connsiteY16" fmla="*/ 131352 h 142282"/>
                  <a:gd name="connsiteX17" fmla="*/ 29850 w 160713"/>
                  <a:gd name="connsiteY17" fmla="*/ 114391 h 142282"/>
                  <a:gd name="connsiteX18" fmla="*/ 17910 w 160713"/>
                  <a:gd name="connsiteY18" fmla="*/ 103398 h 142282"/>
                  <a:gd name="connsiteX19" fmla="*/ 160 w 160713"/>
                  <a:gd name="connsiteY19" fmla="*/ 121615 h 142282"/>
                  <a:gd name="connsiteX20" fmla="*/ 30496 w 160713"/>
                  <a:gd name="connsiteY20" fmla="*/ 142345 h 142282"/>
                  <a:gd name="connsiteX21" fmla="*/ 64381 w 160713"/>
                  <a:gd name="connsiteY21" fmla="*/ 118474 h 142282"/>
                  <a:gd name="connsiteX22" fmla="*/ 99235 w 160713"/>
                  <a:gd name="connsiteY22" fmla="*/ 142345 h 142282"/>
                  <a:gd name="connsiteX23" fmla="*/ 150869 w 160713"/>
                  <a:gd name="connsiteY23" fmla="*/ 93975 h 142282"/>
                  <a:gd name="connsiteX24" fmla="*/ 146997 w 160713"/>
                  <a:gd name="connsiteY24" fmla="*/ 90835 h 142282"/>
                  <a:gd name="connsiteX25" fmla="*/ 142801 w 160713"/>
                  <a:gd name="connsiteY25" fmla="*/ 94290 h 142282"/>
                  <a:gd name="connsiteX26" fmla="*/ 99880 w 160713"/>
                  <a:gd name="connsiteY26" fmla="*/ 135435 h 142282"/>
                  <a:gd name="connsiteX27" fmla="*/ 82131 w 160713"/>
                  <a:gd name="connsiteY27" fmla="*/ 114705 h 142282"/>
                  <a:gd name="connsiteX28" fmla="*/ 87617 w 160713"/>
                  <a:gd name="connsiteY28" fmla="*/ 87065 h 142282"/>
                  <a:gd name="connsiteX29" fmla="*/ 98589 w 160713"/>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713" h="142282">
                    <a:moveTo>
                      <a:pt x="98589" y="44035"/>
                    </a:moveTo>
                    <a:cubicBezTo>
                      <a:pt x="100525" y="35869"/>
                      <a:pt x="107948" y="6973"/>
                      <a:pt x="130538" y="6973"/>
                    </a:cubicBezTo>
                    <a:cubicBezTo>
                      <a:pt x="132152" y="6973"/>
                      <a:pt x="139897" y="6973"/>
                      <a:pt x="146674" y="11056"/>
                    </a:cubicBezTo>
                    <a:cubicBezTo>
                      <a:pt x="137638" y="12626"/>
                      <a:pt x="131184" y="20479"/>
                      <a:pt x="131184" y="28017"/>
                    </a:cubicBezTo>
                    <a:cubicBezTo>
                      <a:pt x="131184" y="33042"/>
                      <a:pt x="134733" y="39010"/>
                      <a:pt x="143447" y="39010"/>
                    </a:cubicBezTo>
                    <a:cubicBezTo>
                      <a:pt x="150547" y="39010"/>
                      <a:pt x="160874" y="33356"/>
                      <a:pt x="160874" y="20793"/>
                    </a:cubicBezTo>
                    <a:cubicBezTo>
                      <a:pt x="160874" y="4460"/>
                      <a:pt x="141833" y="63"/>
                      <a:pt x="130861" y="63"/>
                    </a:cubicBezTo>
                    <a:cubicBezTo>
                      <a:pt x="112143" y="63"/>
                      <a:pt x="100848" y="16709"/>
                      <a:pt x="96976" y="23934"/>
                    </a:cubicBezTo>
                    <a:cubicBezTo>
                      <a:pt x="88908" y="3204"/>
                      <a:pt x="71481" y="63"/>
                      <a:pt x="62122" y="63"/>
                    </a:cubicBezTo>
                    <a:cubicBezTo>
                      <a:pt x="28559" y="63"/>
                      <a:pt x="10164" y="40580"/>
                      <a:pt x="10164" y="48433"/>
                    </a:cubicBezTo>
                    <a:cubicBezTo>
                      <a:pt x="10164" y="51573"/>
                      <a:pt x="13392" y="51573"/>
                      <a:pt x="14037" y="51573"/>
                    </a:cubicBezTo>
                    <a:cubicBezTo>
                      <a:pt x="16619" y="51573"/>
                      <a:pt x="17587" y="50945"/>
                      <a:pt x="18232" y="48118"/>
                    </a:cubicBezTo>
                    <a:cubicBezTo>
                      <a:pt x="29205" y="14825"/>
                      <a:pt x="50504" y="6973"/>
                      <a:pt x="61477" y="6973"/>
                    </a:cubicBezTo>
                    <a:cubicBezTo>
                      <a:pt x="67608" y="6973"/>
                      <a:pt x="78903" y="9800"/>
                      <a:pt x="78903" y="28017"/>
                    </a:cubicBezTo>
                    <a:cubicBezTo>
                      <a:pt x="78903" y="37753"/>
                      <a:pt x="73417" y="58797"/>
                      <a:pt x="61477" y="102770"/>
                    </a:cubicBezTo>
                    <a:cubicBezTo>
                      <a:pt x="56313" y="122243"/>
                      <a:pt x="45018" y="135435"/>
                      <a:pt x="30818" y="135435"/>
                    </a:cubicBezTo>
                    <a:cubicBezTo>
                      <a:pt x="28882" y="135435"/>
                      <a:pt x="21460" y="135435"/>
                      <a:pt x="14683" y="131352"/>
                    </a:cubicBezTo>
                    <a:cubicBezTo>
                      <a:pt x="22750" y="129782"/>
                      <a:pt x="29850" y="123186"/>
                      <a:pt x="29850" y="114391"/>
                    </a:cubicBezTo>
                    <a:cubicBezTo>
                      <a:pt x="29850" y="105911"/>
                      <a:pt x="22750" y="103398"/>
                      <a:pt x="17910" y="103398"/>
                    </a:cubicBezTo>
                    <a:cubicBezTo>
                      <a:pt x="8228" y="103398"/>
                      <a:pt x="160" y="111564"/>
                      <a:pt x="160" y="121615"/>
                    </a:cubicBezTo>
                    <a:cubicBezTo>
                      <a:pt x="160" y="136063"/>
                      <a:pt x="16296" y="142345"/>
                      <a:pt x="30496" y="142345"/>
                    </a:cubicBezTo>
                    <a:cubicBezTo>
                      <a:pt x="51795" y="142345"/>
                      <a:pt x="63413" y="120359"/>
                      <a:pt x="64381" y="118474"/>
                    </a:cubicBezTo>
                    <a:cubicBezTo>
                      <a:pt x="68254" y="130096"/>
                      <a:pt x="79872" y="142345"/>
                      <a:pt x="99235" y="142345"/>
                    </a:cubicBezTo>
                    <a:cubicBezTo>
                      <a:pt x="132474" y="142345"/>
                      <a:pt x="150869" y="101828"/>
                      <a:pt x="150869" y="93975"/>
                    </a:cubicBezTo>
                    <a:cubicBezTo>
                      <a:pt x="150869" y="90835"/>
                      <a:pt x="147965" y="90835"/>
                      <a:pt x="146997" y="90835"/>
                    </a:cubicBezTo>
                    <a:cubicBezTo>
                      <a:pt x="144092" y="90835"/>
                      <a:pt x="143447" y="92091"/>
                      <a:pt x="142801" y="94290"/>
                    </a:cubicBezTo>
                    <a:cubicBezTo>
                      <a:pt x="132152" y="127897"/>
                      <a:pt x="110207" y="135435"/>
                      <a:pt x="99880" y="135435"/>
                    </a:cubicBezTo>
                    <a:cubicBezTo>
                      <a:pt x="87294" y="135435"/>
                      <a:pt x="82131" y="125384"/>
                      <a:pt x="82131" y="114705"/>
                    </a:cubicBezTo>
                    <a:cubicBezTo>
                      <a:pt x="82131" y="107795"/>
                      <a:pt x="84067" y="100885"/>
                      <a:pt x="87617" y="87065"/>
                    </a:cubicBezTo>
                    <a:lnTo>
                      <a:pt x="98589"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2" name="Freeform: Shape 151">
                <a:extLst>
                  <a:ext uri="{FF2B5EF4-FFF2-40B4-BE49-F238E27FC236}">
                    <a16:creationId xmlns:a16="http://schemas.microsoft.com/office/drawing/2014/main" id="{EBC4D8D7-A5D9-D3F6-FDA3-9003B2E3BBF0}"/>
                  </a:ext>
                </a:extLst>
              </p:cNvPr>
              <p:cNvSpPr/>
              <p:nvPr>
                <p:custDataLst>
                  <p:tags r:id="rId34"/>
                </p:custDataLst>
              </p:nvPr>
            </p:nvSpPr>
            <p:spPr>
              <a:xfrm>
                <a:off x="7161920" y="5423778"/>
                <a:ext cx="12908" cy="314089"/>
              </a:xfrm>
              <a:custGeom>
                <a:avLst/>
                <a:gdLst>
                  <a:gd name="connsiteX0" fmla="*/ 13075 w 12908"/>
                  <a:gd name="connsiteY0" fmla="*/ 11370 h 314089"/>
                  <a:gd name="connsiteX1" fmla="*/ 6620 w 12908"/>
                  <a:gd name="connsiteY1" fmla="*/ 63 h 314089"/>
                  <a:gd name="connsiteX2" fmla="*/ 166 w 12908"/>
                  <a:gd name="connsiteY2" fmla="*/ 11370 h 314089"/>
                  <a:gd name="connsiteX3" fmla="*/ 166 w 12908"/>
                  <a:gd name="connsiteY3" fmla="*/ 302845 h 314089"/>
                  <a:gd name="connsiteX4" fmla="*/ 6620 w 12908"/>
                  <a:gd name="connsiteY4" fmla="*/ 314152 h 314089"/>
                  <a:gd name="connsiteX5" fmla="*/ 13075 w 12908"/>
                  <a:gd name="connsiteY5" fmla="*/ 302845 h 314089"/>
                  <a:gd name="connsiteX6" fmla="*/ 13075 w 12908"/>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08" h="314089">
                    <a:moveTo>
                      <a:pt x="13075" y="11370"/>
                    </a:moveTo>
                    <a:cubicBezTo>
                      <a:pt x="13075" y="5716"/>
                      <a:pt x="13075" y="63"/>
                      <a:pt x="6620" y="63"/>
                    </a:cubicBezTo>
                    <a:cubicBezTo>
                      <a:pt x="166" y="63"/>
                      <a:pt x="166" y="5716"/>
                      <a:pt x="166" y="11370"/>
                    </a:cubicBezTo>
                    <a:lnTo>
                      <a:pt x="166" y="302845"/>
                    </a:lnTo>
                    <a:cubicBezTo>
                      <a:pt x="166" y="308498"/>
                      <a:pt x="166" y="314152"/>
                      <a:pt x="6620" y="314152"/>
                    </a:cubicBezTo>
                    <a:cubicBezTo>
                      <a:pt x="13075" y="314152"/>
                      <a:pt x="13075" y="308498"/>
                      <a:pt x="13075" y="302845"/>
                    </a:cubicBezTo>
                    <a:lnTo>
                      <a:pt x="13075"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3" name="Freeform: Shape 152">
                <a:extLst>
                  <a:ext uri="{FF2B5EF4-FFF2-40B4-BE49-F238E27FC236}">
                    <a16:creationId xmlns:a16="http://schemas.microsoft.com/office/drawing/2014/main" id="{ABACA43D-16AA-01AB-B28E-6011D0EFF1FC}"/>
                  </a:ext>
                </a:extLst>
              </p:cNvPr>
              <p:cNvSpPr/>
              <p:nvPr>
                <p:custDataLst>
                  <p:tags r:id="rId35"/>
                </p:custDataLst>
              </p:nvPr>
            </p:nvSpPr>
            <p:spPr>
              <a:xfrm>
                <a:off x="7222519" y="5520518"/>
                <a:ext cx="160713" cy="142282"/>
              </a:xfrm>
              <a:custGeom>
                <a:avLst/>
                <a:gdLst>
                  <a:gd name="connsiteX0" fmla="*/ 98598 w 160713"/>
                  <a:gd name="connsiteY0" fmla="*/ 44035 h 142282"/>
                  <a:gd name="connsiteX1" fmla="*/ 130547 w 160713"/>
                  <a:gd name="connsiteY1" fmla="*/ 6973 h 142282"/>
                  <a:gd name="connsiteX2" fmla="*/ 146683 w 160713"/>
                  <a:gd name="connsiteY2" fmla="*/ 11056 h 142282"/>
                  <a:gd name="connsiteX3" fmla="*/ 131192 w 160713"/>
                  <a:gd name="connsiteY3" fmla="*/ 28017 h 142282"/>
                  <a:gd name="connsiteX4" fmla="*/ 143455 w 160713"/>
                  <a:gd name="connsiteY4" fmla="*/ 39010 h 142282"/>
                  <a:gd name="connsiteX5" fmla="*/ 160882 w 160713"/>
                  <a:gd name="connsiteY5" fmla="*/ 20793 h 142282"/>
                  <a:gd name="connsiteX6" fmla="*/ 130869 w 160713"/>
                  <a:gd name="connsiteY6" fmla="*/ 63 h 142282"/>
                  <a:gd name="connsiteX7" fmla="*/ 96984 w 160713"/>
                  <a:gd name="connsiteY7" fmla="*/ 23934 h 142282"/>
                  <a:gd name="connsiteX8" fmla="*/ 62130 w 160713"/>
                  <a:gd name="connsiteY8" fmla="*/ 63 h 142282"/>
                  <a:gd name="connsiteX9" fmla="*/ 10173 w 160713"/>
                  <a:gd name="connsiteY9" fmla="*/ 48433 h 142282"/>
                  <a:gd name="connsiteX10" fmla="*/ 14046 w 160713"/>
                  <a:gd name="connsiteY10" fmla="*/ 51573 h 142282"/>
                  <a:gd name="connsiteX11" fmla="*/ 18241 w 160713"/>
                  <a:gd name="connsiteY11" fmla="*/ 48118 h 142282"/>
                  <a:gd name="connsiteX12" fmla="*/ 61485 w 160713"/>
                  <a:gd name="connsiteY12" fmla="*/ 6973 h 142282"/>
                  <a:gd name="connsiteX13" fmla="*/ 78912 w 160713"/>
                  <a:gd name="connsiteY13" fmla="*/ 28017 h 142282"/>
                  <a:gd name="connsiteX14" fmla="*/ 61485 w 160713"/>
                  <a:gd name="connsiteY14" fmla="*/ 102770 h 142282"/>
                  <a:gd name="connsiteX15" fmla="*/ 30827 w 160713"/>
                  <a:gd name="connsiteY15" fmla="*/ 135435 h 142282"/>
                  <a:gd name="connsiteX16" fmla="*/ 14691 w 160713"/>
                  <a:gd name="connsiteY16" fmla="*/ 131352 h 142282"/>
                  <a:gd name="connsiteX17" fmla="*/ 29859 w 160713"/>
                  <a:gd name="connsiteY17" fmla="*/ 114391 h 142282"/>
                  <a:gd name="connsiteX18" fmla="*/ 17918 w 160713"/>
                  <a:gd name="connsiteY18" fmla="*/ 103398 h 142282"/>
                  <a:gd name="connsiteX19" fmla="*/ 169 w 160713"/>
                  <a:gd name="connsiteY19" fmla="*/ 121615 h 142282"/>
                  <a:gd name="connsiteX20" fmla="*/ 30504 w 160713"/>
                  <a:gd name="connsiteY20" fmla="*/ 142345 h 142282"/>
                  <a:gd name="connsiteX21" fmla="*/ 64390 w 160713"/>
                  <a:gd name="connsiteY21" fmla="*/ 118474 h 142282"/>
                  <a:gd name="connsiteX22" fmla="*/ 99243 w 160713"/>
                  <a:gd name="connsiteY22" fmla="*/ 142345 h 142282"/>
                  <a:gd name="connsiteX23" fmla="*/ 150878 w 160713"/>
                  <a:gd name="connsiteY23" fmla="*/ 93975 h 142282"/>
                  <a:gd name="connsiteX24" fmla="*/ 147005 w 160713"/>
                  <a:gd name="connsiteY24" fmla="*/ 90835 h 142282"/>
                  <a:gd name="connsiteX25" fmla="*/ 142810 w 160713"/>
                  <a:gd name="connsiteY25" fmla="*/ 94290 h 142282"/>
                  <a:gd name="connsiteX26" fmla="*/ 99888 w 160713"/>
                  <a:gd name="connsiteY26" fmla="*/ 135435 h 142282"/>
                  <a:gd name="connsiteX27" fmla="*/ 82139 w 160713"/>
                  <a:gd name="connsiteY27" fmla="*/ 114705 h 142282"/>
                  <a:gd name="connsiteX28" fmla="*/ 87625 w 160713"/>
                  <a:gd name="connsiteY28" fmla="*/ 87065 h 142282"/>
                  <a:gd name="connsiteX29" fmla="*/ 98598 w 160713"/>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713" h="142282">
                    <a:moveTo>
                      <a:pt x="98598" y="44035"/>
                    </a:moveTo>
                    <a:cubicBezTo>
                      <a:pt x="100534" y="35869"/>
                      <a:pt x="107956" y="6973"/>
                      <a:pt x="130547" y="6973"/>
                    </a:cubicBezTo>
                    <a:cubicBezTo>
                      <a:pt x="132160" y="6973"/>
                      <a:pt x="139905" y="6973"/>
                      <a:pt x="146683" y="11056"/>
                    </a:cubicBezTo>
                    <a:cubicBezTo>
                      <a:pt x="137646" y="12626"/>
                      <a:pt x="131192" y="20479"/>
                      <a:pt x="131192" y="28017"/>
                    </a:cubicBezTo>
                    <a:cubicBezTo>
                      <a:pt x="131192" y="33042"/>
                      <a:pt x="134742" y="39010"/>
                      <a:pt x="143455" y="39010"/>
                    </a:cubicBezTo>
                    <a:cubicBezTo>
                      <a:pt x="150555" y="39010"/>
                      <a:pt x="160882" y="33356"/>
                      <a:pt x="160882" y="20793"/>
                    </a:cubicBezTo>
                    <a:cubicBezTo>
                      <a:pt x="160882" y="4460"/>
                      <a:pt x="141842" y="63"/>
                      <a:pt x="130869" y="63"/>
                    </a:cubicBezTo>
                    <a:cubicBezTo>
                      <a:pt x="112152" y="63"/>
                      <a:pt x="100857" y="16709"/>
                      <a:pt x="96984" y="23934"/>
                    </a:cubicBezTo>
                    <a:cubicBezTo>
                      <a:pt x="88916" y="3204"/>
                      <a:pt x="71489" y="63"/>
                      <a:pt x="62130" y="63"/>
                    </a:cubicBezTo>
                    <a:cubicBezTo>
                      <a:pt x="28568" y="63"/>
                      <a:pt x="10173" y="40580"/>
                      <a:pt x="10173" y="48433"/>
                    </a:cubicBezTo>
                    <a:cubicBezTo>
                      <a:pt x="10173" y="51573"/>
                      <a:pt x="13400" y="51573"/>
                      <a:pt x="14046" y="51573"/>
                    </a:cubicBezTo>
                    <a:cubicBezTo>
                      <a:pt x="16627" y="51573"/>
                      <a:pt x="17595" y="50945"/>
                      <a:pt x="18241" y="48118"/>
                    </a:cubicBezTo>
                    <a:cubicBezTo>
                      <a:pt x="29213" y="14825"/>
                      <a:pt x="50513" y="6973"/>
                      <a:pt x="61485" y="6973"/>
                    </a:cubicBezTo>
                    <a:cubicBezTo>
                      <a:pt x="67617" y="6973"/>
                      <a:pt x="78912" y="9800"/>
                      <a:pt x="78912" y="28017"/>
                    </a:cubicBezTo>
                    <a:cubicBezTo>
                      <a:pt x="78912" y="37753"/>
                      <a:pt x="73426" y="58797"/>
                      <a:pt x="61485" y="102770"/>
                    </a:cubicBezTo>
                    <a:cubicBezTo>
                      <a:pt x="56322" y="122243"/>
                      <a:pt x="45026" y="135435"/>
                      <a:pt x="30827" y="135435"/>
                    </a:cubicBezTo>
                    <a:cubicBezTo>
                      <a:pt x="28891" y="135435"/>
                      <a:pt x="21468" y="135435"/>
                      <a:pt x="14691" y="131352"/>
                    </a:cubicBezTo>
                    <a:cubicBezTo>
                      <a:pt x="22759" y="129782"/>
                      <a:pt x="29859" y="123186"/>
                      <a:pt x="29859" y="114391"/>
                    </a:cubicBezTo>
                    <a:cubicBezTo>
                      <a:pt x="29859" y="105911"/>
                      <a:pt x="22759" y="103398"/>
                      <a:pt x="17918" y="103398"/>
                    </a:cubicBezTo>
                    <a:cubicBezTo>
                      <a:pt x="8237" y="103398"/>
                      <a:pt x="169" y="111564"/>
                      <a:pt x="169" y="121615"/>
                    </a:cubicBezTo>
                    <a:cubicBezTo>
                      <a:pt x="169" y="136063"/>
                      <a:pt x="16305" y="142345"/>
                      <a:pt x="30504" y="142345"/>
                    </a:cubicBezTo>
                    <a:cubicBezTo>
                      <a:pt x="51804" y="142345"/>
                      <a:pt x="63421" y="120359"/>
                      <a:pt x="64390" y="118474"/>
                    </a:cubicBezTo>
                    <a:cubicBezTo>
                      <a:pt x="68262" y="130096"/>
                      <a:pt x="79880" y="142345"/>
                      <a:pt x="99243" y="142345"/>
                    </a:cubicBezTo>
                    <a:cubicBezTo>
                      <a:pt x="132483" y="142345"/>
                      <a:pt x="150878" y="101828"/>
                      <a:pt x="150878" y="93975"/>
                    </a:cubicBezTo>
                    <a:cubicBezTo>
                      <a:pt x="150878" y="90835"/>
                      <a:pt x="147973" y="90835"/>
                      <a:pt x="147005" y="90835"/>
                    </a:cubicBezTo>
                    <a:cubicBezTo>
                      <a:pt x="144101" y="90835"/>
                      <a:pt x="143455" y="92091"/>
                      <a:pt x="142810" y="94290"/>
                    </a:cubicBezTo>
                    <a:cubicBezTo>
                      <a:pt x="132160" y="127897"/>
                      <a:pt x="110215" y="135435"/>
                      <a:pt x="99888" y="135435"/>
                    </a:cubicBezTo>
                    <a:cubicBezTo>
                      <a:pt x="87302" y="135435"/>
                      <a:pt x="82139" y="125384"/>
                      <a:pt x="82139" y="114705"/>
                    </a:cubicBezTo>
                    <a:cubicBezTo>
                      <a:pt x="82139" y="107795"/>
                      <a:pt x="84075" y="100885"/>
                      <a:pt x="87625" y="87065"/>
                    </a:cubicBezTo>
                    <a:lnTo>
                      <a:pt x="98598"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4" name="Freeform: Shape 153">
                <a:extLst>
                  <a:ext uri="{FF2B5EF4-FFF2-40B4-BE49-F238E27FC236}">
                    <a16:creationId xmlns:a16="http://schemas.microsoft.com/office/drawing/2014/main" id="{0CC32FE4-C22D-8CF2-FCFB-D6FD5AF0A37C}"/>
                  </a:ext>
                </a:extLst>
              </p:cNvPr>
              <p:cNvSpPr/>
              <p:nvPr>
                <p:custDataLst>
                  <p:tags r:id="rId36"/>
                </p:custDataLst>
              </p:nvPr>
            </p:nvSpPr>
            <p:spPr>
              <a:xfrm>
                <a:off x="7404703" y="5423778"/>
                <a:ext cx="44212" cy="314089"/>
              </a:xfrm>
              <a:custGeom>
                <a:avLst/>
                <a:gdLst>
                  <a:gd name="connsiteX0" fmla="*/ 44387 w 44212"/>
                  <a:gd name="connsiteY0" fmla="*/ 63 h 314089"/>
                  <a:gd name="connsiteX1" fmla="*/ 174 w 44212"/>
                  <a:gd name="connsiteY1" fmla="*/ 63 h 314089"/>
                  <a:gd name="connsiteX2" fmla="*/ 174 w 44212"/>
                  <a:gd name="connsiteY2" fmla="*/ 12626 h 314089"/>
                  <a:gd name="connsiteX3" fmla="*/ 31478 w 44212"/>
                  <a:gd name="connsiteY3" fmla="*/ 12626 h 314089"/>
                  <a:gd name="connsiteX4" fmla="*/ 31478 w 44212"/>
                  <a:gd name="connsiteY4" fmla="*/ 301588 h 314089"/>
                  <a:gd name="connsiteX5" fmla="*/ 174 w 44212"/>
                  <a:gd name="connsiteY5" fmla="*/ 301588 h 314089"/>
                  <a:gd name="connsiteX6" fmla="*/ 174 w 44212"/>
                  <a:gd name="connsiteY6" fmla="*/ 314152 h 314089"/>
                  <a:gd name="connsiteX7" fmla="*/ 44387 w 44212"/>
                  <a:gd name="connsiteY7" fmla="*/ 314152 h 314089"/>
                  <a:gd name="connsiteX8" fmla="*/ 44387 w 44212"/>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387" y="63"/>
                    </a:moveTo>
                    <a:lnTo>
                      <a:pt x="174" y="63"/>
                    </a:lnTo>
                    <a:lnTo>
                      <a:pt x="174" y="12626"/>
                    </a:lnTo>
                    <a:lnTo>
                      <a:pt x="31478" y="12626"/>
                    </a:lnTo>
                    <a:lnTo>
                      <a:pt x="31478" y="301588"/>
                    </a:lnTo>
                    <a:lnTo>
                      <a:pt x="174" y="301588"/>
                    </a:lnTo>
                    <a:lnTo>
                      <a:pt x="174" y="314152"/>
                    </a:lnTo>
                    <a:lnTo>
                      <a:pt x="44387" y="314152"/>
                    </a:lnTo>
                    <a:lnTo>
                      <a:pt x="44387"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5" name="Freeform: Shape 154">
                <a:extLst>
                  <a:ext uri="{FF2B5EF4-FFF2-40B4-BE49-F238E27FC236}">
                    <a16:creationId xmlns:a16="http://schemas.microsoft.com/office/drawing/2014/main" id="{30484B0F-5F3C-9870-F216-878B1C181733}"/>
                  </a:ext>
                </a:extLst>
              </p:cNvPr>
              <p:cNvSpPr/>
              <p:nvPr>
                <p:custDataLst>
                  <p:tags r:id="rId37"/>
                </p:custDataLst>
              </p:nvPr>
            </p:nvSpPr>
            <p:spPr>
              <a:xfrm>
                <a:off x="7577032" y="5476231"/>
                <a:ext cx="214607" cy="209183"/>
              </a:xfrm>
              <a:custGeom>
                <a:avLst/>
                <a:gdLst>
                  <a:gd name="connsiteX0" fmla="*/ 114099 w 214607"/>
                  <a:gd name="connsiteY0" fmla="*/ 110936 h 209183"/>
                  <a:gd name="connsiteX1" fmla="*/ 204137 w 214607"/>
                  <a:gd name="connsiteY1" fmla="*/ 110936 h 209183"/>
                  <a:gd name="connsiteX2" fmla="*/ 214787 w 214607"/>
                  <a:gd name="connsiteY2" fmla="*/ 104654 h 209183"/>
                  <a:gd name="connsiteX3" fmla="*/ 204137 w 214607"/>
                  <a:gd name="connsiteY3" fmla="*/ 98373 h 209183"/>
                  <a:gd name="connsiteX4" fmla="*/ 114099 w 214607"/>
                  <a:gd name="connsiteY4" fmla="*/ 98373 h 209183"/>
                  <a:gd name="connsiteX5" fmla="*/ 114099 w 214607"/>
                  <a:gd name="connsiteY5" fmla="*/ 10428 h 209183"/>
                  <a:gd name="connsiteX6" fmla="*/ 107644 w 214607"/>
                  <a:gd name="connsiteY6" fmla="*/ 63 h 209183"/>
                  <a:gd name="connsiteX7" fmla="*/ 101190 w 214607"/>
                  <a:gd name="connsiteY7" fmla="*/ 10428 h 209183"/>
                  <a:gd name="connsiteX8" fmla="*/ 101190 w 214607"/>
                  <a:gd name="connsiteY8" fmla="*/ 98373 h 209183"/>
                  <a:gd name="connsiteX9" fmla="*/ 10829 w 214607"/>
                  <a:gd name="connsiteY9" fmla="*/ 98373 h 209183"/>
                  <a:gd name="connsiteX10" fmla="*/ 179 w 214607"/>
                  <a:gd name="connsiteY10" fmla="*/ 104654 h 209183"/>
                  <a:gd name="connsiteX11" fmla="*/ 10829 w 214607"/>
                  <a:gd name="connsiteY11" fmla="*/ 110936 h 209183"/>
                  <a:gd name="connsiteX12" fmla="*/ 101190 w 214607"/>
                  <a:gd name="connsiteY12" fmla="*/ 110936 h 209183"/>
                  <a:gd name="connsiteX13" fmla="*/ 101190 w 214607"/>
                  <a:gd name="connsiteY13" fmla="*/ 198881 h 209183"/>
                  <a:gd name="connsiteX14" fmla="*/ 107644 w 214607"/>
                  <a:gd name="connsiteY14" fmla="*/ 209246 h 209183"/>
                  <a:gd name="connsiteX15" fmla="*/ 114099 w 214607"/>
                  <a:gd name="connsiteY15" fmla="*/ 198881 h 209183"/>
                  <a:gd name="connsiteX16" fmla="*/ 114099 w 214607"/>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4607" h="209183">
                    <a:moveTo>
                      <a:pt x="114099" y="110936"/>
                    </a:moveTo>
                    <a:lnTo>
                      <a:pt x="204137" y="110936"/>
                    </a:lnTo>
                    <a:cubicBezTo>
                      <a:pt x="208655" y="110936"/>
                      <a:pt x="214787" y="110936"/>
                      <a:pt x="214787" y="104654"/>
                    </a:cubicBezTo>
                    <a:cubicBezTo>
                      <a:pt x="214787" y="98373"/>
                      <a:pt x="208655" y="98373"/>
                      <a:pt x="204137" y="98373"/>
                    </a:cubicBezTo>
                    <a:lnTo>
                      <a:pt x="114099" y="98373"/>
                    </a:lnTo>
                    <a:lnTo>
                      <a:pt x="114099" y="10428"/>
                    </a:lnTo>
                    <a:cubicBezTo>
                      <a:pt x="114099" y="6030"/>
                      <a:pt x="114099" y="63"/>
                      <a:pt x="107644" y="63"/>
                    </a:cubicBezTo>
                    <a:cubicBezTo>
                      <a:pt x="101190" y="63"/>
                      <a:pt x="101190" y="6030"/>
                      <a:pt x="101190" y="10428"/>
                    </a:cubicBezTo>
                    <a:lnTo>
                      <a:pt x="101190" y="98373"/>
                    </a:lnTo>
                    <a:lnTo>
                      <a:pt x="10829" y="98373"/>
                    </a:lnTo>
                    <a:cubicBezTo>
                      <a:pt x="6311" y="98373"/>
                      <a:pt x="179" y="98373"/>
                      <a:pt x="179" y="104654"/>
                    </a:cubicBezTo>
                    <a:cubicBezTo>
                      <a:pt x="179" y="110936"/>
                      <a:pt x="6311" y="110936"/>
                      <a:pt x="10829" y="110936"/>
                    </a:cubicBezTo>
                    <a:lnTo>
                      <a:pt x="101190" y="110936"/>
                    </a:lnTo>
                    <a:lnTo>
                      <a:pt x="101190" y="198881"/>
                    </a:lnTo>
                    <a:cubicBezTo>
                      <a:pt x="101190" y="203278"/>
                      <a:pt x="101190" y="209246"/>
                      <a:pt x="107644" y="209246"/>
                    </a:cubicBezTo>
                    <a:cubicBezTo>
                      <a:pt x="114099" y="209246"/>
                      <a:pt x="114099" y="203278"/>
                      <a:pt x="114099" y="198881"/>
                    </a:cubicBezTo>
                    <a:lnTo>
                      <a:pt x="114099" y="11093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6" name="Freeform: Shape 155">
                <a:extLst>
                  <a:ext uri="{FF2B5EF4-FFF2-40B4-BE49-F238E27FC236}">
                    <a16:creationId xmlns:a16="http://schemas.microsoft.com/office/drawing/2014/main" id="{BA2508BF-F216-DE5D-6E33-735668B39E68}"/>
                  </a:ext>
                </a:extLst>
              </p:cNvPr>
              <p:cNvSpPr/>
              <p:nvPr>
                <p:custDataLst>
                  <p:tags r:id="rId38"/>
                </p:custDataLst>
              </p:nvPr>
            </p:nvSpPr>
            <p:spPr>
              <a:xfrm>
                <a:off x="7893940" y="5445765"/>
                <a:ext cx="234221" cy="213580"/>
              </a:xfrm>
              <a:custGeom>
                <a:avLst/>
                <a:gdLst>
                  <a:gd name="connsiteX0" fmla="*/ 216410 w 234221"/>
                  <a:gd name="connsiteY0" fmla="*/ 140461 h 213580"/>
                  <a:gd name="connsiteX1" fmla="*/ 218024 w 234221"/>
                  <a:gd name="connsiteY1" fmla="*/ 136063 h 213580"/>
                  <a:gd name="connsiteX2" fmla="*/ 214151 w 234221"/>
                  <a:gd name="connsiteY2" fmla="*/ 132608 h 213580"/>
                  <a:gd name="connsiteX3" fmla="*/ 209956 w 234221"/>
                  <a:gd name="connsiteY3" fmla="*/ 136377 h 213580"/>
                  <a:gd name="connsiteX4" fmla="*/ 121854 w 234221"/>
                  <a:gd name="connsiteY4" fmla="*/ 203907 h 213580"/>
                  <a:gd name="connsiteX5" fmla="*/ 74737 w 234221"/>
                  <a:gd name="connsiteY5" fmla="*/ 203907 h 213580"/>
                  <a:gd name="connsiteX6" fmla="*/ 67637 w 234221"/>
                  <a:gd name="connsiteY6" fmla="*/ 203593 h 213580"/>
                  <a:gd name="connsiteX7" fmla="*/ 63442 w 234221"/>
                  <a:gd name="connsiteY7" fmla="*/ 200452 h 213580"/>
                  <a:gd name="connsiteX8" fmla="*/ 65056 w 234221"/>
                  <a:gd name="connsiteY8" fmla="*/ 193228 h 213580"/>
                  <a:gd name="connsiteX9" fmla="*/ 87000 w 234221"/>
                  <a:gd name="connsiteY9" fmla="*/ 107481 h 213580"/>
                  <a:gd name="connsiteX10" fmla="*/ 118949 w 234221"/>
                  <a:gd name="connsiteY10" fmla="*/ 107481 h 213580"/>
                  <a:gd name="connsiteX11" fmla="*/ 146380 w 234221"/>
                  <a:gd name="connsiteY11" fmla="*/ 121929 h 213580"/>
                  <a:gd name="connsiteX12" fmla="*/ 144121 w 234221"/>
                  <a:gd name="connsiteY12" fmla="*/ 137320 h 213580"/>
                  <a:gd name="connsiteX13" fmla="*/ 143153 w 234221"/>
                  <a:gd name="connsiteY13" fmla="*/ 140775 h 213580"/>
                  <a:gd name="connsiteX14" fmla="*/ 147349 w 234221"/>
                  <a:gd name="connsiteY14" fmla="*/ 144230 h 213580"/>
                  <a:gd name="connsiteX15" fmla="*/ 152189 w 234221"/>
                  <a:gd name="connsiteY15" fmla="*/ 137948 h 213580"/>
                  <a:gd name="connsiteX16" fmla="*/ 170584 w 234221"/>
                  <a:gd name="connsiteY16" fmla="*/ 64451 h 213580"/>
                  <a:gd name="connsiteX17" fmla="*/ 166712 w 234221"/>
                  <a:gd name="connsiteY17" fmla="*/ 60996 h 213580"/>
                  <a:gd name="connsiteX18" fmla="*/ 162194 w 234221"/>
                  <a:gd name="connsiteY18" fmla="*/ 66650 h 213580"/>
                  <a:gd name="connsiteX19" fmla="*/ 119918 w 234221"/>
                  <a:gd name="connsiteY19" fmla="*/ 97744 h 213580"/>
                  <a:gd name="connsiteX20" fmla="*/ 89582 w 234221"/>
                  <a:gd name="connsiteY20" fmla="*/ 97744 h 213580"/>
                  <a:gd name="connsiteX21" fmla="*/ 108945 w 234221"/>
                  <a:gd name="connsiteY21" fmla="*/ 22049 h 213580"/>
                  <a:gd name="connsiteX22" fmla="*/ 126372 w 234221"/>
                  <a:gd name="connsiteY22" fmla="*/ 9800 h 213580"/>
                  <a:gd name="connsiteX23" fmla="*/ 171875 w 234221"/>
                  <a:gd name="connsiteY23" fmla="*/ 9800 h 213580"/>
                  <a:gd name="connsiteX24" fmla="*/ 220928 w 234221"/>
                  <a:gd name="connsiteY24" fmla="*/ 44663 h 213580"/>
                  <a:gd name="connsiteX25" fmla="*/ 219637 w 234221"/>
                  <a:gd name="connsiteY25" fmla="*/ 61310 h 213580"/>
                  <a:gd name="connsiteX26" fmla="*/ 219315 w 234221"/>
                  <a:gd name="connsiteY26" fmla="*/ 66964 h 213580"/>
                  <a:gd name="connsiteX27" fmla="*/ 223187 w 234221"/>
                  <a:gd name="connsiteY27" fmla="*/ 70733 h 213580"/>
                  <a:gd name="connsiteX28" fmla="*/ 227705 w 234221"/>
                  <a:gd name="connsiteY28" fmla="*/ 62881 h 213580"/>
                  <a:gd name="connsiteX29" fmla="*/ 234160 w 234221"/>
                  <a:gd name="connsiteY29" fmla="*/ 8543 h 213580"/>
                  <a:gd name="connsiteX30" fmla="*/ 225446 w 234221"/>
                  <a:gd name="connsiteY30" fmla="*/ 63 h 213580"/>
                  <a:gd name="connsiteX31" fmla="*/ 62474 w 234221"/>
                  <a:gd name="connsiteY31" fmla="*/ 63 h 213580"/>
                  <a:gd name="connsiteX32" fmla="*/ 52792 w 234221"/>
                  <a:gd name="connsiteY32" fmla="*/ 6345 h 213580"/>
                  <a:gd name="connsiteX33" fmla="*/ 61828 w 234221"/>
                  <a:gd name="connsiteY33" fmla="*/ 9800 h 213580"/>
                  <a:gd name="connsiteX34" fmla="*/ 82805 w 234221"/>
                  <a:gd name="connsiteY34" fmla="*/ 15453 h 213580"/>
                  <a:gd name="connsiteX35" fmla="*/ 81191 w 234221"/>
                  <a:gd name="connsiteY35" fmla="*/ 22991 h 213580"/>
                  <a:gd name="connsiteX36" fmla="*/ 38593 w 234221"/>
                  <a:gd name="connsiteY36" fmla="*/ 189144 h 213580"/>
                  <a:gd name="connsiteX37" fmla="*/ 9225 w 234221"/>
                  <a:gd name="connsiteY37" fmla="*/ 203907 h 213580"/>
                  <a:gd name="connsiteX38" fmla="*/ 189 w 234221"/>
                  <a:gd name="connsiteY38" fmla="*/ 209874 h 213580"/>
                  <a:gd name="connsiteX39" fmla="*/ 9225 w 234221"/>
                  <a:gd name="connsiteY39" fmla="*/ 213643 h 213580"/>
                  <a:gd name="connsiteX40" fmla="*/ 176716 w 234221"/>
                  <a:gd name="connsiteY40" fmla="*/ 213643 h 213580"/>
                  <a:gd name="connsiteX41" fmla="*/ 186720 w 234221"/>
                  <a:gd name="connsiteY41" fmla="*/ 208304 h 213580"/>
                  <a:gd name="connsiteX42" fmla="*/ 216410 w 234221"/>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4221" h="213580">
                    <a:moveTo>
                      <a:pt x="216410" y="140461"/>
                    </a:moveTo>
                    <a:cubicBezTo>
                      <a:pt x="217056" y="138890"/>
                      <a:pt x="218024" y="136692"/>
                      <a:pt x="218024" y="136063"/>
                    </a:cubicBezTo>
                    <a:cubicBezTo>
                      <a:pt x="218024" y="135749"/>
                      <a:pt x="218024" y="132608"/>
                      <a:pt x="214151" y="132608"/>
                    </a:cubicBezTo>
                    <a:cubicBezTo>
                      <a:pt x="211247" y="132608"/>
                      <a:pt x="210601" y="134493"/>
                      <a:pt x="209956" y="136377"/>
                    </a:cubicBezTo>
                    <a:cubicBezTo>
                      <a:pt x="188979" y="182863"/>
                      <a:pt x="177039" y="203907"/>
                      <a:pt x="121854" y="203907"/>
                    </a:cubicBezTo>
                    <a:lnTo>
                      <a:pt x="74737" y="203907"/>
                    </a:lnTo>
                    <a:cubicBezTo>
                      <a:pt x="70219" y="203907"/>
                      <a:pt x="69574" y="203907"/>
                      <a:pt x="67637" y="203593"/>
                    </a:cubicBezTo>
                    <a:cubicBezTo>
                      <a:pt x="64410" y="203278"/>
                      <a:pt x="63442" y="202964"/>
                      <a:pt x="63442" y="200452"/>
                    </a:cubicBezTo>
                    <a:cubicBezTo>
                      <a:pt x="63442" y="199509"/>
                      <a:pt x="63442" y="198881"/>
                      <a:pt x="65056" y="193228"/>
                    </a:cubicBezTo>
                    <a:lnTo>
                      <a:pt x="87000" y="107481"/>
                    </a:lnTo>
                    <a:lnTo>
                      <a:pt x="118949" y="107481"/>
                    </a:lnTo>
                    <a:cubicBezTo>
                      <a:pt x="146380" y="107481"/>
                      <a:pt x="146380" y="114077"/>
                      <a:pt x="146380" y="121929"/>
                    </a:cubicBezTo>
                    <a:cubicBezTo>
                      <a:pt x="146380" y="124128"/>
                      <a:pt x="146380" y="127897"/>
                      <a:pt x="144121" y="137320"/>
                    </a:cubicBezTo>
                    <a:cubicBezTo>
                      <a:pt x="143476" y="138890"/>
                      <a:pt x="143153" y="139832"/>
                      <a:pt x="143153" y="140775"/>
                    </a:cubicBezTo>
                    <a:cubicBezTo>
                      <a:pt x="143153" y="142345"/>
                      <a:pt x="144444" y="144230"/>
                      <a:pt x="147349" y="144230"/>
                    </a:cubicBezTo>
                    <a:cubicBezTo>
                      <a:pt x="149930" y="144230"/>
                      <a:pt x="150899" y="142659"/>
                      <a:pt x="152189" y="137948"/>
                    </a:cubicBezTo>
                    <a:lnTo>
                      <a:pt x="170584" y="64451"/>
                    </a:lnTo>
                    <a:cubicBezTo>
                      <a:pt x="170584" y="62566"/>
                      <a:pt x="168971" y="60996"/>
                      <a:pt x="166712" y="60996"/>
                    </a:cubicBezTo>
                    <a:cubicBezTo>
                      <a:pt x="163807" y="60996"/>
                      <a:pt x="163162" y="62881"/>
                      <a:pt x="162194" y="66650"/>
                    </a:cubicBezTo>
                    <a:cubicBezTo>
                      <a:pt x="155417" y="90520"/>
                      <a:pt x="149608" y="97744"/>
                      <a:pt x="119918" y="97744"/>
                    </a:cubicBezTo>
                    <a:lnTo>
                      <a:pt x="89582" y="97744"/>
                    </a:lnTo>
                    <a:lnTo>
                      <a:pt x="108945" y="22049"/>
                    </a:lnTo>
                    <a:cubicBezTo>
                      <a:pt x="111850" y="11056"/>
                      <a:pt x="112172" y="9800"/>
                      <a:pt x="126372" y="9800"/>
                    </a:cubicBezTo>
                    <a:lnTo>
                      <a:pt x="171875" y="9800"/>
                    </a:lnTo>
                    <a:cubicBezTo>
                      <a:pt x="211247" y="9800"/>
                      <a:pt x="220928" y="18908"/>
                      <a:pt x="220928" y="44663"/>
                    </a:cubicBezTo>
                    <a:cubicBezTo>
                      <a:pt x="220928" y="52202"/>
                      <a:pt x="220928" y="52830"/>
                      <a:pt x="219637" y="61310"/>
                    </a:cubicBezTo>
                    <a:cubicBezTo>
                      <a:pt x="219637" y="63195"/>
                      <a:pt x="219315" y="65393"/>
                      <a:pt x="219315" y="66964"/>
                    </a:cubicBezTo>
                    <a:cubicBezTo>
                      <a:pt x="219315" y="68534"/>
                      <a:pt x="220283" y="70733"/>
                      <a:pt x="223187" y="70733"/>
                    </a:cubicBezTo>
                    <a:cubicBezTo>
                      <a:pt x="226737" y="70733"/>
                      <a:pt x="227060" y="68848"/>
                      <a:pt x="227705" y="62881"/>
                    </a:cubicBezTo>
                    <a:lnTo>
                      <a:pt x="234160" y="8543"/>
                    </a:lnTo>
                    <a:cubicBezTo>
                      <a:pt x="235128" y="63"/>
                      <a:pt x="233514" y="63"/>
                      <a:pt x="225446" y="63"/>
                    </a:cubicBezTo>
                    <a:lnTo>
                      <a:pt x="62474" y="63"/>
                    </a:lnTo>
                    <a:cubicBezTo>
                      <a:pt x="56020" y="63"/>
                      <a:pt x="52792" y="63"/>
                      <a:pt x="52792" y="6345"/>
                    </a:cubicBezTo>
                    <a:cubicBezTo>
                      <a:pt x="52792" y="9800"/>
                      <a:pt x="55697" y="9800"/>
                      <a:pt x="61828" y="9800"/>
                    </a:cubicBezTo>
                    <a:cubicBezTo>
                      <a:pt x="73769" y="9800"/>
                      <a:pt x="82805" y="9800"/>
                      <a:pt x="82805" y="15453"/>
                    </a:cubicBezTo>
                    <a:cubicBezTo>
                      <a:pt x="82805" y="16709"/>
                      <a:pt x="82805" y="17338"/>
                      <a:pt x="81191" y="22991"/>
                    </a:cubicBezTo>
                    <a:lnTo>
                      <a:pt x="38593" y="189144"/>
                    </a:lnTo>
                    <a:cubicBezTo>
                      <a:pt x="35366" y="201394"/>
                      <a:pt x="34720" y="203907"/>
                      <a:pt x="9225" y="203907"/>
                    </a:cubicBezTo>
                    <a:cubicBezTo>
                      <a:pt x="3739" y="203907"/>
                      <a:pt x="189" y="203907"/>
                      <a:pt x="189" y="209874"/>
                    </a:cubicBezTo>
                    <a:cubicBezTo>
                      <a:pt x="189" y="213643"/>
                      <a:pt x="3094" y="213643"/>
                      <a:pt x="9225" y="213643"/>
                    </a:cubicBezTo>
                    <a:lnTo>
                      <a:pt x="176716" y="213643"/>
                    </a:lnTo>
                    <a:cubicBezTo>
                      <a:pt x="184138" y="213643"/>
                      <a:pt x="184461" y="213329"/>
                      <a:pt x="186720" y="208304"/>
                    </a:cubicBezTo>
                    <a:lnTo>
                      <a:pt x="216410"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7" name="Freeform: Shape 156">
                <a:extLst>
                  <a:ext uri="{FF2B5EF4-FFF2-40B4-BE49-F238E27FC236}">
                    <a16:creationId xmlns:a16="http://schemas.microsoft.com/office/drawing/2014/main" id="{8253AF43-AA10-0A0C-32B5-E0A2C807BF66}"/>
                  </a:ext>
                </a:extLst>
              </p:cNvPr>
              <p:cNvSpPr/>
              <p:nvPr>
                <p:custDataLst>
                  <p:tags r:id="rId39"/>
                </p:custDataLst>
              </p:nvPr>
            </p:nvSpPr>
            <p:spPr>
              <a:xfrm>
                <a:off x="8176587" y="5423778"/>
                <a:ext cx="44212" cy="314089"/>
              </a:xfrm>
              <a:custGeom>
                <a:avLst/>
                <a:gdLst>
                  <a:gd name="connsiteX0" fmla="*/ 44410 w 44212"/>
                  <a:gd name="connsiteY0" fmla="*/ 314152 h 314089"/>
                  <a:gd name="connsiteX1" fmla="*/ 44410 w 44212"/>
                  <a:gd name="connsiteY1" fmla="*/ 301588 h 314089"/>
                  <a:gd name="connsiteX2" fmla="*/ 13106 w 44212"/>
                  <a:gd name="connsiteY2" fmla="*/ 301588 h 314089"/>
                  <a:gd name="connsiteX3" fmla="*/ 13106 w 44212"/>
                  <a:gd name="connsiteY3" fmla="*/ 12626 h 314089"/>
                  <a:gd name="connsiteX4" fmla="*/ 44410 w 44212"/>
                  <a:gd name="connsiteY4" fmla="*/ 12626 h 314089"/>
                  <a:gd name="connsiteX5" fmla="*/ 44410 w 44212"/>
                  <a:gd name="connsiteY5" fmla="*/ 63 h 314089"/>
                  <a:gd name="connsiteX6" fmla="*/ 197 w 44212"/>
                  <a:gd name="connsiteY6" fmla="*/ 63 h 314089"/>
                  <a:gd name="connsiteX7" fmla="*/ 197 w 44212"/>
                  <a:gd name="connsiteY7" fmla="*/ 314152 h 314089"/>
                  <a:gd name="connsiteX8" fmla="*/ 44410 w 44212"/>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410" y="314152"/>
                    </a:moveTo>
                    <a:lnTo>
                      <a:pt x="44410" y="301588"/>
                    </a:lnTo>
                    <a:lnTo>
                      <a:pt x="13106" y="301588"/>
                    </a:lnTo>
                    <a:lnTo>
                      <a:pt x="13106" y="12626"/>
                    </a:lnTo>
                    <a:lnTo>
                      <a:pt x="44410" y="12626"/>
                    </a:lnTo>
                    <a:lnTo>
                      <a:pt x="44410" y="63"/>
                    </a:lnTo>
                    <a:lnTo>
                      <a:pt x="197" y="63"/>
                    </a:lnTo>
                    <a:lnTo>
                      <a:pt x="197" y="314152"/>
                    </a:lnTo>
                    <a:lnTo>
                      <a:pt x="44410"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8" name="Freeform: Shape 157">
                <a:extLst>
                  <a:ext uri="{FF2B5EF4-FFF2-40B4-BE49-F238E27FC236}">
                    <a16:creationId xmlns:a16="http://schemas.microsoft.com/office/drawing/2014/main" id="{CFE3362F-A183-F823-E809-159243190EB5}"/>
                  </a:ext>
                </a:extLst>
              </p:cNvPr>
              <p:cNvSpPr/>
              <p:nvPr>
                <p:custDataLst>
                  <p:tags r:id="rId40"/>
                </p:custDataLst>
              </p:nvPr>
            </p:nvSpPr>
            <p:spPr>
              <a:xfrm>
                <a:off x="8237509" y="5520518"/>
                <a:ext cx="165876" cy="142282"/>
              </a:xfrm>
              <a:custGeom>
                <a:avLst/>
                <a:gdLst>
                  <a:gd name="connsiteX0" fmla="*/ 103792 w 165876"/>
                  <a:gd name="connsiteY0" fmla="*/ 121301 h 142282"/>
                  <a:gd name="connsiteX1" fmla="*/ 132514 w 165876"/>
                  <a:gd name="connsiteY1" fmla="*/ 142345 h 142282"/>
                  <a:gd name="connsiteX2" fmla="*/ 156395 w 165876"/>
                  <a:gd name="connsiteY2" fmla="*/ 125070 h 142282"/>
                  <a:gd name="connsiteX3" fmla="*/ 166077 w 165876"/>
                  <a:gd name="connsiteY3" fmla="*/ 93975 h 142282"/>
                  <a:gd name="connsiteX4" fmla="*/ 162204 w 165876"/>
                  <a:gd name="connsiteY4" fmla="*/ 90835 h 142282"/>
                  <a:gd name="connsiteX5" fmla="*/ 157686 w 165876"/>
                  <a:gd name="connsiteY5" fmla="*/ 96488 h 142282"/>
                  <a:gd name="connsiteX6" fmla="*/ 133482 w 165876"/>
                  <a:gd name="connsiteY6" fmla="*/ 135435 h 142282"/>
                  <a:gd name="connsiteX7" fmla="*/ 123478 w 165876"/>
                  <a:gd name="connsiteY7" fmla="*/ 120987 h 142282"/>
                  <a:gd name="connsiteX8" fmla="*/ 129933 w 165876"/>
                  <a:gd name="connsiteY8" fmla="*/ 88322 h 142282"/>
                  <a:gd name="connsiteX9" fmla="*/ 138969 w 165876"/>
                  <a:gd name="connsiteY9" fmla="*/ 54400 h 142282"/>
                  <a:gd name="connsiteX10" fmla="*/ 144455 w 165876"/>
                  <a:gd name="connsiteY10" fmla="*/ 33042 h 142282"/>
                  <a:gd name="connsiteX11" fmla="*/ 149296 w 165876"/>
                  <a:gd name="connsiteY11" fmla="*/ 11998 h 142282"/>
                  <a:gd name="connsiteX12" fmla="*/ 139937 w 165876"/>
                  <a:gd name="connsiteY12" fmla="*/ 3518 h 142282"/>
                  <a:gd name="connsiteX13" fmla="*/ 127351 w 165876"/>
                  <a:gd name="connsiteY13" fmla="*/ 14511 h 142282"/>
                  <a:gd name="connsiteX14" fmla="*/ 103147 w 165876"/>
                  <a:gd name="connsiteY14" fmla="*/ 109052 h 142282"/>
                  <a:gd name="connsiteX15" fmla="*/ 66357 w 165876"/>
                  <a:gd name="connsiteY15" fmla="*/ 135435 h 142282"/>
                  <a:gd name="connsiteX16" fmla="*/ 46349 w 165876"/>
                  <a:gd name="connsiteY16" fmla="*/ 109680 h 142282"/>
                  <a:gd name="connsiteX17" fmla="*/ 63775 w 165876"/>
                  <a:gd name="connsiteY17" fmla="*/ 45606 h 142282"/>
                  <a:gd name="connsiteX18" fmla="*/ 69262 w 165876"/>
                  <a:gd name="connsiteY18" fmla="*/ 25818 h 142282"/>
                  <a:gd name="connsiteX19" fmla="*/ 42799 w 165876"/>
                  <a:gd name="connsiteY19" fmla="*/ 63 h 142282"/>
                  <a:gd name="connsiteX20" fmla="*/ 200 w 165876"/>
                  <a:gd name="connsiteY20" fmla="*/ 48433 h 142282"/>
                  <a:gd name="connsiteX21" fmla="*/ 4073 w 165876"/>
                  <a:gd name="connsiteY21" fmla="*/ 51573 h 142282"/>
                  <a:gd name="connsiteX22" fmla="*/ 9236 w 165876"/>
                  <a:gd name="connsiteY22" fmla="*/ 45920 h 142282"/>
                  <a:gd name="connsiteX23" fmla="*/ 41831 w 165876"/>
                  <a:gd name="connsiteY23" fmla="*/ 6973 h 142282"/>
                  <a:gd name="connsiteX24" fmla="*/ 49899 w 165876"/>
                  <a:gd name="connsiteY24" fmla="*/ 17338 h 142282"/>
                  <a:gd name="connsiteX25" fmla="*/ 44412 w 165876"/>
                  <a:gd name="connsiteY25" fmla="*/ 38696 h 142282"/>
                  <a:gd name="connsiteX26" fmla="*/ 25695 w 165876"/>
                  <a:gd name="connsiteY26" fmla="*/ 104654 h 142282"/>
                  <a:gd name="connsiteX27" fmla="*/ 65389 w 165876"/>
                  <a:gd name="connsiteY27" fmla="*/ 142345 h 142282"/>
                  <a:gd name="connsiteX28" fmla="*/ 103792 w 165876"/>
                  <a:gd name="connsiteY28" fmla="*/ 121301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5876" h="142282">
                    <a:moveTo>
                      <a:pt x="103792" y="121301"/>
                    </a:moveTo>
                    <a:cubicBezTo>
                      <a:pt x="107342" y="134179"/>
                      <a:pt x="118637" y="142345"/>
                      <a:pt x="132514" y="142345"/>
                    </a:cubicBezTo>
                    <a:cubicBezTo>
                      <a:pt x="143809" y="142345"/>
                      <a:pt x="151232" y="135121"/>
                      <a:pt x="156395" y="125070"/>
                    </a:cubicBezTo>
                    <a:cubicBezTo>
                      <a:pt x="161882" y="113763"/>
                      <a:pt x="166077" y="94604"/>
                      <a:pt x="166077" y="93975"/>
                    </a:cubicBezTo>
                    <a:cubicBezTo>
                      <a:pt x="166077" y="90835"/>
                      <a:pt x="163172" y="90835"/>
                      <a:pt x="162204" y="90835"/>
                    </a:cubicBezTo>
                    <a:cubicBezTo>
                      <a:pt x="158977" y="90835"/>
                      <a:pt x="158654" y="92091"/>
                      <a:pt x="157686" y="96488"/>
                    </a:cubicBezTo>
                    <a:cubicBezTo>
                      <a:pt x="153168" y="114077"/>
                      <a:pt x="147037" y="135435"/>
                      <a:pt x="133482" y="135435"/>
                    </a:cubicBezTo>
                    <a:cubicBezTo>
                      <a:pt x="126705" y="135435"/>
                      <a:pt x="123478" y="131352"/>
                      <a:pt x="123478" y="120987"/>
                    </a:cubicBezTo>
                    <a:cubicBezTo>
                      <a:pt x="123478" y="114077"/>
                      <a:pt x="127351" y="99315"/>
                      <a:pt x="129933" y="88322"/>
                    </a:cubicBezTo>
                    <a:lnTo>
                      <a:pt x="138969" y="54400"/>
                    </a:lnTo>
                    <a:cubicBezTo>
                      <a:pt x="139937" y="49689"/>
                      <a:pt x="143164" y="37753"/>
                      <a:pt x="144455" y="33042"/>
                    </a:cubicBezTo>
                    <a:cubicBezTo>
                      <a:pt x="146068" y="25818"/>
                      <a:pt x="149296" y="13883"/>
                      <a:pt x="149296" y="11998"/>
                    </a:cubicBezTo>
                    <a:cubicBezTo>
                      <a:pt x="149296" y="6345"/>
                      <a:pt x="144778" y="3518"/>
                      <a:pt x="139937" y="3518"/>
                    </a:cubicBezTo>
                    <a:cubicBezTo>
                      <a:pt x="138323" y="3518"/>
                      <a:pt x="129933" y="3832"/>
                      <a:pt x="127351" y="14511"/>
                    </a:cubicBezTo>
                    <a:cubicBezTo>
                      <a:pt x="121219" y="37439"/>
                      <a:pt x="107020" y="92405"/>
                      <a:pt x="103147" y="109052"/>
                    </a:cubicBezTo>
                    <a:cubicBezTo>
                      <a:pt x="102824" y="110308"/>
                      <a:pt x="89916" y="135435"/>
                      <a:pt x="66357" y="135435"/>
                    </a:cubicBezTo>
                    <a:cubicBezTo>
                      <a:pt x="49576" y="135435"/>
                      <a:pt x="46349" y="121301"/>
                      <a:pt x="46349" y="109680"/>
                    </a:cubicBezTo>
                    <a:cubicBezTo>
                      <a:pt x="46349" y="92091"/>
                      <a:pt x="55385" y="67278"/>
                      <a:pt x="63775" y="45606"/>
                    </a:cubicBezTo>
                    <a:cubicBezTo>
                      <a:pt x="67648" y="36183"/>
                      <a:pt x="69262" y="31786"/>
                      <a:pt x="69262" y="25818"/>
                    </a:cubicBezTo>
                    <a:cubicBezTo>
                      <a:pt x="69262" y="11684"/>
                      <a:pt x="58935" y="63"/>
                      <a:pt x="42799" y="63"/>
                    </a:cubicBezTo>
                    <a:cubicBezTo>
                      <a:pt x="12141" y="63"/>
                      <a:pt x="200" y="45606"/>
                      <a:pt x="200" y="48433"/>
                    </a:cubicBezTo>
                    <a:cubicBezTo>
                      <a:pt x="200" y="51573"/>
                      <a:pt x="3427" y="51573"/>
                      <a:pt x="4073" y="51573"/>
                    </a:cubicBezTo>
                    <a:cubicBezTo>
                      <a:pt x="7300" y="51573"/>
                      <a:pt x="7623" y="50945"/>
                      <a:pt x="9236" y="45920"/>
                    </a:cubicBezTo>
                    <a:cubicBezTo>
                      <a:pt x="17304" y="18594"/>
                      <a:pt x="29567" y="6973"/>
                      <a:pt x="41831" y="6973"/>
                    </a:cubicBezTo>
                    <a:cubicBezTo>
                      <a:pt x="44735" y="6973"/>
                      <a:pt x="49899" y="7287"/>
                      <a:pt x="49899" y="17338"/>
                    </a:cubicBezTo>
                    <a:cubicBezTo>
                      <a:pt x="49899" y="24876"/>
                      <a:pt x="46349" y="33984"/>
                      <a:pt x="44412" y="38696"/>
                    </a:cubicBezTo>
                    <a:cubicBezTo>
                      <a:pt x="32472" y="69791"/>
                      <a:pt x="25695" y="89264"/>
                      <a:pt x="25695" y="104654"/>
                    </a:cubicBezTo>
                    <a:cubicBezTo>
                      <a:pt x="25695" y="134493"/>
                      <a:pt x="47962" y="142345"/>
                      <a:pt x="65389" y="142345"/>
                    </a:cubicBezTo>
                    <a:cubicBezTo>
                      <a:pt x="86688" y="142345"/>
                      <a:pt x="98306" y="128211"/>
                      <a:pt x="103792" y="121301"/>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59" name="Freeform: Shape 158">
                <a:extLst>
                  <a:ext uri="{FF2B5EF4-FFF2-40B4-BE49-F238E27FC236}">
                    <a16:creationId xmlns:a16="http://schemas.microsoft.com/office/drawing/2014/main" id="{F1DF1E66-B8EC-ED83-ADCD-0DDD5BF6230C}"/>
                  </a:ext>
                </a:extLst>
              </p:cNvPr>
              <p:cNvSpPr/>
              <p:nvPr>
                <p:custDataLst>
                  <p:tags r:id="rId41"/>
                </p:custDataLst>
              </p:nvPr>
            </p:nvSpPr>
            <p:spPr>
              <a:xfrm>
                <a:off x="8451296" y="5423778"/>
                <a:ext cx="12908" cy="314089"/>
              </a:xfrm>
              <a:custGeom>
                <a:avLst/>
                <a:gdLst>
                  <a:gd name="connsiteX0" fmla="*/ 13114 w 12908"/>
                  <a:gd name="connsiteY0" fmla="*/ 11370 h 314089"/>
                  <a:gd name="connsiteX1" fmla="*/ 6660 w 12908"/>
                  <a:gd name="connsiteY1" fmla="*/ 63 h 314089"/>
                  <a:gd name="connsiteX2" fmla="*/ 206 w 12908"/>
                  <a:gd name="connsiteY2" fmla="*/ 11370 h 314089"/>
                  <a:gd name="connsiteX3" fmla="*/ 206 w 12908"/>
                  <a:gd name="connsiteY3" fmla="*/ 302845 h 314089"/>
                  <a:gd name="connsiteX4" fmla="*/ 6660 w 12908"/>
                  <a:gd name="connsiteY4" fmla="*/ 314152 h 314089"/>
                  <a:gd name="connsiteX5" fmla="*/ 13114 w 12908"/>
                  <a:gd name="connsiteY5" fmla="*/ 302845 h 314089"/>
                  <a:gd name="connsiteX6" fmla="*/ 13114 w 12908"/>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08" h="314089">
                    <a:moveTo>
                      <a:pt x="13114" y="11370"/>
                    </a:moveTo>
                    <a:cubicBezTo>
                      <a:pt x="13114" y="5716"/>
                      <a:pt x="13114" y="63"/>
                      <a:pt x="6660" y="63"/>
                    </a:cubicBezTo>
                    <a:cubicBezTo>
                      <a:pt x="206" y="63"/>
                      <a:pt x="206" y="5716"/>
                      <a:pt x="206" y="11370"/>
                    </a:cubicBezTo>
                    <a:lnTo>
                      <a:pt x="206" y="302845"/>
                    </a:lnTo>
                    <a:cubicBezTo>
                      <a:pt x="206" y="308498"/>
                      <a:pt x="206" y="314152"/>
                      <a:pt x="6660" y="314152"/>
                    </a:cubicBezTo>
                    <a:cubicBezTo>
                      <a:pt x="13114" y="314152"/>
                      <a:pt x="13114" y="308498"/>
                      <a:pt x="13114" y="302845"/>
                    </a:cubicBezTo>
                    <a:lnTo>
                      <a:pt x="13114"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60" name="Freeform: Shape 159">
                <a:extLst>
                  <a:ext uri="{FF2B5EF4-FFF2-40B4-BE49-F238E27FC236}">
                    <a16:creationId xmlns:a16="http://schemas.microsoft.com/office/drawing/2014/main" id="{C8C742F0-4360-DA7B-4086-532FAE7446C9}"/>
                  </a:ext>
                </a:extLst>
              </p:cNvPr>
              <p:cNvSpPr/>
              <p:nvPr>
                <p:custDataLst>
                  <p:tags r:id="rId42"/>
                </p:custDataLst>
              </p:nvPr>
            </p:nvSpPr>
            <p:spPr>
              <a:xfrm>
                <a:off x="8511896" y="5520518"/>
                <a:ext cx="160713" cy="142282"/>
              </a:xfrm>
              <a:custGeom>
                <a:avLst/>
                <a:gdLst>
                  <a:gd name="connsiteX0" fmla="*/ 98637 w 160713"/>
                  <a:gd name="connsiteY0" fmla="*/ 44035 h 142282"/>
                  <a:gd name="connsiteX1" fmla="*/ 130586 w 160713"/>
                  <a:gd name="connsiteY1" fmla="*/ 6973 h 142282"/>
                  <a:gd name="connsiteX2" fmla="*/ 146722 w 160713"/>
                  <a:gd name="connsiteY2" fmla="*/ 11056 h 142282"/>
                  <a:gd name="connsiteX3" fmla="*/ 131232 w 160713"/>
                  <a:gd name="connsiteY3" fmla="*/ 28017 h 142282"/>
                  <a:gd name="connsiteX4" fmla="*/ 143495 w 160713"/>
                  <a:gd name="connsiteY4" fmla="*/ 39010 h 142282"/>
                  <a:gd name="connsiteX5" fmla="*/ 160922 w 160713"/>
                  <a:gd name="connsiteY5" fmla="*/ 20793 h 142282"/>
                  <a:gd name="connsiteX6" fmla="*/ 130909 w 160713"/>
                  <a:gd name="connsiteY6" fmla="*/ 63 h 142282"/>
                  <a:gd name="connsiteX7" fmla="*/ 97024 w 160713"/>
                  <a:gd name="connsiteY7" fmla="*/ 23934 h 142282"/>
                  <a:gd name="connsiteX8" fmla="*/ 62170 w 160713"/>
                  <a:gd name="connsiteY8" fmla="*/ 63 h 142282"/>
                  <a:gd name="connsiteX9" fmla="*/ 10213 w 160713"/>
                  <a:gd name="connsiteY9" fmla="*/ 48433 h 142282"/>
                  <a:gd name="connsiteX10" fmla="*/ 14085 w 160713"/>
                  <a:gd name="connsiteY10" fmla="*/ 51573 h 142282"/>
                  <a:gd name="connsiteX11" fmla="*/ 18281 w 160713"/>
                  <a:gd name="connsiteY11" fmla="*/ 48118 h 142282"/>
                  <a:gd name="connsiteX12" fmla="*/ 61525 w 160713"/>
                  <a:gd name="connsiteY12" fmla="*/ 6973 h 142282"/>
                  <a:gd name="connsiteX13" fmla="*/ 78952 w 160713"/>
                  <a:gd name="connsiteY13" fmla="*/ 28017 h 142282"/>
                  <a:gd name="connsiteX14" fmla="*/ 61525 w 160713"/>
                  <a:gd name="connsiteY14" fmla="*/ 102770 h 142282"/>
                  <a:gd name="connsiteX15" fmla="*/ 30867 w 160713"/>
                  <a:gd name="connsiteY15" fmla="*/ 135435 h 142282"/>
                  <a:gd name="connsiteX16" fmla="*/ 14731 w 160713"/>
                  <a:gd name="connsiteY16" fmla="*/ 131352 h 142282"/>
                  <a:gd name="connsiteX17" fmla="*/ 29899 w 160713"/>
                  <a:gd name="connsiteY17" fmla="*/ 114391 h 142282"/>
                  <a:gd name="connsiteX18" fmla="*/ 17958 w 160713"/>
                  <a:gd name="connsiteY18" fmla="*/ 103398 h 142282"/>
                  <a:gd name="connsiteX19" fmla="*/ 209 w 160713"/>
                  <a:gd name="connsiteY19" fmla="*/ 121615 h 142282"/>
                  <a:gd name="connsiteX20" fmla="*/ 30544 w 160713"/>
                  <a:gd name="connsiteY20" fmla="*/ 142345 h 142282"/>
                  <a:gd name="connsiteX21" fmla="*/ 64429 w 160713"/>
                  <a:gd name="connsiteY21" fmla="*/ 118474 h 142282"/>
                  <a:gd name="connsiteX22" fmla="*/ 99283 w 160713"/>
                  <a:gd name="connsiteY22" fmla="*/ 142345 h 142282"/>
                  <a:gd name="connsiteX23" fmla="*/ 150918 w 160713"/>
                  <a:gd name="connsiteY23" fmla="*/ 93975 h 142282"/>
                  <a:gd name="connsiteX24" fmla="*/ 147045 w 160713"/>
                  <a:gd name="connsiteY24" fmla="*/ 90835 h 142282"/>
                  <a:gd name="connsiteX25" fmla="*/ 142850 w 160713"/>
                  <a:gd name="connsiteY25" fmla="*/ 94290 h 142282"/>
                  <a:gd name="connsiteX26" fmla="*/ 99928 w 160713"/>
                  <a:gd name="connsiteY26" fmla="*/ 135435 h 142282"/>
                  <a:gd name="connsiteX27" fmla="*/ 82179 w 160713"/>
                  <a:gd name="connsiteY27" fmla="*/ 114705 h 142282"/>
                  <a:gd name="connsiteX28" fmla="*/ 87665 w 160713"/>
                  <a:gd name="connsiteY28" fmla="*/ 87065 h 142282"/>
                  <a:gd name="connsiteX29" fmla="*/ 98637 w 160713"/>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713" h="142282">
                    <a:moveTo>
                      <a:pt x="98637" y="44035"/>
                    </a:moveTo>
                    <a:cubicBezTo>
                      <a:pt x="100574" y="35869"/>
                      <a:pt x="107996" y="6973"/>
                      <a:pt x="130586" y="6973"/>
                    </a:cubicBezTo>
                    <a:cubicBezTo>
                      <a:pt x="132200" y="6973"/>
                      <a:pt x="139945" y="6973"/>
                      <a:pt x="146722" y="11056"/>
                    </a:cubicBezTo>
                    <a:cubicBezTo>
                      <a:pt x="137686" y="12626"/>
                      <a:pt x="131232" y="20479"/>
                      <a:pt x="131232" y="28017"/>
                    </a:cubicBezTo>
                    <a:cubicBezTo>
                      <a:pt x="131232" y="33042"/>
                      <a:pt x="134782" y="39010"/>
                      <a:pt x="143495" y="39010"/>
                    </a:cubicBezTo>
                    <a:cubicBezTo>
                      <a:pt x="150595" y="39010"/>
                      <a:pt x="160922" y="33356"/>
                      <a:pt x="160922" y="20793"/>
                    </a:cubicBezTo>
                    <a:cubicBezTo>
                      <a:pt x="160922" y="4460"/>
                      <a:pt x="141882" y="63"/>
                      <a:pt x="130909" y="63"/>
                    </a:cubicBezTo>
                    <a:cubicBezTo>
                      <a:pt x="112192" y="63"/>
                      <a:pt x="100896" y="16709"/>
                      <a:pt x="97024" y="23934"/>
                    </a:cubicBezTo>
                    <a:cubicBezTo>
                      <a:pt x="88956" y="3204"/>
                      <a:pt x="71529" y="63"/>
                      <a:pt x="62170" y="63"/>
                    </a:cubicBezTo>
                    <a:cubicBezTo>
                      <a:pt x="28608" y="63"/>
                      <a:pt x="10213" y="40580"/>
                      <a:pt x="10213" y="48433"/>
                    </a:cubicBezTo>
                    <a:cubicBezTo>
                      <a:pt x="10213" y="51573"/>
                      <a:pt x="13440" y="51573"/>
                      <a:pt x="14085" y="51573"/>
                    </a:cubicBezTo>
                    <a:cubicBezTo>
                      <a:pt x="16667" y="51573"/>
                      <a:pt x="17635" y="50945"/>
                      <a:pt x="18281" y="48118"/>
                    </a:cubicBezTo>
                    <a:cubicBezTo>
                      <a:pt x="29253" y="14825"/>
                      <a:pt x="50552" y="6973"/>
                      <a:pt x="61525" y="6973"/>
                    </a:cubicBezTo>
                    <a:cubicBezTo>
                      <a:pt x="67656" y="6973"/>
                      <a:pt x="78952" y="9800"/>
                      <a:pt x="78952" y="28017"/>
                    </a:cubicBezTo>
                    <a:cubicBezTo>
                      <a:pt x="78952" y="37753"/>
                      <a:pt x="73465" y="58797"/>
                      <a:pt x="61525" y="102770"/>
                    </a:cubicBezTo>
                    <a:cubicBezTo>
                      <a:pt x="56361" y="122243"/>
                      <a:pt x="45066" y="135435"/>
                      <a:pt x="30867" y="135435"/>
                    </a:cubicBezTo>
                    <a:cubicBezTo>
                      <a:pt x="28930" y="135435"/>
                      <a:pt x="21508" y="135435"/>
                      <a:pt x="14731" y="131352"/>
                    </a:cubicBezTo>
                    <a:cubicBezTo>
                      <a:pt x="22799" y="129782"/>
                      <a:pt x="29899" y="123186"/>
                      <a:pt x="29899" y="114391"/>
                    </a:cubicBezTo>
                    <a:cubicBezTo>
                      <a:pt x="29899" y="105911"/>
                      <a:pt x="22799" y="103398"/>
                      <a:pt x="17958" y="103398"/>
                    </a:cubicBezTo>
                    <a:cubicBezTo>
                      <a:pt x="8276" y="103398"/>
                      <a:pt x="209" y="111564"/>
                      <a:pt x="209" y="121615"/>
                    </a:cubicBezTo>
                    <a:cubicBezTo>
                      <a:pt x="209" y="136063"/>
                      <a:pt x="16344" y="142345"/>
                      <a:pt x="30544" y="142345"/>
                    </a:cubicBezTo>
                    <a:cubicBezTo>
                      <a:pt x="51843" y="142345"/>
                      <a:pt x="63461" y="120359"/>
                      <a:pt x="64429" y="118474"/>
                    </a:cubicBezTo>
                    <a:cubicBezTo>
                      <a:pt x="68302" y="130096"/>
                      <a:pt x="79920" y="142345"/>
                      <a:pt x="99283" y="142345"/>
                    </a:cubicBezTo>
                    <a:cubicBezTo>
                      <a:pt x="132523" y="142345"/>
                      <a:pt x="150918" y="101828"/>
                      <a:pt x="150918" y="93975"/>
                    </a:cubicBezTo>
                    <a:cubicBezTo>
                      <a:pt x="150918" y="90835"/>
                      <a:pt x="148013" y="90835"/>
                      <a:pt x="147045" y="90835"/>
                    </a:cubicBezTo>
                    <a:cubicBezTo>
                      <a:pt x="144141" y="90835"/>
                      <a:pt x="143495" y="92091"/>
                      <a:pt x="142850" y="94290"/>
                    </a:cubicBezTo>
                    <a:cubicBezTo>
                      <a:pt x="132200" y="127897"/>
                      <a:pt x="110255" y="135435"/>
                      <a:pt x="99928" y="135435"/>
                    </a:cubicBezTo>
                    <a:cubicBezTo>
                      <a:pt x="87342" y="135435"/>
                      <a:pt x="82179" y="125384"/>
                      <a:pt x="82179" y="114705"/>
                    </a:cubicBezTo>
                    <a:cubicBezTo>
                      <a:pt x="82179" y="107795"/>
                      <a:pt x="84115" y="100885"/>
                      <a:pt x="87665" y="87065"/>
                    </a:cubicBezTo>
                    <a:lnTo>
                      <a:pt x="98637"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61" name="Freeform: Shape 160">
                <a:extLst>
                  <a:ext uri="{FF2B5EF4-FFF2-40B4-BE49-F238E27FC236}">
                    <a16:creationId xmlns:a16="http://schemas.microsoft.com/office/drawing/2014/main" id="{BE46AED0-701A-A713-0BBB-9A9CED7F70AD}"/>
                  </a:ext>
                </a:extLst>
              </p:cNvPr>
              <p:cNvSpPr/>
              <p:nvPr>
                <p:custDataLst>
                  <p:tags r:id="rId43"/>
                </p:custDataLst>
              </p:nvPr>
            </p:nvSpPr>
            <p:spPr>
              <a:xfrm>
                <a:off x="8694079" y="5423778"/>
                <a:ext cx="44212" cy="314089"/>
              </a:xfrm>
              <a:custGeom>
                <a:avLst/>
                <a:gdLst>
                  <a:gd name="connsiteX0" fmla="*/ 44427 w 44212"/>
                  <a:gd name="connsiteY0" fmla="*/ 63 h 314089"/>
                  <a:gd name="connsiteX1" fmla="*/ 214 w 44212"/>
                  <a:gd name="connsiteY1" fmla="*/ 63 h 314089"/>
                  <a:gd name="connsiteX2" fmla="*/ 214 w 44212"/>
                  <a:gd name="connsiteY2" fmla="*/ 12626 h 314089"/>
                  <a:gd name="connsiteX3" fmla="*/ 31518 w 44212"/>
                  <a:gd name="connsiteY3" fmla="*/ 12626 h 314089"/>
                  <a:gd name="connsiteX4" fmla="*/ 31518 w 44212"/>
                  <a:gd name="connsiteY4" fmla="*/ 301588 h 314089"/>
                  <a:gd name="connsiteX5" fmla="*/ 214 w 44212"/>
                  <a:gd name="connsiteY5" fmla="*/ 301588 h 314089"/>
                  <a:gd name="connsiteX6" fmla="*/ 214 w 44212"/>
                  <a:gd name="connsiteY6" fmla="*/ 314152 h 314089"/>
                  <a:gd name="connsiteX7" fmla="*/ 44427 w 44212"/>
                  <a:gd name="connsiteY7" fmla="*/ 314152 h 314089"/>
                  <a:gd name="connsiteX8" fmla="*/ 44427 w 44212"/>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12" h="314089">
                    <a:moveTo>
                      <a:pt x="44427" y="63"/>
                    </a:moveTo>
                    <a:lnTo>
                      <a:pt x="214" y="63"/>
                    </a:lnTo>
                    <a:lnTo>
                      <a:pt x="214" y="12626"/>
                    </a:lnTo>
                    <a:lnTo>
                      <a:pt x="31518" y="12626"/>
                    </a:lnTo>
                    <a:lnTo>
                      <a:pt x="31518" y="301588"/>
                    </a:lnTo>
                    <a:lnTo>
                      <a:pt x="214" y="301588"/>
                    </a:lnTo>
                    <a:lnTo>
                      <a:pt x="214" y="314152"/>
                    </a:lnTo>
                    <a:lnTo>
                      <a:pt x="44427" y="314152"/>
                    </a:lnTo>
                    <a:lnTo>
                      <a:pt x="44427"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64" name="Group 163">
              <a:extLst>
                <a:ext uri="{FF2B5EF4-FFF2-40B4-BE49-F238E27FC236}">
                  <a16:creationId xmlns:a16="http://schemas.microsoft.com/office/drawing/2014/main" id="{54384F80-4397-BD40-F59D-96D06C9FE74B}"/>
                </a:ext>
              </a:extLst>
            </p:cNvPr>
            <p:cNvGrpSpPr>
              <a:grpSpLocks noChangeAspect="1"/>
            </p:cNvGrpSpPr>
            <p:nvPr>
              <p:custDataLst>
                <p:tags r:id="rId5"/>
              </p:custDataLst>
            </p:nvPr>
          </p:nvGrpSpPr>
          <p:grpSpPr>
            <a:xfrm>
              <a:off x="1047750" y="4302125"/>
              <a:ext cx="2504718" cy="314089"/>
              <a:chOff x="4233048" y="5996883"/>
              <a:chExt cx="2504718" cy="314089"/>
            </a:xfrm>
          </p:grpSpPr>
          <p:sp>
            <p:nvSpPr>
              <p:cNvPr id="165" name="Freeform: Shape 164">
                <a:extLst>
                  <a:ext uri="{FF2B5EF4-FFF2-40B4-BE49-F238E27FC236}">
                    <a16:creationId xmlns:a16="http://schemas.microsoft.com/office/drawing/2014/main" id="{AE04665F-D5DC-68B0-CA4C-D1E6540EA841}"/>
                  </a:ext>
                </a:extLst>
              </p:cNvPr>
              <p:cNvSpPr/>
              <p:nvPr>
                <p:custDataLst>
                  <p:tags r:id="rId6"/>
                </p:custDataLst>
              </p:nvPr>
            </p:nvSpPr>
            <p:spPr>
              <a:xfrm>
                <a:off x="4233048" y="6018870"/>
                <a:ext cx="233063" cy="213580"/>
              </a:xfrm>
              <a:custGeom>
                <a:avLst/>
                <a:gdLst>
                  <a:gd name="connsiteX0" fmla="*/ 215229 w 233063"/>
                  <a:gd name="connsiteY0" fmla="*/ 140461 h 213580"/>
                  <a:gd name="connsiteX1" fmla="*/ 216835 w 233063"/>
                  <a:gd name="connsiteY1" fmla="*/ 136063 h 213580"/>
                  <a:gd name="connsiteX2" fmla="*/ 212981 w 233063"/>
                  <a:gd name="connsiteY2" fmla="*/ 132608 h 213580"/>
                  <a:gd name="connsiteX3" fmla="*/ 208807 w 233063"/>
                  <a:gd name="connsiteY3" fmla="*/ 136377 h 213580"/>
                  <a:gd name="connsiteX4" fmla="*/ 121140 w 233063"/>
                  <a:gd name="connsiteY4" fmla="*/ 203907 h 213580"/>
                  <a:gd name="connsiteX5" fmla="*/ 74256 w 233063"/>
                  <a:gd name="connsiteY5" fmla="*/ 203907 h 213580"/>
                  <a:gd name="connsiteX6" fmla="*/ 67191 w 233063"/>
                  <a:gd name="connsiteY6" fmla="*/ 203593 h 213580"/>
                  <a:gd name="connsiteX7" fmla="*/ 63017 w 233063"/>
                  <a:gd name="connsiteY7" fmla="*/ 200452 h 213580"/>
                  <a:gd name="connsiteX8" fmla="*/ 64622 w 233063"/>
                  <a:gd name="connsiteY8" fmla="*/ 193228 h 213580"/>
                  <a:gd name="connsiteX9" fmla="*/ 86459 w 233063"/>
                  <a:gd name="connsiteY9" fmla="*/ 107481 h 213580"/>
                  <a:gd name="connsiteX10" fmla="*/ 118250 w 233063"/>
                  <a:gd name="connsiteY10" fmla="*/ 107481 h 213580"/>
                  <a:gd name="connsiteX11" fmla="*/ 145545 w 233063"/>
                  <a:gd name="connsiteY11" fmla="*/ 121929 h 213580"/>
                  <a:gd name="connsiteX12" fmla="*/ 143298 w 233063"/>
                  <a:gd name="connsiteY12" fmla="*/ 137320 h 213580"/>
                  <a:gd name="connsiteX13" fmla="*/ 142334 w 233063"/>
                  <a:gd name="connsiteY13" fmla="*/ 140775 h 213580"/>
                  <a:gd name="connsiteX14" fmla="*/ 146509 w 233063"/>
                  <a:gd name="connsiteY14" fmla="*/ 144230 h 213580"/>
                  <a:gd name="connsiteX15" fmla="*/ 151326 w 233063"/>
                  <a:gd name="connsiteY15" fmla="*/ 137948 h 213580"/>
                  <a:gd name="connsiteX16" fmla="*/ 169630 w 233063"/>
                  <a:gd name="connsiteY16" fmla="*/ 64451 h 213580"/>
                  <a:gd name="connsiteX17" fmla="*/ 165776 w 233063"/>
                  <a:gd name="connsiteY17" fmla="*/ 60996 h 213580"/>
                  <a:gd name="connsiteX18" fmla="*/ 161280 w 233063"/>
                  <a:gd name="connsiteY18" fmla="*/ 66650 h 213580"/>
                  <a:gd name="connsiteX19" fmla="*/ 119213 w 233063"/>
                  <a:gd name="connsiteY19" fmla="*/ 97744 h 213580"/>
                  <a:gd name="connsiteX20" fmla="*/ 89028 w 233063"/>
                  <a:gd name="connsiteY20" fmla="*/ 97744 h 213580"/>
                  <a:gd name="connsiteX21" fmla="*/ 108295 w 233063"/>
                  <a:gd name="connsiteY21" fmla="*/ 22049 h 213580"/>
                  <a:gd name="connsiteX22" fmla="*/ 125636 w 233063"/>
                  <a:gd name="connsiteY22" fmla="*/ 9800 h 213580"/>
                  <a:gd name="connsiteX23" fmla="*/ 170914 w 233063"/>
                  <a:gd name="connsiteY23" fmla="*/ 9800 h 213580"/>
                  <a:gd name="connsiteX24" fmla="*/ 219725 w 233063"/>
                  <a:gd name="connsiteY24" fmla="*/ 44663 h 213580"/>
                  <a:gd name="connsiteX25" fmla="*/ 218440 w 233063"/>
                  <a:gd name="connsiteY25" fmla="*/ 61310 h 213580"/>
                  <a:gd name="connsiteX26" fmla="*/ 218119 w 233063"/>
                  <a:gd name="connsiteY26" fmla="*/ 66964 h 213580"/>
                  <a:gd name="connsiteX27" fmla="*/ 221973 w 233063"/>
                  <a:gd name="connsiteY27" fmla="*/ 70733 h 213580"/>
                  <a:gd name="connsiteX28" fmla="*/ 226468 w 233063"/>
                  <a:gd name="connsiteY28" fmla="*/ 62881 h 213580"/>
                  <a:gd name="connsiteX29" fmla="*/ 232891 w 233063"/>
                  <a:gd name="connsiteY29" fmla="*/ 8543 h 213580"/>
                  <a:gd name="connsiteX30" fmla="*/ 224221 w 233063"/>
                  <a:gd name="connsiteY30" fmla="*/ 63 h 213580"/>
                  <a:gd name="connsiteX31" fmla="*/ 62053 w 233063"/>
                  <a:gd name="connsiteY31" fmla="*/ 63 h 213580"/>
                  <a:gd name="connsiteX32" fmla="*/ 52420 w 233063"/>
                  <a:gd name="connsiteY32" fmla="*/ 6345 h 213580"/>
                  <a:gd name="connsiteX33" fmla="*/ 61411 w 233063"/>
                  <a:gd name="connsiteY33" fmla="*/ 9800 h 213580"/>
                  <a:gd name="connsiteX34" fmla="*/ 82284 w 233063"/>
                  <a:gd name="connsiteY34" fmla="*/ 15453 h 213580"/>
                  <a:gd name="connsiteX35" fmla="*/ 80679 w 233063"/>
                  <a:gd name="connsiteY35" fmla="*/ 22991 h 213580"/>
                  <a:gd name="connsiteX36" fmla="*/ 38290 w 233063"/>
                  <a:gd name="connsiteY36" fmla="*/ 189144 h 213580"/>
                  <a:gd name="connsiteX37" fmla="*/ 9068 w 233063"/>
                  <a:gd name="connsiteY37" fmla="*/ 203907 h 213580"/>
                  <a:gd name="connsiteX38" fmla="*/ 77 w 233063"/>
                  <a:gd name="connsiteY38" fmla="*/ 209874 h 213580"/>
                  <a:gd name="connsiteX39" fmla="*/ 9068 w 233063"/>
                  <a:gd name="connsiteY39" fmla="*/ 213643 h 213580"/>
                  <a:gd name="connsiteX40" fmla="*/ 175731 w 233063"/>
                  <a:gd name="connsiteY40" fmla="*/ 213643 h 213580"/>
                  <a:gd name="connsiteX41" fmla="*/ 185686 w 233063"/>
                  <a:gd name="connsiteY41" fmla="*/ 208304 h 213580"/>
                  <a:gd name="connsiteX42" fmla="*/ 215229 w 233063"/>
                  <a:gd name="connsiteY42" fmla="*/ 140461 h 21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3063" h="213580">
                    <a:moveTo>
                      <a:pt x="215229" y="140461"/>
                    </a:moveTo>
                    <a:cubicBezTo>
                      <a:pt x="215871" y="138890"/>
                      <a:pt x="216835" y="136692"/>
                      <a:pt x="216835" y="136063"/>
                    </a:cubicBezTo>
                    <a:cubicBezTo>
                      <a:pt x="216835" y="135749"/>
                      <a:pt x="216835" y="132608"/>
                      <a:pt x="212981" y="132608"/>
                    </a:cubicBezTo>
                    <a:cubicBezTo>
                      <a:pt x="210091" y="132608"/>
                      <a:pt x="209449" y="134493"/>
                      <a:pt x="208807" y="136377"/>
                    </a:cubicBezTo>
                    <a:cubicBezTo>
                      <a:pt x="187934" y="182863"/>
                      <a:pt x="176052" y="203907"/>
                      <a:pt x="121140" y="203907"/>
                    </a:cubicBezTo>
                    <a:lnTo>
                      <a:pt x="74256" y="203907"/>
                    </a:lnTo>
                    <a:cubicBezTo>
                      <a:pt x="69760" y="203907"/>
                      <a:pt x="69118" y="203907"/>
                      <a:pt x="67191" y="203593"/>
                    </a:cubicBezTo>
                    <a:cubicBezTo>
                      <a:pt x="63980" y="203278"/>
                      <a:pt x="63017" y="202964"/>
                      <a:pt x="63017" y="200452"/>
                    </a:cubicBezTo>
                    <a:cubicBezTo>
                      <a:pt x="63017" y="199509"/>
                      <a:pt x="63017" y="198881"/>
                      <a:pt x="64622" y="193228"/>
                    </a:cubicBezTo>
                    <a:lnTo>
                      <a:pt x="86459" y="107481"/>
                    </a:lnTo>
                    <a:lnTo>
                      <a:pt x="118250" y="107481"/>
                    </a:lnTo>
                    <a:cubicBezTo>
                      <a:pt x="145545" y="107481"/>
                      <a:pt x="145545" y="114077"/>
                      <a:pt x="145545" y="121929"/>
                    </a:cubicBezTo>
                    <a:cubicBezTo>
                      <a:pt x="145545" y="124128"/>
                      <a:pt x="145545" y="127897"/>
                      <a:pt x="143298" y="137320"/>
                    </a:cubicBezTo>
                    <a:cubicBezTo>
                      <a:pt x="142655" y="138890"/>
                      <a:pt x="142334" y="139832"/>
                      <a:pt x="142334" y="140775"/>
                    </a:cubicBezTo>
                    <a:cubicBezTo>
                      <a:pt x="142334" y="142345"/>
                      <a:pt x="143619" y="144230"/>
                      <a:pt x="146509" y="144230"/>
                    </a:cubicBezTo>
                    <a:cubicBezTo>
                      <a:pt x="149078" y="144230"/>
                      <a:pt x="150041" y="142659"/>
                      <a:pt x="151326" y="137948"/>
                    </a:cubicBezTo>
                    <a:lnTo>
                      <a:pt x="169630" y="64451"/>
                    </a:lnTo>
                    <a:cubicBezTo>
                      <a:pt x="169630" y="62566"/>
                      <a:pt x="168024" y="60996"/>
                      <a:pt x="165776" y="60996"/>
                    </a:cubicBezTo>
                    <a:cubicBezTo>
                      <a:pt x="162886" y="60996"/>
                      <a:pt x="162244" y="62881"/>
                      <a:pt x="161280" y="66650"/>
                    </a:cubicBezTo>
                    <a:cubicBezTo>
                      <a:pt x="154537" y="90520"/>
                      <a:pt x="148757" y="97744"/>
                      <a:pt x="119213" y="97744"/>
                    </a:cubicBezTo>
                    <a:lnTo>
                      <a:pt x="89028" y="97744"/>
                    </a:lnTo>
                    <a:lnTo>
                      <a:pt x="108295" y="22049"/>
                    </a:lnTo>
                    <a:cubicBezTo>
                      <a:pt x="111185" y="11056"/>
                      <a:pt x="111506" y="9800"/>
                      <a:pt x="125636" y="9800"/>
                    </a:cubicBezTo>
                    <a:lnTo>
                      <a:pt x="170914" y="9800"/>
                    </a:lnTo>
                    <a:cubicBezTo>
                      <a:pt x="210091" y="9800"/>
                      <a:pt x="219725" y="18908"/>
                      <a:pt x="219725" y="44663"/>
                    </a:cubicBezTo>
                    <a:cubicBezTo>
                      <a:pt x="219725" y="52202"/>
                      <a:pt x="219725" y="52830"/>
                      <a:pt x="218440" y="61310"/>
                    </a:cubicBezTo>
                    <a:cubicBezTo>
                      <a:pt x="218440" y="63195"/>
                      <a:pt x="218119" y="65393"/>
                      <a:pt x="218119" y="66964"/>
                    </a:cubicBezTo>
                    <a:cubicBezTo>
                      <a:pt x="218119" y="68534"/>
                      <a:pt x="219083" y="70733"/>
                      <a:pt x="221973" y="70733"/>
                    </a:cubicBezTo>
                    <a:cubicBezTo>
                      <a:pt x="225505" y="70733"/>
                      <a:pt x="225826" y="68848"/>
                      <a:pt x="226468" y="62881"/>
                    </a:cubicBezTo>
                    <a:lnTo>
                      <a:pt x="232891" y="8543"/>
                    </a:lnTo>
                    <a:cubicBezTo>
                      <a:pt x="233854" y="63"/>
                      <a:pt x="232249" y="63"/>
                      <a:pt x="224221" y="63"/>
                    </a:cubicBezTo>
                    <a:lnTo>
                      <a:pt x="62053" y="63"/>
                    </a:lnTo>
                    <a:cubicBezTo>
                      <a:pt x="55631" y="63"/>
                      <a:pt x="52420" y="63"/>
                      <a:pt x="52420" y="6345"/>
                    </a:cubicBezTo>
                    <a:cubicBezTo>
                      <a:pt x="52420" y="9800"/>
                      <a:pt x="55310" y="9800"/>
                      <a:pt x="61411" y="9800"/>
                    </a:cubicBezTo>
                    <a:cubicBezTo>
                      <a:pt x="73293" y="9800"/>
                      <a:pt x="82284" y="9800"/>
                      <a:pt x="82284" y="15453"/>
                    </a:cubicBezTo>
                    <a:cubicBezTo>
                      <a:pt x="82284" y="16709"/>
                      <a:pt x="82284" y="17338"/>
                      <a:pt x="80679" y="22991"/>
                    </a:cubicBezTo>
                    <a:lnTo>
                      <a:pt x="38290" y="189144"/>
                    </a:lnTo>
                    <a:cubicBezTo>
                      <a:pt x="35079" y="201394"/>
                      <a:pt x="34437" y="203907"/>
                      <a:pt x="9068" y="203907"/>
                    </a:cubicBezTo>
                    <a:cubicBezTo>
                      <a:pt x="3609" y="203907"/>
                      <a:pt x="77" y="203907"/>
                      <a:pt x="77" y="209874"/>
                    </a:cubicBezTo>
                    <a:cubicBezTo>
                      <a:pt x="77" y="213643"/>
                      <a:pt x="2967" y="213643"/>
                      <a:pt x="9068" y="213643"/>
                    </a:cubicBezTo>
                    <a:lnTo>
                      <a:pt x="175731" y="213643"/>
                    </a:lnTo>
                    <a:cubicBezTo>
                      <a:pt x="183117" y="213643"/>
                      <a:pt x="183438" y="213329"/>
                      <a:pt x="185686" y="208304"/>
                    </a:cubicBezTo>
                    <a:lnTo>
                      <a:pt x="215229" y="14046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67" name="Freeform: Shape 166">
                <a:extLst>
                  <a:ext uri="{FF2B5EF4-FFF2-40B4-BE49-F238E27FC236}">
                    <a16:creationId xmlns:a16="http://schemas.microsoft.com/office/drawing/2014/main" id="{4DBC98FF-F2E9-1FFD-4042-3C6540C08E49}"/>
                  </a:ext>
                </a:extLst>
              </p:cNvPr>
              <p:cNvSpPr/>
              <p:nvPr>
                <p:custDataLst>
                  <p:tags r:id="rId7"/>
                </p:custDataLst>
              </p:nvPr>
            </p:nvSpPr>
            <p:spPr>
              <a:xfrm>
                <a:off x="4514298" y="5996883"/>
                <a:ext cx="43993" cy="314089"/>
              </a:xfrm>
              <a:custGeom>
                <a:avLst/>
                <a:gdLst>
                  <a:gd name="connsiteX0" fmla="*/ 44078 w 43993"/>
                  <a:gd name="connsiteY0" fmla="*/ 314152 h 314089"/>
                  <a:gd name="connsiteX1" fmla="*/ 44078 w 43993"/>
                  <a:gd name="connsiteY1" fmla="*/ 301588 h 314089"/>
                  <a:gd name="connsiteX2" fmla="*/ 12930 w 43993"/>
                  <a:gd name="connsiteY2" fmla="*/ 301588 h 314089"/>
                  <a:gd name="connsiteX3" fmla="*/ 12930 w 43993"/>
                  <a:gd name="connsiteY3" fmla="*/ 12626 h 314089"/>
                  <a:gd name="connsiteX4" fmla="*/ 44078 w 43993"/>
                  <a:gd name="connsiteY4" fmla="*/ 12626 h 314089"/>
                  <a:gd name="connsiteX5" fmla="*/ 44078 w 43993"/>
                  <a:gd name="connsiteY5" fmla="*/ 63 h 314089"/>
                  <a:gd name="connsiteX6" fmla="*/ 85 w 43993"/>
                  <a:gd name="connsiteY6" fmla="*/ 63 h 314089"/>
                  <a:gd name="connsiteX7" fmla="*/ 85 w 43993"/>
                  <a:gd name="connsiteY7" fmla="*/ 314152 h 314089"/>
                  <a:gd name="connsiteX8" fmla="*/ 44078 w 43993"/>
                  <a:gd name="connsiteY8" fmla="*/ 314152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93" h="314089">
                    <a:moveTo>
                      <a:pt x="44078" y="314152"/>
                    </a:moveTo>
                    <a:lnTo>
                      <a:pt x="44078" y="301588"/>
                    </a:lnTo>
                    <a:lnTo>
                      <a:pt x="12930" y="301588"/>
                    </a:lnTo>
                    <a:lnTo>
                      <a:pt x="12930" y="12626"/>
                    </a:lnTo>
                    <a:lnTo>
                      <a:pt x="44078" y="12626"/>
                    </a:lnTo>
                    <a:lnTo>
                      <a:pt x="44078" y="63"/>
                    </a:lnTo>
                    <a:lnTo>
                      <a:pt x="85" y="63"/>
                    </a:lnTo>
                    <a:lnTo>
                      <a:pt x="85" y="314152"/>
                    </a:lnTo>
                    <a:lnTo>
                      <a:pt x="44078" y="31415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68" name="Freeform: Shape 167">
                <a:extLst>
                  <a:ext uri="{FF2B5EF4-FFF2-40B4-BE49-F238E27FC236}">
                    <a16:creationId xmlns:a16="http://schemas.microsoft.com/office/drawing/2014/main" id="{9A26A78E-54B9-C476-5017-FC111F6FAC42}"/>
                  </a:ext>
                </a:extLst>
              </p:cNvPr>
              <p:cNvSpPr/>
              <p:nvPr>
                <p:custDataLst>
                  <p:tags r:id="rId8"/>
                </p:custDataLst>
              </p:nvPr>
            </p:nvSpPr>
            <p:spPr>
              <a:xfrm>
                <a:off x="4574919" y="6093623"/>
                <a:ext cx="148037" cy="203215"/>
              </a:xfrm>
              <a:custGeom>
                <a:avLst/>
                <a:gdLst>
                  <a:gd name="connsiteX0" fmla="*/ 146841 w 148037"/>
                  <a:gd name="connsiteY0" fmla="*/ 19222 h 203215"/>
                  <a:gd name="connsiteX1" fmla="*/ 148125 w 148037"/>
                  <a:gd name="connsiteY1" fmla="*/ 11998 h 203215"/>
                  <a:gd name="connsiteX2" fmla="*/ 138813 w 148037"/>
                  <a:gd name="connsiteY2" fmla="*/ 3518 h 203215"/>
                  <a:gd name="connsiteX3" fmla="*/ 127573 w 148037"/>
                  <a:gd name="connsiteY3" fmla="*/ 10114 h 203215"/>
                  <a:gd name="connsiteX4" fmla="*/ 123078 w 148037"/>
                  <a:gd name="connsiteY4" fmla="*/ 27074 h 203215"/>
                  <a:gd name="connsiteX5" fmla="*/ 116655 w 148037"/>
                  <a:gd name="connsiteY5" fmla="*/ 52202 h 203215"/>
                  <a:gd name="connsiteX6" fmla="*/ 102205 w 148037"/>
                  <a:gd name="connsiteY6" fmla="*/ 108738 h 203215"/>
                  <a:gd name="connsiteX7" fmla="*/ 65918 w 148037"/>
                  <a:gd name="connsiteY7" fmla="*/ 135435 h 203215"/>
                  <a:gd name="connsiteX8" fmla="*/ 46008 w 148037"/>
                  <a:gd name="connsiteY8" fmla="*/ 109994 h 203215"/>
                  <a:gd name="connsiteX9" fmla="*/ 62385 w 148037"/>
                  <a:gd name="connsiteY9" fmla="*/ 48433 h 203215"/>
                  <a:gd name="connsiteX10" fmla="*/ 68808 w 148037"/>
                  <a:gd name="connsiteY10" fmla="*/ 25818 h 203215"/>
                  <a:gd name="connsiteX11" fmla="*/ 42476 w 148037"/>
                  <a:gd name="connsiteY11" fmla="*/ 63 h 203215"/>
                  <a:gd name="connsiteX12" fmla="*/ 87 w 148037"/>
                  <a:gd name="connsiteY12" fmla="*/ 48433 h 203215"/>
                  <a:gd name="connsiteX13" fmla="*/ 3941 w 148037"/>
                  <a:gd name="connsiteY13" fmla="*/ 51573 h 203215"/>
                  <a:gd name="connsiteX14" fmla="*/ 9079 w 148037"/>
                  <a:gd name="connsiteY14" fmla="*/ 45920 h 203215"/>
                  <a:gd name="connsiteX15" fmla="*/ 41512 w 148037"/>
                  <a:gd name="connsiteY15" fmla="*/ 6973 h 203215"/>
                  <a:gd name="connsiteX16" fmla="*/ 49540 w 148037"/>
                  <a:gd name="connsiteY16" fmla="*/ 17024 h 203215"/>
                  <a:gd name="connsiteX17" fmla="*/ 44081 w 148037"/>
                  <a:gd name="connsiteY17" fmla="*/ 39010 h 203215"/>
                  <a:gd name="connsiteX18" fmla="*/ 25456 w 148037"/>
                  <a:gd name="connsiteY18" fmla="*/ 104969 h 203215"/>
                  <a:gd name="connsiteX19" fmla="*/ 64633 w 148037"/>
                  <a:gd name="connsiteY19" fmla="*/ 142345 h 203215"/>
                  <a:gd name="connsiteX20" fmla="*/ 97067 w 148037"/>
                  <a:gd name="connsiteY20" fmla="*/ 128211 h 203215"/>
                  <a:gd name="connsiteX21" fmla="*/ 76194 w 148037"/>
                  <a:gd name="connsiteY21" fmla="*/ 176581 h 203215"/>
                  <a:gd name="connsiteX22" fmla="*/ 40870 w 148037"/>
                  <a:gd name="connsiteY22" fmla="*/ 196369 h 203215"/>
                  <a:gd name="connsiteX23" fmla="*/ 16465 w 148037"/>
                  <a:gd name="connsiteY23" fmla="*/ 183177 h 203215"/>
                  <a:gd name="connsiteX24" fmla="*/ 30273 w 148037"/>
                  <a:gd name="connsiteY24" fmla="*/ 179408 h 203215"/>
                  <a:gd name="connsiteX25" fmla="*/ 36695 w 148037"/>
                  <a:gd name="connsiteY25" fmla="*/ 166530 h 203215"/>
                  <a:gd name="connsiteX26" fmla="*/ 24814 w 148037"/>
                  <a:gd name="connsiteY26" fmla="*/ 155537 h 203215"/>
                  <a:gd name="connsiteX27" fmla="*/ 6831 w 148037"/>
                  <a:gd name="connsiteY27" fmla="*/ 175953 h 203215"/>
                  <a:gd name="connsiteX28" fmla="*/ 40870 w 148037"/>
                  <a:gd name="connsiteY28" fmla="*/ 203278 h 203215"/>
                  <a:gd name="connsiteX29" fmla="*/ 116013 w 148037"/>
                  <a:gd name="connsiteY29" fmla="*/ 139204 h 203215"/>
                  <a:gd name="connsiteX30" fmla="*/ 146841 w 148037"/>
                  <a:gd name="connsiteY30" fmla="*/ 19222 h 20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037" h="203215">
                    <a:moveTo>
                      <a:pt x="146841" y="19222"/>
                    </a:moveTo>
                    <a:cubicBezTo>
                      <a:pt x="148125" y="14825"/>
                      <a:pt x="148125" y="14197"/>
                      <a:pt x="148125" y="11998"/>
                    </a:cubicBezTo>
                    <a:cubicBezTo>
                      <a:pt x="148125" y="6345"/>
                      <a:pt x="143629" y="3518"/>
                      <a:pt x="138813" y="3518"/>
                    </a:cubicBezTo>
                    <a:cubicBezTo>
                      <a:pt x="135601" y="3518"/>
                      <a:pt x="130463" y="5402"/>
                      <a:pt x="127573" y="10114"/>
                    </a:cubicBezTo>
                    <a:cubicBezTo>
                      <a:pt x="126931" y="11684"/>
                      <a:pt x="124362" y="21421"/>
                      <a:pt x="123078" y="27074"/>
                    </a:cubicBezTo>
                    <a:cubicBezTo>
                      <a:pt x="120830" y="35241"/>
                      <a:pt x="118582" y="43721"/>
                      <a:pt x="116655" y="52202"/>
                    </a:cubicBezTo>
                    <a:lnTo>
                      <a:pt x="102205" y="108738"/>
                    </a:lnTo>
                    <a:cubicBezTo>
                      <a:pt x="100920" y="113449"/>
                      <a:pt x="87112" y="135435"/>
                      <a:pt x="65918" y="135435"/>
                    </a:cubicBezTo>
                    <a:cubicBezTo>
                      <a:pt x="49540" y="135435"/>
                      <a:pt x="46008" y="121615"/>
                      <a:pt x="46008" y="109994"/>
                    </a:cubicBezTo>
                    <a:cubicBezTo>
                      <a:pt x="46008" y="95546"/>
                      <a:pt x="51467" y="76072"/>
                      <a:pt x="62385" y="48433"/>
                    </a:cubicBezTo>
                    <a:cubicBezTo>
                      <a:pt x="67523" y="35555"/>
                      <a:pt x="68808" y="32100"/>
                      <a:pt x="68808" y="25818"/>
                    </a:cubicBezTo>
                    <a:cubicBezTo>
                      <a:pt x="68808" y="11684"/>
                      <a:pt x="58532" y="63"/>
                      <a:pt x="42476" y="63"/>
                    </a:cubicBezTo>
                    <a:cubicBezTo>
                      <a:pt x="11969" y="63"/>
                      <a:pt x="87" y="45606"/>
                      <a:pt x="87" y="48433"/>
                    </a:cubicBezTo>
                    <a:cubicBezTo>
                      <a:pt x="87" y="51573"/>
                      <a:pt x="3299" y="51573"/>
                      <a:pt x="3941" y="51573"/>
                    </a:cubicBezTo>
                    <a:cubicBezTo>
                      <a:pt x="7152" y="51573"/>
                      <a:pt x="7473" y="50945"/>
                      <a:pt x="9079" y="45920"/>
                    </a:cubicBezTo>
                    <a:cubicBezTo>
                      <a:pt x="17749" y="16395"/>
                      <a:pt x="30594" y="6973"/>
                      <a:pt x="41512" y="6973"/>
                    </a:cubicBezTo>
                    <a:cubicBezTo>
                      <a:pt x="44081" y="6973"/>
                      <a:pt x="49540" y="6973"/>
                      <a:pt x="49540" y="17024"/>
                    </a:cubicBezTo>
                    <a:cubicBezTo>
                      <a:pt x="49540" y="24876"/>
                      <a:pt x="46329" y="33042"/>
                      <a:pt x="44081" y="39010"/>
                    </a:cubicBezTo>
                    <a:cubicBezTo>
                      <a:pt x="31236" y="72303"/>
                      <a:pt x="25456" y="90206"/>
                      <a:pt x="25456" y="104969"/>
                    </a:cubicBezTo>
                    <a:cubicBezTo>
                      <a:pt x="25456" y="132923"/>
                      <a:pt x="45687" y="142345"/>
                      <a:pt x="64633" y="142345"/>
                    </a:cubicBezTo>
                    <a:cubicBezTo>
                      <a:pt x="77157" y="142345"/>
                      <a:pt x="88075" y="137006"/>
                      <a:pt x="97067" y="128211"/>
                    </a:cubicBezTo>
                    <a:cubicBezTo>
                      <a:pt x="92892" y="144544"/>
                      <a:pt x="89038" y="159934"/>
                      <a:pt x="76194" y="176581"/>
                    </a:cubicBezTo>
                    <a:cubicBezTo>
                      <a:pt x="67844" y="187260"/>
                      <a:pt x="55642" y="196369"/>
                      <a:pt x="40870" y="196369"/>
                    </a:cubicBezTo>
                    <a:cubicBezTo>
                      <a:pt x="36374" y="196369"/>
                      <a:pt x="21924" y="195426"/>
                      <a:pt x="16465" y="183177"/>
                    </a:cubicBezTo>
                    <a:cubicBezTo>
                      <a:pt x="21603" y="183177"/>
                      <a:pt x="25777" y="183177"/>
                      <a:pt x="30273" y="179408"/>
                    </a:cubicBezTo>
                    <a:cubicBezTo>
                      <a:pt x="33484" y="176581"/>
                      <a:pt x="36695" y="172498"/>
                      <a:pt x="36695" y="166530"/>
                    </a:cubicBezTo>
                    <a:cubicBezTo>
                      <a:pt x="36695" y="156793"/>
                      <a:pt x="28025" y="155537"/>
                      <a:pt x="24814" y="155537"/>
                    </a:cubicBezTo>
                    <a:cubicBezTo>
                      <a:pt x="17428" y="155537"/>
                      <a:pt x="6831" y="160562"/>
                      <a:pt x="6831" y="175953"/>
                    </a:cubicBezTo>
                    <a:cubicBezTo>
                      <a:pt x="6831" y="191657"/>
                      <a:pt x="20960" y="203278"/>
                      <a:pt x="40870" y="203278"/>
                    </a:cubicBezTo>
                    <a:cubicBezTo>
                      <a:pt x="73946" y="203278"/>
                      <a:pt x="107021" y="174696"/>
                      <a:pt x="116013" y="139204"/>
                    </a:cubicBezTo>
                    <a:lnTo>
                      <a:pt x="146841" y="1922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69" name="Freeform: Shape 168">
                <a:extLst>
                  <a:ext uri="{FF2B5EF4-FFF2-40B4-BE49-F238E27FC236}">
                    <a16:creationId xmlns:a16="http://schemas.microsoft.com/office/drawing/2014/main" id="{6DA57F7B-F4B8-8E88-EE5C-224EE9F6C40B}"/>
                  </a:ext>
                </a:extLst>
              </p:cNvPr>
              <p:cNvSpPr/>
              <p:nvPr>
                <p:custDataLst>
                  <p:tags r:id="rId9"/>
                </p:custDataLst>
              </p:nvPr>
            </p:nvSpPr>
            <p:spPr>
              <a:xfrm>
                <a:off x="4772783" y="5996883"/>
                <a:ext cx="12844" cy="314089"/>
              </a:xfrm>
              <a:custGeom>
                <a:avLst/>
                <a:gdLst>
                  <a:gd name="connsiteX0" fmla="*/ 12938 w 12844"/>
                  <a:gd name="connsiteY0" fmla="*/ 11370 h 314089"/>
                  <a:gd name="connsiteX1" fmla="*/ 6515 w 12844"/>
                  <a:gd name="connsiteY1" fmla="*/ 63 h 314089"/>
                  <a:gd name="connsiteX2" fmla="*/ 93 w 12844"/>
                  <a:gd name="connsiteY2" fmla="*/ 11370 h 314089"/>
                  <a:gd name="connsiteX3" fmla="*/ 93 w 12844"/>
                  <a:gd name="connsiteY3" fmla="*/ 302845 h 314089"/>
                  <a:gd name="connsiteX4" fmla="*/ 6515 w 12844"/>
                  <a:gd name="connsiteY4" fmla="*/ 314152 h 314089"/>
                  <a:gd name="connsiteX5" fmla="*/ 12938 w 12844"/>
                  <a:gd name="connsiteY5" fmla="*/ 302845 h 314089"/>
                  <a:gd name="connsiteX6" fmla="*/ 12938 w 12844"/>
                  <a:gd name="connsiteY6" fmla="*/ 11370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44" h="314089">
                    <a:moveTo>
                      <a:pt x="12938" y="11370"/>
                    </a:moveTo>
                    <a:cubicBezTo>
                      <a:pt x="12938" y="5716"/>
                      <a:pt x="12938" y="63"/>
                      <a:pt x="6515" y="63"/>
                    </a:cubicBezTo>
                    <a:cubicBezTo>
                      <a:pt x="93" y="63"/>
                      <a:pt x="93" y="5716"/>
                      <a:pt x="93" y="11370"/>
                    </a:cubicBezTo>
                    <a:lnTo>
                      <a:pt x="93" y="302845"/>
                    </a:lnTo>
                    <a:cubicBezTo>
                      <a:pt x="93" y="308498"/>
                      <a:pt x="93" y="314152"/>
                      <a:pt x="6515" y="314152"/>
                    </a:cubicBezTo>
                    <a:cubicBezTo>
                      <a:pt x="12938" y="314152"/>
                      <a:pt x="12938" y="308498"/>
                      <a:pt x="12938" y="302845"/>
                    </a:cubicBezTo>
                    <a:lnTo>
                      <a:pt x="12938" y="1137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4" name="Freeform: Shape 183">
                <a:extLst>
                  <a:ext uri="{FF2B5EF4-FFF2-40B4-BE49-F238E27FC236}">
                    <a16:creationId xmlns:a16="http://schemas.microsoft.com/office/drawing/2014/main" id="{227AD8F8-DAC4-1166-51BB-50032D358F69}"/>
                  </a:ext>
                </a:extLst>
              </p:cNvPr>
              <p:cNvSpPr/>
              <p:nvPr>
                <p:custDataLst>
                  <p:tags r:id="rId10"/>
                </p:custDataLst>
              </p:nvPr>
            </p:nvSpPr>
            <p:spPr>
              <a:xfrm>
                <a:off x="4833083" y="6093623"/>
                <a:ext cx="159919" cy="142282"/>
              </a:xfrm>
              <a:custGeom>
                <a:avLst/>
                <a:gdLst>
                  <a:gd name="connsiteX0" fmla="*/ 98038 w 159919"/>
                  <a:gd name="connsiteY0" fmla="*/ 44035 h 142282"/>
                  <a:gd name="connsiteX1" fmla="*/ 129829 w 159919"/>
                  <a:gd name="connsiteY1" fmla="*/ 6973 h 142282"/>
                  <a:gd name="connsiteX2" fmla="*/ 145885 w 159919"/>
                  <a:gd name="connsiteY2" fmla="*/ 11056 h 142282"/>
                  <a:gd name="connsiteX3" fmla="*/ 130471 w 159919"/>
                  <a:gd name="connsiteY3" fmla="*/ 28017 h 142282"/>
                  <a:gd name="connsiteX4" fmla="*/ 142674 w 159919"/>
                  <a:gd name="connsiteY4" fmla="*/ 39010 h 142282"/>
                  <a:gd name="connsiteX5" fmla="*/ 160015 w 159919"/>
                  <a:gd name="connsiteY5" fmla="*/ 20793 h 142282"/>
                  <a:gd name="connsiteX6" fmla="*/ 130150 w 159919"/>
                  <a:gd name="connsiteY6" fmla="*/ 63 h 142282"/>
                  <a:gd name="connsiteX7" fmla="*/ 96432 w 159919"/>
                  <a:gd name="connsiteY7" fmla="*/ 23934 h 142282"/>
                  <a:gd name="connsiteX8" fmla="*/ 61751 w 159919"/>
                  <a:gd name="connsiteY8" fmla="*/ 63 h 142282"/>
                  <a:gd name="connsiteX9" fmla="*/ 10050 w 159919"/>
                  <a:gd name="connsiteY9" fmla="*/ 48433 h 142282"/>
                  <a:gd name="connsiteX10" fmla="*/ 13904 w 159919"/>
                  <a:gd name="connsiteY10" fmla="*/ 51573 h 142282"/>
                  <a:gd name="connsiteX11" fmla="*/ 18078 w 159919"/>
                  <a:gd name="connsiteY11" fmla="*/ 48118 h 142282"/>
                  <a:gd name="connsiteX12" fmla="*/ 61109 w 159919"/>
                  <a:gd name="connsiteY12" fmla="*/ 6973 h 142282"/>
                  <a:gd name="connsiteX13" fmla="*/ 78449 w 159919"/>
                  <a:gd name="connsiteY13" fmla="*/ 28017 h 142282"/>
                  <a:gd name="connsiteX14" fmla="*/ 61109 w 159919"/>
                  <a:gd name="connsiteY14" fmla="*/ 102770 h 142282"/>
                  <a:gd name="connsiteX15" fmla="*/ 30602 w 159919"/>
                  <a:gd name="connsiteY15" fmla="*/ 135435 h 142282"/>
                  <a:gd name="connsiteX16" fmla="*/ 14546 w 159919"/>
                  <a:gd name="connsiteY16" fmla="*/ 131352 h 142282"/>
                  <a:gd name="connsiteX17" fmla="*/ 29639 w 159919"/>
                  <a:gd name="connsiteY17" fmla="*/ 114391 h 142282"/>
                  <a:gd name="connsiteX18" fmla="*/ 17757 w 159919"/>
                  <a:gd name="connsiteY18" fmla="*/ 103398 h 142282"/>
                  <a:gd name="connsiteX19" fmla="*/ 95 w 159919"/>
                  <a:gd name="connsiteY19" fmla="*/ 121615 h 142282"/>
                  <a:gd name="connsiteX20" fmla="*/ 30281 w 159919"/>
                  <a:gd name="connsiteY20" fmla="*/ 142345 h 142282"/>
                  <a:gd name="connsiteX21" fmla="*/ 63999 w 159919"/>
                  <a:gd name="connsiteY21" fmla="*/ 118474 h 142282"/>
                  <a:gd name="connsiteX22" fmla="*/ 98680 w 159919"/>
                  <a:gd name="connsiteY22" fmla="*/ 142345 h 142282"/>
                  <a:gd name="connsiteX23" fmla="*/ 150060 w 159919"/>
                  <a:gd name="connsiteY23" fmla="*/ 93975 h 142282"/>
                  <a:gd name="connsiteX24" fmla="*/ 146206 w 159919"/>
                  <a:gd name="connsiteY24" fmla="*/ 90835 h 142282"/>
                  <a:gd name="connsiteX25" fmla="*/ 142032 w 159919"/>
                  <a:gd name="connsiteY25" fmla="*/ 94290 h 142282"/>
                  <a:gd name="connsiteX26" fmla="*/ 99322 w 159919"/>
                  <a:gd name="connsiteY26" fmla="*/ 135435 h 142282"/>
                  <a:gd name="connsiteX27" fmla="*/ 81661 w 159919"/>
                  <a:gd name="connsiteY27" fmla="*/ 114705 h 142282"/>
                  <a:gd name="connsiteX28" fmla="*/ 87120 w 159919"/>
                  <a:gd name="connsiteY28" fmla="*/ 87065 h 142282"/>
                  <a:gd name="connsiteX29" fmla="*/ 98038 w 159919"/>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9919" h="142282">
                    <a:moveTo>
                      <a:pt x="98038" y="44035"/>
                    </a:moveTo>
                    <a:cubicBezTo>
                      <a:pt x="99965" y="35869"/>
                      <a:pt x="107350" y="6973"/>
                      <a:pt x="129829" y="6973"/>
                    </a:cubicBezTo>
                    <a:cubicBezTo>
                      <a:pt x="131435" y="6973"/>
                      <a:pt x="139142" y="6973"/>
                      <a:pt x="145885" y="11056"/>
                    </a:cubicBezTo>
                    <a:cubicBezTo>
                      <a:pt x="136894" y="12626"/>
                      <a:pt x="130471" y="20479"/>
                      <a:pt x="130471" y="28017"/>
                    </a:cubicBezTo>
                    <a:cubicBezTo>
                      <a:pt x="130471" y="33042"/>
                      <a:pt x="134004" y="39010"/>
                      <a:pt x="142674" y="39010"/>
                    </a:cubicBezTo>
                    <a:cubicBezTo>
                      <a:pt x="149739" y="39010"/>
                      <a:pt x="160015" y="33356"/>
                      <a:pt x="160015" y="20793"/>
                    </a:cubicBezTo>
                    <a:cubicBezTo>
                      <a:pt x="160015" y="4460"/>
                      <a:pt x="141068" y="63"/>
                      <a:pt x="130150" y="63"/>
                    </a:cubicBezTo>
                    <a:cubicBezTo>
                      <a:pt x="111525" y="63"/>
                      <a:pt x="100286" y="16709"/>
                      <a:pt x="96432" y="23934"/>
                    </a:cubicBezTo>
                    <a:cubicBezTo>
                      <a:pt x="88404" y="3204"/>
                      <a:pt x="71064" y="63"/>
                      <a:pt x="61751" y="63"/>
                    </a:cubicBezTo>
                    <a:cubicBezTo>
                      <a:pt x="28354" y="63"/>
                      <a:pt x="10050" y="40580"/>
                      <a:pt x="10050" y="48433"/>
                    </a:cubicBezTo>
                    <a:cubicBezTo>
                      <a:pt x="10050" y="51573"/>
                      <a:pt x="13261" y="51573"/>
                      <a:pt x="13904" y="51573"/>
                    </a:cubicBezTo>
                    <a:cubicBezTo>
                      <a:pt x="16473" y="51573"/>
                      <a:pt x="17436" y="50945"/>
                      <a:pt x="18078" y="48118"/>
                    </a:cubicBezTo>
                    <a:cubicBezTo>
                      <a:pt x="28996" y="14825"/>
                      <a:pt x="50191" y="6973"/>
                      <a:pt x="61109" y="6973"/>
                    </a:cubicBezTo>
                    <a:cubicBezTo>
                      <a:pt x="67210" y="6973"/>
                      <a:pt x="78449" y="9800"/>
                      <a:pt x="78449" y="28017"/>
                    </a:cubicBezTo>
                    <a:cubicBezTo>
                      <a:pt x="78449" y="37753"/>
                      <a:pt x="72990" y="58797"/>
                      <a:pt x="61109" y="102770"/>
                    </a:cubicBezTo>
                    <a:cubicBezTo>
                      <a:pt x="55971" y="122243"/>
                      <a:pt x="44732" y="135435"/>
                      <a:pt x="30602" y="135435"/>
                    </a:cubicBezTo>
                    <a:cubicBezTo>
                      <a:pt x="28675" y="135435"/>
                      <a:pt x="21290" y="135435"/>
                      <a:pt x="14546" y="131352"/>
                    </a:cubicBezTo>
                    <a:cubicBezTo>
                      <a:pt x="22574" y="129782"/>
                      <a:pt x="29639" y="123186"/>
                      <a:pt x="29639" y="114391"/>
                    </a:cubicBezTo>
                    <a:cubicBezTo>
                      <a:pt x="29639" y="105911"/>
                      <a:pt x="22574" y="103398"/>
                      <a:pt x="17757" y="103398"/>
                    </a:cubicBezTo>
                    <a:cubicBezTo>
                      <a:pt x="8123" y="103398"/>
                      <a:pt x="95" y="111564"/>
                      <a:pt x="95" y="121615"/>
                    </a:cubicBezTo>
                    <a:cubicBezTo>
                      <a:pt x="95" y="136063"/>
                      <a:pt x="16152" y="142345"/>
                      <a:pt x="30281" y="142345"/>
                    </a:cubicBezTo>
                    <a:cubicBezTo>
                      <a:pt x="51475" y="142345"/>
                      <a:pt x="63036" y="120359"/>
                      <a:pt x="63999" y="118474"/>
                    </a:cubicBezTo>
                    <a:cubicBezTo>
                      <a:pt x="67852" y="130096"/>
                      <a:pt x="79413" y="142345"/>
                      <a:pt x="98680" y="142345"/>
                    </a:cubicBezTo>
                    <a:cubicBezTo>
                      <a:pt x="131756" y="142345"/>
                      <a:pt x="150060" y="101828"/>
                      <a:pt x="150060" y="93975"/>
                    </a:cubicBezTo>
                    <a:cubicBezTo>
                      <a:pt x="150060" y="90835"/>
                      <a:pt x="147170" y="90835"/>
                      <a:pt x="146206" y="90835"/>
                    </a:cubicBezTo>
                    <a:cubicBezTo>
                      <a:pt x="143316" y="90835"/>
                      <a:pt x="142674" y="92091"/>
                      <a:pt x="142032" y="94290"/>
                    </a:cubicBezTo>
                    <a:cubicBezTo>
                      <a:pt x="131435" y="127897"/>
                      <a:pt x="109598" y="135435"/>
                      <a:pt x="99322" y="135435"/>
                    </a:cubicBezTo>
                    <a:cubicBezTo>
                      <a:pt x="86799" y="135435"/>
                      <a:pt x="81661" y="125384"/>
                      <a:pt x="81661" y="114705"/>
                    </a:cubicBezTo>
                    <a:cubicBezTo>
                      <a:pt x="81661" y="107795"/>
                      <a:pt x="83587" y="100885"/>
                      <a:pt x="87120" y="87065"/>
                    </a:cubicBezTo>
                    <a:lnTo>
                      <a:pt x="98038"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5" name="Freeform: Shape 184">
                <a:extLst>
                  <a:ext uri="{FF2B5EF4-FFF2-40B4-BE49-F238E27FC236}">
                    <a16:creationId xmlns:a16="http://schemas.microsoft.com/office/drawing/2014/main" id="{A532E4B6-0D0C-EC01-CF0C-A61C2FC24C44}"/>
                  </a:ext>
                </a:extLst>
              </p:cNvPr>
              <p:cNvSpPr/>
              <p:nvPr>
                <p:custDataLst>
                  <p:tags r:id="rId11"/>
                </p:custDataLst>
              </p:nvPr>
            </p:nvSpPr>
            <p:spPr>
              <a:xfrm>
                <a:off x="5014366" y="5996883"/>
                <a:ext cx="43993" cy="314089"/>
              </a:xfrm>
              <a:custGeom>
                <a:avLst/>
                <a:gdLst>
                  <a:gd name="connsiteX0" fmla="*/ 44095 w 43993"/>
                  <a:gd name="connsiteY0" fmla="*/ 63 h 314089"/>
                  <a:gd name="connsiteX1" fmla="*/ 101 w 43993"/>
                  <a:gd name="connsiteY1" fmla="*/ 63 h 314089"/>
                  <a:gd name="connsiteX2" fmla="*/ 101 w 43993"/>
                  <a:gd name="connsiteY2" fmla="*/ 12626 h 314089"/>
                  <a:gd name="connsiteX3" fmla="*/ 31250 w 43993"/>
                  <a:gd name="connsiteY3" fmla="*/ 12626 h 314089"/>
                  <a:gd name="connsiteX4" fmla="*/ 31250 w 43993"/>
                  <a:gd name="connsiteY4" fmla="*/ 301588 h 314089"/>
                  <a:gd name="connsiteX5" fmla="*/ 101 w 43993"/>
                  <a:gd name="connsiteY5" fmla="*/ 301588 h 314089"/>
                  <a:gd name="connsiteX6" fmla="*/ 101 w 43993"/>
                  <a:gd name="connsiteY6" fmla="*/ 314152 h 314089"/>
                  <a:gd name="connsiteX7" fmla="*/ 44095 w 43993"/>
                  <a:gd name="connsiteY7" fmla="*/ 314152 h 314089"/>
                  <a:gd name="connsiteX8" fmla="*/ 44095 w 43993"/>
                  <a:gd name="connsiteY8" fmla="*/ 63 h 31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93" h="314089">
                    <a:moveTo>
                      <a:pt x="44095" y="63"/>
                    </a:moveTo>
                    <a:lnTo>
                      <a:pt x="101" y="63"/>
                    </a:lnTo>
                    <a:lnTo>
                      <a:pt x="101" y="12626"/>
                    </a:lnTo>
                    <a:lnTo>
                      <a:pt x="31250" y="12626"/>
                    </a:lnTo>
                    <a:lnTo>
                      <a:pt x="31250" y="301588"/>
                    </a:lnTo>
                    <a:lnTo>
                      <a:pt x="101" y="301588"/>
                    </a:lnTo>
                    <a:lnTo>
                      <a:pt x="101" y="314152"/>
                    </a:lnTo>
                    <a:lnTo>
                      <a:pt x="44095" y="314152"/>
                    </a:lnTo>
                    <a:lnTo>
                      <a:pt x="44095"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86" name="Freeform: Shape 185">
                <a:extLst>
                  <a:ext uri="{FF2B5EF4-FFF2-40B4-BE49-F238E27FC236}">
                    <a16:creationId xmlns:a16="http://schemas.microsoft.com/office/drawing/2014/main" id="{B540354E-DB83-F3A4-C44E-C7C4D3CE9A57}"/>
                  </a:ext>
                </a:extLst>
              </p:cNvPr>
              <p:cNvSpPr/>
              <p:nvPr>
                <p:custDataLst>
                  <p:tags r:id="rId12"/>
                </p:custDataLst>
              </p:nvPr>
            </p:nvSpPr>
            <p:spPr>
              <a:xfrm>
                <a:off x="5203684" y="6117180"/>
                <a:ext cx="213546" cy="73496"/>
              </a:xfrm>
              <a:custGeom>
                <a:avLst/>
                <a:gdLst>
                  <a:gd name="connsiteX0" fmla="*/ 202735 w 213546"/>
                  <a:gd name="connsiteY0" fmla="*/ 12626 h 73496"/>
                  <a:gd name="connsiteX1" fmla="*/ 213653 w 213546"/>
                  <a:gd name="connsiteY1" fmla="*/ 6345 h 73496"/>
                  <a:gd name="connsiteX2" fmla="*/ 203056 w 213546"/>
                  <a:gd name="connsiteY2" fmla="*/ 63 h 73496"/>
                  <a:gd name="connsiteX3" fmla="*/ 10704 w 213546"/>
                  <a:gd name="connsiteY3" fmla="*/ 63 h 73496"/>
                  <a:gd name="connsiteX4" fmla="*/ 107 w 213546"/>
                  <a:gd name="connsiteY4" fmla="*/ 6345 h 73496"/>
                  <a:gd name="connsiteX5" fmla="*/ 11025 w 213546"/>
                  <a:gd name="connsiteY5" fmla="*/ 12626 h 73496"/>
                  <a:gd name="connsiteX6" fmla="*/ 202735 w 213546"/>
                  <a:gd name="connsiteY6" fmla="*/ 12626 h 73496"/>
                  <a:gd name="connsiteX7" fmla="*/ 203056 w 213546"/>
                  <a:gd name="connsiteY7" fmla="*/ 73560 h 73496"/>
                  <a:gd name="connsiteX8" fmla="*/ 213653 w 213546"/>
                  <a:gd name="connsiteY8" fmla="*/ 67278 h 73496"/>
                  <a:gd name="connsiteX9" fmla="*/ 202735 w 213546"/>
                  <a:gd name="connsiteY9" fmla="*/ 60996 h 73496"/>
                  <a:gd name="connsiteX10" fmla="*/ 11025 w 213546"/>
                  <a:gd name="connsiteY10" fmla="*/ 60996 h 73496"/>
                  <a:gd name="connsiteX11" fmla="*/ 107 w 213546"/>
                  <a:gd name="connsiteY11" fmla="*/ 67278 h 73496"/>
                  <a:gd name="connsiteX12" fmla="*/ 10704 w 213546"/>
                  <a:gd name="connsiteY12" fmla="*/ 73560 h 73496"/>
                  <a:gd name="connsiteX13" fmla="*/ 203056 w 213546"/>
                  <a:gd name="connsiteY13" fmla="*/ 73560 h 7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546" h="73496">
                    <a:moveTo>
                      <a:pt x="202735" y="12626"/>
                    </a:moveTo>
                    <a:cubicBezTo>
                      <a:pt x="207552" y="12626"/>
                      <a:pt x="213653" y="12626"/>
                      <a:pt x="213653" y="6345"/>
                    </a:cubicBezTo>
                    <a:cubicBezTo>
                      <a:pt x="213653" y="63"/>
                      <a:pt x="207552" y="63"/>
                      <a:pt x="203056" y="63"/>
                    </a:cubicBezTo>
                    <a:lnTo>
                      <a:pt x="10704" y="63"/>
                    </a:lnTo>
                    <a:cubicBezTo>
                      <a:pt x="6208" y="63"/>
                      <a:pt x="107" y="63"/>
                      <a:pt x="107" y="6345"/>
                    </a:cubicBezTo>
                    <a:cubicBezTo>
                      <a:pt x="107" y="12626"/>
                      <a:pt x="6208" y="12626"/>
                      <a:pt x="11025" y="12626"/>
                    </a:cubicBezTo>
                    <a:lnTo>
                      <a:pt x="202735" y="12626"/>
                    </a:lnTo>
                    <a:close/>
                    <a:moveTo>
                      <a:pt x="203056" y="73560"/>
                    </a:moveTo>
                    <a:cubicBezTo>
                      <a:pt x="207552" y="73560"/>
                      <a:pt x="213653" y="73560"/>
                      <a:pt x="213653" y="67278"/>
                    </a:cubicBezTo>
                    <a:cubicBezTo>
                      <a:pt x="213653" y="60996"/>
                      <a:pt x="207552" y="60996"/>
                      <a:pt x="202735" y="60996"/>
                    </a:cubicBezTo>
                    <a:lnTo>
                      <a:pt x="11025" y="60996"/>
                    </a:lnTo>
                    <a:cubicBezTo>
                      <a:pt x="6208" y="60996"/>
                      <a:pt x="107" y="60996"/>
                      <a:pt x="107" y="67278"/>
                    </a:cubicBezTo>
                    <a:cubicBezTo>
                      <a:pt x="107" y="73560"/>
                      <a:pt x="6208" y="73560"/>
                      <a:pt x="10704" y="73560"/>
                    </a:cubicBezTo>
                    <a:lnTo>
                      <a:pt x="203056" y="7356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7" name="Freeform: Shape 196">
                <a:extLst>
                  <a:ext uri="{FF2B5EF4-FFF2-40B4-BE49-F238E27FC236}">
                    <a16:creationId xmlns:a16="http://schemas.microsoft.com/office/drawing/2014/main" id="{B2504B71-3854-5733-999B-6DED00EECA56}"/>
                  </a:ext>
                </a:extLst>
              </p:cNvPr>
              <p:cNvSpPr/>
              <p:nvPr>
                <p:custDataLst>
                  <p:tags r:id="rId13"/>
                </p:custDataLst>
              </p:nvPr>
            </p:nvSpPr>
            <p:spPr>
              <a:xfrm>
                <a:off x="5534256" y="6010703"/>
                <a:ext cx="175052" cy="282680"/>
              </a:xfrm>
              <a:custGeom>
                <a:avLst/>
                <a:gdLst>
                  <a:gd name="connsiteX0" fmla="*/ 175170 w 175052"/>
                  <a:gd name="connsiteY0" fmla="*/ 43093 h 282680"/>
                  <a:gd name="connsiteX1" fmla="*/ 131497 w 175052"/>
                  <a:gd name="connsiteY1" fmla="*/ 63 h 282680"/>
                  <a:gd name="connsiteX2" fmla="*/ 92641 w 175052"/>
                  <a:gd name="connsiteY2" fmla="*/ 13255 h 282680"/>
                  <a:gd name="connsiteX3" fmla="*/ 51216 w 175052"/>
                  <a:gd name="connsiteY3" fmla="*/ 80155 h 282680"/>
                  <a:gd name="connsiteX4" fmla="*/ 158 w 175052"/>
                  <a:gd name="connsiteY4" fmla="*/ 279602 h 282680"/>
                  <a:gd name="connsiteX5" fmla="*/ 4011 w 175052"/>
                  <a:gd name="connsiteY5" fmla="*/ 282743 h 282680"/>
                  <a:gd name="connsiteX6" fmla="*/ 7865 w 175052"/>
                  <a:gd name="connsiteY6" fmla="*/ 281173 h 282680"/>
                  <a:gd name="connsiteX7" fmla="*/ 30343 w 175052"/>
                  <a:gd name="connsiteY7" fmla="*/ 194484 h 282680"/>
                  <a:gd name="connsiteX8" fmla="*/ 74016 w 175052"/>
                  <a:gd name="connsiteY8" fmla="*/ 224951 h 282680"/>
                  <a:gd name="connsiteX9" fmla="*/ 135993 w 175052"/>
                  <a:gd name="connsiteY9" fmla="*/ 200138 h 282680"/>
                  <a:gd name="connsiteX10" fmla="*/ 161683 w 175052"/>
                  <a:gd name="connsiteY10" fmla="*/ 142345 h 282680"/>
                  <a:gd name="connsiteX11" fmla="*/ 138241 w 175052"/>
                  <a:gd name="connsiteY11" fmla="*/ 95546 h 282680"/>
                  <a:gd name="connsiteX12" fmla="*/ 175170 w 175052"/>
                  <a:gd name="connsiteY12" fmla="*/ 43093 h 282680"/>
                  <a:gd name="connsiteX13" fmla="*/ 117368 w 175052"/>
                  <a:gd name="connsiteY13" fmla="*/ 95232 h 282680"/>
                  <a:gd name="connsiteX14" fmla="*/ 101954 w 175052"/>
                  <a:gd name="connsiteY14" fmla="*/ 97430 h 282680"/>
                  <a:gd name="connsiteX15" fmla="*/ 87824 w 175052"/>
                  <a:gd name="connsiteY15" fmla="*/ 96174 h 282680"/>
                  <a:gd name="connsiteX16" fmla="*/ 103559 w 175052"/>
                  <a:gd name="connsiteY16" fmla="*/ 93661 h 282680"/>
                  <a:gd name="connsiteX17" fmla="*/ 117368 w 175052"/>
                  <a:gd name="connsiteY17" fmla="*/ 95232 h 282680"/>
                  <a:gd name="connsiteX18" fmla="*/ 157187 w 175052"/>
                  <a:gd name="connsiteY18" fmla="*/ 35869 h 282680"/>
                  <a:gd name="connsiteX19" fmla="*/ 128286 w 175052"/>
                  <a:gd name="connsiteY19" fmla="*/ 90206 h 282680"/>
                  <a:gd name="connsiteX20" fmla="*/ 103559 w 175052"/>
                  <a:gd name="connsiteY20" fmla="*/ 86437 h 282680"/>
                  <a:gd name="connsiteX21" fmla="*/ 78833 w 175052"/>
                  <a:gd name="connsiteY21" fmla="*/ 96488 h 282680"/>
                  <a:gd name="connsiteX22" fmla="*/ 100991 w 175052"/>
                  <a:gd name="connsiteY22" fmla="*/ 104340 h 282680"/>
                  <a:gd name="connsiteX23" fmla="*/ 127323 w 175052"/>
                  <a:gd name="connsiteY23" fmla="*/ 100257 h 282680"/>
                  <a:gd name="connsiteX24" fmla="*/ 141452 w 175052"/>
                  <a:gd name="connsiteY24" fmla="*/ 135749 h 282680"/>
                  <a:gd name="connsiteX25" fmla="*/ 125396 w 175052"/>
                  <a:gd name="connsiteY25" fmla="*/ 189773 h 282680"/>
                  <a:gd name="connsiteX26" fmla="*/ 73053 w 175052"/>
                  <a:gd name="connsiteY26" fmla="*/ 218041 h 282680"/>
                  <a:gd name="connsiteX27" fmla="*/ 36445 w 175052"/>
                  <a:gd name="connsiteY27" fmla="*/ 177523 h 282680"/>
                  <a:gd name="connsiteX28" fmla="*/ 38050 w 175052"/>
                  <a:gd name="connsiteY28" fmla="*/ 163703 h 282680"/>
                  <a:gd name="connsiteX29" fmla="*/ 58602 w 175052"/>
                  <a:gd name="connsiteY29" fmla="*/ 84239 h 282680"/>
                  <a:gd name="connsiteX30" fmla="*/ 127323 w 175052"/>
                  <a:gd name="connsiteY30" fmla="*/ 7287 h 282680"/>
                  <a:gd name="connsiteX31" fmla="*/ 157187 w 17505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052" h="282680">
                    <a:moveTo>
                      <a:pt x="175170" y="43093"/>
                    </a:moveTo>
                    <a:cubicBezTo>
                      <a:pt x="175170" y="19536"/>
                      <a:pt x="157508" y="63"/>
                      <a:pt x="131497" y="63"/>
                    </a:cubicBezTo>
                    <a:cubicBezTo>
                      <a:pt x="112872" y="63"/>
                      <a:pt x="103881" y="5088"/>
                      <a:pt x="92641" y="13255"/>
                    </a:cubicBezTo>
                    <a:cubicBezTo>
                      <a:pt x="74980" y="25818"/>
                      <a:pt x="57318" y="56285"/>
                      <a:pt x="51216" y="80155"/>
                    </a:cubicBezTo>
                    <a:lnTo>
                      <a:pt x="158" y="279602"/>
                    </a:lnTo>
                    <a:cubicBezTo>
                      <a:pt x="-163" y="280858"/>
                      <a:pt x="1442" y="282743"/>
                      <a:pt x="4011" y="282743"/>
                    </a:cubicBezTo>
                    <a:cubicBezTo>
                      <a:pt x="6580" y="282743"/>
                      <a:pt x="7544" y="282115"/>
                      <a:pt x="7865" y="281173"/>
                    </a:cubicBezTo>
                    <a:lnTo>
                      <a:pt x="30343" y="194484"/>
                    </a:lnTo>
                    <a:cubicBezTo>
                      <a:pt x="36445" y="213329"/>
                      <a:pt x="50574" y="224951"/>
                      <a:pt x="74016" y="224951"/>
                    </a:cubicBezTo>
                    <a:cubicBezTo>
                      <a:pt x="97458" y="224951"/>
                      <a:pt x="121542" y="213958"/>
                      <a:pt x="135993" y="200138"/>
                    </a:cubicBezTo>
                    <a:cubicBezTo>
                      <a:pt x="151407" y="185689"/>
                      <a:pt x="161683" y="165588"/>
                      <a:pt x="161683" y="142345"/>
                    </a:cubicBezTo>
                    <a:cubicBezTo>
                      <a:pt x="161683" y="119731"/>
                      <a:pt x="149801" y="103398"/>
                      <a:pt x="138241" y="95546"/>
                    </a:cubicBezTo>
                    <a:cubicBezTo>
                      <a:pt x="156866" y="85181"/>
                      <a:pt x="175170" y="65707"/>
                      <a:pt x="175170" y="43093"/>
                    </a:cubicBezTo>
                    <a:close/>
                    <a:moveTo>
                      <a:pt x="117368" y="95232"/>
                    </a:moveTo>
                    <a:cubicBezTo>
                      <a:pt x="113193" y="96802"/>
                      <a:pt x="109661" y="97430"/>
                      <a:pt x="101954" y="97430"/>
                    </a:cubicBezTo>
                    <a:cubicBezTo>
                      <a:pt x="97458" y="97430"/>
                      <a:pt x="91036" y="97745"/>
                      <a:pt x="87824" y="96174"/>
                    </a:cubicBezTo>
                    <a:cubicBezTo>
                      <a:pt x="88467" y="93033"/>
                      <a:pt x="100027" y="93661"/>
                      <a:pt x="103559" y="93661"/>
                    </a:cubicBezTo>
                    <a:cubicBezTo>
                      <a:pt x="110303" y="93661"/>
                      <a:pt x="113193" y="93661"/>
                      <a:pt x="117368" y="95232"/>
                    </a:cubicBezTo>
                    <a:close/>
                    <a:moveTo>
                      <a:pt x="157187" y="35869"/>
                    </a:moveTo>
                    <a:cubicBezTo>
                      <a:pt x="157187" y="57855"/>
                      <a:pt x="144984" y="80470"/>
                      <a:pt x="128286" y="90206"/>
                    </a:cubicBezTo>
                    <a:cubicBezTo>
                      <a:pt x="119616" y="87065"/>
                      <a:pt x="113193" y="86437"/>
                      <a:pt x="103559" y="86437"/>
                    </a:cubicBezTo>
                    <a:cubicBezTo>
                      <a:pt x="96816" y="86437"/>
                      <a:pt x="78833" y="86123"/>
                      <a:pt x="78833" y="96488"/>
                    </a:cubicBezTo>
                    <a:cubicBezTo>
                      <a:pt x="78512" y="105283"/>
                      <a:pt x="95210" y="104340"/>
                      <a:pt x="100991" y="104340"/>
                    </a:cubicBezTo>
                    <a:cubicBezTo>
                      <a:pt x="112872" y="104340"/>
                      <a:pt x="117689" y="104026"/>
                      <a:pt x="127323" y="100257"/>
                    </a:cubicBezTo>
                    <a:cubicBezTo>
                      <a:pt x="139525" y="111564"/>
                      <a:pt x="141131" y="121301"/>
                      <a:pt x="141452" y="135749"/>
                    </a:cubicBezTo>
                    <a:cubicBezTo>
                      <a:pt x="142094" y="153966"/>
                      <a:pt x="134387" y="177523"/>
                      <a:pt x="125396" y="189773"/>
                    </a:cubicBezTo>
                    <a:cubicBezTo>
                      <a:pt x="112872" y="206733"/>
                      <a:pt x="91357" y="218041"/>
                      <a:pt x="73053" y="218041"/>
                    </a:cubicBezTo>
                    <a:cubicBezTo>
                      <a:pt x="48647" y="218041"/>
                      <a:pt x="36445" y="199823"/>
                      <a:pt x="36445" y="177523"/>
                    </a:cubicBezTo>
                    <a:cubicBezTo>
                      <a:pt x="36445" y="174382"/>
                      <a:pt x="36445" y="169671"/>
                      <a:pt x="38050" y="163703"/>
                    </a:cubicBezTo>
                    <a:lnTo>
                      <a:pt x="58602" y="84239"/>
                    </a:lnTo>
                    <a:cubicBezTo>
                      <a:pt x="65667" y="57227"/>
                      <a:pt x="88788" y="7287"/>
                      <a:pt x="127323" y="7287"/>
                    </a:cubicBezTo>
                    <a:cubicBezTo>
                      <a:pt x="145948" y="7287"/>
                      <a:pt x="157187" y="17024"/>
                      <a:pt x="157187"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199" name="Freeform: Shape 198">
                <a:extLst>
                  <a:ext uri="{FF2B5EF4-FFF2-40B4-BE49-F238E27FC236}">
                    <a16:creationId xmlns:a16="http://schemas.microsoft.com/office/drawing/2014/main" id="{E6BE295B-CB40-9E5A-EECF-829431F9B63E}"/>
                  </a:ext>
                </a:extLst>
              </p:cNvPr>
              <p:cNvSpPr/>
              <p:nvPr>
                <p:custDataLst>
                  <p:tags r:id="rId14"/>
                </p:custDataLst>
              </p:nvPr>
            </p:nvSpPr>
            <p:spPr>
              <a:xfrm>
                <a:off x="5717987" y="6133574"/>
                <a:ext cx="104300" cy="150385"/>
              </a:xfrm>
              <a:custGeom>
                <a:avLst/>
                <a:gdLst>
                  <a:gd name="connsiteX0" fmla="*/ 104424 w 104300"/>
                  <a:gd name="connsiteY0" fmla="*/ 75917 h 150385"/>
                  <a:gd name="connsiteX1" fmla="*/ 91161 w 104300"/>
                  <a:gd name="connsiteY1" fmla="*/ 18972 h 150385"/>
                  <a:gd name="connsiteX2" fmla="*/ 52273 w 104300"/>
                  <a:gd name="connsiteY2" fmla="*/ 64 h 150385"/>
                  <a:gd name="connsiteX3" fmla="*/ 123 w 104300"/>
                  <a:gd name="connsiteY3" fmla="*/ 75917 h 150385"/>
                  <a:gd name="connsiteX4" fmla="*/ 52273 w 104300"/>
                  <a:gd name="connsiteY4" fmla="*/ 150450 h 150385"/>
                  <a:gd name="connsiteX5" fmla="*/ 104424 w 104300"/>
                  <a:gd name="connsiteY5" fmla="*/ 75917 h 150385"/>
                  <a:gd name="connsiteX6" fmla="*/ 52273 w 104300"/>
                  <a:gd name="connsiteY6" fmla="*/ 144294 h 150385"/>
                  <a:gd name="connsiteX7" fmla="*/ 23725 w 104300"/>
                  <a:gd name="connsiteY7" fmla="*/ 120329 h 150385"/>
                  <a:gd name="connsiteX8" fmla="*/ 20578 w 104300"/>
                  <a:gd name="connsiteY8" fmla="*/ 73059 h 150385"/>
                  <a:gd name="connsiteX9" fmla="*/ 23950 w 104300"/>
                  <a:gd name="connsiteY9" fmla="*/ 28207 h 150385"/>
                  <a:gd name="connsiteX10" fmla="*/ 52273 w 104300"/>
                  <a:gd name="connsiteY10" fmla="*/ 6220 h 150385"/>
                  <a:gd name="connsiteX11" fmla="*/ 80147 w 104300"/>
                  <a:gd name="connsiteY11" fmla="*/ 26228 h 150385"/>
                  <a:gd name="connsiteX12" fmla="*/ 83968 w 104300"/>
                  <a:gd name="connsiteY12" fmla="*/ 73059 h 150385"/>
                  <a:gd name="connsiteX13" fmla="*/ 81046 w 104300"/>
                  <a:gd name="connsiteY13" fmla="*/ 119450 h 150385"/>
                  <a:gd name="connsiteX14" fmla="*/ 52273 w 104300"/>
                  <a:gd name="connsiteY14" fmla="*/ 144294 h 1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300" h="150385">
                    <a:moveTo>
                      <a:pt x="104424" y="75917"/>
                    </a:moveTo>
                    <a:cubicBezTo>
                      <a:pt x="104424" y="51732"/>
                      <a:pt x="101501" y="34363"/>
                      <a:pt x="91161" y="18972"/>
                    </a:cubicBezTo>
                    <a:cubicBezTo>
                      <a:pt x="84193" y="8859"/>
                      <a:pt x="70256" y="64"/>
                      <a:pt x="52273" y="64"/>
                    </a:cubicBezTo>
                    <a:cubicBezTo>
                      <a:pt x="123" y="64"/>
                      <a:pt x="123" y="60087"/>
                      <a:pt x="123" y="75917"/>
                    </a:cubicBezTo>
                    <a:cubicBezTo>
                      <a:pt x="123" y="91747"/>
                      <a:pt x="123" y="150450"/>
                      <a:pt x="52273" y="150450"/>
                    </a:cubicBezTo>
                    <a:cubicBezTo>
                      <a:pt x="104424" y="150450"/>
                      <a:pt x="104424" y="91747"/>
                      <a:pt x="104424" y="75917"/>
                    </a:cubicBezTo>
                    <a:close/>
                    <a:moveTo>
                      <a:pt x="52273" y="144294"/>
                    </a:moveTo>
                    <a:cubicBezTo>
                      <a:pt x="41933" y="144294"/>
                      <a:pt x="28221" y="138358"/>
                      <a:pt x="23725" y="120329"/>
                    </a:cubicBezTo>
                    <a:cubicBezTo>
                      <a:pt x="20578" y="107357"/>
                      <a:pt x="20578" y="89328"/>
                      <a:pt x="20578" y="73059"/>
                    </a:cubicBezTo>
                    <a:cubicBezTo>
                      <a:pt x="20578" y="57009"/>
                      <a:pt x="20578" y="40299"/>
                      <a:pt x="23950" y="28207"/>
                    </a:cubicBezTo>
                    <a:cubicBezTo>
                      <a:pt x="28671" y="10837"/>
                      <a:pt x="43057" y="6220"/>
                      <a:pt x="52273" y="6220"/>
                    </a:cubicBezTo>
                    <a:cubicBezTo>
                      <a:pt x="64412" y="6220"/>
                      <a:pt x="76101" y="13476"/>
                      <a:pt x="80147" y="26228"/>
                    </a:cubicBezTo>
                    <a:cubicBezTo>
                      <a:pt x="83743" y="38100"/>
                      <a:pt x="83968" y="53931"/>
                      <a:pt x="83968" y="73059"/>
                    </a:cubicBezTo>
                    <a:cubicBezTo>
                      <a:pt x="83968" y="89328"/>
                      <a:pt x="83968" y="105598"/>
                      <a:pt x="81046" y="119450"/>
                    </a:cubicBezTo>
                    <a:cubicBezTo>
                      <a:pt x="76550" y="139457"/>
                      <a:pt x="61265" y="144294"/>
                      <a:pt x="52273" y="14429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00" name="Freeform: Shape 199">
                <a:extLst>
                  <a:ext uri="{FF2B5EF4-FFF2-40B4-BE49-F238E27FC236}">
                    <a16:creationId xmlns:a16="http://schemas.microsoft.com/office/drawing/2014/main" id="{379D6428-D302-BF13-C2F5-A9F0D990B6D3}"/>
                  </a:ext>
                </a:extLst>
              </p:cNvPr>
              <p:cNvSpPr/>
              <p:nvPr>
                <p:custDataLst>
                  <p:tags r:id="rId15"/>
                </p:custDataLst>
              </p:nvPr>
            </p:nvSpPr>
            <p:spPr>
              <a:xfrm>
                <a:off x="5939700" y="6049336"/>
                <a:ext cx="213546" cy="209183"/>
              </a:xfrm>
              <a:custGeom>
                <a:avLst/>
                <a:gdLst>
                  <a:gd name="connsiteX0" fmla="*/ 113486 w 213546"/>
                  <a:gd name="connsiteY0" fmla="*/ 110936 h 209183"/>
                  <a:gd name="connsiteX1" fmla="*/ 203079 w 213546"/>
                  <a:gd name="connsiteY1" fmla="*/ 110936 h 209183"/>
                  <a:gd name="connsiteX2" fmla="*/ 213676 w 213546"/>
                  <a:gd name="connsiteY2" fmla="*/ 104654 h 209183"/>
                  <a:gd name="connsiteX3" fmla="*/ 203079 w 213546"/>
                  <a:gd name="connsiteY3" fmla="*/ 98373 h 209183"/>
                  <a:gd name="connsiteX4" fmla="*/ 113486 w 213546"/>
                  <a:gd name="connsiteY4" fmla="*/ 98373 h 209183"/>
                  <a:gd name="connsiteX5" fmla="*/ 113486 w 213546"/>
                  <a:gd name="connsiteY5" fmla="*/ 10428 h 209183"/>
                  <a:gd name="connsiteX6" fmla="*/ 107063 w 213546"/>
                  <a:gd name="connsiteY6" fmla="*/ 63 h 209183"/>
                  <a:gd name="connsiteX7" fmla="*/ 100641 w 213546"/>
                  <a:gd name="connsiteY7" fmla="*/ 10428 h 209183"/>
                  <a:gd name="connsiteX8" fmla="*/ 100641 w 213546"/>
                  <a:gd name="connsiteY8" fmla="*/ 98373 h 209183"/>
                  <a:gd name="connsiteX9" fmla="*/ 10727 w 213546"/>
                  <a:gd name="connsiteY9" fmla="*/ 98373 h 209183"/>
                  <a:gd name="connsiteX10" fmla="*/ 129 w 213546"/>
                  <a:gd name="connsiteY10" fmla="*/ 104654 h 209183"/>
                  <a:gd name="connsiteX11" fmla="*/ 10727 w 213546"/>
                  <a:gd name="connsiteY11" fmla="*/ 110936 h 209183"/>
                  <a:gd name="connsiteX12" fmla="*/ 100641 w 213546"/>
                  <a:gd name="connsiteY12" fmla="*/ 110936 h 209183"/>
                  <a:gd name="connsiteX13" fmla="*/ 100641 w 213546"/>
                  <a:gd name="connsiteY13" fmla="*/ 198881 h 209183"/>
                  <a:gd name="connsiteX14" fmla="*/ 107063 w 213546"/>
                  <a:gd name="connsiteY14" fmla="*/ 209246 h 209183"/>
                  <a:gd name="connsiteX15" fmla="*/ 113486 w 213546"/>
                  <a:gd name="connsiteY15" fmla="*/ 198881 h 209183"/>
                  <a:gd name="connsiteX16" fmla="*/ 113486 w 213546"/>
                  <a:gd name="connsiteY16" fmla="*/ 110936 h 20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546" h="209183">
                    <a:moveTo>
                      <a:pt x="113486" y="110936"/>
                    </a:moveTo>
                    <a:lnTo>
                      <a:pt x="203079" y="110936"/>
                    </a:lnTo>
                    <a:cubicBezTo>
                      <a:pt x="207575" y="110936"/>
                      <a:pt x="213676" y="110936"/>
                      <a:pt x="213676" y="104654"/>
                    </a:cubicBezTo>
                    <a:cubicBezTo>
                      <a:pt x="213676" y="98373"/>
                      <a:pt x="207575" y="98373"/>
                      <a:pt x="203079" y="98373"/>
                    </a:cubicBezTo>
                    <a:lnTo>
                      <a:pt x="113486" y="98373"/>
                    </a:lnTo>
                    <a:lnTo>
                      <a:pt x="113486" y="10428"/>
                    </a:lnTo>
                    <a:cubicBezTo>
                      <a:pt x="113486" y="6030"/>
                      <a:pt x="113486" y="63"/>
                      <a:pt x="107063" y="63"/>
                    </a:cubicBezTo>
                    <a:cubicBezTo>
                      <a:pt x="100641" y="63"/>
                      <a:pt x="100641" y="6030"/>
                      <a:pt x="100641" y="10428"/>
                    </a:cubicBezTo>
                    <a:lnTo>
                      <a:pt x="100641" y="98373"/>
                    </a:lnTo>
                    <a:lnTo>
                      <a:pt x="10727" y="98373"/>
                    </a:lnTo>
                    <a:cubicBezTo>
                      <a:pt x="6231" y="98373"/>
                      <a:pt x="129" y="98373"/>
                      <a:pt x="129" y="104654"/>
                    </a:cubicBezTo>
                    <a:cubicBezTo>
                      <a:pt x="129" y="110936"/>
                      <a:pt x="6231" y="110936"/>
                      <a:pt x="10727" y="110936"/>
                    </a:cubicBezTo>
                    <a:lnTo>
                      <a:pt x="100641" y="110936"/>
                    </a:lnTo>
                    <a:lnTo>
                      <a:pt x="100641" y="198881"/>
                    </a:lnTo>
                    <a:cubicBezTo>
                      <a:pt x="100641" y="203278"/>
                      <a:pt x="100641" y="209246"/>
                      <a:pt x="107063" y="209246"/>
                    </a:cubicBezTo>
                    <a:cubicBezTo>
                      <a:pt x="113486" y="209246"/>
                      <a:pt x="113486" y="203278"/>
                      <a:pt x="113486" y="198881"/>
                    </a:cubicBezTo>
                    <a:lnTo>
                      <a:pt x="113486" y="11093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01" name="Freeform: Shape 200">
                <a:extLst>
                  <a:ext uri="{FF2B5EF4-FFF2-40B4-BE49-F238E27FC236}">
                    <a16:creationId xmlns:a16="http://schemas.microsoft.com/office/drawing/2014/main" id="{C8AC769E-136B-3B6B-498B-740F75AA3C3C}"/>
                  </a:ext>
                </a:extLst>
              </p:cNvPr>
              <p:cNvSpPr/>
              <p:nvPr>
                <p:custDataLst>
                  <p:tags r:id="rId16"/>
                </p:custDataLst>
              </p:nvPr>
            </p:nvSpPr>
            <p:spPr>
              <a:xfrm>
                <a:off x="6252432" y="6010703"/>
                <a:ext cx="175052" cy="282680"/>
              </a:xfrm>
              <a:custGeom>
                <a:avLst/>
                <a:gdLst>
                  <a:gd name="connsiteX0" fmla="*/ 175192 w 175052"/>
                  <a:gd name="connsiteY0" fmla="*/ 43093 h 282680"/>
                  <a:gd name="connsiteX1" fmla="*/ 131519 w 175052"/>
                  <a:gd name="connsiteY1" fmla="*/ 63 h 282680"/>
                  <a:gd name="connsiteX2" fmla="*/ 92664 w 175052"/>
                  <a:gd name="connsiteY2" fmla="*/ 13255 h 282680"/>
                  <a:gd name="connsiteX3" fmla="*/ 51239 w 175052"/>
                  <a:gd name="connsiteY3" fmla="*/ 80155 h 282680"/>
                  <a:gd name="connsiteX4" fmla="*/ 180 w 175052"/>
                  <a:gd name="connsiteY4" fmla="*/ 279602 h 282680"/>
                  <a:gd name="connsiteX5" fmla="*/ 4034 w 175052"/>
                  <a:gd name="connsiteY5" fmla="*/ 282743 h 282680"/>
                  <a:gd name="connsiteX6" fmla="*/ 7887 w 175052"/>
                  <a:gd name="connsiteY6" fmla="*/ 281173 h 282680"/>
                  <a:gd name="connsiteX7" fmla="*/ 30366 w 175052"/>
                  <a:gd name="connsiteY7" fmla="*/ 194484 h 282680"/>
                  <a:gd name="connsiteX8" fmla="*/ 74038 w 175052"/>
                  <a:gd name="connsiteY8" fmla="*/ 224951 h 282680"/>
                  <a:gd name="connsiteX9" fmla="*/ 136015 w 175052"/>
                  <a:gd name="connsiteY9" fmla="*/ 200138 h 282680"/>
                  <a:gd name="connsiteX10" fmla="*/ 161705 w 175052"/>
                  <a:gd name="connsiteY10" fmla="*/ 142345 h 282680"/>
                  <a:gd name="connsiteX11" fmla="*/ 138263 w 175052"/>
                  <a:gd name="connsiteY11" fmla="*/ 95546 h 282680"/>
                  <a:gd name="connsiteX12" fmla="*/ 175192 w 175052"/>
                  <a:gd name="connsiteY12" fmla="*/ 43093 h 282680"/>
                  <a:gd name="connsiteX13" fmla="*/ 117390 w 175052"/>
                  <a:gd name="connsiteY13" fmla="*/ 95232 h 282680"/>
                  <a:gd name="connsiteX14" fmla="*/ 101976 w 175052"/>
                  <a:gd name="connsiteY14" fmla="*/ 97430 h 282680"/>
                  <a:gd name="connsiteX15" fmla="*/ 87847 w 175052"/>
                  <a:gd name="connsiteY15" fmla="*/ 96174 h 282680"/>
                  <a:gd name="connsiteX16" fmla="*/ 103582 w 175052"/>
                  <a:gd name="connsiteY16" fmla="*/ 93661 h 282680"/>
                  <a:gd name="connsiteX17" fmla="*/ 117390 w 175052"/>
                  <a:gd name="connsiteY17" fmla="*/ 95232 h 282680"/>
                  <a:gd name="connsiteX18" fmla="*/ 157209 w 175052"/>
                  <a:gd name="connsiteY18" fmla="*/ 35869 h 282680"/>
                  <a:gd name="connsiteX19" fmla="*/ 128308 w 175052"/>
                  <a:gd name="connsiteY19" fmla="*/ 90206 h 282680"/>
                  <a:gd name="connsiteX20" fmla="*/ 103582 w 175052"/>
                  <a:gd name="connsiteY20" fmla="*/ 86437 h 282680"/>
                  <a:gd name="connsiteX21" fmla="*/ 78855 w 175052"/>
                  <a:gd name="connsiteY21" fmla="*/ 96488 h 282680"/>
                  <a:gd name="connsiteX22" fmla="*/ 101013 w 175052"/>
                  <a:gd name="connsiteY22" fmla="*/ 104340 h 282680"/>
                  <a:gd name="connsiteX23" fmla="*/ 127345 w 175052"/>
                  <a:gd name="connsiteY23" fmla="*/ 100257 h 282680"/>
                  <a:gd name="connsiteX24" fmla="*/ 141474 w 175052"/>
                  <a:gd name="connsiteY24" fmla="*/ 135749 h 282680"/>
                  <a:gd name="connsiteX25" fmla="*/ 125418 w 175052"/>
                  <a:gd name="connsiteY25" fmla="*/ 189773 h 282680"/>
                  <a:gd name="connsiteX26" fmla="*/ 73075 w 175052"/>
                  <a:gd name="connsiteY26" fmla="*/ 218041 h 282680"/>
                  <a:gd name="connsiteX27" fmla="*/ 36467 w 175052"/>
                  <a:gd name="connsiteY27" fmla="*/ 177523 h 282680"/>
                  <a:gd name="connsiteX28" fmla="*/ 38073 w 175052"/>
                  <a:gd name="connsiteY28" fmla="*/ 163703 h 282680"/>
                  <a:gd name="connsiteX29" fmla="*/ 58625 w 175052"/>
                  <a:gd name="connsiteY29" fmla="*/ 84239 h 282680"/>
                  <a:gd name="connsiteX30" fmla="*/ 127345 w 175052"/>
                  <a:gd name="connsiteY30" fmla="*/ 7287 h 282680"/>
                  <a:gd name="connsiteX31" fmla="*/ 157209 w 175052"/>
                  <a:gd name="connsiteY31" fmla="*/ 35869 h 2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052" h="282680">
                    <a:moveTo>
                      <a:pt x="175192" y="43093"/>
                    </a:moveTo>
                    <a:cubicBezTo>
                      <a:pt x="175192" y="19536"/>
                      <a:pt x="157530" y="63"/>
                      <a:pt x="131519" y="63"/>
                    </a:cubicBezTo>
                    <a:cubicBezTo>
                      <a:pt x="112894" y="63"/>
                      <a:pt x="103903" y="5088"/>
                      <a:pt x="92664" y="13255"/>
                    </a:cubicBezTo>
                    <a:cubicBezTo>
                      <a:pt x="75002" y="25818"/>
                      <a:pt x="57340" y="56285"/>
                      <a:pt x="51239" y="80155"/>
                    </a:cubicBezTo>
                    <a:lnTo>
                      <a:pt x="180" y="279602"/>
                    </a:lnTo>
                    <a:cubicBezTo>
                      <a:pt x="-141" y="280858"/>
                      <a:pt x="1465" y="282743"/>
                      <a:pt x="4034" y="282743"/>
                    </a:cubicBezTo>
                    <a:cubicBezTo>
                      <a:pt x="6603" y="282743"/>
                      <a:pt x="7566" y="282115"/>
                      <a:pt x="7887" y="281173"/>
                    </a:cubicBezTo>
                    <a:lnTo>
                      <a:pt x="30366" y="194484"/>
                    </a:lnTo>
                    <a:cubicBezTo>
                      <a:pt x="36467" y="213329"/>
                      <a:pt x="50596" y="224951"/>
                      <a:pt x="74038" y="224951"/>
                    </a:cubicBezTo>
                    <a:cubicBezTo>
                      <a:pt x="97480" y="224951"/>
                      <a:pt x="121565" y="213958"/>
                      <a:pt x="136015" y="200138"/>
                    </a:cubicBezTo>
                    <a:cubicBezTo>
                      <a:pt x="151429" y="185689"/>
                      <a:pt x="161705" y="165588"/>
                      <a:pt x="161705" y="142345"/>
                    </a:cubicBezTo>
                    <a:cubicBezTo>
                      <a:pt x="161705" y="119731"/>
                      <a:pt x="149823" y="103398"/>
                      <a:pt x="138263" y="95546"/>
                    </a:cubicBezTo>
                    <a:cubicBezTo>
                      <a:pt x="156888" y="85181"/>
                      <a:pt x="175192" y="65707"/>
                      <a:pt x="175192" y="43093"/>
                    </a:cubicBezTo>
                    <a:close/>
                    <a:moveTo>
                      <a:pt x="117390" y="95232"/>
                    </a:moveTo>
                    <a:cubicBezTo>
                      <a:pt x="113215" y="96802"/>
                      <a:pt x="109683" y="97430"/>
                      <a:pt x="101976" y="97430"/>
                    </a:cubicBezTo>
                    <a:cubicBezTo>
                      <a:pt x="97480" y="97430"/>
                      <a:pt x="91058" y="97745"/>
                      <a:pt x="87847" y="96174"/>
                    </a:cubicBezTo>
                    <a:cubicBezTo>
                      <a:pt x="88489" y="93033"/>
                      <a:pt x="100049" y="93661"/>
                      <a:pt x="103582" y="93661"/>
                    </a:cubicBezTo>
                    <a:cubicBezTo>
                      <a:pt x="110325" y="93661"/>
                      <a:pt x="113215" y="93661"/>
                      <a:pt x="117390" y="95232"/>
                    </a:cubicBezTo>
                    <a:close/>
                    <a:moveTo>
                      <a:pt x="157209" y="35869"/>
                    </a:moveTo>
                    <a:cubicBezTo>
                      <a:pt x="157209" y="57855"/>
                      <a:pt x="145007" y="80470"/>
                      <a:pt x="128308" y="90206"/>
                    </a:cubicBezTo>
                    <a:cubicBezTo>
                      <a:pt x="119638" y="87065"/>
                      <a:pt x="113215" y="86437"/>
                      <a:pt x="103582" y="86437"/>
                    </a:cubicBezTo>
                    <a:cubicBezTo>
                      <a:pt x="96838" y="86437"/>
                      <a:pt x="78855" y="86123"/>
                      <a:pt x="78855" y="96488"/>
                    </a:cubicBezTo>
                    <a:cubicBezTo>
                      <a:pt x="78534" y="105283"/>
                      <a:pt x="95233" y="104340"/>
                      <a:pt x="101013" y="104340"/>
                    </a:cubicBezTo>
                    <a:cubicBezTo>
                      <a:pt x="112894" y="104340"/>
                      <a:pt x="117711" y="104026"/>
                      <a:pt x="127345" y="100257"/>
                    </a:cubicBezTo>
                    <a:cubicBezTo>
                      <a:pt x="139548" y="111564"/>
                      <a:pt x="141153" y="121301"/>
                      <a:pt x="141474" y="135749"/>
                    </a:cubicBezTo>
                    <a:cubicBezTo>
                      <a:pt x="142117" y="153966"/>
                      <a:pt x="134410" y="177523"/>
                      <a:pt x="125418" y="189773"/>
                    </a:cubicBezTo>
                    <a:cubicBezTo>
                      <a:pt x="112894" y="206733"/>
                      <a:pt x="91379" y="218041"/>
                      <a:pt x="73075" y="218041"/>
                    </a:cubicBezTo>
                    <a:cubicBezTo>
                      <a:pt x="48670" y="218041"/>
                      <a:pt x="36467" y="199823"/>
                      <a:pt x="36467" y="177523"/>
                    </a:cubicBezTo>
                    <a:cubicBezTo>
                      <a:pt x="36467" y="174382"/>
                      <a:pt x="36467" y="169671"/>
                      <a:pt x="38073" y="163703"/>
                    </a:cubicBezTo>
                    <a:lnTo>
                      <a:pt x="58625" y="84239"/>
                    </a:lnTo>
                    <a:cubicBezTo>
                      <a:pt x="65689" y="57227"/>
                      <a:pt x="88810" y="7287"/>
                      <a:pt x="127345" y="7287"/>
                    </a:cubicBezTo>
                    <a:cubicBezTo>
                      <a:pt x="145970" y="7287"/>
                      <a:pt x="157209" y="17024"/>
                      <a:pt x="157209" y="3586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02" name="Freeform: Shape 201">
                <a:extLst>
                  <a:ext uri="{FF2B5EF4-FFF2-40B4-BE49-F238E27FC236}">
                    <a16:creationId xmlns:a16="http://schemas.microsoft.com/office/drawing/2014/main" id="{8ABEAA0C-5936-57D4-B659-80BC3027DD75}"/>
                  </a:ext>
                </a:extLst>
              </p:cNvPr>
              <p:cNvSpPr/>
              <p:nvPr>
                <p:custDataLst>
                  <p:tags r:id="rId17"/>
                </p:custDataLst>
              </p:nvPr>
            </p:nvSpPr>
            <p:spPr>
              <a:xfrm>
                <a:off x="6448976" y="6133574"/>
                <a:ext cx="81822" cy="145988"/>
              </a:xfrm>
              <a:custGeom>
                <a:avLst/>
                <a:gdLst>
                  <a:gd name="connsiteX0" fmla="*/ 50947 w 81822"/>
                  <a:gd name="connsiteY0" fmla="*/ 6220 h 145988"/>
                  <a:gd name="connsiteX1" fmla="*/ 44203 w 81822"/>
                  <a:gd name="connsiteY1" fmla="*/ 64 h 145988"/>
                  <a:gd name="connsiteX2" fmla="*/ 145 w 81822"/>
                  <a:gd name="connsiteY2" fmla="*/ 14135 h 145988"/>
                  <a:gd name="connsiteX3" fmla="*/ 145 w 81822"/>
                  <a:gd name="connsiteY3" fmla="*/ 22051 h 145988"/>
                  <a:gd name="connsiteX4" fmla="*/ 32739 w 81822"/>
                  <a:gd name="connsiteY4" fmla="*/ 15894 h 145988"/>
                  <a:gd name="connsiteX5" fmla="*/ 32739 w 81822"/>
                  <a:gd name="connsiteY5" fmla="*/ 128024 h 145988"/>
                  <a:gd name="connsiteX6" fmla="*/ 10260 w 81822"/>
                  <a:gd name="connsiteY6" fmla="*/ 138138 h 145988"/>
                  <a:gd name="connsiteX7" fmla="*/ 1719 w 81822"/>
                  <a:gd name="connsiteY7" fmla="*/ 138138 h 145988"/>
                  <a:gd name="connsiteX8" fmla="*/ 1719 w 81822"/>
                  <a:gd name="connsiteY8" fmla="*/ 146053 h 145988"/>
                  <a:gd name="connsiteX9" fmla="*/ 41731 w 81822"/>
                  <a:gd name="connsiteY9" fmla="*/ 145173 h 145988"/>
                  <a:gd name="connsiteX10" fmla="*/ 81967 w 81822"/>
                  <a:gd name="connsiteY10" fmla="*/ 146053 h 145988"/>
                  <a:gd name="connsiteX11" fmla="*/ 81967 w 81822"/>
                  <a:gd name="connsiteY11" fmla="*/ 138138 h 145988"/>
                  <a:gd name="connsiteX12" fmla="*/ 73425 w 81822"/>
                  <a:gd name="connsiteY12" fmla="*/ 138138 h 145988"/>
                  <a:gd name="connsiteX13" fmla="*/ 50947 w 81822"/>
                  <a:gd name="connsiteY13" fmla="*/ 128024 h 145988"/>
                  <a:gd name="connsiteX14" fmla="*/ 50947 w 81822"/>
                  <a:gd name="connsiteY14" fmla="*/ 6220 h 14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822" h="145988">
                    <a:moveTo>
                      <a:pt x="50947" y="6220"/>
                    </a:moveTo>
                    <a:cubicBezTo>
                      <a:pt x="50947" y="284"/>
                      <a:pt x="50497" y="64"/>
                      <a:pt x="44203" y="64"/>
                    </a:cubicBezTo>
                    <a:cubicBezTo>
                      <a:pt x="29817" y="13916"/>
                      <a:pt x="9361" y="14135"/>
                      <a:pt x="145" y="14135"/>
                    </a:cubicBezTo>
                    <a:lnTo>
                      <a:pt x="145" y="22051"/>
                    </a:lnTo>
                    <a:cubicBezTo>
                      <a:pt x="5540" y="22051"/>
                      <a:pt x="20376" y="22051"/>
                      <a:pt x="32739" y="15894"/>
                    </a:cubicBezTo>
                    <a:lnTo>
                      <a:pt x="32739" y="128024"/>
                    </a:lnTo>
                    <a:cubicBezTo>
                      <a:pt x="32739" y="135280"/>
                      <a:pt x="32739" y="138138"/>
                      <a:pt x="10260" y="138138"/>
                    </a:cubicBezTo>
                    <a:lnTo>
                      <a:pt x="1719" y="138138"/>
                    </a:lnTo>
                    <a:lnTo>
                      <a:pt x="1719" y="146053"/>
                    </a:lnTo>
                    <a:cubicBezTo>
                      <a:pt x="5765" y="145833"/>
                      <a:pt x="33413" y="145173"/>
                      <a:pt x="41731" y="145173"/>
                    </a:cubicBezTo>
                    <a:cubicBezTo>
                      <a:pt x="48699" y="145173"/>
                      <a:pt x="77022" y="145833"/>
                      <a:pt x="81967" y="146053"/>
                    </a:cubicBezTo>
                    <a:lnTo>
                      <a:pt x="81967" y="138138"/>
                    </a:lnTo>
                    <a:lnTo>
                      <a:pt x="73425" y="138138"/>
                    </a:lnTo>
                    <a:cubicBezTo>
                      <a:pt x="50947" y="138138"/>
                      <a:pt x="50947" y="135280"/>
                      <a:pt x="50947" y="128024"/>
                    </a:cubicBezTo>
                    <a:lnTo>
                      <a:pt x="50947" y="622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03" name="Freeform: Shape 202">
                <a:extLst>
                  <a:ext uri="{FF2B5EF4-FFF2-40B4-BE49-F238E27FC236}">
                    <a16:creationId xmlns:a16="http://schemas.microsoft.com/office/drawing/2014/main" id="{1CBAF146-4028-EB7A-71D5-7D99245299B6}"/>
                  </a:ext>
                </a:extLst>
              </p:cNvPr>
              <p:cNvSpPr/>
              <p:nvPr>
                <p:custDataLst>
                  <p:tags r:id="rId18"/>
                </p:custDataLst>
              </p:nvPr>
            </p:nvSpPr>
            <p:spPr>
              <a:xfrm>
                <a:off x="6577847" y="6093623"/>
                <a:ext cx="159919" cy="142282"/>
              </a:xfrm>
              <a:custGeom>
                <a:avLst/>
                <a:gdLst>
                  <a:gd name="connsiteX0" fmla="*/ 98092 w 159919"/>
                  <a:gd name="connsiteY0" fmla="*/ 44035 h 142282"/>
                  <a:gd name="connsiteX1" fmla="*/ 129883 w 159919"/>
                  <a:gd name="connsiteY1" fmla="*/ 6973 h 142282"/>
                  <a:gd name="connsiteX2" fmla="*/ 145939 w 159919"/>
                  <a:gd name="connsiteY2" fmla="*/ 11056 h 142282"/>
                  <a:gd name="connsiteX3" fmla="*/ 130525 w 159919"/>
                  <a:gd name="connsiteY3" fmla="*/ 28017 h 142282"/>
                  <a:gd name="connsiteX4" fmla="*/ 142728 w 159919"/>
                  <a:gd name="connsiteY4" fmla="*/ 39010 h 142282"/>
                  <a:gd name="connsiteX5" fmla="*/ 160069 w 159919"/>
                  <a:gd name="connsiteY5" fmla="*/ 20793 h 142282"/>
                  <a:gd name="connsiteX6" fmla="*/ 130204 w 159919"/>
                  <a:gd name="connsiteY6" fmla="*/ 63 h 142282"/>
                  <a:gd name="connsiteX7" fmla="*/ 96486 w 159919"/>
                  <a:gd name="connsiteY7" fmla="*/ 23934 h 142282"/>
                  <a:gd name="connsiteX8" fmla="*/ 61805 w 159919"/>
                  <a:gd name="connsiteY8" fmla="*/ 63 h 142282"/>
                  <a:gd name="connsiteX9" fmla="*/ 10104 w 159919"/>
                  <a:gd name="connsiteY9" fmla="*/ 48433 h 142282"/>
                  <a:gd name="connsiteX10" fmla="*/ 13958 w 159919"/>
                  <a:gd name="connsiteY10" fmla="*/ 51573 h 142282"/>
                  <a:gd name="connsiteX11" fmla="*/ 18132 w 159919"/>
                  <a:gd name="connsiteY11" fmla="*/ 48118 h 142282"/>
                  <a:gd name="connsiteX12" fmla="*/ 61163 w 159919"/>
                  <a:gd name="connsiteY12" fmla="*/ 6973 h 142282"/>
                  <a:gd name="connsiteX13" fmla="*/ 78504 w 159919"/>
                  <a:gd name="connsiteY13" fmla="*/ 28017 h 142282"/>
                  <a:gd name="connsiteX14" fmla="*/ 61163 w 159919"/>
                  <a:gd name="connsiteY14" fmla="*/ 102770 h 142282"/>
                  <a:gd name="connsiteX15" fmla="*/ 30656 w 159919"/>
                  <a:gd name="connsiteY15" fmla="*/ 135435 h 142282"/>
                  <a:gd name="connsiteX16" fmla="*/ 14600 w 159919"/>
                  <a:gd name="connsiteY16" fmla="*/ 131352 h 142282"/>
                  <a:gd name="connsiteX17" fmla="*/ 29693 w 159919"/>
                  <a:gd name="connsiteY17" fmla="*/ 114391 h 142282"/>
                  <a:gd name="connsiteX18" fmla="*/ 17811 w 159919"/>
                  <a:gd name="connsiteY18" fmla="*/ 103398 h 142282"/>
                  <a:gd name="connsiteX19" fmla="*/ 150 w 159919"/>
                  <a:gd name="connsiteY19" fmla="*/ 121615 h 142282"/>
                  <a:gd name="connsiteX20" fmla="*/ 30335 w 159919"/>
                  <a:gd name="connsiteY20" fmla="*/ 142345 h 142282"/>
                  <a:gd name="connsiteX21" fmla="*/ 64053 w 159919"/>
                  <a:gd name="connsiteY21" fmla="*/ 118474 h 142282"/>
                  <a:gd name="connsiteX22" fmla="*/ 98734 w 159919"/>
                  <a:gd name="connsiteY22" fmla="*/ 142345 h 142282"/>
                  <a:gd name="connsiteX23" fmla="*/ 150114 w 159919"/>
                  <a:gd name="connsiteY23" fmla="*/ 93975 h 142282"/>
                  <a:gd name="connsiteX24" fmla="*/ 146261 w 159919"/>
                  <a:gd name="connsiteY24" fmla="*/ 90835 h 142282"/>
                  <a:gd name="connsiteX25" fmla="*/ 142086 w 159919"/>
                  <a:gd name="connsiteY25" fmla="*/ 94290 h 142282"/>
                  <a:gd name="connsiteX26" fmla="*/ 99377 w 159919"/>
                  <a:gd name="connsiteY26" fmla="*/ 135435 h 142282"/>
                  <a:gd name="connsiteX27" fmla="*/ 81715 w 159919"/>
                  <a:gd name="connsiteY27" fmla="*/ 114705 h 142282"/>
                  <a:gd name="connsiteX28" fmla="*/ 87174 w 159919"/>
                  <a:gd name="connsiteY28" fmla="*/ 87065 h 142282"/>
                  <a:gd name="connsiteX29" fmla="*/ 98092 w 159919"/>
                  <a:gd name="connsiteY29" fmla="*/ 44035 h 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9919" h="142282">
                    <a:moveTo>
                      <a:pt x="98092" y="44035"/>
                    </a:moveTo>
                    <a:cubicBezTo>
                      <a:pt x="100019" y="35869"/>
                      <a:pt x="107405" y="6973"/>
                      <a:pt x="129883" y="6973"/>
                    </a:cubicBezTo>
                    <a:cubicBezTo>
                      <a:pt x="131489" y="6973"/>
                      <a:pt x="139196" y="6973"/>
                      <a:pt x="145939" y="11056"/>
                    </a:cubicBezTo>
                    <a:cubicBezTo>
                      <a:pt x="136948" y="12626"/>
                      <a:pt x="130525" y="20479"/>
                      <a:pt x="130525" y="28017"/>
                    </a:cubicBezTo>
                    <a:cubicBezTo>
                      <a:pt x="130525" y="33042"/>
                      <a:pt x="134058" y="39010"/>
                      <a:pt x="142728" y="39010"/>
                    </a:cubicBezTo>
                    <a:cubicBezTo>
                      <a:pt x="149793" y="39010"/>
                      <a:pt x="160069" y="33356"/>
                      <a:pt x="160069" y="20793"/>
                    </a:cubicBezTo>
                    <a:cubicBezTo>
                      <a:pt x="160069" y="4460"/>
                      <a:pt x="141123" y="63"/>
                      <a:pt x="130204" y="63"/>
                    </a:cubicBezTo>
                    <a:cubicBezTo>
                      <a:pt x="111579" y="63"/>
                      <a:pt x="100340" y="16709"/>
                      <a:pt x="96486" y="23934"/>
                    </a:cubicBezTo>
                    <a:cubicBezTo>
                      <a:pt x="88458" y="3204"/>
                      <a:pt x="71118" y="63"/>
                      <a:pt x="61805" y="63"/>
                    </a:cubicBezTo>
                    <a:cubicBezTo>
                      <a:pt x="28408" y="63"/>
                      <a:pt x="10104" y="40580"/>
                      <a:pt x="10104" y="48433"/>
                    </a:cubicBezTo>
                    <a:cubicBezTo>
                      <a:pt x="10104" y="51573"/>
                      <a:pt x="13316" y="51573"/>
                      <a:pt x="13958" y="51573"/>
                    </a:cubicBezTo>
                    <a:cubicBezTo>
                      <a:pt x="16527" y="51573"/>
                      <a:pt x="17490" y="50945"/>
                      <a:pt x="18132" y="48118"/>
                    </a:cubicBezTo>
                    <a:cubicBezTo>
                      <a:pt x="29051" y="14825"/>
                      <a:pt x="50245" y="6973"/>
                      <a:pt x="61163" y="6973"/>
                    </a:cubicBezTo>
                    <a:cubicBezTo>
                      <a:pt x="67264" y="6973"/>
                      <a:pt x="78504" y="9800"/>
                      <a:pt x="78504" y="28017"/>
                    </a:cubicBezTo>
                    <a:cubicBezTo>
                      <a:pt x="78504" y="37753"/>
                      <a:pt x="73044" y="58797"/>
                      <a:pt x="61163" y="102770"/>
                    </a:cubicBezTo>
                    <a:cubicBezTo>
                      <a:pt x="56025" y="122243"/>
                      <a:pt x="44786" y="135435"/>
                      <a:pt x="30656" y="135435"/>
                    </a:cubicBezTo>
                    <a:cubicBezTo>
                      <a:pt x="28729" y="135435"/>
                      <a:pt x="21344" y="135435"/>
                      <a:pt x="14600" y="131352"/>
                    </a:cubicBezTo>
                    <a:cubicBezTo>
                      <a:pt x="22628" y="129782"/>
                      <a:pt x="29693" y="123186"/>
                      <a:pt x="29693" y="114391"/>
                    </a:cubicBezTo>
                    <a:cubicBezTo>
                      <a:pt x="29693" y="105911"/>
                      <a:pt x="22628" y="103398"/>
                      <a:pt x="17811" y="103398"/>
                    </a:cubicBezTo>
                    <a:cubicBezTo>
                      <a:pt x="8178" y="103398"/>
                      <a:pt x="150" y="111564"/>
                      <a:pt x="150" y="121615"/>
                    </a:cubicBezTo>
                    <a:cubicBezTo>
                      <a:pt x="150" y="136063"/>
                      <a:pt x="16206" y="142345"/>
                      <a:pt x="30335" y="142345"/>
                    </a:cubicBezTo>
                    <a:cubicBezTo>
                      <a:pt x="51529" y="142345"/>
                      <a:pt x="63090" y="120359"/>
                      <a:pt x="64053" y="118474"/>
                    </a:cubicBezTo>
                    <a:cubicBezTo>
                      <a:pt x="67906" y="130096"/>
                      <a:pt x="79467" y="142345"/>
                      <a:pt x="98734" y="142345"/>
                    </a:cubicBezTo>
                    <a:cubicBezTo>
                      <a:pt x="131810" y="142345"/>
                      <a:pt x="150114" y="101828"/>
                      <a:pt x="150114" y="93975"/>
                    </a:cubicBezTo>
                    <a:cubicBezTo>
                      <a:pt x="150114" y="90835"/>
                      <a:pt x="147224" y="90835"/>
                      <a:pt x="146261" y="90835"/>
                    </a:cubicBezTo>
                    <a:cubicBezTo>
                      <a:pt x="143370" y="90835"/>
                      <a:pt x="142728" y="92091"/>
                      <a:pt x="142086" y="94290"/>
                    </a:cubicBezTo>
                    <a:cubicBezTo>
                      <a:pt x="131489" y="127897"/>
                      <a:pt x="109652" y="135435"/>
                      <a:pt x="99377" y="135435"/>
                    </a:cubicBezTo>
                    <a:cubicBezTo>
                      <a:pt x="86853" y="135435"/>
                      <a:pt x="81715" y="125384"/>
                      <a:pt x="81715" y="114705"/>
                    </a:cubicBezTo>
                    <a:cubicBezTo>
                      <a:pt x="81715" y="107795"/>
                      <a:pt x="83642" y="100885"/>
                      <a:pt x="87174" y="87065"/>
                    </a:cubicBezTo>
                    <a:lnTo>
                      <a:pt x="98092" y="440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84BE0E1F-C7DD-473D-A0E6-314D22F882AA}"/>
                  </a:ext>
                </a:extLst>
              </p:cNvPr>
              <p:cNvSpPr txBox="1"/>
              <p:nvPr/>
            </p:nvSpPr>
            <p:spPr>
              <a:xfrm>
                <a:off x="891589" y="4234358"/>
                <a:ext cx="10112027" cy="868315"/>
              </a:xfrm>
              <a:prstGeom prst="rect">
                <a:avLst/>
              </a:prstGeom>
              <a:noFill/>
            </p:spPr>
            <p:txBody>
              <a:bodyPr wrap="square">
                <a:spAutoFit/>
              </a:bodyPr>
              <a:lstStyle/>
              <a:p>
                <a:r>
                  <a:rPr lang="en-US" sz="1600" b="1"/>
                  <a:t>The average of </a:t>
                </a:r>
                <a14:m>
                  <m:oMath xmlns:m="http://schemas.openxmlformats.org/officeDocument/2006/math">
                    <m:r>
                      <a:rPr lang="en-US" sz="1600" b="1" i="1" dirty="0" smtClean="0">
                        <a:latin typeface="Cambria Math" panose="02040503050406030204" pitchFamily="18" charset="0"/>
                      </a:rPr>
                      <m:t>𝒀</m:t>
                    </m:r>
                  </m:oMath>
                </a14:m>
                <a:r>
                  <a:rPr lang="en-US" sz="1600" b="1"/>
                  <a:t>, conditional on </a:t>
                </a:r>
                <a14:m>
                  <m:oMath xmlns:m="http://schemas.openxmlformats.org/officeDocument/2006/math">
                    <m:r>
                      <a:rPr lang="en-US" sz="1600" b="1" i="1" dirty="0" smtClean="0">
                        <a:latin typeface="Cambria Math" panose="02040503050406030204" pitchFamily="18" charset="0"/>
                      </a:rPr>
                      <m:t>𝑿</m:t>
                    </m:r>
                  </m:oMath>
                </a14:m>
                <a:r>
                  <a:rPr lang="en-US" sz="1600" b="1"/>
                  <a:t>, is a linear function of </a:t>
                </a:r>
                <a14:m>
                  <m:oMath xmlns:m="http://schemas.openxmlformats.org/officeDocument/2006/math">
                    <m:r>
                      <a:rPr lang="en-US" sz="1600" b="1" i="1" dirty="0" smtClean="0">
                        <a:latin typeface="Cambria Math" panose="02040503050406030204" pitchFamily="18" charset="0"/>
                      </a:rPr>
                      <m:t>𝑿</m:t>
                    </m:r>
                  </m:oMath>
                </a14:m>
                <a:r>
                  <a:rPr lang="en-US" sz="1600" b="1"/>
                  <a:t>: </a:t>
                </a:r>
              </a:p>
              <a:p>
                <a:pPr marL="457200"/>
                <a:r>
                  <a:rPr lang="en-US" sz="1600"/>
                  <a:t>For every one–unit increase in </a:t>
                </a:r>
                <a14:m>
                  <m:oMath xmlns:m="http://schemas.openxmlformats.org/officeDocument/2006/math">
                    <m:r>
                      <a:rPr lang="en-US" sz="1600" i="1" dirty="0" smtClean="0">
                        <a:latin typeface="Cambria Math" panose="02040503050406030204" pitchFamily="18" charset="0"/>
                      </a:rPr>
                      <m:t>𝑋</m:t>
                    </m:r>
                  </m:oMath>
                </a14:m>
                <a:r>
                  <a:rPr lang="en-US" sz="1600"/>
                  <a:t>, the expected value of </a:t>
                </a:r>
                <a14:m>
                  <m:oMath xmlns:m="http://schemas.openxmlformats.org/officeDocument/2006/math">
                    <m:r>
                      <a:rPr lang="en-US" sz="1600" i="1" dirty="0" smtClean="0">
                        <a:latin typeface="Cambria Math" panose="02040503050406030204" pitchFamily="18" charset="0"/>
                      </a:rPr>
                      <m:t>𝑌</m:t>
                    </m:r>
                  </m:oMath>
                </a14:m>
                <a:r>
                  <a:rPr lang="en-US" sz="1600"/>
                  <a:t> changes by the amount </a:t>
                </a:r>
                <a14:m>
                  <m:oMath xmlns:m="http://schemas.openxmlformats.org/officeDocument/2006/math">
                    <m:r>
                      <a:rPr lang="en-US" sz="1600" i="1" dirty="0" smtClean="0">
                        <a:latin typeface="Cambria Math" panose="02040503050406030204" pitchFamily="18" charset="0"/>
                      </a:rPr>
                      <m:t>𝛽</m:t>
                    </m:r>
                    <m:r>
                      <a:rPr lang="en-US" sz="1600" i="1" dirty="0" smtClean="0">
                        <a:latin typeface="Cambria Math" panose="02040503050406030204" pitchFamily="18" charset="0"/>
                      </a:rPr>
                      <m:t>₁</m:t>
                    </m:r>
                  </m:oMath>
                </a14:m>
                <a:r>
                  <a:rPr lang="en-US" sz="1600"/>
                  <a:t>.</a:t>
                </a:r>
              </a:p>
              <a:p>
                <a:pPr marL="457200"/>
                <a:r>
                  <a:rPr lang="en-US" sz="1600"/>
                  <a:t>Given any value of </a:t>
                </a:r>
                <a14:m>
                  <m:oMath xmlns:m="http://schemas.openxmlformats.org/officeDocument/2006/math">
                    <m:r>
                      <a:rPr lang="en-US" sz="1600" i="1" dirty="0" smtClean="0">
                        <a:latin typeface="Cambria Math" panose="02040503050406030204" pitchFamily="18" charset="0"/>
                      </a:rPr>
                      <m:t>𝑋</m:t>
                    </m:r>
                  </m:oMath>
                </a14:m>
                <a:r>
                  <a:rPr lang="en-US" sz="1600"/>
                  <a:t>, the distribution of </a:t>
                </a:r>
                <a14:m>
                  <m:oMath xmlns:m="http://schemas.openxmlformats.org/officeDocument/2006/math">
                    <m:r>
                      <a:rPr lang="en-US" sz="1600" i="1" dirty="0" smtClean="0">
                        <a:latin typeface="Cambria Math" panose="02040503050406030204" pitchFamily="18" charset="0"/>
                      </a:rPr>
                      <m:t>𝑌</m:t>
                    </m:r>
                    <m:r>
                      <a:rPr lang="en-US" sz="1600" i="1" dirty="0" smtClean="0">
                        <a:latin typeface="Cambria Math" panose="02040503050406030204" pitchFamily="18" charset="0"/>
                      </a:rPr>
                      <m:t> </m:t>
                    </m:r>
                  </m:oMath>
                </a14:m>
                <a:r>
                  <a:rPr lang="en-US" sz="1600"/>
                  <a:t>is centred at </a:t>
                </a:r>
                <a14:m>
                  <m:oMath xmlns:m="http://schemas.openxmlformats.org/officeDocument/2006/math">
                    <m:r>
                      <a:rPr lang="en-US" sz="1600" i="1" dirty="0" smtClean="0">
                        <a:latin typeface="Cambria Math" panose="02040503050406030204" pitchFamily="18" charset="0"/>
                      </a:rPr>
                      <m:t>𝐸</m:t>
                    </m:r>
                    <m:r>
                      <a:rPr lang="en-US" sz="1600" i="1" dirty="0" smtClean="0">
                        <a:latin typeface="Cambria Math" panose="02040503050406030204" pitchFamily="18" charset="0"/>
                      </a:rPr>
                      <m:t>(</m:t>
                    </m:r>
                    <m:r>
                      <a:rPr lang="en-US" sz="1600" i="1" dirty="0" smtClean="0">
                        <a:latin typeface="Cambria Math" panose="02040503050406030204" pitchFamily="18" charset="0"/>
                      </a:rPr>
                      <m:t>𝑌</m:t>
                    </m:r>
                    <m:r>
                      <a:rPr lang="en-US" sz="1600" i="1" dirty="0" smtClean="0">
                        <a:latin typeface="Cambria Math" panose="02040503050406030204" pitchFamily="18" charset="0"/>
                      </a:rPr>
                      <m:t>│</m:t>
                    </m:r>
                    <m:r>
                      <a:rPr lang="en-US" sz="1600" i="1" dirty="0" smtClean="0">
                        <a:latin typeface="Cambria Math" panose="02040503050406030204" pitchFamily="18" charset="0"/>
                      </a:rPr>
                      <m:t>𝑋</m:t>
                    </m:r>
                    <m:r>
                      <a:rPr lang="en-US" sz="1600" i="1" dirty="0" smtClean="0">
                        <a:latin typeface="Cambria Math" panose="02040503050406030204" pitchFamily="18" charset="0"/>
                      </a:rPr>
                      <m:t>).</m:t>
                    </m:r>
                  </m:oMath>
                </a14:m>
                <a:endParaRPr lang="en-US" sz="1600"/>
              </a:p>
            </p:txBody>
          </p:sp>
        </mc:Choice>
        <mc:Fallback xmlns="">
          <p:sp>
            <p:nvSpPr>
              <p:cNvPr id="205" name="TextBox 204">
                <a:extLst>
                  <a:ext uri="{FF2B5EF4-FFF2-40B4-BE49-F238E27FC236}">
                    <a16:creationId xmlns:a16="http://schemas.microsoft.com/office/drawing/2014/main" id="{84BE0E1F-C7DD-473D-A0E6-314D22F882AA}"/>
                  </a:ext>
                </a:extLst>
              </p:cNvPr>
              <p:cNvSpPr txBox="1">
                <a:spLocks noRot="1" noChangeAspect="1" noMove="1" noResize="1" noEditPoints="1" noAdjustHandles="1" noChangeArrowheads="1" noChangeShapeType="1" noTextEdit="1"/>
              </p:cNvSpPr>
              <p:nvPr/>
            </p:nvSpPr>
            <p:spPr>
              <a:xfrm>
                <a:off x="891589" y="4234358"/>
                <a:ext cx="10112027" cy="868315"/>
              </a:xfrm>
              <a:prstGeom prst="rect">
                <a:avLst/>
              </a:prstGeom>
              <a:blipFill>
                <a:blip r:embed="rId106"/>
                <a:stretch>
                  <a:fillRect l="-301" t="-2113" b="-9155"/>
                </a:stretch>
              </a:blipFill>
            </p:spPr>
            <p:txBody>
              <a:bodyPr/>
              <a:lstStyle/>
              <a:p>
                <a:r>
                  <a:rPr lang="en-US">
                    <a:noFill/>
                  </a:rPr>
                  <a:t> </a:t>
                </a:r>
              </a:p>
            </p:txBody>
          </p:sp>
        </mc:Fallback>
      </mc:AlternateContent>
      <p:sp>
        <p:nvSpPr>
          <p:cNvPr id="206" name="Freeform: Shape 205">
            <a:extLst>
              <a:ext uri="{FF2B5EF4-FFF2-40B4-BE49-F238E27FC236}">
                <a16:creationId xmlns:a16="http://schemas.microsoft.com/office/drawing/2014/main" id="{9476A07C-2337-2649-EF2A-C563C1AC4E17}"/>
              </a:ext>
            </a:extLst>
          </p:cNvPr>
          <p:cNvSpPr/>
          <p:nvPr/>
        </p:nvSpPr>
        <p:spPr>
          <a:xfrm>
            <a:off x="1188384" y="4581175"/>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207" name="Freeform: Shape 206">
            <a:extLst>
              <a:ext uri="{FF2B5EF4-FFF2-40B4-BE49-F238E27FC236}">
                <a16:creationId xmlns:a16="http://schemas.microsoft.com/office/drawing/2014/main" id="{DFD2FA81-B154-372E-7666-2872809DFB96}"/>
              </a:ext>
            </a:extLst>
          </p:cNvPr>
          <p:cNvSpPr/>
          <p:nvPr/>
        </p:nvSpPr>
        <p:spPr>
          <a:xfrm>
            <a:off x="1198898" y="4841924"/>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Tree>
    <p:extLst>
      <p:ext uri="{BB962C8B-B14F-4D97-AF65-F5344CB8AC3E}">
        <p14:creationId xmlns:p14="http://schemas.microsoft.com/office/powerpoint/2010/main" val="2743380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8A05A30E-C69E-50D0-81B2-CB00EC6FF002}"/>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37A94793-DC45-9185-F6EE-5815666957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7228B3FF-8661-D7A7-84C1-EE4E3529018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8512949A-65CB-FFB2-D13E-C0AFD82A6D2D}"/>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7F7DF17E-8B49-7BA6-166E-E79C14204373}"/>
              </a:ext>
            </a:extLst>
          </p:cNvPr>
          <p:cNvPicPr>
            <a:picLocks noChangeAspect="1"/>
          </p:cNvPicPr>
          <p:nvPr/>
        </p:nvPicPr>
        <p:blipFill>
          <a:blip r:embed="rId22"/>
          <a:stretch>
            <a:fillRect/>
          </a:stretch>
        </p:blipFill>
        <p:spPr>
          <a:xfrm>
            <a:off x="295480" y="6230670"/>
            <a:ext cx="5249008" cy="609685"/>
          </a:xfrm>
          <a:prstGeom prst="rect">
            <a:avLst/>
          </a:prstGeom>
        </p:spPr>
      </p:pic>
      <p:grpSp>
        <p:nvGrpSpPr>
          <p:cNvPr id="2" name="Group 1">
            <a:extLst>
              <a:ext uri="{FF2B5EF4-FFF2-40B4-BE49-F238E27FC236}">
                <a16:creationId xmlns:a16="http://schemas.microsoft.com/office/drawing/2014/main" id="{1410A276-787B-6055-0A1D-02A68A0A83C3}"/>
              </a:ext>
            </a:extLst>
          </p:cNvPr>
          <p:cNvGrpSpPr>
            <a:grpSpLocks noChangeAspect="1"/>
          </p:cNvGrpSpPr>
          <p:nvPr>
            <p:custDataLst>
              <p:tags r:id="rId2"/>
            </p:custDataLst>
          </p:nvPr>
        </p:nvGrpSpPr>
        <p:grpSpPr>
          <a:xfrm>
            <a:off x="1727200" y="2171700"/>
            <a:ext cx="1548634" cy="254916"/>
            <a:chOff x="3861475" y="3737016"/>
            <a:chExt cx="1548634" cy="254916"/>
          </a:xfrm>
        </p:grpSpPr>
        <p:sp>
          <p:nvSpPr>
            <p:cNvPr id="3" name="Freeform: Shape 2">
              <a:extLst>
                <a:ext uri="{FF2B5EF4-FFF2-40B4-BE49-F238E27FC236}">
                  <a16:creationId xmlns:a16="http://schemas.microsoft.com/office/drawing/2014/main" id="{E99111A6-81A2-9876-A5DB-F3DAF0BFB705}"/>
                </a:ext>
              </a:extLst>
            </p:cNvPr>
            <p:cNvSpPr/>
            <p:nvPr>
              <p:custDataLst>
                <p:tags r:id="rId12"/>
              </p:custDataLst>
            </p:nvPr>
          </p:nvSpPr>
          <p:spPr>
            <a:xfrm>
              <a:off x="3861475" y="3810889"/>
              <a:ext cx="127299" cy="181043"/>
            </a:xfrm>
            <a:custGeom>
              <a:avLst/>
              <a:gdLst>
                <a:gd name="connsiteX0" fmla="*/ 126272 w 127299"/>
                <a:gd name="connsiteY0" fmla="*/ 17132 h 181043"/>
                <a:gd name="connsiteX1" fmla="*/ 127377 w 127299"/>
                <a:gd name="connsiteY1" fmla="*/ 10696 h 181043"/>
                <a:gd name="connsiteX2" fmla="*/ 119369 w 127299"/>
                <a:gd name="connsiteY2" fmla="*/ 3141 h 181043"/>
                <a:gd name="connsiteX3" fmla="*/ 109704 w 127299"/>
                <a:gd name="connsiteY3" fmla="*/ 9017 h 181043"/>
                <a:gd name="connsiteX4" fmla="*/ 105838 w 127299"/>
                <a:gd name="connsiteY4" fmla="*/ 24127 h 181043"/>
                <a:gd name="connsiteX5" fmla="*/ 100315 w 127299"/>
                <a:gd name="connsiteY5" fmla="*/ 46513 h 181043"/>
                <a:gd name="connsiteX6" fmla="*/ 87889 w 127299"/>
                <a:gd name="connsiteY6" fmla="*/ 96881 h 181043"/>
                <a:gd name="connsiteX7" fmla="*/ 56685 w 127299"/>
                <a:gd name="connsiteY7" fmla="*/ 120665 h 181043"/>
                <a:gd name="connsiteX8" fmla="*/ 39565 w 127299"/>
                <a:gd name="connsiteY8" fmla="*/ 98000 h 181043"/>
                <a:gd name="connsiteX9" fmla="*/ 53648 w 127299"/>
                <a:gd name="connsiteY9" fmla="*/ 43155 h 181043"/>
                <a:gd name="connsiteX10" fmla="*/ 59170 w 127299"/>
                <a:gd name="connsiteY10" fmla="*/ 23008 h 181043"/>
                <a:gd name="connsiteX11" fmla="*/ 36527 w 127299"/>
                <a:gd name="connsiteY11" fmla="*/ 63 h 181043"/>
                <a:gd name="connsiteX12" fmla="*/ 77 w 127299"/>
                <a:gd name="connsiteY12" fmla="*/ 43155 h 181043"/>
                <a:gd name="connsiteX13" fmla="*/ 3390 w 127299"/>
                <a:gd name="connsiteY13" fmla="*/ 45953 h 181043"/>
                <a:gd name="connsiteX14" fmla="*/ 7809 w 127299"/>
                <a:gd name="connsiteY14" fmla="*/ 40917 h 181043"/>
                <a:gd name="connsiteX15" fmla="*/ 35699 w 127299"/>
                <a:gd name="connsiteY15" fmla="*/ 6219 h 181043"/>
                <a:gd name="connsiteX16" fmla="*/ 42602 w 127299"/>
                <a:gd name="connsiteY16" fmla="*/ 15173 h 181043"/>
                <a:gd name="connsiteX17" fmla="*/ 37908 w 127299"/>
                <a:gd name="connsiteY17" fmla="*/ 34761 h 181043"/>
                <a:gd name="connsiteX18" fmla="*/ 21892 w 127299"/>
                <a:gd name="connsiteY18" fmla="*/ 93523 h 181043"/>
                <a:gd name="connsiteX19" fmla="*/ 55581 w 127299"/>
                <a:gd name="connsiteY19" fmla="*/ 126822 h 181043"/>
                <a:gd name="connsiteX20" fmla="*/ 83471 w 127299"/>
                <a:gd name="connsiteY20" fmla="*/ 114230 h 181043"/>
                <a:gd name="connsiteX21" fmla="*/ 65522 w 127299"/>
                <a:gd name="connsiteY21" fmla="*/ 157322 h 181043"/>
                <a:gd name="connsiteX22" fmla="*/ 35146 w 127299"/>
                <a:gd name="connsiteY22" fmla="*/ 174951 h 181043"/>
                <a:gd name="connsiteX23" fmla="*/ 14160 w 127299"/>
                <a:gd name="connsiteY23" fmla="*/ 163198 h 181043"/>
                <a:gd name="connsiteX24" fmla="*/ 26034 w 127299"/>
                <a:gd name="connsiteY24" fmla="*/ 159840 h 181043"/>
                <a:gd name="connsiteX25" fmla="*/ 31557 w 127299"/>
                <a:gd name="connsiteY25" fmla="*/ 148368 h 181043"/>
                <a:gd name="connsiteX26" fmla="*/ 21339 w 127299"/>
                <a:gd name="connsiteY26" fmla="*/ 138574 h 181043"/>
                <a:gd name="connsiteX27" fmla="*/ 5876 w 127299"/>
                <a:gd name="connsiteY27" fmla="*/ 156762 h 181043"/>
                <a:gd name="connsiteX28" fmla="*/ 35146 w 127299"/>
                <a:gd name="connsiteY28" fmla="*/ 181107 h 181043"/>
                <a:gd name="connsiteX29" fmla="*/ 99763 w 127299"/>
                <a:gd name="connsiteY29" fmla="*/ 124023 h 181043"/>
                <a:gd name="connsiteX30" fmla="*/ 126272 w 127299"/>
                <a:gd name="connsiteY30" fmla="*/ 17132 h 181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7299" h="181043">
                  <a:moveTo>
                    <a:pt x="126272" y="17132"/>
                  </a:moveTo>
                  <a:cubicBezTo>
                    <a:pt x="127377" y="13214"/>
                    <a:pt x="127377" y="12655"/>
                    <a:pt x="127377" y="10696"/>
                  </a:cubicBezTo>
                  <a:cubicBezTo>
                    <a:pt x="127377" y="5659"/>
                    <a:pt x="123511" y="3141"/>
                    <a:pt x="119369" y="3141"/>
                  </a:cubicBezTo>
                  <a:cubicBezTo>
                    <a:pt x="116607" y="3141"/>
                    <a:pt x="112189" y="4820"/>
                    <a:pt x="109704" y="9017"/>
                  </a:cubicBezTo>
                  <a:cubicBezTo>
                    <a:pt x="109151" y="10416"/>
                    <a:pt x="106942" y="19091"/>
                    <a:pt x="105838" y="24127"/>
                  </a:cubicBezTo>
                  <a:cubicBezTo>
                    <a:pt x="103905" y="31403"/>
                    <a:pt x="101972" y="38958"/>
                    <a:pt x="100315" y="46513"/>
                  </a:cubicBezTo>
                  <a:lnTo>
                    <a:pt x="87889" y="96881"/>
                  </a:lnTo>
                  <a:cubicBezTo>
                    <a:pt x="86784" y="101078"/>
                    <a:pt x="74910" y="120665"/>
                    <a:pt x="56685" y="120665"/>
                  </a:cubicBezTo>
                  <a:cubicBezTo>
                    <a:pt x="42602" y="120665"/>
                    <a:pt x="39565" y="108353"/>
                    <a:pt x="39565" y="98000"/>
                  </a:cubicBezTo>
                  <a:cubicBezTo>
                    <a:pt x="39565" y="85128"/>
                    <a:pt x="44259" y="67779"/>
                    <a:pt x="53648" y="43155"/>
                  </a:cubicBezTo>
                  <a:cubicBezTo>
                    <a:pt x="58066" y="31682"/>
                    <a:pt x="59170" y="28604"/>
                    <a:pt x="59170" y="23008"/>
                  </a:cubicBezTo>
                  <a:cubicBezTo>
                    <a:pt x="59170" y="10416"/>
                    <a:pt x="50334" y="63"/>
                    <a:pt x="36527" y="63"/>
                  </a:cubicBezTo>
                  <a:cubicBezTo>
                    <a:pt x="10294" y="63"/>
                    <a:pt x="77" y="40637"/>
                    <a:pt x="77" y="43155"/>
                  </a:cubicBezTo>
                  <a:cubicBezTo>
                    <a:pt x="77" y="45953"/>
                    <a:pt x="2838" y="45953"/>
                    <a:pt x="3390" y="45953"/>
                  </a:cubicBezTo>
                  <a:cubicBezTo>
                    <a:pt x="6152" y="45953"/>
                    <a:pt x="6428" y="45394"/>
                    <a:pt x="7809" y="40917"/>
                  </a:cubicBezTo>
                  <a:cubicBezTo>
                    <a:pt x="15264" y="14613"/>
                    <a:pt x="26310" y="6219"/>
                    <a:pt x="35699" y="6219"/>
                  </a:cubicBezTo>
                  <a:cubicBezTo>
                    <a:pt x="37908" y="6219"/>
                    <a:pt x="42602" y="6219"/>
                    <a:pt x="42602" y="15173"/>
                  </a:cubicBezTo>
                  <a:cubicBezTo>
                    <a:pt x="42602" y="22169"/>
                    <a:pt x="39841" y="29444"/>
                    <a:pt x="37908" y="34761"/>
                  </a:cubicBezTo>
                  <a:cubicBezTo>
                    <a:pt x="26862" y="64422"/>
                    <a:pt x="21892" y="80371"/>
                    <a:pt x="21892" y="93523"/>
                  </a:cubicBezTo>
                  <a:cubicBezTo>
                    <a:pt x="21892" y="118427"/>
                    <a:pt x="39288" y="126822"/>
                    <a:pt x="55581" y="126822"/>
                  </a:cubicBezTo>
                  <a:cubicBezTo>
                    <a:pt x="66350" y="126822"/>
                    <a:pt x="75739" y="122065"/>
                    <a:pt x="83471" y="114230"/>
                  </a:cubicBezTo>
                  <a:cubicBezTo>
                    <a:pt x="79881" y="128780"/>
                    <a:pt x="76567" y="142492"/>
                    <a:pt x="65522" y="157322"/>
                  </a:cubicBezTo>
                  <a:cubicBezTo>
                    <a:pt x="58342" y="166836"/>
                    <a:pt x="47849" y="174951"/>
                    <a:pt x="35146" y="174951"/>
                  </a:cubicBezTo>
                  <a:cubicBezTo>
                    <a:pt x="31280" y="174951"/>
                    <a:pt x="18854" y="174111"/>
                    <a:pt x="14160" y="163198"/>
                  </a:cubicBezTo>
                  <a:cubicBezTo>
                    <a:pt x="18578" y="163198"/>
                    <a:pt x="22168" y="163198"/>
                    <a:pt x="26034" y="159840"/>
                  </a:cubicBezTo>
                  <a:cubicBezTo>
                    <a:pt x="28795" y="157322"/>
                    <a:pt x="31557" y="153684"/>
                    <a:pt x="31557" y="148368"/>
                  </a:cubicBezTo>
                  <a:cubicBezTo>
                    <a:pt x="31557" y="139693"/>
                    <a:pt x="24101" y="138574"/>
                    <a:pt x="21339" y="138574"/>
                  </a:cubicBezTo>
                  <a:cubicBezTo>
                    <a:pt x="14988" y="138574"/>
                    <a:pt x="5876" y="143051"/>
                    <a:pt x="5876" y="156762"/>
                  </a:cubicBezTo>
                  <a:cubicBezTo>
                    <a:pt x="5876" y="170753"/>
                    <a:pt x="18026" y="181107"/>
                    <a:pt x="35146" y="181107"/>
                  </a:cubicBezTo>
                  <a:cubicBezTo>
                    <a:pt x="63589" y="181107"/>
                    <a:pt x="92031" y="155643"/>
                    <a:pt x="99763" y="124023"/>
                  </a:cubicBezTo>
                  <a:lnTo>
                    <a:pt x="126272" y="17132"/>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6" name="Freeform: Shape 5">
              <a:extLst>
                <a:ext uri="{FF2B5EF4-FFF2-40B4-BE49-F238E27FC236}">
                  <a16:creationId xmlns:a16="http://schemas.microsoft.com/office/drawing/2014/main" id="{5C6E023E-1D50-7BFC-A479-73D6065F8A84}"/>
                </a:ext>
              </a:extLst>
            </p:cNvPr>
            <p:cNvSpPr/>
            <p:nvPr>
              <p:custDataLst>
                <p:tags r:id="rId13"/>
              </p:custDataLst>
            </p:nvPr>
          </p:nvSpPr>
          <p:spPr>
            <a:xfrm>
              <a:off x="4090928" y="3831876"/>
              <a:ext cx="183632" cy="65478"/>
            </a:xfrm>
            <a:custGeom>
              <a:avLst/>
              <a:gdLst>
                <a:gd name="connsiteX0" fmla="*/ 174328 w 183632"/>
                <a:gd name="connsiteY0" fmla="*/ 11256 h 65478"/>
                <a:gd name="connsiteX1" fmla="*/ 183717 w 183632"/>
                <a:gd name="connsiteY1" fmla="*/ 5659 h 65478"/>
                <a:gd name="connsiteX2" fmla="*/ 174604 w 183632"/>
                <a:gd name="connsiteY2" fmla="*/ 63 h 65478"/>
                <a:gd name="connsiteX3" fmla="*/ 9197 w 183632"/>
                <a:gd name="connsiteY3" fmla="*/ 63 h 65478"/>
                <a:gd name="connsiteX4" fmla="*/ 85 w 183632"/>
                <a:gd name="connsiteY4" fmla="*/ 5659 h 65478"/>
                <a:gd name="connsiteX5" fmla="*/ 9473 w 183632"/>
                <a:gd name="connsiteY5" fmla="*/ 11256 h 65478"/>
                <a:gd name="connsiteX6" fmla="*/ 174328 w 183632"/>
                <a:gd name="connsiteY6" fmla="*/ 11256 h 65478"/>
                <a:gd name="connsiteX7" fmla="*/ 174604 w 183632"/>
                <a:gd name="connsiteY7" fmla="*/ 65541 h 65478"/>
                <a:gd name="connsiteX8" fmla="*/ 183717 w 183632"/>
                <a:gd name="connsiteY8" fmla="*/ 59944 h 65478"/>
                <a:gd name="connsiteX9" fmla="*/ 174328 w 183632"/>
                <a:gd name="connsiteY9" fmla="*/ 54348 h 65478"/>
                <a:gd name="connsiteX10" fmla="*/ 9473 w 183632"/>
                <a:gd name="connsiteY10" fmla="*/ 54348 h 65478"/>
                <a:gd name="connsiteX11" fmla="*/ 85 w 183632"/>
                <a:gd name="connsiteY11" fmla="*/ 59944 h 65478"/>
                <a:gd name="connsiteX12" fmla="*/ 9197 w 183632"/>
                <a:gd name="connsiteY12" fmla="*/ 65541 h 65478"/>
                <a:gd name="connsiteX13" fmla="*/ 174604 w 183632"/>
                <a:gd name="connsiteY13" fmla="*/ 65541 h 6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3632" h="65478">
                  <a:moveTo>
                    <a:pt x="174328" y="11256"/>
                  </a:moveTo>
                  <a:cubicBezTo>
                    <a:pt x="178470" y="11256"/>
                    <a:pt x="183717" y="11256"/>
                    <a:pt x="183717" y="5659"/>
                  </a:cubicBezTo>
                  <a:cubicBezTo>
                    <a:pt x="183717" y="63"/>
                    <a:pt x="178470" y="63"/>
                    <a:pt x="174604" y="63"/>
                  </a:cubicBezTo>
                  <a:lnTo>
                    <a:pt x="9197" y="63"/>
                  </a:lnTo>
                  <a:cubicBezTo>
                    <a:pt x="5331" y="63"/>
                    <a:pt x="85" y="63"/>
                    <a:pt x="85" y="5659"/>
                  </a:cubicBezTo>
                  <a:cubicBezTo>
                    <a:pt x="85" y="11256"/>
                    <a:pt x="5331" y="11256"/>
                    <a:pt x="9473" y="11256"/>
                  </a:cubicBezTo>
                  <a:lnTo>
                    <a:pt x="174328" y="11256"/>
                  </a:lnTo>
                  <a:close/>
                  <a:moveTo>
                    <a:pt x="174604" y="65541"/>
                  </a:moveTo>
                  <a:cubicBezTo>
                    <a:pt x="178470" y="65541"/>
                    <a:pt x="183717" y="65541"/>
                    <a:pt x="183717" y="59944"/>
                  </a:cubicBezTo>
                  <a:cubicBezTo>
                    <a:pt x="183717" y="54348"/>
                    <a:pt x="178470" y="54348"/>
                    <a:pt x="174328" y="54348"/>
                  </a:cubicBezTo>
                  <a:lnTo>
                    <a:pt x="9473" y="54348"/>
                  </a:lnTo>
                  <a:cubicBezTo>
                    <a:pt x="5331" y="54348"/>
                    <a:pt x="85" y="54348"/>
                    <a:pt x="85" y="59944"/>
                  </a:cubicBezTo>
                  <a:cubicBezTo>
                    <a:pt x="85" y="65541"/>
                    <a:pt x="5331" y="65541"/>
                    <a:pt x="9197" y="65541"/>
                  </a:cubicBezTo>
                  <a:lnTo>
                    <a:pt x="174604" y="65541"/>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7" name="Freeform: Shape 6">
              <a:extLst>
                <a:ext uri="{FF2B5EF4-FFF2-40B4-BE49-F238E27FC236}">
                  <a16:creationId xmlns:a16="http://schemas.microsoft.com/office/drawing/2014/main" id="{3D538E09-2D60-1B02-0510-7EDB3061DD46}"/>
                </a:ext>
              </a:extLst>
            </p:cNvPr>
            <p:cNvSpPr/>
            <p:nvPr>
              <p:custDataLst>
                <p:tags r:id="rId14"/>
              </p:custDataLst>
            </p:nvPr>
          </p:nvSpPr>
          <p:spPr>
            <a:xfrm>
              <a:off x="4375192" y="3737016"/>
              <a:ext cx="150530" cy="251838"/>
            </a:xfrm>
            <a:custGeom>
              <a:avLst/>
              <a:gdLst>
                <a:gd name="connsiteX0" fmla="*/ 150626 w 150530"/>
                <a:gd name="connsiteY0" fmla="*/ 38398 h 251838"/>
                <a:gd name="connsiteX1" fmla="*/ 113071 w 150530"/>
                <a:gd name="connsiteY1" fmla="*/ 63 h 251838"/>
                <a:gd name="connsiteX2" fmla="*/ 79658 w 150530"/>
                <a:gd name="connsiteY2" fmla="*/ 11815 h 251838"/>
                <a:gd name="connsiteX3" fmla="*/ 44036 w 150530"/>
                <a:gd name="connsiteY3" fmla="*/ 71417 h 251838"/>
                <a:gd name="connsiteX4" fmla="*/ 130 w 150530"/>
                <a:gd name="connsiteY4" fmla="*/ 249103 h 251838"/>
                <a:gd name="connsiteX5" fmla="*/ 3444 w 150530"/>
                <a:gd name="connsiteY5" fmla="*/ 251901 h 251838"/>
                <a:gd name="connsiteX6" fmla="*/ 6758 w 150530"/>
                <a:gd name="connsiteY6" fmla="*/ 250502 h 251838"/>
                <a:gd name="connsiteX7" fmla="*/ 26087 w 150530"/>
                <a:gd name="connsiteY7" fmla="*/ 173272 h 251838"/>
                <a:gd name="connsiteX8" fmla="*/ 63642 w 150530"/>
                <a:gd name="connsiteY8" fmla="*/ 200414 h 251838"/>
                <a:gd name="connsiteX9" fmla="*/ 116937 w 150530"/>
                <a:gd name="connsiteY9" fmla="*/ 178309 h 251838"/>
                <a:gd name="connsiteX10" fmla="*/ 139028 w 150530"/>
                <a:gd name="connsiteY10" fmla="*/ 126822 h 251838"/>
                <a:gd name="connsiteX11" fmla="*/ 118870 w 150530"/>
                <a:gd name="connsiteY11" fmla="*/ 85128 h 251838"/>
                <a:gd name="connsiteX12" fmla="*/ 150626 w 150530"/>
                <a:gd name="connsiteY12" fmla="*/ 38398 h 251838"/>
                <a:gd name="connsiteX13" fmla="*/ 100921 w 150530"/>
                <a:gd name="connsiteY13" fmla="*/ 84848 h 251838"/>
                <a:gd name="connsiteX14" fmla="*/ 87666 w 150530"/>
                <a:gd name="connsiteY14" fmla="*/ 86807 h 251838"/>
                <a:gd name="connsiteX15" fmla="*/ 75516 w 150530"/>
                <a:gd name="connsiteY15" fmla="*/ 85688 h 251838"/>
                <a:gd name="connsiteX16" fmla="*/ 89047 w 150530"/>
                <a:gd name="connsiteY16" fmla="*/ 83449 h 251838"/>
                <a:gd name="connsiteX17" fmla="*/ 100921 w 150530"/>
                <a:gd name="connsiteY17" fmla="*/ 84848 h 251838"/>
                <a:gd name="connsiteX18" fmla="*/ 135162 w 150530"/>
                <a:gd name="connsiteY18" fmla="*/ 31962 h 251838"/>
                <a:gd name="connsiteX19" fmla="*/ 110310 w 150530"/>
                <a:gd name="connsiteY19" fmla="*/ 80371 h 251838"/>
                <a:gd name="connsiteX20" fmla="*/ 89047 w 150530"/>
                <a:gd name="connsiteY20" fmla="*/ 77013 h 251838"/>
                <a:gd name="connsiteX21" fmla="*/ 67784 w 150530"/>
                <a:gd name="connsiteY21" fmla="*/ 85968 h 251838"/>
                <a:gd name="connsiteX22" fmla="*/ 86838 w 150530"/>
                <a:gd name="connsiteY22" fmla="*/ 92963 h 251838"/>
                <a:gd name="connsiteX23" fmla="*/ 109481 w 150530"/>
                <a:gd name="connsiteY23" fmla="*/ 89326 h 251838"/>
                <a:gd name="connsiteX24" fmla="*/ 121631 w 150530"/>
                <a:gd name="connsiteY24" fmla="*/ 120945 h 251838"/>
                <a:gd name="connsiteX25" fmla="*/ 107824 w 150530"/>
                <a:gd name="connsiteY25" fmla="*/ 169074 h 251838"/>
                <a:gd name="connsiteX26" fmla="*/ 62814 w 150530"/>
                <a:gd name="connsiteY26" fmla="*/ 194258 h 251838"/>
                <a:gd name="connsiteX27" fmla="*/ 31334 w 150530"/>
                <a:gd name="connsiteY27" fmla="*/ 158161 h 251838"/>
                <a:gd name="connsiteX28" fmla="*/ 32715 w 150530"/>
                <a:gd name="connsiteY28" fmla="*/ 145849 h 251838"/>
                <a:gd name="connsiteX29" fmla="*/ 50388 w 150530"/>
                <a:gd name="connsiteY29" fmla="*/ 75055 h 251838"/>
                <a:gd name="connsiteX30" fmla="*/ 109481 w 150530"/>
                <a:gd name="connsiteY30" fmla="*/ 6499 h 251838"/>
                <a:gd name="connsiteX31" fmla="*/ 135162 w 150530"/>
                <a:gd name="connsiteY31" fmla="*/ 31962 h 25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0530" h="251838">
                  <a:moveTo>
                    <a:pt x="150626" y="38398"/>
                  </a:moveTo>
                  <a:cubicBezTo>
                    <a:pt x="150626" y="17412"/>
                    <a:pt x="135438" y="63"/>
                    <a:pt x="113071" y="63"/>
                  </a:cubicBezTo>
                  <a:cubicBezTo>
                    <a:pt x="97055" y="63"/>
                    <a:pt x="89323" y="4540"/>
                    <a:pt x="79658" y="11815"/>
                  </a:cubicBezTo>
                  <a:cubicBezTo>
                    <a:pt x="64471" y="23008"/>
                    <a:pt x="49283" y="50151"/>
                    <a:pt x="44036" y="71417"/>
                  </a:cubicBezTo>
                  <a:lnTo>
                    <a:pt x="130" y="249103"/>
                  </a:lnTo>
                  <a:cubicBezTo>
                    <a:pt x="-146" y="250222"/>
                    <a:pt x="1235" y="251901"/>
                    <a:pt x="3444" y="251901"/>
                  </a:cubicBezTo>
                  <a:cubicBezTo>
                    <a:pt x="5653" y="251901"/>
                    <a:pt x="6481" y="251342"/>
                    <a:pt x="6758" y="250502"/>
                  </a:cubicBezTo>
                  <a:lnTo>
                    <a:pt x="26087" y="173272"/>
                  </a:lnTo>
                  <a:cubicBezTo>
                    <a:pt x="31334" y="190061"/>
                    <a:pt x="43484" y="200414"/>
                    <a:pt x="63642" y="200414"/>
                  </a:cubicBezTo>
                  <a:cubicBezTo>
                    <a:pt x="83800" y="200414"/>
                    <a:pt x="104511" y="190621"/>
                    <a:pt x="116937" y="178309"/>
                  </a:cubicBezTo>
                  <a:cubicBezTo>
                    <a:pt x="130192" y="165437"/>
                    <a:pt x="139028" y="147528"/>
                    <a:pt x="139028" y="126822"/>
                  </a:cubicBezTo>
                  <a:cubicBezTo>
                    <a:pt x="139028" y="106674"/>
                    <a:pt x="128811" y="92124"/>
                    <a:pt x="118870" y="85128"/>
                  </a:cubicBezTo>
                  <a:cubicBezTo>
                    <a:pt x="134886" y="75894"/>
                    <a:pt x="150626" y="58545"/>
                    <a:pt x="150626" y="38398"/>
                  </a:cubicBezTo>
                  <a:close/>
                  <a:moveTo>
                    <a:pt x="100921" y="84848"/>
                  </a:moveTo>
                  <a:cubicBezTo>
                    <a:pt x="97331" y="86248"/>
                    <a:pt x="94294" y="86807"/>
                    <a:pt x="87666" y="86807"/>
                  </a:cubicBezTo>
                  <a:cubicBezTo>
                    <a:pt x="83800" y="86807"/>
                    <a:pt x="78277" y="87087"/>
                    <a:pt x="75516" y="85688"/>
                  </a:cubicBezTo>
                  <a:cubicBezTo>
                    <a:pt x="76068" y="82890"/>
                    <a:pt x="86009" y="83449"/>
                    <a:pt x="89047" y="83449"/>
                  </a:cubicBezTo>
                  <a:cubicBezTo>
                    <a:pt x="94846" y="83449"/>
                    <a:pt x="97331" y="83449"/>
                    <a:pt x="100921" y="84848"/>
                  </a:cubicBezTo>
                  <a:close/>
                  <a:moveTo>
                    <a:pt x="135162" y="31962"/>
                  </a:moveTo>
                  <a:cubicBezTo>
                    <a:pt x="135162" y="51550"/>
                    <a:pt x="124669" y="71697"/>
                    <a:pt x="110310" y="80371"/>
                  </a:cubicBezTo>
                  <a:cubicBezTo>
                    <a:pt x="102854" y="77573"/>
                    <a:pt x="97331" y="77013"/>
                    <a:pt x="89047" y="77013"/>
                  </a:cubicBezTo>
                  <a:cubicBezTo>
                    <a:pt x="83248" y="77013"/>
                    <a:pt x="67784" y="76734"/>
                    <a:pt x="67784" y="85968"/>
                  </a:cubicBezTo>
                  <a:cubicBezTo>
                    <a:pt x="67508" y="93803"/>
                    <a:pt x="81867" y="92963"/>
                    <a:pt x="86838" y="92963"/>
                  </a:cubicBezTo>
                  <a:cubicBezTo>
                    <a:pt x="97055" y="92963"/>
                    <a:pt x="101197" y="92683"/>
                    <a:pt x="109481" y="89326"/>
                  </a:cubicBezTo>
                  <a:cubicBezTo>
                    <a:pt x="119974" y="99399"/>
                    <a:pt x="121355" y="108074"/>
                    <a:pt x="121631" y="120945"/>
                  </a:cubicBezTo>
                  <a:cubicBezTo>
                    <a:pt x="122184" y="137175"/>
                    <a:pt x="115556" y="158161"/>
                    <a:pt x="107824" y="169074"/>
                  </a:cubicBezTo>
                  <a:cubicBezTo>
                    <a:pt x="97055" y="184185"/>
                    <a:pt x="78554" y="194258"/>
                    <a:pt x="62814" y="194258"/>
                  </a:cubicBezTo>
                  <a:cubicBezTo>
                    <a:pt x="41827" y="194258"/>
                    <a:pt x="31334" y="178029"/>
                    <a:pt x="31334" y="158161"/>
                  </a:cubicBezTo>
                  <a:cubicBezTo>
                    <a:pt x="31334" y="155363"/>
                    <a:pt x="31334" y="151166"/>
                    <a:pt x="32715" y="145849"/>
                  </a:cubicBezTo>
                  <a:lnTo>
                    <a:pt x="50388" y="75055"/>
                  </a:lnTo>
                  <a:cubicBezTo>
                    <a:pt x="56463" y="50990"/>
                    <a:pt x="76345" y="6499"/>
                    <a:pt x="109481" y="6499"/>
                  </a:cubicBezTo>
                  <a:cubicBezTo>
                    <a:pt x="125497" y="6499"/>
                    <a:pt x="135162" y="15173"/>
                    <a:pt x="135162" y="31962"/>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8" name="Freeform: Shape 7">
              <a:extLst>
                <a:ext uri="{FF2B5EF4-FFF2-40B4-BE49-F238E27FC236}">
                  <a16:creationId xmlns:a16="http://schemas.microsoft.com/office/drawing/2014/main" id="{33B01CC7-6F2C-C15A-EA9C-1DB7F45015EA}"/>
                </a:ext>
              </a:extLst>
            </p:cNvPr>
            <p:cNvSpPr/>
            <p:nvPr>
              <p:custDataLst>
                <p:tags r:id="rId15"/>
              </p:custDataLst>
            </p:nvPr>
          </p:nvSpPr>
          <p:spPr>
            <a:xfrm>
              <a:off x="4533185" y="3846482"/>
              <a:ext cx="89689" cy="133978"/>
            </a:xfrm>
            <a:custGeom>
              <a:avLst/>
              <a:gdLst>
                <a:gd name="connsiteX0" fmla="*/ 89791 w 89689"/>
                <a:gd name="connsiteY0" fmla="*/ 67641 h 133978"/>
                <a:gd name="connsiteX1" fmla="*/ 78386 w 89689"/>
                <a:gd name="connsiteY1" fmla="*/ 16909 h 133978"/>
                <a:gd name="connsiteX2" fmla="*/ 44946 w 89689"/>
                <a:gd name="connsiteY2" fmla="*/ 64 h 133978"/>
                <a:gd name="connsiteX3" fmla="*/ 101 w 89689"/>
                <a:gd name="connsiteY3" fmla="*/ 67641 h 133978"/>
                <a:gd name="connsiteX4" fmla="*/ 44946 w 89689"/>
                <a:gd name="connsiteY4" fmla="*/ 134042 h 133978"/>
                <a:gd name="connsiteX5" fmla="*/ 89791 w 89689"/>
                <a:gd name="connsiteY5" fmla="*/ 67641 h 133978"/>
                <a:gd name="connsiteX6" fmla="*/ 44946 w 89689"/>
                <a:gd name="connsiteY6" fmla="*/ 128558 h 133978"/>
                <a:gd name="connsiteX7" fmla="*/ 20397 w 89689"/>
                <a:gd name="connsiteY7" fmla="*/ 107208 h 133978"/>
                <a:gd name="connsiteX8" fmla="*/ 17691 w 89689"/>
                <a:gd name="connsiteY8" fmla="*/ 65095 h 133978"/>
                <a:gd name="connsiteX9" fmla="*/ 20590 w 89689"/>
                <a:gd name="connsiteY9" fmla="*/ 25136 h 133978"/>
                <a:gd name="connsiteX10" fmla="*/ 44946 w 89689"/>
                <a:gd name="connsiteY10" fmla="*/ 5549 h 133978"/>
                <a:gd name="connsiteX11" fmla="*/ 68915 w 89689"/>
                <a:gd name="connsiteY11" fmla="*/ 23373 h 133978"/>
                <a:gd name="connsiteX12" fmla="*/ 72201 w 89689"/>
                <a:gd name="connsiteY12" fmla="*/ 65095 h 133978"/>
                <a:gd name="connsiteX13" fmla="*/ 69688 w 89689"/>
                <a:gd name="connsiteY13" fmla="*/ 106424 h 133978"/>
                <a:gd name="connsiteX14" fmla="*/ 44946 w 89689"/>
                <a:gd name="connsiteY14" fmla="*/ 128558 h 133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689" h="133978">
                  <a:moveTo>
                    <a:pt x="89791" y="67641"/>
                  </a:moveTo>
                  <a:cubicBezTo>
                    <a:pt x="89791" y="46095"/>
                    <a:pt x="87278" y="30621"/>
                    <a:pt x="78386" y="16909"/>
                  </a:cubicBezTo>
                  <a:cubicBezTo>
                    <a:pt x="72394" y="7899"/>
                    <a:pt x="60410" y="64"/>
                    <a:pt x="44946" y="64"/>
                  </a:cubicBezTo>
                  <a:cubicBezTo>
                    <a:pt x="101" y="64"/>
                    <a:pt x="101" y="53538"/>
                    <a:pt x="101" y="67641"/>
                  </a:cubicBezTo>
                  <a:cubicBezTo>
                    <a:pt x="101" y="81744"/>
                    <a:pt x="101" y="134042"/>
                    <a:pt x="44946" y="134042"/>
                  </a:cubicBezTo>
                  <a:cubicBezTo>
                    <a:pt x="89791" y="134042"/>
                    <a:pt x="89791" y="81744"/>
                    <a:pt x="89791" y="67641"/>
                  </a:cubicBezTo>
                  <a:close/>
                  <a:moveTo>
                    <a:pt x="44946" y="128558"/>
                  </a:moveTo>
                  <a:cubicBezTo>
                    <a:pt x="36054" y="128558"/>
                    <a:pt x="24263" y="123269"/>
                    <a:pt x="20397" y="107208"/>
                  </a:cubicBezTo>
                  <a:cubicBezTo>
                    <a:pt x="17691" y="95651"/>
                    <a:pt x="17691" y="79589"/>
                    <a:pt x="17691" y="65095"/>
                  </a:cubicBezTo>
                  <a:cubicBezTo>
                    <a:pt x="17691" y="50796"/>
                    <a:pt x="17691" y="35909"/>
                    <a:pt x="20590" y="25136"/>
                  </a:cubicBezTo>
                  <a:cubicBezTo>
                    <a:pt x="24650" y="9662"/>
                    <a:pt x="37021" y="5549"/>
                    <a:pt x="44946" y="5549"/>
                  </a:cubicBezTo>
                  <a:cubicBezTo>
                    <a:pt x="55384" y="5549"/>
                    <a:pt x="65435" y="12013"/>
                    <a:pt x="68915" y="23373"/>
                  </a:cubicBezTo>
                  <a:cubicBezTo>
                    <a:pt x="72007" y="33951"/>
                    <a:pt x="72201" y="48054"/>
                    <a:pt x="72201" y="65095"/>
                  </a:cubicBezTo>
                  <a:cubicBezTo>
                    <a:pt x="72201" y="79589"/>
                    <a:pt x="72201" y="94084"/>
                    <a:pt x="69688" y="106424"/>
                  </a:cubicBezTo>
                  <a:cubicBezTo>
                    <a:pt x="65822" y="124249"/>
                    <a:pt x="52678" y="128558"/>
                    <a:pt x="44946" y="128558"/>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9" name="Freeform: Shape 8">
              <a:extLst>
                <a:ext uri="{FF2B5EF4-FFF2-40B4-BE49-F238E27FC236}">
                  <a16:creationId xmlns:a16="http://schemas.microsoft.com/office/drawing/2014/main" id="{836EB654-CA55-E091-6E9D-E6319025F8D0}"/>
                </a:ext>
              </a:extLst>
            </p:cNvPr>
            <p:cNvSpPr/>
            <p:nvPr>
              <p:custDataLst>
                <p:tags r:id="rId16"/>
              </p:custDataLst>
            </p:nvPr>
          </p:nvSpPr>
          <p:spPr>
            <a:xfrm>
              <a:off x="4723840" y="3771434"/>
              <a:ext cx="183632" cy="186360"/>
            </a:xfrm>
            <a:custGeom>
              <a:avLst/>
              <a:gdLst>
                <a:gd name="connsiteX0" fmla="*/ 97585 w 183632"/>
                <a:gd name="connsiteY0" fmla="*/ 98839 h 186360"/>
                <a:gd name="connsiteX1" fmla="*/ 174627 w 183632"/>
                <a:gd name="connsiteY1" fmla="*/ 98839 h 186360"/>
                <a:gd name="connsiteX2" fmla="*/ 183740 w 183632"/>
                <a:gd name="connsiteY2" fmla="*/ 93243 h 186360"/>
                <a:gd name="connsiteX3" fmla="*/ 174627 w 183632"/>
                <a:gd name="connsiteY3" fmla="*/ 87647 h 186360"/>
                <a:gd name="connsiteX4" fmla="*/ 97585 w 183632"/>
                <a:gd name="connsiteY4" fmla="*/ 87647 h 186360"/>
                <a:gd name="connsiteX5" fmla="*/ 97585 w 183632"/>
                <a:gd name="connsiteY5" fmla="*/ 9297 h 186360"/>
                <a:gd name="connsiteX6" fmla="*/ 92062 w 183632"/>
                <a:gd name="connsiteY6" fmla="*/ 63 h 186360"/>
                <a:gd name="connsiteX7" fmla="*/ 86539 w 183632"/>
                <a:gd name="connsiteY7" fmla="*/ 9297 h 186360"/>
                <a:gd name="connsiteX8" fmla="*/ 86539 w 183632"/>
                <a:gd name="connsiteY8" fmla="*/ 87647 h 186360"/>
                <a:gd name="connsiteX9" fmla="*/ 9220 w 183632"/>
                <a:gd name="connsiteY9" fmla="*/ 87647 h 186360"/>
                <a:gd name="connsiteX10" fmla="*/ 108 w 183632"/>
                <a:gd name="connsiteY10" fmla="*/ 93243 h 186360"/>
                <a:gd name="connsiteX11" fmla="*/ 9220 w 183632"/>
                <a:gd name="connsiteY11" fmla="*/ 98839 h 186360"/>
                <a:gd name="connsiteX12" fmla="*/ 86539 w 183632"/>
                <a:gd name="connsiteY12" fmla="*/ 98839 h 186360"/>
                <a:gd name="connsiteX13" fmla="*/ 86539 w 183632"/>
                <a:gd name="connsiteY13" fmla="*/ 177189 h 186360"/>
                <a:gd name="connsiteX14" fmla="*/ 92062 w 183632"/>
                <a:gd name="connsiteY14" fmla="*/ 186423 h 186360"/>
                <a:gd name="connsiteX15" fmla="*/ 97585 w 183632"/>
                <a:gd name="connsiteY15" fmla="*/ 177189 h 186360"/>
                <a:gd name="connsiteX16" fmla="*/ 97585 w 183632"/>
                <a:gd name="connsiteY16" fmla="*/ 98839 h 1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632" h="186360">
                  <a:moveTo>
                    <a:pt x="97585" y="98839"/>
                  </a:moveTo>
                  <a:lnTo>
                    <a:pt x="174627" y="98839"/>
                  </a:lnTo>
                  <a:cubicBezTo>
                    <a:pt x="178493" y="98839"/>
                    <a:pt x="183740" y="98839"/>
                    <a:pt x="183740" y="93243"/>
                  </a:cubicBezTo>
                  <a:cubicBezTo>
                    <a:pt x="183740" y="87647"/>
                    <a:pt x="178493" y="87647"/>
                    <a:pt x="174627" y="87647"/>
                  </a:cubicBezTo>
                  <a:lnTo>
                    <a:pt x="97585" y="87647"/>
                  </a:lnTo>
                  <a:lnTo>
                    <a:pt x="97585" y="9297"/>
                  </a:lnTo>
                  <a:cubicBezTo>
                    <a:pt x="97585" y="5379"/>
                    <a:pt x="97585" y="63"/>
                    <a:pt x="92062" y="63"/>
                  </a:cubicBezTo>
                  <a:cubicBezTo>
                    <a:pt x="86539" y="63"/>
                    <a:pt x="86539" y="5379"/>
                    <a:pt x="86539" y="9297"/>
                  </a:cubicBezTo>
                  <a:lnTo>
                    <a:pt x="86539" y="87647"/>
                  </a:lnTo>
                  <a:lnTo>
                    <a:pt x="9220" y="87647"/>
                  </a:lnTo>
                  <a:cubicBezTo>
                    <a:pt x="5354" y="87647"/>
                    <a:pt x="108" y="87647"/>
                    <a:pt x="108" y="93243"/>
                  </a:cubicBezTo>
                  <a:cubicBezTo>
                    <a:pt x="108" y="98839"/>
                    <a:pt x="5354" y="98839"/>
                    <a:pt x="9220" y="98839"/>
                  </a:cubicBezTo>
                  <a:lnTo>
                    <a:pt x="86539" y="98839"/>
                  </a:lnTo>
                  <a:lnTo>
                    <a:pt x="86539" y="177189"/>
                  </a:lnTo>
                  <a:cubicBezTo>
                    <a:pt x="86539" y="181107"/>
                    <a:pt x="86539" y="186423"/>
                    <a:pt x="92062" y="186423"/>
                  </a:cubicBezTo>
                  <a:cubicBezTo>
                    <a:pt x="97585" y="186423"/>
                    <a:pt x="97585" y="181107"/>
                    <a:pt x="97585" y="177189"/>
                  </a:cubicBezTo>
                  <a:lnTo>
                    <a:pt x="97585" y="98839"/>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0" name="Freeform: Shape 9">
              <a:extLst>
                <a:ext uri="{FF2B5EF4-FFF2-40B4-BE49-F238E27FC236}">
                  <a16:creationId xmlns:a16="http://schemas.microsoft.com/office/drawing/2014/main" id="{7C6B3BB0-BEF3-9DB4-B68B-685B52A51473}"/>
                </a:ext>
              </a:extLst>
            </p:cNvPr>
            <p:cNvSpPr/>
            <p:nvPr>
              <p:custDataLst>
                <p:tags r:id="rId17"/>
              </p:custDataLst>
            </p:nvPr>
          </p:nvSpPr>
          <p:spPr>
            <a:xfrm>
              <a:off x="4992763" y="3737016"/>
              <a:ext cx="150530" cy="251838"/>
            </a:xfrm>
            <a:custGeom>
              <a:avLst/>
              <a:gdLst>
                <a:gd name="connsiteX0" fmla="*/ 150648 w 150530"/>
                <a:gd name="connsiteY0" fmla="*/ 38398 h 251838"/>
                <a:gd name="connsiteX1" fmla="*/ 113093 w 150530"/>
                <a:gd name="connsiteY1" fmla="*/ 63 h 251838"/>
                <a:gd name="connsiteX2" fmla="*/ 79680 w 150530"/>
                <a:gd name="connsiteY2" fmla="*/ 11815 h 251838"/>
                <a:gd name="connsiteX3" fmla="*/ 44059 w 150530"/>
                <a:gd name="connsiteY3" fmla="*/ 71417 h 251838"/>
                <a:gd name="connsiteX4" fmla="*/ 153 w 150530"/>
                <a:gd name="connsiteY4" fmla="*/ 249103 h 251838"/>
                <a:gd name="connsiteX5" fmla="*/ 3466 w 150530"/>
                <a:gd name="connsiteY5" fmla="*/ 251901 h 251838"/>
                <a:gd name="connsiteX6" fmla="*/ 6780 w 150530"/>
                <a:gd name="connsiteY6" fmla="*/ 250502 h 251838"/>
                <a:gd name="connsiteX7" fmla="*/ 26110 w 150530"/>
                <a:gd name="connsiteY7" fmla="*/ 173272 h 251838"/>
                <a:gd name="connsiteX8" fmla="*/ 63664 w 150530"/>
                <a:gd name="connsiteY8" fmla="*/ 200414 h 251838"/>
                <a:gd name="connsiteX9" fmla="*/ 116959 w 150530"/>
                <a:gd name="connsiteY9" fmla="*/ 178309 h 251838"/>
                <a:gd name="connsiteX10" fmla="*/ 139050 w 150530"/>
                <a:gd name="connsiteY10" fmla="*/ 126822 h 251838"/>
                <a:gd name="connsiteX11" fmla="*/ 118892 w 150530"/>
                <a:gd name="connsiteY11" fmla="*/ 85128 h 251838"/>
                <a:gd name="connsiteX12" fmla="*/ 150648 w 150530"/>
                <a:gd name="connsiteY12" fmla="*/ 38398 h 251838"/>
                <a:gd name="connsiteX13" fmla="*/ 100943 w 150530"/>
                <a:gd name="connsiteY13" fmla="*/ 84848 h 251838"/>
                <a:gd name="connsiteX14" fmla="*/ 87688 w 150530"/>
                <a:gd name="connsiteY14" fmla="*/ 86807 h 251838"/>
                <a:gd name="connsiteX15" fmla="*/ 75538 w 150530"/>
                <a:gd name="connsiteY15" fmla="*/ 85688 h 251838"/>
                <a:gd name="connsiteX16" fmla="*/ 89069 w 150530"/>
                <a:gd name="connsiteY16" fmla="*/ 83449 h 251838"/>
                <a:gd name="connsiteX17" fmla="*/ 100943 w 150530"/>
                <a:gd name="connsiteY17" fmla="*/ 84848 h 251838"/>
                <a:gd name="connsiteX18" fmla="*/ 135184 w 150530"/>
                <a:gd name="connsiteY18" fmla="*/ 31962 h 251838"/>
                <a:gd name="connsiteX19" fmla="*/ 110332 w 150530"/>
                <a:gd name="connsiteY19" fmla="*/ 80371 h 251838"/>
                <a:gd name="connsiteX20" fmla="*/ 89069 w 150530"/>
                <a:gd name="connsiteY20" fmla="*/ 77013 h 251838"/>
                <a:gd name="connsiteX21" fmla="*/ 67807 w 150530"/>
                <a:gd name="connsiteY21" fmla="*/ 85968 h 251838"/>
                <a:gd name="connsiteX22" fmla="*/ 86860 w 150530"/>
                <a:gd name="connsiteY22" fmla="*/ 92963 h 251838"/>
                <a:gd name="connsiteX23" fmla="*/ 109503 w 150530"/>
                <a:gd name="connsiteY23" fmla="*/ 89326 h 251838"/>
                <a:gd name="connsiteX24" fmla="*/ 121654 w 150530"/>
                <a:gd name="connsiteY24" fmla="*/ 120945 h 251838"/>
                <a:gd name="connsiteX25" fmla="*/ 107847 w 150530"/>
                <a:gd name="connsiteY25" fmla="*/ 169074 h 251838"/>
                <a:gd name="connsiteX26" fmla="*/ 62836 w 150530"/>
                <a:gd name="connsiteY26" fmla="*/ 194258 h 251838"/>
                <a:gd name="connsiteX27" fmla="*/ 31356 w 150530"/>
                <a:gd name="connsiteY27" fmla="*/ 158161 h 251838"/>
                <a:gd name="connsiteX28" fmla="*/ 32737 w 150530"/>
                <a:gd name="connsiteY28" fmla="*/ 145849 h 251838"/>
                <a:gd name="connsiteX29" fmla="*/ 50410 w 150530"/>
                <a:gd name="connsiteY29" fmla="*/ 75055 h 251838"/>
                <a:gd name="connsiteX30" fmla="*/ 109503 w 150530"/>
                <a:gd name="connsiteY30" fmla="*/ 6499 h 251838"/>
                <a:gd name="connsiteX31" fmla="*/ 135184 w 150530"/>
                <a:gd name="connsiteY31" fmla="*/ 31962 h 25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0530" h="251838">
                  <a:moveTo>
                    <a:pt x="150648" y="38398"/>
                  </a:moveTo>
                  <a:cubicBezTo>
                    <a:pt x="150648" y="17412"/>
                    <a:pt x="135461" y="63"/>
                    <a:pt x="113093" y="63"/>
                  </a:cubicBezTo>
                  <a:cubicBezTo>
                    <a:pt x="97077" y="63"/>
                    <a:pt x="89345" y="4540"/>
                    <a:pt x="79680" y="11815"/>
                  </a:cubicBezTo>
                  <a:cubicBezTo>
                    <a:pt x="64493" y="23008"/>
                    <a:pt x="49305" y="50151"/>
                    <a:pt x="44059" y="71417"/>
                  </a:cubicBezTo>
                  <a:lnTo>
                    <a:pt x="153" y="249103"/>
                  </a:lnTo>
                  <a:cubicBezTo>
                    <a:pt x="-124" y="250222"/>
                    <a:pt x="1257" y="251901"/>
                    <a:pt x="3466" y="251901"/>
                  </a:cubicBezTo>
                  <a:cubicBezTo>
                    <a:pt x="5675" y="251901"/>
                    <a:pt x="6504" y="251342"/>
                    <a:pt x="6780" y="250502"/>
                  </a:cubicBezTo>
                  <a:lnTo>
                    <a:pt x="26110" y="173272"/>
                  </a:lnTo>
                  <a:cubicBezTo>
                    <a:pt x="31356" y="190061"/>
                    <a:pt x="43506" y="200414"/>
                    <a:pt x="63664" y="200414"/>
                  </a:cubicBezTo>
                  <a:cubicBezTo>
                    <a:pt x="83823" y="200414"/>
                    <a:pt x="104533" y="190621"/>
                    <a:pt x="116959" y="178309"/>
                  </a:cubicBezTo>
                  <a:cubicBezTo>
                    <a:pt x="130214" y="165437"/>
                    <a:pt x="139050" y="147528"/>
                    <a:pt x="139050" y="126822"/>
                  </a:cubicBezTo>
                  <a:cubicBezTo>
                    <a:pt x="139050" y="106674"/>
                    <a:pt x="128833" y="92124"/>
                    <a:pt x="118892" y="85128"/>
                  </a:cubicBezTo>
                  <a:cubicBezTo>
                    <a:pt x="134908" y="75894"/>
                    <a:pt x="150648" y="58545"/>
                    <a:pt x="150648" y="38398"/>
                  </a:cubicBezTo>
                  <a:close/>
                  <a:moveTo>
                    <a:pt x="100943" y="84848"/>
                  </a:moveTo>
                  <a:cubicBezTo>
                    <a:pt x="97353" y="86248"/>
                    <a:pt x="94316" y="86807"/>
                    <a:pt x="87688" y="86807"/>
                  </a:cubicBezTo>
                  <a:cubicBezTo>
                    <a:pt x="83823" y="86807"/>
                    <a:pt x="78300" y="87087"/>
                    <a:pt x="75538" y="85688"/>
                  </a:cubicBezTo>
                  <a:cubicBezTo>
                    <a:pt x="76091" y="82890"/>
                    <a:pt x="86032" y="83449"/>
                    <a:pt x="89069" y="83449"/>
                  </a:cubicBezTo>
                  <a:cubicBezTo>
                    <a:pt x="94868" y="83449"/>
                    <a:pt x="97353" y="83449"/>
                    <a:pt x="100943" y="84848"/>
                  </a:cubicBezTo>
                  <a:close/>
                  <a:moveTo>
                    <a:pt x="135184" y="31962"/>
                  </a:moveTo>
                  <a:cubicBezTo>
                    <a:pt x="135184" y="51550"/>
                    <a:pt x="124691" y="71697"/>
                    <a:pt x="110332" y="80371"/>
                  </a:cubicBezTo>
                  <a:cubicBezTo>
                    <a:pt x="102876" y="77573"/>
                    <a:pt x="97353" y="77013"/>
                    <a:pt x="89069" y="77013"/>
                  </a:cubicBezTo>
                  <a:cubicBezTo>
                    <a:pt x="83270" y="77013"/>
                    <a:pt x="67807" y="76734"/>
                    <a:pt x="67807" y="85968"/>
                  </a:cubicBezTo>
                  <a:cubicBezTo>
                    <a:pt x="67530" y="93803"/>
                    <a:pt x="81890" y="92963"/>
                    <a:pt x="86860" y="92963"/>
                  </a:cubicBezTo>
                  <a:cubicBezTo>
                    <a:pt x="97077" y="92963"/>
                    <a:pt x="101219" y="92683"/>
                    <a:pt x="109503" y="89326"/>
                  </a:cubicBezTo>
                  <a:cubicBezTo>
                    <a:pt x="119997" y="99399"/>
                    <a:pt x="121377" y="108074"/>
                    <a:pt x="121654" y="120945"/>
                  </a:cubicBezTo>
                  <a:cubicBezTo>
                    <a:pt x="122206" y="137175"/>
                    <a:pt x="115579" y="158161"/>
                    <a:pt x="107847" y="169074"/>
                  </a:cubicBezTo>
                  <a:cubicBezTo>
                    <a:pt x="97077" y="184185"/>
                    <a:pt x="78576" y="194258"/>
                    <a:pt x="62836" y="194258"/>
                  </a:cubicBezTo>
                  <a:cubicBezTo>
                    <a:pt x="41849" y="194258"/>
                    <a:pt x="31356" y="178029"/>
                    <a:pt x="31356" y="158161"/>
                  </a:cubicBezTo>
                  <a:cubicBezTo>
                    <a:pt x="31356" y="155363"/>
                    <a:pt x="31356" y="151166"/>
                    <a:pt x="32737" y="145849"/>
                  </a:cubicBezTo>
                  <a:lnTo>
                    <a:pt x="50410" y="75055"/>
                  </a:lnTo>
                  <a:cubicBezTo>
                    <a:pt x="56485" y="50990"/>
                    <a:pt x="76367" y="6499"/>
                    <a:pt x="109503" y="6499"/>
                  </a:cubicBezTo>
                  <a:cubicBezTo>
                    <a:pt x="125520" y="6499"/>
                    <a:pt x="135184" y="15173"/>
                    <a:pt x="135184" y="31962"/>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1" name="Freeform: Shape 10">
              <a:extLst>
                <a:ext uri="{FF2B5EF4-FFF2-40B4-BE49-F238E27FC236}">
                  <a16:creationId xmlns:a16="http://schemas.microsoft.com/office/drawing/2014/main" id="{D997D05A-19CF-292C-5A73-EE39CC9FEA26}"/>
                </a:ext>
              </a:extLst>
            </p:cNvPr>
            <p:cNvSpPr/>
            <p:nvPr>
              <p:custDataLst>
                <p:tags r:id="rId18"/>
              </p:custDataLst>
            </p:nvPr>
          </p:nvSpPr>
          <p:spPr>
            <a:xfrm>
              <a:off x="5161774" y="3846482"/>
              <a:ext cx="70360" cy="130060"/>
            </a:xfrm>
            <a:custGeom>
              <a:avLst/>
              <a:gdLst>
                <a:gd name="connsiteX0" fmla="*/ 43808 w 70360"/>
                <a:gd name="connsiteY0" fmla="*/ 5549 h 130060"/>
                <a:gd name="connsiteX1" fmla="*/ 38009 w 70360"/>
                <a:gd name="connsiteY1" fmla="*/ 64 h 130060"/>
                <a:gd name="connsiteX2" fmla="*/ 123 w 70360"/>
                <a:gd name="connsiteY2" fmla="*/ 12600 h 130060"/>
                <a:gd name="connsiteX3" fmla="*/ 123 w 70360"/>
                <a:gd name="connsiteY3" fmla="*/ 19652 h 130060"/>
                <a:gd name="connsiteX4" fmla="*/ 28151 w 70360"/>
                <a:gd name="connsiteY4" fmla="*/ 14167 h 130060"/>
                <a:gd name="connsiteX5" fmla="*/ 28151 w 70360"/>
                <a:gd name="connsiteY5" fmla="*/ 114063 h 130060"/>
                <a:gd name="connsiteX6" fmla="*/ 8822 w 70360"/>
                <a:gd name="connsiteY6" fmla="*/ 123073 h 130060"/>
                <a:gd name="connsiteX7" fmla="*/ 1476 w 70360"/>
                <a:gd name="connsiteY7" fmla="*/ 123073 h 130060"/>
                <a:gd name="connsiteX8" fmla="*/ 1476 w 70360"/>
                <a:gd name="connsiteY8" fmla="*/ 130125 h 130060"/>
                <a:gd name="connsiteX9" fmla="*/ 35883 w 70360"/>
                <a:gd name="connsiteY9" fmla="*/ 129341 h 130060"/>
                <a:gd name="connsiteX10" fmla="*/ 70483 w 70360"/>
                <a:gd name="connsiteY10" fmla="*/ 130125 h 130060"/>
                <a:gd name="connsiteX11" fmla="*/ 70483 w 70360"/>
                <a:gd name="connsiteY11" fmla="*/ 123073 h 130060"/>
                <a:gd name="connsiteX12" fmla="*/ 63138 w 70360"/>
                <a:gd name="connsiteY12" fmla="*/ 123073 h 130060"/>
                <a:gd name="connsiteX13" fmla="*/ 43808 w 70360"/>
                <a:gd name="connsiteY13" fmla="*/ 114063 h 130060"/>
                <a:gd name="connsiteX14" fmla="*/ 43808 w 70360"/>
                <a:gd name="connsiteY14" fmla="*/ 5549 h 13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360" h="130060">
                  <a:moveTo>
                    <a:pt x="43808" y="5549"/>
                  </a:moveTo>
                  <a:cubicBezTo>
                    <a:pt x="43808" y="260"/>
                    <a:pt x="43422" y="64"/>
                    <a:pt x="38009" y="64"/>
                  </a:cubicBezTo>
                  <a:cubicBezTo>
                    <a:pt x="25638" y="12404"/>
                    <a:pt x="8048" y="12600"/>
                    <a:pt x="123" y="12600"/>
                  </a:cubicBezTo>
                  <a:lnTo>
                    <a:pt x="123" y="19652"/>
                  </a:lnTo>
                  <a:cubicBezTo>
                    <a:pt x="4762" y="19652"/>
                    <a:pt x="17520" y="19652"/>
                    <a:pt x="28151" y="14167"/>
                  </a:cubicBezTo>
                  <a:lnTo>
                    <a:pt x="28151" y="114063"/>
                  </a:lnTo>
                  <a:cubicBezTo>
                    <a:pt x="28151" y="120527"/>
                    <a:pt x="28151" y="123073"/>
                    <a:pt x="8822" y="123073"/>
                  </a:cubicBezTo>
                  <a:lnTo>
                    <a:pt x="1476" y="123073"/>
                  </a:lnTo>
                  <a:lnTo>
                    <a:pt x="1476" y="130125"/>
                  </a:lnTo>
                  <a:cubicBezTo>
                    <a:pt x="4956" y="129929"/>
                    <a:pt x="28731" y="129341"/>
                    <a:pt x="35883" y="129341"/>
                  </a:cubicBezTo>
                  <a:cubicBezTo>
                    <a:pt x="41875" y="129341"/>
                    <a:pt x="66231" y="129929"/>
                    <a:pt x="70483" y="130125"/>
                  </a:cubicBezTo>
                  <a:lnTo>
                    <a:pt x="70483" y="123073"/>
                  </a:lnTo>
                  <a:lnTo>
                    <a:pt x="63138" y="123073"/>
                  </a:lnTo>
                  <a:cubicBezTo>
                    <a:pt x="43808" y="123073"/>
                    <a:pt x="43808" y="120527"/>
                    <a:pt x="43808" y="114063"/>
                  </a:cubicBezTo>
                  <a:lnTo>
                    <a:pt x="43808" y="5549"/>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2" name="Freeform: Shape 11">
              <a:extLst>
                <a:ext uri="{FF2B5EF4-FFF2-40B4-BE49-F238E27FC236}">
                  <a16:creationId xmlns:a16="http://schemas.microsoft.com/office/drawing/2014/main" id="{7A0CCEB5-6DA0-5E4E-0816-B8DC54E07814}"/>
                </a:ext>
              </a:extLst>
            </p:cNvPr>
            <p:cNvSpPr/>
            <p:nvPr>
              <p:custDataLst>
                <p:tags r:id="rId19"/>
              </p:custDataLst>
            </p:nvPr>
          </p:nvSpPr>
          <p:spPr>
            <a:xfrm>
              <a:off x="5272592" y="3810889"/>
              <a:ext cx="137517" cy="126758"/>
            </a:xfrm>
            <a:custGeom>
              <a:avLst/>
              <a:gdLst>
                <a:gd name="connsiteX0" fmla="*/ 84350 w 137517"/>
                <a:gd name="connsiteY0" fmla="*/ 39238 h 126758"/>
                <a:gd name="connsiteX1" fmla="*/ 111688 w 137517"/>
                <a:gd name="connsiteY1" fmla="*/ 6219 h 126758"/>
                <a:gd name="connsiteX2" fmla="*/ 125495 w 137517"/>
                <a:gd name="connsiteY2" fmla="*/ 9856 h 126758"/>
                <a:gd name="connsiteX3" fmla="*/ 112240 w 137517"/>
                <a:gd name="connsiteY3" fmla="*/ 24967 h 126758"/>
                <a:gd name="connsiteX4" fmla="*/ 122733 w 137517"/>
                <a:gd name="connsiteY4" fmla="*/ 34761 h 126758"/>
                <a:gd name="connsiteX5" fmla="*/ 137645 w 137517"/>
                <a:gd name="connsiteY5" fmla="*/ 18531 h 126758"/>
                <a:gd name="connsiteX6" fmla="*/ 111964 w 137517"/>
                <a:gd name="connsiteY6" fmla="*/ 63 h 126758"/>
                <a:gd name="connsiteX7" fmla="*/ 82969 w 137517"/>
                <a:gd name="connsiteY7" fmla="*/ 21329 h 126758"/>
                <a:gd name="connsiteX8" fmla="*/ 53146 w 137517"/>
                <a:gd name="connsiteY8" fmla="*/ 63 h 126758"/>
                <a:gd name="connsiteX9" fmla="*/ 8688 w 137517"/>
                <a:gd name="connsiteY9" fmla="*/ 43155 h 126758"/>
                <a:gd name="connsiteX10" fmla="*/ 12002 w 137517"/>
                <a:gd name="connsiteY10" fmla="*/ 45953 h 126758"/>
                <a:gd name="connsiteX11" fmla="*/ 15591 w 137517"/>
                <a:gd name="connsiteY11" fmla="*/ 42875 h 126758"/>
                <a:gd name="connsiteX12" fmla="*/ 52594 w 137517"/>
                <a:gd name="connsiteY12" fmla="*/ 6219 h 126758"/>
                <a:gd name="connsiteX13" fmla="*/ 67505 w 137517"/>
                <a:gd name="connsiteY13" fmla="*/ 24967 h 126758"/>
                <a:gd name="connsiteX14" fmla="*/ 52594 w 137517"/>
                <a:gd name="connsiteY14" fmla="*/ 91564 h 126758"/>
                <a:gd name="connsiteX15" fmla="*/ 26361 w 137517"/>
                <a:gd name="connsiteY15" fmla="*/ 120665 h 126758"/>
                <a:gd name="connsiteX16" fmla="*/ 12554 w 137517"/>
                <a:gd name="connsiteY16" fmla="*/ 117028 h 126758"/>
                <a:gd name="connsiteX17" fmla="*/ 25532 w 137517"/>
                <a:gd name="connsiteY17" fmla="*/ 101917 h 126758"/>
                <a:gd name="connsiteX18" fmla="*/ 15315 w 137517"/>
                <a:gd name="connsiteY18" fmla="*/ 92124 h 126758"/>
                <a:gd name="connsiteX19" fmla="*/ 128 w 137517"/>
                <a:gd name="connsiteY19" fmla="*/ 108353 h 126758"/>
                <a:gd name="connsiteX20" fmla="*/ 26085 w 137517"/>
                <a:gd name="connsiteY20" fmla="*/ 126822 h 126758"/>
                <a:gd name="connsiteX21" fmla="*/ 55079 w 137517"/>
                <a:gd name="connsiteY21" fmla="*/ 105555 h 126758"/>
                <a:gd name="connsiteX22" fmla="*/ 84902 w 137517"/>
                <a:gd name="connsiteY22" fmla="*/ 126822 h 126758"/>
                <a:gd name="connsiteX23" fmla="*/ 129084 w 137517"/>
                <a:gd name="connsiteY23" fmla="*/ 83729 h 126758"/>
                <a:gd name="connsiteX24" fmla="*/ 125771 w 137517"/>
                <a:gd name="connsiteY24" fmla="*/ 80931 h 126758"/>
                <a:gd name="connsiteX25" fmla="*/ 122181 w 137517"/>
                <a:gd name="connsiteY25" fmla="*/ 84009 h 126758"/>
                <a:gd name="connsiteX26" fmla="*/ 85454 w 137517"/>
                <a:gd name="connsiteY26" fmla="*/ 120665 h 126758"/>
                <a:gd name="connsiteX27" fmla="*/ 70267 w 137517"/>
                <a:gd name="connsiteY27" fmla="*/ 102197 h 126758"/>
                <a:gd name="connsiteX28" fmla="*/ 74961 w 137517"/>
                <a:gd name="connsiteY28" fmla="*/ 77573 h 126758"/>
                <a:gd name="connsiteX29" fmla="*/ 84350 w 137517"/>
                <a:gd name="connsiteY29" fmla="*/ 39238 h 12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7517" h="126758">
                  <a:moveTo>
                    <a:pt x="84350" y="39238"/>
                  </a:moveTo>
                  <a:cubicBezTo>
                    <a:pt x="86007" y="31962"/>
                    <a:pt x="92358" y="6219"/>
                    <a:pt x="111688" y="6219"/>
                  </a:cubicBezTo>
                  <a:cubicBezTo>
                    <a:pt x="113068" y="6219"/>
                    <a:pt x="119696" y="6219"/>
                    <a:pt x="125495" y="9856"/>
                  </a:cubicBezTo>
                  <a:cubicBezTo>
                    <a:pt x="117763" y="11256"/>
                    <a:pt x="112240" y="18251"/>
                    <a:pt x="112240" y="24967"/>
                  </a:cubicBezTo>
                  <a:cubicBezTo>
                    <a:pt x="112240" y="29444"/>
                    <a:pt x="115277" y="34761"/>
                    <a:pt x="122733" y="34761"/>
                  </a:cubicBezTo>
                  <a:cubicBezTo>
                    <a:pt x="128808" y="34761"/>
                    <a:pt x="137645" y="29724"/>
                    <a:pt x="137645" y="18531"/>
                  </a:cubicBezTo>
                  <a:cubicBezTo>
                    <a:pt x="137645" y="3980"/>
                    <a:pt x="121353" y="63"/>
                    <a:pt x="111964" y="63"/>
                  </a:cubicBezTo>
                  <a:cubicBezTo>
                    <a:pt x="95948" y="63"/>
                    <a:pt x="86283" y="14893"/>
                    <a:pt x="82969" y="21329"/>
                  </a:cubicBezTo>
                  <a:cubicBezTo>
                    <a:pt x="76066" y="2861"/>
                    <a:pt x="61154" y="63"/>
                    <a:pt x="53146" y="63"/>
                  </a:cubicBezTo>
                  <a:cubicBezTo>
                    <a:pt x="24428" y="63"/>
                    <a:pt x="8688" y="36160"/>
                    <a:pt x="8688" y="43155"/>
                  </a:cubicBezTo>
                  <a:cubicBezTo>
                    <a:pt x="8688" y="45953"/>
                    <a:pt x="11449" y="45953"/>
                    <a:pt x="12002" y="45953"/>
                  </a:cubicBezTo>
                  <a:cubicBezTo>
                    <a:pt x="14211" y="45953"/>
                    <a:pt x="15039" y="45394"/>
                    <a:pt x="15591" y="42875"/>
                  </a:cubicBezTo>
                  <a:cubicBezTo>
                    <a:pt x="24980" y="13214"/>
                    <a:pt x="43205" y="6219"/>
                    <a:pt x="52594" y="6219"/>
                  </a:cubicBezTo>
                  <a:cubicBezTo>
                    <a:pt x="57841" y="6219"/>
                    <a:pt x="67505" y="8737"/>
                    <a:pt x="67505" y="24967"/>
                  </a:cubicBezTo>
                  <a:cubicBezTo>
                    <a:pt x="67505" y="33641"/>
                    <a:pt x="62811" y="52389"/>
                    <a:pt x="52594" y="91564"/>
                  </a:cubicBezTo>
                  <a:cubicBezTo>
                    <a:pt x="48176" y="108913"/>
                    <a:pt x="38511" y="120665"/>
                    <a:pt x="26361" y="120665"/>
                  </a:cubicBezTo>
                  <a:cubicBezTo>
                    <a:pt x="24704" y="120665"/>
                    <a:pt x="18353" y="120665"/>
                    <a:pt x="12554" y="117028"/>
                  </a:cubicBezTo>
                  <a:cubicBezTo>
                    <a:pt x="19457" y="115629"/>
                    <a:pt x="25532" y="109752"/>
                    <a:pt x="25532" y="101917"/>
                  </a:cubicBezTo>
                  <a:cubicBezTo>
                    <a:pt x="25532" y="94362"/>
                    <a:pt x="19457" y="92124"/>
                    <a:pt x="15315" y="92124"/>
                  </a:cubicBezTo>
                  <a:cubicBezTo>
                    <a:pt x="7031" y="92124"/>
                    <a:pt x="128" y="99399"/>
                    <a:pt x="128" y="108353"/>
                  </a:cubicBezTo>
                  <a:cubicBezTo>
                    <a:pt x="128" y="121225"/>
                    <a:pt x="13935" y="126822"/>
                    <a:pt x="26085" y="126822"/>
                  </a:cubicBezTo>
                  <a:cubicBezTo>
                    <a:pt x="44310" y="126822"/>
                    <a:pt x="54251" y="107234"/>
                    <a:pt x="55079" y="105555"/>
                  </a:cubicBezTo>
                  <a:cubicBezTo>
                    <a:pt x="58393" y="115909"/>
                    <a:pt x="68334" y="126822"/>
                    <a:pt x="84902" y="126822"/>
                  </a:cubicBezTo>
                  <a:cubicBezTo>
                    <a:pt x="113344" y="126822"/>
                    <a:pt x="129084" y="90725"/>
                    <a:pt x="129084" y="83729"/>
                  </a:cubicBezTo>
                  <a:cubicBezTo>
                    <a:pt x="129084" y="80931"/>
                    <a:pt x="126599" y="80931"/>
                    <a:pt x="125771" y="80931"/>
                  </a:cubicBezTo>
                  <a:cubicBezTo>
                    <a:pt x="123285" y="80931"/>
                    <a:pt x="122733" y="82050"/>
                    <a:pt x="122181" y="84009"/>
                  </a:cubicBezTo>
                  <a:cubicBezTo>
                    <a:pt x="113068" y="113950"/>
                    <a:pt x="94291" y="120665"/>
                    <a:pt x="85454" y="120665"/>
                  </a:cubicBezTo>
                  <a:cubicBezTo>
                    <a:pt x="74685" y="120665"/>
                    <a:pt x="70267" y="111711"/>
                    <a:pt x="70267" y="102197"/>
                  </a:cubicBezTo>
                  <a:cubicBezTo>
                    <a:pt x="70267" y="96041"/>
                    <a:pt x="71924" y="89885"/>
                    <a:pt x="74961" y="77573"/>
                  </a:cubicBezTo>
                  <a:lnTo>
                    <a:pt x="84350" y="39238"/>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grpSp>
      <p:pic>
        <p:nvPicPr>
          <p:cNvPr id="13" name="Picture 2">
            <a:extLst>
              <a:ext uri="{FF2B5EF4-FFF2-40B4-BE49-F238E27FC236}">
                <a16:creationId xmlns:a16="http://schemas.microsoft.com/office/drawing/2014/main" id="{15ED4167-4F84-6BD0-C300-4C8065C31C8F}"/>
              </a:ext>
            </a:extLst>
          </p:cNvPr>
          <p:cNvPicPr>
            <a:picLocks noChangeAspect="1" noChangeArrowheads="1"/>
          </p:cNvPicPr>
          <p:nvPr/>
        </p:nvPicPr>
        <p:blipFill rotWithShape="1">
          <a:blip r:embed="rId23"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24">
                    <a14:imgEffect>
                      <a14:saturation sat="400000"/>
                    </a14:imgEffect>
                  </a14:imgLayer>
                </a14:imgProps>
              </a:ext>
              <a:ext uri="{28A0092B-C50C-407E-A947-70E740481C1C}">
                <a14:useLocalDpi xmlns:a14="http://schemas.microsoft.com/office/drawing/2010/main" val="0"/>
              </a:ext>
            </a:extLst>
          </a:blip>
          <a:srcRect l="-311" t="13108" b="3766"/>
          <a:stretch/>
        </p:blipFill>
        <p:spPr bwMode="auto">
          <a:xfrm>
            <a:off x="1648226" y="2847737"/>
            <a:ext cx="5875891" cy="3043219"/>
          </a:xfrm>
          <a:prstGeom prst="rect">
            <a:avLst/>
          </a:prstGeom>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4549BD96-F235-93C6-ADB1-DD9D35B48811}"/>
              </a:ext>
            </a:extLst>
          </p:cNvPr>
          <p:cNvGrpSpPr>
            <a:grpSpLocks noChangeAspect="1"/>
          </p:cNvGrpSpPr>
          <p:nvPr>
            <p:custDataLst>
              <p:tags r:id="rId3"/>
            </p:custDataLst>
          </p:nvPr>
        </p:nvGrpSpPr>
        <p:grpSpPr>
          <a:xfrm>
            <a:off x="1727200" y="2489200"/>
            <a:ext cx="1499132" cy="251339"/>
            <a:chOff x="3892129" y="4118425"/>
            <a:chExt cx="1499132" cy="251339"/>
          </a:xfrm>
        </p:grpSpPr>
        <p:sp>
          <p:nvSpPr>
            <p:cNvPr id="15" name="Freeform: Shape 14">
              <a:extLst>
                <a:ext uri="{FF2B5EF4-FFF2-40B4-BE49-F238E27FC236}">
                  <a16:creationId xmlns:a16="http://schemas.microsoft.com/office/drawing/2014/main" id="{89DABCF5-EAD0-23FB-E2A7-B842C3A06D36}"/>
                </a:ext>
              </a:extLst>
            </p:cNvPr>
            <p:cNvSpPr/>
            <p:nvPr>
              <p:custDataLst>
                <p:tags r:id="rId4"/>
              </p:custDataLst>
            </p:nvPr>
          </p:nvSpPr>
          <p:spPr>
            <a:xfrm>
              <a:off x="3892129" y="4183063"/>
              <a:ext cx="128997" cy="186701"/>
            </a:xfrm>
            <a:custGeom>
              <a:avLst/>
              <a:gdLst>
                <a:gd name="connsiteX0" fmla="*/ 127955 w 128997"/>
                <a:gd name="connsiteY0" fmla="*/ 17665 h 186701"/>
                <a:gd name="connsiteX1" fmla="*/ 129074 w 128997"/>
                <a:gd name="connsiteY1" fmla="*/ 11028 h 186701"/>
                <a:gd name="connsiteX2" fmla="*/ 120959 w 128997"/>
                <a:gd name="connsiteY2" fmla="*/ 3237 h 186701"/>
                <a:gd name="connsiteX3" fmla="*/ 111165 w 128997"/>
                <a:gd name="connsiteY3" fmla="*/ 9297 h 186701"/>
                <a:gd name="connsiteX4" fmla="*/ 107248 w 128997"/>
                <a:gd name="connsiteY4" fmla="*/ 24879 h 186701"/>
                <a:gd name="connsiteX5" fmla="*/ 101652 w 128997"/>
                <a:gd name="connsiteY5" fmla="*/ 47965 h 186701"/>
                <a:gd name="connsiteX6" fmla="*/ 89060 w 128997"/>
                <a:gd name="connsiteY6" fmla="*/ 99906 h 186701"/>
                <a:gd name="connsiteX7" fmla="*/ 57440 w 128997"/>
                <a:gd name="connsiteY7" fmla="*/ 124434 h 186701"/>
                <a:gd name="connsiteX8" fmla="*/ 40091 w 128997"/>
                <a:gd name="connsiteY8" fmla="*/ 101061 h 186701"/>
                <a:gd name="connsiteX9" fmla="*/ 54362 w 128997"/>
                <a:gd name="connsiteY9" fmla="*/ 44502 h 186701"/>
                <a:gd name="connsiteX10" fmla="*/ 59958 w 128997"/>
                <a:gd name="connsiteY10" fmla="*/ 23725 h 186701"/>
                <a:gd name="connsiteX11" fmla="*/ 37013 w 128997"/>
                <a:gd name="connsiteY11" fmla="*/ 63 h 186701"/>
                <a:gd name="connsiteX12" fmla="*/ 77 w 128997"/>
                <a:gd name="connsiteY12" fmla="*/ 44502 h 186701"/>
                <a:gd name="connsiteX13" fmla="*/ 3435 w 128997"/>
                <a:gd name="connsiteY13" fmla="*/ 47387 h 186701"/>
                <a:gd name="connsiteX14" fmla="*/ 7912 w 128997"/>
                <a:gd name="connsiteY14" fmla="*/ 42193 h 186701"/>
                <a:gd name="connsiteX15" fmla="*/ 36174 w 128997"/>
                <a:gd name="connsiteY15" fmla="*/ 6411 h 186701"/>
                <a:gd name="connsiteX16" fmla="*/ 43169 w 128997"/>
                <a:gd name="connsiteY16" fmla="*/ 15645 h 186701"/>
                <a:gd name="connsiteX17" fmla="*/ 38412 w 128997"/>
                <a:gd name="connsiteY17" fmla="*/ 35845 h 186701"/>
                <a:gd name="connsiteX18" fmla="*/ 22183 w 128997"/>
                <a:gd name="connsiteY18" fmla="*/ 96444 h 186701"/>
                <a:gd name="connsiteX19" fmla="*/ 56321 w 128997"/>
                <a:gd name="connsiteY19" fmla="*/ 130783 h 186701"/>
                <a:gd name="connsiteX20" fmla="*/ 84582 w 128997"/>
                <a:gd name="connsiteY20" fmla="*/ 117797 h 186701"/>
                <a:gd name="connsiteX21" fmla="*/ 66394 w 128997"/>
                <a:gd name="connsiteY21" fmla="*/ 162237 h 186701"/>
                <a:gd name="connsiteX22" fmla="*/ 35614 w 128997"/>
                <a:gd name="connsiteY22" fmla="*/ 180416 h 186701"/>
                <a:gd name="connsiteX23" fmla="*/ 14348 w 128997"/>
                <a:gd name="connsiteY23" fmla="*/ 168296 h 186701"/>
                <a:gd name="connsiteX24" fmla="*/ 26380 w 128997"/>
                <a:gd name="connsiteY24" fmla="*/ 164834 h 186701"/>
                <a:gd name="connsiteX25" fmla="*/ 31976 w 128997"/>
                <a:gd name="connsiteY25" fmla="*/ 153002 h 186701"/>
                <a:gd name="connsiteX26" fmla="*/ 21623 w 128997"/>
                <a:gd name="connsiteY26" fmla="*/ 142903 h 186701"/>
                <a:gd name="connsiteX27" fmla="*/ 5953 w 128997"/>
                <a:gd name="connsiteY27" fmla="*/ 161659 h 186701"/>
                <a:gd name="connsiteX28" fmla="*/ 35614 w 128997"/>
                <a:gd name="connsiteY28" fmla="*/ 186765 h 186701"/>
                <a:gd name="connsiteX29" fmla="*/ 101092 w 128997"/>
                <a:gd name="connsiteY29" fmla="*/ 127897 h 186701"/>
                <a:gd name="connsiteX30" fmla="*/ 127955 w 128997"/>
                <a:gd name="connsiteY30" fmla="*/ 17665 h 18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8997" h="186701">
                  <a:moveTo>
                    <a:pt x="127955" y="17665"/>
                  </a:moveTo>
                  <a:cubicBezTo>
                    <a:pt x="129074" y="13625"/>
                    <a:pt x="129074" y="13048"/>
                    <a:pt x="129074" y="11028"/>
                  </a:cubicBezTo>
                  <a:cubicBezTo>
                    <a:pt x="129074" y="5834"/>
                    <a:pt x="125156" y="3237"/>
                    <a:pt x="120959" y="3237"/>
                  </a:cubicBezTo>
                  <a:cubicBezTo>
                    <a:pt x="118161" y="3237"/>
                    <a:pt x="113684" y="4968"/>
                    <a:pt x="111165" y="9297"/>
                  </a:cubicBezTo>
                  <a:cubicBezTo>
                    <a:pt x="110606" y="10740"/>
                    <a:pt x="108367" y="19685"/>
                    <a:pt x="107248" y="24879"/>
                  </a:cubicBezTo>
                  <a:cubicBezTo>
                    <a:pt x="105289" y="32382"/>
                    <a:pt x="103330" y="40173"/>
                    <a:pt x="101652" y="47965"/>
                  </a:cubicBezTo>
                  <a:lnTo>
                    <a:pt x="89060" y="99906"/>
                  </a:lnTo>
                  <a:cubicBezTo>
                    <a:pt x="87940" y="104235"/>
                    <a:pt x="75908" y="124434"/>
                    <a:pt x="57440" y="124434"/>
                  </a:cubicBezTo>
                  <a:cubicBezTo>
                    <a:pt x="43169" y="124434"/>
                    <a:pt x="40091" y="111738"/>
                    <a:pt x="40091" y="101061"/>
                  </a:cubicBezTo>
                  <a:cubicBezTo>
                    <a:pt x="40091" y="87787"/>
                    <a:pt x="44848" y="69896"/>
                    <a:pt x="54362" y="44502"/>
                  </a:cubicBezTo>
                  <a:cubicBezTo>
                    <a:pt x="58839" y="32671"/>
                    <a:pt x="59958" y="29496"/>
                    <a:pt x="59958" y="23725"/>
                  </a:cubicBezTo>
                  <a:cubicBezTo>
                    <a:pt x="59958" y="10740"/>
                    <a:pt x="51004" y="63"/>
                    <a:pt x="37013" y="63"/>
                  </a:cubicBezTo>
                  <a:cubicBezTo>
                    <a:pt x="10430" y="63"/>
                    <a:pt x="77" y="41905"/>
                    <a:pt x="77" y="44502"/>
                  </a:cubicBezTo>
                  <a:cubicBezTo>
                    <a:pt x="77" y="47387"/>
                    <a:pt x="2875" y="47387"/>
                    <a:pt x="3435" y="47387"/>
                  </a:cubicBezTo>
                  <a:cubicBezTo>
                    <a:pt x="6233" y="47387"/>
                    <a:pt x="6513" y="46810"/>
                    <a:pt x="7912" y="42193"/>
                  </a:cubicBezTo>
                  <a:cubicBezTo>
                    <a:pt x="15467" y="15068"/>
                    <a:pt x="26660" y="6411"/>
                    <a:pt x="36174" y="6411"/>
                  </a:cubicBezTo>
                  <a:cubicBezTo>
                    <a:pt x="38412" y="6411"/>
                    <a:pt x="43169" y="6411"/>
                    <a:pt x="43169" y="15645"/>
                  </a:cubicBezTo>
                  <a:cubicBezTo>
                    <a:pt x="43169" y="22859"/>
                    <a:pt x="40371" y="30362"/>
                    <a:pt x="38412" y="35845"/>
                  </a:cubicBezTo>
                  <a:cubicBezTo>
                    <a:pt x="27219" y="66433"/>
                    <a:pt x="22183" y="82881"/>
                    <a:pt x="22183" y="96444"/>
                  </a:cubicBezTo>
                  <a:cubicBezTo>
                    <a:pt x="22183" y="122126"/>
                    <a:pt x="39811" y="130783"/>
                    <a:pt x="56321" y="130783"/>
                  </a:cubicBezTo>
                  <a:cubicBezTo>
                    <a:pt x="67234" y="130783"/>
                    <a:pt x="76748" y="125877"/>
                    <a:pt x="84582" y="117797"/>
                  </a:cubicBezTo>
                  <a:cubicBezTo>
                    <a:pt x="80945" y="132803"/>
                    <a:pt x="77587" y="146943"/>
                    <a:pt x="66394" y="162237"/>
                  </a:cubicBezTo>
                  <a:cubicBezTo>
                    <a:pt x="59119" y="172048"/>
                    <a:pt x="48486" y="180416"/>
                    <a:pt x="35614" y="180416"/>
                  </a:cubicBezTo>
                  <a:cubicBezTo>
                    <a:pt x="31696" y="180416"/>
                    <a:pt x="19104" y="179550"/>
                    <a:pt x="14348" y="168296"/>
                  </a:cubicBezTo>
                  <a:cubicBezTo>
                    <a:pt x="18825" y="168296"/>
                    <a:pt x="22462" y="168296"/>
                    <a:pt x="26380" y="164834"/>
                  </a:cubicBezTo>
                  <a:cubicBezTo>
                    <a:pt x="29178" y="162237"/>
                    <a:pt x="31976" y="158485"/>
                    <a:pt x="31976" y="153002"/>
                  </a:cubicBezTo>
                  <a:cubicBezTo>
                    <a:pt x="31976" y="144057"/>
                    <a:pt x="24421" y="142903"/>
                    <a:pt x="21623" y="142903"/>
                  </a:cubicBezTo>
                  <a:cubicBezTo>
                    <a:pt x="15187" y="142903"/>
                    <a:pt x="5953" y="147520"/>
                    <a:pt x="5953" y="161659"/>
                  </a:cubicBezTo>
                  <a:cubicBezTo>
                    <a:pt x="5953" y="176088"/>
                    <a:pt x="18265" y="186765"/>
                    <a:pt x="35614" y="186765"/>
                  </a:cubicBezTo>
                  <a:cubicBezTo>
                    <a:pt x="64435" y="186765"/>
                    <a:pt x="93257" y="160505"/>
                    <a:pt x="101092" y="127897"/>
                  </a:cubicBezTo>
                  <a:lnTo>
                    <a:pt x="127955" y="17665"/>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6" name="Freeform: Shape 15">
              <a:extLst>
                <a:ext uri="{FF2B5EF4-FFF2-40B4-BE49-F238E27FC236}">
                  <a16:creationId xmlns:a16="http://schemas.microsoft.com/office/drawing/2014/main" id="{FBE87BB6-B7F0-1708-5CC2-B822CD5233FD}"/>
                </a:ext>
              </a:extLst>
            </p:cNvPr>
            <p:cNvSpPr/>
            <p:nvPr>
              <p:custDataLst>
                <p:tags r:id="rId5"/>
              </p:custDataLst>
            </p:nvPr>
          </p:nvSpPr>
          <p:spPr>
            <a:xfrm>
              <a:off x="4124641" y="4204706"/>
              <a:ext cx="186080" cy="67524"/>
            </a:xfrm>
            <a:custGeom>
              <a:avLst/>
              <a:gdLst>
                <a:gd name="connsiteX0" fmla="*/ 176651 w 186080"/>
                <a:gd name="connsiteY0" fmla="*/ 11605 h 67524"/>
                <a:gd name="connsiteX1" fmla="*/ 186165 w 186080"/>
                <a:gd name="connsiteY1" fmla="*/ 5834 h 67524"/>
                <a:gd name="connsiteX2" fmla="*/ 176931 w 186080"/>
                <a:gd name="connsiteY2" fmla="*/ 63 h 67524"/>
                <a:gd name="connsiteX3" fmla="*/ 9319 w 186080"/>
                <a:gd name="connsiteY3" fmla="*/ 63 h 67524"/>
                <a:gd name="connsiteX4" fmla="*/ 85 w 186080"/>
                <a:gd name="connsiteY4" fmla="*/ 5834 h 67524"/>
                <a:gd name="connsiteX5" fmla="*/ 9599 w 186080"/>
                <a:gd name="connsiteY5" fmla="*/ 11605 h 67524"/>
                <a:gd name="connsiteX6" fmla="*/ 176651 w 186080"/>
                <a:gd name="connsiteY6" fmla="*/ 11605 h 67524"/>
                <a:gd name="connsiteX7" fmla="*/ 176931 w 186080"/>
                <a:gd name="connsiteY7" fmla="*/ 67587 h 67524"/>
                <a:gd name="connsiteX8" fmla="*/ 186165 w 186080"/>
                <a:gd name="connsiteY8" fmla="*/ 61816 h 67524"/>
                <a:gd name="connsiteX9" fmla="*/ 176651 w 186080"/>
                <a:gd name="connsiteY9" fmla="*/ 56044 h 67524"/>
                <a:gd name="connsiteX10" fmla="*/ 9599 w 186080"/>
                <a:gd name="connsiteY10" fmla="*/ 56044 h 67524"/>
                <a:gd name="connsiteX11" fmla="*/ 85 w 186080"/>
                <a:gd name="connsiteY11" fmla="*/ 61816 h 67524"/>
                <a:gd name="connsiteX12" fmla="*/ 9319 w 186080"/>
                <a:gd name="connsiteY12" fmla="*/ 67587 h 67524"/>
                <a:gd name="connsiteX13" fmla="*/ 176931 w 186080"/>
                <a:gd name="connsiteY13" fmla="*/ 67587 h 6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80" h="67524">
                  <a:moveTo>
                    <a:pt x="176651" y="11605"/>
                  </a:moveTo>
                  <a:cubicBezTo>
                    <a:pt x="180849" y="11605"/>
                    <a:pt x="186165" y="11605"/>
                    <a:pt x="186165" y="5834"/>
                  </a:cubicBezTo>
                  <a:cubicBezTo>
                    <a:pt x="186165" y="63"/>
                    <a:pt x="180849" y="63"/>
                    <a:pt x="176931" y="63"/>
                  </a:cubicBezTo>
                  <a:lnTo>
                    <a:pt x="9319" y="63"/>
                  </a:lnTo>
                  <a:cubicBezTo>
                    <a:pt x="5401" y="63"/>
                    <a:pt x="85" y="63"/>
                    <a:pt x="85" y="5834"/>
                  </a:cubicBezTo>
                  <a:cubicBezTo>
                    <a:pt x="85" y="11605"/>
                    <a:pt x="5401" y="11605"/>
                    <a:pt x="9599" y="11605"/>
                  </a:cubicBezTo>
                  <a:lnTo>
                    <a:pt x="176651" y="11605"/>
                  </a:lnTo>
                  <a:close/>
                  <a:moveTo>
                    <a:pt x="176931" y="67587"/>
                  </a:moveTo>
                  <a:cubicBezTo>
                    <a:pt x="180849" y="67587"/>
                    <a:pt x="186165" y="67587"/>
                    <a:pt x="186165" y="61816"/>
                  </a:cubicBezTo>
                  <a:cubicBezTo>
                    <a:pt x="186165" y="56044"/>
                    <a:pt x="180849" y="56044"/>
                    <a:pt x="176651" y="56044"/>
                  </a:cubicBezTo>
                  <a:lnTo>
                    <a:pt x="9599" y="56044"/>
                  </a:lnTo>
                  <a:cubicBezTo>
                    <a:pt x="5401" y="56044"/>
                    <a:pt x="85" y="56044"/>
                    <a:pt x="85" y="61816"/>
                  </a:cubicBezTo>
                  <a:cubicBezTo>
                    <a:pt x="85" y="67587"/>
                    <a:pt x="5401" y="67587"/>
                    <a:pt x="9319" y="67587"/>
                  </a:cubicBezTo>
                  <a:lnTo>
                    <a:pt x="176931" y="67587"/>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7" name="Freeform: Shape 16">
              <a:extLst>
                <a:ext uri="{FF2B5EF4-FFF2-40B4-BE49-F238E27FC236}">
                  <a16:creationId xmlns:a16="http://schemas.microsoft.com/office/drawing/2014/main" id="{E417BCF1-A11D-6995-16F5-634603B0E0BA}"/>
                </a:ext>
              </a:extLst>
            </p:cNvPr>
            <p:cNvSpPr/>
            <p:nvPr>
              <p:custDataLst>
                <p:tags r:id="rId6"/>
              </p:custDataLst>
            </p:nvPr>
          </p:nvSpPr>
          <p:spPr>
            <a:xfrm>
              <a:off x="4429240" y="4118425"/>
              <a:ext cx="92340" cy="192184"/>
            </a:xfrm>
            <a:custGeom>
              <a:avLst/>
              <a:gdLst>
                <a:gd name="connsiteX0" fmla="*/ 57458 w 92340"/>
                <a:gd name="connsiteY0" fmla="*/ 7565 h 192184"/>
                <a:gd name="connsiteX1" fmla="*/ 51023 w 92340"/>
                <a:gd name="connsiteY1" fmla="*/ 63 h 192184"/>
                <a:gd name="connsiteX2" fmla="*/ 95 w 92340"/>
                <a:gd name="connsiteY2" fmla="*/ 18531 h 192184"/>
                <a:gd name="connsiteX3" fmla="*/ 95 w 92340"/>
                <a:gd name="connsiteY3" fmla="*/ 27476 h 192184"/>
                <a:gd name="connsiteX4" fmla="*/ 36752 w 92340"/>
                <a:gd name="connsiteY4" fmla="*/ 19974 h 192184"/>
                <a:gd name="connsiteX5" fmla="*/ 36752 w 92340"/>
                <a:gd name="connsiteY5" fmla="*/ 169451 h 192184"/>
                <a:gd name="connsiteX6" fmla="*/ 10728 w 92340"/>
                <a:gd name="connsiteY6" fmla="*/ 183302 h 192184"/>
                <a:gd name="connsiteX7" fmla="*/ 1774 w 92340"/>
                <a:gd name="connsiteY7" fmla="*/ 183302 h 192184"/>
                <a:gd name="connsiteX8" fmla="*/ 1774 w 92340"/>
                <a:gd name="connsiteY8" fmla="*/ 192247 h 192184"/>
                <a:gd name="connsiteX9" fmla="*/ 47105 w 92340"/>
                <a:gd name="connsiteY9" fmla="*/ 191382 h 192184"/>
                <a:gd name="connsiteX10" fmla="*/ 92436 w 92340"/>
                <a:gd name="connsiteY10" fmla="*/ 192247 h 192184"/>
                <a:gd name="connsiteX11" fmla="*/ 92436 w 92340"/>
                <a:gd name="connsiteY11" fmla="*/ 183302 h 192184"/>
                <a:gd name="connsiteX12" fmla="*/ 83482 w 92340"/>
                <a:gd name="connsiteY12" fmla="*/ 183302 h 192184"/>
                <a:gd name="connsiteX13" fmla="*/ 57458 w 92340"/>
                <a:gd name="connsiteY13" fmla="*/ 169451 h 192184"/>
                <a:gd name="connsiteX14" fmla="*/ 57458 w 92340"/>
                <a:gd name="connsiteY14" fmla="*/ 7565 h 19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2340" h="192184">
                  <a:moveTo>
                    <a:pt x="57458" y="7565"/>
                  </a:moveTo>
                  <a:cubicBezTo>
                    <a:pt x="57458" y="640"/>
                    <a:pt x="57458" y="63"/>
                    <a:pt x="51023" y="63"/>
                  </a:cubicBezTo>
                  <a:cubicBezTo>
                    <a:pt x="33674" y="18531"/>
                    <a:pt x="9049" y="18531"/>
                    <a:pt x="95" y="18531"/>
                  </a:cubicBezTo>
                  <a:lnTo>
                    <a:pt x="95" y="27476"/>
                  </a:lnTo>
                  <a:cubicBezTo>
                    <a:pt x="5692" y="27476"/>
                    <a:pt x="22201" y="27476"/>
                    <a:pt x="36752" y="19974"/>
                  </a:cubicBezTo>
                  <a:lnTo>
                    <a:pt x="36752" y="169451"/>
                  </a:lnTo>
                  <a:cubicBezTo>
                    <a:pt x="36752" y="179839"/>
                    <a:pt x="35912" y="183302"/>
                    <a:pt x="10728" y="183302"/>
                  </a:cubicBezTo>
                  <a:lnTo>
                    <a:pt x="1774" y="183302"/>
                  </a:lnTo>
                  <a:lnTo>
                    <a:pt x="1774" y="192247"/>
                  </a:lnTo>
                  <a:cubicBezTo>
                    <a:pt x="11568" y="191382"/>
                    <a:pt x="35912" y="191382"/>
                    <a:pt x="47105" y="191382"/>
                  </a:cubicBezTo>
                  <a:cubicBezTo>
                    <a:pt x="58298" y="191382"/>
                    <a:pt x="82642" y="191382"/>
                    <a:pt x="92436" y="192247"/>
                  </a:cubicBezTo>
                  <a:lnTo>
                    <a:pt x="92436" y="183302"/>
                  </a:lnTo>
                  <a:lnTo>
                    <a:pt x="83482" y="183302"/>
                  </a:lnTo>
                  <a:cubicBezTo>
                    <a:pt x="58298" y="183302"/>
                    <a:pt x="57458" y="180128"/>
                    <a:pt x="57458" y="169451"/>
                  </a:cubicBezTo>
                  <a:lnTo>
                    <a:pt x="57458" y="7565"/>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8" name="Freeform: Shape 17">
              <a:extLst>
                <a:ext uri="{FF2B5EF4-FFF2-40B4-BE49-F238E27FC236}">
                  <a16:creationId xmlns:a16="http://schemas.microsoft.com/office/drawing/2014/main" id="{5F97B89A-6219-3453-2A22-496F270ED36B}"/>
                </a:ext>
              </a:extLst>
            </p:cNvPr>
            <p:cNvSpPr/>
            <p:nvPr>
              <p:custDataLst>
                <p:tags r:id="rId7"/>
              </p:custDataLst>
            </p:nvPr>
          </p:nvSpPr>
          <p:spPr>
            <a:xfrm>
              <a:off x="4622097" y="4142376"/>
              <a:ext cx="186080" cy="192184"/>
            </a:xfrm>
            <a:custGeom>
              <a:avLst/>
              <a:gdLst>
                <a:gd name="connsiteX0" fmla="*/ 98879 w 186080"/>
                <a:gd name="connsiteY0" fmla="*/ 101926 h 192184"/>
                <a:gd name="connsiteX1" fmla="*/ 176949 w 186080"/>
                <a:gd name="connsiteY1" fmla="*/ 101926 h 192184"/>
                <a:gd name="connsiteX2" fmla="*/ 186183 w 186080"/>
                <a:gd name="connsiteY2" fmla="*/ 96155 h 192184"/>
                <a:gd name="connsiteX3" fmla="*/ 176949 w 186080"/>
                <a:gd name="connsiteY3" fmla="*/ 90384 h 192184"/>
                <a:gd name="connsiteX4" fmla="*/ 98879 w 186080"/>
                <a:gd name="connsiteY4" fmla="*/ 90384 h 192184"/>
                <a:gd name="connsiteX5" fmla="*/ 98879 w 186080"/>
                <a:gd name="connsiteY5" fmla="*/ 9585 h 192184"/>
                <a:gd name="connsiteX6" fmla="*/ 93283 w 186080"/>
                <a:gd name="connsiteY6" fmla="*/ 63 h 192184"/>
                <a:gd name="connsiteX7" fmla="*/ 87686 w 186080"/>
                <a:gd name="connsiteY7" fmla="*/ 9585 h 192184"/>
                <a:gd name="connsiteX8" fmla="*/ 87686 w 186080"/>
                <a:gd name="connsiteY8" fmla="*/ 90384 h 192184"/>
                <a:gd name="connsiteX9" fmla="*/ 9337 w 186080"/>
                <a:gd name="connsiteY9" fmla="*/ 90384 h 192184"/>
                <a:gd name="connsiteX10" fmla="*/ 102 w 186080"/>
                <a:gd name="connsiteY10" fmla="*/ 96155 h 192184"/>
                <a:gd name="connsiteX11" fmla="*/ 9337 w 186080"/>
                <a:gd name="connsiteY11" fmla="*/ 101926 h 192184"/>
                <a:gd name="connsiteX12" fmla="*/ 87686 w 186080"/>
                <a:gd name="connsiteY12" fmla="*/ 101926 h 192184"/>
                <a:gd name="connsiteX13" fmla="*/ 87686 w 186080"/>
                <a:gd name="connsiteY13" fmla="*/ 182725 h 192184"/>
                <a:gd name="connsiteX14" fmla="*/ 93283 w 186080"/>
                <a:gd name="connsiteY14" fmla="*/ 192247 h 192184"/>
                <a:gd name="connsiteX15" fmla="*/ 98879 w 186080"/>
                <a:gd name="connsiteY15" fmla="*/ 182725 h 192184"/>
                <a:gd name="connsiteX16" fmla="*/ 98879 w 186080"/>
                <a:gd name="connsiteY16" fmla="*/ 101926 h 19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6080" h="192184">
                  <a:moveTo>
                    <a:pt x="98879" y="101926"/>
                  </a:moveTo>
                  <a:lnTo>
                    <a:pt x="176949" y="101926"/>
                  </a:lnTo>
                  <a:cubicBezTo>
                    <a:pt x="180866" y="101926"/>
                    <a:pt x="186183" y="101926"/>
                    <a:pt x="186183" y="96155"/>
                  </a:cubicBezTo>
                  <a:cubicBezTo>
                    <a:pt x="186183" y="90384"/>
                    <a:pt x="180866" y="90384"/>
                    <a:pt x="176949" y="90384"/>
                  </a:cubicBezTo>
                  <a:lnTo>
                    <a:pt x="98879" y="90384"/>
                  </a:lnTo>
                  <a:lnTo>
                    <a:pt x="98879" y="9585"/>
                  </a:lnTo>
                  <a:cubicBezTo>
                    <a:pt x="98879" y="5546"/>
                    <a:pt x="98879" y="63"/>
                    <a:pt x="93283" y="63"/>
                  </a:cubicBezTo>
                  <a:cubicBezTo>
                    <a:pt x="87686" y="63"/>
                    <a:pt x="87686" y="5546"/>
                    <a:pt x="87686" y="9585"/>
                  </a:cubicBezTo>
                  <a:lnTo>
                    <a:pt x="87686" y="90384"/>
                  </a:lnTo>
                  <a:lnTo>
                    <a:pt x="9337" y="90384"/>
                  </a:lnTo>
                  <a:cubicBezTo>
                    <a:pt x="5419" y="90384"/>
                    <a:pt x="102" y="90384"/>
                    <a:pt x="102" y="96155"/>
                  </a:cubicBezTo>
                  <a:cubicBezTo>
                    <a:pt x="102" y="101926"/>
                    <a:pt x="5419" y="101926"/>
                    <a:pt x="9337" y="101926"/>
                  </a:cubicBezTo>
                  <a:lnTo>
                    <a:pt x="87686" y="101926"/>
                  </a:lnTo>
                  <a:lnTo>
                    <a:pt x="87686" y="182725"/>
                  </a:lnTo>
                  <a:cubicBezTo>
                    <a:pt x="87686" y="186765"/>
                    <a:pt x="87686" y="192247"/>
                    <a:pt x="93283" y="192247"/>
                  </a:cubicBezTo>
                  <a:cubicBezTo>
                    <a:pt x="98879" y="192247"/>
                    <a:pt x="98879" y="186765"/>
                    <a:pt x="98879" y="182725"/>
                  </a:cubicBezTo>
                  <a:lnTo>
                    <a:pt x="98879" y="101926"/>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19" name="Freeform: Shape 18">
              <a:extLst>
                <a:ext uri="{FF2B5EF4-FFF2-40B4-BE49-F238E27FC236}">
                  <a16:creationId xmlns:a16="http://schemas.microsoft.com/office/drawing/2014/main" id="{CA909944-E953-AFAC-7354-17AF0F13EDA2}"/>
                </a:ext>
              </a:extLst>
            </p:cNvPr>
            <p:cNvSpPr/>
            <p:nvPr>
              <p:custDataLst>
                <p:tags r:id="rId8"/>
              </p:custDataLst>
            </p:nvPr>
          </p:nvSpPr>
          <p:spPr>
            <a:xfrm>
              <a:off x="4897160" y="4118425"/>
              <a:ext cx="117804" cy="198532"/>
            </a:xfrm>
            <a:custGeom>
              <a:avLst/>
              <a:gdLst>
                <a:gd name="connsiteX0" fmla="*/ 117917 w 117804"/>
                <a:gd name="connsiteY0" fmla="*/ 99906 h 198532"/>
                <a:gd name="connsiteX1" fmla="*/ 106724 w 117804"/>
                <a:gd name="connsiteY1" fmla="*/ 32382 h 198532"/>
                <a:gd name="connsiteX2" fmla="*/ 59155 w 117804"/>
                <a:gd name="connsiteY2" fmla="*/ 63 h 198532"/>
                <a:gd name="connsiteX3" fmla="*/ 10466 w 117804"/>
                <a:gd name="connsiteY3" fmla="*/ 34402 h 198532"/>
                <a:gd name="connsiteX4" fmla="*/ 112 w 117804"/>
                <a:gd name="connsiteY4" fmla="*/ 99906 h 198532"/>
                <a:gd name="connsiteX5" fmla="*/ 12704 w 117804"/>
                <a:gd name="connsiteY5" fmla="*/ 169451 h 198532"/>
                <a:gd name="connsiteX6" fmla="*/ 58875 w 117804"/>
                <a:gd name="connsiteY6" fmla="*/ 198596 h 198532"/>
                <a:gd name="connsiteX7" fmla="*/ 107563 w 117804"/>
                <a:gd name="connsiteY7" fmla="*/ 165122 h 198532"/>
                <a:gd name="connsiteX8" fmla="*/ 117917 w 117804"/>
                <a:gd name="connsiteY8" fmla="*/ 99906 h 198532"/>
                <a:gd name="connsiteX9" fmla="*/ 58875 w 117804"/>
                <a:gd name="connsiteY9" fmla="*/ 192247 h 198532"/>
                <a:gd name="connsiteX10" fmla="*/ 26416 w 117804"/>
                <a:gd name="connsiteY10" fmla="*/ 157331 h 198532"/>
                <a:gd name="connsiteX11" fmla="*/ 23337 w 117804"/>
                <a:gd name="connsiteY11" fmla="*/ 96444 h 198532"/>
                <a:gd name="connsiteX12" fmla="*/ 25576 w 117804"/>
                <a:gd name="connsiteY12" fmla="*/ 43348 h 198532"/>
                <a:gd name="connsiteX13" fmla="*/ 58875 w 117804"/>
                <a:gd name="connsiteY13" fmla="*/ 6411 h 198532"/>
                <a:gd name="connsiteX14" fmla="*/ 91894 w 117804"/>
                <a:gd name="connsiteY14" fmla="*/ 40173 h 198532"/>
                <a:gd name="connsiteX15" fmla="*/ 94692 w 117804"/>
                <a:gd name="connsiteY15" fmla="*/ 96444 h 198532"/>
                <a:gd name="connsiteX16" fmla="*/ 91614 w 117804"/>
                <a:gd name="connsiteY16" fmla="*/ 156177 h 198532"/>
                <a:gd name="connsiteX17" fmla="*/ 58875 w 117804"/>
                <a:gd name="connsiteY17" fmla="*/ 192247 h 19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804" h="198532">
                  <a:moveTo>
                    <a:pt x="117917" y="99906"/>
                  </a:moveTo>
                  <a:cubicBezTo>
                    <a:pt x="117917" y="76821"/>
                    <a:pt x="116518" y="53736"/>
                    <a:pt x="106724" y="32382"/>
                  </a:cubicBezTo>
                  <a:cubicBezTo>
                    <a:pt x="93852" y="4680"/>
                    <a:pt x="70907" y="63"/>
                    <a:pt x="59155" y="63"/>
                  </a:cubicBezTo>
                  <a:cubicBezTo>
                    <a:pt x="42365" y="63"/>
                    <a:pt x="21938" y="7565"/>
                    <a:pt x="10466" y="34402"/>
                  </a:cubicBezTo>
                  <a:cubicBezTo>
                    <a:pt x="1511" y="54313"/>
                    <a:pt x="112" y="76821"/>
                    <a:pt x="112" y="99906"/>
                  </a:cubicBezTo>
                  <a:cubicBezTo>
                    <a:pt x="112" y="121549"/>
                    <a:pt x="1232" y="147520"/>
                    <a:pt x="12704" y="169451"/>
                  </a:cubicBezTo>
                  <a:cubicBezTo>
                    <a:pt x="24737" y="192824"/>
                    <a:pt x="45163" y="198596"/>
                    <a:pt x="58875" y="198596"/>
                  </a:cubicBezTo>
                  <a:cubicBezTo>
                    <a:pt x="73985" y="198596"/>
                    <a:pt x="95251" y="192536"/>
                    <a:pt x="107563" y="165122"/>
                  </a:cubicBezTo>
                  <a:cubicBezTo>
                    <a:pt x="116518" y="145211"/>
                    <a:pt x="117917" y="122703"/>
                    <a:pt x="117917" y="99906"/>
                  </a:cubicBezTo>
                  <a:close/>
                  <a:moveTo>
                    <a:pt x="58875" y="192247"/>
                  </a:moveTo>
                  <a:cubicBezTo>
                    <a:pt x="47962" y="192247"/>
                    <a:pt x="31452" y="185033"/>
                    <a:pt x="26416" y="157331"/>
                  </a:cubicBezTo>
                  <a:cubicBezTo>
                    <a:pt x="23337" y="140017"/>
                    <a:pt x="23337" y="113469"/>
                    <a:pt x="23337" y="96444"/>
                  </a:cubicBezTo>
                  <a:cubicBezTo>
                    <a:pt x="23337" y="77975"/>
                    <a:pt x="23337" y="58930"/>
                    <a:pt x="25576" y="43348"/>
                  </a:cubicBezTo>
                  <a:cubicBezTo>
                    <a:pt x="30893" y="9008"/>
                    <a:pt x="51879" y="6411"/>
                    <a:pt x="58875" y="6411"/>
                  </a:cubicBezTo>
                  <a:cubicBezTo>
                    <a:pt x="68109" y="6411"/>
                    <a:pt x="86577" y="11605"/>
                    <a:pt x="91894" y="40173"/>
                  </a:cubicBezTo>
                  <a:cubicBezTo>
                    <a:pt x="94692" y="56333"/>
                    <a:pt x="94692" y="78264"/>
                    <a:pt x="94692" y="96444"/>
                  </a:cubicBezTo>
                  <a:cubicBezTo>
                    <a:pt x="94692" y="118086"/>
                    <a:pt x="94692" y="137708"/>
                    <a:pt x="91614" y="156177"/>
                  </a:cubicBezTo>
                  <a:cubicBezTo>
                    <a:pt x="87416" y="183590"/>
                    <a:pt x="71467" y="192247"/>
                    <a:pt x="58875" y="192247"/>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20" name="Freeform: Shape 19">
              <a:extLst>
                <a:ext uri="{FF2B5EF4-FFF2-40B4-BE49-F238E27FC236}">
                  <a16:creationId xmlns:a16="http://schemas.microsoft.com/office/drawing/2014/main" id="{8A075192-B8F3-F3CB-5EEB-70627C991CEF}"/>
                </a:ext>
              </a:extLst>
            </p:cNvPr>
            <p:cNvSpPr/>
            <p:nvPr>
              <p:custDataLst>
                <p:tags r:id="rId9"/>
              </p:custDataLst>
            </p:nvPr>
          </p:nvSpPr>
          <p:spPr>
            <a:xfrm>
              <a:off x="5050222" y="4280021"/>
              <a:ext cx="29660" cy="30587"/>
            </a:xfrm>
            <a:custGeom>
              <a:avLst/>
              <a:gdLst>
                <a:gd name="connsiteX0" fmla="*/ 29778 w 29660"/>
                <a:gd name="connsiteY0" fmla="*/ 15357 h 30587"/>
                <a:gd name="connsiteX1" fmla="*/ 14948 w 29660"/>
                <a:gd name="connsiteY1" fmla="*/ 63 h 30587"/>
                <a:gd name="connsiteX2" fmla="*/ 117 w 29660"/>
                <a:gd name="connsiteY2" fmla="*/ 15357 h 30587"/>
                <a:gd name="connsiteX3" fmla="*/ 14948 w 29660"/>
                <a:gd name="connsiteY3" fmla="*/ 30651 h 30587"/>
                <a:gd name="connsiteX4" fmla="*/ 29778 w 29660"/>
                <a:gd name="connsiteY4" fmla="*/ 15357 h 30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60" h="30587">
                  <a:moveTo>
                    <a:pt x="29778" y="15357"/>
                  </a:moveTo>
                  <a:cubicBezTo>
                    <a:pt x="29778" y="6988"/>
                    <a:pt x="23063" y="63"/>
                    <a:pt x="14948" y="63"/>
                  </a:cubicBezTo>
                  <a:cubicBezTo>
                    <a:pt x="6833" y="63"/>
                    <a:pt x="117" y="6988"/>
                    <a:pt x="117" y="15357"/>
                  </a:cubicBezTo>
                  <a:cubicBezTo>
                    <a:pt x="117" y="23725"/>
                    <a:pt x="6833" y="30651"/>
                    <a:pt x="14948" y="30651"/>
                  </a:cubicBezTo>
                  <a:cubicBezTo>
                    <a:pt x="23063" y="30651"/>
                    <a:pt x="29778" y="23725"/>
                    <a:pt x="29778" y="15357"/>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21" name="Freeform: Shape 20">
              <a:extLst>
                <a:ext uri="{FF2B5EF4-FFF2-40B4-BE49-F238E27FC236}">
                  <a16:creationId xmlns:a16="http://schemas.microsoft.com/office/drawing/2014/main" id="{C1D5F37E-DE40-066C-25F9-415FFD0D9D38}"/>
                </a:ext>
              </a:extLst>
            </p:cNvPr>
            <p:cNvSpPr/>
            <p:nvPr>
              <p:custDataLst>
                <p:tags r:id="rId10"/>
              </p:custDataLst>
            </p:nvPr>
          </p:nvSpPr>
          <p:spPr>
            <a:xfrm>
              <a:off x="5117877" y="4118425"/>
              <a:ext cx="111648" cy="198532"/>
            </a:xfrm>
            <a:custGeom>
              <a:avLst/>
              <a:gdLst>
                <a:gd name="connsiteX0" fmla="*/ 111769 w 111648"/>
                <a:gd name="connsiteY0" fmla="*/ 134246 h 198532"/>
                <a:gd name="connsiteX1" fmla="*/ 58603 w 111648"/>
                <a:gd name="connsiteY1" fmla="*/ 71050 h 198532"/>
                <a:gd name="connsiteX2" fmla="*/ 23065 w 111648"/>
                <a:gd name="connsiteY2" fmla="*/ 85767 h 198532"/>
                <a:gd name="connsiteX3" fmla="*/ 23065 w 111648"/>
                <a:gd name="connsiteY3" fmla="*/ 29496 h 198532"/>
                <a:gd name="connsiteX4" fmla="*/ 46850 w 111648"/>
                <a:gd name="connsiteY4" fmla="*/ 33248 h 198532"/>
                <a:gd name="connsiteX5" fmla="*/ 100856 w 111648"/>
                <a:gd name="connsiteY5" fmla="*/ 3237 h 198532"/>
                <a:gd name="connsiteX6" fmla="*/ 98057 w 111648"/>
                <a:gd name="connsiteY6" fmla="*/ 63 h 198532"/>
                <a:gd name="connsiteX7" fmla="*/ 95819 w 111648"/>
                <a:gd name="connsiteY7" fmla="*/ 928 h 198532"/>
                <a:gd name="connsiteX8" fmla="*/ 57763 w 111648"/>
                <a:gd name="connsiteY8" fmla="*/ 9297 h 198532"/>
                <a:gd name="connsiteX9" fmla="*/ 20547 w 111648"/>
                <a:gd name="connsiteY9" fmla="*/ 1217 h 198532"/>
                <a:gd name="connsiteX10" fmla="*/ 17189 w 111648"/>
                <a:gd name="connsiteY10" fmla="*/ 351 h 198532"/>
                <a:gd name="connsiteX11" fmla="*/ 14391 w 111648"/>
                <a:gd name="connsiteY11" fmla="*/ 7277 h 198532"/>
                <a:gd name="connsiteX12" fmla="*/ 14391 w 111648"/>
                <a:gd name="connsiteY12" fmla="*/ 92692 h 198532"/>
                <a:gd name="connsiteX13" fmla="*/ 18308 w 111648"/>
                <a:gd name="connsiteY13" fmla="*/ 100195 h 198532"/>
                <a:gd name="connsiteX14" fmla="*/ 21946 w 111648"/>
                <a:gd name="connsiteY14" fmla="*/ 97598 h 198532"/>
                <a:gd name="connsiteX15" fmla="*/ 58043 w 111648"/>
                <a:gd name="connsiteY15" fmla="*/ 77398 h 198532"/>
                <a:gd name="connsiteX16" fmla="*/ 81828 w 111648"/>
                <a:gd name="connsiteY16" fmla="*/ 95866 h 198532"/>
                <a:gd name="connsiteX17" fmla="*/ 86864 w 111648"/>
                <a:gd name="connsiteY17" fmla="*/ 132226 h 198532"/>
                <a:gd name="connsiteX18" fmla="*/ 80149 w 111648"/>
                <a:gd name="connsiteY18" fmla="*/ 171759 h 198532"/>
                <a:gd name="connsiteX19" fmla="*/ 50208 w 111648"/>
                <a:gd name="connsiteY19" fmla="*/ 190516 h 198532"/>
                <a:gd name="connsiteX20" fmla="*/ 9074 w 111648"/>
                <a:gd name="connsiteY20" fmla="*/ 158197 h 198532"/>
                <a:gd name="connsiteX21" fmla="*/ 13831 w 111648"/>
                <a:gd name="connsiteY21" fmla="*/ 158774 h 198532"/>
                <a:gd name="connsiteX22" fmla="*/ 27822 w 111648"/>
                <a:gd name="connsiteY22" fmla="*/ 144634 h 198532"/>
                <a:gd name="connsiteX23" fmla="*/ 13831 w 111648"/>
                <a:gd name="connsiteY23" fmla="*/ 130494 h 198532"/>
                <a:gd name="connsiteX24" fmla="*/ 120 w 111648"/>
                <a:gd name="connsiteY24" fmla="*/ 145788 h 198532"/>
                <a:gd name="connsiteX25" fmla="*/ 50768 w 111648"/>
                <a:gd name="connsiteY25" fmla="*/ 198596 h 198532"/>
                <a:gd name="connsiteX26" fmla="*/ 111769 w 111648"/>
                <a:gd name="connsiteY26" fmla="*/ 134246 h 19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1648" h="198532">
                  <a:moveTo>
                    <a:pt x="111769" y="134246"/>
                  </a:moveTo>
                  <a:cubicBezTo>
                    <a:pt x="111769" y="99906"/>
                    <a:pt x="88823" y="71050"/>
                    <a:pt x="58603" y="71050"/>
                  </a:cubicBezTo>
                  <a:cubicBezTo>
                    <a:pt x="45171" y="71050"/>
                    <a:pt x="33139" y="75667"/>
                    <a:pt x="23065" y="85767"/>
                  </a:cubicBezTo>
                  <a:lnTo>
                    <a:pt x="23065" y="29496"/>
                  </a:lnTo>
                  <a:cubicBezTo>
                    <a:pt x="28662" y="31228"/>
                    <a:pt x="37896" y="33248"/>
                    <a:pt x="46850" y="33248"/>
                  </a:cubicBezTo>
                  <a:cubicBezTo>
                    <a:pt x="81268" y="33248"/>
                    <a:pt x="100856" y="6988"/>
                    <a:pt x="100856" y="3237"/>
                  </a:cubicBezTo>
                  <a:cubicBezTo>
                    <a:pt x="100856" y="1506"/>
                    <a:pt x="100016" y="63"/>
                    <a:pt x="98057" y="63"/>
                  </a:cubicBezTo>
                  <a:cubicBezTo>
                    <a:pt x="97777" y="63"/>
                    <a:pt x="97218" y="63"/>
                    <a:pt x="95819" y="928"/>
                  </a:cubicBezTo>
                  <a:cubicBezTo>
                    <a:pt x="90222" y="3526"/>
                    <a:pt x="76511" y="9297"/>
                    <a:pt x="57763" y="9297"/>
                  </a:cubicBezTo>
                  <a:cubicBezTo>
                    <a:pt x="46570" y="9297"/>
                    <a:pt x="33699" y="7277"/>
                    <a:pt x="20547" y="1217"/>
                  </a:cubicBezTo>
                  <a:cubicBezTo>
                    <a:pt x="18308" y="351"/>
                    <a:pt x="17749" y="351"/>
                    <a:pt x="17189" y="351"/>
                  </a:cubicBezTo>
                  <a:cubicBezTo>
                    <a:pt x="14391" y="351"/>
                    <a:pt x="14391" y="2660"/>
                    <a:pt x="14391" y="7277"/>
                  </a:cubicBezTo>
                  <a:lnTo>
                    <a:pt x="14391" y="92692"/>
                  </a:lnTo>
                  <a:cubicBezTo>
                    <a:pt x="14391" y="97886"/>
                    <a:pt x="14391" y="100195"/>
                    <a:pt x="18308" y="100195"/>
                  </a:cubicBezTo>
                  <a:cubicBezTo>
                    <a:pt x="20267" y="100195"/>
                    <a:pt x="20827" y="99329"/>
                    <a:pt x="21946" y="97598"/>
                  </a:cubicBezTo>
                  <a:cubicBezTo>
                    <a:pt x="25024" y="92981"/>
                    <a:pt x="35378" y="77398"/>
                    <a:pt x="58043" y="77398"/>
                  </a:cubicBezTo>
                  <a:cubicBezTo>
                    <a:pt x="72594" y="77398"/>
                    <a:pt x="79589" y="90672"/>
                    <a:pt x="81828" y="95866"/>
                  </a:cubicBezTo>
                  <a:cubicBezTo>
                    <a:pt x="86305" y="106543"/>
                    <a:pt x="86864" y="117797"/>
                    <a:pt x="86864" y="132226"/>
                  </a:cubicBezTo>
                  <a:cubicBezTo>
                    <a:pt x="86864" y="142325"/>
                    <a:pt x="86864" y="159639"/>
                    <a:pt x="80149" y="171759"/>
                  </a:cubicBezTo>
                  <a:cubicBezTo>
                    <a:pt x="73433" y="183013"/>
                    <a:pt x="63080" y="190516"/>
                    <a:pt x="50208" y="190516"/>
                  </a:cubicBezTo>
                  <a:cubicBezTo>
                    <a:pt x="29781" y="190516"/>
                    <a:pt x="13831" y="175222"/>
                    <a:pt x="9074" y="158197"/>
                  </a:cubicBezTo>
                  <a:cubicBezTo>
                    <a:pt x="9914" y="158485"/>
                    <a:pt x="10753" y="158774"/>
                    <a:pt x="13831" y="158774"/>
                  </a:cubicBezTo>
                  <a:cubicBezTo>
                    <a:pt x="23065" y="158774"/>
                    <a:pt x="27822" y="151560"/>
                    <a:pt x="27822" y="144634"/>
                  </a:cubicBezTo>
                  <a:cubicBezTo>
                    <a:pt x="27822" y="137708"/>
                    <a:pt x="23065" y="130494"/>
                    <a:pt x="13831" y="130494"/>
                  </a:cubicBezTo>
                  <a:cubicBezTo>
                    <a:pt x="9914" y="130494"/>
                    <a:pt x="120" y="132514"/>
                    <a:pt x="120" y="145788"/>
                  </a:cubicBezTo>
                  <a:cubicBezTo>
                    <a:pt x="120" y="170605"/>
                    <a:pt x="19428" y="198596"/>
                    <a:pt x="50768" y="198596"/>
                  </a:cubicBezTo>
                  <a:cubicBezTo>
                    <a:pt x="83227" y="198596"/>
                    <a:pt x="111769" y="170893"/>
                    <a:pt x="111769" y="134246"/>
                  </a:cubicBez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sp>
          <p:nvSpPr>
            <p:cNvPr id="22" name="Freeform: Shape 21">
              <a:extLst>
                <a:ext uri="{FF2B5EF4-FFF2-40B4-BE49-F238E27FC236}">
                  <a16:creationId xmlns:a16="http://schemas.microsoft.com/office/drawing/2014/main" id="{C4777760-EBEE-11E0-9ACF-3A829B5EC3C4}"/>
                </a:ext>
              </a:extLst>
            </p:cNvPr>
            <p:cNvSpPr/>
            <p:nvPr>
              <p:custDataLst>
                <p:tags r:id="rId11"/>
              </p:custDataLst>
            </p:nvPr>
          </p:nvSpPr>
          <p:spPr>
            <a:xfrm>
              <a:off x="5251911" y="4183063"/>
              <a:ext cx="139350" cy="130720"/>
            </a:xfrm>
            <a:custGeom>
              <a:avLst/>
              <a:gdLst>
                <a:gd name="connsiteX0" fmla="*/ 85470 w 139350"/>
                <a:gd name="connsiteY0" fmla="*/ 40462 h 130720"/>
                <a:gd name="connsiteX1" fmla="*/ 113173 w 139350"/>
                <a:gd name="connsiteY1" fmla="*/ 6411 h 130720"/>
                <a:gd name="connsiteX2" fmla="*/ 127164 w 139350"/>
                <a:gd name="connsiteY2" fmla="*/ 10163 h 130720"/>
                <a:gd name="connsiteX3" fmla="*/ 113732 w 139350"/>
                <a:gd name="connsiteY3" fmla="*/ 25745 h 130720"/>
                <a:gd name="connsiteX4" fmla="*/ 124365 w 139350"/>
                <a:gd name="connsiteY4" fmla="*/ 35845 h 130720"/>
                <a:gd name="connsiteX5" fmla="*/ 139476 w 139350"/>
                <a:gd name="connsiteY5" fmla="*/ 19108 h 130720"/>
                <a:gd name="connsiteX6" fmla="*/ 113452 w 139350"/>
                <a:gd name="connsiteY6" fmla="*/ 63 h 130720"/>
                <a:gd name="connsiteX7" fmla="*/ 84071 w 139350"/>
                <a:gd name="connsiteY7" fmla="*/ 21994 h 130720"/>
                <a:gd name="connsiteX8" fmla="*/ 53851 w 139350"/>
                <a:gd name="connsiteY8" fmla="*/ 63 h 130720"/>
                <a:gd name="connsiteX9" fmla="*/ 8800 w 139350"/>
                <a:gd name="connsiteY9" fmla="*/ 44502 h 130720"/>
                <a:gd name="connsiteX10" fmla="*/ 12157 w 139350"/>
                <a:gd name="connsiteY10" fmla="*/ 47387 h 130720"/>
                <a:gd name="connsiteX11" fmla="*/ 15795 w 139350"/>
                <a:gd name="connsiteY11" fmla="*/ 44213 h 130720"/>
                <a:gd name="connsiteX12" fmla="*/ 53291 w 139350"/>
                <a:gd name="connsiteY12" fmla="*/ 6411 h 130720"/>
                <a:gd name="connsiteX13" fmla="*/ 68401 w 139350"/>
                <a:gd name="connsiteY13" fmla="*/ 25745 h 130720"/>
                <a:gd name="connsiteX14" fmla="*/ 53291 w 139350"/>
                <a:gd name="connsiteY14" fmla="*/ 94424 h 130720"/>
                <a:gd name="connsiteX15" fmla="*/ 26708 w 139350"/>
                <a:gd name="connsiteY15" fmla="*/ 124434 h 130720"/>
                <a:gd name="connsiteX16" fmla="*/ 12717 w 139350"/>
                <a:gd name="connsiteY16" fmla="*/ 120683 h 130720"/>
                <a:gd name="connsiteX17" fmla="*/ 25869 w 139350"/>
                <a:gd name="connsiteY17" fmla="*/ 105101 h 130720"/>
                <a:gd name="connsiteX18" fmla="*/ 15515 w 139350"/>
                <a:gd name="connsiteY18" fmla="*/ 95001 h 130720"/>
                <a:gd name="connsiteX19" fmla="*/ 125 w 139350"/>
                <a:gd name="connsiteY19" fmla="*/ 111738 h 130720"/>
                <a:gd name="connsiteX20" fmla="*/ 26428 w 139350"/>
                <a:gd name="connsiteY20" fmla="*/ 130783 h 130720"/>
                <a:gd name="connsiteX21" fmla="*/ 55809 w 139350"/>
                <a:gd name="connsiteY21" fmla="*/ 108852 h 130720"/>
                <a:gd name="connsiteX22" fmla="*/ 86030 w 139350"/>
                <a:gd name="connsiteY22" fmla="*/ 130783 h 130720"/>
                <a:gd name="connsiteX23" fmla="*/ 130801 w 139350"/>
                <a:gd name="connsiteY23" fmla="*/ 86344 h 130720"/>
                <a:gd name="connsiteX24" fmla="*/ 127443 w 139350"/>
                <a:gd name="connsiteY24" fmla="*/ 83458 h 130720"/>
                <a:gd name="connsiteX25" fmla="*/ 123806 w 139350"/>
                <a:gd name="connsiteY25" fmla="*/ 86632 h 130720"/>
                <a:gd name="connsiteX26" fmla="*/ 86590 w 139350"/>
                <a:gd name="connsiteY26" fmla="*/ 124434 h 130720"/>
                <a:gd name="connsiteX27" fmla="*/ 71200 w 139350"/>
                <a:gd name="connsiteY27" fmla="*/ 105389 h 130720"/>
                <a:gd name="connsiteX28" fmla="*/ 75956 w 139350"/>
                <a:gd name="connsiteY28" fmla="*/ 79995 h 130720"/>
                <a:gd name="connsiteX29" fmla="*/ 85470 w 139350"/>
                <a:gd name="connsiteY29" fmla="*/ 40462 h 130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9350" h="130720">
                  <a:moveTo>
                    <a:pt x="85470" y="40462"/>
                  </a:moveTo>
                  <a:cubicBezTo>
                    <a:pt x="87149" y="32959"/>
                    <a:pt x="93585" y="6411"/>
                    <a:pt x="113173" y="6411"/>
                  </a:cubicBezTo>
                  <a:cubicBezTo>
                    <a:pt x="114572" y="6411"/>
                    <a:pt x="121287" y="6411"/>
                    <a:pt x="127164" y="10163"/>
                  </a:cubicBezTo>
                  <a:cubicBezTo>
                    <a:pt x="119329" y="11605"/>
                    <a:pt x="113732" y="18820"/>
                    <a:pt x="113732" y="25745"/>
                  </a:cubicBezTo>
                  <a:cubicBezTo>
                    <a:pt x="113732" y="30362"/>
                    <a:pt x="116810" y="35845"/>
                    <a:pt x="124365" y="35845"/>
                  </a:cubicBezTo>
                  <a:cubicBezTo>
                    <a:pt x="130521" y="35845"/>
                    <a:pt x="139476" y="30651"/>
                    <a:pt x="139476" y="19108"/>
                  </a:cubicBezTo>
                  <a:cubicBezTo>
                    <a:pt x="139476" y="4103"/>
                    <a:pt x="122966" y="63"/>
                    <a:pt x="113452" y="63"/>
                  </a:cubicBezTo>
                  <a:cubicBezTo>
                    <a:pt x="97223" y="63"/>
                    <a:pt x="87429" y="15357"/>
                    <a:pt x="84071" y="21994"/>
                  </a:cubicBezTo>
                  <a:cubicBezTo>
                    <a:pt x="77076" y="2948"/>
                    <a:pt x="61965" y="63"/>
                    <a:pt x="53851" y="63"/>
                  </a:cubicBezTo>
                  <a:cubicBezTo>
                    <a:pt x="24749" y="63"/>
                    <a:pt x="8800" y="37288"/>
                    <a:pt x="8800" y="44502"/>
                  </a:cubicBezTo>
                  <a:cubicBezTo>
                    <a:pt x="8800" y="47387"/>
                    <a:pt x="11598" y="47387"/>
                    <a:pt x="12157" y="47387"/>
                  </a:cubicBezTo>
                  <a:cubicBezTo>
                    <a:pt x="14396" y="47387"/>
                    <a:pt x="15235" y="46810"/>
                    <a:pt x="15795" y="44213"/>
                  </a:cubicBezTo>
                  <a:cubicBezTo>
                    <a:pt x="25309" y="13625"/>
                    <a:pt x="43777" y="6411"/>
                    <a:pt x="53291" y="6411"/>
                  </a:cubicBezTo>
                  <a:cubicBezTo>
                    <a:pt x="58608" y="6411"/>
                    <a:pt x="68401" y="9008"/>
                    <a:pt x="68401" y="25745"/>
                  </a:cubicBezTo>
                  <a:cubicBezTo>
                    <a:pt x="68401" y="34691"/>
                    <a:pt x="63644" y="54025"/>
                    <a:pt x="53291" y="94424"/>
                  </a:cubicBezTo>
                  <a:cubicBezTo>
                    <a:pt x="48814" y="112315"/>
                    <a:pt x="39020" y="124434"/>
                    <a:pt x="26708" y="124434"/>
                  </a:cubicBezTo>
                  <a:cubicBezTo>
                    <a:pt x="25029" y="124434"/>
                    <a:pt x="18593" y="124434"/>
                    <a:pt x="12717" y="120683"/>
                  </a:cubicBezTo>
                  <a:cubicBezTo>
                    <a:pt x="19713" y="119240"/>
                    <a:pt x="25869" y="113180"/>
                    <a:pt x="25869" y="105101"/>
                  </a:cubicBezTo>
                  <a:cubicBezTo>
                    <a:pt x="25869" y="97309"/>
                    <a:pt x="19713" y="95001"/>
                    <a:pt x="15515" y="95001"/>
                  </a:cubicBezTo>
                  <a:cubicBezTo>
                    <a:pt x="7121" y="95001"/>
                    <a:pt x="125" y="102503"/>
                    <a:pt x="125" y="111738"/>
                  </a:cubicBezTo>
                  <a:cubicBezTo>
                    <a:pt x="125" y="125012"/>
                    <a:pt x="14116" y="130783"/>
                    <a:pt x="26428" y="130783"/>
                  </a:cubicBezTo>
                  <a:cubicBezTo>
                    <a:pt x="44896" y="130783"/>
                    <a:pt x="54970" y="110583"/>
                    <a:pt x="55809" y="108852"/>
                  </a:cubicBezTo>
                  <a:cubicBezTo>
                    <a:pt x="59167" y="119529"/>
                    <a:pt x="69241" y="130783"/>
                    <a:pt x="86030" y="130783"/>
                  </a:cubicBezTo>
                  <a:cubicBezTo>
                    <a:pt x="114852" y="130783"/>
                    <a:pt x="130801" y="93558"/>
                    <a:pt x="130801" y="86344"/>
                  </a:cubicBezTo>
                  <a:cubicBezTo>
                    <a:pt x="130801" y="83458"/>
                    <a:pt x="128283" y="83458"/>
                    <a:pt x="127443" y="83458"/>
                  </a:cubicBezTo>
                  <a:cubicBezTo>
                    <a:pt x="124925" y="83458"/>
                    <a:pt x="124365" y="84612"/>
                    <a:pt x="123806" y="86632"/>
                  </a:cubicBezTo>
                  <a:cubicBezTo>
                    <a:pt x="114572" y="117509"/>
                    <a:pt x="95544" y="124434"/>
                    <a:pt x="86590" y="124434"/>
                  </a:cubicBezTo>
                  <a:cubicBezTo>
                    <a:pt x="75677" y="124434"/>
                    <a:pt x="71200" y="115200"/>
                    <a:pt x="71200" y="105389"/>
                  </a:cubicBezTo>
                  <a:cubicBezTo>
                    <a:pt x="71200" y="99041"/>
                    <a:pt x="72878" y="92692"/>
                    <a:pt x="75956" y="79995"/>
                  </a:cubicBezTo>
                  <a:lnTo>
                    <a:pt x="85470" y="40462"/>
                  </a:lnTo>
                  <a:close/>
                </a:path>
              </a:pathLst>
            </a:custGeom>
            <a:solidFill>
              <a:schemeClr val="bg1"/>
            </a:solidFill>
            <a:ln w="227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2000">
                <a:solidFill>
                  <a:prstClr val="white"/>
                </a:solidFill>
                <a:latin typeface="Aptos" panose="020B0004020202020204"/>
              </a:endParaRPr>
            </a:p>
          </p:txBody>
        </p:sp>
      </p:grpSp>
      <p:sp>
        <p:nvSpPr>
          <p:cNvPr id="23" name="TextBox 22">
            <a:extLst>
              <a:ext uri="{FF2B5EF4-FFF2-40B4-BE49-F238E27FC236}">
                <a16:creationId xmlns:a16="http://schemas.microsoft.com/office/drawing/2014/main" id="{E97DF731-3BFE-9863-C1A0-42ED33A4686F}"/>
              </a:ext>
            </a:extLst>
          </p:cNvPr>
          <p:cNvSpPr txBox="1"/>
          <p:nvPr/>
        </p:nvSpPr>
        <p:spPr>
          <a:xfrm>
            <a:off x="7477257" y="3083481"/>
            <a:ext cx="4085140" cy="1477328"/>
          </a:xfrm>
          <a:prstGeom prst="rect">
            <a:avLst/>
          </a:prstGeom>
          <a:noFill/>
        </p:spPr>
        <p:txBody>
          <a:bodyPr wrap="square">
            <a:spAutoFit/>
          </a:bodyPr>
          <a:lstStyle/>
          <a:p>
            <a:pPr marL="285750" indent="-285750">
              <a:buFont typeface="Arial" panose="020B0604020202020204" pitchFamily="34" charset="0"/>
              <a:buChar char="•"/>
            </a:pPr>
            <a:r>
              <a:rPr lang="en-US">
                <a:solidFill>
                  <a:schemeClr val="bg1"/>
                </a:solidFill>
              </a:rPr>
              <a:t>The intercept, β₀, represents the value of y when </a:t>
            </a:r>
            <a:r>
              <a:rPr lang="en-US" i="1">
                <a:solidFill>
                  <a:schemeClr val="bg1"/>
                </a:solidFill>
              </a:rPr>
              <a:t>x</a:t>
            </a:r>
            <a:r>
              <a:rPr lang="en-US">
                <a:solidFill>
                  <a:schemeClr val="bg1"/>
                </a:solidFill>
              </a:rPr>
              <a:t> equals 0.</a:t>
            </a:r>
          </a:p>
          <a:p>
            <a:pPr marL="285750" indent="-285750">
              <a:buFont typeface="Arial" panose="020B0604020202020204" pitchFamily="34" charset="0"/>
              <a:buChar char="•"/>
            </a:pPr>
            <a:r>
              <a:rPr lang="en-US">
                <a:solidFill>
                  <a:schemeClr val="bg1"/>
                </a:solidFill>
              </a:rPr>
              <a:t>The slope, β₁, represents the increase in </a:t>
            </a:r>
            <a:r>
              <a:rPr lang="en-US" i="1">
                <a:solidFill>
                  <a:schemeClr val="bg1"/>
                </a:solidFill>
              </a:rPr>
              <a:t>y</a:t>
            </a:r>
            <a:r>
              <a:rPr lang="en-US">
                <a:solidFill>
                  <a:schemeClr val="bg1"/>
                </a:solidFill>
              </a:rPr>
              <a:t> associated with a one‑unit increase in </a:t>
            </a:r>
            <a:r>
              <a:rPr lang="en-US" i="1">
                <a:solidFill>
                  <a:schemeClr val="bg1"/>
                </a:solidFill>
              </a:rPr>
              <a:t>x</a:t>
            </a:r>
            <a:r>
              <a:rPr lang="en-US">
                <a:solidFill>
                  <a:schemeClr val="bg1"/>
                </a:solidFill>
              </a:rPr>
              <a:t>.</a:t>
            </a:r>
            <a:endParaRPr lang="en-GB" b="1">
              <a:solidFill>
                <a:schemeClr val="bg1"/>
              </a:solidFill>
            </a:endParaRPr>
          </a:p>
        </p:txBody>
      </p:sp>
    </p:spTree>
    <p:extLst>
      <p:ext uri="{BB962C8B-B14F-4D97-AF65-F5344CB8AC3E}">
        <p14:creationId xmlns:p14="http://schemas.microsoft.com/office/powerpoint/2010/main" val="15727432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BC48C072-F2F2-CDFE-3841-B7DFFE87796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708AD04-D681-35C0-25B9-9D93FA645A2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AB61A9B6-60CF-7ABF-58B1-60602E3A5D9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DA6D1BB5-73A7-946A-91E3-70729AB8E71F}"/>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5429111D-E2C4-F859-57D8-84F5DE9716B7}"/>
              </a:ext>
            </a:extLst>
          </p:cNvPr>
          <p:cNvPicPr>
            <a:picLocks noChangeAspect="1"/>
          </p:cNvPicPr>
          <p:nvPr/>
        </p:nvPicPr>
        <p:blipFill>
          <a:blip r:embed="rId115"/>
          <a:stretch>
            <a:fillRect/>
          </a:stretch>
        </p:blipFill>
        <p:spPr>
          <a:xfrm>
            <a:off x="295480" y="6230670"/>
            <a:ext cx="5249008" cy="609685"/>
          </a:xfrm>
          <a:prstGeom prst="rect">
            <a:avLst/>
          </a:prstGeom>
        </p:spPr>
      </p:pic>
      <p:sp>
        <p:nvSpPr>
          <p:cNvPr id="26" name="TextBox 25">
            <a:extLst>
              <a:ext uri="{FF2B5EF4-FFF2-40B4-BE49-F238E27FC236}">
                <a16:creationId xmlns:a16="http://schemas.microsoft.com/office/drawing/2014/main" id="{ECBBF554-9DB4-3FB5-3E59-BBACB1D5BB7D}"/>
              </a:ext>
            </a:extLst>
          </p:cNvPr>
          <p:cNvSpPr txBox="1"/>
          <p:nvPr/>
        </p:nvSpPr>
        <p:spPr>
          <a:xfrm>
            <a:off x="891590" y="1411740"/>
            <a:ext cx="6097190" cy="369332"/>
          </a:xfrm>
          <a:prstGeom prst="rect">
            <a:avLst/>
          </a:prstGeom>
          <a:noFill/>
        </p:spPr>
        <p:txBody>
          <a:bodyPr wrap="square">
            <a:spAutoFit/>
          </a:bodyPr>
          <a:lstStyle/>
          <a:p>
            <a:r>
              <a:rPr lang="en-US">
                <a:solidFill>
                  <a:srgbClr val="FFFF00"/>
                </a:solidFill>
                <a:latin typeface="Aptos SemiBold" panose="020B0004020202020204" pitchFamily="34" charset="0"/>
              </a:rPr>
              <a:t>Bivariate Regression and Covariance</a:t>
            </a:r>
          </a:p>
        </p:txBody>
      </p:sp>
      <p:grpSp>
        <p:nvGrpSpPr>
          <p:cNvPr id="27" name="Group 26">
            <a:extLst>
              <a:ext uri="{FF2B5EF4-FFF2-40B4-BE49-F238E27FC236}">
                <a16:creationId xmlns:a16="http://schemas.microsoft.com/office/drawing/2014/main" id="{DCC3B68D-1455-70FE-2CCA-6BF9999F0C61}"/>
              </a:ext>
            </a:extLst>
          </p:cNvPr>
          <p:cNvGrpSpPr>
            <a:grpSpLocks noChangeAspect="1"/>
          </p:cNvGrpSpPr>
          <p:nvPr>
            <p:custDataLst>
              <p:tags r:id="rId2"/>
            </p:custDataLst>
          </p:nvPr>
        </p:nvGrpSpPr>
        <p:grpSpPr>
          <a:xfrm>
            <a:off x="1350397" y="2104781"/>
            <a:ext cx="4037047" cy="205661"/>
            <a:chOff x="4302744" y="3772390"/>
            <a:chExt cx="4358786" cy="222052"/>
          </a:xfrm>
        </p:grpSpPr>
        <p:sp>
          <p:nvSpPr>
            <p:cNvPr id="28" name="Freeform: Shape 27">
              <a:extLst>
                <a:ext uri="{FF2B5EF4-FFF2-40B4-BE49-F238E27FC236}">
                  <a16:creationId xmlns:a16="http://schemas.microsoft.com/office/drawing/2014/main" id="{8A47BB8C-2DCB-1194-54C9-E1FC6C1F7ECA}"/>
                </a:ext>
              </a:extLst>
            </p:cNvPr>
            <p:cNvSpPr/>
            <p:nvPr>
              <p:custDataLst>
                <p:tags r:id="rId79"/>
              </p:custDataLst>
            </p:nvPr>
          </p:nvSpPr>
          <p:spPr>
            <a:xfrm>
              <a:off x="4302744" y="3782382"/>
              <a:ext cx="161490" cy="161432"/>
            </a:xfrm>
            <a:custGeom>
              <a:avLst/>
              <a:gdLst>
                <a:gd name="connsiteX0" fmla="*/ 161567 w 161490"/>
                <a:gd name="connsiteY0" fmla="*/ 2283 h 161432"/>
                <a:gd name="connsiteX1" fmla="*/ 159065 w 161490"/>
                <a:gd name="connsiteY1" fmla="*/ 63 h 161432"/>
                <a:gd name="connsiteX2" fmla="*/ 155653 w 161490"/>
                <a:gd name="connsiteY2" fmla="*/ 2727 h 161432"/>
                <a:gd name="connsiteX3" fmla="*/ 139732 w 161490"/>
                <a:gd name="connsiteY3" fmla="*/ 19825 h 161432"/>
                <a:gd name="connsiteX4" fmla="*/ 101975 w 161490"/>
                <a:gd name="connsiteY4" fmla="*/ 63 h 161432"/>
                <a:gd name="connsiteX5" fmla="*/ 77 w 161490"/>
                <a:gd name="connsiteY5" fmla="*/ 100652 h 161432"/>
                <a:gd name="connsiteX6" fmla="*/ 61716 w 161490"/>
                <a:gd name="connsiteY6" fmla="*/ 161495 h 161432"/>
                <a:gd name="connsiteX7" fmla="*/ 110845 w 161490"/>
                <a:gd name="connsiteY7" fmla="*/ 142398 h 161432"/>
                <a:gd name="connsiteX8" fmla="*/ 135865 w 161490"/>
                <a:gd name="connsiteY8" fmla="*/ 103317 h 161432"/>
                <a:gd name="connsiteX9" fmla="*/ 133136 w 161490"/>
                <a:gd name="connsiteY9" fmla="*/ 101097 h 161432"/>
                <a:gd name="connsiteX10" fmla="*/ 130179 w 161490"/>
                <a:gd name="connsiteY10" fmla="*/ 103317 h 161432"/>
                <a:gd name="connsiteX11" fmla="*/ 107206 w 161490"/>
                <a:gd name="connsiteY11" fmla="*/ 138401 h 161432"/>
                <a:gd name="connsiteX12" fmla="*/ 65355 w 161490"/>
                <a:gd name="connsiteY12" fmla="*/ 154611 h 161432"/>
                <a:gd name="connsiteX13" fmla="*/ 20775 w 161490"/>
                <a:gd name="connsiteY13" fmla="*/ 108424 h 161432"/>
                <a:gd name="connsiteX14" fmla="*/ 48296 w 161490"/>
                <a:gd name="connsiteY14" fmla="*/ 33815 h 161432"/>
                <a:gd name="connsiteX15" fmla="*/ 103794 w 161490"/>
                <a:gd name="connsiteY15" fmla="*/ 6946 h 161432"/>
                <a:gd name="connsiteX16" fmla="*/ 140414 w 161490"/>
                <a:gd name="connsiteY16" fmla="*/ 49802 h 161432"/>
                <a:gd name="connsiteX17" fmla="*/ 139732 w 161490"/>
                <a:gd name="connsiteY17" fmla="*/ 61127 h 161432"/>
                <a:gd name="connsiteX18" fmla="*/ 143143 w 161490"/>
                <a:gd name="connsiteY18" fmla="*/ 63348 h 161432"/>
                <a:gd name="connsiteX19" fmla="*/ 147237 w 161490"/>
                <a:gd name="connsiteY19" fmla="*/ 58907 h 161432"/>
                <a:gd name="connsiteX20" fmla="*/ 161567 w 161490"/>
                <a:gd name="connsiteY20" fmla="*/ 2283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490" h="161432">
                  <a:moveTo>
                    <a:pt x="161567" y="2283"/>
                  </a:moveTo>
                  <a:cubicBezTo>
                    <a:pt x="161567" y="1617"/>
                    <a:pt x="161112" y="63"/>
                    <a:pt x="159065" y="63"/>
                  </a:cubicBezTo>
                  <a:cubicBezTo>
                    <a:pt x="158383" y="63"/>
                    <a:pt x="158155" y="285"/>
                    <a:pt x="155653" y="2727"/>
                  </a:cubicBezTo>
                  <a:lnTo>
                    <a:pt x="139732" y="19825"/>
                  </a:lnTo>
                  <a:cubicBezTo>
                    <a:pt x="137685" y="16717"/>
                    <a:pt x="127222" y="63"/>
                    <a:pt x="101975" y="63"/>
                  </a:cubicBezTo>
                  <a:cubicBezTo>
                    <a:pt x="51253" y="63"/>
                    <a:pt x="77" y="49136"/>
                    <a:pt x="77" y="100652"/>
                  </a:cubicBezTo>
                  <a:cubicBezTo>
                    <a:pt x="77" y="137291"/>
                    <a:pt x="26916" y="161495"/>
                    <a:pt x="61716" y="161495"/>
                  </a:cubicBezTo>
                  <a:cubicBezTo>
                    <a:pt x="81504" y="161495"/>
                    <a:pt x="98790" y="152613"/>
                    <a:pt x="110845" y="142398"/>
                  </a:cubicBezTo>
                  <a:cubicBezTo>
                    <a:pt x="131998" y="124190"/>
                    <a:pt x="135865" y="103983"/>
                    <a:pt x="135865" y="103317"/>
                  </a:cubicBezTo>
                  <a:cubicBezTo>
                    <a:pt x="135865" y="101097"/>
                    <a:pt x="133590" y="101097"/>
                    <a:pt x="133136" y="101097"/>
                  </a:cubicBezTo>
                  <a:cubicBezTo>
                    <a:pt x="131771" y="101097"/>
                    <a:pt x="130634" y="101541"/>
                    <a:pt x="130179" y="103317"/>
                  </a:cubicBezTo>
                  <a:cubicBezTo>
                    <a:pt x="128132" y="109757"/>
                    <a:pt x="122900" y="125522"/>
                    <a:pt x="107206" y="138401"/>
                  </a:cubicBezTo>
                  <a:cubicBezTo>
                    <a:pt x="91512" y="150836"/>
                    <a:pt x="77183" y="154611"/>
                    <a:pt x="65355" y="154611"/>
                  </a:cubicBezTo>
                  <a:cubicBezTo>
                    <a:pt x="44885" y="154611"/>
                    <a:pt x="20775" y="143064"/>
                    <a:pt x="20775" y="108424"/>
                  </a:cubicBezTo>
                  <a:cubicBezTo>
                    <a:pt x="20775" y="95767"/>
                    <a:pt x="25551" y="59795"/>
                    <a:pt x="48296" y="33815"/>
                  </a:cubicBezTo>
                  <a:cubicBezTo>
                    <a:pt x="62171" y="18049"/>
                    <a:pt x="83551" y="6946"/>
                    <a:pt x="103794" y="6946"/>
                  </a:cubicBezTo>
                  <a:cubicBezTo>
                    <a:pt x="126994" y="6946"/>
                    <a:pt x="140414" y="24044"/>
                    <a:pt x="140414" y="49802"/>
                  </a:cubicBezTo>
                  <a:cubicBezTo>
                    <a:pt x="140414" y="58685"/>
                    <a:pt x="139732" y="58907"/>
                    <a:pt x="139732" y="61127"/>
                  </a:cubicBezTo>
                  <a:cubicBezTo>
                    <a:pt x="139732" y="63348"/>
                    <a:pt x="142234" y="63348"/>
                    <a:pt x="143143" y="63348"/>
                  </a:cubicBezTo>
                  <a:cubicBezTo>
                    <a:pt x="146100" y="63348"/>
                    <a:pt x="146100" y="62904"/>
                    <a:pt x="147237" y="58907"/>
                  </a:cubicBezTo>
                  <a:lnTo>
                    <a:pt x="161567" y="228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29" name="Freeform: Shape 28">
              <a:extLst>
                <a:ext uri="{FF2B5EF4-FFF2-40B4-BE49-F238E27FC236}">
                  <a16:creationId xmlns:a16="http://schemas.microsoft.com/office/drawing/2014/main" id="{2382180C-5A23-428B-3778-39CF02C203D7}"/>
                </a:ext>
              </a:extLst>
            </p:cNvPr>
            <p:cNvSpPr/>
            <p:nvPr>
              <p:custDataLst>
                <p:tags r:id="rId80"/>
              </p:custDataLst>
            </p:nvPr>
          </p:nvSpPr>
          <p:spPr>
            <a:xfrm>
              <a:off x="4481350" y="3782382"/>
              <a:ext cx="157168" cy="161432"/>
            </a:xfrm>
            <a:custGeom>
              <a:avLst/>
              <a:gdLst>
                <a:gd name="connsiteX0" fmla="*/ 157253 w 157168"/>
                <a:gd name="connsiteY0" fmla="*/ 59795 h 161432"/>
                <a:gd name="connsiteX1" fmla="*/ 99253 w 157168"/>
                <a:gd name="connsiteY1" fmla="*/ 63 h 161432"/>
                <a:gd name="connsiteX2" fmla="*/ 85 w 157168"/>
                <a:gd name="connsiteY2" fmla="*/ 102207 h 161432"/>
                <a:gd name="connsiteX3" fmla="*/ 58312 w 157168"/>
                <a:gd name="connsiteY3" fmla="*/ 161495 h 161432"/>
                <a:gd name="connsiteX4" fmla="*/ 157253 w 157168"/>
                <a:gd name="connsiteY4" fmla="*/ 59795 h 161432"/>
                <a:gd name="connsiteX5" fmla="*/ 59677 w 157168"/>
                <a:gd name="connsiteY5" fmla="*/ 155721 h 161432"/>
                <a:gd name="connsiteX6" fmla="*/ 21237 w 157168"/>
                <a:gd name="connsiteY6" fmla="*/ 108424 h 161432"/>
                <a:gd name="connsiteX7" fmla="*/ 41936 w 157168"/>
                <a:gd name="connsiteY7" fmla="*/ 40254 h 161432"/>
                <a:gd name="connsiteX8" fmla="*/ 97888 w 157168"/>
                <a:gd name="connsiteY8" fmla="*/ 5614 h 161432"/>
                <a:gd name="connsiteX9" fmla="*/ 137010 w 157168"/>
                <a:gd name="connsiteY9" fmla="*/ 51135 h 161432"/>
                <a:gd name="connsiteX10" fmla="*/ 108351 w 157168"/>
                <a:gd name="connsiteY10" fmla="*/ 129075 h 161432"/>
                <a:gd name="connsiteX11" fmla="*/ 59677 w 157168"/>
                <a:gd name="connsiteY11" fmla="*/ 155721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168" h="161432">
                  <a:moveTo>
                    <a:pt x="157253" y="59795"/>
                  </a:moveTo>
                  <a:cubicBezTo>
                    <a:pt x="157253" y="24044"/>
                    <a:pt x="133143" y="63"/>
                    <a:pt x="99253" y="63"/>
                  </a:cubicBezTo>
                  <a:cubicBezTo>
                    <a:pt x="50124" y="63"/>
                    <a:pt x="85" y="50469"/>
                    <a:pt x="85" y="102207"/>
                  </a:cubicBezTo>
                  <a:cubicBezTo>
                    <a:pt x="85" y="139068"/>
                    <a:pt x="25559" y="161495"/>
                    <a:pt x="58312" y="161495"/>
                  </a:cubicBezTo>
                  <a:cubicBezTo>
                    <a:pt x="106532" y="161495"/>
                    <a:pt x="157253" y="112865"/>
                    <a:pt x="157253" y="59795"/>
                  </a:cubicBezTo>
                  <a:close/>
                  <a:moveTo>
                    <a:pt x="59677" y="155721"/>
                  </a:moveTo>
                  <a:cubicBezTo>
                    <a:pt x="37159" y="155721"/>
                    <a:pt x="21237" y="137735"/>
                    <a:pt x="21237" y="108424"/>
                  </a:cubicBezTo>
                  <a:cubicBezTo>
                    <a:pt x="21237" y="98654"/>
                    <a:pt x="24422" y="66234"/>
                    <a:pt x="41936" y="40254"/>
                  </a:cubicBezTo>
                  <a:cubicBezTo>
                    <a:pt x="57630" y="17161"/>
                    <a:pt x="79920" y="5614"/>
                    <a:pt x="97888" y="5614"/>
                  </a:cubicBezTo>
                  <a:cubicBezTo>
                    <a:pt x="116539" y="5614"/>
                    <a:pt x="137010" y="18049"/>
                    <a:pt x="137010" y="51135"/>
                  </a:cubicBezTo>
                  <a:cubicBezTo>
                    <a:pt x="137010" y="67123"/>
                    <a:pt x="130869" y="101763"/>
                    <a:pt x="108351" y="129075"/>
                  </a:cubicBezTo>
                  <a:cubicBezTo>
                    <a:pt x="97434" y="142620"/>
                    <a:pt x="78783" y="155721"/>
                    <a:pt x="59677" y="15572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1" name="Freeform: Shape 30">
              <a:extLst>
                <a:ext uri="{FF2B5EF4-FFF2-40B4-BE49-F238E27FC236}">
                  <a16:creationId xmlns:a16="http://schemas.microsoft.com/office/drawing/2014/main" id="{2879BA7F-F73F-07CA-6613-F0AD15E0BCA4}"/>
                </a:ext>
              </a:extLst>
            </p:cNvPr>
            <p:cNvSpPr/>
            <p:nvPr>
              <p:custDataLst>
                <p:tags r:id="rId81"/>
              </p:custDataLst>
            </p:nvPr>
          </p:nvSpPr>
          <p:spPr>
            <a:xfrm>
              <a:off x="4662755" y="3787267"/>
              <a:ext cx="162172" cy="156546"/>
            </a:xfrm>
            <a:custGeom>
              <a:avLst/>
              <a:gdLst>
                <a:gd name="connsiteX0" fmla="*/ 130194 w 162172"/>
                <a:gd name="connsiteY0" fmla="*/ 25377 h 156546"/>
                <a:gd name="connsiteX1" fmla="*/ 159308 w 162172"/>
                <a:gd name="connsiteY1" fmla="*/ 6946 h 156546"/>
                <a:gd name="connsiteX2" fmla="*/ 162265 w 162172"/>
                <a:gd name="connsiteY2" fmla="*/ 2727 h 156546"/>
                <a:gd name="connsiteX3" fmla="*/ 159308 w 162172"/>
                <a:gd name="connsiteY3" fmla="*/ 63 h 156546"/>
                <a:gd name="connsiteX4" fmla="*/ 140657 w 162172"/>
                <a:gd name="connsiteY4" fmla="*/ 729 h 156546"/>
                <a:gd name="connsiteX5" fmla="*/ 118139 w 162172"/>
                <a:gd name="connsiteY5" fmla="*/ 63 h 156546"/>
                <a:gd name="connsiteX6" fmla="*/ 113818 w 162172"/>
                <a:gd name="connsiteY6" fmla="*/ 4282 h 156546"/>
                <a:gd name="connsiteX7" fmla="*/ 117457 w 162172"/>
                <a:gd name="connsiteY7" fmla="*/ 6946 h 156546"/>
                <a:gd name="connsiteX8" fmla="*/ 127920 w 162172"/>
                <a:gd name="connsiteY8" fmla="*/ 14274 h 156546"/>
                <a:gd name="connsiteX9" fmla="*/ 124508 w 162172"/>
                <a:gd name="connsiteY9" fmla="*/ 22712 h 156546"/>
                <a:gd name="connsiteX10" fmla="*/ 54681 w 162172"/>
                <a:gd name="connsiteY10" fmla="*/ 131074 h 156546"/>
                <a:gd name="connsiteX11" fmla="*/ 39214 w 162172"/>
                <a:gd name="connsiteY11" fmla="*/ 13608 h 156546"/>
                <a:gd name="connsiteX12" fmla="*/ 54908 w 162172"/>
                <a:gd name="connsiteY12" fmla="*/ 6946 h 156546"/>
                <a:gd name="connsiteX13" fmla="*/ 60594 w 162172"/>
                <a:gd name="connsiteY13" fmla="*/ 2505 h 156546"/>
                <a:gd name="connsiteX14" fmla="*/ 57410 w 162172"/>
                <a:gd name="connsiteY14" fmla="*/ 63 h 156546"/>
                <a:gd name="connsiteX15" fmla="*/ 29206 w 162172"/>
                <a:gd name="connsiteY15" fmla="*/ 729 h 156546"/>
                <a:gd name="connsiteX16" fmla="*/ 16696 w 162172"/>
                <a:gd name="connsiteY16" fmla="*/ 507 h 156546"/>
                <a:gd name="connsiteX17" fmla="*/ 4414 w 162172"/>
                <a:gd name="connsiteY17" fmla="*/ 63 h 156546"/>
                <a:gd name="connsiteX18" fmla="*/ 92 w 162172"/>
                <a:gd name="connsiteY18" fmla="*/ 4282 h 156546"/>
                <a:gd name="connsiteX19" fmla="*/ 5779 w 162172"/>
                <a:gd name="connsiteY19" fmla="*/ 6946 h 156546"/>
                <a:gd name="connsiteX20" fmla="*/ 19426 w 162172"/>
                <a:gd name="connsiteY20" fmla="*/ 14496 h 156546"/>
                <a:gd name="connsiteX21" fmla="*/ 37394 w 162172"/>
                <a:gd name="connsiteY21" fmla="*/ 151502 h 156546"/>
                <a:gd name="connsiteX22" fmla="*/ 41943 w 162172"/>
                <a:gd name="connsiteY22" fmla="*/ 156610 h 156546"/>
                <a:gd name="connsiteX23" fmla="*/ 48312 w 162172"/>
                <a:gd name="connsiteY23" fmla="*/ 152613 h 156546"/>
                <a:gd name="connsiteX24" fmla="*/ 130194 w 162172"/>
                <a:gd name="connsiteY24" fmla="*/ 25377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172" h="156546">
                  <a:moveTo>
                    <a:pt x="130194" y="25377"/>
                  </a:moveTo>
                  <a:cubicBezTo>
                    <a:pt x="141339" y="8057"/>
                    <a:pt x="150892" y="7390"/>
                    <a:pt x="159308" y="6946"/>
                  </a:cubicBezTo>
                  <a:cubicBezTo>
                    <a:pt x="162038" y="6724"/>
                    <a:pt x="162265" y="2949"/>
                    <a:pt x="162265" y="2727"/>
                  </a:cubicBezTo>
                  <a:cubicBezTo>
                    <a:pt x="162265" y="951"/>
                    <a:pt x="161128" y="63"/>
                    <a:pt x="159308" y="63"/>
                  </a:cubicBezTo>
                  <a:cubicBezTo>
                    <a:pt x="153394" y="63"/>
                    <a:pt x="146798" y="729"/>
                    <a:pt x="140657" y="729"/>
                  </a:cubicBezTo>
                  <a:cubicBezTo>
                    <a:pt x="133151" y="729"/>
                    <a:pt x="125418" y="63"/>
                    <a:pt x="118139" y="63"/>
                  </a:cubicBezTo>
                  <a:cubicBezTo>
                    <a:pt x="116775" y="63"/>
                    <a:pt x="113818" y="63"/>
                    <a:pt x="113818" y="4282"/>
                  </a:cubicBezTo>
                  <a:cubicBezTo>
                    <a:pt x="113818" y="6724"/>
                    <a:pt x="115865" y="6946"/>
                    <a:pt x="117457" y="6946"/>
                  </a:cubicBezTo>
                  <a:cubicBezTo>
                    <a:pt x="123598" y="7390"/>
                    <a:pt x="127920" y="9611"/>
                    <a:pt x="127920" y="14274"/>
                  </a:cubicBezTo>
                  <a:cubicBezTo>
                    <a:pt x="127920" y="17605"/>
                    <a:pt x="124508" y="22490"/>
                    <a:pt x="124508" y="22712"/>
                  </a:cubicBezTo>
                  <a:lnTo>
                    <a:pt x="54681" y="131074"/>
                  </a:lnTo>
                  <a:lnTo>
                    <a:pt x="39214" y="13608"/>
                  </a:lnTo>
                  <a:cubicBezTo>
                    <a:pt x="39214" y="9833"/>
                    <a:pt x="44445" y="6946"/>
                    <a:pt x="54908" y="6946"/>
                  </a:cubicBezTo>
                  <a:cubicBezTo>
                    <a:pt x="58092" y="6946"/>
                    <a:pt x="60594" y="6946"/>
                    <a:pt x="60594" y="2505"/>
                  </a:cubicBezTo>
                  <a:cubicBezTo>
                    <a:pt x="60594" y="507"/>
                    <a:pt x="58775" y="63"/>
                    <a:pt x="57410" y="63"/>
                  </a:cubicBezTo>
                  <a:cubicBezTo>
                    <a:pt x="48312" y="63"/>
                    <a:pt x="38532" y="729"/>
                    <a:pt x="29206" y="729"/>
                  </a:cubicBezTo>
                  <a:cubicBezTo>
                    <a:pt x="25112" y="729"/>
                    <a:pt x="20790" y="507"/>
                    <a:pt x="16696" y="507"/>
                  </a:cubicBezTo>
                  <a:cubicBezTo>
                    <a:pt x="12602" y="507"/>
                    <a:pt x="8281" y="63"/>
                    <a:pt x="4414" y="63"/>
                  </a:cubicBezTo>
                  <a:cubicBezTo>
                    <a:pt x="2822" y="63"/>
                    <a:pt x="92" y="63"/>
                    <a:pt x="92" y="4282"/>
                  </a:cubicBezTo>
                  <a:cubicBezTo>
                    <a:pt x="92" y="6946"/>
                    <a:pt x="2139" y="6946"/>
                    <a:pt x="5779" y="6946"/>
                  </a:cubicBezTo>
                  <a:cubicBezTo>
                    <a:pt x="18516" y="6946"/>
                    <a:pt x="18743" y="8945"/>
                    <a:pt x="19426" y="14496"/>
                  </a:cubicBezTo>
                  <a:lnTo>
                    <a:pt x="37394" y="151502"/>
                  </a:lnTo>
                  <a:cubicBezTo>
                    <a:pt x="38077" y="155943"/>
                    <a:pt x="38987" y="156610"/>
                    <a:pt x="41943" y="156610"/>
                  </a:cubicBezTo>
                  <a:cubicBezTo>
                    <a:pt x="45583" y="156610"/>
                    <a:pt x="46492" y="155499"/>
                    <a:pt x="48312" y="152613"/>
                  </a:cubicBezTo>
                  <a:lnTo>
                    <a:pt x="130194"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2" name="Freeform: Shape 31">
              <a:extLst>
                <a:ext uri="{FF2B5EF4-FFF2-40B4-BE49-F238E27FC236}">
                  <a16:creationId xmlns:a16="http://schemas.microsoft.com/office/drawing/2014/main" id="{18EFC8A6-31BA-10A3-87DA-7046AFC7BB87}"/>
                </a:ext>
              </a:extLst>
            </p:cNvPr>
            <p:cNvSpPr/>
            <p:nvPr>
              <p:custDataLst>
                <p:tags r:id="rId82"/>
              </p:custDataLst>
            </p:nvPr>
          </p:nvSpPr>
          <p:spPr>
            <a:xfrm>
              <a:off x="4855760" y="3772390"/>
              <a:ext cx="52768" cy="222052"/>
            </a:xfrm>
            <a:custGeom>
              <a:avLst/>
              <a:gdLst>
                <a:gd name="connsiteX0" fmla="*/ 52869 w 52768"/>
                <a:gd name="connsiteY0" fmla="*/ 219895 h 222052"/>
                <a:gd name="connsiteX1" fmla="*/ 49002 w 52768"/>
                <a:gd name="connsiteY1" fmla="*/ 215009 h 222052"/>
                <a:gd name="connsiteX2" fmla="*/ 13293 w 52768"/>
                <a:gd name="connsiteY2" fmla="*/ 111089 h 222052"/>
                <a:gd name="connsiteX3" fmla="*/ 49912 w 52768"/>
                <a:gd name="connsiteY3" fmla="*/ 6058 h 222052"/>
                <a:gd name="connsiteX4" fmla="*/ 52869 w 52768"/>
                <a:gd name="connsiteY4" fmla="*/ 2283 h 222052"/>
                <a:gd name="connsiteX5" fmla="*/ 50595 w 52768"/>
                <a:gd name="connsiteY5" fmla="*/ 63 h 222052"/>
                <a:gd name="connsiteX6" fmla="*/ 14430 w 52768"/>
                <a:gd name="connsiteY6" fmla="*/ 43363 h 222052"/>
                <a:gd name="connsiteX7" fmla="*/ 100 w 52768"/>
                <a:gd name="connsiteY7" fmla="*/ 111089 h 222052"/>
                <a:gd name="connsiteX8" fmla="*/ 15112 w 52768"/>
                <a:gd name="connsiteY8" fmla="*/ 180369 h 222052"/>
                <a:gd name="connsiteX9" fmla="*/ 50595 w 52768"/>
                <a:gd name="connsiteY9" fmla="*/ 222115 h 222052"/>
                <a:gd name="connsiteX10" fmla="*/ 52869 w 52768"/>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2869" y="219895"/>
                  </a:moveTo>
                  <a:cubicBezTo>
                    <a:pt x="52869" y="219228"/>
                    <a:pt x="52869" y="218784"/>
                    <a:pt x="49002" y="215009"/>
                  </a:cubicBezTo>
                  <a:cubicBezTo>
                    <a:pt x="20571" y="187031"/>
                    <a:pt x="13293" y="145063"/>
                    <a:pt x="13293" y="111089"/>
                  </a:cubicBezTo>
                  <a:cubicBezTo>
                    <a:pt x="13293" y="72452"/>
                    <a:pt x="21936" y="33815"/>
                    <a:pt x="49912" y="6058"/>
                  </a:cubicBezTo>
                  <a:cubicBezTo>
                    <a:pt x="52869" y="3394"/>
                    <a:pt x="52869" y="2949"/>
                    <a:pt x="52869" y="2283"/>
                  </a:cubicBezTo>
                  <a:cubicBezTo>
                    <a:pt x="52869" y="729"/>
                    <a:pt x="51959" y="63"/>
                    <a:pt x="50595" y="63"/>
                  </a:cubicBezTo>
                  <a:cubicBezTo>
                    <a:pt x="48320" y="63"/>
                    <a:pt x="27849" y="15162"/>
                    <a:pt x="14430" y="43363"/>
                  </a:cubicBezTo>
                  <a:cubicBezTo>
                    <a:pt x="2830" y="67789"/>
                    <a:pt x="100" y="92437"/>
                    <a:pt x="100" y="111089"/>
                  </a:cubicBezTo>
                  <a:cubicBezTo>
                    <a:pt x="100" y="128409"/>
                    <a:pt x="2602" y="155277"/>
                    <a:pt x="15112" y="180369"/>
                  </a:cubicBezTo>
                  <a:cubicBezTo>
                    <a:pt x="28759" y="207682"/>
                    <a:pt x="48320" y="222115"/>
                    <a:pt x="50595" y="222115"/>
                  </a:cubicBezTo>
                  <a:cubicBezTo>
                    <a:pt x="51959" y="222115"/>
                    <a:pt x="52869" y="221449"/>
                    <a:pt x="52869"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3" name="Freeform: Shape 32">
              <a:extLst>
                <a:ext uri="{FF2B5EF4-FFF2-40B4-BE49-F238E27FC236}">
                  <a16:creationId xmlns:a16="http://schemas.microsoft.com/office/drawing/2014/main" id="{BCCE8186-63F1-6EA0-B269-017911CC98E1}"/>
                </a:ext>
              </a:extLst>
            </p:cNvPr>
            <p:cNvSpPr/>
            <p:nvPr>
              <p:custDataLst>
                <p:tags r:id="rId83"/>
              </p:custDataLst>
            </p:nvPr>
          </p:nvSpPr>
          <p:spPr>
            <a:xfrm>
              <a:off x="4927837" y="3787267"/>
              <a:ext cx="187419" cy="151661"/>
            </a:xfrm>
            <a:custGeom>
              <a:avLst/>
              <a:gdLst>
                <a:gd name="connsiteX0" fmla="*/ 104277 w 187419"/>
                <a:gd name="connsiteY0" fmla="*/ 60461 h 151661"/>
                <a:gd name="connsiteX1" fmla="*/ 85171 w 187419"/>
                <a:gd name="connsiteY1" fmla="*/ 16273 h 151661"/>
                <a:gd name="connsiteX2" fmla="*/ 84034 w 187419"/>
                <a:gd name="connsiteY2" fmla="*/ 13386 h 151661"/>
                <a:gd name="connsiteX3" fmla="*/ 97453 w 187419"/>
                <a:gd name="connsiteY3" fmla="*/ 6946 h 151661"/>
                <a:gd name="connsiteX4" fmla="*/ 102002 w 187419"/>
                <a:gd name="connsiteY4" fmla="*/ 2727 h 151661"/>
                <a:gd name="connsiteX5" fmla="*/ 98591 w 187419"/>
                <a:gd name="connsiteY5" fmla="*/ 63 h 151661"/>
                <a:gd name="connsiteX6" fmla="*/ 69932 w 187419"/>
                <a:gd name="connsiteY6" fmla="*/ 729 h 151661"/>
                <a:gd name="connsiteX7" fmla="*/ 44457 w 187419"/>
                <a:gd name="connsiteY7" fmla="*/ 63 h 151661"/>
                <a:gd name="connsiteX8" fmla="*/ 40363 w 187419"/>
                <a:gd name="connsiteY8" fmla="*/ 4504 h 151661"/>
                <a:gd name="connsiteX9" fmla="*/ 45595 w 187419"/>
                <a:gd name="connsiteY9" fmla="*/ 6946 h 151661"/>
                <a:gd name="connsiteX10" fmla="*/ 62653 w 187419"/>
                <a:gd name="connsiteY10" fmla="*/ 14052 h 151661"/>
                <a:gd name="connsiteX11" fmla="*/ 89493 w 187419"/>
                <a:gd name="connsiteY11" fmla="*/ 76005 h 151661"/>
                <a:gd name="connsiteX12" fmla="*/ 41500 w 187419"/>
                <a:gd name="connsiteY12" fmla="*/ 126411 h 151661"/>
                <a:gd name="connsiteX13" fmla="*/ 38544 w 187419"/>
                <a:gd name="connsiteY13" fmla="*/ 128853 h 151661"/>
                <a:gd name="connsiteX14" fmla="*/ 5108 w 187419"/>
                <a:gd name="connsiteY14" fmla="*/ 144841 h 151661"/>
                <a:gd name="connsiteX15" fmla="*/ 104 w 187419"/>
                <a:gd name="connsiteY15" fmla="*/ 149282 h 151661"/>
                <a:gd name="connsiteX16" fmla="*/ 3061 w 187419"/>
                <a:gd name="connsiteY16" fmla="*/ 151724 h 151661"/>
                <a:gd name="connsiteX17" fmla="*/ 24442 w 187419"/>
                <a:gd name="connsiteY17" fmla="*/ 151058 h 151661"/>
                <a:gd name="connsiteX18" fmla="*/ 49916 w 187419"/>
                <a:gd name="connsiteY18" fmla="*/ 151724 h 151661"/>
                <a:gd name="connsiteX19" fmla="*/ 54010 w 187419"/>
                <a:gd name="connsiteY19" fmla="*/ 147283 h 151661"/>
                <a:gd name="connsiteX20" fmla="*/ 51281 w 187419"/>
                <a:gd name="connsiteY20" fmla="*/ 144841 h 151661"/>
                <a:gd name="connsiteX21" fmla="*/ 42183 w 187419"/>
                <a:gd name="connsiteY21" fmla="*/ 137957 h 151661"/>
                <a:gd name="connsiteX22" fmla="*/ 48324 w 187419"/>
                <a:gd name="connsiteY22" fmla="*/ 127965 h 151661"/>
                <a:gd name="connsiteX23" fmla="*/ 71524 w 187419"/>
                <a:gd name="connsiteY23" fmla="*/ 103983 h 151661"/>
                <a:gd name="connsiteX24" fmla="*/ 91995 w 187419"/>
                <a:gd name="connsiteY24" fmla="*/ 82222 h 151661"/>
                <a:gd name="connsiteX25" fmla="*/ 114967 w 187419"/>
                <a:gd name="connsiteY25" fmla="*/ 135293 h 151661"/>
                <a:gd name="connsiteX26" fmla="*/ 116104 w 187419"/>
                <a:gd name="connsiteY26" fmla="*/ 138401 h 151661"/>
                <a:gd name="connsiteX27" fmla="*/ 102912 w 187419"/>
                <a:gd name="connsiteY27" fmla="*/ 144841 h 151661"/>
                <a:gd name="connsiteX28" fmla="*/ 98363 w 187419"/>
                <a:gd name="connsiteY28" fmla="*/ 149060 h 151661"/>
                <a:gd name="connsiteX29" fmla="*/ 101775 w 187419"/>
                <a:gd name="connsiteY29" fmla="*/ 151724 h 151661"/>
                <a:gd name="connsiteX30" fmla="*/ 130434 w 187419"/>
                <a:gd name="connsiteY30" fmla="*/ 151058 h 151661"/>
                <a:gd name="connsiteX31" fmla="*/ 155681 w 187419"/>
                <a:gd name="connsiteY31" fmla="*/ 151724 h 151661"/>
                <a:gd name="connsiteX32" fmla="*/ 160002 w 187419"/>
                <a:gd name="connsiteY32" fmla="*/ 147506 h 151661"/>
                <a:gd name="connsiteX33" fmla="*/ 155908 w 187419"/>
                <a:gd name="connsiteY33" fmla="*/ 144841 h 151661"/>
                <a:gd name="connsiteX34" fmla="*/ 136347 w 187419"/>
                <a:gd name="connsiteY34" fmla="*/ 135071 h 151661"/>
                <a:gd name="connsiteX35" fmla="*/ 107006 w 187419"/>
                <a:gd name="connsiteY35" fmla="*/ 66456 h 151661"/>
                <a:gd name="connsiteX36" fmla="*/ 153634 w 187419"/>
                <a:gd name="connsiteY36" fmla="*/ 18271 h 151661"/>
                <a:gd name="connsiteX37" fmla="*/ 182520 w 187419"/>
                <a:gd name="connsiteY37" fmla="*/ 6946 h 151661"/>
                <a:gd name="connsiteX38" fmla="*/ 187524 w 187419"/>
                <a:gd name="connsiteY38" fmla="*/ 2505 h 151661"/>
                <a:gd name="connsiteX39" fmla="*/ 184567 w 187419"/>
                <a:gd name="connsiteY39" fmla="*/ 63 h 151661"/>
                <a:gd name="connsiteX40" fmla="*/ 163187 w 187419"/>
                <a:gd name="connsiteY40" fmla="*/ 729 h 151661"/>
                <a:gd name="connsiteX41" fmla="*/ 137940 w 187419"/>
                <a:gd name="connsiteY41" fmla="*/ 63 h 151661"/>
                <a:gd name="connsiteX42" fmla="*/ 133618 w 187419"/>
                <a:gd name="connsiteY42" fmla="*/ 4504 h 151661"/>
                <a:gd name="connsiteX43" fmla="*/ 136347 w 187419"/>
                <a:gd name="connsiteY43" fmla="*/ 6946 h 151661"/>
                <a:gd name="connsiteX44" fmla="*/ 145445 w 187419"/>
                <a:gd name="connsiteY44" fmla="*/ 13830 h 151661"/>
                <a:gd name="connsiteX45" fmla="*/ 141124 w 187419"/>
                <a:gd name="connsiteY45" fmla="*/ 21824 h 151661"/>
                <a:gd name="connsiteX46" fmla="*/ 104277 w 187419"/>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419" h="151661">
                  <a:moveTo>
                    <a:pt x="104277" y="60461"/>
                  </a:moveTo>
                  <a:lnTo>
                    <a:pt x="85171" y="16273"/>
                  </a:lnTo>
                  <a:cubicBezTo>
                    <a:pt x="84489" y="14496"/>
                    <a:pt x="84034" y="13608"/>
                    <a:pt x="84034" y="13386"/>
                  </a:cubicBezTo>
                  <a:cubicBezTo>
                    <a:pt x="84034" y="12054"/>
                    <a:pt x="87900" y="7835"/>
                    <a:pt x="97453" y="6946"/>
                  </a:cubicBezTo>
                  <a:cubicBezTo>
                    <a:pt x="99728" y="6724"/>
                    <a:pt x="102002" y="6502"/>
                    <a:pt x="102002" y="2727"/>
                  </a:cubicBezTo>
                  <a:cubicBezTo>
                    <a:pt x="102002" y="63"/>
                    <a:pt x="99273" y="63"/>
                    <a:pt x="98591" y="63"/>
                  </a:cubicBezTo>
                  <a:cubicBezTo>
                    <a:pt x="89265" y="63"/>
                    <a:pt x="79485" y="729"/>
                    <a:pt x="69932" y="729"/>
                  </a:cubicBezTo>
                  <a:cubicBezTo>
                    <a:pt x="64245" y="729"/>
                    <a:pt x="50144" y="63"/>
                    <a:pt x="44457" y="63"/>
                  </a:cubicBezTo>
                  <a:cubicBezTo>
                    <a:pt x="43093" y="63"/>
                    <a:pt x="40363" y="63"/>
                    <a:pt x="40363" y="4504"/>
                  </a:cubicBezTo>
                  <a:cubicBezTo>
                    <a:pt x="40363" y="6946"/>
                    <a:pt x="42638" y="6946"/>
                    <a:pt x="45595" y="6946"/>
                  </a:cubicBezTo>
                  <a:cubicBezTo>
                    <a:pt x="59242" y="6946"/>
                    <a:pt x="60606" y="9167"/>
                    <a:pt x="62653" y="14052"/>
                  </a:cubicBezTo>
                  <a:lnTo>
                    <a:pt x="89493" y="76005"/>
                  </a:lnTo>
                  <a:lnTo>
                    <a:pt x="41500" y="126411"/>
                  </a:lnTo>
                  <a:lnTo>
                    <a:pt x="38544" y="128853"/>
                  </a:lnTo>
                  <a:cubicBezTo>
                    <a:pt x="27398" y="140622"/>
                    <a:pt x="16708" y="144175"/>
                    <a:pt x="5108" y="144841"/>
                  </a:cubicBezTo>
                  <a:cubicBezTo>
                    <a:pt x="2151" y="145063"/>
                    <a:pt x="104" y="145063"/>
                    <a:pt x="104" y="149282"/>
                  </a:cubicBezTo>
                  <a:cubicBezTo>
                    <a:pt x="104" y="149504"/>
                    <a:pt x="104" y="151724"/>
                    <a:pt x="3061" y="151724"/>
                  </a:cubicBezTo>
                  <a:cubicBezTo>
                    <a:pt x="9885" y="151724"/>
                    <a:pt x="17391" y="151058"/>
                    <a:pt x="24442" y="151058"/>
                  </a:cubicBezTo>
                  <a:cubicBezTo>
                    <a:pt x="32857" y="151058"/>
                    <a:pt x="41728" y="151724"/>
                    <a:pt x="49916" y="151724"/>
                  </a:cubicBezTo>
                  <a:cubicBezTo>
                    <a:pt x="51281" y="151724"/>
                    <a:pt x="54010" y="151724"/>
                    <a:pt x="54010" y="147283"/>
                  </a:cubicBezTo>
                  <a:cubicBezTo>
                    <a:pt x="54010" y="145063"/>
                    <a:pt x="51736" y="144841"/>
                    <a:pt x="51281" y="144841"/>
                  </a:cubicBezTo>
                  <a:cubicBezTo>
                    <a:pt x="49234" y="144619"/>
                    <a:pt x="42183" y="144175"/>
                    <a:pt x="42183" y="137957"/>
                  </a:cubicBezTo>
                  <a:cubicBezTo>
                    <a:pt x="42183" y="134404"/>
                    <a:pt x="45595" y="130852"/>
                    <a:pt x="48324" y="127965"/>
                  </a:cubicBezTo>
                  <a:lnTo>
                    <a:pt x="71524" y="103983"/>
                  </a:lnTo>
                  <a:lnTo>
                    <a:pt x="91995" y="82222"/>
                  </a:lnTo>
                  <a:lnTo>
                    <a:pt x="114967" y="135293"/>
                  </a:lnTo>
                  <a:cubicBezTo>
                    <a:pt x="115877" y="137735"/>
                    <a:pt x="116104" y="137957"/>
                    <a:pt x="116104" y="138401"/>
                  </a:cubicBezTo>
                  <a:cubicBezTo>
                    <a:pt x="116104" y="140178"/>
                    <a:pt x="111783" y="143953"/>
                    <a:pt x="102912" y="144841"/>
                  </a:cubicBezTo>
                  <a:cubicBezTo>
                    <a:pt x="100410" y="145063"/>
                    <a:pt x="98363" y="145285"/>
                    <a:pt x="98363" y="149060"/>
                  </a:cubicBezTo>
                  <a:cubicBezTo>
                    <a:pt x="98363" y="151724"/>
                    <a:pt x="100865" y="151724"/>
                    <a:pt x="101775" y="151724"/>
                  </a:cubicBezTo>
                  <a:cubicBezTo>
                    <a:pt x="108144" y="151724"/>
                    <a:pt x="124065" y="151058"/>
                    <a:pt x="130434" y="151058"/>
                  </a:cubicBezTo>
                  <a:cubicBezTo>
                    <a:pt x="136120" y="151058"/>
                    <a:pt x="149995" y="151724"/>
                    <a:pt x="155681" y="151724"/>
                  </a:cubicBezTo>
                  <a:cubicBezTo>
                    <a:pt x="157273" y="151724"/>
                    <a:pt x="160002" y="151724"/>
                    <a:pt x="160002" y="147506"/>
                  </a:cubicBezTo>
                  <a:cubicBezTo>
                    <a:pt x="160002" y="144841"/>
                    <a:pt x="157728" y="144841"/>
                    <a:pt x="155908" y="144841"/>
                  </a:cubicBezTo>
                  <a:cubicBezTo>
                    <a:pt x="140669" y="144619"/>
                    <a:pt x="140214" y="143953"/>
                    <a:pt x="136347" y="135071"/>
                  </a:cubicBezTo>
                  <a:cubicBezTo>
                    <a:pt x="127477" y="114420"/>
                    <a:pt x="112238" y="79780"/>
                    <a:pt x="107006" y="66456"/>
                  </a:cubicBezTo>
                  <a:cubicBezTo>
                    <a:pt x="122473" y="50913"/>
                    <a:pt x="146355" y="24489"/>
                    <a:pt x="153634" y="18271"/>
                  </a:cubicBezTo>
                  <a:cubicBezTo>
                    <a:pt x="160230" y="12942"/>
                    <a:pt x="168873" y="7613"/>
                    <a:pt x="182520" y="6946"/>
                  </a:cubicBezTo>
                  <a:cubicBezTo>
                    <a:pt x="185477" y="6724"/>
                    <a:pt x="187524" y="6724"/>
                    <a:pt x="187524" y="2505"/>
                  </a:cubicBezTo>
                  <a:cubicBezTo>
                    <a:pt x="187524" y="2283"/>
                    <a:pt x="187524" y="63"/>
                    <a:pt x="184567" y="63"/>
                  </a:cubicBezTo>
                  <a:cubicBezTo>
                    <a:pt x="177744" y="63"/>
                    <a:pt x="170238" y="729"/>
                    <a:pt x="163187" y="729"/>
                  </a:cubicBezTo>
                  <a:cubicBezTo>
                    <a:pt x="154771" y="729"/>
                    <a:pt x="146128" y="63"/>
                    <a:pt x="137940" y="63"/>
                  </a:cubicBezTo>
                  <a:cubicBezTo>
                    <a:pt x="136575" y="63"/>
                    <a:pt x="133618" y="63"/>
                    <a:pt x="133618" y="4504"/>
                  </a:cubicBezTo>
                  <a:cubicBezTo>
                    <a:pt x="133618" y="6058"/>
                    <a:pt x="134755" y="6724"/>
                    <a:pt x="136347" y="6946"/>
                  </a:cubicBezTo>
                  <a:cubicBezTo>
                    <a:pt x="138394" y="7168"/>
                    <a:pt x="145445" y="7613"/>
                    <a:pt x="145445" y="13830"/>
                  </a:cubicBezTo>
                  <a:cubicBezTo>
                    <a:pt x="145445" y="16939"/>
                    <a:pt x="142944" y="19825"/>
                    <a:pt x="141124" y="21824"/>
                  </a:cubicBezTo>
                  <a:lnTo>
                    <a:pt x="104277"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4" name="Freeform: Shape 33">
              <a:extLst>
                <a:ext uri="{FF2B5EF4-FFF2-40B4-BE49-F238E27FC236}">
                  <a16:creationId xmlns:a16="http://schemas.microsoft.com/office/drawing/2014/main" id="{43ED2BAF-2B36-B3C8-F49C-54206173C9D0}"/>
                </a:ext>
              </a:extLst>
            </p:cNvPr>
            <p:cNvSpPr/>
            <p:nvPr>
              <p:custDataLst>
                <p:tags r:id="rId84"/>
              </p:custDataLst>
            </p:nvPr>
          </p:nvSpPr>
          <p:spPr>
            <a:xfrm>
              <a:off x="5127487" y="3869027"/>
              <a:ext cx="57954" cy="103209"/>
            </a:xfrm>
            <a:custGeom>
              <a:avLst/>
              <a:gdLst>
                <a:gd name="connsiteX0" fmla="*/ 36095 w 57954"/>
                <a:gd name="connsiteY0" fmla="*/ 4416 h 103209"/>
                <a:gd name="connsiteX1" fmla="*/ 31319 w 57954"/>
                <a:gd name="connsiteY1" fmla="*/ 64 h 103209"/>
                <a:gd name="connsiteX2" fmla="*/ 113 w 57954"/>
                <a:gd name="connsiteY2" fmla="*/ 10012 h 103209"/>
                <a:gd name="connsiteX3" fmla="*/ 113 w 57954"/>
                <a:gd name="connsiteY3" fmla="*/ 15608 h 103209"/>
                <a:gd name="connsiteX4" fmla="*/ 23199 w 57954"/>
                <a:gd name="connsiteY4" fmla="*/ 11256 h 103209"/>
                <a:gd name="connsiteX5" fmla="*/ 23199 w 57954"/>
                <a:gd name="connsiteY5" fmla="*/ 90528 h 103209"/>
                <a:gd name="connsiteX6" fmla="*/ 7277 w 57954"/>
                <a:gd name="connsiteY6" fmla="*/ 97678 h 103209"/>
                <a:gd name="connsiteX7" fmla="*/ 1227 w 57954"/>
                <a:gd name="connsiteY7" fmla="*/ 97678 h 103209"/>
                <a:gd name="connsiteX8" fmla="*/ 1227 w 57954"/>
                <a:gd name="connsiteY8" fmla="*/ 103274 h 103209"/>
                <a:gd name="connsiteX9" fmla="*/ 29567 w 57954"/>
                <a:gd name="connsiteY9" fmla="*/ 102652 h 103209"/>
                <a:gd name="connsiteX10" fmla="*/ 58067 w 57954"/>
                <a:gd name="connsiteY10" fmla="*/ 103274 h 103209"/>
                <a:gd name="connsiteX11" fmla="*/ 58067 w 57954"/>
                <a:gd name="connsiteY11" fmla="*/ 97678 h 103209"/>
                <a:gd name="connsiteX12" fmla="*/ 52017 w 57954"/>
                <a:gd name="connsiteY12" fmla="*/ 97678 h 103209"/>
                <a:gd name="connsiteX13" fmla="*/ 36095 w 57954"/>
                <a:gd name="connsiteY13" fmla="*/ 90528 h 103209"/>
                <a:gd name="connsiteX14" fmla="*/ 36095 w 57954"/>
                <a:gd name="connsiteY14" fmla="*/ 4416 h 10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954" h="103209">
                  <a:moveTo>
                    <a:pt x="36095" y="4416"/>
                  </a:moveTo>
                  <a:cubicBezTo>
                    <a:pt x="36095" y="220"/>
                    <a:pt x="35777" y="64"/>
                    <a:pt x="31319" y="64"/>
                  </a:cubicBezTo>
                  <a:cubicBezTo>
                    <a:pt x="21129" y="9857"/>
                    <a:pt x="6640" y="10012"/>
                    <a:pt x="113" y="10012"/>
                  </a:cubicBezTo>
                  <a:lnTo>
                    <a:pt x="113" y="15608"/>
                  </a:lnTo>
                  <a:cubicBezTo>
                    <a:pt x="3934" y="15608"/>
                    <a:pt x="14442" y="15608"/>
                    <a:pt x="23199" y="11256"/>
                  </a:cubicBezTo>
                  <a:lnTo>
                    <a:pt x="23199" y="90528"/>
                  </a:lnTo>
                  <a:cubicBezTo>
                    <a:pt x="23199" y="95658"/>
                    <a:pt x="23199" y="97678"/>
                    <a:pt x="7277" y="97678"/>
                  </a:cubicBezTo>
                  <a:lnTo>
                    <a:pt x="1227" y="97678"/>
                  </a:lnTo>
                  <a:lnTo>
                    <a:pt x="1227" y="103274"/>
                  </a:lnTo>
                  <a:cubicBezTo>
                    <a:pt x="4093" y="103119"/>
                    <a:pt x="23677" y="102652"/>
                    <a:pt x="29567" y="102652"/>
                  </a:cubicBezTo>
                  <a:cubicBezTo>
                    <a:pt x="34503" y="102652"/>
                    <a:pt x="54564" y="103119"/>
                    <a:pt x="58067" y="103274"/>
                  </a:cubicBezTo>
                  <a:lnTo>
                    <a:pt x="58067" y="97678"/>
                  </a:lnTo>
                  <a:lnTo>
                    <a:pt x="52017" y="97678"/>
                  </a:lnTo>
                  <a:cubicBezTo>
                    <a:pt x="36095" y="97678"/>
                    <a:pt x="36095" y="95658"/>
                    <a:pt x="36095" y="90528"/>
                  </a:cubicBezTo>
                  <a:lnTo>
                    <a:pt x="36095" y="4416"/>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5" name="Freeform: Shape 34">
              <a:extLst>
                <a:ext uri="{FF2B5EF4-FFF2-40B4-BE49-F238E27FC236}">
                  <a16:creationId xmlns:a16="http://schemas.microsoft.com/office/drawing/2014/main" id="{E8438B0B-A5FF-2E1A-CA6F-6B41DA77E0D0}"/>
                </a:ext>
              </a:extLst>
            </p:cNvPr>
            <p:cNvSpPr/>
            <p:nvPr>
              <p:custDataLst>
                <p:tags r:id="rId85"/>
              </p:custDataLst>
            </p:nvPr>
          </p:nvSpPr>
          <p:spPr>
            <a:xfrm>
              <a:off x="5231731" y="3915391"/>
              <a:ext cx="26611" cy="66393"/>
            </a:xfrm>
            <a:custGeom>
              <a:avLst/>
              <a:gdLst>
                <a:gd name="connsiteX0" fmla="*/ 26729 w 26611"/>
                <a:gd name="connsiteY0" fmla="*/ 23378 h 66393"/>
                <a:gd name="connsiteX1" fmla="*/ 12172 w 26611"/>
                <a:gd name="connsiteY1" fmla="*/ 63 h 66393"/>
                <a:gd name="connsiteX2" fmla="*/ 117 w 26611"/>
                <a:gd name="connsiteY2" fmla="*/ 11832 h 66393"/>
                <a:gd name="connsiteX3" fmla="*/ 12172 w 26611"/>
                <a:gd name="connsiteY3" fmla="*/ 23600 h 66393"/>
                <a:gd name="connsiteX4" fmla="*/ 20133 w 26611"/>
                <a:gd name="connsiteY4" fmla="*/ 20714 h 66393"/>
                <a:gd name="connsiteX5" fmla="*/ 21270 w 26611"/>
                <a:gd name="connsiteY5" fmla="*/ 20047 h 66393"/>
                <a:gd name="connsiteX6" fmla="*/ 21725 w 26611"/>
                <a:gd name="connsiteY6" fmla="*/ 23378 h 66393"/>
                <a:gd name="connsiteX7" fmla="*/ 6258 w 26611"/>
                <a:gd name="connsiteY7" fmla="*/ 60461 h 66393"/>
                <a:gd name="connsiteX8" fmla="*/ 3756 w 26611"/>
                <a:gd name="connsiteY8" fmla="*/ 64014 h 66393"/>
                <a:gd name="connsiteX9" fmla="*/ 6031 w 26611"/>
                <a:gd name="connsiteY9" fmla="*/ 66456 h 66393"/>
                <a:gd name="connsiteX10" fmla="*/ 26729 w 26611"/>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11" h="66393">
                  <a:moveTo>
                    <a:pt x="26729" y="23378"/>
                  </a:moveTo>
                  <a:cubicBezTo>
                    <a:pt x="26729" y="8723"/>
                    <a:pt x="21043" y="63"/>
                    <a:pt x="12172" y="63"/>
                  </a:cubicBezTo>
                  <a:cubicBezTo>
                    <a:pt x="4666" y="63"/>
                    <a:pt x="117" y="5614"/>
                    <a:pt x="117" y="11832"/>
                  </a:cubicBezTo>
                  <a:cubicBezTo>
                    <a:pt x="117" y="17827"/>
                    <a:pt x="4666" y="23600"/>
                    <a:pt x="12172" y="23600"/>
                  </a:cubicBezTo>
                  <a:cubicBezTo>
                    <a:pt x="14901" y="23600"/>
                    <a:pt x="17858" y="22712"/>
                    <a:pt x="20133" y="20714"/>
                  </a:cubicBezTo>
                  <a:cubicBezTo>
                    <a:pt x="20815" y="20270"/>
                    <a:pt x="21043" y="20047"/>
                    <a:pt x="21270" y="20047"/>
                  </a:cubicBezTo>
                  <a:cubicBezTo>
                    <a:pt x="21497" y="20047"/>
                    <a:pt x="21725" y="20270"/>
                    <a:pt x="21725" y="23378"/>
                  </a:cubicBezTo>
                  <a:cubicBezTo>
                    <a:pt x="21725" y="39810"/>
                    <a:pt x="13764" y="53133"/>
                    <a:pt x="6258" y="60461"/>
                  </a:cubicBezTo>
                  <a:cubicBezTo>
                    <a:pt x="3756" y="62904"/>
                    <a:pt x="3756" y="63348"/>
                    <a:pt x="3756" y="64014"/>
                  </a:cubicBezTo>
                  <a:cubicBezTo>
                    <a:pt x="3756" y="65568"/>
                    <a:pt x="4894" y="66456"/>
                    <a:pt x="6031" y="66456"/>
                  </a:cubicBezTo>
                  <a:cubicBezTo>
                    <a:pt x="8533" y="66456"/>
                    <a:pt x="26729" y="49358"/>
                    <a:pt x="26729" y="2337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6" name="Freeform: Shape 35">
              <a:extLst>
                <a:ext uri="{FF2B5EF4-FFF2-40B4-BE49-F238E27FC236}">
                  <a16:creationId xmlns:a16="http://schemas.microsoft.com/office/drawing/2014/main" id="{4664AB88-BF33-1916-9644-BCC9AE34B731}"/>
                </a:ext>
              </a:extLst>
            </p:cNvPr>
            <p:cNvSpPr/>
            <p:nvPr>
              <p:custDataLst>
                <p:tags r:id="rId86"/>
              </p:custDataLst>
            </p:nvPr>
          </p:nvSpPr>
          <p:spPr>
            <a:xfrm>
              <a:off x="5321219" y="3787267"/>
              <a:ext cx="165356" cy="151661"/>
            </a:xfrm>
            <a:custGeom>
              <a:avLst/>
              <a:gdLst>
                <a:gd name="connsiteX0" fmla="*/ 127949 w 165356"/>
                <a:gd name="connsiteY0" fmla="*/ 25377 h 151661"/>
                <a:gd name="connsiteX1" fmla="*/ 131133 w 165356"/>
                <a:gd name="connsiteY1" fmla="*/ 22268 h 151661"/>
                <a:gd name="connsiteX2" fmla="*/ 160929 w 165356"/>
                <a:gd name="connsiteY2" fmla="*/ 6946 h 151661"/>
                <a:gd name="connsiteX3" fmla="*/ 165478 w 165356"/>
                <a:gd name="connsiteY3" fmla="*/ 2727 h 151661"/>
                <a:gd name="connsiteX4" fmla="*/ 162521 w 165356"/>
                <a:gd name="connsiteY4" fmla="*/ 63 h 151661"/>
                <a:gd name="connsiteX5" fmla="*/ 143870 w 165356"/>
                <a:gd name="connsiteY5" fmla="*/ 729 h 151661"/>
                <a:gd name="connsiteX6" fmla="*/ 121125 w 165356"/>
                <a:gd name="connsiteY6" fmla="*/ 63 h 151661"/>
                <a:gd name="connsiteX7" fmla="*/ 116804 w 165356"/>
                <a:gd name="connsiteY7" fmla="*/ 4282 h 151661"/>
                <a:gd name="connsiteX8" fmla="*/ 120216 w 165356"/>
                <a:gd name="connsiteY8" fmla="*/ 6946 h 151661"/>
                <a:gd name="connsiteX9" fmla="*/ 128404 w 165356"/>
                <a:gd name="connsiteY9" fmla="*/ 12054 h 151661"/>
                <a:gd name="connsiteX10" fmla="*/ 122263 w 165356"/>
                <a:gd name="connsiteY10" fmla="*/ 22712 h 151661"/>
                <a:gd name="connsiteX11" fmla="*/ 69494 w 165356"/>
                <a:gd name="connsiteY11" fmla="*/ 82000 h 151661"/>
                <a:gd name="connsiteX12" fmla="*/ 44474 w 165356"/>
                <a:gd name="connsiteY12" fmla="*/ 16051 h 151661"/>
                <a:gd name="connsiteX13" fmla="*/ 43110 w 165356"/>
                <a:gd name="connsiteY13" fmla="*/ 12276 h 151661"/>
                <a:gd name="connsiteX14" fmla="*/ 56529 w 165356"/>
                <a:gd name="connsiteY14" fmla="*/ 6946 h 151661"/>
                <a:gd name="connsiteX15" fmla="*/ 61988 w 165356"/>
                <a:gd name="connsiteY15" fmla="*/ 2505 h 151661"/>
                <a:gd name="connsiteX16" fmla="*/ 58576 w 165356"/>
                <a:gd name="connsiteY16" fmla="*/ 63 h 151661"/>
                <a:gd name="connsiteX17" fmla="*/ 29918 w 165356"/>
                <a:gd name="connsiteY17" fmla="*/ 729 h 151661"/>
                <a:gd name="connsiteX18" fmla="*/ 4443 w 165356"/>
                <a:gd name="connsiteY18" fmla="*/ 63 h 151661"/>
                <a:gd name="connsiteX19" fmla="*/ 121 w 165356"/>
                <a:gd name="connsiteY19" fmla="*/ 4504 h 151661"/>
                <a:gd name="connsiteX20" fmla="*/ 5353 w 165356"/>
                <a:gd name="connsiteY20" fmla="*/ 6946 h 151661"/>
                <a:gd name="connsiteX21" fmla="*/ 21957 w 165356"/>
                <a:gd name="connsiteY21" fmla="*/ 14496 h 151661"/>
                <a:gd name="connsiteX22" fmla="*/ 49933 w 165356"/>
                <a:gd name="connsiteY22" fmla="*/ 87551 h 151661"/>
                <a:gd name="connsiteX23" fmla="*/ 50843 w 165356"/>
                <a:gd name="connsiteY23" fmla="*/ 91326 h 151661"/>
                <a:gd name="connsiteX24" fmla="*/ 40608 w 165356"/>
                <a:gd name="connsiteY24" fmla="*/ 131740 h 151661"/>
                <a:gd name="connsiteX25" fmla="*/ 19227 w 165356"/>
                <a:gd name="connsiteY25" fmla="*/ 144841 h 151661"/>
                <a:gd name="connsiteX26" fmla="*/ 13086 w 165356"/>
                <a:gd name="connsiteY26" fmla="*/ 149282 h 151661"/>
                <a:gd name="connsiteX27" fmla="*/ 16271 w 165356"/>
                <a:gd name="connsiteY27" fmla="*/ 151724 h 151661"/>
                <a:gd name="connsiteX28" fmla="*/ 44929 w 165356"/>
                <a:gd name="connsiteY28" fmla="*/ 151058 h 151661"/>
                <a:gd name="connsiteX29" fmla="*/ 74043 w 165356"/>
                <a:gd name="connsiteY29" fmla="*/ 151724 h 151661"/>
                <a:gd name="connsiteX30" fmla="*/ 78365 w 165356"/>
                <a:gd name="connsiteY30" fmla="*/ 147283 h 151661"/>
                <a:gd name="connsiteX31" fmla="*/ 71996 w 165356"/>
                <a:gd name="connsiteY31" fmla="*/ 144841 h 151661"/>
                <a:gd name="connsiteX32" fmla="*/ 63353 w 165356"/>
                <a:gd name="connsiteY32" fmla="*/ 144397 h 151661"/>
                <a:gd name="connsiteX33" fmla="*/ 57212 w 165356"/>
                <a:gd name="connsiteY33" fmla="*/ 140844 h 151661"/>
                <a:gd name="connsiteX34" fmla="*/ 60396 w 165356"/>
                <a:gd name="connsiteY34" fmla="*/ 126855 h 151661"/>
                <a:gd name="connsiteX35" fmla="*/ 68357 w 165356"/>
                <a:gd name="connsiteY35" fmla="*/ 95545 h 151661"/>
                <a:gd name="connsiteX36" fmla="*/ 71541 w 165356"/>
                <a:gd name="connsiteY36" fmla="*/ 88662 h 151661"/>
                <a:gd name="connsiteX37" fmla="*/ 127949 w 165356"/>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356" h="151661">
                  <a:moveTo>
                    <a:pt x="127949" y="25377"/>
                  </a:moveTo>
                  <a:lnTo>
                    <a:pt x="131133" y="22268"/>
                  </a:lnTo>
                  <a:cubicBezTo>
                    <a:pt x="137957" y="15606"/>
                    <a:pt x="145463" y="8057"/>
                    <a:pt x="160929" y="6946"/>
                  </a:cubicBezTo>
                  <a:cubicBezTo>
                    <a:pt x="163431" y="6724"/>
                    <a:pt x="165478" y="6724"/>
                    <a:pt x="165478" y="2727"/>
                  </a:cubicBezTo>
                  <a:cubicBezTo>
                    <a:pt x="165478" y="951"/>
                    <a:pt x="164341" y="63"/>
                    <a:pt x="162521" y="63"/>
                  </a:cubicBezTo>
                  <a:cubicBezTo>
                    <a:pt x="156608" y="63"/>
                    <a:pt x="150012" y="729"/>
                    <a:pt x="143870" y="729"/>
                  </a:cubicBezTo>
                  <a:cubicBezTo>
                    <a:pt x="136365" y="729"/>
                    <a:pt x="128404" y="63"/>
                    <a:pt x="121125" y="63"/>
                  </a:cubicBezTo>
                  <a:cubicBezTo>
                    <a:pt x="119761" y="63"/>
                    <a:pt x="116804" y="63"/>
                    <a:pt x="116804" y="4282"/>
                  </a:cubicBezTo>
                  <a:cubicBezTo>
                    <a:pt x="116804" y="6724"/>
                    <a:pt x="119078" y="6946"/>
                    <a:pt x="120216" y="6946"/>
                  </a:cubicBezTo>
                  <a:cubicBezTo>
                    <a:pt x="121808" y="6946"/>
                    <a:pt x="128404" y="7390"/>
                    <a:pt x="128404" y="12054"/>
                  </a:cubicBezTo>
                  <a:cubicBezTo>
                    <a:pt x="128404" y="15828"/>
                    <a:pt x="123172" y="21602"/>
                    <a:pt x="122263" y="22712"/>
                  </a:cubicBezTo>
                  <a:lnTo>
                    <a:pt x="69494" y="82000"/>
                  </a:lnTo>
                  <a:lnTo>
                    <a:pt x="44474" y="16051"/>
                  </a:lnTo>
                  <a:cubicBezTo>
                    <a:pt x="43110" y="12942"/>
                    <a:pt x="43110" y="12498"/>
                    <a:pt x="43110" y="12276"/>
                  </a:cubicBezTo>
                  <a:cubicBezTo>
                    <a:pt x="43110" y="6946"/>
                    <a:pt x="54255" y="6946"/>
                    <a:pt x="56529" y="6946"/>
                  </a:cubicBezTo>
                  <a:cubicBezTo>
                    <a:pt x="59714" y="6946"/>
                    <a:pt x="61988" y="6946"/>
                    <a:pt x="61988" y="2505"/>
                  </a:cubicBezTo>
                  <a:cubicBezTo>
                    <a:pt x="61988" y="63"/>
                    <a:pt x="59259" y="63"/>
                    <a:pt x="58576" y="63"/>
                  </a:cubicBezTo>
                  <a:cubicBezTo>
                    <a:pt x="52208" y="63"/>
                    <a:pt x="36286" y="729"/>
                    <a:pt x="29918" y="729"/>
                  </a:cubicBezTo>
                  <a:cubicBezTo>
                    <a:pt x="24231" y="729"/>
                    <a:pt x="10129" y="63"/>
                    <a:pt x="4443" y="63"/>
                  </a:cubicBezTo>
                  <a:cubicBezTo>
                    <a:pt x="3078" y="63"/>
                    <a:pt x="121" y="63"/>
                    <a:pt x="121" y="4504"/>
                  </a:cubicBezTo>
                  <a:cubicBezTo>
                    <a:pt x="121" y="6946"/>
                    <a:pt x="2396" y="6946"/>
                    <a:pt x="5353" y="6946"/>
                  </a:cubicBezTo>
                  <a:cubicBezTo>
                    <a:pt x="19000" y="6946"/>
                    <a:pt x="19910" y="8945"/>
                    <a:pt x="21957" y="14496"/>
                  </a:cubicBezTo>
                  <a:lnTo>
                    <a:pt x="49933" y="87551"/>
                  </a:lnTo>
                  <a:cubicBezTo>
                    <a:pt x="50161" y="88218"/>
                    <a:pt x="50843" y="90660"/>
                    <a:pt x="50843" y="91326"/>
                  </a:cubicBezTo>
                  <a:cubicBezTo>
                    <a:pt x="50843" y="91992"/>
                    <a:pt x="41745" y="127743"/>
                    <a:pt x="40608" y="131740"/>
                  </a:cubicBezTo>
                  <a:cubicBezTo>
                    <a:pt x="37651" y="143953"/>
                    <a:pt x="37423" y="144619"/>
                    <a:pt x="19227" y="144841"/>
                  </a:cubicBezTo>
                  <a:cubicBezTo>
                    <a:pt x="14906" y="144841"/>
                    <a:pt x="13086" y="144841"/>
                    <a:pt x="13086" y="149282"/>
                  </a:cubicBezTo>
                  <a:cubicBezTo>
                    <a:pt x="13086" y="151724"/>
                    <a:pt x="15816" y="151724"/>
                    <a:pt x="16271" y="151724"/>
                  </a:cubicBezTo>
                  <a:cubicBezTo>
                    <a:pt x="22639" y="151724"/>
                    <a:pt x="38561" y="151058"/>
                    <a:pt x="44929" y="151058"/>
                  </a:cubicBezTo>
                  <a:cubicBezTo>
                    <a:pt x="51298" y="151058"/>
                    <a:pt x="67674" y="151724"/>
                    <a:pt x="74043" y="151724"/>
                  </a:cubicBezTo>
                  <a:cubicBezTo>
                    <a:pt x="75635" y="151724"/>
                    <a:pt x="78365" y="151724"/>
                    <a:pt x="78365" y="147283"/>
                  </a:cubicBezTo>
                  <a:cubicBezTo>
                    <a:pt x="78365" y="144841"/>
                    <a:pt x="76318" y="144841"/>
                    <a:pt x="71996" y="144841"/>
                  </a:cubicBezTo>
                  <a:cubicBezTo>
                    <a:pt x="71541" y="144841"/>
                    <a:pt x="67220" y="144841"/>
                    <a:pt x="63353" y="144397"/>
                  </a:cubicBezTo>
                  <a:cubicBezTo>
                    <a:pt x="58576" y="143953"/>
                    <a:pt x="57212" y="143509"/>
                    <a:pt x="57212" y="140844"/>
                  </a:cubicBezTo>
                  <a:cubicBezTo>
                    <a:pt x="57212" y="139290"/>
                    <a:pt x="59259" y="131518"/>
                    <a:pt x="60396" y="126855"/>
                  </a:cubicBezTo>
                  <a:lnTo>
                    <a:pt x="68357" y="95545"/>
                  </a:lnTo>
                  <a:cubicBezTo>
                    <a:pt x="69494" y="91326"/>
                    <a:pt x="69721" y="90660"/>
                    <a:pt x="71541" y="88662"/>
                  </a:cubicBezTo>
                  <a:lnTo>
                    <a:pt x="127949"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7" name="Freeform: Shape 36">
              <a:extLst>
                <a:ext uri="{FF2B5EF4-FFF2-40B4-BE49-F238E27FC236}">
                  <a16:creationId xmlns:a16="http://schemas.microsoft.com/office/drawing/2014/main" id="{2AB568A4-CEA6-C9C6-6B4B-3B1CB1498D93}"/>
                </a:ext>
              </a:extLst>
            </p:cNvPr>
            <p:cNvSpPr/>
            <p:nvPr>
              <p:custDataLst>
                <p:tags r:id="rId87"/>
              </p:custDataLst>
            </p:nvPr>
          </p:nvSpPr>
          <p:spPr>
            <a:xfrm>
              <a:off x="5452790" y="3869182"/>
              <a:ext cx="48242" cy="104608"/>
            </a:xfrm>
            <a:custGeom>
              <a:avLst/>
              <a:gdLst>
                <a:gd name="connsiteX0" fmla="*/ 44230 w 48242"/>
                <a:gd name="connsiteY0" fmla="*/ 5971 h 104608"/>
                <a:gd name="connsiteX1" fmla="*/ 37861 w 48242"/>
                <a:gd name="connsiteY1" fmla="*/ 64 h 104608"/>
                <a:gd name="connsiteX2" fmla="*/ 28945 w 48242"/>
                <a:gd name="connsiteY2" fmla="*/ 8613 h 104608"/>
                <a:gd name="connsiteX3" fmla="*/ 35314 w 48242"/>
                <a:gd name="connsiteY3" fmla="*/ 14520 h 104608"/>
                <a:gd name="connsiteX4" fmla="*/ 44230 w 48242"/>
                <a:gd name="connsiteY4" fmla="*/ 5971 h 104608"/>
                <a:gd name="connsiteX5" fmla="*/ 11750 w 48242"/>
                <a:gd name="connsiteY5" fmla="*/ 84933 h 104608"/>
                <a:gd name="connsiteX6" fmla="*/ 10317 w 48242"/>
                <a:gd name="connsiteY6" fmla="*/ 91461 h 104608"/>
                <a:gd name="connsiteX7" fmla="*/ 25443 w 48242"/>
                <a:gd name="connsiteY7" fmla="*/ 104673 h 104608"/>
                <a:gd name="connsiteX8" fmla="*/ 48370 w 48242"/>
                <a:gd name="connsiteY8" fmla="*/ 80891 h 104608"/>
                <a:gd name="connsiteX9" fmla="*/ 45822 w 48242"/>
                <a:gd name="connsiteY9" fmla="*/ 78871 h 104608"/>
                <a:gd name="connsiteX10" fmla="*/ 42797 w 48242"/>
                <a:gd name="connsiteY10" fmla="*/ 81513 h 104608"/>
                <a:gd name="connsiteX11" fmla="*/ 25920 w 48242"/>
                <a:gd name="connsiteY11" fmla="*/ 100321 h 104608"/>
                <a:gd name="connsiteX12" fmla="*/ 21940 w 48242"/>
                <a:gd name="connsiteY12" fmla="*/ 94881 h 104608"/>
                <a:gd name="connsiteX13" fmla="*/ 24487 w 48242"/>
                <a:gd name="connsiteY13" fmla="*/ 84933 h 104608"/>
                <a:gd name="connsiteX14" fmla="*/ 29582 w 48242"/>
                <a:gd name="connsiteY14" fmla="*/ 72498 h 104608"/>
                <a:gd name="connsiteX15" fmla="*/ 37384 w 48242"/>
                <a:gd name="connsiteY15" fmla="*/ 52757 h 104608"/>
                <a:gd name="connsiteX16" fmla="*/ 38339 w 48242"/>
                <a:gd name="connsiteY16" fmla="*/ 47783 h 104608"/>
                <a:gd name="connsiteX17" fmla="*/ 23214 w 48242"/>
                <a:gd name="connsiteY17" fmla="*/ 34571 h 104608"/>
                <a:gd name="connsiteX18" fmla="*/ 127 w 48242"/>
                <a:gd name="connsiteY18" fmla="*/ 58353 h 104608"/>
                <a:gd name="connsiteX19" fmla="*/ 2834 w 48242"/>
                <a:gd name="connsiteY19" fmla="*/ 60374 h 104608"/>
                <a:gd name="connsiteX20" fmla="*/ 5700 w 48242"/>
                <a:gd name="connsiteY20" fmla="*/ 57887 h 104608"/>
                <a:gd name="connsiteX21" fmla="*/ 22736 w 48242"/>
                <a:gd name="connsiteY21" fmla="*/ 38923 h 104608"/>
                <a:gd name="connsiteX22" fmla="*/ 26716 w 48242"/>
                <a:gd name="connsiteY22" fmla="*/ 44364 h 104608"/>
                <a:gd name="connsiteX23" fmla="*/ 21781 w 48242"/>
                <a:gd name="connsiteY23" fmla="*/ 59907 h 104608"/>
                <a:gd name="connsiteX24" fmla="*/ 11750 w 48242"/>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42" h="104608">
                  <a:moveTo>
                    <a:pt x="44230" y="5971"/>
                  </a:moveTo>
                  <a:cubicBezTo>
                    <a:pt x="44230" y="3484"/>
                    <a:pt x="42319" y="64"/>
                    <a:pt x="37861" y="64"/>
                  </a:cubicBezTo>
                  <a:cubicBezTo>
                    <a:pt x="33563" y="64"/>
                    <a:pt x="28945" y="4106"/>
                    <a:pt x="28945" y="8613"/>
                  </a:cubicBezTo>
                  <a:cubicBezTo>
                    <a:pt x="28945" y="11256"/>
                    <a:pt x="31015" y="14520"/>
                    <a:pt x="35314" y="14520"/>
                  </a:cubicBezTo>
                  <a:cubicBezTo>
                    <a:pt x="39931" y="14520"/>
                    <a:pt x="44230" y="10168"/>
                    <a:pt x="44230" y="5971"/>
                  </a:cubicBezTo>
                  <a:close/>
                  <a:moveTo>
                    <a:pt x="11750" y="84933"/>
                  </a:moveTo>
                  <a:cubicBezTo>
                    <a:pt x="11113" y="86953"/>
                    <a:pt x="10317" y="88819"/>
                    <a:pt x="10317" y="91461"/>
                  </a:cubicBezTo>
                  <a:cubicBezTo>
                    <a:pt x="10317" y="98767"/>
                    <a:pt x="16686" y="104673"/>
                    <a:pt x="25443" y="104673"/>
                  </a:cubicBezTo>
                  <a:cubicBezTo>
                    <a:pt x="41364" y="104673"/>
                    <a:pt x="48370" y="83223"/>
                    <a:pt x="48370" y="80891"/>
                  </a:cubicBezTo>
                  <a:cubicBezTo>
                    <a:pt x="48370" y="78871"/>
                    <a:pt x="46300" y="78871"/>
                    <a:pt x="45822" y="78871"/>
                  </a:cubicBezTo>
                  <a:cubicBezTo>
                    <a:pt x="43593" y="78871"/>
                    <a:pt x="43434" y="79803"/>
                    <a:pt x="42797" y="81513"/>
                  </a:cubicBezTo>
                  <a:cubicBezTo>
                    <a:pt x="39135" y="93948"/>
                    <a:pt x="32130" y="100321"/>
                    <a:pt x="25920" y="100321"/>
                  </a:cubicBezTo>
                  <a:cubicBezTo>
                    <a:pt x="22736" y="100321"/>
                    <a:pt x="21940" y="98300"/>
                    <a:pt x="21940" y="94881"/>
                  </a:cubicBezTo>
                  <a:cubicBezTo>
                    <a:pt x="21940" y="91306"/>
                    <a:pt x="23054" y="88352"/>
                    <a:pt x="24487" y="84933"/>
                  </a:cubicBezTo>
                  <a:cubicBezTo>
                    <a:pt x="26079" y="80736"/>
                    <a:pt x="27831" y="76539"/>
                    <a:pt x="29582" y="72498"/>
                  </a:cubicBezTo>
                  <a:cubicBezTo>
                    <a:pt x="31015" y="68767"/>
                    <a:pt x="36747" y="54622"/>
                    <a:pt x="37384" y="52757"/>
                  </a:cubicBezTo>
                  <a:cubicBezTo>
                    <a:pt x="37861" y="51203"/>
                    <a:pt x="38339" y="49338"/>
                    <a:pt x="38339" y="47783"/>
                  </a:cubicBezTo>
                  <a:cubicBezTo>
                    <a:pt x="38339" y="40478"/>
                    <a:pt x="31970" y="34571"/>
                    <a:pt x="23214" y="34571"/>
                  </a:cubicBezTo>
                  <a:cubicBezTo>
                    <a:pt x="7451" y="34571"/>
                    <a:pt x="127" y="55711"/>
                    <a:pt x="127" y="58353"/>
                  </a:cubicBezTo>
                  <a:cubicBezTo>
                    <a:pt x="127" y="60374"/>
                    <a:pt x="2356" y="60374"/>
                    <a:pt x="2834" y="60374"/>
                  </a:cubicBezTo>
                  <a:cubicBezTo>
                    <a:pt x="5063" y="60374"/>
                    <a:pt x="5222" y="59596"/>
                    <a:pt x="5700" y="57887"/>
                  </a:cubicBezTo>
                  <a:cubicBezTo>
                    <a:pt x="9839" y="44519"/>
                    <a:pt x="16845" y="38923"/>
                    <a:pt x="22736" y="38923"/>
                  </a:cubicBezTo>
                  <a:cubicBezTo>
                    <a:pt x="25283" y="38923"/>
                    <a:pt x="26716" y="40167"/>
                    <a:pt x="26716" y="44364"/>
                  </a:cubicBezTo>
                  <a:cubicBezTo>
                    <a:pt x="26716" y="47939"/>
                    <a:pt x="25761" y="50270"/>
                    <a:pt x="21781" y="59907"/>
                  </a:cubicBezTo>
                  <a:lnTo>
                    <a:pt x="11750"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8" name="Freeform: Shape 37">
              <a:extLst>
                <a:ext uri="{FF2B5EF4-FFF2-40B4-BE49-F238E27FC236}">
                  <a16:creationId xmlns:a16="http://schemas.microsoft.com/office/drawing/2014/main" id="{1DA0B0D7-AC59-158D-0BF0-444EE449E577}"/>
                </a:ext>
              </a:extLst>
            </p:cNvPr>
            <p:cNvSpPr/>
            <p:nvPr>
              <p:custDataLst>
                <p:tags r:id="rId88"/>
              </p:custDataLst>
            </p:nvPr>
          </p:nvSpPr>
          <p:spPr>
            <a:xfrm>
              <a:off x="5533996" y="3772390"/>
              <a:ext cx="52768" cy="222052"/>
            </a:xfrm>
            <a:custGeom>
              <a:avLst/>
              <a:gdLst>
                <a:gd name="connsiteX0" fmla="*/ 52899 w 52768"/>
                <a:gd name="connsiteY0" fmla="*/ 111089 h 222052"/>
                <a:gd name="connsiteX1" fmla="*/ 37887 w 52768"/>
                <a:gd name="connsiteY1" fmla="*/ 41809 h 222052"/>
                <a:gd name="connsiteX2" fmla="*/ 2405 w 52768"/>
                <a:gd name="connsiteY2" fmla="*/ 63 h 222052"/>
                <a:gd name="connsiteX3" fmla="*/ 131 w 52768"/>
                <a:gd name="connsiteY3" fmla="*/ 2283 h 222052"/>
                <a:gd name="connsiteX4" fmla="*/ 4452 w 52768"/>
                <a:gd name="connsiteY4" fmla="*/ 7390 h 222052"/>
                <a:gd name="connsiteX5" fmla="*/ 39707 w 52768"/>
                <a:gd name="connsiteY5" fmla="*/ 111089 h 222052"/>
                <a:gd name="connsiteX6" fmla="*/ 3087 w 52768"/>
                <a:gd name="connsiteY6" fmla="*/ 216120 h 222052"/>
                <a:gd name="connsiteX7" fmla="*/ 131 w 52768"/>
                <a:gd name="connsiteY7" fmla="*/ 219895 h 222052"/>
                <a:gd name="connsiteX8" fmla="*/ 2405 w 52768"/>
                <a:gd name="connsiteY8" fmla="*/ 222115 h 222052"/>
                <a:gd name="connsiteX9" fmla="*/ 38570 w 52768"/>
                <a:gd name="connsiteY9" fmla="*/ 178815 h 222052"/>
                <a:gd name="connsiteX10" fmla="*/ 52899 w 52768"/>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2899" y="111089"/>
                  </a:moveTo>
                  <a:cubicBezTo>
                    <a:pt x="52899" y="93769"/>
                    <a:pt x="50397" y="66901"/>
                    <a:pt x="37887" y="41809"/>
                  </a:cubicBezTo>
                  <a:cubicBezTo>
                    <a:pt x="24240" y="14496"/>
                    <a:pt x="4680" y="63"/>
                    <a:pt x="2405" y="63"/>
                  </a:cubicBezTo>
                  <a:cubicBezTo>
                    <a:pt x="1040" y="63"/>
                    <a:pt x="131" y="951"/>
                    <a:pt x="131" y="2283"/>
                  </a:cubicBezTo>
                  <a:cubicBezTo>
                    <a:pt x="131" y="2949"/>
                    <a:pt x="131" y="3394"/>
                    <a:pt x="4452" y="7390"/>
                  </a:cubicBezTo>
                  <a:cubicBezTo>
                    <a:pt x="26742" y="29374"/>
                    <a:pt x="39707" y="64680"/>
                    <a:pt x="39707" y="111089"/>
                  </a:cubicBezTo>
                  <a:cubicBezTo>
                    <a:pt x="39707" y="149060"/>
                    <a:pt x="31291" y="188141"/>
                    <a:pt x="3087" y="216120"/>
                  </a:cubicBezTo>
                  <a:cubicBezTo>
                    <a:pt x="131" y="218784"/>
                    <a:pt x="131" y="219228"/>
                    <a:pt x="131" y="219895"/>
                  </a:cubicBezTo>
                  <a:cubicBezTo>
                    <a:pt x="131" y="221227"/>
                    <a:pt x="1040" y="222115"/>
                    <a:pt x="2405" y="222115"/>
                  </a:cubicBezTo>
                  <a:cubicBezTo>
                    <a:pt x="4680" y="222115"/>
                    <a:pt x="25150" y="207016"/>
                    <a:pt x="38570" y="178815"/>
                  </a:cubicBezTo>
                  <a:cubicBezTo>
                    <a:pt x="50170" y="154389"/>
                    <a:pt x="52899" y="129741"/>
                    <a:pt x="52899"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39" name="Freeform: Shape 38">
              <a:extLst>
                <a:ext uri="{FF2B5EF4-FFF2-40B4-BE49-F238E27FC236}">
                  <a16:creationId xmlns:a16="http://schemas.microsoft.com/office/drawing/2014/main" id="{383A47E2-A332-FDE0-DE8E-75804F7559C5}"/>
                </a:ext>
              </a:extLst>
            </p:cNvPr>
            <p:cNvSpPr/>
            <p:nvPr>
              <p:custDataLst>
                <p:tags r:id="rId89"/>
              </p:custDataLst>
            </p:nvPr>
          </p:nvSpPr>
          <p:spPr>
            <a:xfrm>
              <a:off x="5685402" y="3857436"/>
              <a:ext cx="151254" cy="51960"/>
            </a:xfrm>
            <a:custGeom>
              <a:avLst/>
              <a:gdLst>
                <a:gd name="connsiteX0" fmla="*/ 143659 w 151254"/>
                <a:gd name="connsiteY0" fmla="*/ 8945 h 51960"/>
                <a:gd name="connsiteX1" fmla="*/ 151392 w 151254"/>
                <a:gd name="connsiteY1" fmla="*/ 4504 h 51960"/>
                <a:gd name="connsiteX2" fmla="*/ 143886 w 151254"/>
                <a:gd name="connsiteY2" fmla="*/ 63 h 51960"/>
                <a:gd name="connsiteX3" fmla="*/ 7643 w 151254"/>
                <a:gd name="connsiteY3" fmla="*/ 63 h 51960"/>
                <a:gd name="connsiteX4" fmla="*/ 137 w 151254"/>
                <a:gd name="connsiteY4" fmla="*/ 4504 h 51960"/>
                <a:gd name="connsiteX5" fmla="*/ 7871 w 151254"/>
                <a:gd name="connsiteY5" fmla="*/ 8945 h 51960"/>
                <a:gd name="connsiteX6" fmla="*/ 143659 w 151254"/>
                <a:gd name="connsiteY6" fmla="*/ 8945 h 51960"/>
                <a:gd name="connsiteX7" fmla="*/ 143886 w 151254"/>
                <a:gd name="connsiteY7" fmla="*/ 52023 h 51960"/>
                <a:gd name="connsiteX8" fmla="*/ 151392 w 151254"/>
                <a:gd name="connsiteY8" fmla="*/ 47582 h 51960"/>
                <a:gd name="connsiteX9" fmla="*/ 143659 w 151254"/>
                <a:gd name="connsiteY9" fmla="*/ 43141 h 51960"/>
                <a:gd name="connsiteX10" fmla="*/ 7871 w 151254"/>
                <a:gd name="connsiteY10" fmla="*/ 43141 h 51960"/>
                <a:gd name="connsiteX11" fmla="*/ 137 w 151254"/>
                <a:gd name="connsiteY11" fmla="*/ 47582 h 51960"/>
                <a:gd name="connsiteX12" fmla="*/ 7643 w 151254"/>
                <a:gd name="connsiteY12" fmla="*/ 52023 h 51960"/>
                <a:gd name="connsiteX13" fmla="*/ 143886 w 151254"/>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254" h="51960">
                  <a:moveTo>
                    <a:pt x="143659" y="8945"/>
                  </a:moveTo>
                  <a:cubicBezTo>
                    <a:pt x="147071" y="8945"/>
                    <a:pt x="151392" y="8945"/>
                    <a:pt x="151392" y="4504"/>
                  </a:cubicBezTo>
                  <a:cubicBezTo>
                    <a:pt x="151392" y="63"/>
                    <a:pt x="147071" y="63"/>
                    <a:pt x="143886" y="63"/>
                  </a:cubicBezTo>
                  <a:lnTo>
                    <a:pt x="7643" y="63"/>
                  </a:lnTo>
                  <a:cubicBezTo>
                    <a:pt x="4459" y="63"/>
                    <a:pt x="137" y="63"/>
                    <a:pt x="137" y="4504"/>
                  </a:cubicBezTo>
                  <a:cubicBezTo>
                    <a:pt x="137" y="8945"/>
                    <a:pt x="4459" y="8945"/>
                    <a:pt x="7871" y="8945"/>
                  </a:cubicBezTo>
                  <a:lnTo>
                    <a:pt x="143659" y="8945"/>
                  </a:lnTo>
                  <a:close/>
                  <a:moveTo>
                    <a:pt x="143886" y="52023"/>
                  </a:moveTo>
                  <a:cubicBezTo>
                    <a:pt x="147071" y="52023"/>
                    <a:pt x="151392" y="52023"/>
                    <a:pt x="151392" y="47582"/>
                  </a:cubicBezTo>
                  <a:cubicBezTo>
                    <a:pt x="151392" y="43141"/>
                    <a:pt x="147071" y="43141"/>
                    <a:pt x="143659" y="43141"/>
                  </a:cubicBezTo>
                  <a:lnTo>
                    <a:pt x="7871" y="43141"/>
                  </a:lnTo>
                  <a:cubicBezTo>
                    <a:pt x="4459" y="43141"/>
                    <a:pt x="137" y="43141"/>
                    <a:pt x="137" y="47582"/>
                  </a:cubicBezTo>
                  <a:cubicBezTo>
                    <a:pt x="137" y="52023"/>
                    <a:pt x="4459" y="52023"/>
                    <a:pt x="7643" y="52023"/>
                  </a:cubicBezTo>
                  <a:lnTo>
                    <a:pt x="143886" y="5202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0" name="Freeform: Shape 39">
              <a:extLst>
                <a:ext uri="{FF2B5EF4-FFF2-40B4-BE49-F238E27FC236}">
                  <a16:creationId xmlns:a16="http://schemas.microsoft.com/office/drawing/2014/main" id="{3E2C86D6-7711-34C2-CB29-0DD0CFA6B109}"/>
                </a:ext>
              </a:extLst>
            </p:cNvPr>
            <p:cNvSpPr/>
            <p:nvPr>
              <p:custDataLst>
                <p:tags r:id="rId90"/>
              </p:custDataLst>
            </p:nvPr>
          </p:nvSpPr>
          <p:spPr>
            <a:xfrm>
              <a:off x="5921394" y="3787933"/>
              <a:ext cx="165078" cy="150995"/>
            </a:xfrm>
            <a:custGeom>
              <a:avLst/>
              <a:gdLst>
                <a:gd name="connsiteX0" fmla="*/ 152540 w 165078"/>
                <a:gd name="connsiteY0" fmla="*/ 99320 h 150995"/>
                <a:gd name="connsiteX1" fmla="*/ 153677 w 165078"/>
                <a:gd name="connsiteY1" fmla="*/ 96211 h 150995"/>
                <a:gd name="connsiteX2" fmla="*/ 150948 w 165078"/>
                <a:gd name="connsiteY2" fmla="*/ 93769 h 150995"/>
                <a:gd name="connsiteX3" fmla="*/ 147991 w 165078"/>
                <a:gd name="connsiteY3" fmla="*/ 96433 h 150995"/>
                <a:gd name="connsiteX4" fmla="*/ 85897 w 165078"/>
                <a:gd name="connsiteY4" fmla="*/ 144175 h 150995"/>
                <a:gd name="connsiteX5" fmla="*/ 52689 w 165078"/>
                <a:gd name="connsiteY5" fmla="*/ 144175 h 150995"/>
                <a:gd name="connsiteX6" fmla="*/ 47685 w 165078"/>
                <a:gd name="connsiteY6" fmla="*/ 143953 h 150995"/>
                <a:gd name="connsiteX7" fmla="*/ 44728 w 165078"/>
                <a:gd name="connsiteY7" fmla="*/ 141732 h 150995"/>
                <a:gd name="connsiteX8" fmla="*/ 45865 w 165078"/>
                <a:gd name="connsiteY8" fmla="*/ 136625 h 150995"/>
                <a:gd name="connsiteX9" fmla="*/ 61332 w 165078"/>
                <a:gd name="connsiteY9" fmla="*/ 76005 h 150995"/>
                <a:gd name="connsiteX10" fmla="*/ 83850 w 165078"/>
                <a:gd name="connsiteY10" fmla="*/ 76005 h 150995"/>
                <a:gd name="connsiteX11" fmla="*/ 103183 w 165078"/>
                <a:gd name="connsiteY11" fmla="*/ 86219 h 150995"/>
                <a:gd name="connsiteX12" fmla="*/ 101591 w 165078"/>
                <a:gd name="connsiteY12" fmla="*/ 97100 h 150995"/>
                <a:gd name="connsiteX13" fmla="*/ 100909 w 165078"/>
                <a:gd name="connsiteY13" fmla="*/ 99542 h 150995"/>
                <a:gd name="connsiteX14" fmla="*/ 103865 w 165078"/>
                <a:gd name="connsiteY14" fmla="*/ 101985 h 150995"/>
                <a:gd name="connsiteX15" fmla="*/ 107277 w 165078"/>
                <a:gd name="connsiteY15" fmla="*/ 97544 h 150995"/>
                <a:gd name="connsiteX16" fmla="*/ 120242 w 165078"/>
                <a:gd name="connsiteY16" fmla="*/ 45583 h 150995"/>
                <a:gd name="connsiteX17" fmla="*/ 117512 w 165078"/>
                <a:gd name="connsiteY17" fmla="*/ 43141 h 150995"/>
                <a:gd name="connsiteX18" fmla="*/ 114328 w 165078"/>
                <a:gd name="connsiteY18" fmla="*/ 47138 h 150995"/>
                <a:gd name="connsiteX19" fmla="*/ 84532 w 165078"/>
                <a:gd name="connsiteY19" fmla="*/ 69121 h 150995"/>
                <a:gd name="connsiteX20" fmla="*/ 63152 w 165078"/>
                <a:gd name="connsiteY20" fmla="*/ 69121 h 150995"/>
                <a:gd name="connsiteX21" fmla="*/ 76799 w 165078"/>
                <a:gd name="connsiteY21" fmla="*/ 15606 h 150995"/>
                <a:gd name="connsiteX22" fmla="*/ 89081 w 165078"/>
                <a:gd name="connsiteY22" fmla="*/ 6946 h 150995"/>
                <a:gd name="connsiteX23" fmla="*/ 121152 w 165078"/>
                <a:gd name="connsiteY23" fmla="*/ 6946 h 150995"/>
                <a:gd name="connsiteX24" fmla="*/ 155724 w 165078"/>
                <a:gd name="connsiteY24" fmla="*/ 31594 h 150995"/>
                <a:gd name="connsiteX25" fmla="*/ 154814 w 165078"/>
                <a:gd name="connsiteY25" fmla="*/ 43363 h 150995"/>
                <a:gd name="connsiteX26" fmla="*/ 154587 w 165078"/>
                <a:gd name="connsiteY26" fmla="*/ 47360 h 150995"/>
                <a:gd name="connsiteX27" fmla="*/ 157316 w 165078"/>
                <a:gd name="connsiteY27" fmla="*/ 50025 h 150995"/>
                <a:gd name="connsiteX28" fmla="*/ 160501 w 165078"/>
                <a:gd name="connsiteY28" fmla="*/ 44473 h 150995"/>
                <a:gd name="connsiteX29" fmla="*/ 165050 w 165078"/>
                <a:gd name="connsiteY29" fmla="*/ 6058 h 150995"/>
                <a:gd name="connsiteX30" fmla="*/ 158908 w 165078"/>
                <a:gd name="connsiteY30" fmla="*/ 63 h 150995"/>
                <a:gd name="connsiteX31" fmla="*/ 44046 w 165078"/>
                <a:gd name="connsiteY31" fmla="*/ 63 h 150995"/>
                <a:gd name="connsiteX32" fmla="*/ 37222 w 165078"/>
                <a:gd name="connsiteY32" fmla="*/ 4504 h 150995"/>
                <a:gd name="connsiteX33" fmla="*/ 43591 w 165078"/>
                <a:gd name="connsiteY33" fmla="*/ 6946 h 150995"/>
                <a:gd name="connsiteX34" fmla="*/ 58375 w 165078"/>
                <a:gd name="connsiteY34" fmla="*/ 10943 h 150995"/>
                <a:gd name="connsiteX35" fmla="*/ 57238 w 165078"/>
                <a:gd name="connsiteY35" fmla="*/ 16273 h 150995"/>
                <a:gd name="connsiteX36" fmla="*/ 27214 w 165078"/>
                <a:gd name="connsiteY36" fmla="*/ 133738 h 150995"/>
                <a:gd name="connsiteX37" fmla="*/ 6516 w 165078"/>
                <a:gd name="connsiteY37" fmla="*/ 144175 h 150995"/>
                <a:gd name="connsiteX38" fmla="*/ 148 w 165078"/>
                <a:gd name="connsiteY38" fmla="*/ 148394 h 150995"/>
                <a:gd name="connsiteX39" fmla="*/ 6516 w 165078"/>
                <a:gd name="connsiteY39" fmla="*/ 151058 h 150995"/>
                <a:gd name="connsiteX40" fmla="*/ 124563 w 165078"/>
                <a:gd name="connsiteY40" fmla="*/ 151058 h 150995"/>
                <a:gd name="connsiteX41" fmla="*/ 131614 w 165078"/>
                <a:gd name="connsiteY41" fmla="*/ 147283 h 150995"/>
                <a:gd name="connsiteX42" fmla="*/ 152540 w 16507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78" h="150995">
                  <a:moveTo>
                    <a:pt x="152540" y="99320"/>
                  </a:moveTo>
                  <a:cubicBezTo>
                    <a:pt x="152995" y="98210"/>
                    <a:pt x="153677" y="96656"/>
                    <a:pt x="153677" y="96211"/>
                  </a:cubicBezTo>
                  <a:cubicBezTo>
                    <a:pt x="153677" y="95989"/>
                    <a:pt x="153677" y="93769"/>
                    <a:pt x="150948" y="93769"/>
                  </a:cubicBezTo>
                  <a:cubicBezTo>
                    <a:pt x="148901" y="93769"/>
                    <a:pt x="148446" y="95101"/>
                    <a:pt x="147991" y="96433"/>
                  </a:cubicBezTo>
                  <a:cubicBezTo>
                    <a:pt x="133207" y="129297"/>
                    <a:pt x="124791" y="144175"/>
                    <a:pt x="85897" y="144175"/>
                  </a:cubicBezTo>
                  <a:lnTo>
                    <a:pt x="52689" y="144175"/>
                  </a:lnTo>
                  <a:cubicBezTo>
                    <a:pt x="49505" y="144175"/>
                    <a:pt x="49050" y="144175"/>
                    <a:pt x="47685" y="143953"/>
                  </a:cubicBezTo>
                  <a:cubicBezTo>
                    <a:pt x="45410" y="143731"/>
                    <a:pt x="44728" y="143509"/>
                    <a:pt x="44728" y="141732"/>
                  </a:cubicBezTo>
                  <a:cubicBezTo>
                    <a:pt x="44728" y="141066"/>
                    <a:pt x="44728" y="140622"/>
                    <a:pt x="45865" y="136625"/>
                  </a:cubicBezTo>
                  <a:lnTo>
                    <a:pt x="61332" y="76005"/>
                  </a:lnTo>
                  <a:lnTo>
                    <a:pt x="83850" y="76005"/>
                  </a:lnTo>
                  <a:cubicBezTo>
                    <a:pt x="103183" y="76005"/>
                    <a:pt x="103183" y="80668"/>
                    <a:pt x="103183" y="86219"/>
                  </a:cubicBezTo>
                  <a:cubicBezTo>
                    <a:pt x="103183" y="87773"/>
                    <a:pt x="103183" y="90438"/>
                    <a:pt x="101591" y="97100"/>
                  </a:cubicBezTo>
                  <a:cubicBezTo>
                    <a:pt x="101136" y="98210"/>
                    <a:pt x="100909" y="98876"/>
                    <a:pt x="100909" y="99542"/>
                  </a:cubicBezTo>
                  <a:cubicBezTo>
                    <a:pt x="100909" y="100652"/>
                    <a:pt x="101818" y="101985"/>
                    <a:pt x="103865" y="101985"/>
                  </a:cubicBezTo>
                  <a:cubicBezTo>
                    <a:pt x="105685" y="101985"/>
                    <a:pt x="106367" y="100874"/>
                    <a:pt x="107277" y="97544"/>
                  </a:cubicBezTo>
                  <a:lnTo>
                    <a:pt x="120242" y="45583"/>
                  </a:lnTo>
                  <a:cubicBezTo>
                    <a:pt x="120242" y="44251"/>
                    <a:pt x="119105" y="43141"/>
                    <a:pt x="117512" y="43141"/>
                  </a:cubicBezTo>
                  <a:cubicBezTo>
                    <a:pt x="115465" y="43141"/>
                    <a:pt x="115010" y="44473"/>
                    <a:pt x="114328" y="47138"/>
                  </a:cubicBezTo>
                  <a:cubicBezTo>
                    <a:pt x="109552" y="64014"/>
                    <a:pt x="105458" y="69121"/>
                    <a:pt x="84532" y="69121"/>
                  </a:cubicBezTo>
                  <a:lnTo>
                    <a:pt x="63152" y="69121"/>
                  </a:lnTo>
                  <a:lnTo>
                    <a:pt x="76799" y="15606"/>
                  </a:lnTo>
                  <a:cubicBezTo>
                    <a:pt x="78846" y="7835"/>
                    <a:pt x="79073" y="6946"/>
                    <a:pt x="89081" y="6946"/>
                  </a:cubicBezTo>
                  <a:lnTo>
                    <a:pt x="121152" y="6946"/>
                  </a:lnTo>
                  <a:cubicBezTo>
                    <a:pt x="148901" y="6946"/>
                    <a:pt x="155724" y="13386"/>
                    <a:pt x="155724" y="31594"/>
                  </a:cubicBezTo>
                  <a:cubicBezTo>
                    <a:pt x="155724" y="36923"/>
                    <a:pt x="155724" y="37368"/>
                    <a:pt x="154814" y="43363"/>
                  </a:cubicBezTo>
                  <a:cubicBezTo>
                    <a:pt x="154814" y="44695"/>
                    <a:pt x="154587" y="46250"/>
                    <a:pt x="154587" y="47360"/>
                  </a:cubicBezTo>
                  <a:cubicBezTo>
                    <a:pt x="154587" y="48470"/>
                    <a:pt x="155269" y="50025"/>
                    <a:pt x="157316" y="50025"/>
                  </a:cubicBezTo>
                  <a:cubicBezTo>
                    <a:pt x="159818" y="50025"/>
                    <a:pt x="160046" y="48692"/>
                    <a:pt x="160501" y="44473"/>
                  </a:cubicBezTo>
                  <a:lnTo>
                    <a:pt x="165050" y="6058"/>
                  </a:lnTo>
                  <a:cubicBezTo>
                    <a:pt x="165732" y="63"/>
                    <a:pt x="164595" y="63"/>
                    <a:pt x="158908" y="63"/>
                  </a:cubicBezTo>
                  <a:lnTo>
                    <a:pt x="44046" y="63"/>
                  </a:lnTo>
                  <a:cubicBezTo>
                    <a:pt x="39497" y="63"/>
                    <a:pt x="37222" y="63"/>
                    <a:pt x="37222" y="4504"/>
                  </a:cubicBezTo>
                  <a:cubicBezTo>
                    <a:pt x="37222" y="6946"/>
                    <a:pt x="39269" y="6946"/>
                    <a:pt x="43591" y="6946"/>
                  </a:cubicBezTo>
                  <a:cubicBezTo>
                    <a:pt x="52007" y="6946"/>
                    <a:pt x="58375" y="6946"/>
                    <a:pt x="58375" y="10943"/>
                  </a:cubicBezTo>
                  <a:cubicBezTo>
                    <a:pt x="58375" y="11832"/>
                    <a:pt x="58375" y="12276"/>
                    <a:pt x="57238" y="16273"/>
                  </a:cubicBezTo>
                  <a:lnTo>
                    <a:pt x="27214" y="133738"/>
                  </a:lnTo>
                  <a:cubicBezTo>
                    <a:pt x="24940" y="142398"/>
                    <a:pt x="24485" y="144175"/>
                    <a:pt x="6516" y="144175"/>
                  </a:cubicBezTo>
                  <a:cubicBezTo>
                    <a:pt x="2650" y="144175"/>
                    <a:pt x="148" y="144175"/>
                    <a:pt x="148" y="148394"/>
                  </a:cubicBezTo>
                  <a:cubicBezTo>
                    <a:pt x="148" y="151058"/>
                    <a:pt x="2195" y="151058"/>
                    <a:pt x="6516" y="151058"/>
                  </a:cubicBezTo>
                  <a:lnTo>
                    <a:pt x="124563" y="151058"/>
                  </a:lnTo>
                  <a:cubicBezTo>
                    <a:pt x="129795" y="151058"/>
                    <a:pt x="130022" y="150836"/>
                    <a:pt x="131614" y="147283"/>
                  </a:cubicBezTo>
                  <a:lnTo>
                    <a:pt x="152540" y="9932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1" name="Freeform: Shape 40">
              <a:extLst>
                <a:ext uri="{FF2B5EF4-FFF2-40B4-BE49-F238E27FC236}">
                  <a16:creationId xmlns:a16="http://schemas.microsoft.com/office/drawing/2014/main" id="{18E859FA-EB98-821B-1C04-47321B41423C}"/>
                </a:ext>
              </a:extLst>
            </p:cNvPr>
            <p:cNvSpPr/>
            <p:nvPr>
              <p:custDataLst>
                <p:tags r:id="rId91"/>
              </p:custDataLst>
            </p:nvPr>
          </p:nvSpPr>
          <p:spPr>
            <a:xfrm>
              <a:off x="6120603" y="3772390"/>
              <a:ext cx="31160" cy="222052"/>
            </a:xfrm>
            <a:custGeom>
              <a:avLst/>
              <a:gdLst>
                <a:gd name="connsiteX0" fmla="*/ 31316 w 31160"/>
                <a:gd name="connsiteY0" fmla="*/ 222115 h 222052"/>
                <a:gd name="connsiteX1" fmla="*/ 31316 w 31160"/>
                <a:gd name="connsiteY1" fmla="*/ 213233 h 222052"/>
                <a:gd name="connsiteX2" fmla="*/ 9254 w 31160"/>
                <a:gd name="connsiteY2" fmla="*/ 213233 h 222052"/>
                <a:gd name="connsiteX3" fmla="*/ 9254 w 31160"/>
                <a:gd name="connsiteY3" fmla="*/ 8945 h 222052"/>
                <a:gd name="connsiteX4" fmla="*/ 31316 w 31160"/>
                <a:gd name="connsiteY4" fmla="*/ 8945 h 222052"/>
                <a:gd name="connsiteX5" fmla="*/ 31316 w 31160"/>
                <a:gd name="connsiteY5" fmla="*/ 63 h 222052"/>
                <a:gd name="connsiteX6" fmla="*/ 156 w 31160"/>
                <a:gd name="connsiteY6" fmla="*/ 63 h 222052"/>
                <a:gd name="connsiteX7" fmla="*/ 156 w 31160"/>
                <a:gd name="connsiteY7" fmla="*/ 222115 h 222052"/>
                <a:gd name="connsiteX8" fmla="*/ 31316 w 3116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316" y="222115"/>
                  </a:moveTo>
                  <a:lnTo>
                    <a:pt x="31316" y="213233"/>
                  </a:lnTo>
                  <a:lnTo>
                    <a:pt x="9254" y="213233"/>
                  </a:lnTo>
                  <a:lnTo>
                    <a:pt x="9254" y="8945"/>
                  </a:lnTo>
                  <a:lnTo>
                    <a:pt x="31316" y="8945"/>
                  </a:lnTo>
                  <a:lnTo>
                    <a:pt x="31316" y="63"/>
                  </a:lnTo>
                  <a:lnTo>
                    <a:pt x="156" y="63"/>
                  </a:lnTo>
                  <a:lnTo>
                    <a:pt x="156" y="222115"/>
                  </a:lnTo>
                  <a:lnTo>
                    <a:pt x="31316"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2" name="Freeform: Shape 41">
              <a:extLst>
                <a:ext uri="{FF2B5EF4-FFF2-40B4-BE49-F238E27FC236}">
                  <a16:creationId xmlns:a16="http://schemas.microsoft.com/office/drawing/2014/main" id="{66660AD7-8C03-C4CB-305C-34429EA0B710}"/>
                </a:ext>
              </a:extLst>
            </p:cNvPr>
            <p:cNvSpPr/>
            <p:nvPr>
              <p:custDataLst>
                <p:tags r:id="rId92"/>
              </p:custDataLst>
            </p:nvPr>
          </p:nvSpPr>
          <p:spPr>
            <a:xfrm>
              <a:off x="6179462" y="3772390"/>
              <a:ext cx="52768" cy="222052"/>
            </a:xfrm>
            <a:custGeom>
              <a:avLst/>
              <a:gdLst>
                <a:gd name="connsiteX0" fmla="*/ 52927 w 52768"/>
                <a:gd name="connsiteY0" fmla="*/ 219895 h 222052"/>
                <a:gd name="connsiteX1" fmla="*/ 49060 w 52768"/>
                <a:gd name="connsiteY1" fmla="*/ 215009 h 222052"/>
                <a:gd name="connsiteX2" fmla="*/ 13351 w 52768"/>
                <a:gd name="connsiteY2" fmla="*/ 111089 h 222052"/>
                <a:gd name="connsiteX3" fmla="*/ 49970 w 52768"/>
                <a:gd name="connsiteY3" fmla="*/ 6058 h 222052"/>
                <a:gd name="connsiteX4" fmla="*/ 52927 w 52768"/>
                <a:gd name="connsiteY4" fmla="*/ 2283 h 222052"/>
                <a:gd name="connsiteX5" fmla="*/ 50653 w 52768"/>
                <a:gd name="connsiteY5" fmla="*/ 63 h 222052"/>
                <a:gd name="connsiteX6" fmla="*/ 14488 w 52768"/>
                <a:gd name="connsiteY6" fmla="*/ 43363 h 222052"/>
                <a:gd name="connsiteX7" fmla="*/ 158 w 52768"/>
                <a:gd name="connsiteY7" fmla="*/ 111089 h 222052"/>
                <a:gd name="connsiteX8" fmla="*/ 15170 w 52768"/>
                <a:gd name="connsiteY8" fmla="*/ 180369 h 222052"/>
                <a:gd name="connsiteX9" fmla="*/ 50653 w 52768"/>
                <a:gd name="connsiteY9" fmla="*/ 222115 h 222052"/>
                <a:gd name="connsiteX10" fmla="*/ 52927 w 52768"/>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2927" y="219895"/>
                  </a:moveTo>
                  <a:cubicBezTo>
                    <a:pt x="52927" y="219228"/>
                    <a:pt x="52927" y="218784"/>
                    <a:pt x="49060" y="215009"/>
                  </a:cubicBezTo>
                  <a:cubicBezTo>
                    <a:pt x="20629" y="187031"/>
                    <a:pt x="13351" y="145063"/>
                    <a:pt x="13351" y="111089"/>
                  </a:cubicBezTo>
                  <a:cubicBezTo>
                    <a:pt x="13351" y="72452"/>
                    <a:pt x="21994" y="33815"/>
                    <a:pt x="49970" y="6058"/>
                  </a:cubicBezTo>
                  <a:cubicBezTo>
                    <a:pt x="52927" y="3394"/>
                    <a:pt x="52927" y="2949"/>
                    <a:pt x="52927" y="2283"/>
                  </a:cubicBezTo>
                  <a:cubicBezTo>
                    <a:pt x="52927" y="729"/>
                    <a:pt x="52017" y="63"/>
                    <a:pt x="50653" y="63"/>
                  </a:cubicBezTo>
                  <a:cubicBezTo>
                    <a:pt x="48378" y="63"/>
                    <a:pt x="27907" y="15162"/>
                    <a:pt x="14488" y="43363"/>
                  </a:cubicBezTo>
                  <a:cubicBezTo>
                    <a:pt x="2888" y="67789"/>
                    <a:pt x="158" y="92437"/>
                    <a:pt x="158" y="111089"/>
                  </a:cubicBezTo>
                  <a:cubicBezTo>
                    <a:pt x="158" y="128409"/>
                    <a:pt x="2660" y="155277"/>
                    <a:pt x="15170" y="180369"/>
                  </a:cubicBezTo>
                  <a:cubicBezTo>
                    <a:pt x="28817" y="207682"/>
                    <a:pt x="48378" y="222115"/>
                    <a:pt x="50653" y="222115"/>
                  </a:cubicBezTo>
                  <a:cubicBezTo>
                    <a:pt x="52017" y="222115"/>
                    <a:pt x="52927" y="221449"/>
                    <a:pt x="52927"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3" name="Freeform: Shape 42">
              <a:extLst>
                <a:ext uri="{FF2B5EF4-FFF2-40B4-BE49-F238E27FC236}">
                  <a16:creationId xmlns:a16="http://schemas.microsoft.com/office/drawing/2014/main" id="{1D3CBBDA-E6EB-DB86-9F3E-AB4A793CE736}"/>
                </a:ext>
              </a:extLst>
            </p:cNvPr>
            <p:cNvSpPr/>
            <p:nvPr>
              <p:custDataLst>
                <p:tags r:id="rId93"/>
              </p:custDataLst>
            </p:nvPr>
          </p:nvSpPr>
          <p:spPr>
            <a:xfrm>
              <a:off x="6251539" y="3787267"/>
              <a:ext cx="187419" cy="151661"/>
            </a:xfrm>
            <a:custGeom>
              <a:avLst/>
              <a:gdLst>
                <a:gd name="connsiteX0" fmla="*/ 104335 w 187419"/>
                <a:gd name="connsiteY0" fmla="*/ 60461 h 151661"/>
                <a:gd name="connsiteX1" fmla="*/ 85229 w 187419"/>
                <a:gd name="connsiteY1" fmla="*/ 16273 h 151661"/>
                <a:gd name="connsiteX2" fmla="*/ 84092 w 187419"/>
                <a:gd name="connsiteY2" fmla="*/ 13386 h 151661"/>
                <a:gd name="connsiteX3" fmla="*/ 97511 w 187419"/>
                <a:gd name="connsiteY3" fmla="*/ 6946 h 151661"/>
                <a:gd name="connsiteX4" fmla="*/ 102060 w 187419"/>
                <a:gd name="connsiteY4" fmla="*/ 2727 h 151661"/>
                <a:gd name="connsiteX5" fmla="*/ 98649 w 187419"/>
                <a:gd name="connsiteY5" fmla="*/ 63 h 151661"/>
                <a:gd name="connsiteX6" fmla="*/ 69990 w 187419"/>
                <a:gd name="connsiteY6" fmla="*/ 729 h 151661"/>
                <a:gd name="connsiteX7" fmla="*/ 44515 w 187419"/>
                <a:gd name="connsiteY7" fmla="*/ 63 h 151661"/>
                <a:gd name="connsiteX8" fmla="*/ 40421 w 187419"/>
                <a:gd name="connsiteY8" fmla="*/ 4504 h 151661"/>
                <a:gd name="connsiteX9" fmla="*/ 45652 w 187419"/>
                <a:gd name="connsiteY9" fmla="*/ 6946 h 151661"/>
                <a:gd name="connsiteX10" fmla="*/ 62711 w 187419"/>
                <a:gd name="connsiteY10" fmla="*/ 14052 h 151661"/>
                <a:gd name="connsiteX11" fmla="*/ 89551 w 187419"/>
                <a:gd name="connsiteY11" fmla="*/ 76005 h 151661"/>
                <a:gd name="connsiteX12" fmla="*/ 41558 w 187419"/>
                <a:gd name="connsiteY12" fmla="*/ 126411 h 151661"/>
                <a:gd name="connsiteX13" fmla="*/ 38602 w 187419"/>
                <a:gd name="connsiteY13" fmla="*/ 128853 h 151661"/>
                <a:gd name="connsiteX14" fmla="*/ 5166 w 187419"/>
                <a:gd name="connsiteY14" fmla="*/ 144841 h 151661"/>
                <a:gd name="connsiteX15" fmla="*/ 162 w 187419"/>
                <a:gd name="connsiteY15" fmla="*/ 149282 h 151661"/>
                <a:gd name="connsiteX16" fmla="*/ 3119 w 187419"/>
                <a:gd name="connsiteY16" fmla="*/ 151724 h 151661"/>
                <a:gd name="connsiteX17" fmla="*/ 24500 w 187419"/>
                <a:gd name="connsiteY17" fmla="*/ 151058 h 151661"/>
                <a:gd name="connsiteX18" fmla="*/ 49974 w 187419"/>
                <a:gd name="connsiteY18" fmla="*/ 151724 h 151661"/>
                <a:gd name="connsiteX19" fmla="*/ 54068 w 187419"/>
                <a:gd name="connsiteY19" fmla="*/ 147283 h 151661"/>
                <a:gd name="connsiteX20" fmla="*/ 51339 w 187419"/>
                <a:gd name="connsiteY20" fmla="*/ 144841 h 151661"/>
                <a:gd name="connsiteX21" fmla="*/ 42241 w 187419"/>
                <a:gd name="connsiteY21" fmla="*/ 137957 h 151661"/>
                <a:gd name="connsiteX22" fmla="*/ 48382 w 187419"/>
                <a:gd name="connsiteY22" fmla="*/ 127965 h 151661"/>
                <a:gd name="connsiteX23" fmla="*/ 71582 w 187419"/>
                <a:gd name="connsiteY23" fmla="*/ 103983 h 151661"/>
                <a:gd name="connsiteX24" fmla="*/ 92052 w 187419"/>
                <a:gd name="connsiteY24" fmla="*/ 82222 h 151661"/>
                <a:gd name="connsiteX25" fmla="*/ 115025 w 187419"/>
                <a:gd name="connsiteY25" fmla="*/ 135293 h 151661"/>
                <a:gd name="connsiteX26" fmla="*/ 116162 w 187419"/>
                <a:gd name="connsiteY26" fmla="*/ 138401 h 151661"/>
                <a:gd name="connsiteX27" fmla="*/ 102970 w 187419"/>
                <a:gd name="connsiteY27" fmla="*/ 144841 h 151661"/>
                <a:gd name="connsiteX28" fmla="*/ 98421 w 187419"/>
                <a:gd name="connsiteY28" fmla="*/ 149060 h 151661"/>
                <a:gd name="connsiteX29" fmla="*/ 101833 w 187419"/>
                <a:gd name="connsiteY29" fmla="*/ 151724 h 151661"/>
                <a:gd name="connsiteX30" fmla="*/ 130492 w 187419"/>
                <a:gd name="connsiteY30" fmla="*/ 151058 h 151661"/>
                <a:gd name="connsiteX31" fmla="*/ 155739 w 187419"/>
                <a:gd name="connsiteY31" fmla="*/ 151724 h 151661"/>
                <a:gd name="connsiteX32" fmla="*/ 160060 w 187419"/>
                <a:gd name="connsiteY32" fmla="*/ 147506 h 151661"/>
                <a:gd name="connsiteX33" fmla="*/ 155966 w 187419"/>
                <a:gd name="connsiteY33" fmla="*/ 144841 h 151661"/>
                <a:gd name="connsiteX34" fmla="*/ 136405 w 187419"/>
                <a:gd name="connsiteY34" fmla="*/ 135071 h 151661"/>
                <a:gd name="connsiteX35" fmla="*/ 107064 w 187419"/>
                <a:gd name="connsiteY35" fmla="*/ 66456 h 151661"/>
                <a:gd name="connsiteX36" fmla="*/ 153692 w 187419"/>
                <a:gd name="connsiteY36" fmla="*/ 18271 h 151661"/>
                <a:gd name="connsiteX37" fmla="*/ 182578 w 187419"/>
                <a:gd name="connsiteY37" fmla="*/ 6946 h 151661"/>
                <a:gd name="connsiteX38" fmla="*/ 187582 w 187419"/>
                <a:gd name="connsiteY38" fmla="*/ 2505 h 151661"/>
                <a:gd name="connsiteX39" fmla="*/ 184625 w 187419"/>
                <a:gd name="connsiteY39" fmla="*/ 63 h 151661"/>
                <a:gd name="connsiteX40" fmla="*/ 163245 w 187419"/>
                <a:gd name="connsiteY40" fmla="*/ 729 h 151661"/>
                <a:gd name="connsiteX41" fmla="*/ 137998 w 187419"/>
                <a:gd name="connsiteY41" fmla="*/ 63 h 151661"/>
                <a:gd name="connsiteX42" fmla="*/ 133676 w 187419"/>
                <a:gd name="connsiteY42" fmla="*/ 4504 h 151661"/>
                <a:gd name="connsiteX43" fmla="*/ 136405 w 187419"/>
                <a:gd name="connsiteY43" fmla="*/ 6946 h 151661"/>
                <a:gd name="connsiteX44" fmla="*/ 145503 w 187419"/>
                <a:gd name="connsiteY44" fmla="*/ 13830 h 151661"/>
                <a:gd name="connsiteX45" fmla="*/ 141182 w 187419"/>
                <a:gd name="connsiteY45" fmla="*/ 21824 h 151661"/>
                <a:gd name="connsiteX46" fmla="*/ 104335 w 187419"/>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419" h="151661">
                  <a:moveTo>
                    <a:pt x="104335" y="60461"/>
                  </a:moveTo>
                  <a:lnTo>
                    <a:pt x="85229" y="16273"/>
                  </a:lnTo>
                  <a:cubicBezTo>
                    <a:pt x="84547" y="14496"/>
                    <a:pt x="84092" y="13608"/>
                    <a:pt x="84092" y="13386"/>
                  </a:cubicBezTo>
                  <a:cubicBezTo>
                    <a:pt x="84092" y="12054"/>
                    <a:pt x="87958" y="7835"/>
                    <a:pt x="97511" y="6946"/>
                  </a:cubicBezTo>
                  <a:cubicBezTo>
                    <a:pt x="99786" y="6724"/>
                    <a:pt x="102060" y="6502"/>
                    <a:pt x="102060" y="2727"/>
                  </a:cubicBezTo>
                  <a:cubicBezTo>
                    <a:pt x="102060" y="63"/>
                    <a:pt x="99331" y="63"/>
                    <a:pt x="98649" y="63"/>
                  </a:cubicBezTo>
                  <a:cubicBezTo>
                    <a:pt x="89323" y="63"/>
                    <a:pt x="79543" y="729"/>
                    <a:pt x="69990" y="729"/>
                  </a:cubicBezTo>
                  <a:cubicBezTo>
                    <a:pt x="64303" y="729"/>
                    <a:pt x="50202" y="63"/>
                    <a:pt x="44515" y="63"/>
                  </a:cubicBezTo>
                  <a:cubicBezTo>
                    <a:pt x="43151" y="63"/>
                    <a:pt x="40421" y="63"/>
                    <a:pt x="40421" y="4504"/>
                  </a:cubicBezTo>
                  <a:cubicBezTo>
                    <a:pt x="40421" y="6946"/>
                    <a:pt x="42696" y="6946"/>
                    <a:pt x="45652" y="6946"/>
                  </a:cubicBezTo>
                  <a:cubicBezTo>
                    <a:pt x="59300" y="6946"/>
                    <a:pt x="60664" y="9167"/>
                    <a:pt x="62711" y="14052"/>
                  </a:cubicBezTo>
                  <a:lnTo>
                    <a:pt x="89551" y="76005"/>
                  </a:lnTo>
                  <a:lnTo>
                    <a:pt x="41558" y="126411"/>
                  </a:lnTo>
                  <a:lnTo>
                    <a:pt x="38602" y="128853"/>
                  </a:lnTo>
                  <a:cubicBezTo>
                    <a:pt x="27456" y="140622"/>
                    <a:pt x="16766" y="144175"/>
                    <a:pt x="5166" y="144841"/>
                  </a:cubicBezTo>
                  <a:cubicBezTo>
                    <a:pt x="2209" y="145063"/>
                    <a:pt x="162" y="145063"/>
                    <a:pt x="162" y="149282"/>
                  </a:cubicBezTo>
                  <a:cubicBezTo>
                    <a:pt x="162" y="149504"/>
                    <a:pt x="162" y="151724"/>
                    <a:pt x="3119" y="151724"/>
                  </a:cubicBezTo>
                  <a:cubicBezTo>
                    <a:pt x="9943" y="151724"/>
                    <a:pt x="17449" y="151058"/>
                    <a:pt x="24500" y="151058"/>
                  </a:cubicBezTo>
                  <a:cubicBezTo>
                    <a:pt x="32915" y="151058"/>
                    <a:pt x="41786" y="151724"/>
                    <a:pt x="49974" y="151724"/>
                  </a:cubicBezTo>
                  <a:cubicBezTo>
                    <a:pt x="51339" y="151724"/>
                    <a:pt x="54068" y="151724"/>
                    <a:pt x="54068" y="147283"/>
                  </a:cubicBezTo>
                  <a:cubicBezTo>
                    <a:pt x="54068" y="145063"/>
                    <a:pt x="51794" y="144841"/>
                    <a:pt x="51339" y="144841"/>
                  </a:cubicBezTo>
                  <a:cubicBezTo>
                    <a:pt x="49292" y="144619"/>
                    <a:pt x="42241" y="144175"/>
                    <a:pt x="42241" y="137957"/>
                  </a:cubicBezTo>
                  <a:cubicBezTo>
                    <a:pt x="42241" y="134404"/>
                    <a:pt x="45652" y="130852"/>
                    <a:pt x="48382" y="127965"/>
                  </a:cubicBezTo>
                  <a:lnTo>
                    <a:pt x="71582" y="103983"/>
                  </a:lnTo>
                  <a:lnTo>
                    <a:pt x="92052" y="82222"/>
                  </a:lnTo>
                  <a:lnTo>
                    <a:pt x="115025" y="135293"/>
                  </a:lnTo>
                  <a:cubicBezTo>
                    <a:pt x="115935" y="137735"/>
                    <a:pt x="116162" y="137957"/>
                    <a:pt x="116162" y="138401"/>
                  </a:cubicBezTo>
                  <a:cubicBezTo>
                    <a:pt x="116162" y="140178"/>
                    <a:pt x="111841" y="143953"/>
                    <a:pt x="102970" y="144841"/>
                  </a:cubicBezTo>
                  <a:cubicBezTo>
                    <a:pt x="100468" y="145063"/>
                    <a:pt x="98421" y="145285"/>
                    <a:pt x="98421" y="149060"/>
                  </a:cubicBezTo>
                  <a:cubicBezTo>
                    <a:pt x="98421" y="151724"/>
                    <a:pt x="100923" y="151724"/>
                    <a:pt x="101833" y="151724"/>
                  </a:cubicBezTo>
                  <a:cubicBezTo>
                    <a:pt x="108202" y="151724"/>
                    <a:pt x="124123" y="151058"/>
                    <a:pt x="130492" y="151058"/>
                  </a:cubicBezTo>
                  <a:cubicBezTo>
                    <a:pt x="136178" y="151058"/>
                    <a:pt x="150052" y="151724"/>
                    <a:pt x="155739" y="151724"/>
                  </a:cubicBezTo>
                  <a:cubicBezTo>
                    <a:pt x="157331" y="151724"/>
                    <a:pt x="160060" y="151724"/>
                    <a:pt x="160060" y="147506"/>
                  </a:cubicBezTo>
                  <a:cubicBezTo>
                    <a:pt x="160060" y="144841"/>
                    <a:pt x="157786" y="144841"/>
                    <a:pt x="155966" y="144841"/>
                  </a:cubicBezTo>
                  <a:cubicBezTo>
                    <a:pt x="140727" y="144619"/>
                    <a:pt x="140272" y="143953"/>
                    <a:pt x="136405" y="135071"/>
                  </a:cubicBezTo>
                  <a:cubicBezTo>
                    <a:pt x="127535" y="114420"/>
                    <a:pt x="112296" y="79780"/>
                    <a:pt x="107064" y="66456"/>
                  </a:cubicBezTo>
                  <a:cubicBezTo>
                    <a:pt x="122531" y="50913"/>
                    <a:pt x="146413" y="24489"/>
                    <a:pt x="153692" y="18271"/>
                  </a:cubicBezTo>
                  <a:cubicBezTo>
                    <a:pt x="160288" y="12942"/>
                    <a:pt x="168931" y="7613"/>
                    <a:pt x="182578" y="6946"/>
                  </a:cubicBezTo>
                  <a:cubicBezTo>
                    <a:pt x="185535" y="6724"/>
                    <a:pt x="187582" y="6724"/>
                    <a:pt x="187582" y="2505"/>
                  </a:cubicBezTo>
                  <a:cubicBezTo>
                    <a:pt x="187582" y="2283"/>
                    <a:pt x="187582" y="63"/>
                    <a:pt x="184625" y="63"/>
                  </a:cubicBezTo>
                  <a:cubicBezTo>
                    <a:pt x="177802" y="63"/>
                    <a:pt x="170296" y="729"/>
                    <a:pt x="163245" y="729"/>
                  </a:cubicBezTo>
                  <a:cubicBezTo>
                    <a:pt x="154829" y="729"/>
                    <a:pt x="146186" y="63"/>
                    <a:pt x="137998" y="63"/>
                  </a:cubicBezTo>
                  <a:cubicBezTo>
                    <a:pt x="136633" y="63"/>
                    <a:pt x="133676" y="63"/>
                    <a:pt x="133676" y="4504"/>
                  </a:cubicBezTo>
                  <a:cubicBezTo>
                    <a:pt x="133676" y="6058"/>
                    <a:pt x="134813" y="6724"/>
                    <a:pt x="136405" y="6946"/>
                  </a:cubicBezTo>
                  <a:cubicBezTo>
                    <a:pt x="138452" y="7168"/>
                    <a:pt x="145503" y="7613"/>
                    <a:pt x="145503" y="13830"/>
                  </a:cubicBezTo>
                  <a:cubicBezTo>
                    <a:pt x="145503" y="16939"/>
                    <a:pt x="143002" y="19825"/>
                    <a:pt x="141182" y="21824"/>
                  </a:cubicBezTo>
                  <a:lnTo>
                    <a:pt x="104335"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4" name="Freeform: Shape 43">
              <a:extLst>
                <a:ext uri="{FF2B5EF4-FFF2-40B4-BE49-F238E27FC236}">
                  <a16:creationId xmlns:a16="http://schemas.microsoft.com/office/drawing/2014/main" id="{6EF6EB81-015F-712B-0AED-CF5152C71A4C}"/>
                </a:ext>
              </a:extLst>
            </p:cNvPr>
            <p:cNvSpPr/>
            <p:nvPr>
              <p:custDataLst>
                <p:tags r:id="rId94"/>
              </p:custDataLst>
            </p:nvPr>
          </p:nvSpPr>
          <p:spPr>
            <a:xfrm>
              <a:off x="6441318" y="3869182"/>
              <a:ext cx="48242" cy="104608"/>
            </a:xfrm>
            <a:custGeom>
              <a:avLst/>
              <a:gdLst>
                <a:gd name="connsiteX0" fmla="*/ 44273 w 48242"/>
                <a:gd name="connsiteY0" fmla="*/ 5971 h 104608"/>
                <a:gd name="connsiteX1" fmla="*/ 37905 w 48242"/>
                <a:gd name="connsiteY1" fmla="*/ 64 h 104608"/>
                <a:gd name="connsiteX2" fmla="*/ 28989 w 48242"/>
                <a:gd name="connsiteY2" fmla="*/ 8613 h 104608"/>
                <a:gd name="connsiteX3" fmla="*/ 35357 w 48242"/>
                <a:gd name="connsiteY3" fmla="*/ 14520 h 104608"/>
                <a:gd name="connsiteX4" fmla="*/ 44273 w 48242"/>
                <a:gd name="connsiteY4" fmla="*/ 5971 h 104608"/>
                <a:gd name="connsiteX5" fmla="*/ 11793 w 48242"/>
                <a:gd name="connsiteY5" fmla="*/ 84933 h 104608"/>
                <a:gd name="connsiteX6" fmla="*/ 10360 w 48242"/>
                <a:gd name="connsiteY6" fmla="*/ 91461 h 104608"/>
                <a:gd name="connsiteX7" fmla="*/ 25486 w 48242"/>
                <a:gd name="connsiteY7" fmla="*/ 104673 h 104608"/>
                <a:gd name="connsiteX8" fmla="*/ 48413 w 48242"/>
                <a:gd name="connsiteY8" fmla="*/ 80891 h 104608"/>
                <a:gd name="connsiteX9" fmla="*/ 45865 w 48242"/>
                <a:gd name="connsiteY9" fmla="*/ 78871 h 104608"/>
                <a:gd name="connsiteX10" fmla="*/ 42840 w 48242"/>
                <a:gd name="connsiteY10" fmla="*/ 81513 h 104608"/>
                <a:gd name="connsiteX11" fmla="*/ 25963 w 48242"/>
                <a:gd name="connsiteY11" fmla="*/ 100321 h 104608"/>
                <a:gd name="connsiteX12" fmla="*/ 21983 w 48242"/>
                <a:gd name="connsiteY12" fmla="*/ 94881 h 104608"/>
                <a:gd name="connsiteX13" fmla="*/ 24531 w 48242"/>
                <a:gd name="connsiteY13" fmla="*/ 84933 h 104608"/>
                <a:gd name="connsiteX14" fmla="*/ 29625 w 48242"/>
                <a:gd name="connsiteY14" fmla="*/ 72498 h 104608"/>
                <a:gd name="connsiteX15" fmla="*/ 37427 w 48242"/>
                <a:gd name="connsiteY15" fmla="*/ 52757 h 104608"/>
                <a:gd name="connsiteX16" fmla="*/ 38382 w 48242"/>
                <a:gd name="connsiteY16" fmla="*/ 47783 h 104608"/>
                <a:gd name="connsiteX17" fmla="*/ 23257 w 48242"/>
                <a:gd name="connsiteY17" fmla="*/ 34571 h 104608"/>
                <a:gd name="connsiteX18" fmla="*/ 171 w 48242"/>
                <a:gd name="connsiteY18" fmla="*/ 58353 h 104608"/>
                <a:gd name="connsiteX19" fmla="*/ 2877 w 48242"/>
                <a:gd name="connsiteY19" fmla="*/ 60374 h 104608"/>
                <a:gd name="connsiteX20" fmla="*/ 5743 w 48242"/>
                <a:gd name="connsiteY20" fmla="*/ 57887 h 104608"/>
                <a:gd name="connsiteX21" fmla="*/ 22779 w 48242"/>
                <a:gd name="connsiteY21" fmla="*/ 38923 h 104608"/>
                <a:gd name="connsiteX22" fmla="*/ 26760 w 48242"/>
                <a:gd name="connsiteY22" fmla="*/ 44364 h 104608"/>
                <a:gd name="connsiteX23" fmla="*/ 21824 w 48242"/>
                <a:gd name="connsiteY23" fmla="*/ 59907 h 104608"/>
                <a:gd name="connsiteX24" fmla="*/ 11793 w 48242"/>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42" h="104608">
                  <a:moveTo>
                    <a:pt x="44273" y="5971"/>
                  </a:moveTo>
                  <a:cubicBezTo>
                    <a:pt x="44273" y="3484"/>
                    <a:pt x="42363" y="64"/>
                    <a:pt x="37905" y="64"/>
                  </a:cubicBezTo>
                  <a:cubicBezTo>
                    <a:pt x="33606" y="64"/>
                    <a:pt x="28989" y="4106"/>
                    <a:pt x="28989" y="8613"/>
                  </a:cubicBezTo>
                  <a:cubicBezTo>
                    <a:pt x="28989" y="11256"/>
                    <a:pt x="31058" y="14520"/>
                    <a:pt x="35357" y="14520"/>
                  </a:cubicBezTo>
                  <a:cubicBezTo>
                    <a:pt x="39974" y="14520"/>
                    <a:pt x="44273" y="10168"/>
                    <a:pt x="44273" y="5971"/>
                  </a:cubicBezTo>
                  <a:close/>
                  <a:moveTo>
                    <a:pt x="11793" y="84933"/>
                  </a:moveTo>
                  <a:cubicBezTo>
                    <a:pt x="11156" y="86953"/>
                    <a:pt x="10360" y="88819"/>
                    <a:pt x="10360" y="91461"/>
                  </a:cubicBezTo>
                  <a:cubicBezTo>
                    <a:pt x="10360" y="98767"/>
                    <a:pt x="16729" y="104673"/>
                    <a:pt x="25486" y="104673"/>
                  </a:cubicBezTo>
                  <a:cubicBezTo>
                    <a:pt x="41407" y="104673"/>
                    <a:pt x="48413" y="83223"/>
                    <a:pt x="48413" y="80891"/>
                  </a:cubicBezTo>
                  <a:cubicBezTo>
                    <a:pt x="48413" y="78871"/>
                    <a:pt x="46343" y="78871"/>
                    <a:pt x="45865" y="78871"/>
                  </a:cubicBezTo>
                  <a:cubicBezTo>
                    <a:pt x="43636" y="78871"/>
                    <a:pt x="43477" y="79803"/>
                    <a:pt x="42840" y="81513"/>
                  </a:cubicBezTo>
                  <a:cubicBezTo>
                    <a:pt x="39178" y="93948"/>
                    <a:pt x="32173" y="100321"/>
                    <a:pt x="25963" y="100321"/>
                  </a:cubicBezTo>
                  <a:cubicBezTo>
                    <a:pt x="22779" y="100321"/>
                    <a:pt x="21983" y="98300"/>
                    <a:pt x="21983" y="94881"/>
                  </a:cubicBezTo>
                  <a:cubicBezTo>
                    <a:pt x="21983" y="91306"/>
                    <a:pt x="23098" y="88352"/>
                    <a:pt x="24531" y="84933"/>
                  </a:cubicBezTo>
                  <a:cubicBezTo>
                    <a:pt x="26123" y="80736"/>
                    <a:pt x="27874" y="76539"/>
                    <a:pt x="29625" y="72498"/>
                  </a:cubicBezTo>
                  <a:cubicBezTo>
                    <a:pt x="31058" y="68767"/>
                    <a:pt x="36790" y="54622"/>
                    <a:pt x="37427" y="52757"/>
                  </a:cubicBezTo>
                  <a:cubicBezTo>
                    <a:pt x="37905" y="51203"/>
                    <a:pt x="38382" y="49338"/>
                    <a:pt x="38382" y="47783"/>
                  </a:cubicBezTo>
                  <a:cubicBezTo>
                    <a:pt x="38382" y="40478"/>
                    <a:pt x="32014" y="34571"/>
                    <a:pt x="23257" y="34571"/>
                  </a:cubicBezTo>
                  <a:cubicBezTo>
                    <a:pt x="7494" y="34571"/>
                    <a:pt x="171" y="55711"/>
                    <a:pt x="171" y="58353"/>
                  </a:cubicBezTo>
                  <a:cubicBezTo>
                    <a:pt x="171" y="60374"/>
                    <a:pt x="2400" y="60374"/>
                    <a:pt x="2877" y="60374"/>
                  </a:cubicBezTo>
                  <a:cubicBezTo>
                    <a:pt x="5106" y="60374"/>
                    <a:pt x="5265" y="59596"/>
                    <a:pt x="5743" y="57887"/>
                  </a:cubicBezTo>
                  <a:cubicBezTo>
                    <a:pt x="9883" y="44519"/>
                    <a:pt x="16888" y="38923"/>
                    <a:pt x="22779" y="38923"/>
                  </a:cubicBezTo>
                  <a:cubicBezTo>
                    <a:pt x="25327" y="38923"/>
                    <a:pt x="26760" y="40167"/>
                    <a:pt x="26760" y="44364"/>
                  </a:cubicBezTo>
                  <a:cubicBezTo>
                    <a:pt x="26760" y="47939"/>
                    <a:pt x="25804" y="50270"/>
                    <a:pt x="21824" y="59907"/>
                  </a:cubicBezTo>
                  <a:lnTo>
                    <a:pt x="11793"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5" name="Freeform: Shape 44">
              <a:extLst>
                <a:ext uri="{FF2B5EF4-FFF2-40B4-BE49-F238E27FC236}">
                  <a16:creationId xmlns:a16="http://schemas.microsoft.com/office/drawing/2014/main" id="{93650AAD-0C30-E64E-9845-8A72B17C2A7F}"/>
                </a:ext>
              </a:extLst>
            </p:cNvPr>
            <p:cNvSpPr/>
            <p:nvPr>
              <p:custDataLst>
                <p:tags r:id="rId95"/>
              </p:custDataLst>
            </p:nvPr>
          </p:nvSpPr>
          <p:spPr>
            <a:xfrm>
              <a:off x="6578982" y="3878975"/>
              <a:ext cx="138972" cy="8882"/>
            </a:xfrm>
            <a:custGeom>
              <a:avLst/>
              <a:gdLst>
                <a:gd name="connsiteX0" fmla="*/ 131188 w 138972"/>
                <a:gd name="connsiteY0" fmla="*/ 8945 h 8882"/>
                <a:gd name="connsiteX1" fmla="*/ 139149 w 138972"/>
                <a:gd name="connsiteY1" fmla="*/ 4504 h 8882"/>
                <a:gd name="connsiteX2" fmla="*/ 131188 w 138972"/>
                <a:gd name="connsiteY2" fmla="*/ 63 h 8882"/>
                <a:gd name="connsiteX3" fmla="*/ 8137 w 138972"/>
                <a:gd name="connsiteY3" fmla="*/ 63 h 8882"/>
                <a:gd name="connsiteX4" fmla="*/ 176 w 138972"/>
                <a:gd name="connsiteY4" fmla="*/ 4504 h 8882"/>
                <a:gd name="connsiteX5" fmla="*/ 8137 w 138972"/>
                <a:gd name="connsiteY5" fmla="*/ 8945 h 8882"/>
                <a:gd name="connsiteX6" fmla="*/ 131188 w 138972"/>
                <a:gd name="connsiteY6" fmla="*/ 8945 h 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972" h="8882">
                  <a:moveTo>
                    <a:pt x="131188" y="8945"/>
                  </a:moveTo>
                  <a:cubicBezTo>
                    <a:pt x="135055" y="8945"/>
                    <a:pt x="139149" y="8945"/>
                    <a:pt x="139149" y="4504"/>
                  </a:cubicBezTo>
                  <a:cubicBezTo>
                    <a:pt x="139149" y="63"/>
                    <a:pt x="135055" y="63"/>
                    <a:pt x="131188" y="63"/>
                  </a:cubicBezTo>
                  <a:lnTo>
                    <a:pt x="8137" y="63"/>
                  </a:lnTo>
                  <a:cubicBezTo>
                    <a:pt x="4270" y="63"/>
                    <a:pt x="176" y="63"/>
                    <a:pt x="176" y="4504"/>
                  </a:cubicBezTo>
                  <a:cubicBezTo>
                    <a:pt x="176" y="8945"/>
                    <a:pt x="4270" y="8945"/>
                    <a:pt x="8137" y="8945"/>
                  </a:cubicBezTo>
                  <a:lnTo>
                    <a:pt x="131188" y="894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6" name="Freeform: Shape 45">
              <a:extLst>
                <a:ext uri="{FF2B5EF4-FFF2-40B4-BE49-F238E27FC236}">
                  <a16:creationId xmlns:a16="http://schemas.microsoft.com/office/drawing/2014/main" id="{0F13B709-E1AA-C8AA-9DEA-2CC7B681A57C}"/>
                </a:ext>
              </a:extLst>
            </p:cNvPr>
            <p:cNvSpPr/>
            <p:nvPr>
              <p:custDataLst>
                <p:tags r:id="rId96"/>
              </p:custDataLst>
            </p:nvPr>
          </p:nvSpPr>
          <p:spPr>
            <a:xfrm>
              <a:off x="6796197" y="3787933"/>
              <a:ext cx="165078" cy="150995"/>
            </a:xfrm>
            <a:custGeom>
              <a:avLst/>
              <a:gdLst>
                <a:gd name="connsiteX0" fmla="*/ 152578 w 165078"/>
                <a:gd name="connsiteY0" fmla="*/ 99320 h 150995"/>
                <a:gd name="connsiteX1" fmla="*/ 153715 w 165078"/>
                <a:gd name="connsiteY1" fmla="*/ 96211 h 150995"/>
                <a:gd name="connsiteX2" fmla="*/ 150986 w 165078"/>
                <a:gd name="connsiteY2" fmla="*/ 93769 h 150995"/>
                <a:gd name="connsiteX3" fmla="*/ 148029 w 165078"/>
                <a:gd name="connsiteY3" fmla="*/ 96433 h 150995"/>
                <a:gd name="connsiteX4" fmla="*/ 85935 w 165078"/>
                <a:gd name="connsiteY4" fmla="*/ 144175 h 150995"/>
                <a:gd name="connsiteX5" fmla="*/ 52727 w 165078"/>
                <a:gd name="connsiteY5" fmla="*/ 144175 h 150995"/>
                <a:gd name="connsiteX6" fmla="*/ 47723 w 165078"/>
                <a:gd name="connsiteY6" fmla="*/ 143953 h 150995"/>
                <a:gd name="connsiteX7" fmla="*/ 44766 w 165078"/>
                <a:gd name="connsiteY7" fmla="*/ 141732 h 150995"/>
                <a:gd name="connsiteX8" fmla="*/ 45904 w 165078"/>
                <a:gd name="connsiteY8" fmla="*/ 136625 h 150995"/>
                <a:gd name="connsiteX9" fmla="*/ 61370 w 165078"/>
                <a:gd name="connsiteY9" fmla="*/ 76005 h 150995"/>
                <a:gd name="connsiteX10" fmla="*/ 83888 w 165078"/>
                <a:gd name="connsiteY10" fmla="*/ 76005 h 150995"/>
                <a:gd name="connsiteX11" fmla="*/ 103221 w 165078"/>
                <a:gd name="connsiteY11" fmla="*/ 86219 h 150995"/>
                <a:gd name="connsiteX12" fmla="*/ 101629 w 165078"/>
                <a:gd name="connsiteY12" fmla="*/ 97100 h 150995"/>
                <a:gd name="connsiteX13" fmla="*/ 100947 w 165078"/>
                <a:gd name="connsiteY13" fmla="*/ 99542 h 150995"/>
                <a:gd name="connsiteX14" fmla="*/ 103904 w 165078"/>
                <a:gd name="connsiteY14" fmla="*/ 101985 h 150995"/>
                <a:gd name="connsiteX15" fmla="*/ 107315 w 165078"/>
                <a:gd name="connsiteY15" fmla="*/ 97544 h 150995"/>
                <a:gd name="connsiteX16" fmla="*/ 120280 w 165078"/>
                <a:gd name="connsiteY16" fmla="*/ 45583 h 150995"/>
                <a:gd name="connsiteX17" fmla="*/ 117551 w 165078"/>
                <a:gd name="connsiteY17" fmla="*/ 43141 h 150995"/>
                <a:gd name="connsiteX18" fmla="*/ 114366 w 165078"/>
                <a:gd name="connsiteY18" fmla="*/ 47138 h 150995"/>
                <a:gd name="connsiteX19" fmla="*/ 84570 w 165078"/>
                <a:gd name="connsiteY19" fmla="*/ 69121 h 150995"/>
                <a:gd name="connsiteX20" fmla="*/ 63190 w 165078"/>
                <a:gd name="connsiteY20" fmla="*/ 69121 h 150995"/>
                <a:gd name="connsiteX21" fmla="*/ 76837 w 165078"/>
                <a:gd name="connsiteY21" fmla="*/ 15606 h 150995"/>
                <a:gd name="connsiteX22" fmla="*/ 89119 w 165078"/>
                <a:gd name="connsiteY22" fmla="*/ 6946 h 150995"/>
                <a:gd name="connsiteX23" fmla="*/ 121190 w 165078"/>
                <a:gd name="connsiteY23" fmla="*/ 6946 h 150995"/>
                <a:gd name="connsiteX24" fmla="*/ 155763 w 165078"/>
                <a:gd name="connsiteY24" fmla="*/ 31594 h 150995"/>
                <a:gd name="connsiteX25" fmla="*/ 154853 w 165078"/>
                <a:gd name="connsiteY25" fmla="*/ 43363 h 150995"/>
                <a:gd name="connsiteX26" fmla="*/ 154625 w 165078"/>
                <a:gd name="connsiteY26" fmla="*/ 47360 h 150995"/>
                <a:gd name="connsiteX27" fmla="*/ 157355 w 165078"/>
                <a:gd name="connsiteY27" fmla="*/ 50025 h 150995"/>
                <a:gd name="connsiteX28" fmla="*/ 160539 w 165078"/>
                <a:gd name="connsiteY28" fmla="*/ 44473 h 150995"/>
                <a:gd name="connsiteX29" fmla="*/ 165088 w 165078"/>
                <a:gd name="connsiteY29" fmla="*/ 6058 h 150995"/>
                <a:gd name="connsiteX30" fmla="*/ 158947 w 165078"/>
                <a:gd name="connsiteY30" fmla="*/ 63 h 150995"/>
                <a:gd name="connsiteX31" fmla="*/ 44084 w 165078"/>
                <a:gd name="connsiteY31" fmla="*/ 63 h 150995"/>
                <a:gd name="connsiteX32" fmla="*/ 37261 w 165078"/>
                <a:gd name="connsiteY32" fmla="*/ 4504 h 150995"/>
                <a:gd name="connsiteX33" fmla="*/ 43629 w 165078"/>
                <a:gd name="connsiteY33" fmla="*/ 6946 h 150995"/>
                <a:gd name="connsiteX34" fmla="*/ 58413 w 165078"/>
                <a:gd name="connsiteY34" fmla="*/ 10943 h 150995"/>
                <a:gd name="connsiteX35" fmla="*/ 57276 w 165078"/>
                <a:gd name="connsiteY35" fmla="*/ 16273 h 150995"/>
                <a:gd name="connsiteX36" fmla="*/ 27253 w 165078"/>
                <a:gd name="connsiteY36" fmla="*/ 133738 h 150995"/>
                <a:gd name="connsiteX37" fmla="*/ 6555 w 165078"/>
                <a:gd name="connsiteY37" fmla="*/ 144175 h 150995"/>
                <a:gd name="connsiteX38" fmla="*/ 186 w 165078"/>
                <a:gd name="connsiteY38" fmla="*/ 148394 h 150995"/>
                <a:gd name="connsiteX39" fmla="*/ 6555 w 165078"/>
                <a:gd name="connsiteY39" fmla="*/ 151058 h 150995"/>
                <a:gd name="connsiteX40" fmla="*/ 124602 w 165078"/>
                <a:gd name="connsiteY40" fmla="*/ 151058 h 150995"/>
                <a:gd name="connsiteX41" fmla="*/ 131653 w 165078"/>
                <a:gd name="connsiteY41" fmla="*/ 147283 h 150995"/>
                <a:gd name="connsiteX42" fmla="*/ 152578 w 16507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78" h="150995">
                  <a:moveTo>
                    <a:pt x="152578" y="99320"/>
                  </a:moveTo>
                  <a:cubicBezTo>
                    <a:pt x="153033" y="98210"/>
                    <a:pt x="153715" y="96656"/>
                    <a:pt x="153715" y="96211"/>
                  </a:cubicBezTo>
                  <a:cubicBezTo>
                    <a:pt x="153715" y="95989"/>
                    <a:pt x="153715" y="93769"/>
                    <a:pt x="150986" y="93769"/>
                  </a:cubicBezTo>
                  <a:cubicBezTo>
                    <a:pt x="148939" y="93769"/>
                    <a:pt x="148484" y="95101"/>
                    <a:pt x="148029" y="96433"/>
                  </a:cubicBezTo>
                  <a:cubicBezTo>
                    <a:pt x="133245" y="129297"/>
                    <a:pt x="124829" y="144175"/>
                    <a:pt x="85935" y="144175"/>
                  </a:cubicBezTo>
                  <a:lnTo>
                    <a:pt x="52727" y="144175"/>
                  </a:lnTo>
                  <a:cubicBezTo>
                    <a:pt x="49543" y="144175"/>
                    <a:pt x="49088" y="144175"/>
                    <a:pt x="47723" y="143953"/>
                  </a:cubicBezTo>
                  <a:cubicBezTo>
                    <a:pt x="45449" y="143731"/>
                    <a:pt x="44766" y="143509"/>
                    <a:pt x="44766" y="141732"/>
                  </a:cubicBezTo>
                  <a:cubicBezTo>
                    <a:pt x="44766" y="141066"/>
                    <a:pt x="44766" y="140622"/>
                    <a:pt x="45904" y="136625"/>
                  </a:cubicBezTo>
                  <a:lnTo>
                    <a:pt x="61370" y="76005"/>
                  </a:lnTo>
                  <a:lnTo>
                    <a:pt x="83888" y="76005"/>
                  </a:lnTo>
                  <a:cubicBezTo>
                    <a:pt x="103221" y="76005"/>
                    <a:pt x="103221" y="80668"/>
                    <a:pt x="103221" y="86219"/>
                  </a:cubicBezTo>
                  <a:cubicBezTo>
                    <a:pt x="103221" y="87773"/>
                    <a:pt x="103221" y="90438"/>
                    <a:pt x="101629" y="97100"/>
                  </a:cubicBezTo>
                  <a:cubicBezTo>
                    <a:pt x="101174" y="98210"/>
                    <a:pt x="100947" y="98876"/>
                    <a:pt x="100947" y="99542"/>
                  </a:cubicBezTo>
                  <a:cubicBezTo>
                    <a:pt x="100947" y="100652"/>
                    <a:pt x="101857" y="101985"/>
                    <a:pt x="103904" y="101985"/>
                  </a:cubicBezTo>
                  <a:cubicBezTo>
                    <a:pt x="105723" y="101985"/>
                    <a:pt x="106406" y="100874"/>
                    <a:pt x="107315" y="97544"/>
                  </a:cubicBezTo>
                  <a:lnTo>
                    <a:pt x="120280" y="45583"/>
                  </a:lnTo>
                  <a:cubicBezTo>
                    <a:pt x="120280" y="44251"/>
                    <a:pt x="119143" y="43141"/>
                    <a:pt x="117551" y="43141"/>
                  </a:cubicBezTo>
                  <a:cubicBezTo>
                    <a:pt x="115504" y="43141"/>
                    <a:pt x="115049" y="44473"/>
                    <a:pt x="114366" y="47138"/>
                  </a:cubicBezTo>
                  <a:cubicBezTo>
                    <a:pt x="109590" y="64014"/>
                    <a:pt x="105496" y="69121"/>
                    <a:pt x="84570" y="69121"/>
                  </a:cubicBezTo>
                  <a:lnTo>
                    <a:pt x="63190" y="69121"/>
                  </a:lnTo>
                  <a:lnTo>
                    <a:pt x="76837" y="15606"/>
                  </a:lnTo>
                  <a:cubicBezTo>
                    <a:pt x="78884" y="7835"/>
                    <a:pt x="79112" y="6946"/>
                    <a:pt x="89119" y="6946"/>
                  </a:cubicBezTo>
                  <a:lnTo>
                    <a:pt x="121190" y="6946"/>
                  </a:lnTo>
                  <a:cubicBezTo>
                    <a:pt x="148939" y="6946"/>
                    <a:pt x="155763" y="13386"/>
                    <a:pt x="155763" y="31594"/>
                  </a:cubicBezTo>
                  <a:cubicBezTo>
                    <a:pt x="155763" y="36923"/>
                    <a:pt x="155763" y="37368"/>
                    <a:pt x="154853" y="43363"/>
                  </a:cubicBezTo>
                  <a:cubicBezTo>
                    <a:pt x="154853" y="44695"/>
                    <a:pt x="154625" y="46250"/>
                    <a:pt x="154625" y="47360"/>
                  </a:cubicBezTo>
                  <a:cubicBezTo>
                    <a:pt x="154625" y="48470"/>
                    <a:pt x="155308" y="50025"/>
                    <a:pt x="157355" y="50025"/>
                  </a:cubicBezTo>
                  <a:cubicBezTo>
                    <a:pt x="159857" y="50025"/>
                    <a:pt x="160084" y="48692"/>
                    <a:pt x="160539" y="44473"/>
                  </a:cubicBezTo>
                  <a:lnTo>
                    <a:pt x="165088" y="6058"/>
                  </a:lnTo>
                  <a:cubicBezTo>
                    <a:pt x="165770" y="63"/>
                    <a:pt x="164633" y="63"/>
                    <a:pt x="158947" y="63"/>
                  </a:cubicBezTo>
                  <a:lnTo>
                    <a:pt x="44084" y="63"/>
                  </a:lnTo>
                  <a:cubicBezTo>
                    <a:pt x="39535" y="63"/>
                    <a:pt x="37261" y="63"/>
                    <a:pt x="37261" y="4504"/>
                  </a:cubicBezTo>
                  <a:cubicBezTo>
                    <a:pt x="37261" y="6946"/>
                    <a:pt x="39308" y="6946"/>
                    <a:pt x="43629" y="6946"/>
                  </a:cubicBezTo>
                  <a:cubicBezTo>
                    <a:pt x="52045" y="6946"/>
                    <a:pt x="58413" y="6946"/>
                    <a:pt x="58413" y="10943"/>
                  </a:cubicBezTo>
                  <a:cubicBezTo>
                    <a:pt x="58413" y="11832"/>
                    <a:pt x="58413" y="12276"/>
                    <a:pt x="57276" y="16273"/>
                  </a:cubicBezTo>
                  <a:lnTo>
                    <a:pt x="27253" y="133738"/>
                  </a:lnTo>
                  <a:cubicBezTo>
                    <a:pt x="24978" y="142398"/>
                    <a:pt x="24523" y="144175"/>
                    <a:pt x="6555" y="144175"/>
                  </a:cubicBezTo>
                  <a:cubicBezTo>
                    <a:pt x="2688" y="144175"/>
                    <a:pt x="186" y="144175"/>
                    <a:pt x="186" y="148394"/>
                  </a:cubicBezTo>
                  <a:cubicBezTo>
                    <a:pt x="186" y="151058"/>
                    <a:pt x="2233" y="151058"/>
                    <a:pt x="6555" y="151058"/>
                  </a:cubicBezTo>
                  <a:lnTo>
                    <a:pt x="124602" y="151058"/>
                  </a:lnTo>
                  <a:cubicBezTo>
                    <a:pt x="129833" y="151058"/>
                    <a:pt x="130061" y="150836"/>
                    <a:pt x="131653" y="147283"/>
                  </a:cubicBezTo>
                  <a:lnTo>
                    <a:pt x="152578" y="9932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7" name="Freeform: Shape 46">
              <a:extLst>
                <a:ext uri="{FF2B5EF4-FFF2-40B4-BE49-F238E27FC236}">
                  <a16:creationId xmlns:a16="http://schemas.microsoft.com/office/drawing/2014/main" id="{730D983F-7C56-ECEC-4443-0234B3CB9793}"/>
                </a:ext>
              </a:extLst>
            </p:cNvPr>
            <p:cNvSpPr/>
            <p:nvPr>
              <p:custDataLst>
                <p:tags r:id="rId97"/>
              </p:custDataLst>
            </p:nvPr>
          </p:nvSpPr>
          <p:spPr>
            <a:xfrm>
              <a:off x="6995406" y="3772390"/>
              <a:ext cx="31160" cy="222052"/>
            </a:xfrm>
            <a:custGeom>
              <a:avLst/>
              <a:gdLst>
                <a:gd name="connsiteX0" fmla="*/ 31355 w 31160"/>
                <a:gd name="connsiteY0" fmla="*/ 222115 h 222052"/>
                <a:gd name="connsiteX1" fmla="*/ 31355 w 31160"/>
                <a:gd name="connsiteY1" fmla="*/ 213233 h 222052"/>
                <a:gd name="connsiteX2" fmla="*/ 9292 w 31160"/>
                <a:gd name="connsiteY2" fmla="*/ 213233 h 222052"/>
                <a:gd name="connsiteX3" fmla="*/ 9292 w 31160"/>
                <a:gd name="connsiteY3" fmla="*/ 8945 h 222052"/>
                <a:gd name="connsiteX4" fmla="*/ 31355 w 31160"/>
                <a:gd name="connsiteY4" fmla="*/ 8945 h 222052"/>
                <a:gd name="connsiteX5" fmla="*/ 31355 w 31160"/>
                <a:gd name="connsiteY5" fmla="*/ 63 h 222052"/>
                <a:gd name="connsiteX6" fmla="*/ 194 w 31160"/>
                <a:gd name="connsiteY6" fmla="*/ 63 h 222052"/>
                <a:gd name="connsiteX7" fmla="*/ 194 w 31160"/>
                <a:gd name="connsiteY7" fmla="*/ 222115 h 222052"/>
                <a:gd name="connsiteX8" fmla="*/ 31355 w 3116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355" y="222115"/>
                  </a:moveTo>
                  <a:lnTo>
                    <a:pt x="31355" y="213233"/>
                  </a:lnTo>
                  <a:lnTo>
                    <a:pt x="9292" y="213233"/>
                  </a:lnTo>
                  <a:lnTo>
                    <a:pt x="9292" y="8945"/>
                  </a:lnTo>
                  <a:lnTo>
                    <a:pt x="31355" y="8945"/>
                  </a:lnTo>
                  <a:lnTo>
                    <a:pt x="31355" y="63"/>
                  </a:lnTo>
                  <a:lnTo>
                    <a:pt x="194" y="63"/>
                  </a:lnTo>
                  <a:lnTo>
                    <a:pt x="194" y="222115"/>
                  </a:lnTo>
                  <a:lnTo>
                    <a:pt x="31355"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8" name="Freeform: Shape 47">
              <a:extLst>
                <a:ext uri="{FF2B5EF4-FFF2-40B4-BE49-F238E27FC236}">
                  <a16:creationId xmlns:a16="http://schemas.microsoft.com/office/drawing/2014/main" id="{4538C114-9841-62FC-E54F-00359FC8DFF9}"/>
                </a:ext>
              </a:extLst>
            </p:cNvPr>
            <p:cNvSpPr/>
            <p:nvPr>
              <p:custDataLst>
                <p:tags r:id="rId98"/>
              </p:custDataLst>
            </p:nvPr>
          </p:nvSpPr>
          <p:spPr>
            <a:xfrm>
              <a:off x="7037889" y="3787267"/>
              <a:ext cx="187419" cy="151661"/>
            </a:xfrm>
            <a:custGeom>
              <a:avLst/>
              <a:gdLst>
                <a:gd name="connsiteX0" fmla="*/ 104369 w 187419"/>
                <a:gd name="connsiteY0" fmla="*/ 60461 h 151661"/>
                <a:gd name="connsiteX1" fmla="*/ 85263 w 187419"/>
                <a:gd name="connsiteY1" fmla="*/ 16273 h 151661"/>
                <a:gd name="connsiteX2" fmla="*/ 84126 w 187419"/>
                <a:gd name="connsiteY2" fmla="*/ 13386 h 151661"/>
                <a:gd name="connsiteX3" fmla="*/ 97546 w 187419"/>
                <a:gd name="connsiteY3" fmla="*/ 6946 h 151661"/>
                <a:gd name="connsiteX4" fmla="*/ 102095 w 187419"/>
                <a:gd name="connsiteY4" fmla="*/ 2727 h 151661"/>
                <a:gd name="connsiteX5" fmla="*/ 98683 w 187419"/>
                <a:gd name="connsiteY5" fmla="*/ 63 h 151661"/>
                <a:gd name="connsiteX6" fmla="*/ 70024 w 187419"/>
                <a:gd name="connsiteY6" fmla="*/ 729 h 151661"/>
                <a:gd name="connsiteX7" fmla="*/ 44550 w 187419"/>
                <a:gd name="connsiteY7" fmla="*/ 63 h 151661"/>
                <a:gd name="connsiteX8" fmla="*/ 40456 w 187419"/>
                <a:gd name="connsiteY8" fmla="*/ 4504 h 151661"/>
                <a:gd name="connsiteX9" fmla="*/ 45687 w 187419"/>
                <a:gd name="connsiteY9" fmla="*/ 6946 h 151661"/>
                <a:gd name="connsiteX10" fmla="*/ 62746 w 187419"/>
                <a:gd name="connsiteY10" fmla="*/ 14052 h 151661"/>
                <a:gd name="connsiteX11" fmla="*/ 89585 w 187419"/>
                <a:gd name="connsiteY11" fmla="*/ 76005 h 151661"/>
                <a:gd name="connsiteX12" fmla="*/ 41593 w 187419"/>
                <a:gd name="connsiteY12" fmla="*/ 126411 h 151661"/>
                <a:gd name="connsiteX13" fmla="*/ 38636 w 187419"/>
                <a:gd name="connsiteY13" fmla="*/ 128853 h 151661"/>
                <a:gd name="connsiteX14" fmla="*/ 5201 w 187419"/>
                <a:gd name="connsiteY14" fmla="*/ 144841 h 151661"/>
                <a:gd name="connsiteX15" fmla="*/ 197 w 187419"/>
                <a:gd name="connsiteY15" fmla="*/ 149282 h 151661"/>
                <a:gd name="connsiteX16" fmla="*/ 3154 w 187419"/>
                <a:gd name="connsiteY16" fmla="*/ 151724 h 151661"/>
                <a:gd name="connsiteX17" fmla="*/ 24534 w 187419"/>
                <a:gd name="connsiteY17" fmla="*/ 151058 h 151661"/>
                <a:gd name="connsiteX18" fmla="*/ 50008 w 187419"/>
                <a:gd name="connsiteY18" fmla="*/ 151724 h 151661"/>
                <a:gd name="connsiteX19" fmla="*/ 54103 w 187419"/>
                <a:gd name="connsiteY19" fmla="*/ 147283 h 151661"/>
                <a:gd name="connsiteX20" fmla="*/ 51373 w 187419"/>
                <a:gd name="connsiteY20" fmla="*/ 144841 h 151661"/>
                <a:gd name="connsiteX21" fmla="*/ 42275 w 187419"/>
                <a:gd name="connsiteY21" fmla="*/ 137957 h 151661"/>
                <a:gd name="connsiteX22" fmla="*/ 48416 w 187419"/>
                <a:gd name="connsiteY22" fmla="*/ 127965 h 151661"/>
                <a:gd name="connsiteX23" fmla="*/ 71616 w 187419"/>
                <a:gd name="connsiteY23" fmla="*/ 103983 h 151661"/>
                <a:gd name="connsiteX24" fmla="*/ 92087 w 187419"/>
                <a:gd name="connsiteY24" fmla="*/ 82222 h 151661"/>
                <a:gd name="connsiteX25" fmla="*/ 115059 w 187419"/>
                <a:gd name="connsiteY25" fmla="*/ 135293 h 151661"/>
                <a:gd name="connsiteX26" fmla="*/ 116197 w 187419"/>
                <a:gd name="connsiteY26" fmla="*/ 138401 h 151661"/>
                <a:gd name="connsiteX27" fmla="*/ 103005 w 187419"/>
                <a:gd name="connsiteY27" fmla="*/ 144841 h 151661"/>
                <a:gd name="connsiteX28" fmla="*/ 98456 w 187419"/>
                <a:gd name="connsiteY28" fmla="*/ 149060 h 151661"/>
                <a:gd name="connsiteX29" fmla="*/ 101867 w 187419"/>
                <a:gd name="connsiteY29" fmla="*/ 151724 h 151661"/>
                <a:gd name="connsiteX30" fmla="*/ 130526 w 187419"/>
                <a:gd name="connsiteY30" fmla="*/ 151058 h 151661"/>
                <a:gd name="connsiteX31" fmla="*/ 155773 w 187419"/>
                <a:gd name="connsiteY31" fmla="*/ 151724 h 151661"/>
                <a:gd name="connsiteX32" fmla="*/ 160095 w 187419"/>
                <a:gd name="connsiteY32" fmla="*/ 147506 h 151661"/>
                <a:gd name="connsiteX33" fmla="*/ 156001 w 187419"/>
                <a:gd name="connsiteY33" fmla="*/ 144841 h 151661"/>
                <a:gd name="connsiteX34" fmla="*/ 136440 w 187419"/>
                <a:gd name="connsiteY34" fmla="*/ 135071 h 151661"/>
                <a:gd name="connsiteX35" fmla="*/ 107099 w 187419"/>
                <a:gd name="connsiteY35" fmla="*/ 66456 h 151661"/>
                <a:gd name="connsiteX36" fmla="*/ 153726 w 187419"/>
                <a:gd name="connsiteY36" fmla="*/ 18271 h 151661"/>
                <a:gd name="connsiteX37" fmla="*/ 182612 w 187419"/>
                <a:gd name="connsiteY37" fmla="*/ 6946 h 151661"/>
                <a:gd name="connsiteX38" fmla="*/ 187616 w 187419"/>
                <a:gd name="connsiteY38" fmla="*/ 2505 h 151661"/>
                <a:gd name="connsiteX39" fmla="*/ 184659 w 187419"/>
                <a:gd name="connsiteY39" fmla="*/ 63 h 151661"/>
                <a:gd name="connsiteX40" fmla="*/ 163279 w 187419"/>
                <a:gd name="connsiteY40" fmla="*/ 729 h 151661"/>
                <a:gd name="connsiteX41" fmla="*/ 138032 w 187419"/>
                <a:gd name="connsiteY41" fmla="*/ 63 h 151661"/>
                <a:gd name="connsiteX42" fmla="*/ 133710 w 187419"/>
                <a:gd name="connsiteY42" fmla="*/ 4504 h 151661"/>
                <a:gd name="connsiteX43" fmla="*/ 136440 w 187419"/>
                <a:gd name="connsiteY43" fmla="*/ 6946 h 151661"/>
                <a:gd name="connsiteX44" fmla="*/ 145538 w 187419"/>
                <a:gd name="connsiteY44" fmla="*/ 13830 h 151661"/>
                <a:gd name="connsiteX45" fmla="*/ 141216 w 187419"/>
                <a:gd name="connsiteY45" fmla="*/ 21824 h 151661"/>
                <a:gd name="connsiteX46" fmla="*/ 104369 w 187419"/>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419" h="151661">
                  <a:moveTo>
                    <a:pt x="104369" y="60461"/>
                  </a:moveTo>
                  <a:lnTo>
                    <a:pt x="85263" y="16273"/>
                  </a:lnTo>
                  <a:cubicBezTo>
                    <a:pt x="84581" y="14496"/>
                    <a:pt x="84126" y="13608"/>
                    <a:pt x="84126" y="13386"/>
                  </a:cubicBezTo>
                  <a:cubicBezTo>
                    <a:pt x="84126" y="12054"/>
                    <a:pt x="87993" y="7835"/>
                    <a:pt x="97546" y="6946"/>
                  </a:cubicBezTo>
                  <a:cubicBezTo>
                    <a:pt x="99820" y="6724"/>
                    <a:pt x="102095" y="6502"/>
                    <a:pt x="102095" y="2727"/>
                  </a:cubicBezTo>
                  <a:cubicBezTo>
                    <a:pt x="102095" y="63"/>
                    <a:pt x="99365" y="63"/>
                    <a:pt x="98683" y="63"/>
                  </a:cubicBezTo>
                  <a:cubicBezTo>
                    <a:pt x="89358" y="63"/>
                    <a:pt x="79577" y="729"/>
                    <a:pt x="70024" y="729"/>
                  </a:cubicBezTo>
                  <a:cubicBezTo>
                    <a:pt x="64338" y="729"/>
                    <a:pt x="50236" y="63"/>
                    <a:pt x="44550" y="63"/>
                  </a:cubicBezTo>
                  <a:cubicBezTo>
                    <a:pt x="43185" y="63"/>
                    <a:pt x="40456" y="63"/>
                    <a:pt x="40456" y="4504"/>
                  </a:cubicBezTo>
                  <a:cubicBezTo>
                    <a:pt x="40456" y="6946"/>
                    <a:pt x="42730" y="6946"/>
                    <a:pt x="45687" y="6946"/>
                  </a:cubicBezTo>
                  <a:cubicBezTo>
                    <a:pt x="59334" y="6946"/>
                    <a:pt x="60699" y="9167"/>
                    <a:pt x="62746" y="14052"/>
                  </a:cubicBezTo>
                  <a:lnTo>
                    <a:pt x="89585" y="76005"/>
                  </a:lnTo>
                  <a:lnTo>
                    <a:pt x="41593" y="126411"/>
                  </a:lnTo>
                  <a:lnTo>
                    <a:pt x="38636" y="128853"/>
                  </a:lnTo>
                  <a:cubicBezTo>
                    <a:pt x="27491" y="140622"/>
                    <a:pt x="16801" y="144175"/>
                    <a:pt x="5201" y="144841"/>
                  </a:cubicBezTo>
                  <a:cubicBezTo>
                    <a:pt x="2244" y="145063"/>
                    <a:pt x="197" y="145063"/>
                    <a:pt x="197" y="149282"/>
                  </a:cubicBezTo>
                  <a:cubicBezTo>
                    <a:pt x="197" y="149504"/>
                    <a:pt x="197" y="151724"/>
                    <a:pt x="3154" y="151724"/>
                  </a:cubicBezTo>
                  <a:cubicBezTo>
                    <a:pt x="9977" y="151724"/>
                    <a:pt x="17483" y="151058"/>
                    <a:pt x="24534" y="151058"/>
                  </a:cubicBezTo>
                  <a:cubicBezTo>
                    <a:pt x="32950" y="151058"/>
                    <a:pt x="41820" y="151724"/>
                    <a:pt x="50008" y="151724"/>
                  </a:cubicBezTo>
                  <a:cubicBezTo>
                    <a:pt x="51373" y="151724"/>
                    <a:pt x="54103" y="151724"/>
                    <a:pt x="54103" y="147283"/>
                  </a:cubicBezTo>
                  <a:cubicBezTo>
                    <a:pt x="54103" y="145063"/>
                    <a:pt x="51828" y="144841"/>
                    <a:pt x="51373" y="144841"/>
                  </a:cubicBezTo>
                  <a:cubicBezTo>
                    <a:pt x="49326" y="144619"/>
                    <a:pt x="42275" y="144175"/>
                    <a:pt x="42275" y="137957"/>
                  </a:cubicBezTo>
                  <a:cubicBezTo>
                    <a:pt x="42275" y="134404"/>
                    <a:pt x="45687" y="130852"/>
                    <a:pt x="48416" y="127965"/>
                  </a:cubicBezTo>
                  <a:lnTo>
                    <a:pt x="71616" y="103983"/>
                  </a:lnTo>
                  <a:lnTo>
                    <a:pt x="92087" y="82222"/>
                  </a:lnTo>
                  <a:lnTo>
                    <a:pt x="115059" y="135293"/>
                  </a:lnTo>
                  <a:cubicBezTo>
                    <a:pt x="115969" y="137735"/>
                    <a:pt x="116197" y="137957"/>
                    <a:pt x="116197" y="138401"/>
                  </a:cubicBezTo>
                  <a:cubicBezTo>
                    <a:pt x="116197" y="140178"/>
                    <a:pt x="111875" y="143953"/>
                    <a:pt x="103005" y="144841"/>
                  </a:cubicBezTo>
                  <a:cubicBezTo>
                    <a:pt x="100503" y="145063"/>
                    <a:pt x="98456" y="145285"/>
                    <a:pt x="98456" y="149060"/>
                  </a:cubicBezTo>
                  <a:cubicBezTo>
                    <a:pt x="98456" y="151724"/>
                    <a:pt x="100958" y="151724"/>
                    <a:pt x="101867" y="151724"/>
                  </a:cubicBezTo>
                  <a:cubicBezTo>
                    <a:pt x="108236" y="151724"/>
                    <a:pt x="124158" y="151058"/>
                    <a:pt x="130526" y="151058"/>
                  </a:cubicBezTo>
                  <a:cubicBezTo>
                    <a:pt x="136212" y="151058"/>
                    <a:pt x="150087" y="151724"/>
                    <a:pt x="155773" y="151724"/>
                  </a:cubicBezTo>
                  <a:cubicBezTo>
                    <a:pt x="157365" y="151724"/>
                    <a:pt x="160095" y="151724"/>
                    <a:pt x="160095" y="147506"/>
                  </a:cubicBezTo>
                  <a:cubicBezTo>
                    <a:pt x="160095" y="144841"/>
                    <a:pt x="157820" y="144841"/>
                    <a:pt x="156001" y="144841"/>
                  </a:cubicBezTo>
                  <a:cubicBezTo>
                    <a:pt x="140761" y="144619"/>
                    <a:pt x="140307" y="143953"/>
                    <a:pt x="136440" y="135071"/>
                  </a:cubicBezTo>
                  <a:cubicBezTo>
                    <a:pt x="127569" y="114420"/>
                    <a:pt x="112330" y="79780"/>
                    <a:pt x="107099" y="66456"/>
                  </a:cubicBezTo>
                  <a:cubicBezTo>
                    <a:pt x="122565" y="50913"/>
                    <a:pt x="146448" y="24489"/>
                    <a:pt x="153726" y="18271"/>
                  </a:cubicBezTo>
                  <a:cubicBezTo>
                    <a:pt x="160322" y="12942"/>
                    <a:pt x="168965" y="7613"/>
                    <a:pt x="182612" y="6946"/>
                  </a:cubicBezTo>
                  <a:cubicBezTo>
                    <a:pt x="185569" y="6724"/>
                    <a:pt x="187616" y="6724"/>
                    <a:pt x="187616" y="2505"/>
                  </a:cubicBezTo>
                  <a:cubicBezTo>
                    <a:pt x="187616" y="2283"/>
                    <a:pt x="187616" y="63"/>
                    <a:pt x="184659" y="63"/>
                  </a:cubicBezTo>
                  <a:cubicBezTo>
                    <a:pt x="177836" y="63"/>
                    <a:pt x="170330" y="729"/>
                    <a:pt x="163279" y="729"/>
                  </a:cubicBezTo>
                  <a:cubicBezTo>
                    <a:pt x="154863" y="729"/>
                    <a:pt x="146220" y="63"/>
                    <a:pt x="138032" y="63"/>
                  </a:cubicBezTo>
                  <a:cubicBezTo>
                    <a:pt x="136667" y="63"/>
                    <a:pt x="133710" y="63"/>
                    <a:pt x="133710" y="4504"/>
                  </a:cubicBezTo>
                  <a:cubicBezTo>
                    <a:pt x="133710" y="6058"/>
                    <a:pt x="134848" y="6724"/>
                    <a:pt x="136440" y="6946"/>
                  </a:cubicBezTo>
                  <a:cubicBezTo>
                    <a:pt x="138487" y="7168"/>
                    <a:pt x="145538" y="7613"/>
                    <a:pt x="145538" y="13830"/>
                  </a:cubicBezTo>
                  <a:cubicBezTo>
                    <a:pt x="145538" y="16939"/>
                    <a:pt x="143036" y="19825"/>
                    <a:pt x="141216" y="21824"/>
                  </a:cubicBezTo>
                  <a:lnTo>
                    <a:pt x="104369"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49" name="Freeform: Shape 48">
              <a:extLst>
                <a:ext uri="{FF2B5EF4-FFF2-40B4-BE49-F238E27FC236}">
                  <a16:creationId xmlns:a16="http://schemas.microsoft.com/office/drawing/2014/main" id="{0DF1F93A-5D05-AE0C-3331-79F1C47542F4}"/>
                </a:ext>
              </a:extLst>
            </p:cNvPr>
            <p:cNvSpPr/>
            <p:nvPr>
              <p:custDataLst>
                <p:tags r:id="rId99"/>
              </p:custDataLst>
            </p:nvPr>
          </p:nvSpPr>
          <p:spPr>
            <a:xfrm>
              <a:off x="7227668" y="3869182"/>
              <a:ext cx="48242" cy="104608"/>
            </a:xfrm>
            <a:custGeom>
              <a:avLst/>
              <a:gdLst>
                <a:gd name="connsiteX0" fmla="*/ 44308 w 48242"/>
                <a:gd name="connsiteY0" fmla="*/ 5971 h 104608"/>
                <a:gd name="connsiteX1" fmla="*/ 37939 w 48242"/>
                <a:gd name="connsiteY1" fmla="*/ 64 h 104608"/>
                <a:gd name="connsiteX2" fmla="*/ 29023 w 48242"/>
                <a:gd name="connsiteY2" fmla="*/ 8613 h 104608"/>
                <a:gd name="connsiteX3" fmla="*/ 35392 w 48242"/>
                <a:gd name="connsiteY3" fmla="*/ 14520 h 104608"/>
                <a:gd name="connsiteX4" fmla="*/ 44308 w 48242"/>
                <a:gd name="connsiteY4" fmla="*/ 5971 h 104608"/>
                <a:gd name="connsiteX5" fmla="*/ 11828 w 48242"/>
                <a:gd name="connsiteY5" fmla="*/ 84933 h 104608"/>
                <a:gd name="connsiteX6" fmla="*/ 10395 w 48242"/>
                <a:gd name="connsiteY6" fmla="*/ 91461 h 104608"/>
                <a:gd name="connsiteX7" fmla="*/ 25520 w 48242"/>
                <a:gd name="connsiteY7" fmla="*/ 104673 h 104608"/>
                <a:gd name="connsiteX8" fmla="*/ 48447 w 48242"/>
                <a:gd name="connsiteY8" fmla="*/ 80891 h 104608"/>
                <a:gd name="connsiteX9" fmla="*/ 45900 w 48242"/>
                <a:gd name="connsiteY9" fmla="*/ 78871 h 104608"/>
                <a:gd name="connsiteX10" fmla="*/ 42875 w 48242"/>
                <a:gd name="connsiteY10" fmla="*/ 81513 h 104608"/>
                <a:gd name="connsiteX11" fmla="*/ 25998 w 48242"/>
                <a:gd name="connsiteY11" fmla="*/ 100321 h 104608"/>
                <a:gd name="connsiteX12" fmla="*/ 22018 w 48242"/>
                <a:gd name="connsiteY12" fmla="*/ 94881 h 104608"/>
                <a:gd name="connsiteX13" fmla="*/ 24565 w 48242"/>
                <a:gd name="connsiteY13" fmla="*/ 84933 h 104608"/>
                <a:gd name="connsiteX14" fmla="*/ 29660 w 48242"/>
                <a:gd name="connsiteY14" fmla="*/ 72498 h 104608"/>
                <a:gd name="connsiteX15" fmla="*/ 37461 w 48242"/>
                <a:gd name="connsiteY15" fmla="*/ 52757 h 104608"/>
                <a:gd name="connsiteX16" fmla="*/ 38417 w 48242"/>
                <a:gd name="connsiteY16" fmla="*/ 47783 h 104608"/>
                <a:gd name="connsiteX17" fmla="*/ 23291 w 48242"/>
                <a:gd name="connsiteY17" fmla="*/ 34571 h 104608"/>
                <a:gd name="connsiteX18" fmla="*/ 205 w 48242"/>
                <a:gd name="connsiteY18" fmla="*/ 58353 h 104608"/>
                <a:gd name="connsiteX19" fmla="*/ 2912 w 48242"/>
                <a:gd name="connsiteY19" fmla="*/ 60374 h 104608"/>
                <a:gd name="connsiteX20" fmla="*/ 5778 w 48242"/>
                <a:gd name="connsiteY20" fmla="*/ 57887 h 104608"/>
                <a:gd name="connsiteX21" fmla="*/ 22814 w 48242"/>
                <a:gd name="connsiteY21" fmla="*/ 38923 h 104608"/>
                <a:gd name="connsiteX22" fmla="*/ 26794 w 48242"/>
                <a:gd name="connsiteY22" fmla="*/ 44364 h 104608"/>
                <a:gd name="connsiteX23" fmla="*/ 21858 w 48242"/>
                <a:gd name="connsiteY23" fmla="*/ 59907 h 104608"/>
                <a:gd name="connsiteX24" fmla="*/ 11828 w 48242"/>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42" h="104608">
                  <a:moveTo>
                    <a:pt x="44308" y="5971"/>
                  </a:moveTo>
                  <a:cubicBezTo>
                    <a:pt x="44308" y="3484"/>
                    <a:pt x="42397" y="64"/>
                    <a:pt x="37939" y="64"/>
                  </a:cubicBezTo>
                  <a:cubicBezTo>
                    <a:pt x="33640" y="64"/>
                    <a:pt x="29023" y="4106"/>
                    <a:pt x="29023" y="8613"/>
                  </a:cubicBezTo>
                  <a:cubicBezTo>
                    <a:pt x="29023" y="11256"/>
                    <a:pt x="31093" y="14520"/>
                    <a:pt x="35392" y="14520"/>
                  </a:cubicBezTo>
                  <a:cubicBezTo>
                    <a:pt x="40009" y="14520"/>
                    <a:pt x="44308" y="10168"/>
                    <a:pt x="44308" y="5971"/>
                  </a:cubicBezTo>
                  <a:close/>
                  <a:moveTo>
                    <a:pt x="11828" y="84933"/>
                  </a:moveTo>
                  <a:cubicBezTo>
                    <a:pt x="11191" y="86953"/>
                    <a:pt x="10395" y="88819"/>
                    <a:pt x="10395" y="91461"/>
                  </a:cubicBezTo>
                  <a:cubicBezTo>
                    <a:pt x="10395" y="98767"/>
                    <a:pt x="16763" y="104673"/>
                    <a:pt x="25520" y="104673"/>
                  </a:cubicBezTo>
                  <a:cubicBezTo>
                    <a:pt x="41442" y="104673"/>
                    <a:pt x="48447" y="83223"/>
                    <a:pt x="48447" y="80891"/>
                  </a:cubicBezTo>
                  <a:cubicBezTo>
                    <a:pt x="48447" y="78871"/>
                    <a:pt x="46378" y="78871"/>
                    <a:pt x="45900" y="78871"/>
                  </a:cubicBezTo>
                  <a:cubicBezTo>
                    <a:pt x="43671" y="78871"/>
                    <a:pt x="43512" y="79803"/>
                    <a:pt x="42875" y="81513"/>
                  </a:cubicBezTo>
                  <a:cubicBezTo>
                    <a:pt x="39213" y="93948"/>
                    <a:pt x="32207" y="100321"/>
                    <a:pt x="25998" y="100321"/>
                  </a:cubicBezTo>
                  <a:cubicBezTo>
                    <a:pt x="22814" y="100321"/>
                    <a:pt x="22018" y="98300"/>
                    <a:pt x="22018" y="94881"/>
                  </a:cubicBezTo>
                  <a:cubicBezTo>
                    <a:pt x="22018" y="91306"/>
                    <a:pt x="23132" y="88352"/>
                    <a:pt x="24565" y="84933"/>
                  </a:cubicBezTo>
                  <a:cubicBezTo>
                    <a:pt x="26157" y="80736"/>
                    <a:pt x="27909" y="76539"/>
                    <a:pt x="29660" y="72498"/>
                  </a:cubicBezTo>
                  <a:cubicBezTo>
                    <a:pt x="31093" y="68767"/>
                    <a:pt x="36825" y="54622"/>
                    <a:pt x="37461" y="52757"/>
                  </a:cubicBezTo>
                  <a:cubicBezTo>
                    <a:pt x="37939" y="51203"/>
                    <a:pt x="38417" y="49338"/>
                    <a:pt x="38417" y="47783"/>
                  </a:cubicBezTo>
                  <a:cubicBezTo>
                    <a:pt x="38417" y="40478"/>
                    <a:pt x="32048" y="34571"/>
                    <a:pt x="23291" y="34571"/>
                  </a:cubicBezTo>
                  <a:cubicBezTo>
                    <a:pt x="7529" y="34571"/>
                    <a:pt x="205" y="55711"/>
                    <a:pt x="205" y="58353"/>
                  </a:cubicBezTo>
                  <a:cubicBezTo>
                    <a:pt x="205" y="60374"/>
                    <a:pt x="2434" y="60374"/>
                    <a:pt x="2912" y="60374"/>
                  </a:cubicBezTo>
                  <a:cubicBezTo>
                    <a:pt x="5141" y="60374"/>
                    <a:pt x="5300" y="59596"/>
                    <a:pt x="5778" y="57887"/>
                  </a:cubicBezTo>
                  <a:cubicBezTo>
                    <a:pt x="9917" y="44519"/>
                    <a:pt x="16923" y="38923"/>
                    <a:pt x="22814" y="38923"/>
                  </a:cubicBezTo>
                  <a:cubicBezTo>
                    <a:pt x="25361" y="38923"/>
                    <a:pt x="26794" y="40167"/>
                    <a:pt x="26794" y="44364"/>
                  </a:cubicBezTo>
                  <a:cubicBezTo>
                    <a:pt x="26794" y="47939"/>
                    <a:pt x="25839" y="50270"/>
                    <a:pt x="21858" y="59907"/>
                  </a:cubicBezTo>
                  <a:lnTo>
                    <a:pt x="11828"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0" name="Freeform: Shape 49">
              <a:extLst>
                <a:ext uri="{FF2B5EF4-FFF2-40B4-BE49-F238E27FC236}">
                  <a16:creationId xmlns:a16="http://schemas.microsoft.com/office/drawing/2014/main" id="{FAFA59AD-77F3-D9DF-8005-7F1B7A26E533}"/>
                </a:ext>
              </a:extLst>
            </p:cNvPr>
            <p:cNvSpPr/>
            <p:nvPr>
              <p:custDataLst>
                <p:tags r:id="rId100"/>
              </p:custDataLst>
            </p:nvPr>
          </p:nvSpPr>
          <p:spPr>
            <a:xfrm>
              <a:off x="7300914" y="3772390"/>
              <a:ext cx="31160" cy="222052"/>
            </a:xfrm>
            <a:custGeom>
              <a:avLst/>
              <a:gdLst>
                <a:gd name="connsiteX0" fmla="*/ 31369 w 31160"/>
                <a:gd name="connsiteY0" fmla="*/ 63 h 222052"/>
                <a:gd name="connsiteX1" fmla="*/ 208 w 31160"/>
                <a:gd name="connsiteY1" fmla="*/ 63 h 222052"/>
                <a:gd name="connsiteX2" fmla="*/ 208 w 31160"/>
                <a:gd name="connsiteY2" fmla="*/ 8945 h 222052"/>
                <a:gd name="connsiteX3" fmla="*/ 22271 w 31160"/>
                <a:gd name="connsiteY3" fmla="*/ 8945 h 222052"/>
                <a:gd name="connsiteX4" fmla="*/ 22271 w 31160"/>
                <a:gd name="connsiteY4" fmla="*/ 213233 h 222052"/>
                <a:gd name="connsiteX5" fmla="*/ 208 w 31160"/>
                <a:gd name="connsiteY5" fmla="*/ 213233 h 222052"/>
                <a:gd name="connsiteX6" fmla="*/ 208 w 31160"/>
                <a:gd name="connsiteY6" fmla="*/ 222115 h 222052"/>
                <a:gd name="connsiteX7" fmla="*/ 31369 w 31160"/>
                <a:gd name="connsiteY7" fmla="*/ 222115 h 222052"/>
                <a:gd name="connsiteX8" fmla="*/ 31369 w 3116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369" y="63"/>
                  </a:moveTo>
                  <a:lnTo>
                    <a:pt x="208" y="63"/>
                  </a:lnTo>
                  <a:lnTo>
                    <a:pt x="208" y="8945"/>
                  </a:lnTo>
                  <a:lnTo>
                    <a:pt x="22271" y="8945"/>
                  </a:lnTo>
                  <a:lnTo>
                    <a:pt x="22271" y="213233"/>
                  </a:lnTo>
                  <a:lnTo>
                    <a:pt x="208" y="213233"/>
                  </a:lnTo>
                  <a:lnTo>
                    <a:pt x="208" y="222115"/>
                  </a:lnTo>
                  <a:lnTo>
                    <a:pt x="31369" y="222115"/>
                  </a:lnTo>
                  <a:lnTo>
                    <a:pt x="31369"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1" name="Freeform: Shape 50">
              <a:extLst>
                <a:ext uri="{FF2B5EF4-FFF2-40B4-BE49-F238E27FC236}">
                  <a16:creationId xmlns:a16="http://schemas.microsoft.com/office/drawing/2014/main" id="{4C99016D-BF56-1C79-B88C-B9455A8BAA86}"/>
                </a:ext>
              </a:extLst>
            </p:cNvPr>
            <p:cNvSpPr/>
            <p:nvPr>
              <p:custDataLst>
                <p:tags r:id="rId101"/>
              </p:custDataLst>
            </p:nvPr>
          </p:nvSpPr>
          <p:spPr>
            <a:xfrm>
              <a:off x="7372055" y="3772390"/>
              <a:ext cx="52768" cy="222052"/>
            </a:xfrm>
            <a:custGeom>
              <a:avLst/>
              <a:gdLst>
                <a:gd name="connsiteX0" fmla="*/ 52980 w 52768"/>
                <a:gd name="connsiteY0" fmla="*/ 111089 h 222052"/>
                <a:gd name="connsiteX1" fmla="*/ 37968 w 52768"/>
                <a:gd name="connsiteY1" fmla="*/ 41809 h 222052"/>
                <a:gd name="connsiteX2" fmla="*/ 2486 w 52768"/>
                <a:gd name="connsiteY2" fmla="*/ 63 h 222052"/>
                <a:gd name="connsiteX3" fmla="*/ 211 w 52768"/>
                <a:gd name="connsiteY3" fmla="*/ 2283 h 222052"/>
                <a:gd name="connsiteX4" fmla="*/ 4533 w 52768"/>
                <a:gd name="connsiteY4" fmla="*/ 7390 h 222052"/>
                <a:gd name="connsiteX5" fmla="*/ 39788 w 52768"/>
                <a:gd name="connsiteY5" fmla="*/ 111089 h 222052"/>
                <a:gd name="connsiteX6" fmla="*/ 3168 w 52768"/>
                <a:gd name="connsiteY6" fmla="*/ 216120 h 222052"/>
                <a:gd name="connsiteX7" fmla="*/ 211 w 52768"/>
                <a:gd name="connsiteY7" fmla="*/ 219895 h 222052"/>
                <a:gd name="connsiteX8" fmla="*/ 2486 w 52768"/>
                <a:gd name="connsiteY8" fmla="*/ 222115 h 222052"/>
                <a:gd name="connsiteX9" fmla="*/ 38650 w 52768"/>
                <a:gd name="connsiteY9" fmla="*/ 178815 h 222052"/>
                <a:gd name="connsiteX10" fmla="*/ 52980 w 52768"/>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2980" y="111089"/>
                  </a:moveTo>
                  <a:cubicBezTo>
                    <a:pt x="52980" y="93769"/>
                    <a:pt x="50478" y="66901"/>
                    <a:pt x="37968" y="41809"/>
                  </a:cubicBezTo>
                  <a:cubicBezTo>
                    <a:pt x="24321" y="14496"/>
                    <a:pt x="4760" y="63"/>
                    <a:pt x="2486" y="63"/>
                  </a:cubicBezTo>
                  <a:cubicBezTo>
                    <a:pt x="1121" y="63"/>
                    <a:pt x="211" y="951"/>
                    <a:pt x="211" y="2283"/>
                  </a:cubicBezTo>
                  <a:cubicBezTo>
                    <a:pt x="211" y="2949"/>
                    <a:pt x="211" y="3394"/>
                    <a:pt x="4533" y="7390"/>
                  </a:cubicBezTo>
                  <a:cubicBezTo>
                    <a:pt x="26823" y="29374"/>
                    <a:pt x="39788" y="64680"/>
                    <a:pt x="39788" y="111089"/>
                  </a:cubicBezTo>
                  <a:cubicBezTo>
                    <a:pt x="39788" y="149060"/>
                    <a:pt x="31372" y="188141"/>
                    <a:pt x="3168" y="216120"/>
                  </a:cubicBezTo>
                  <a:cubicBezTo>
                    <a:pt x="211" y="218784"/>
                    <a:pt x="211" y="219228"/>
                    <a:pt x="211" y="219895"/>
                  </a:cubicBezTo>
                  <a:cubicBezTo>
                    <a:pt x="211" y="221227"/>
                    <a:pt x="1121" y="222115"/>
                    <a:pt x="2486" y="222115"/>
                  </a:cubicBezTo>
                  <a:cubicBezTo>
                    <a:pt x="4760" y="222115"/>
                    <a:pt x="25231" y="207016"/>
                    <a:pt x="38650" y="178815"/>
                  </a:cubicBezTo>
                  <a:cubicBezTo>
                    <a:pt x="50250" y="154389"/>
                    <a:pt x="52980" y="129741"/>
                    <a:pt x="52980"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2" name="Freeform: Shape 51">
              <a:extLst>
                <a:ext uri="{FF2B5EF4-FFF2-40B4-BE49-F238E27FC236}">
                  <a16:creationId xmlns:a16="http://schemas.microsoft.com/office/drawing/2014/main" id="{1689D1C1-4766-19D6-418A-8860170C798E}"/>
                </a:ext>
              </a:extLst>
            </p:cNvPr>
            <p:cNvSpPr/>
            <p:nvPr>
              <p:custDataLst>
                <p:tags r:id="rId102"/>
              </p:custDataLst>
            </p:nvPr>
          </p:nvSpPr>
          <p:spPr>
            <a:xfrm>
              <a:off x="7470062" y="3772390"/>
              <a:ext cx="52768" cy="222052"/>
            </a:xfrm>
            <a:custGeom>
              <a:avLst/>
              <a:gdLst>
                <a:gd name="connsiteX0" fmla="*/ 52984 w 52768"/>
                <a:gd name="connsiteY0" fmla="*/ 219895 h 222052"/>
                <a:gd name="connsiteX1" fmla="*/ 49117 w 52768"/>
                <a:gd name="connsiteY1" fmla="*/ 215009 h 222052"/>
                <a:gd name="connsiteX2" fmla="*/ 13407 w 52768"/>
                <a:gd name="connsiteY2" fmla="*/ 111089 h 222052"/>
                <a:gd name="connsiteX3" fmla="*/ 50027 w 52768"/>
                <a:gd name="connsiteY3" fmla="*/ 6058 h 222052"/>
                <a:gd name="connsiteX4" fmla="*/ 52984 w 52768"/>
                <a:gd name="connsiteY4" fmla="*/ 2283 h 222052"/>
                <a:gd name="connsiteX5" fmla="*/ 50709 w 52768"/>
                <a:gd name="connsiteY5" fmla="*/ 63 h 222052"/>
                <a:gd name="connsiteX6" fmla="*/ 14544 w 52768"/>
                <a:gd name="connsiteY6" fmla="*/ 43363 h 222052"/>
                <a:gd name="connsiteX7" fmla="*/ 215 w 52768"/>
                <a:gd name="connsiteY7" fmla="*/ 111089 h 222052"/>
                <a:gd name="connsiteX8" fmla="*/ 15227 w 52768"/>
                <a:gd name="connsiteY8" fmla="*/ 180369 h 222052"/>
                <a:gd name="connsiteX9" fmla="*/ 50709 w 52768"/>
                <a:gd name="connsiteY9" fmla="*/ 222115 h 222052"/>
                <a:gd name="connsiteX10" fmla="*/ 52984 w 52768"/>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2984" y="219895"/>
                  </a:moveTo>
                  <a:cubicBezTo>
                    <a:pt x="52984" y="219228"/>
                    <a:pt x="52984" y="218784"/>
                    <a:pt x="49117" y="215009"/>
                  </a:cubicBezTo>
                  <a:cubicBezTo>
                    <a:pt x="20686" y="187031"/>
                    <a:pt x="13407" y="145063"/>
                    <a:pt x="13407" y="111089"/>
                  </a:cubicBezTo>
                  <a:cubicBezTo>
                    <a:pt x="13407" y="72452"/>
                    <a:pt x="22050" y="33815"/>
                    <a:pt x="50027" y="6058"/>
                  </a:cubicBezTo>
                  <a:cubicBezTo>
                    <a:pt x="52984" y="3394"/>
                    <a:pt x="52984" y="2949"/>
                    <a:pt x="52984" y="2283"/>
                  </a:cubicBezTo>
                  <a:cubicBezTo>
                    <a:pt x="52984" y="729"/>
                    <a:pt x="52074" y="63"/>
                    <a:pt x="50709" y="63"/>
                  </a:cubicBezTo>
                  <a:cubicBezTo>
                    <a:pt x="48435" y="63"/>
                    <a:pt x="27964" y="15162"/>
                    <a:pt x="14544" y="43363"/>
                  </a:cubicBezTo>
                  <a:cubicBezTo>
                    <a:pt x="2944" y="67789"/>
                    <a:pt x="215" y="92437"/>
                    <a:pt x="215" y="111089"/>
                  </a:cubicBezTo>
                  <a:cubicBezTo>
                    <a:pt x="215" y="128409"/>
                    <a:pt x="2717" y="155277"/>
                    <a:pt x="15227" y="180369"/>
                  </a:cubicBezTo>
                  <a:cubicBezTo>
                    <a:pt x="28874" y="207682"/>
                    <a:pt x="48435" y="222115"/>
                    <a:pt x="50709" y="222115"/>
                  </a:cubicBezTo>
                  <a:cubicBezTo>
                    <a:pt x="52074" y="222115"/>
                    <a:pt x="52984" y="221449"/>
                    <a:pt x="52984"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3" name="Freeform: Shape 52">
              <a:extLst>
                <a:ext uri="{FF2B5EF4-FFF2-40B4-BE49-F238E27FC236}">
                  <a16:creationId xmlns:a16="http://schemas.microsoft.com/office/drawing/2014/main" id="{872B9C50-29B5-0AC7-00B8-8003C839DF63}"/>
                </a:ext>
              </a:extLst>
            </p:cNvPr>
            <p:cNvSpPr/>
            <p:nvPr>
              <p:custDataLst>
                <p:tags r:id="rId103"/>
              </p:custDataLst>
            </p:nvPr>
          </p:nvSpPr>
          <p:spPr>
            <a:xfrm>
              <a:off x="7543959" y="3787267"/>
              <a:ext cx="165356" cy="151661"/>
            </a:xfrm>
            <a:custGeom>
              <a:avLst/>
              <a:gdLst>
                <a:gd name="connsiteX0" fmla="*/ 128046 w 165356"/>
                <a:gd name="connsiteY0" fmla="*/ 25377 h 151661"/>
                <a:gd name="connsiteX1" fmla="*/ 131231 w 165356"/>
                <a:gd name="connsiteY1" fmla="*/ 22268 h 151661"/>
                <a:gd name="connsiteX2" fmla="*/ 161027 w 165356"/>
                <a:gd name="connsiteY2" fmla="*/ 6946 h 151661"/>
                <a:gd name="connsiteX3" fmla="*/ 165576 w 165356"/>
                <a:gd name="connsiteY3" fmla="*/ 2727 h 151661"/>
                <a:gd name="connsiteX4" fmla="*/ 162619 w 165356"/>
                <a:gd name="connsiteY4" fmla="*/ 63 h 151661"/>
                <a:gd name="connsiteX5" fmla="*/ 143968 w 165356"/>
                <a:gd name="connsiteY5" fmla="*/ 729 h 151661"/>
                <a:gd name="connsiteX6" fmla="*/ 121223 w 165356"/>
                <a:gd name="connsiteY6" fmla="*/ 63 h 151661"/>
                <a:gd name="connsiteX7" fmla="*/ 116901 w 165356"/>
                <a:gd name="connsiteY7" fmla="*/ 4282 h 151661"/>
                <a:gd name="connsiteX8" fmla="*/ 120313 w 165356"/>
                <a:gd name="connsiteY8" fmla="*/ 6946 h 151661"/>
                <a:gd name="connsiteX9" fmla="*/ 128501 w 165356"/>
                <a:gd name="connsiteY9" fmla="*/ 12054 h 151661"/>
                <a:gd name="connsiteX10" fmla="*/ 122360 w 165356"/>
                <a:gd name="connsiteY10" fmla="*/ 22712 h 151661"/>
                <a:gd name="connsiteX11" fmla="*/ 69591 w 165356"/>
                <a:gd name="connsiteY11" fmla="*/ 82000 h 151661"/>
                <a:gd name="connsiteX12" fmla="*/ 44572 w 165356"/>
                <a:gd name="connsiteY12" fmla="*/ 16051 h 151661"/>
                <a:gd name="connsiteX13" fmla="*/ 43207 w 165356"/>
                <a:gd name="connsiteY13" fmla="*/ 12276 h 151661"/>
                <a:gd name="connsiteX14" fmla="*/ 56627 w 165356"/>
                <a:gd name="connsiteY14" fmla="*/ 6946 h 151661"/>
                <a:gd name="connsiteX15" fmla="*/ 62086 w 165356"/>
                <a:gd name="connsiteY15" fmla="*/ 2505 h 151661"/>
                <a:gd name="connsiteX16" fmla="*/ 58674 w 165356"/>
                <a:gd name="connsiteY16" fmla="*/ 63 h 151661"/>
                <a:gd name="connsiteX17" fmla="*/ 30015 w 165356"/>
                <a:gd name="connsiteY17" fmla="*/ 729 h 151661"/>
                <a:gd name="connsiteX18" fmla="*/ 4540 w 165356"/>
                <a:gd name="connsiteY18" fmla="*/ 63 h 151661"/>
                <a:gd name="connsiteX19" fmla="*/ 219 w 165356"/>
                <a:gd name="connsiteY19" fmla="*/ 4504 h 151661"/>
                <a:gd name="connsiteX20" fmla="*/ 5450 w 165356"/>
                <a:gd name="connsiteY20" fmla="*/ 6946 h 151661"/>
                <a:gd name="connsiteX21" fmla="*/ 22054 w 165356"/>
                <a:gd name="connsiteY21" fmla="*/ 14496 h 151661"/>
                <a:gd name="connsiteX22" fmla="*/ 50031 w 165356"/>
                <a:gd name="connsiteY22" fmla="*/ 87551 h 151661"/>
                <a:gd name="connsiteX23" fmla="*/ 50940 w 165356"/>
                <a:gd name="connsiteY23" fmla="*/ 91326 h 151661"/>
                <a:gd name="connsiteX24" fmla="*/ 40705 w 165356"/>
                <a:gd name="connsiteY24" fmla="*/ 131740 h 151661"/>
                <a:gd name="connsiteX25" fmla="*/ 19325 w 165356"/>
                <a:gd name="connsiteY25" fmla="*/ 144841 h 151661"/>
                <a:gd name="connsiteX26" fmla="*/ 13184 w 165356"/>
                <a:gd name="connsiteY26" fmla="*/ 149282 h 151661"/>
                <a:gd name="connsiteX27" fmla="*/ 16368 w 165356"/>
                <a:gd name="connsiteY27" fmla="*/ 151724 h 151661"/>
                <a:gd name="connsiteX28" fmla="*/ 45027 w 165356"/>
                <a:gd name="connsiteY28" fmla="*/ 151058 h 151661"/>
                <a:gd name="connsiteX29" fmla="*/ 74140 w 165356"/>
                <a:gd name="connsiteY29" fmla="*/ 151724 h 151661"/>
                <a:gd name="connsiteX30" fmla="*/ 78462 w 165356"/>
                <a:gd name="connsiteY30" fmla="*/ 147283 h 151661"/>
                <a:gd name="connsiteX31" fmla="*/ 72093 w 165356"/>
                <a:gd name="connsiteY31" fmla="*/ 144841 h 151661"/>
                <a:gd name="connsiteX32" fmla="*/ 63450 w 165356"/>
                <a:gd name="connsiteY32" fmla="*/ 144397 h 151661"/>
                <a:gd name="connsiteX33" fmla="*/ 57309 w 165356"/>
                <a:gd name="connsiteY33" fmla="*/ 140844 h 151661"/>
                <a:gd name="connsiteX34" fmla="*/ 60493 w 165356"/>
                <a:gd name="connsiteY34" fmla="*/ 126855 h 151661"/>
                <a:gd name="connsiteX35" fmla="*/ 68454 w 165356"/>
                <a:gd name="connsiteY35" fmla="*/ 95545 h 151661"/>
                <a:gd name="connsiteX36" fmla="*/ 71638 w 165356"/>
                <a:gd name="connsiteY36" fmla="*/ 88662 h 151661"/>
                <a:gd name="connsiteX37" fmla="*/ 128046 w 165356"/>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356" h="151661">
                  <a:moveTo>
                    <a:pt x="128046" y="25377"/>
                  </a:moveTo>
                  <a:lnTo>
                    <a:pt x="131231" y="22268"/>
                  </a:lnTo>
                  <a:cubicBezTo>
                    <a:pt x="138054" y="15606"/>
                    <a:pt x="145560" y="8057"/>
                    <a:pt x="161027" y="6946"/>
                  </a:cubicBezTo>
                  <a:cubicBezTo>
                    <a:pt x="163529" y="6724"/>
                    <a:pt x="165576" y="6724"/>
                    <a:pt x="165576" y="2727"/>
                  </a:cubicBezTo>
                  <a:cubicBezTo>
                    <a:pt x="165576" y="951"/>
                    <a:pt x="164438" y="63"/>
                    <a:pt x="162619" y="63"/>
                  </a:cubicBezTo>
                  <a:cubicBezTo>
                    <a:pt x="156705" y="63"/>
                    <a:pt x="150109" y="729"/>
                    <a:pt x="143968" y="729"/>
                  </a:cubicBezTo>
                  <a:cubicBezTo>
                    <a:pt x="136462" y="729"/>
                    <a:pt x="128501" y="63"/>
                    <a:pt x="121223" y="63"/>
                  </a:cubicBezTo>
                  <a:cubicBezTo>
                    <a:pt x="119858" y="63"/>
                    <a:pt x="116901" y="63"/>
                    <a:pt x="116901" y="4282"/>
                  </a:cubicBezTo>
                  <a:cubicBezTo>
                    <a:pt x="116901" y="6724"/>
                    <a:pt x="119176" y="6946"/>
                    <a:pt x="120313" y="6946"/>
                  </a:cubicBezTo>
                  <a:cubicBezTo>
                    <a:pt x="121905" y="6946"/>
                    <a:pt x="128501" y="7390"/>
                    <a:pt x="128501" y="12054"/>
                  </a:cubicBezTo>
                  <a:cubicBezTo>
                    <a:pt x="128501" y="15828"/>
                    <a:pt x="123270" y="21602"/>
                    <a:pt x="122360" y="22712"/>
                  </a:cubicBezTo>
                  <a:lnTo>
                    <a:pt x="69591" y="82000"/>
                  </a:lnTo>
                  <a:lnTo>
                    <a:pt x="44572" y="16051"/>
                  </a:lnTo>
                  <a:cubicBezTo>
                    <a:pt x="43207" y="12942"/>
                    <a:pt x="43207" y="12498"/>
                    <a:pt x="43207" y="12276"/>
                  </a:cubicBezTo>
                  <a:cubicBezTo>
                    <a:pt x="43207" y="6946"/>
                    <a:pt x="54352" y="6946"/>
                    <a:pt x="56627" y="6946"/>
                  </a:cubicBezTo>
                  <a:cubicBezTo>
                    <a:pt x="59811" y="6946"/>
                    <a:pt x="62086" y="6946"/>
                    <a:pt x="62086" y="2505"/>
                  </a:cubicBezTo>
                  <a:cubicBezTo>
                    <a:pt x="62086" y="63"/>
                    <a:pt x="59356" y="63"/>
                    <a:pt x="58674" y="63"/>
                  </a:cubicBezTo>
                  <a:cubicBezTo>
                    <a:pt x="52305" y="63"/>
                    <a:pt x="36384" y="729"/>
                    <a:pt x="30015" y="729"/>
                  </a:cubicBezTo>
                  <a:cubicBezTo>
                    <a:pt x="24329" y="729"/>
                    <a:pt x="10227" y="63"/>
                    <a:pt x="4540" y="63"/>
                  </a:cubicBezTo>
                  <a:cubicBezTo>
                    <a:pt x="3176" y="63"/>
                    <a:pt x="219" y="63"/>
                    <a:pt x="219" y="4504"/>
                  </a:cubicBezTo>
                  <a:cubicBezTo>
                    <a:pt x="219" y="6946"/>
                    <a:pt x="2493" y="6946"/>
                    <a:pt x="5450" y="6946"/>
                  </a:cubicBezTo>
                  <a:cubicBezTo>
                    <a:pt x="19097" y="6946"/>
                    <a:pt x="20007" y="8945"/>
                    <a:pt x="22054" y="14496"/>
                  </a:cubicBezTo>
                  <a:lnTo>
                    <a:pt x="50031" y="87551"/>
                  </a:lnTo>
                  <a:cubicBezTo>
                    <a:pt x="50258" y="88218"/>
                    <a:pt x="50940" y="90660"/>
                    <a:pt x="50940" y="91326"/>
                  </a:cubicBezTo>
                  <a:cubicBezTo>
                    <a:pt x="50940" y="91992"/>
                    <a:pt x="41842" y="127743"/>
                    <a:pt x="40705" y="131740"/>
                  </a:cubicBezTo>
                  <a:cubicBezTo>
                    <a:pt x="37748" y="143953"/>
                    <a:pt x="37521" y="144619"/>
                    <a:pt x="19325" y="144841"/>
                  </a:cubicBezTo>
                  <a:cubicBezTo>
                    <a:pt x="15003" y="144841"/>
                    <a:pt x="13184" y="144841"/>
                    <a:pt x="13184" y="149282"/>
                  </a:cubicBezTo>
                  <a:cubicBezTo>
                    <a:pt x="13184" y="151724"/>
                    <a:pt x="15913" y="151724"/>
                    <a:pt x="16368" y="151724"/>
                  </a:cubicBezTo>
                  <a:cubicBezTo>
                    <a:pt x="22736" y="151724"/>
                    <a:pt x="38658" y="151058"/>
                    <a:pt x="45027" y="151058"/>
                  </a:cubicBezTo>
                  <a:cubicBezTo>
                    <a:pt x="51395" y="151058"/>
                    <a:pt x="67772" y="151724"/>
                    <a:pt x="74140" y="151724"/>
                  </a:cubicBezTo>
                  <a:cubicBezTo>
                    <a:pt x="75733" y="151724"/>
                    <a:pt x="78462" y="151724"/>
                    <a:pt x="78462" y="147283"/>
                  </a:cubicBezTo>
                  <a:cubicBezTo>
                    <a:pt x="78462" y="144841"/>
                    <a:pt x="76415" y="144841"/>
                    <a:pt x="72093" y="144841"/>
                  </a:cubicBezTo>
                  <a:cubicBezTo>
                    <a:pt x="71638" y="144841"/>
                    <a:pt x="67317" y="144841"/>
                    <a:pt x="63450" y="144397"/>
                  </a:cubicBezTo>
                  <a:cubicBezTo>
                    <a:pt x="58674" y="143953"/>
                    <a:pt x="57309" y="143509"/>
                    <a:pt x="57309" y="140844"/>
                  </a:cubicBezTo>
                  <a:cubicBezTo>
                    <a:pt x="57309" y="139290"/>
                    <a:pt x="59356" y="131518"/>
                    <a:pt x="60493" y="126855"/>
                  </a:cubicBezTo>
                  <a:lnTo>
                    <a:pt x="68454" y="95545"/>
                  </a:lnTo>
                  <a:cubicBezTo>
                    <a:pt x="69591" y="91326"/>
                    <a:pt x="69819" y="90660"/>
                    <a:pt x="71638" y="88662"/>
                  </a:cubicBezTo>
                  <a:lnTo>
                    <a:pt x="128046"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4" name="Freeform: Shape 53">
              <a:extLst>
                <a:ext uri="{FF2B5EF4-FFF2-40B4-BE49-F238E27FC236}">
                  <a16:creationId xmlns:a16="http://schemas.microsoft.com/office/drawing/2014/main" id="{AC14DF23-302D-70EF-79F5-96BF668AC4CB}"/>
                </a:ext>
              </a:extLst>
            </p:cNvPr>
            <p:cNvSpPr/>
            <p:nvPr>
              <p:custDataLst>
                <p:tags r:id="rId104"/>
              </p:custDataLst>
            </p:nvPr>
          </p:nvSpPr>
          <p:spPr>
            <a:xfrm>
              <a:off x="7675529" y="3869182"/>
              <a:ext cx="48242" cy="104608"/>
            </a:xfrm>
            <a:custGeom>
              <a:avLst/>
              <a:gdLst>
                <a:gd name="connsiteX0" fmla="*/ 44327 w 48242"/>
                <a:gd name="connsiteY0" fmla="*/ 5971 h 104608"/>
                <a:gd name="connsiteX1" fmla="*/ 37959 w 48242"/>
                <a:gd name="connsiteY1" fmla="*/ 64 h 104608"/>
                <a:gd name="connsiteX2" fmla="*/ 29043 w 48242"/>
                <a:gd name="connsiteY2" fmla="*/ 8613 h 104608"/>
                <a:gd name="connsiteX3" fmla="*/ 35411 w 48242"/>
                <a:gd name="connsiteY3" fmla="*/ 14520 h 104608"/>
                <a:gd name="connsiteX4" fmla="*/ 44327 w 48242"/>
                <a:gd name="connsiteY4" fmla="*/ 5971 h 104608"/>
                <a:gd name="connsiteX5" fmla="*/ 11847 w 48242"/>
                <a:gd name="connsiteY5" fmla="*/ 84933 h 104608"/>
                <a:gd name="connsiteX6" fmla="*/ 10414 w 48242"/>
                <a:gd name="connsiteY6" fmla="*/ 91461 h 104608"/>
                <a:gd name="connsiteX7" fmla="*/ 25540 w 48242"/>
                <a:gd name="connsiteY7" fmla="*/ 104673 h 104608"/>
                <a:gd name="connsiteX8" fmla="*/ 48467 w 48242"/>
                <a:gd name="connsiteY8" fmla="*/ 80891 h 104608"/>
                <a:gd name="connsiteX9" fmla="*/ 45920 w 48242"/>
                <a:gd name="connsiteY9" fmla="*/ 78871 h 104608"/>
                <a:gd name="connsiteX10" fmla="*/ 42894 w 48242"/>
                <a:gd name="connsiteY10" fmla="*/ 81513 h 104608"/>
                <a:gd name="connsiteX11" fmla="*/ 26018 w 48242"/>
                <a:gd name="connsiteY11" fmla="*/ 100321 h 104608"/>
                <a:gd name="connsiteX12" fmla="*/ 22037 w 48242"/>
                <a:gd name="connsiteY12" fmla="*/ 94881 h 104608"/>
                <a:gd name="connsiteX13" fmla="*/ 24585 w 48242"/>
                <a:gd name="connsiteY13" fmla="*/ 84933 h 104608"/>
                <a:gd name="connsiteX14" fmla="*/ 29680 w 48242"/>
                <a:gd name="connsiteY14" fmla="*/ 72498 h 104608"/>
                <a:gd name="connsiteX15" fmla="*/ 37481 w 48242"/>
                <a:gd name="connsiteY15" fmla="*/ 52757 h 104608"/>
                <a:gd name="connsiteX16" fmla="*/ 38436 w 48242"/>
                <a:gd name="connsiteY16" fmla="*/ 47783 h 104608"/>
                <a:gd name="connsiteX17" fmla="*/ 23311 w 48242"/>
                <a:gd name="connsiteY17" fmla="*/ 34571 h 104608"/>
                <a:gd name="connsiteX18" fmla="*/ 225 w 48242"/>
                <a:gd name="connsiteY18" fmla="*/ 58353 h 104608"/>
                <a:gd name="connsiteX19" fmla="*/ 2931 w 48242"/>
                <a:gd name="connsiteY19" fmla="*/ 60374 h 104608"/>
                <a:gd name="connsiteX20" fmla="*/ 5797 w 48242"/>
                <a:gd name="connsiteY20" fmla="*/ 57887 h 104608"/>
                <a:gd name="connsiteX21" fmla="*/ 22833 w 48242"/>
                <a:gd name="connsiteY21" fmla="*/ 38923 h 104608"/>
                <a:gd name="connsiteX22" fmla="*/ 26814 w 48242"/>
                <a:gd name="connsiteY22" fmla="*/ 44364 h 104608"/>
                <a:gd name="connsiteX23" fmla="*/ 21878 w 48242"/>
                <a:gd name="connsiteY23" fmla="*/ 59907 h 104608"/>
                <a:gd name="connsiteX24" fmla="*/ 11847 w 48242"/>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42" h="104608">
                  <a:moveTo>
                    <a:pt x="44327" y="5971"/>
                  </a:moveTo>
                  <a:cubicBezTo>
                    <a:pt x="44327" y="3484"/>
                    <a:pt x="42417" y="64"/>
                    <a:pt x="37959" y="64"/>
                  </a:cubicBezTo>
                  <a:cubicBezTo>
                    <a:pt x="33660" y="64"/>
                    <a:pt x="29043" y="4106"/>
                    <a:pt x="29043" y="8613"/>
                  </a:cubicBezTo>
                  <a:cubicBezTo>
                    <a:pt x="29043" y="11256"/>
                    <a:pt x="31112" y="14520"/>
                    <a:pt x="35411" y="14520"/>
                  </a:cubicBezTo>
                  <a:cubicBezTo>
                    <a:pt x="40029" y="14520"/>
                    <a:pt x="44327" y="10168"/>
                    <a:pt x="44327" y="5971"/>
                  </a:cubicBezTo>
                  <a:close/>
                  <a:moveTo>
                    <a:pt x="11847" y="84933"/>
                  </a:moveTo>
                  <a:cubicBezTo>
                    <a:pt x="11210" y="86953"/>
                    <a:pt x="10414" y="88819"/>
                    <a:pt x="10414" y="91461"/>
                  </a:cubicBezTo>
                  <a:cubicBezTo>
                    <a:pt x="10414" y="98767"/>
                    <a:pt x="16783" y="104673"/>
                    <a:pt x="25540" y="104673"/>
                  </a:cubicBezTo>
                  <a:cubicBezTo>
                    <a:pt x="41461" y="104673"/>
                    <a:pt x="48467" y="83223"/>
                    <a:pt x="48467" y="80891"/>
                  </a:cubicBezTo>
                  <a:cubicBezTo>
                    <a:pt x="48467" y="78871"/>
                    <a:pt x="46397" y="78871"/>
                    <a:pt x="45920" y="78871"/>
                  </a:cubicBezTo>
                  <a:cubicBezTo>
                    <a:pt x="43690" y="78871"/>
                    <a:pt x="43531" y="79803"/>
                    <a:pt x="42894" y="81513"/>
                  </a:cubicBezTo>
                  <a:cubicBezTo>
                    <a:pt x="39232" y="93948"/>
                    <a:pt x="32227" y="100321"/>
                    <a:pt x="26018" y="100321"/>
                  </a:cubicBezTo>
                  <a:cubicBezTo>
                    <a:pt x="22833" y="100321"/>
                    <a:pt x="22037" y="98300"/>
                    <a:pt x="22037" y="94881"/>
                  </a:cubicBezTo>
                  <a:cubicBezTo>
                    <a:pt x="22037" y="91306"/>
                    <a:pt x="23152" y="88352"/>
                    <a:pt x="24585" y="84933"/>
                  </a:cubicBezTo>
                  <a:cubicBezTo>
                    <a:pt x="26177" y="80736"/>
                    <a:pt x="27928" y="76539"/>
                    <a:pt x="29680" y="72498"/>
                  </a:cubicBezTo>
                  <a:cubicBezTo>
                    <a:pt x="31112" y="68767"/>
                    <a:pt x="36844" y="54622"/>
                    <a:pt x="37481" y="52757"/>
                  </a:cubicBezTo>
                  <a:cubicBezTo>
                    <a:pt x="37959" y="51203"/>
                    <a:pt x="38436" y="49338"/>
                    <a:pt x="38436" y="47783"/>
                  </a:cubicBezTo>
                  <a:cubicBezTo>
                    <a:pt x="38436" y="40478"/>
                    <a:pt x="32068" y="34571"/>
                    <a:pt x="23311" y="34571"/>
                  </a:cubicBezTo>
                  <a:cubicBezTo>
                    <a:pt x="7549" y="34571"/>
                    <a:pt x="225" y="55711"/>
                    <a:pt x="225" y="58353"/>
                  </a:cubicBezTo>
                  <a:cubicBezTo>
                    <a:pt x="225" y="60374"/>
                    <a:pt x="2454" y="60374"/>
                    <a:pt x="2931" y="60374"/>
                  </a:cubicBezTo>
                  <a:cubicBezTo>
                    <a:pt x="5160" y="60374"/>
                    <a:pt x="5320" y="59596"/>
                    <a:pt x="5797" y="57887"/>
                  </a:cubicBezTo>
                  <a:cubicBezTo>
                    <a:pt x="9937" y="44519"/>
                    <a:pt x="16942" y="38923"/>
                    <a:pt x="22833" y="38923"/>
                  </a:cubicBezTo>
                  <a:cubicBezTo>
                    <a:pt x="25381" y="38923"/>
                    <a:pt x="26814" y="40167"/>
                    <a:pt x="26814" y="44364"/>
                  </a:cubicBezTo>
                  <a:cubicBezTo>
                    <a:pt x="26814" y="47939"/>
                    <a:pt x="25858" y="50270"/>
                    <a:pt x="21878" y="59907"/>
                  </a:cubicBezTo>
                  <a:lnTo>
                    <a:pt x="11847"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5" name="Freeform: Shape 54">
              <a:extLst>
                <a:ext uri="{FF2B5EF4-FFF2-40B4-BE49-F238E27FC236}">
                  <a16:creationId xmlns:a16="http://schemas.microsoft.com/office/drawing/2014/main" id="{34513E98-9698-851E-7A4C-3499D7DBDAF7}"/>
                </a:ext>
              </a:extLst>
            </p:cNvPr>
            <p:cNvSpPr/>
            <p:nvPr>
              <p:custDataLst>
                <p:tags r:id="rId105"/>
              </p:custDataLst>
            </p:nvPr>
          </p:nvSpPr>
          <p:spPr>
            <a:xfrm>
              <a:off x="7813193" y="3878975"/>
              <a:ext cx="138972" cy="8882"/>
            </a:xfrm>
            <a:custGeom>
              <a:avLst/>
              <a:gdLst>
                <a:gd name="connsiteX0" fmla="*/ 131242 w 138972"/>
                <a:gd name="connsiteY0" fmla="*/ 8945 h 8882"/>
                <a:gd name="connsiteX1" fmla="*/ 139203 w 138972"/>
                <a:gd name="connsiteY1" fmla="*/ 4504 h 8882"/>
                <a:gd name="connsiteX2" fmla="*/ 131242 w 138972"/>
                <a:gd name="connsiteY2" fmla="*/ 63 h 8882"/>
                <a:gd name="connsiteX3" fmla="*/ 8191 w 138972"/>
                <a:gd name="connsiteY3" fmla="*/ 63 h 8882"/>
                <a:gd name="connsiteX4" fmla="*/ 230 w 138972"/>
                <a:gd name="connsiteY4" fmla="*/ 4504 h 8882"/>
                <a:gd name="connsiteX5" fmla="*/ 8191 w 138972"/>
                <a:gd name="connsiteY5" fmla="*/ 8945 h 8882"/>
                <a:gd name="connsiteX6" fmla="*/ 131242 w 138972"/>
                <a:gd name="connsiteY6" fmla="*/ 8945 h 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972" h="8882">
                  <a:moveTo>
                    <a:pt x="131242" y="8945"/>
                  </a:moveTo>
                  <a:cubicBezTo>
                    <a:pt x="135109" y="8945"/>
                    <a:pt x="139203" y="8945"/>
                    <a:pt x="139203" y="4504"/>
                  </a:cubicBezTo>
                  <a:cubicBezTo>
                    <a:pt x="139203" y="63"/>
                    <a:pt x="135109" y="63"/>
                    <a:pt x="131242" y="63"/>
                  </a:cubicBezTo>
                  <a:lnTo>
                    <a:pt x="8191" y="63"/>
                  </a:lnTo>
                  <a:cubicBezTo>
                    <a:pt x="4324" y="63"/>
                    <a:pt x="230" y="63"/>
                    <a:pt x="230" y="4504"/>
                  </a:cubicBezTo>
                  <a:cubicBezTo>
                    <a:pt x="230" y="8945"/>
                    <a:pt x="4324" y="8945"/>
                    <a:pt x="8191" y="8945"/>
                  </a:cubicBezTo>
                  <a:lnTo>
                    <a:pt x="131242" y="894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6" name="Freeform: Shape 55">
              <a:extLst>
                <a:ext uri="{FF2B5EF4-FFF2-40B4-BE49-F238E27FC236}">
                  <a16:creationId xmlns:a16="http://schemas.microsoft.com/office/drawing/2014/main" id="{30874E7F-5F12-469B-BED2-713C4823AAF5}"/>
                </a:ext>
              </a:extLst>
            </p:cNvPr>
            <p:cNvSpPr/>
            <p:nvPr>
              <p:custDataLst>
                <p:tags r:id="rId106"/>
              </p:custDataLst>
            </p:nvPr>
          </p:nvSpPr>
          <p:spPr>
            <a:xfrm>
              <a:off x="8030408" y="3787933"/>
              <a:ext cx="165078" cy="150995"/>
            </a:xfrm>
            <a:custGeom>
              <a:avLst/>
              <a:gdLst>
                <a:gd name="connsiteX0" fmla="*/ 152632 w 165078"/>
                <a:gd name="connsiteY0" fmla="*/ 99320 h 150995"/>
                <a:gd name="connsiteX1" fmla="*/ 153770 w 165078"/>
                <a:gd name="connsiteY1" fmla="*/ 96211 h 150995"/>
                <a:gd name="connsiteX2" fmla="*/ 151040 w 165078"/>
                <a:gd name="connsiteY2" fmla="*/ 93769 h 150995"/>
                <a:gd name="connsiteX3" fmla="*/ 148083 w 165078"/>
                <a:gd name="connsiteY3" fmla="*/ 96433 h 150995"/>
                <a:gd name="connsiteX4" fmla="*/ 85989 w 165078"/>
                <a:gd name="connsiteY4" fmla="*/ 144175 h 150995"/>
                <a:gd name="connsiteX5" fmla="*/ 52781 w 165078"/>
                <a:gd name="connsiteY5" fmla="*/ 144175 h 150995"/>
                <a:gd name="connsiteX6" fmla="*/ 47777 w 165078"/>
                <a:gd name="connsiteY6" fmla="*/ 143953 h 150995"/>
                <a:gd name="connsiteX7" fmla="*/ 44821 w 165078"/>
                <a:gd name="connsiteY7" fmla="*/ 141732 h 150995"/>
                <a:gd name="connsiteX8" fmla="*/ 45958 w 165078"/>
                <a:gd name="connsiteY8" fmla="*/ 136625 h 150995"/>
                <a:gd name="connsiteX9" fmla="*/ 61424 w 165078"/>
                <a:gd name="connsiteY9" fmla="*/ 76005 h 150995"/>
                <a:gd name="connsiteX10" fmla="*/ 83942 w 165078"/>
                <a:gd name="connsiteY10" fmla="*/ 76005 h 150995"/>
                <a:gd name="connsiteX11" fmla="*/ 103275 w 165078"/>
                <a:gd name="connsiteY11" fmla="*/ 86219 h 150995"/>
                <a:gd name="connsiteX12" fmla="*/ 101683 w 165078"/>
                <a:gd name="connsiteY12" fmla="*/ 97100 h 150995"/>
                <a:gd name="connsiteX13" fmla="*/ 101001 w 165078"/>
                <a:gd name="connsiteY13" fmla="*/ 99542 h 150995"/>
                <a:gd name="connsiteX14" fmla="*/ 103958 w 165078"/>
                <a:gd name="connsiteY14" fmla="*/ 101985 h 150995"/>
                <a:gd name="connsiteX15" fmla="*/ 107370 w 165078"/>
                <a:gd name="connsiteY15" fmla="*/ 97544 h 150995"/>
                <a:gd name="connsiteX16" fmla="*/ 120334 w 165078"/>
                <a:gd name="connsiteY16" fmla="*/ 45583 h 150995"/>
                <a:gd name="connsiteX17" fmla="*/ 117605 w 165078"/>
                <a:gd name="connsiteY17" fmla="*/ 43141 h 150995"/>
                <a:gd name="connsiteX18" fmla="*/ 114421 w 165078"/>
                <a:gd name="connsiteY18" fmla="*/ 47138 h 150995"/>
                <a:gd name="connsiteX19" fmla="*/ 84624 w 165078"/>
                <a:gd name="connsiteY19" fmla="*/ 69121 h 150995"/>
                <a:gd name="connsiteX20" fmla="*/ 63244 w 165078"/>
                <a:gd name="connsiteY20" fmla="*/ 69121 h 150995"/>
                <a:gd name="connsiteX21" fmla="*/ 76891 w 165078"/>
                <a:gd name="connsiteY21" fmla="*/ 15606 h 150995"/>
                <a:gd name="connsiteX22" fmla="*/ 89173 w 165078"/>
                <a:gd name="connsiteY22" fmla="*/ 6946 h 150995"/>
                <a:gd name="connsiteX23" fmla="*/ 121244 w 165078"/>
                <a:gd name="connsiteY23" fmla="*/ 6946 h 150995"/>
                <a:gd name="connsiteX24" fmla="*/ 155817 w 165078"/>
                <a:gd name="connsiteY24" fmla="*/ 31594 h 150995"/>
                <a:gd name="connsiteX25" fmla="*/ 154907 w 165078"/>
                <a:gd name="connsiteY25" fmla="*/ 43363 h 150995"/>
                <a:gd name="connsiteX26" fmla="*/ 154679 w 165078"/>
                <a:gd name="connsiteY26" fmla="*/ 47360 h 150995"/>
                <a:gd name="connsiteX27" fmla="*/ 157409 w 165078"/>
                <a:gd name="connsiteY27" fmla="*/ 50025 h 150995"/>
                <a:gd name="connsiteX28" fmla="*/ 160593 w 165078"/>
                <a:gd name="connsiteY28" fmla="*/ 44473 h 150995"/>
                <a:gd name="connsiteX29" fmla="*/ 165142 w 165078"/>
                <a:gd name="connsiteY29" fmla="*/ 6058 h 150995"/>
                <a:gd name="connsiteX30" fmla="*/ 159001 w 165078"/>
                <a:gd name="connsiteY30" fmla="*/ 63 h 150995"/>
                <a:gd name="connsiteX31" fmla="*/ 44138 w 165078"/>
                <a:gd name="connsiteY31" fmla="*/ 63 h 150995"/>
                <a:gd name="connsiteX32" fmla="*/ 37315 w 165078"/>
                <a:gd name="connsiteY32" fmla="*/ 4504 h 150995"/>
                <a:gd name="connsiteX33" fmla="*/ 43683 w 165078"/>
                <a:gd name="connsiteY33" fmla="*/ 6946 h 150995"/>
                <a:gd name="connsiteX34" fmla="*/ 58468 w 165078"/>
                <a:gd name="connsiteY34" fmla="*/ 10943 h 150995"/>
                <a:gd name="connsiteX35" fmla="*/ 57330 w 165078"/>
                <a:gd name="connsiteY35" fmla="*/ 16273 h 150995"/>
                <a:gd name="connsiteX36" fmla="*/ 27307 w 165078"/>
                <a:gd name="connsiteY36" fmla="*/ 133738 h 150995"/>
                <a:gd name="connsiteX37" fmla="*/ 6609 w 165078"/>
                <a:gd name="connsiteY37" fmla="*/ 144175 h 150995"/>
                <a:gd name="connsiteX38" fmla="*/ 240 w 165078"/>
                <a:gd name="connsiteY38" fmla="*/ 148394 h 150995"/>
                <a:gd name="connsiteX39" fmla="*/ 6609 w 165078"/>
                <a:gd name="connsiteY39" fmla="*/ 151058 h 150995"/>
                <a:gd name="connsiteX40" fmla="*/ 124656 w 165078"/>
                <a:gd name="connsiteY40" fmla="*/ 151058 h 150995"/>
                <a:gd name="connsiteX41" fmla="*/ 131707 w 165078"/>
                <a:gd name="connsiteY41" fmla="*/ 147283 h 150995"/>
                <a:gd name="connsiteX42" fmla="*/ 152632 w 165078"/>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078" h="150995">
                  <a:moveTo>
                    <a:pt x="152632" y="99320"/>
                  </a:moveTo>
                  <a:cubicBezTo>
                    <a:pt x="153087" y="98210"/>
                    <a:pt x="153770" y="96656"/>
                    <a:pt x="153770" y="96211"/>
                  </a:cubicBezTo>
                  <a:cubicBezTo>
                    <a:pt x="153770" y="95989"/>
                    <a:pt x="153770" y="93769"/>
                    <a:pt x="151040" y="93769"/>
                  </a:cubicBezTo>
                  <a:cubicBezTo>
                    <a:pt x="148993" y="93769"/>
                    <a:pt x="148538" y="95101"/>
                    <a:pt x="148083" y="96433"/>
                  </a:cubicBezTo>
                  <a:cubicBezTo>
                    <a:pt x="133299" y="129297"/>
                    <a:pt x="124883" y="144175"/>
                    <a:pt x="85989" y="144175"/>
                  </a:cubicBezTo>
                  <a:lnTo>
                    <a:pt x="52781" y="144175"/>
                  </a:lnTo>
                  <a:cubicBezTo>
                    <a:pt x="49597" y="144175"/>
                    <a:pt x="49142" y="144175"/>
                    <a:pt x="47777" y="143953"/>
                  </a:cubicBezTo>
                  <a:cubicBezTo>
                    <a:pt x="45503" y="143731"/>
                    <a:pt x="44821" y="143509"/>
                    <a:pt x="44821" y="141732"/>
                  </a:cubicBezTo>
                  <a:cubicBezTo>
                    <a:pt x="44821" y="141066"/>
                    <a:pt x="44821" y="140622"/>
                    <a:pt x="45958" y="136625"/>
                  </a:cubicBezTo>
                  <a:lnTo>
                    <a:pt x="61424" y="76005"/>
                  </a:lnTo>
                  <a:lnTo>
                    <a:pt x="83942" y="76005"/>
                  </a:lnTo>
                  <a:cubicBezTo>
                    <a:pt x="103275" y="76005"/>
                    <a:pt x="103275" y="80668"/>
                    <a:pt x="103275" y="86219"/>
                  </a:cubicBezTo>
                  <a:cubicBezTo>
                    <a:pt x="103275" y="87773"/>
                    <a:pt x="103275" y="90438"/>
                    <a:pt x="101683" y="97100"/>
                  </a:cubicBezTo>
                  <a:cubicBezTo>
                    <a:pt x="101228" y="98210"/>
                    <a:pt x="101001" y="98876"/>
                    <a:pt x="101001" y="99542"/>
                  </a:cubicBezTo>
                  <a:cubicBezTo>
                    <a:pt x="101001" y="100652"/>
                    <a:pt x="101911" y="101985"/>
                    <a:pt x="103958" y="101985"/>
                  </a:cubicBezTo>
                  <a:cubicBezTo>
                    <a:pt x="105777" y="101985"/>
                    <a:pt x="106460" y="100874"/>
                    <a:pt x="107370" y="97544"/>
                  </a:cubicBezTo>
                  <a:lnTo>
                    <a:pt x="120334" y="45583"/>
                  </a:lnTo>
                  <a:cubicBezTo>
                    <a:pt x="120334" y="44251"/>
                    <a:pt x="119197" y="43141"/>
                    <a:pt x="117605" y="43141"/>
                  </a:cubicBezTo>
                  <a:cubicBezTo>
                    <a:pt x="115558" y="43141"/>
                    <a:pt x="115103" y="44473"/>
                    <a:pt x="114421" y="47138"/>
                  </a:cubicBezTo>
                  <a:cubicBezTo>
                    <a:pt x="109644" y="64014"/>
                    <a:pt x="105550" y="69121"/>
                    <a:pt x="84624" y="69121"/>
                  </a:cubicBezTo>
                  <a:lnTo>
                    <a:pt x="63244" y="69121"/>
                  </a:lnTo>
                  <a:lnTo>
                    <a:pt x="76891" y="15606"/>
                  </a:lnTo>
                  <a:cubicBezTo>
                    <a:pt x="78938" y="7835"/>
                    <a:pt x="79166" y="6946"/>
                    <a:pt x="89173" y="6946"/>
                  </a:cubicBezTo>
                  <a:lnTo>
                    <a:pt x="121244" y="6946"/>
                  </a:lnTo>
                  <a:cubicBezTo>
                    <a:pt x="148993" y="6946"/>
                    <a:pt x="155817" y="13386"/>
                    <a:pt x="155817" y="31594"/>
                  </a:cubicBezTo>
                  <a:cubicBezTo>
                    <a:pt x="155817" y="36923"/>
                    <a:pt x="155817" y="37368"/>
                    <a:pt x="154907" y="43363"/>
                  </a:cubicBezTo>
                  <a:cubicBezTo>
                    <a:pt x="154907" y="44695"/>
                    <a:pt x="154679" y="46250"/>
                    <a:pt x="154679" y="47360"/>
                  </a:cubicBezTo>
                  <a:cubicBezTo>
                    <a:pt x="154679" y="48470"/>
                    <a:pt x="155362" y="50025"/>
                    <a:pt x="157409" y="50025"/>
                  </a:cubicBezTo>
                  <a:cubicBezTo>
                    <a:pt x="159911" y="50025"/>
                    <a:pt x="160138" y="48692"/>
                    <a:pt x="160593" y="44473"/>
                  </a:cubicBezTo>
                  <a:lnTo>
                    <a:pt x="165142" y="6058"/>
                  </a:lnTo>
                  <a:cubicBezTo>
                    <a:pt x="165824" y="63"/>
                    <a:pt x="164687" y="63"/>
                    <a:pt x="159001" y="63"/>
                  </a:cubicBezTo>
                  <a:lnTo>
                    <a:pt x="44138" y="63"/>
                  </a:lnTo>
                  <a:cubicBezTo>
                    <a:pt x="39589" y="63"/>
                    <a:pt x="37315" y="63"/>
                    <a:pt x="37315" y="4504"/>
                  </a:cubicBezTo>
                  <a:cubicBezTo>
                    <a:pt x="37315" y="6946"/>
                    <a:pt x="39362" y="6946"/>
                    <a:pt x="43683" y="6946"/>
                  </a:cubicBezTo>
                  <a:cubicBezTo>
                    <a:pt x="52099" y="6946"/>
                    <a:pt x="58468" y="6946"/>
                    <a:pt x="58468" y="10943"/>
                  </a:cubicBezTo>
                  <a:cubicBezTo>
                    <a:pt x="58468" y="11832"/>
                    <a:pt x="58468" y="12276"/>
                    <a:pt x="57330" y="16273"/>
                  </a:cubicBezTo>
                  <a:lnTo>
                    <a:pt x="27307" y="133738"/>
                  </a:lnTo>
                  <a:cubicBezTo>
                    <a:pt x="25032" y="142398"/>
                    <a:pt x="24577" y="144175"/>
                    <a:pt x="6609" y="144175"/>
                  </a:cubicBezTo>
                  <a:cubicBezTo>
                    <a:pt x="2742" y="144175"/>
                    <a:pt x="240" y="144175"/>
                    <a:pt x="240" y="148394"/>
                  </a:cubicBezTo>
                  <a:cubicBezTo>
                    <a:pt x="240" y="151058"/>
                    <a:pt x="2287" y="151058"/>
                    <a:pt x="6609" y="151058"/>
                  </a:cubicBezTo>
                  <a:lnTo>
                    <a:pt x="124656" y="151058"/>
                  </a:lnTo>
                  <a:cubicBezTo>
                    <a:pt x="129887" y="151058"/>
                    <a:pt x="130115" y="150836"/>
                    <a:pt x="131707" y="147283"/>
                  </a:cubicBezTo>
                  <a:lnTo>
                    <a:pt x="152632" y="9932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7" name="Freeform: Shape 56">
              <a:extLst>
                <a:ext uri="{FF2B5EF4-FFF2-40B4-BE49-F238E27FC236}">
                  <a16:creationId xmlns:a16="http://schemas.microsoft.com/office/drawing/2014/main" id="{93753324-BAF0-FD41-982F-F2EDD6735753}"/>
                </a:ext>
              </a:extLst>
            </p:cNvPr>
            <p:cNvSpPr/>
            <p:nvPr>
              <p:custDataLst>
                <p:tags r:id="rId107"/>
              </p:custDataLst>
            </p:nvPr>
          </p:nvSpPr>
          <p:spPr>
            <a:xfrm>
              <a:off x="8229617" y="3772390"/>
              <a:ext cx="31160" cy="222052"/>
            </a:xfrm>
            <a:custGeom>
              <a:avLst/>
              <a:gdLst>
                <a:gd name="connsiteX0" fmla="*/ 31409 w 31160"/>
                <a:gd name="connsiteY0" fmla="*/ 222115 h 222052"/>
                <a:gd name="connsiteX1" fmla="*/ 31409 w 31160"/>
                <a:gd name="connsiteY1" fmla="*/ 213233 h 222052"/>
                <a:gd name="connsiteX2" fmla="*/ 9346 w 31160"/>
                <a:gd name="connsiteY2" fmla="*/ 213233 h 222052"/>
                <a:gd name="connsiteX3" fmla="*/ 9346 w 31160"/>
                <a:gd name="connsiteY3" fmla="*/ 8945 h 222052"/>
                <a:gd name="connsiteX4" fmla="*/ 31409 w 31160"/>
                <a:gd name="connsiteY4" fmla="*/ 8945 h 222052"/>
                <a:gd name="connsiteX5" fmla="*/ 31409 w 31160"/>
                <a:gd name="connsiteY5" fmla="*/ 63 h 222052"/>
                <a:gd name="connsiteX6" fmla="*/ 248 w 31160"/>
                <a:gd name="connsiteY6" fmla="*/ 63 h 222052"/>
                <a:gd name="connsiteX7" fmla="*/ 248 w 31160"/>
                <a:gd name="connsiteY7" fmla="*/ 222115 h 222052"/>
                <a:gd name="connsiteX8" fmla="*/ 31409 w 31160"/>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409" y="222115"/>
                  </a:moveTo>
                  <a:lnTo>
                    <a:pt x="31409" y="213233"/>
                  </a:lnTo>
                  <a:lnTo>
                    <a:pt x="9346" y="213233"/>
                  </a:lnTo>
                  <a:lnTo>
                    <a:pt x="9346" y="8945"/>
                  </a:lnTo>
                  <a:lnTo>
                    <a:pt x="31409" y="8945"/>
                  </a:lnTo>
                  <a:lnTo>
                    <a:pt x="31409" y="63"/>
                  </a:lnTo>
                  <a:lnTo>
                    <a:pt x="248" y="63"/>
                  </a:lnTo>
                  <a:lnTo>
                    <a:pt x="248" y="222115"/>
                  </a:lnTo>
                  <a:lnTo>
                    <a:pt x="31409"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8" name="Freeform: Shape 57">
              <a:extLst>
                <a:ext uri="{FF2B5EF4-FFF2-40B4-BE49-F238E27FC236}">
                  <a16:creationId xmlns:a16="http://schemas.microsoft.com/office/drawing/2014/main" id="{3E091835-2F9F-91E8-65AD-5E9956FE62FA}"/>
                </a:ext>
              </a:extLst>
            </p:cNvPr>
            <p:cNvSpPr/>
            <p:nvPr>
              <p:custDataLst>
                <p:tags r:id="rId108"/>
              </p:custDataLst>
            </p:nvPr>
          </p:nvSpPr>
          <p:spPr>
            <a:xfrm>
              <a:off x="8273919" y="3787267"/>
              <a:ext cx="165356" cy="151661"/>
            </a:xfrm>
            <a:custGeom>
              <a:avLst/>
              <a:gdLst>
                <a:gd name="connsiteX0" fmla="*/ 128078 w 165356"/>
                <a:gd name="connsiteY0" fmla="*/ 25377 h 151661"/>
                <a:gd name="connsiteX1" fmla="*/ 131263 w 165356"/>
                <a:gd name="connsiteY1" fmla="*/ 22268 h 151661"/>
                <a:gd name="connsiteX2" fmla="*/ 161059 w 165356"/>
                <a:gd name="connsiteY2" fmla="*/ 6946 h 151661"/>
                <a:gd name="connsiteX3" fmla="*/ 165608 w 165356"/>
                <a:gd name="connsiteY3" fmla="*/ 2727 h 151661"/>
                <a:gd name="connsiteX4" fmla="*/ 162651 w 165356"/>
                <a:gd name="connsiteY4" fmla="*/ 63 h 151661"/>
                <a:gd name="connsiteX5" fmla="*/ 144000 w 165356"/>
                <a:gd name="connsiteY5" fmla="*/ 729 h 151661"/>
                <a:gd name="connsiteX6" fmla="*/ 121255 w 165356"/>
                <a:gd name="connsiteY6" fmla="*/ 63 h 151661"/>
                <a:gd name="connsiteX7" fmla="*/ 116933 w 165356"/>
                <a:gd name="connsiteY7" fmla="*/ 4282 h 151661"/>
                <a:gd name="connsiteX8" fmla="*/ 120345 w 165356"/>
                <a:gd name="connsiteY8" fmla="*/ 6946 h 151661"/>
                <a:gd name="connsiteX9" fmla="*/ 128533 w 165356"/>
                <a:gd name="connsiteY9" fmla="*/ 12054 h 151661"/>
                <a:gd name="connsiteX10" fmla="*/ 122392 w 165356"/>
                <a:gd name="connsiteY10" fmla="*/ 22712 h 151661"/>
                <a:gd name="connsiteX11" fmla="*/ 69623 w 165356"/>
                <a:gd name="connsiteY11" fmla="*/ 82000 h 151661"/>
                <a:gd name="connsiteX12" fmla="*/ 44604 w 165356"/>
                <a:gd name="connsiteY12" fmla="*/ 16051 h 151661"/>
                <a:gd name="connsiteX13" fmla="*/ 43239 w 165356"/>
                <a:gd name="connsiteY13" fmla="*/ 12276 h 151661"/>
                <a:gd name="connsiteX14" fmla="*/ 56659 w 165356"/>
                <a:gd name="connsiteY14" fmla="*/ 6946 h 151661"/>
                <a:gd name="connsiteX15" fmla="*/ 62117 w 165356"/>
                <a:gd name="connsiteY15" fmla="*/ 2505 h 151661"/>
                <a:gd name="connsiteX16" fmla="*/ 58706 w 165356"/>
                <a:gd name="connsiteY16" fmla="*/ 63 h 151661"/>
                <a:gd name="connsiteX17" fmla="*/ 30047 w 165356"/>
                <a:gd name="connsiteY17" fmla="*/ 729 h 151661"/>
                <a:gd name="connsiteX18" fmla="*/ 4572 w 165356"/>
                <a:gd name="connsiteY18" fmla="*/ 63 h 151661"/>
                <a:gd name="connsiteX19" fmla="*/ 251 w 165356"/>
                <a:gd name="connsiteY19" fmla="*/ 4504 h 151661"/>
                <a:gd name="connsiteX20" fmla="*/ 5482 w 165356"/>
                <a:gd name="connsiteY20" fmla="*/ 6946 h 151661"/>
                <a:gd name="connsiteX21" fmla="*/ 22086 w 165356"/>
                <a:gd name="connsiteY21" fmla="*/ 14496 h 151661"/>
                <a:gd name="connsiteX22" fmla="*/ 50063 w 165356"/>
                <a:gd name="connsiteY22" fmla="*/ 87551 h 151661"/>
                <a:gd name="connsiteX23" fmla="*/ 50972 w 165356"/>
                <a:gd name="connsiteY23" fmla="*/ 91326 h 151661"/>
                <a:gd name="connsiteX24" fmla="*/ 40737 w 165356"/>
                <a:gd name="connsiteY24" fmla="*/ 131740 h 151661"/>
                <a:gd name="connsiteX25" fmla="*/ 19357 w 165356"/>
                <a:gd name="connsiteY25" fmla="*/ 144841 h 151661"/>
                <a:gd name="connsiteX26" fmla="*/ 13216 w 165356"/>
                <a:gd name="connsiteY26" fmla="*/ 149282 h 151661"/>
                <a:gd name="connsiteX27" fmla="*/ 16400 w 165356"/>
                <a:gd name="connsiteY27" fmla="*/ 151724 h 151661"/>
                <a:gd name="connsiteX28" fmla="*/ 45059 w 165356"/>
                <a:gd name="connsiteY28" fmla="*/ 151058 h 151661"/>
                <a:gd name="connsiteX29" fmla="*/ 74172 w 165356"/>
                <a:gd name="connsiteY29" fmla="*/ 151724 h 151661"/>
                <a:gd name="connsiteX30" fmla="*/ 78494 w 165356"/>
                <a:gd name="connsiteY30" fmla="*/ 147283 h 151661"/>
                <a:gd name="connsiteX31" fmla="*/ 72125 w 165356"/>
                <a:gd name="connsiteY31" fmla="*/ 144841 h 151661"/>
                <a:gd name="connsiteX32" fmla="*/ 63482 w 165356"/>
                <a:gd name="connsiteY32" fmla="*/ 144397 h 151661"/>
                <a:gd name="connsiteX33" fmla="*/ 57341 w 165356"/>
                <a:gd name="connsiteY33" fmla="*/ 140844 h 151661"/>
                <a:gd name="connsiteX34" fmla="*/ 60525 w 165356"/>
                <a:gd name="connsiteY34" fmla="*/ 126855 h 151661"/>
                <a:gd name="connsiteX35" fmla="*/ 68486 w 165356"/>
                <a:gd name="connsiteY35" fmla="*/ 95545 h 151661"/>
                <a:gd name="connsiteX36" fmla="*/ 71670 w 165356"/>
                <a:gd name="connsiteY36" fmla="*/ 88662 h 151661"/>
                <a:gd name="connsiteX37" fmla="*/ 128078 w 165356"/>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356" h="151661">
                  <a:moveTo>
                    <a:pt x="128078" y="25377"/>
                  </a:moveTo>
                  <a:lnTo>
                    <a:pt x="131263" y="22268"/>
                  </a:lnTo>
                  <a:cubicBezTo>
                    <a:pt x="138086" y="15606"/>
                    <a:pt x="145592" y="8057"/>
                    <a:pt x="161059" y="6946"/>
                  </a:cubicBezTo>
                  <a:cubicBezTo>
                    <a:pt x="163561" y="6724"/>
                    <a:pt x="165608" y="6724"/>
                    <a:pt x="165608" y="2727"/>
                  </a:cubicBezTo>
                  <a:cubicBezTo>
                    <a:pt x="165608" y="951"/>
                    <a:pt x="164470" y="63"/>
                    <a:pt x="162651" y="63"/>
                  </a:cubicBezTo>
                  <a:cubicBezTo>
                    <a:pt x="156737" y="63"/>
                    <a:pt x="150141" y="729"/>
                    <a:pt x="144000" y="729"/>
                  </a:cubicBezTo>
                  <a:cubicBezTo>
                    <a:pt x="136494" y="729"/>
                    <a:pt x="128533" y="63"/>
                    <a:pt x="121255" y="63"/>
                  </a:cubicBezTo>
                  <a:cubicBezTo>
                    <a:pt x="119890" y="63"/>
                    <a:pt x="116933" y="63"/>
                    <a:pt x="116933" y="4282"/>
                  </a:cubicBezTo>
                  <a:cubicBezTo>
                    <a:pt x="116933" y="6724"/>
                    <a:pt x="119208" y="6946"/>
                    <a:pt x="120345" y="6946"/>
                  </a:cubicBezTo>
                  <a:cubicBezTo>
                    <a:pt x="121937" y="6946"/>
                    <a:pt x="128533" y="7390"/>
                    <a:pt x="128533" y="12054"/>
                  </a:cubicBezTo>
                  <a:cubicBezTo>
                    <a:pt x="128533" y="15828"/>
                    <a:pt x="123302" y="21602"/>
                    <a:pt x="122392" y="22712"/>
                  </a:cubicBezTo>
                  <a:lnTo>
                    <a:pt x="69623" y="82000"/>
                  </a:lnTo>
                  <a:lnTo>
                    <a:pt x="44604" y="16051"/>
                  </a:lnTo>
                  <a:cubicBezTo>
                    <a:pt x="43239" y="12942"/>
                    <a:pt x="43239" y="12498"/>
                    <a:pt x="43239" y="12276"/>
                  </a:cubicBezTo>
                  <a:cubicBezTo>
                    <a:pt x="43239" y="6946"/>
                    <a:pt x="54384" y="6946"/>
                    <a:pt x="56659" y="6946"/>
                  </a:cubicBezTo>
                  <a:cubicBezTo>
                    <a:pt x="59843" y="6946"/>
                    <a:pt x="62117" y="6946"/>
                    <a:pt x="62117" y="2505"/>
                  </a:cubicBezTo>
                  <a:cubicBezTo>
                    <a:pt x="62117" y="63"/>
                    <a:pt x="59388" y="63"/>
                    <a:pt x="58706" y="63"/>
                  </a:cubicBezTo>
                  <a:cubicBezTo>
                    <a:pt x="52337" y="63"/>
                    <a:pt x="36416" y="729"/>
                    <a:pt x="30047" y="729"/>
                  </a:cubicBezTo>
                  <a:cubicBezTo>
                    <a:pt x="24361" y="729"/>
                    <a:pt x="10259" y="63"/>
                    <a:pt x="4572" y="63"/>
                  </a:cubicBezTo>
                  <a:cubicBezTo>
                    <a:pt x="3208" y="63"/>
                    <a:pt x="251" y="63"/>
                    <a:pt x="251" y="4504"/>
                  </a:cubicBezTo>
                  <a:cubicBezTo>
                    <a:pt x="251" y="6946"/>
                    <a:pt x="2525" y="6946"/>
                    <a:pt x="5482" y="6946"/>
                  </a:cubicBezTo>
                  <a:cubicBezTo>
                    <a:pt x="19129" y="6946"/>
                    <a:pt x="20039" y="8945"/>
                    <a:pt x="22086" y="14496"/>
                  </a:cubicBezTo>
                  <a:lnTo>
                    <a:pt x="50063" y="87551"/>
                  </a:lnTo>
                  <a:cubicBezTo>
                    <a:pt x="50290" y="88218"/>
                    <a:pt x="50972" y="90660"/>
                    <a:pt x="50972" y="91326"/>
                  </a:cubicBezTo>
                  <a:cubicBezTo>
                    <a:pt x="50972" y="91992"/>
                    <a:pt x="41874" y="127743"/>
                    <a:pt x="40737" y="131740"/>
                  </a:cubicBezTo>
                  <a:cubicBezTo>
                    <a:pt x="37780" y="143953"/>
                    <a:pt x="37553" y="144619"/>
                    <a:pt x="19357" y="144841"/>
                  </a:cubicBezTo>
                  <a:cubicBezTo>
                    <a:pt x="15035" y="144841"/>
                    <a:pt x="13216" y="144841"/>
                    <a:pt x="13216" y="149282"/>
                  </a:cubicBezTo>
                  <a:cubicBezTo>
                    <a:pt x="13216" y="151724"/>
                    <a:pt x="15945" y="151724"/>
                    <a:pt x="16400" y="151724"/>
                  </a:cubicBezTo>
                  <a:cubicBezTo>
                    <a:pt x="22768" y="151724"/>
                    <a:pt x="38690" y="151058"/>
                    <a:pt x="45059" y="151058"/>
                  </a:cubicBezTo>
                  <a:cubicBezTo>
                    <a:pt x="51427" y="151058"/>
                    <a:pt x="67804" y="151724"/>
                    <a:pt x="74172" y="151724"/>
                  </a:cubicBezTo>
                  <a:cubicBezTo>
                    <a:pt x="75765" y="151724"/>
                    <a:pt x="78494" y="151724"/>
                    <a:pt x="78494" y="147283"/>
                  </a:cubicBezTo>
                  <a:cubicBezTo>
                    <a:pt x="78494" y="144841"/>
                    <a:pt x="76447" y="144841"/>
                    <a:pt x="72125" y="144841"/>
                  </a:cubicBezTo>
                  <a:cubicBezTo>
                    <a:pt x="71670" y="144841"/>
                    <a:pt x="67349" y="144841"/>
                    <a:pt x="63482" y="144397"/>
                  </a:cubicBezTo>
                  <a:cubicBezTo>
                    <a:pt x="58706" y="143953"/>
                    <a:pt x="57341" y="143509"/>
                    <a:pt x="57341" y="140844"/>
                  </a:cubicBezTo>
                  <a:cubicBezTo>
                    <a:pt x="57341" y="139290"/>
                    <a:pt x="59388" y="131518"/>
                    <a:pt x="60525" y="126855"/>
                  </a:cubicBezTo>
                  <a:lnTo>
                    <a:pt x="68486" y="95545"/>
                  </a:lnTo>
                  <a:cubicBezTo>
                    <a:pt x="69623" y="91326"/>
                    <a:pt x="69851" y="90660"/>
                    <a:pt x="71670" y="88662"/>
                  </a:cubicBezTo>
                  <a:lnTo>
                    <a:pt x="128078"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59" name="Freeform: Shape 58">
              <a:extLst>
                <a:ext uri="{FF2B5EF4-FFF2-40B4-BE49-F238E27FC236}">
                  <a16:creationId xmlns:a16="http://schemas.microsoft.com/office/drawing/2014/main" id="{176B757D-F797-0E73-ED91-724CC43F3BD2}"/>
                </a:ext>
              </a:extLst>
            </p:cNvPr>
            <p:cNvSpPr/>
            <p:nvPr>
              <p:custDataLst>
                <p:tags r:id="rId109"/>
              </p:custDataLst>
            </p:nvPr>
          </p:nvSpPr>
          <p:spPr>
            <a:xfrm>
              <a:off x="8405490" y="3869182"/>
              <a:ext cx="48242" cy="104608"/>
            </a:xfrm>
            <a:custGeom>
              <a:avLst/>
              <a:gdLst>
                <a:gd name="connsiteX0" fmla="*/ 44359 w 48242"/>
                <a:gd name="connsiteY0" fmla="*/ 5971 h 104608"/>
                <a:gd name="connsiteX1" fmla="*/ 37991 w 48242"/>
                <a:gd name="connsiteY1" fmla="*/ 64 h 104608"/>
                <a:gd name="connsiteX2" fmla="*/ 29075 w 48242"/>
                <a:gd name="connsiteY2" fmla="*/ 8613 h 104608"/>
                <a:gd name="connsiteX3" fmla="*/ 35443 w 48242"/>
                <a:gd name="connsiteY3" fmla="*/ 14520 h 104608"/>
                <a:gd name="connsiteX4" fmla="*/ 44359 w 48242"/>
                <a:gd name="connsiteY4" fmla="*/ 5971 h 104608"/>
                <a:gd name="connsiteX5" fmla="*/ 11879 w 48242"/>
                <a:gd name="connsiteY5" fmla="*/ 84933 h 104608"/>
                <a:gd name="connsiteX6" fmla="*/ 10446 w 48242"/>
                <a:gd name="connsiteY6" fmla="*/ 91461 h 104608"/>
                <a:gd name="connsiteX7" fmla="*/ 25572 w 48242"/>
                <a:gd name="connsiteY7" fmla="*/ 104673 h 104608"/>
                <a:gd name="connsiteX8" fmla="*/ 48499 w 48242"/>
                <a:gd name="connsiteY8" fmla="*/ 80891 h 104608"/>
                <a:gd name="connsiteX9" fmla="*/ 45951 w 48242"/>
                <a:gd name="connsiteY9" fmla="*/ 78871 h 104608"/>
                <a:gd name="connsiteX10" fmla="*/ 42926 w 48242"/>
                <a:gd name="connsiteY10" fmla="*/ 81513 h 104608"/>
                <a:gd name="connsiteX11" fmla="*/ 26050 w 48242"/>
                <a:gd name="connsiteY11" fmla="*/ 100321 h 104608"/>
                <a:gd name="connsiteX12" fmla="*/ 22069 w 48242"/>
                <a:gd name="connsiteY12" fmla="*/ 94881 h 104608"/>
                <a:gd name="connsiteX13" fmla="*/ 24617 w 48242"/>
                <a:gd name="connsiteY13" fmla="*/ 84933 h 104608"/>
                <a:gd name="connsiteX14" fmla="*/ 29711 w 48242"/>
                <a:gd name="connsiteY14" fmla="*/ 72498 h 104608"/>
                <a:gd name="connsiteX15" fmla="*/ 37513 w 48242"/>
                <a:gd name="connsiteY15" fmla="*/ 52757 h 104608"/>
                <a:gd name="connsiteX16" fmla="*/ 38468 w 48242"/>
                <a:gd name="connsiteY16" fmla="*/ 47783 h 104608"/>
                <a:gd name="connsiteX17" fmla="*/ 23343 w 48242"/>
                <a:gd name="connsiteY17" fmla="*/ 34571 h 104608"/>
                <a:gd name="connsiteX18" fmla="*/ 257 w 48242"/>
                <a:gd name="connsiteY18" fmla="*/ 58353 h 104608"/>
                <a:gd name="connsiteX19" fmla="*/ 2963 w 48242"/>
                <a:gd name="connsiteY19" fmla="*/ 60374 h 104608"/>
                <a:gd name="connsiteX20" fmla="*/ 5829 w 48242"/>
                <a:gd name="connsiteY20" fmla="*/ 57887 h 104608"/>
                <a:gd name="connsiteX21" fmla="*/ 22865 w 48242"/>
                <a:gd name="connsiteY21" fmla="*/ 38923 h 104608"/>
                <a:gd name="connsiteX22" fmla="*/ 26846 w 48242"/>
                <a:gd name="connsiteY22" fmla="*/ 44364 h 104608"/>
                <a:gd name="connsiteX23" fmla="*/ 21910 w 48242"/>
                <a:gd name="connsiteY23" fmla="*/ 59907 h 104608"/>
                <a:gd name="connsiteX24" fmla="*/ 11879 w 48242"/>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42" h="104608">
                  <a:moveTo>
                    <a:pt x="44359" y="5971"/>
                  </a:moveTo>
                  <a:cubicBezTo>
                    <a:pt x="44359" y="3484"/>
                    <a:pt x="42449" y="64"/>
                    <a:pt x="37991" y="64"/>
                  </a:cubicBezTo>
                  <a:cubicBezTo>
                    <a:pt x="33692" y="64"/>
                    <a:pt x="29075" y="4106"/>
                    <a:pt x="29075" y="8613"/>
                  </a:cubicBezTo>
                  <a:cubicBezTo>
                    <a:pt x="29075" y="11256"/>
                    <a:pt x="31144" y="14520"/>
                    <a:pt x="35443" y="14520"/>
                  </a:cubicBezTo>
                  <a:cubicBezTo>
                    <a:pt x="40061" y="14520"/>
                    <a:pt x="44359" y="10168"/>
                    <a:pt x="44359" y="5971"/>
                  </a:cubicBezTo>
                  <a:close/>
                  <a:moveTo>
                    <a:pt x="11879" y="84933"/>
                  </a:moveTo>
                  <a:cubicBezTo>
                    <a:pt x="11242" y="86953"/>
                    <a:pt x="10446" y="88819"/>
                    <a:pt x="10446" y="91461"/>
                  </a:cubicBezTo>
                  <a:cubicBezTo>
                    <a:pt x="10446" y="98767"/>
                    <a:pt x="16815" y="104673"/>
                    <a:pt x="25572" y="104673"/>
                  </a:cubicBezTo>
                  <a:cubicBezTo>
                    <a:pt x="41493" y="104673"/>
                    <a:pt x="48499" y="83223"/>
                    <a:pt x="48499" y="80891"/>
                  </a:cubicBezTo>
                  <a:cubicBezTo>
                    <a:pt x="48499" y="78871"/>
                    <a:pt x="46429" y="78871"/>
                    <a:pt x="45951" y="78871"/>
                  </a:cubicBezTo>
                  <a:cubicBezTo>
                    <a:pt x="43722" y="78871"/>
                    <a:pt x="43563" y="79803"/>
                    <a:pt x="42926" y="81513"/>
                  </a:cubicBezTo>
                  <a:cubicBezTo>
                    <a:pt x="39264" y="93948"/>
                    <a:pt x="32259" y="100321"/>
                    <a:pt x="26050" y="100321"/>
                  </a:cubicBezTo>
                  <a:cubicBezTo>
                    <a:pt x="22865" y="100321"/>
                    <a:pt x="22069" y="98300"/>
                    <a:pt x="22069" y="94881"/>
                  </a:cubicBezTo>
                  <a:cubicBezTo>
                    <a:pt x="22069" y="91306"/>
                    <a:pt x="23184" y="88352"/>
                    <a:pt x="24617" y="84933"/>
                  </a:cubicBezTo>
                  <a:cubicBezTo>
                    <a:pt x="26209" y="80736"/>
                    <a:pt x="27960" y="76539"/>
                    <a:pt x="29711" y="72498"/>
                  </a:cubicBezTo>
                  <a:cubicBezTo>
                    <a:pt x="31144" y="68767"/>
                    <a:pt x="36876" y="54622"/>
                    <a:pt x="37513" y="52757"/>
                  </a:cubicBezTo>
                  <a:cubicBezTo>
                    <a:pt x="37991" y="51203"/>
                    <a:pt x="38468" y="49338"/>
                    <a:pt x="38468" y="47783"/>
                  </a:cubicBezTo>
                  <a:cubicBezTo>
                    <a:pt x="38468" y="40478"/>
                    <a:pt x="32100" y="34571"/>
                    <a:pt x="23343" y="34571"/>
                  </a:cubicBezTo>
                  <a:cubicBezTo>
                    <a:pt x="7581" y="34571"/>
                    <a:pt x="257" y="55711"/>
                    <a:pt x="257" y="58353"/>
                  </a:cubicBezTo>
                  <a:cubicBezTo>
                    <a:pt x="257" y="60374"/>
                    <a:pt x="2486" y="60374"/>
                    <a:pt x="2963" y="60374"/>
                  </a:cubicBezTo>
                  <a:cubicBezTo>
                    <a:pt x="5192" y="60374"/>
                    <a:pt x="5351" y="59596"/>
                    <a:pt x="5829" y="57887"/>
                  </a:cubicBezTo>
                  <a:cubicBezTo>
                    <a:pt x="9969" y="44519"/>
                    <a:pt x="16974" y="38923"/>
                    <a:pt x="22865" y="38923"/>
                  </a:cubicBezTo>
                  <a:cubicBezTo>
                    <a:pt x="25413" y="38923"/>
                    <a:pt x="26846" y="40167"/>
                    <a:pt x="26846" y="44364"/>
                  </a:cubicBezTo>
                  <a:cubicBezTo>
                    <a:pt x="26846" y="47939"/>
                    <a:pt x="25890" y="50270"/>
                    <a:pt x="21910" y="59907"/>
                  </a:cubicBezTo>
                  <a:lnTo>
                    <a:pt x="11879"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60" name="Freeform: Shape 59">
              <a:extLst>
                <a:ext uri="{FF2B5EF4-FFF2-40B4-BE49-F238E27FC236}">
                  <a16:creationId xmlns:a16="http://schemas.microsoft.com/office/drawing/2014/main" id="{9BB574C7-6DAA-A282-8FA4-778B9FD101DF}"/>
                </a:ext>
              </a:extLst>
            </p:cNvPr>
            <p:cNvSpPr/>
            <p:nvPr>
              <p:custDataLst>
                <p:tags r:id="rId110"/>
              </p:custDataLst>
            </p:nvPr>
          </p:nvSpPr>
          <p:spPr>
            <a:xfrm>
              <a:off x="8478735" y="3772390"/>
              <a:ext cx="31160" cy="222052"/>
            </a:xfrm>
            <a:custGeom>
              <a:avLst/>
              <a:gdLst>
                <a:gd name="connsiteX0" fmla="*/ 31421 w 31160"/>
                <a:gd name="connsiteY0" fmla="*/ 63 h 222052"/>
                <a:gd name="connsiteX1" fmla="*/ 260 w 31160"/>
                <a:gd name="connsiteY1" fmla="*/ 63 h 222052"/>
                <a:gd name="connsiteX2" fmla="*/ 260 w 31160"/>
                <a:gd name="connsiteY2" fmla="*/ 8945 h 222052"/>
                <a:gd name="connsiteX3" fmla="*/ 22323 w 31160"/>
                <a:gd name="connsiteY3" fmla="*/ 8945 h 222052"/>
                <a:gd name="connsiteX4" fmla="*/ 22323 w 31160"/>
                <a:gd name="connsiteY4" fmla="*/ 213233 h 222052"/>
                <a:gd name="connsiteX5" fmla="*/ 260 w 31160"/>
                <a:gd name="connsiteY5" fmla="*/ 213233 h 222052"/>
                <a:gd name="connsiteX6" fmla="*/ 260 w 31160"/>
                <a:gd name="connsiteY6" fmla="*/ 222115 h 222052"/>
                <a:gd name="connsiteX7" fmla="*/ 31421 w 31160"/>
                <a:gd name="connsiteY7" fmla="*/ 222115 h 222052"/>
                <a:gd name="connsiteX8" fmla="*/ 31421 w 3116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421" y="63"/>
                  </a:moveTo>
                  <a:lnTo>
                    <a:pt x="260" y="63"/>
                  </a:lnTo>
                  <a:lnTo>
                    <a:pt x="260" y="8945"/>
                  </a:lnTo>
                  <a:lnTo>
                    <a:pt x="22323" y="8945"/>
                  </a:lnTo>
                  <a:lnTo>
                    <a:pt x="22323" y="213233"/>
                  </a:lnTo>
                  <a:lnTo>
                    <a:pt x="260" y="213233"/>
                  </a:lnTo>
                  <a:lnTo>
                    <a:pt x="260" y="222115"/>
                  </a:lnTo>
                  <a:lnTo>
                    <a:pt x="31421" y="222115"/>
                  </a:lnTo>
                  <a:lnTo>
                    <a:pt x="31421"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61" name="Freeform: Shape 60">
              <a:extLst>
                <a:ext uri="{FF2B5EF4-FFF2-40B4-BE49-F238E27FC236}">
                  <a16:creationId xmlns:a16="http://schemas.microsoft.com/office/drawing/2014/main" id="{4F829CF6-1AAA-E62B-48C3-AEE0BF441EB5}"/>
                </a:ext>
              </a:extLst>
            </p:cNvPr>
            <p:cNvSpPr/>
            <p:nvPr>
              <p:custDataLst>
                <p:tags r:id="rId111"/>
              </p:custDataLst>
            </p:nvPr>
          </p:nvSpPr>
          <p:spPr>
            <a:xfrm>
              <a:off x="8549877" y="3772390"/>
              <a:ext cx="52768" cy="222052"/>
            </a:xfrm>
            <a:custGeom>
              <a:avLst/>
              <a:gdLst>
                <a:gd name="connsiteX0" fmla="*/ 53031 w 52768"/>
                <a:gd name="connsiteY0" fmla="*/ 111089 h 222052"/>
                <a:gd name="connsiteX1" fmla="*/ 38020 w 52768"/>
                <a:gd name="connsiteY1" fmla="*/ 41809 h 222052"/>
                <a:gd name="connsiteX2" fmla="*/ 2537 w 52768"/>
                <a:gd name="connsiteY2" fmla="*/ 63 h 222052"/>
                <a:gd name="connsiteX3" fmla="*/ 263 w 52768"/>
                <a:gd name="connsiteY3" fmla="*/ 2283 h 222052"/>
                <a:gd name="connsiteX4" fmla="*/ 4584 w 52768"/>
                <a:gd name="connsiteY4" fmla="*/ 7390 h 222052"/>
                <a:gd name="connsiteX5" fmla="*/ 39839 w 52768"/>
                <a:gd name="connsiteY5" fmla="*/ 111089 h 222052"/>
                <a:gd name="connsiteX6" fmla="*/ 3220 w 52768"/>
                <a:gd name="connsiteY6" fmla="*/ 216120 h 222052"/>
                <a:gd name="connsiteX7" fmla="*/ 263 w 52768"/>
                <a:gd name="connsiteY7" fmla="*/ 219895 h 222052"/>
                <a:gd name="connsiteX8" fmla="*/ 2537 w 52768"/>
                <a:gd name="connsiteY8" fmla="*/ 222115 h 222052"/>
                <a:gd name="connsiteX9" fmla="*/ 38702 w 52768"/>
                <a:gd name="connsiteY9" fmla="*/ 178815 h 222052"/>
                <a:gd name="connsiteX10" fmla="*/ 53031 w 52768"/>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68" h="222052">
                  <a:moveTo>
                    <a:pt x="53031" y="111089"/>
                  </a:moveTo>
                  <a:cubicBezTo>
                    <a:pt x="53031" y="93769"/>
                    <a:pt x="50529" y="66901"/>
                    <a:pt x="38020" y="41809"/>
                  </a:cubicBezTo>
                  <a:cubicBezTo>
                    <a:pt x="24372" y="14496"/>
                    <a:pt x="4812" y="63"/>
                    <a:pt x="2537" y="63"/>
                  </a:cubicBezTo>
                  <a:cubicBezTo>
                    <a:pt x="1172" y="63"/>
                    <a:pt x="263" y="951"/>
                    <a:pt x="263" y="2283"/>
                  </a:cubicBezTo>
                  <a:cubicBezTo>
                    <a:pt x="263" y="2949"/>
                    <a:pt x="263" y="3394"/>
                    <a:pt x="4584" y="7390"/>
                  </a:cubicBezTo>
                  <a:cubicBezTo>
                    <a:pt x="26874" y="29374"/>
                    <a:pt x="39839" y="64680"/>
                    <a:pt x="39839" y="111089"/>
                  </a:cubicBezTo>
                  <a:cubicBezTo>
                    <a:pt x="39839" y="149060"/>
                    <a:pt x="31423" y="188141"/>
                    <a:pt x="3220" y="216120"/>
                  </a:cubicBezTo>
                  <a:cubicBezTo>
                    <a:pt x="263" y="218784"/>
                    <a:pt x="263" y="219228"/>
                    <a:pt x="263" y="219895"/>
                  </a:cubicBezTo>
                  <a:cubicBezTo>
                    <a:pt x="263" y="221227"/>
                    <a:pt x="1172" y="222115"/>
                    <a:pt x="2537" y="222115"/>
                  </a:cubicBezTo>
                  <a:cubicBezTo>
                    <a:pt x="4812" y="222115"/>
                    <a:pt x="25282" y="207016"/>
                    <a:pt x="38702" y="178815"/>
                  </a:cubicBezTo>
                  <a:cubicBezTo>
                    <a:pt x="50302" y="154389"/>
                    <a:pt x="53031" y="129741"/>
                    <a:pt x="53031"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62" name="Freeform: Shape 61">
              <a:extLst>
                <a:ext uri="{FF2B5EF4-FFF2-40B4-BE49-F238E27FC236}">
                  <a16:creationId xmlns:a16="http://schemas.microsoft.com/office/drawing/2014/main" id="{E47084EB-926D-7ABC-46B1-B4322129A2C4}"/>
                </a:ext>
              </a:extLst>
            </p:cNvPr>
            <p:cNvSpPr/>
            <p:nvPr>
              <p:custDataLst>
                <p:tags r:id="rId112"/>
              </p:custDataLst>
            </p:nvPr>
          </p:nvSpPr>
          <p:spPr>
            <a:xfrm>
              <a:off x="8630370" y="3772390"/>
              <a:ext cx="31160" cy="222052"/>
            </a:xfrm>
            <a:custGeom>
              <a:avLst/>
              <a:gdLst>
                <a:gd name="connsiteX0" fmla="*/ 31427 w 31160"/>
                <a:gd name="connsiteY0" fmla="*/ 63 h 222052"/>
                <a:gd name="connsiteX1" fmla="*/ 267 w 31160"/>
                <a:gd name="connsiteY1" fmla="*/ 63 h 222052"/>
                <a:gd name="connsiteX2" fmla="*/ 267 w 31160"/>
                <a:gd name="connsiteY2" fmla="*/ 8945 h 222052"/>
                <a:gd name="connsiteX3" fmla="*/ 22329 w 31160"/>
                <a:gd name="connsiteY3" fmla="*/ 8945 h 222052"/>
                <a:gd name="connsiteX4" fmla="*/ 22329 w 31160"/>
                <a:gd name="connsiteY4" fmla="*/ 213233 h 222052"/>
                <a:gd name="connsiteX5" fmla="*/ 267 w 31160"/>
                <a:gd name="connsiteY5" fmla="*/ 213233 h 222052"/>
                <a:gd name="connsiteX6" fmla="*/ 267 w 31160"/>
                <a:gd name="connsiteY6" fmla="*/ 222115 h 222052"/>
                <a:gd name="connsiteX7" fmla="*/ 31427 w 31160"/>
                <a:gd name="connsiteY7" fmla="*/ 222115 h 222052"/>
                <a:gd name="connsiteX8" fmla="*/ 31427 w 31160"/>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60" h="222052">
                  <a:moveTo>
                    <a:pt x="31427" y="63"/>
                  </a:moveTo>
                  <a:lnTo>
                    <a:pt x="267" y="63"/>
                  </a:lnTo>
                  <a:lnTo>
                    <a:pt x="267" y="8945"/>
                  </a:lnTo>
                  <a:lnTo>
                    <a:pt x="22329" y="8945"/>
                  </a:lnTo>
                  <a:lnTo>
                    <a:pt x="22329" y="213233"/>
                  </a:lnTo>
                  <a:lnTo>
                    <a:pt x="267" y="213233"/>
                  </a:lnTo>
                  <a:lnTo>
                    <a:pt x="267" y="222115"/>
                  </a:lnTo>
                  <a:lnTo>
                    <a:pt x="31427" y="222115"/>
                  </a:lnTo>
                  <a:lnTo>
                    <a:pt x="31427"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sp>
        <p:nvSpPr>
          <p:cNvPr id="63" name="TextBox 62">
            <a:extLst>
              <a:ext uri="{FF2B5EF4-FFF2-40B4-BE49-F238E27FC236}">
                <a16:creationId xmlns:a16="http://schemas.microsoft.com/office/drawing/2014/main" id="{B7C963A3-5AA2-5087-3C6D-8475B900DBBF}"/>
              </a:ext>
            </a:extLst>
          </p:cNvPr>
          <p:cNvSpPr txBox="1"/>
          <p:nvPr/>
        </p:nvSpPr>
        <p:spPr>
          <a:xfrm>
            <a:off x="1262934" y="2391055"/>
            <a:ext cx="7819474" cy="338554"/>
          </a:xfrm>
          <a:prstGeom prst="rect">
            <a:avLst/>
          </a:prstGeom>
          <a:noFill/>
        </p:spPr>
        <p:txBody>
          <a:bodyPr wrap="square">
            <a:spAutoFit/>
          </a:bodyPr>
          <a:lstStyle/>
          <a:p>
            <a:pPr lvl="0">
              <a:defRPr/>
            </a:pPr>
            <a:r>
              <a:rPr lang="en-US" sz="1600">
                <a:solidFill>
                  <a:schemeClr val="bg1"/>
                </a:solidFill>
              </a:rPr>
              <a:t>The covariance of a variable with itself is its variance. </a:t>
            </a:r>
            <a:endParaRPr kumimoji="0" lang="es-CO" sz="1600" i="0" u="sng" strike="noStrike" kern="1200" cap="none" spc="0" normalizeH="0" baseline="0" noProof="0">
              <a:ln>
                <a:noFill/>
              </a:ln>
              <a:solidFill>
                <a:srgbClr val="FAC228"/>
              </a:solidFill>
              <a:effectLst/>
              <a:uLnTx/>
              <a:uFillTx/>
              <a:latin typeface="Aptos" panose="020B0004020202020204"/>
              <a:ea typeface="+mn-ea"/>
              <a:cs typeface="+mn-cs"/>
            </a:endParaRPr>
          </a:p>
        </p:txBody>
      </p:sp>
      <p:sp>
        <p:nvSpPr>
          <p:cNvPr id="65" name="TextBox 64">
            <a:extLst>
              <a:ext uri="{FF2B5EF4-FFF2-40B4-BE49-F238E27FC236}">
                <a16:creationId xmlns:a16="http://schemas.microsoft.com/office/drawing/2014/main" id="{6BBC2461-D4DB-69E7-DC28-B53FAC332B5E}"/>
              </a:ext>
            </a:extLst>
          </p:cNvPr>
          <p:cNvSpPr txBox="1"/>
          <p:nvPr/>
        </p:nvSpPr>
        <p:spPr>
          <a:xfrm>
            <a:off x="1262934" y="4090889"/>
            <a:ext cx="8828513" cy="338554"/>
          </a:xfrm>
          <a:prstGeom prst="rect">
            <a:avLst/>
          </a:prstGeom>
          <a:noFill/>
        </p:spPr>
        <p:txBody>
          <a:bodyPr wrap="square">
            <a:spAutoFit/>
          </a:bodyPr>
          <a:lstStyle/>
          <a:p>
            <a:pPr lvl="0">
              <a:defRPr/>
            </a:pPr>
            <a:r>
              <a:rPr lang="en-US" sz="1600">
                <a:solidFill>
                  <a:schemeClr val="bg1"/>
                </a:solidFill>
              </a:rPr>
              <a:t>The covariance between linear functions of the variables of interest is given by:</a:t>
            </a:r>
            <a:endParaRPr kumimoji="0" lang="es-CO" sz="1600" i="0" u="sng" strike="noStrike" kern="1200" cap="none" spc="0" normalizeH="0" baseline="0" noProof="0">
              <a:ln>
                <a:noFill/>
              </a:ln>
              <a:solidFill>
                <a:srgbClr val="FAC228"/>
              </a:solidFill>
              <a:effectLst/>
              <a:uLnTx/>
              <a:uFillTx/>
              <a:latin typeface="Aptos" panose="020B0004020202020204"/>
              <a:ea typeface="+mn-ea"/>
              <a:cs typeface="+mn-cs"/>
            </a:endParaRPr>
          </a:p>
        </p:txBody>
      </p:sp>
      <p:grpSp>
        <p:nvGrpSpPr>
          <p:cNvPr id="66" name="Group 65">
            <a:extLst>
              <a:ext uri="{FF2B5EF4-FFF2-40B4-BE49-F238E27FC236}">
                <a16:creationId xmlns:a16="http://schemas.microsoft.com/office/drawing/2014/main" id="{FE2819A3-46D2-1643-6DBA-8E7AAAABFC99}"/>
              </a:ext>
            </a:extLst>
          </p:cNvPr>
          <p:cNvGrpSpPr>
            <a:grpSpLocks noChangeAspect="1"/>
          </p:cNvGrpSpPr>
          <p:nvPr>
            <p:custDataLst>
              <p:tags r:id="rId3"/>
            </p:custDataLst>
          </p:nvPr>
        </p:nvGrpSpPr>
        <p:grpSpPr>
          <a:xfrm>
            <a:off x="1368174" y="2810765"/>
            <a:ext cx="1808929" cy="222110"/>
            <a:chOff x="3498337" y="3561304"/>
            <a:chExt cx="1953094" cy="239811"/>
          </a:xfrm>
        </p:grpSpPr>
        <p:sp>
          <p:nvSpPr>
            <p:cNvPr id="67" name="Freeform: Shape 66">
              <a:extLst>
                <a:ext uri="{FF2B5EF4-FFF2-40B4-BE49-F238E27FC236}">
                  <a16:creationId xmlns:a16="http://schemas.microsoft.com/office/drawing/2014/main" id="{B6B310AC-FA3B-9C9B-01A9-17B6A4401F47}"/>
                </a:ext>
              </a:extLst>
            </p:cNvPr>
            <p:cNvSpPr/>
            <p:nvPr>
              <p:custDataLst>
                <p:tags r:id="rId65"/>
              </p:custDataLst>
            </p:nvPr>
          </p:nvSpPr>
          <p:spPr>
            <a:xfrm>
              <a:off x="3498337" y="3587976"/>
              <a:ext cx="162169" cy="158045"/>
            </a:xfrm>
            <a:custGeom>
              <a:avLst/>
              <a:gdLst>
                <a:gd name="connsiteX0" fmla="*/ 162246 w 162169"/>
                <a:gd name="connsiteY0" fmla="*/ 2237 h 158045"/>
                <a:gd name="connsiteX1" fmla="*/ 159734 w 162169"/>
                <a:gd name="connsiteY1" fmla="*/ 63 h 158045"/>
                <a:gd name="connsiteX2" fmla="*/ 156308 w 162169"/>
                <a:gd name="connsiteY2" fmla="*/ 2671 h 158045"/>
                <a:gd name="connsiteX3" fmla="*/ 140319 w 162169"/>
                <a:gd name="connsiteY3" fmla="*/ 19411 h 158045"/>
                <a:gd name="connsiteX4" fmla="*/ 102404 w 162169"/>
                <a:gd name="connsiteY4" fmla="*/ 63 h 158045"/>
                <a:gd name="connsiteX5" fmla="*/ 77 w 162169"/>
                <a:gd name="connsiteY5" fmla="*/ 98542 h 158045"/>
                <a:gd name="connsiteX6" fmla="*/ 61975 w 162169"/>
                <a:gd name="connsiteY6" fmla="*/ 158108 h 158045"/>
                <a:gd name="connsiteX7" fmla="*/ 111311 w 162169"/>
                <a:gd name="connsiteY7" fmla="*/ 139412 h 158045"/>
                <a:gd name="connsiteX8" fmla="*/ 136436 w 162169"/>
                <a:gd name="connsiteY8" fmla="*/ 101151 h 158045"/>
                <a:gd name="connsiteX9" fmla="*/ 133695 w 162169"/>
                <a:gd name="connsiteY9" fmla="*/ 98977 h 158045"/>
                <a:gd name="connsiteX10" fmla="*/ 130726 w 162169"/>
                <a:gd name="connsiteY10" fmla="*/ 101151 h 158045"/>
                <a:gd name="connsiteX11" fmla="*/ 107657 w 162169"/>
                <a:gd name="connsiteY11" fmla="*/ 135499 h 158045"/>
                <a:gd name="connsiteX12" fmla="*/ 65630 w 162169"/>
                <a:gd name="connsiteY12" fmla="*/ 151369 h 158045"/>
                <a:gd name="connsiteX13" fmla="*/ 20862 w 162169"/>
                <a:gd name="connsiteY13" fmla="*/ 106151 h 158045"/>
                <a:gd name="connsiteX14" fmla="*/ 48499 w 162169"/>
                <a:gd name="connsiteY14" fmla="*/ 33107 h 158045"/>
                <a:gd name="connsiteX15" fmla="*/ 104231 w 162169"/>
                <a:gd name="connsiteY15" fmla="*/ 6802 h 158045"/>
                <a:gd name="connsiteX16" fmla="*/ 141004 w 162169"/>
                <a:gd name="connsiteY16" fmla="*/ 48759 h 158045"/>
                <a:gd name="connsiteX17" fmla="*/ 140319 w 162169"/>
                <a:gd name="connsiteY17" fmla="*/ 59846 h 158045"/>
                <a:gd name="connsiteX18" fmla="*/ 143745 w 162169"/>
                <a:gd name="connsiteY18" fmla="*/ 62020 h 158045"/>
                <a:gd name="connsiteX19" fmla="*/ 147857 w 162169"/>
                <a:gd name="connsiteY19" fmla="*/ 57672 h 158045"/>
                <a:gd name="connsiteX20" fmla="*/ 162246 w 162169"/>
                <a:gd name="connsiteY20" fmla="*/ 2237 h 15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2169" h="158045">
                  <a:moveTo>
                    <a:pt x="162246" y="2237"/>
                  </a:moveTo>
                  <a:cubicBezTo>
                    <a:pt x="162246" y="1585"/>
                    <a:pt x="161790" y="63"/>
                    <a:pt x="159734" y="63"/>
                  </a:cubicBezTo>
                  <a:cubicBezTo>
                    <a:pt x="159049" y="63"/>
                    <a:pt x="158820" y="280"/>
                    <a:pt x="156308" y="2671"/>
                  </a:cubicBezTo>
                  <a:lnTo>
                    <a:pt x="140319" y="19411"/>
                  </a:lnTo>
                  <a:cubicBezTo>
                    <a:pt x="138264" y="16367"/>
                    <a:pt x="127757" y="63"/>
                    <a:pt x="102404" y="63"/>
                  </a:cubicBezTo>
                  <a:cubicBezTo>
                    <a:pt x="51469" y="63"/>
                    <a:pt x="77" y="48107"/>
                    <a:pt x="77" y="98542"/>
                  </a:cubicBezTo>
                  <a:cubicBezTo>
                    <a:pt x="77" y="134412"/>
                    <a:pt x="27029" y="158108"/>
                    <a:pt x="61975" y="158108"/>
                  </a:cubicBezTo>
                  <a:cubicBezTo>
                    <a:pt x="81847" y="158108"/>
                    <a:pt x="99206" y="149412"/>
                    <a:pt x="111311" y="139412"/>
                  </a:cubicBezTo>
                  <a:cubicBezTo>
                    <a:pt x="132553" y="121586"/>
                    <a:pt x="136436" y="101803"/>
                    <a:pt x="136436" y="101151"/>
                  </a:cubicBezTo>
                  <a:cubicBezTo>
                    <a:pt x="136436" y="98977"/>
                    <a:pt x="134152" y="98977"/>
                    <a:pt x="133695" y="98977"/>
                  </a:cubicBezTo>
                  <a:cubicBezTo>
                    <a:pt x="132325" y="98977"/>
                    <a:pt x="131183" y="99412"/>
                    <a:pt x="130726" y="101151"/>
                  </a:cubicBezTo>
                  <a:cubicBezTo>
                    <a:pt x="128670" y="107455"/>
                    <a:pt x="123417" y="122890"/>
                    <a:pt x="107657" y="135499"/>
                  </a:cubicBezTo>
                  <a:cubicBezTo>
                    <a:pt x="91897" y="147673"/>
                    <a:pt x="77507" y="151369"/>
                    <a:pt x="65630" y="151369"/>
                  </a:cubicBezTo>
                  <a:cubicBezTo>
                    <a:pt x="45073" y="151369"/>
                    <a:pt x="20862" y="140064"/>
                    <a:pt x="20862" y="106151"/>
                  </a:cubicBezTo>
                  <a:cubicBezTo>
                    <a:pt x="20862" y="93760"/>
                    <a:pt x="25658" y="58542"/>
                    <a:pt x="48499" y="33107"/>
                  </a:cubicBezTo>
                  <a:cubicBezTo>
                    <a:pt x="62432" y="17672"/>
                    <a:pt x="83902" y="6802"/>
                    <a:pt x="104231" y="6802"/>
                  </a:cubicBezTo>
                  <a:cubicBezTo>
                    <a:pt x="127528" y="6802"/>
                    <a:pt x="141004" y="23541"/>
                    <a:pt x="141004" y="48759"/>
                  </a:cubicBezTo>
                  <a:cubicBezTo>
                    <a:pt x="141004" y="57455"/>
                    <a:pt x="140319" y="57672"/>
                    <a:pt x="140319" y="59846"/>
                  </a:cubicBezTo>
                  <a:cubicBezTo>
                    <a:pt x="140319" y="62020"/>
                    <a:pt x="142832" y="62020"/>
                    <a:pt x="143745" y="62020"/>
                  </a:cubicBezTo>
                  <a:cubicBezTo>
                    <a:pt x="146715" y="62020"/>
                    <a:pt x="146715" y="61585"/>
                    <a:pt x="147857" y="57672"/>
                  </a:cubicBezTo>
                  <a:lnTo>
                    <a:pt x="162246" y="223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68" name="Freeform: Shape 67">
              <a:extLst>
                <a:ext uri="{FF2B5EF4-FFF2-40B4-BE49-F238E27FC236}">
                  <a16:creationId xmlns:a16="http://schemas.microsoft.com/office/drawing/2014/main" id="{009B028D-6207-76F5-0D04-ACCFF8103484}"/>
                </a:ext>
              </a:extLst>
            </p:cNvPr>
            <p:cNvSpPr/>
            <p:nvPr>
              <p:custDataLst>
                <p:tags r:id="rId66"/>
              </p:custDataLst>
            </p:nvPr>
          </p:nvSpPr>
          <p:spPr>
            <a:xfrm>
              <a:off x="3677694" y="3587976"/>
              <a:ext cx="157829" cy="158045"/>
            </a:xfrm>
            <a:custGeom>
              <a:avLst/>
              <a:gdLst>
                <a:gd name="connsiteX0" fmla="*/ 157915 w 157829"/>
                <a:gd name="connsiteY0" fmla="*/ 58542 h 158045"/>
                <a:gd name="connsiteX1" fmla="*/ 99670 w 157829"/>
                <a:gd name="connsiteY1" fmla="*/ 63 h 158045"/>
                <a:gd name="connsiteX2" fmla="*/ 85 w 157829"/>
                <a:gd name="connsiteY2" fmla="*/ 100064 h 158045"/>
                <a:gd name="connsiteX3" fmla="*/ 58557 w 157829"/>
                <a:gd name="connsiteY3" fmla="*/ 158108 h 158045"/>
                <a:gd name="connsiteX4" fmla="*/ 157915 w 157829"/>
                <a:gd name="connsiteY4" fmla="*/ 58542 h 158045"/>
                <a:gd name="connsiteX5" fmla="*/ 59927 w 157829"/>
                <a:gd name="connsiteY5" fmla="*/ 152456 h 158045"/>
                <a:gd name="connsiteX6" fmla="*/ 21327 w 157829"/>
                <a:gd name="connsiteY6" fmla="*/ 106151 h 158045"/>
                <a:gd name="connsiteX7" fmla="*/ 42112 w 157829"/>
                <a:gd name="connsiteY7" fmla="*/ 39411 h 158045"/>
                <a:gd name="connsiteX8" fmla="*/ 98300 w 157829"/>
                <a:gd name="connsiteY8" fmla="*/ 5498 h 158045"/>
                <a:gd name="connsiteX9" fmla="*/ 137586 w 157829"/>
                <a:gd name="connsiteY9" fmla="*/ 50063 h 158045"/>
                <a:gd name="connsiteX10" fmla="*/ 108807 w 157829"/>
                <a:gd name="connsiteY10" fmla="*/ 126369 h 158045"/>
                <a:gd name="connsiteX11" fmla="*/ 59927 w 157829"/>
                <a:gd name="connsiteY11" fmla="*/ 152456 h 15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829" h="158045">
                  <a:moveTo>
                    <a:pt x="157915" y="58542"/>
                  </a:moveTo>
                  <a:cubicBezTo>
                    <a:pt x="157915" y="23541"/>
                    <a:pt x="133703" y="63"/>
                    <a:pt x="99670" y="63"/>
                  </a:cubicBezTo>
                  <a:cubicBezTo>
                    <a:pt x="50334" y="63"/>
                    <a:pt x="85" y="49411"/>
                    <a:pt x="85" y="100064"/>
                  </a:cubicBezTo>
                  <a:cubicBezTo>
                    <a:pt x="85" y="136151"/>
                    <a:pt x="25666" y="158108"/>
                    <a:pt x="58557" y="158108"/>
                  </a:cubicBezTo>
                  <a:cubicBezTo>
                    <a:pt x="106980" y="158108"/>
                    <a:pt x="157915" y="110499"/>
                    <a:pt x="157915" y="58542"/>
                  </a:cubicBezTo>
                  <a:close/>
                  <a:moveTo>
                    <a:pt x="59927" y="152456"/>
                  </a:moveTo>
                  <a:cubicBezTo>
                    <a:pt x="37315" y="152456"/>
                    <a:pt x="21327" y="134847"/>
                    <a:pt x="21327" y="106151"/>
                  </a:cubicBezTo>
                  <a:cubicBezTo>
                    <a:pt x="21327" y="96586"/>
                    <a:pt x="24524" y="64846"/>
                    <a:pt x="42112" y="39411"/>
                  </a:cubicBezTo>
                  <a:cubicBezTo>
                    <a:pt x="57872" y="16802"/>
                    <a:pt x="80256" y="5498"/>
                    <a:pt x="98300" y="5498"/>
                  </a:cubicBezTo>
                  <a:cubicBezTo>
                    <a:pt x="117029" y="5498"/>
                    <a:pt x="137586" y="17672"/>
                    <a:pt x="137586" y="50063"/>
                  </a:cubicBezTo>
                  <a:cubicBezTo>
                    <a:pt x="137586" y="65716"/>
                    <a:pt x="131419" y="99629"/>
                    <a:pt x="108807" y="126369"/>
                  </a:cubicBezTo>
                  <a:cubicBezTo>
                    <a:pt x="97843" y="139630"/>
                    <a:pt x="79114" y="152456"/>
                    <a:pt x="59927" y="15245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69" name="Freeform: Shape 68">
              <a:extLst>
                <a:ext uri="{FF2B5EF4-FFF2-40B4-BE49-F238E27FC236}">
                  <a16:creationId xmlns:a16="http://schemas.microsoft.com/office/drawing/2014/main" id="{484BD390-AA6C-B419-E8A1-9C4C6070D7B8}"/>
                </a:ext>
              </a:extLst>
            </p:cNvPr>
            <p:cNvSpPr/>
            <p:nvPr>
              <p:custDataLst>
                <p:tags r:id="rId67"/>
              </p:custDataLst>
            </p:nvPr>
          </p:nvSpPr>
          <p:spPr>
            <a:xfrm>
              <a:off x="3859862" y="3592759"/>
              <a:ext cx="162854" cy="153262"/>
            </a:xfrm>
            <a:custGeom>
              <a:avLst/>
              <a:gdLst>
                <a:gd name="connsiteX0" fmla="*/ 130742 w 162854"/>
                <a:gd name="connsiteY0" fmla="*/ 24846 h 153262"/>
                <a:gd name="connsiteX1" fmla="*/ 159978 w 162854"/>
                <a:gd name="connsiteY1" fmla="*/ 6802 h 153262"/>
                <a:gd name="connsiteX2" fmla="*/ 162947 w 162854"/>
                <a:gd name="connsiteY2" fmla="*/ 2671 h 153262"/>
                <a:gd name="connsiteX3" fmla="*/ 159978 w 162854"/>
                <a:gd name="connsiteY3" fmla="*/ 63 h 153262"/>
                <a:gd name="connsiteX4" fmla="*/ 141249 w 162854"/>
                <a:gd name="connsiteY4" fmla="*/ 715 h 153262"/>
                <a:gd name="connsiteX5" fmla="*/ 118636 w 162854"/>
                <a:gd name="connsiteY5" fmla="*/ 63 h 153262"/>
                <a:gd name="connsiteX6" fmla="*/ 114296 w 162854"/>
                <a:gd name="connsiteY6" fmla="*/ 4193 h 153262"/>
                <a:gd name="connsiteX7" fmla="*/ 117951 w 162854"/>
                <a:gd name="connsiteY7" fmla="*/ 6802 h 153262"/>
                <a:gd name="connsiteX8" fmla="*/ 128458 w 162854"/>
                <a:gd name="connsiteY8" fmla="*/ 13976 h 153262"/>
                <a:gd name="connsiteX9" fmla="*/ 125032 w 162854"/>
                <a:gd name="connsiteY9" fmla="*/ 22237 h 153262"/>
                <a:gd name="connsiteX10" fmla="*/ 54910 w 162854"/>
                <a:gd name="connsiteY10" fmla="*/ 128325 h 153262"/>
                <a:gd name="connsiteX11" fmla="*/ 39379 w 162854"/>
                <a:gd name="connsiteY11" fmla="*/ 13324 h 153262"/>
                <a:gd name="connsiteX12" fmla="*/ 55139 w 162854"/>
                <a:gd name="connsiteY12" fmla="*/ 6802 h 153262"/>
                <a:gd name="connsiteX13" fmla="*/ 60849 w 162854"/>
                <a:gd name="connsiteY13" fmla="*/ 2454 h 153262"/>
                <a:gd name="connsiteX14" fmla="*/ 57651 w 162854"/>
                <a:gd name="connsiteY14" fmla="*/ 63 h 153262"/>
                <a:gd name="connsiteX15" fmla="*/ 29329 w 162854"/>
                <a:gd name="connsiteY15" fmla="*/ 715 h 153262"/>
                <a:gd name="connsiteX16" fmla="*/ 16766 w 162854"/>
                <a:gd name="connsiteY16" fmla="*/ 498 h 153262"/>
                <a:gd name="connsiteX17" fmla="*/ 4432 w 162854"/>
                <a:gd name="connsiteY17" fmla="*/ 63 h 153262"/>
                <a:gd name="connsiteX18" fmla="*/ 92 w 162854"/>
                <a:gd name="connsiteY18" fmla="*/ 4193 h 153262"/>
                <a:gd name="connsiteX19" fmla="*/ 5803 w 162854"/>
                <a:gd name="connsiteY19" fmla="*/ 6802 h 153262"/>
                <a:gd name="connsiteX20" fmla="*/ 19507 w 162854"/>
                <a:gd name="connsiteY20" fmla="*/ 14193 h 153262"/>
                <a:gd name="connsiteX21" fmla="*/ 37551 w 162854"/>
                <a:gd name="connsiteY21" fmla="*/ 148325 h 153262"/>
                <a:gd name="connsiteX22" fmla="*/ 42119 w 162854"/>
                <a:gd name="connsiteY22" fmla="*/ 153325 h 153262"/>
                <a:gd name="connsiteX23" fmla="*/ 48515 w 162854"/>
                <a:gd name="connsiteY23" fmla="*/ 149412 h 153262"/>
                <a:gd name="connsiteX24" fmla="*/ 130742 w 162854"/>
                <a:gd name="connsiteY24" fmla="*/ 24846 h 15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854" h="153262">
                  <a:moveTo>
                    <a:pt x="130742" y="24846"/>
                  </a:moveTo>
                  <a:cubicBezTo>
                    <a:pt x="141934" y="7889"/>
                    <a:pt x="151527" y="7237"/>
                    <a:pt x="159978" y="6802"/>
                  </a:cubicBezTo>
                  <a:cubicBezTo>
                    <a:pt x="162719" y="6585"/>
                    <a:pt x="162947" y="2889"/>
                    <a:pt x="162947" y="2671"/>
                  </a:cubicBezTo>
                  <a:cubicBezTo>
                    <a:pt x="162947" y="932"/>
                    <a:pt x="161805" y="63"/>
                    <a:pt x="159978" y="63"/>
                  </a:cubicBezTo>
                  <a:cubicBezTo>
                    <a:pt x="154039" y="63"/>
                    <a:pt x="147416" y="715"/>
                    <a:pt x="141249" y="715"/>
                  </a:cubicBezTo>
                  <a:cubicBezTo>
                    <a:pt x="133711" y="715"/>
                    <a:pt x="125945" y="63"/>
                    <a:pt x="118636" y="63"/>
                  </a:cubicBezTo>
                  <a:cubicBezTo>
                    <a:pt x="117266" y="63"/>
                    <a:pt x="114296" y="63"/>
                    <a:pt x="114296" y="4193"/>
                  </a:cubicBezTo>
                  <a:cubicBezTo>
                    <a:pt x="114296" y="6585"/>
                    <a:pt x="116352" y="6802"/>
                    <a:pt x="117951" y="6802"/>
                  </a:cubicBezTo>
                  <a:cubicBezTo>
                    <a:pt x="124118" y="7237"/>
                    <a:pt x="128458" y="9411"/>
                    <a:pt x="128458" y="13976"/>
                  </a:cubicBezTo>
                  <a:cubicBezTo>
                    <a:pt x="128458" y="17237"/>
                    <a:pt x="125032" y="22020"/>
                    <a:pt x="125032" y="22237"/>
                  </a:cubicBezTo>
                  <a:lnTo>
                    <a:pt x="54910" y="128325"/>
                  </a:lnTo>
                  <a:lnTo>
                    <a:pt x="39379" y="13324"/>
                  </a:lnTo>
                  <a:cubicBezTo>
                    <a:pt x="39379" y="9628"/>
                    <a:pt x="44632" y="6802"/>
                    <a:pt x="55139" y="6802"/>
                  </a:cubicBezTo>
                  <a:cubicBezTo>
                    <a:pt x="58336" y="6802"/>
                    <a:pt x="60849" y="6802"/>
                    <a:pt x="60849" y="2454"/>
                  </a:cubicBezTo>
                  <a:cubicBezTo>
                    <a:pt x="60849" y="498"/>
                    <a:pt x="59022" y="63"/>
                    <a:pt x="57651" y="63"/>
                  </a:cubicBezTo>
                  <a:cubicBezTo>
                    <a:pt x="48515" y="63"/>
                    <a:pt x="38693" y="715"/>
                    <a:pt x="29329" y="715"/>
                  </a:cubicBezTo>
                  <a:cubicBezTo>
                    <a:pt x="25217" y="715"/>
                    <a:pt x="20878" y="498"/>
                    <a:pt x="16766" y="498"/>
                  </a:cubicBezTo>
                  <a:cubicBezTo>
                    <a:pt x="12655" y="498"/>
                    <a:pt x="8315" y="63"/>
                    <a:pt x="4432" y="63"/>
                  </a:cubicBezTo>
                  <a:cubicBezTo>
                    <a:pt x="2833" y="63"/>
                    <a:pt x="92" y="63"/>
                    <a:pt x="92" y="4193"/>
                  </a:cubicBezTo>
                  <a:cubicBezTo>
                    <a:pt x="92" y="6802"/>
                    <a:pt x="2148" y="6802"/>
                    <a:pt x="5803" y="6802"/>
                  </a:cubicBezTo>
                  <a:cubicBezTo>
                    <a:pt x="18593" y="6802"/>
                    <a:pt x="18822" y="8759"/>
                    <a:pt x="19507" y="14193"/>
                  </a:cubicBezTo>
                  <a:lnTo>
                    <a:pt x="37551" y="148325"/>
                  </a:lnTo>
                  <a:cubicBezTo>
                    <a:pt x="38237" y="152673"/>
                    <a:pt x="39150" y="153325"/>
                    <a:pt x="42119" y="153325"/>
                  </a:cubicBezTo>
                  <a:cubicBezTo>
                    <a:pt x="45774" y="153325"/>
                    <a:pt x="46688" y="152238"/>
                    <a:pt x="48515" y="149412"/>
                  </a:cubicBezTo>
                  <a:lnTo>
                    <a:pt x="130742" y="24846"/>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0" name="Freeform: Shape 69">
              <a:extLst>
                <a:ext uri="{FF2B5EF4-FFF2-40B4-BE49-F238E27FC236}">
                  <a16:creationId xmlns:a16="http://schemas.microsoft.com/office/drawing/2014/main" id="{5D76E278-E475-FCDC-AA9D-A2C946C0E403}"/>
                </a:ext>
              </a:extLst>
            </p:cNvPr>
            <p:cNvSpPr/>
            <p:nvPr>
              <p:custDataLst>
                <p:tags r:id="rId68"/>
              </p:custDataLst>
            </p:nvPr>
          </p:nvSpPr>
          <p:spPr>
            <a:xfrm>
              <a:off x="4053679" y="3578193"/>
              <a:ext cx="52990" cy="217393"/>
            </a:xfrm>
            <a:custGeom>
              <a:avLst/>
              <a:gdLst>
                <a:gd name="connsiteX0" fmla="*/ 53091 w 52990"/>
                <a:gd name="connsiteY0" fmla="*/ 215283 h 217393"/>
                <a:gd name="connsiteX1" fmla="*/ 49208 w 52990"/>
                <a:gd name="connsiteY1" fmla="*/ 210500 h 217393"/>
                <a:gd name="connsiteX2" fmla="*/ 13348 w 52990"/>
                <a:gd name="connsiteY2" fmla="*/ 108760 h 217393"/>
                <a:gd name="connsiteX3" fmla="*/ 50122 w 52990"/>
                <a:gd name="connsiteY3" fmla="*/ 5932 h 217393"/>
                <a:gd name="connsiteX4" fmla="*/ 53091 w 52990"/>
                <a:gd name="connsiteY4" fmla="*/ 2237 h 217393"/>
                <a:gd name="connsiteX5" fmla="*/ 50807 w 52990"/>
                <a:gd name="connsiteY5" fmla="*/ 63 h 217393"/>
                <a:gd name="connsiteX6" fmla="*/ 14490 w 52990"/>
                <a:gd name="connsiteY6" fmla="*/ 42455 h 217393"/>
                <a:gd name="connsiteX7" fmla="*/ 100 w 52990"/>
                <a:gd name="connsiteY7" fmla="*/ 108760 h 217393"/>
                <a:gd name="connsiteX8" fmla="*/ 15175 w 52990"/>
                <a:gd name="connsiteY8" fmla="*/ 176587 h 217393"/>
                <a:gd name="connsiteX9" fmla="*/ 50807 w 52990"/>
                <a:gd name="connsiteY9" fmla="*/ 217457 h 217393"/>
                <a:gd name="connsiteX10" fmla="*/ 53091 w 52990"/>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0" h="217393">
                  <a:moveTo>
                    <a:pt x="53091" y="215283"/>
                  </a:moveTo>
                  <a:cubicBezTo>
                    <a:pt x="53091" y="214631"/>
                    <a:pt x="53091" y="214196"/>
                    <a:pt x="49208" y="210500"/>
                  </a:cubicBezTo>
                  <a:cubicBezTo>
                    <a:pt x="20657" y="183108"/>
                    <a:pt x="13348" y="142021"/>
                    <a:pt x="13348" y="108760"/>
                  </a:cubicBezTo>
                  <a:cubicBezTo>
                    <a:pt x="13348" y="70933"/>
                    <a:pt x="22028" y="33107"/>
                    <a:pt x="50122" y="5932"/>
                  </a:cubicBezTo>
                  <a:cubicBezTo>
                    <a:pt x="53091" y="3324"/>
                    <a:pt x="53091" y="2889"/>
                    <a:pt x="53091" y="2237"/>
                  </a:cubicBezTo>
                  <a:cubicBezTo>
                    <a:pt x="53091" y="715"/>
                    <a:pt x="52177" y="63"/>
                    <a:pt x="50807" y="63"/>
                  </a:cubicBezTo>
                  <a:cubicBezTo>
                    <a:pt x="48523" y="63"/>
                    <a:pt x="27966" y="14846"/>
                    <a:pt x="14490" y="42455"/>
                  </a:cubicBezTo>
                  <a:cubicBezTo>
                    <a:pt x="2841" y="66368"/>
                    <a:pt x="100" y="90499"/>
                    <a:pt x="100" y="108760"/>
                  </a:cubicBezTo>
                  <a:cubicBezTo>
                    <a:pt x="100" y="125716"/>
                    <a:pt x="2613" y="152021"/>
                    <a:pt x="15175" y="176587"/>
                  </a:cubicBezTo>
                  <a:cubicBezTo>
                    <a:pt x="28880" y="203326"/>
                    <a:pt x="48523" y="217457"/>
                    <a:pt x="50807" y="217457"/>
                  </a:cubicBezTo>
                  <a:cubicBezTo>
                    <a:pt x="52177" y="217457"/>
                    <a:pt x="53091" y="216804"/>
                    <a:pt x="53091" y="215283"/>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1" name="Freeform: Shape 70">
              <a:extLst>
                <a:ext uri="{FF2B5EF4-FFF2-40B4-BE49-F238E27FC236}">
                  <a16:creationId xmlns:a16="http://schemas.microsoft.com/office/drawing/2014/main" id="{8447C2BB-BBFD-4DB1-9466-AEB0E9DF29ED}"/>
                </a:ext>
              </a:extLst>
            </p:cNvPr>
            <p:cNvSpPr/>
            <p:nvPr>
              <p:custDataLst>
                <p:tags r:id="rId69"/>
              </p:custDataLst>
            </p:nvPr>
          </p:nvSpPr>
          <p:spPr>
            <a:xfrm>
              <a:off x="4126059" y="3592759"/>
              <a:ext cx="188208" cy="148480"/>
            </a:xfrm>
            <a:custGeom>
              <a:avLst/>
              <a:gdLst>
                <a:gd name="connsiteX0" fmla="*/ 104715 w 188208"/>
                <a:gd name="connsiteY0" fmla="*/ 59194 h 148480"/>
                <a:gd name="connsiteX1" fmla="*/ 85529 w 188208"/>
                <a:gd name="connsiteY1" fmla="*/ 15933 h 148480"/>
                <a:gd name="connsiteX2" fmla="*/ 84387 w 188208"/>
                <a:gd name="connsiteY2" fmla="*/ 13106 h 148480"/>
                <a:gd name="connsiteX3" fmla="*/ 97863 w 188208"/>
                <a:gd name="connsiteY3" fmla="*/ 6802 h 148480"/>
                <a:gd name="connsiteX4" fmla="*/ 102431 w 188208"/>
                <a:gd name="connsiteY4" fmla="*/ 2671 h 148480"/>
                <a:gd name="connsiteX5" fmla="*/ 99005 w 188208"/>
                <a:gd name="connsiteY5" fmla="*/ 63 h 148480"/>
                <a:gd name="connsiteX6" fmla="*/ 70226 w 188208"/>
                <a:gd name="connsiteY6" fmla="*/ 715 h 148480"/>
                <a:gd name="connsiteX7" fmla="*/ 44644 w 188208"/>
                <a:gd name="connsiteY7" fmla="*/ 63 h 148480"/>
                <a:gd name="connsiteX8" fmla="*/ 40533 w 188208"/>
                <a:gd name="connsiteY8" fmla="*/ 4411 h 148480"/>
                <a:gd name="connsiteX9" fmla="*/ 45786 w 188208"/>
                <a:gd name="connsiteY9" fmla="*/ 6802 h 148480"/>
                <a:gd name="connsiteX10" fmla="*/ 62917 w 188208"/>
                <a:gd name="connsiteY10" fmla="*/ 13759 h 148480"/>
                <a:gd name="connsiteX11" fmla="*/ 89869 w 188208"/>
                <a:gd name="connsiteY11" fmla="*/ 74411 h 148480"/>
                <a:gd name="connsiteX12" fmla="*/ 41675 w 188208"/>
                <a:gd name="connsiteY12" fmla="*/ 123760 h 148480"/>
                <a:gd name="connsiteX13" fmla="*/ 38705 w 188208"/>
                <a:gd name="connsiteY13" fmla="*/ 126151 h 148480"/>
                <a:gd name="connsiteX14" fmla="*/ 5129 w 188208"/>
                <a:gd name="connsiteY14" fmla="*/ 141804 h 148480"/>
                <a:gd name="connsiteX15" fmla="*/ 104 w 188208"/>
                <a:gd name="connsiteY15" fmla="*/ 146151 h 148480"/>
                <a:gd name="connsiteX16" fmla="*/ 3074 w 188208"/>
                <a:gd name="connsiteY16" fmla="*/ 148543 h 148480"/>
                <a:gd name="connsiteX17" fmla="*/ 24544 w 188208"/>
                <a:gd name="connsiteY17" fmla="*/ 147891 h 148480"/>
                <a:gd name="connsiteX18" fmla="*/ 50126 w 188208"/>
                <a:gd name="connsiteY18" fmla="*/ 148543 h 148480"/>
                <a:gd name="connsiteX19" fmla="*/ 54237 w 188208"/>
                <a:gd name="connsiteY19" fmla="*/ 144195 h 148480"/>
                <a:gd name="connsiteX20" fmla="*/ 51496 w 188208"/>
                <a:gd name="connsiteY20" fmla="*/ 141804 h 148480"/>
                <a:gd name="connsiteX21" fmla="*/ 42360 w 188208"/>
                <a:gd name="connsiteY21" fmla="*/ 135064 h 148480"/>
                <a:gd name="connsiteX22" fmla="*/ 48527 w 188208"/>
                <a:gd name="connsiteY22" fmla="*/ 125282 h 148480"/>
                <a:gd name="connsiteX23" fmla="*/ 71824 w 188208"/>
                <a:gd name="connsiteY23" fmla="*/ 101803 h 148480"/>
                <a:gd name="connsiteX24" fmla="*/ 92381 w 188208"/>
                <a:gd name="connsiteY24" fmla="*/ 80499 h 148480"/>
                <a:gd name="connsiteX25" fmla="*/ 115450 w 188208"/>
                <a:gd name="connsiteY25" fmla="*/ 132456 h 148480"/>
                <a:gd name="connsiteX26" fmla="*/ 116592 w 188208"/>
                <a:gd name="connsiteY26" fmla="*/ 135499 h 148480"/>
                <a:gd name="connsiteX27" fmla="*/ 103345 w 188208"/>
                <a:gd name="connsiteY27" fmla="*/ 141804 h 148480"/>
                <a:gd name="connsiteX28" fmla="*/ 98777 w 188208"/>
                <a:gd name="connsiteY28" fmla="*/ 145934 h 148480"/>
                <a:gd name="connsiteX29" fmla="*/ 102203 w 188208"/>
                <a:gd name="connsiteY29" fmla="*/ 148543 h 148480"/>
                <a:gd name="connsiteX30" fmla="*/ 130982 w 188208"/>
                <a:gd name="connsiteY30" fmla="*/ 147891 h 148480"/>
                <a:gd name="connsiteX31" fmla="*/ 156335 w 188208"/>
                <a:gd name="connsiteY31" fmla="*/ 148543 h 148480"/>
                <a:gd name="connsiteX32" fmla="*/ 160675 w 188208"/>
                <a:gd name="connsiteY32" fmla="*/ 144412 h 148480"/>
                <a:gd name="connsiteX33" fmla="*/ 156564 w 188208"/>
                <a:gd name="connsiteY33" fmla="*/ 141804 h 148480"/>
                <a:gd name="connsiteX34" fmla="*/ 136921 w 188208"/>
                <a:gd name="connsiteY34" fmla="*/ 132238 h 148480"/>
                <a:gd name="connsiteX35" fmla="*/ 107456 w 188208"/>
                <a:gd name="connsiteY35" fmla="*/ 65064 h 148480"/>
                <a:gd name="connsiteX36" fmla="*/ 154280 w 188208"/>
                <a:gd name="connsiteY36" fmla="*/ 17889 h 148480"/>
                <a:gd name="connsiteX37" fmla="*/ 183288 w 188208"/>
                <a:gd name="connsiteY37" fmla="*/ 6802 h 148480"/>
                <a:gd name="connsiteX38" fmla="*/ 188313 w 188208"/>
                <a:gd name="connsiteY38" fmla="*/ 2454 h 148480"/>
                <a:gd name="connsiteX39" fmla="*/ 185343 w 188208"/>
                <a:gd name="connsiteY39" fmla="*/ 63 h 148480"/>
                <a:gd name="connsiteX40" fmla="*/ 163873 w 188208"/>
                <a:gd name="connsiteY40" fmla="*/ 715 h 148480"/>
                <a:gd name="connsiteX41" fmla="*/ 138520 w 188208"/>
                <a:gd name="connsiteY41" fmla="*/ 63 h 148480"/>
                <a:gd name="connsiteX42" fmla="*/ 134180 w 188208"/>
                <a:gd name="connsiteY42" fmla="*/ 4411 h 148480"/>
                <a:gd name="connsiteX43" fmla="*/ 136921 w 188208"/>
                <a:gd name="connsiteY43" fmla="*/ 6802 h 148480"/>
                <a:gd name="connsiteX44" fmla="*/ 146057 w 188208"/>
                <a:gd name="connsiteY44" fmla="*/ 13541 h 148480"/>
                <a:gd name="connsiteX45" fmla="*/ 141717 w 188208"/>
                <a:gd name="connsiteY45" fmla="*/ 21367 h 148480"/>
                <a:gd name="connsiteX46" fmla="*/ 104715 w 188208"/>
                <a:gd name="connsiteY46" fmla="*/ 59194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8208" h="148480">
                  <a:moveTo>
                    <a:pt x="104715" y="59194"/>
                  </a:moveTo>
                  <a:lnTo>
                    <a:pt x="85529" y="15933"/>
                  </a:lnTo>
                  <a:cubicBezTo>
                    <a:pt x="84844" y="14193"/>
                    <a:pt x="84387" y="13324"/>
                    <a:pt x="84387" y="13106"/>
                  </a:cubicBezTo>
                  <a:cubicBezTo>
                    <a:pt x="84387" y="11802"/>
                    <a:pt x="88270" y="7672"/>
                    <a:pt x="97863" y="6802"/>
                  </a:cubicBezTo>
                  <a:cubicBezTo>
                    <a:pt x="100147" y="6585"/>
                    <a:pt x="102431" y="6367"/>
                    <a:pt x="102431" y="2671"/>
                  </a:cubicBezTo>
                  <a:cubicBezTo>
                    <a:pt x="102431" y="63"/>
                    <a:pt x="99690" y="63"/>
                    <a:pt x="99005" y="63"/>
                  </a:cubicBezTo>
                  <a:cubicBezTo>
                    <a:pt x="89640" y="63"/>
                    <a:pt x="79819" y="715"/>
                    <a:pt x="70226" y="715"/>
                  </a:cubicBezTo>
                  <a:cubicBezTo>
                    <a:pt x="64515" y="715"/>
                    <a:pt x="50354" y="63"/>
                    <a:pt x="44644" y="63"/>
                  </a:cubicBezTo>
                  <a:cubicBezTo>
                    <a:pt x="43273" y="63"/>
                    <a:pt x="40533" y="63"/>
                    <a:pt x="40533" y="4411"/>
                  </a:cubicBezTo>
                  <a:cubicBezTo>
                    <a:pt x="40533" y="6802"/>
                    <a:pt x="42817" y="6802"/>
                    <a:pt x="45786" y="6802"/>
                  </a:cubicBezTo>
                  <a:cubicBezTo>
                    <a:pt x="59490" y="6802"/>
                    <a:pt x="60861" y="8976"/>
                    <a:pt x="62917" y="13759"/>
                  </a:cubicBezTo>
                  <a:lnTo>
                    <a:pt x="89869" y="74411"/>
                  </a:lnTo>
                  <a:lnTo>
                    <a:pt x="41675" y="123760"/>
                  </a:lnTo>
                  <a:lnTo>
                    <a:pt x="38705" y="126151"/>
                  </a:lnTo>
                  <a:cubicBezTo>
                    <a:pt x="27513" y="137673"/>
                    <a:pt x="16778" y="141151"/>
                    <a:pt x="5129" y="141804"/>
                  </a:cubicBezTo>
                  <a:cubicBezTo>
                    <a:pt x="2160" y="142021"/>
                    <a:pt x="104" y="142021"/>
                    <a:pt x="104" y="146151"/>
                  </a:cubicBezTo>
                  <a:cubicBezTo>
                    <a:pt x="104" y="146369"/>
                    <a:pt x="104" y="148543"/>
                    <a:pt x="3074" y="148543"/>
                  </a:cubicBezTo>
                  <a:cubicBezTo>
                    <a:pt x="9926" y="148543"/>
                    <a:pt x="17463" y="147891"/>
                    <a:pt x="24544" y="147891"/>
                  </a:cubicBezTo>
                  <a:cubicBezTo>
                    <a:pt x="32995" y="147891"/>
                    <a:pt x="41903" y="148543"/>
                    <a:pt x="50126" y="148543"/>
                  </a:cubicBezTo>
                  <a:cubicBezTo>
                    <a:pt x="51496" y="148543"/>
                    <a:pt x="54237" y="148543"/>
                    <a:pt x="54237" y="144195"/>
                  </a:cubicBezTo>
                  <a:cubicBezTo>
                    <a:pt x="54237" y="142021"/>
                    <a:pt x="51953" y="141804"/>
                    <a:pt x="51496" y="141804"/>
                  </a:cubicBezTo>
                  <a:cubicBezTo>
                    <a:pt x="49440" y="141586"/>
                    <a:pt x="42360" y="141151"/>
                    <a:pt x="42360" y="135064"/>
                  </a:cubicBezTo>
                  <a:cubicBezTo>
                    <a:pt x="42360" y="131586"/>
                    <a:pt x="45786" y="128108"/>
                    <a:pt x="48527" y="125282"/>
                  </a:cubicBezTo>
                  <a:lnTo>
                    <a:pt x="71824" y="101803"/>
                  </a:lnTo>
                  <a:lnTo>
                    <a:pt x="92381" y="80499"/>
                  </a:lnTo>
                  <a:lnTo>
                    <a:pt x="115450" y="132456"/>
                  </a:lnTo>
                  <a:cubicBezTo>
                    <a:pt x="116364" y="134847"/>
                    <a:pt x="116592" y="135064"/>
                    <a:pt x="116592" y="135499"/>
                  </a:cubicBezTo>
                  <a:cubicBezTo>
                    <a:pt x="116592" y="137238"/>
                    <a:pt x="112253" y="140934"/>
                    <a:pt x="103345" y="141804"/>
                  </a:cubicBezTo>
                  <a:cubicBezTo>
                    <a:pt x="100832" y="142021"/>
                    <a:pt x="98777" y="142238"/>
                    <a:pt x="98777" y="145934"/>
                  </a:cubicBezTo>
                  <a:cubicBezTo>
                    <a:pt x="98777" y="148543"/>
                    <a:pt x="101289" y="148543"/>
                    <a:pt x="102203" y="148543"/>
                  </a:cubicBezTo>
                  <a:cubicBezTo>
                    <a:pt x="108598" y="148543"/>
                    <a:pt x="124587" y="147891"/>
                    <a:pt x="130982" y="147891"/>
                  </a:cubicBezTo>
                  <a:cubicBezTo>
                    <a:pt x="136692" y="147891"/>
                    <a:pt x="150625" y="148543"/>
                    <a:pt x="156335" y="148543"/>
                  </a:cubicBezTo>
                  <a:cubicBezTo>
                    <a:pt x="157934" y="148543"/>
                    <a:pt x="160675" y="148543"/>
                    <a:pt x="160675" y="144412"/>
                  </a:cubicBezTo>
                  <a:cubicBezTo>
                    <a:pt x="160675" y="141804"/>
                    <a:pt x="158391" y="141804"/>
                    <a:pt x="156564" y="141804"/>
                  </a:cubicBezTo>
                  <a:cubicBezTo>
                    <a:pt x="141260" y="141586"/>
                    <a:pt x="140804" y="140934"/>
                    <a:pt x="136921" y="132238"/>
                  </a:cubicBezTo>
                  <a:cubicBezTo>
                    <a:pt x="128013" y="112021"/>
                    <a:pt x="112709" y="78107"/>
                    <a:pt x="107456" y="65064"/>
                  </a:cubicBezTo>
                  <a:cubicBezTo>
                    <a:pt x="122988" y="49846"/>
                    <a:pt x="146971" y="23976"/>
                    <a:pt x="154280" y="17889"/>
                  </a:cubicBezTo>
                  <a:cubicBezTo>
                    <a:pt x="160904" y="12672"/>
                    <a:pt x="169583" y="7454"/>
                    <a:pt x="183288" y="6802"/>
                  </a:cubicBezTo>
                  <a:cubicBezTo>
                    <a:pt x="186257" y="6585"/>
                    <a:pt x="188313" y="6585"/>
                    <a:pt x="188313" y="2454"/>
                  </a:cubicBezTo>
                  <a:cubicBezTo>
                    <a:pt x="188313" y="2237"/>
                    <a:pt x="188313" y="63"/>
                    <a:pt x="185343" y="63"/>
                  </a:cubicBezTo>
                  <a:cubicBezTo>
                    <a:pt x="178491" y="63"/>
                    <a:pt x="170954" y="715"/>
                    <a:pt x="163873" y="715"/>
                  </a:cubicBezTo>
                  <a:cubicBezTo>
                    <a:pt x="155422" y="715"/>
                    <a:pt x="146742" y="63"/>
                    <a:pt x="138520" y="63"/>
                  </a:cubicBezTo>
                  <a:cubicBezTo>
                    <a:pt x="137149" y="63"/>
                    <a:pt x="134180" y="63"/>
                    <a:pt x="134180" y="4411"/>
                  </a:cubicBezTo>
                  <a:cubicBezTo>
                    <a:pt x="134180" y="5932"/>
                    <a:pt x="135322" y="6585"/>
                    <a:pt x="136921" y="6802"/>
                  </a:cubicBezTo>
                  <a:cubicBezTo>
                    <a:pt x="138976" y="7019"/>
                    <a:pt x="146057" y="7454"/>
                    <a:pt x="146057" y="13541"/>
                  </a:cubicBezTo>
                  <a:cubicBezTo>
                    <a:pt x="146057" y="16585"/>
                    <a:pt x="143545" y="19411"/>
                    <a:pt x="141717" y="21367"/>
                  </a:cubicBezTo>
                  <a:lnTo>
                    <a:pt x="104715" y="5919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2" name="Freeform: Shape 71">
              <a:extLst>
                <a:ext uri="{FF2B5EF4-FFF2-40B4-BE49-F238E27FC236}">
                  <a16:creationId xmlns:a16="http://schemas.microsoft.com/office/drawing/2014/main" id="{9821A18F-84AE-7FBD-4DDB-B6CAD732B204}"/>
                </a:ext>
              </a:extLst>
            </p:cNvPr>
            <p:cNvSpPr/>
            <p:nvPr>
              <p:custDataLst>
                <p:tags r:id="rId70"/>
              </p:custDataLst>
            </p:nvPr>
          </p:nvSpPr>
          <p:spPr>
            <a:xfrm>
              <a:off x="4326550" y="3672803"/>
              <a:ext cx="58198" cy="101044"/>
            </a:xfrm>
            <a:custGeom>
              <a:avLst/>
              <a:gdLst>
                <a:gd name="connsiteX0" fmla="*/ 36247 w 58198"/>
                <a:gd name="connsiteY0" fmla="*/ 4325 h 101044"/>
                <a:gd name="connsiteX1" fmla="*/ 31450 w 58198"/>
                <a:gd name="connsiteY1" fmla="*/ 64 h 101044"/>
                <a:gd name="connsiteX2" fmla="*/ 113 w 58198"/>
                <a:gd name="connsiteY2" fmla="*/ 9803 h 101044"/>
                <a:gd name="connsiteX3" fmla="*/ 113 w 58198"/>
                <a:gd name="connsiteY3" fmla="*/ 15282 h 101044"/>
                <a:gd name="connsiteX4" fmla="*/ 23296 w 58198"/>
                <a:gd name="connsiteY4" fmla="*/ 11021 h 101044"/>
                <a:gd name="connsiteX5" fmla="*/ 23296 w 58198"/>
                <a:gd name="connsiteY5" fmla="*/ 88631 h 101044"/>
                <a:gd name="connsiteX6" fmla="*/ 7307 w 58198"/>
                <a:gd name="connsiteY6" fmla="*/ 95631 h 101044"/>
                <a:gd name="connsiteX7" fmla="*/ 1232 w 58198"/>
                <a:gd name="connsiteY7" fmla="*/ 95631 h 101044"/>
                <a:gd name="connsiteX8" fmla="*/ 1232 w 58198"/>
                <a:gd name="connsiteY8" fmla="*/ 101109 h 101044"/>
                <a:gd name="connsiteX9" fmla="*/ 29691 w 58198"/>
                <a:gd name="connsiteY9" fmla="*/ 100500 h 101044"/>
                <a:gd name="connsiteX10" fmla="*/ 58311 w 58198"/>
                <a:gd name="connsiteY10" fmla="*/ 101109 h 101044"/>
                <a:gd name="connsiteX11" fmla="*/ 58311 w 58198"/>
                <a:gd name="connsiteY11" fmla="*/ 95631 h 101044"/>
                <a:gd name="connsiteX12" fmla="*/ 52235 w 58198"/>
                <a:gd name="connsiteY12" fmla="*/ 95631 h 101044"/>
                <a:gd name="connsiteX13" fmla="*/ 36247 w 58198"/>
                <a:gd name="connsiteY13" fmla="*/ 88631 h 101044"/>
                <a:gd name="connsiteX14" fmla="*/ 36247 w 58198"/>
                <a:gd name="connsiteY14" fmla="*/ 4325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198" h="101044">
                  <a:moveTo>
                    <a:pt x="36247" y="4325"/>
                  </a:moveTo>
                  <a:cubicBezTo>
                    <a:pt x="36247" y="216"/>
                    <a:pt x="35927" y="64"/>
                    <a:pt x="31450" y="64"/>
                  </a:cubicBezTo>
                  <a:cubicBezTo>
                    <a:pt x="21217" y="9651"/>
                    <a:pt x="6668" y="9803"/>
                    <a:pt x="113" y="9803"/>
                  </a:cubicBezTo>
                  <a:lnTo>
                    <a:pt x="113" y="15282"/>
                  </a:lnTo>
                  <a:cubicBezTo>
                    <a:pt x="3950" y="15282"/>
                    <a:pt x="14502" y="15282"/>
                    <a:pt x="23296" y="11021"/>
                  </a:cubicBezTo>
                  <a:lnTo>
                    <a:pt x="23296" y="88631"/>
                  </a:lnTo>
                  <a:cubicBezTo>
                    <a:pt x="23296" y="93652"/>
                    <a:pt x="23296" y="95631"/>
                    <a:pt x="7307" y="95631"/>
                  </a:cubicBezTo>
                  <a:lnTo>
                    <a:pt x="1232" y="95631"/>
                  </a:lnTo>
                  <a:lnTo>
                    <a:pt x="1232" y="101109"/>
                  </a:lnTo>
                  <a:cubicBezTo>
                    <a:pt x="4110" y="100957"/>
                    <a:pt x="23776" y="100500"/>
                    <a:pt x="29691" y="100500"/>
                  </a:cubicBezTo>
                  <a:cubicBezTo>
                    <a:pt x="34648" y="100500"/>
                    <a:pt x="54793" y="100957"/>
                    <a:pt x="58311" y="101109"/>
                  </a:cubicBezTo>
                  <a:lnTo>
                    <a:pt x="58311" y="95631"/>
                  </a:lnTo>
                  <a:lnTo>
                    <a:pt x="52235" y="95631"/>
                  </a:lnTo>
                  <a:cubicBezTo>
                    <a:pt x="36247" y="95631"/>
                    <a:pt x="36247" y="93652"/>
                    <a:pt x="36247" y="88631"/>
                  </a:cubicBezTo>
                  <a:lnTo>
                    <a:pt x="36247" y="432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3" name="Freeform: Shape 72">
              <a:extLst>
                <a:ext uri="{FF2B5EF4-FFF2-40B4-BE49-F238E27FC236}">
                  <a16:creationId xmlns:a16="http://schemas.microsoft.com/office/drawing/2014/main" id="{9ABE9832-D667-FA48-D551-87A66A9CD308}"/>
                </a:ext>
              </a:extLst>
            </p:cNvPr>
            <p:cNvSpPr/>
            <p:nvPr>
              <p:custDataLst>
                <p:tags r:id="rId71"/>
              </p:custDataLst>
            </p:nvPr>
          </p:nvSpPr>
          <p:spPr>
            <a:xfrm>
              <a:off x="4431232" y="3718195"/>
              <a:ext cx="26723" cy="65000"/>
            </a:xfrm>
            <a:custGeom>
              <a:avLst/>
              <a:gdLst>
                <a:gd name="connsiteX0" fmla="*/ 26841 w 26723"/>
                <a:gd name="connsiteY0" fmla="*/ 22889 h 65000"/>
                <a:gd name="connsiteX1" fmla="*/ 12223 w 26723"/>
                <a:gd name="connsiteY1" fmla="*/ 63 h 65000"/>
                <a:gd name="connsiteX2" fmla="*/ 117 w 26723"/>
                <a:gd name="connsiteY2" fmla="*/ 11585 h 65000"/>
                <a:gd name="connsiteX3" fmla="*/ 12223 w 26723"/>
                <a:gd name="connsiteY3" fmla="*/ 23107 h 65000"/>
                <a:gd name="connsiteX4" fmla="*/ 20217 w 26723"/>
                <a:gd name="connsiteY4" fmla="*/ 20280 h 65000"/>
                <a:gd name="connsiteX5" fmla="*/ 21359 w 26723"/>
                <a:gd name="connsiteY5" fmla="*/ 19628 h 65000"/>
                <a:gd name="connsiteX6" fmla="*/ 21816 w 26723"/>
                <a:gd name="connsiteY6" fmla="*/ 22889 h 65000"/>
                <a:gd name="connsiteX7" fmla="*/ 6284 w 26723"/>
                <a:gd name="connsiteY7" fmla="*/ 59194 h 65000"/>
                <a:gd name="connsiteX8" fmla="*/ 3772 w 26723"/>
                <a:gd name="connsiteY8" fmla="*/ 62672 h 65000"/>
                <a:gd name="connsiteX9" fmla="*/ 6056 w 26723"/>
                <a:gd name="connsiteY9" fmla="*/ 65064 h 65000"/>
                <a:gd name="connsiteX10" fmla="*/ 26841 w 26723"/>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3" h="65000">
                  <a:moveTo>
                    <a:pt x="26841" y="22889"/>
                  </a:moveTo>
                  <a:cubicBezTo>
                    <a:pt x="26841" y="8541"/>
                    <a:pt x="21131" y="63"/>
                    <a:pt x="12223" y="63"/>
                  </a:cubicBezTo>
                  <a:cubicBezTo>
                    <a:pt x="4685" y="63"/>
                    <a:pt x="117" y="5498"/>
                    <a:pt x="117" y="11585"/>
                  </a:cubicBezTo>
                  <a:cubicBezTo>
                    <a:pt x="117" y="17454"/>
                    <a:pt x="4685" y="23107"/>
                    <a:pt x="12223" y="23107"/>
                  </a:cubicBezTo>
                  <a:cubicBezTo>
                    <a:pt x="14964" y="23107"/>
                    <a:pt x="17933" y="22237"/>
                    <a:pt x="20217" y="20280"/>
                  </a:cubicBezTo>
                  <a:cubicBezTo>
                    <a:pt x="20902" y="19846"/>
                    <a:pt x="21131" y="19628"/>
                    <a:pt x="21359" y="19628"/>
                  </a:cubicBezTo>
                  <a:cubicBezTo>
                    <a:pt x="21587" y="19628"/>
                    <a:pt x="21816" y="19846"/>
                    <a:pt x="21816" y="22889"/>
                  </a:cubicBezTo>
                  <a:cubicBezTo>
                    <a:pt x="21816" y="38976"/>
                    <a:pt x="13822" y="52020"/>
                    <a:pt x="6284" y="59194"/>
                  </a:cubicBezTo>
                  <a:cubicBezTo>
                    <a:pt x="3772" y="61585"/>
                    <a:pt x="3772" y="62020"/>
                    <a:pt x="3772" y="62672"/>
                  </a:cubicBezTo>
                  <a:cubicBezTo>
                    <a:pt x="3772" y="64194"/>
                    <a:pt x="4914" y="65064"/>
                    <a:pt x="6056" y="65064"/>
                  </a:cubicBezTo>
                  <a:cubicBezTo>
                    <a:pt x="8568" y="65064"/>
                    <a:pt x="26841" y="48324"/>
                    <a:pt x="26841" y="228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4" name="Freeform: Shape 73">
              <a:extLst>
                <a:ext uri="{FF2B5EF4-FFF2-40B4-BE49-F238E27FC236}">
                  <a16:creationId xmlns:a16="http://schemas.microsoft.com/office/drawing/2014/main" id="{BCC6448D-B5AD-7833-43FD-C96E6085E612}"/>
                </a:ext>
              </a:extLst>
            </p:cNvPr>
            <p:cNvSpPr/>
            <p:nvPr>
              <p:custDataLst>
                <p:tags r:id="rId72"/>
              </p:custDataLst>
            </p:nvPr>
          </p:nvSpPr>
          <p:spPr>
            <a:xfrm>
              <a:off x="4519270" y="3592759"/>
              <a:ext cx="188208" cy="148480"/>
            </a:xfrm>
            <a:custGeom>
              <a:avLst/>
              <a:gdLst>
                <a:gd name="connsiteX0" fmla="*/ 104732 w 188208"/>
                <a:gd name="connsiteY0" fmla="*/ 59194 h 148480"/>
                <a:gd name="connsiteX1" fmla="*/ 85546 w 188208"/>
                <a:gd name="connsiteY1" fmla="*/ 15933 h 148480"/>
                <a:gd name="connsiteX2" fmla="*/ 84404 w 188208"/>
                <a:gd name="connsiteY2" fmla="*/ 13106 h 148480"/>
                <a:gd name="connsiteX3" fmla="*/ 97880 w 188208"/>
                <a:gd name="connsiteY3" fmla="*/ 6802 h 148480"/>
                <a:gd name="connsiteX4" fmla="*/ 102448 w 188208"/>
                <a:gd name="connsiteY4" fmla="*/ 2671 h 148480"/>
                <a:gd name="connsiteX5" fmla="*/ 99022 w 188208"/>
                <a:gd name="connsiteY5" fmla="*/ 63 h 148480"/>
                <a:gd name="connsiteX6" fmla="*/ 70243 w 188208"/>
                <a:gd name="connsiteY6" fmla="*/ 715 h 148480"/>
                <a:gd name="connsiteX7" fmla="*/ 44661 w 188208"/>
                <a:gd name="connsiteY7" fmla="*/ 63 h 148480"/>
                <a:gd name="connsiteX8" fmla="*/ 40550 w 188208"/>
                <a:gd name="connsiteY8" fmla="*/ 4411 h 148480"/>
                <a:gd name="connsiteX9" fmla="*/ 45803 w 188208"/>
                <a:gd name="connsiteY9" fmla="*/ 6802 h 148480"/>
                <a:gd name="connsiteX10" fmla="*/ 62934 w 188208"/>
                <a:gd name="connsiteY10" fmla="*/ 13759 h 148480"/>
                <a:gd name="connsiteX11" fmla="*/ 89886 w 188208"/>
                <a:gd name="connsiteY11" fmla="*/ 74411 h 148480"/>
                <a:gd name="connsiteX12" fmla="*/ 41692 w 188208"/>
                <a:gd name="connsiteY12" fmla="*/ 123760 h 148480"/>
                <a:gd name="connsiteX13" fmla="*/ 38722 w 188208"/>
                <a:gd name="connsiteY13" fmla="*/ 126151 h 148480"/>
                <a:gd name="connsiteX14" fmla="*/ 5146 w 188208"/>
                <a:gd name="connsiteY14" fmla="*/ 141804 h 148480"/>
                <a:gd name="connsiteX15" fmla="*/ 121 w 188208"/>
                <a:gd name="connsiteY15" fmla="*/ 146151 h 148480"/>
                <a:gd name="connsiteX16" fmla="*/ 3091 w 188208"/>
                <a:gd name="connsiteY16" fmla="*/ 148543 h 148480"/>
                <a:gd name="connsiteX17" fmla="*/ 24561 w 188208"/>
                <a:gd name="connsiteY17" fmla="*/ 147891 h 148480"/>
                <a:gd name="connsiteX18" fmla="*/ 50143 w 188208"/>
                <a:gd name="connsiteY18" fmla="*/ 148543 h 148480"/>
                <a:gd name="connsiteX19" fmla="*/ 54254 w 188208"/>
                <a:gd name="connsiteY19" fmla="*/ 144195 h 148480"/>
                <a:gd name="connsiteX20" fmla="*/ 51513 w 188208"/>
                <a:gd name="connsiteY20" fmla="*/ 141804 h 148480"/>
                <a:gd name="connsiteX21" fmla="*/ 42377 w 188208"/>
                <a:gd name="connsiteY21" fmla="*/ 135064 h 148480"/>
                <a:gd name="connsiteX22" fmla="*/ 48544 w 188208"/>
                <a:gd name="connsiteY22" fmla="*/ 125282 h 148480"/>
                <a:gd name="connsiteX23" fmla="*/ 71842 w 188208"/>
                <a:gd name="connsiteY23" fmla="*/ 101803 h 148480"/>
                <a:gd name="connsiteX24" fmla="*/ 92398 w 188208"/>
                <a:gd name="connsiteY24" fmla="*/ 80499 h 148480"/>
                <a:gd name="connsiteX25" fmla="*/ 115468 w 188208"/>
                <a:gd name="connsiteY25" fmla="*/ 132456 h 148480"/>
                <a:gd name="connsiteX26" fmla="*/ 116610 w 188208"/>
                <a:gd name="connsiteY26" fmla="*/ 135499 h 148480"/>
                <a:gd name="connsiteX27" fmla="*/ 103362 w 188208"/>
                <a:gd name="connsiteY27" fmla="*/ 141804 h 148480"/>
                <a:gd name="connsiteX28" fmla="*/ 98794 w 188208"/>
                <a:gd name="connsiteY28" fmla="*/ 145934 h 148480"/>
                <a:gd name="connsiteX29" fmla="*/ 102220 w 188208"/>
                <a:gd name="connsiteY29" fmla="*/ 148543 h 148480"/>
                <a:gd name="connsiteX30" fmla="*/ 130999 w 188208"/>
                <a:gd name="connsiteY30" fmla="*/ 147891 h 148480"/>
                <a:gd name="connsiteX31" fmla="*/ 156353 w 188208"/>
                <a:gd name="connsiteY31" fmla="*/ 148543 h 148480"/>
                <a:gd name="connsiteX32" fmla="*/ 160692 w 188208"/>
                <a:gd name="connsiteY32" fmla="*/ 144412 h 148480"/>
                <a:gd name="connsiteX33" fmla="*/ 156581 w 188208"/>
                <a:gd name="connsiteY33" fmla="*/ 141804 h 148480"/>
                <a:gd name="connsiteX34" fmla="*/ 136938 w 188208"/>
                <a:gd name="connsiteY34" fmla="*/ 132238 h 148480"/>
                <a:gd name="connsiteX35" fmla="*/ 107473 w 188208"/>
                <a:gd name="connsiteY35" fmla="*/ 65064 h 148480"/>
                <a:gd name="connsiteX36" fmla="*/ 154297 w 188208"/>
                <a:gd name="connsiteY36" fmla="*/ 17889 h 148480"/>
                <a:gd name="connsiteX37" fmla="*/ 183305 w 188208"/>
                <a:gd name="connsiteY37" fmla="*/ 6802 h 148480"/>
                <a:gd name="connsiteX38" fmla="*/ 188330 w 188208"/>
                <a:gd name="connsiteY38" fmla="*/ 2454 h 148480"/>
                <a:gd name="connsiteX39" fmla="*/ 185360 w 188208"/>
                <a:gd name="connsiteY39" fmla="*/ 63 h 148480"/>
                <a:gd name="connsiteX40" fmla="*/ 163890 w 188208"/>
                <a:gd name="connsiteY40" fmla="*/ 715 h 148480"/>
                <a:gd name="connsiteX41" fmla="*/ 138537 w 188208"/>
                <a:gd name="connsiteY41" fmla="*/ 63 h 148480"/>
                <a:gd name="connsiteX42" fmla="*/ 134197 w 188208"/>
                <a:gd name="connsiteY42" fmla="*/ 4411 h 148480"/>
                <a:gd name="connsiteX43" fmla="*/ 136938 w 188208"/>
                <a:gd name="connsiteY43" fmla="*/ 6802 h 148480"/>
                <a:gd name="connsiteX44" fmla="*/ 146074 w 188208"/>
                <a:gd name="connsiteY44" fmla="*/ 13541 h 148480"/>
                <a:gd name="connsiteX45" fmla="*/ 141734 w 188208"/>
                <a:gd name="connsiteY45" fmla="*/ 21367 h 148480"/>
                <a:gd name="connsiteX46" fmla="*/ 104732 w 188208"/>
                <a:gd name="connsiteY46" fmla="*/ 59194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8208" h="148480">
                  <a:moveTo>
                    <a:pt x="104732" y="59194"/>
                  </a:moveTo>
                  <a:lnTo>
                    <a:pt x="85546" y="15933"/>
                  </a:lnTo>
                  <a:cubicBezTo>
                    <a:pt x="84861" y="14193"/>
                    <a:pt x="84404" y="13324"/>
                    <a:pt x="84404" y="13106"/>
                  </a:cubicBezTo>
                  <a:cubicBezTo>
                    <a:pt x="84404" y="11802"/>
                    <a:pt x="88287" y="7672"/>
                    <a:pt x="97880" y="6802"/>
                  </a:cubicBezTo>
                  <a:cubicBezTo>
                    <a:pt x="100164" y="6585"/>
                    <a:pt x="102448" y="6367"/>
                    <a:pt x="102448" y="2671"/>
                  </a:cubicBezTo>
                  <a:cubicBezTo>
                    <a:pt x="102448" y="63"/>
                    <a:pt x="99707" y="63"/>
                    <a:pt x="99022" y="63"/>
                  </a:cubicBezTo>
                  <a:cubicBezTo>
                    <a:pt x="89657" y="63"/>
                    <a:pt x="79836" y="715"/>
                    <a:pt x="70243" y="715"/>
                  </a:cubicBezTo>
                  <a:cubicBezTo>
                    <a:pt x="64533" y="715"/>
                    <a:pt x="50371" y="63"/>
                    <a:pt x="44661" y="63"/>
                  </a:cubicBezTo>
                  <a:cubicBezTo>
                    <a:pt x="43291" y="63"/>
                    <a:pt x="40550" y="63"/>
                    <a:pt x="40550" y="4411"/>
                  </a:cubicBezTo>
                  <a:cubicBezTo>
                    <a:pt x="40550" y="6802"/>
                    <a:pt x="42834" y="6802"/>
                    <a:pt x="45803" y="6802"/>
                  </a:cubicBezTo>
                  <a:cubicBezTo>
                    <a:pt x="59508" y="6802"/>
                    <a:pt x="60878" y="8976"/>
                    <a:pt x="62934" y="13759"/>
                  </a:cubicBezTo>
                  <a:lnTo>
                    <a:pt x="89886" y="74411"/>
                  </a:lnTo>
                  <a:lnTo>
                    <a:pt x="41692" y="123760"/>
                  </a:lnTo>
                  <a:lnTo>
                    <a:pt x="38722" y="126151"/>
                  </a:lnTo>
                  <a:cubicBezTo>
                    <a:pt x="27530" y="137673"/>
                    <a:pt x="16795" y="141151"/>
                    <a:pt x="5146" y="141804"/>
                  </a:cubicBezTo>
                  <a:cubicBezTo>
                    <a:pt x="2177" y="142021"/>
                    <a:pt x="121" y="142021"/>
                    <a:pt x="121" y="146151"/>
                  </a:cubicBezTo>
                  <a:cubicBezTo>
                    <a:pt x="121" y="146369"/>
                    <a:pt x="121" y="148543"/>
                    <a:pt x="3091" y="148543"/>
                  </a:cubicBezTo>
                  <a:cubicBezTo>
                    <a:pt x="9943" y="148543"/>
                    <a:pt x="17480" y="147891"/>
                    <a:pt x="24561" y="147891"/>
                  </a:cubicBezTo>
                  <a:cubicBezTo>
                    <a:pt x="33012" y="147891"/>
                    <a:pt x="41920" y="148543"/>
                    <a:pt x="50143" y="148543"/>
                  </a:cubicBezTo>
                  <a:cubicBezTo>
                    <a:pt x="51513" y="148543"/>
                    <a:pt x="54254" y="148543"/>
                    <a:pt x="54254" y="144195"/>
                  </a:cubicBezTo>
                  <a:cubicBezTo>
                    <a:pt x="54254" y="142021"/>
                    <a:pt x="51970" y="141804"/>
                    <a:pt x="51513" y="141804"/>
                  </a:cubicBezTo>
                  <a:cubicBezTo>
                    <a:pt x="49458" y="141586"/>
                    <a:pt x="42377" y="141151"/>
                    <a:pt x="42377" y="135064"/>
                  </a:cubicBezTo>
                  <a:cubicBezTo>
                    <a:pt x="42377" y="131586"/>
                    <a:pt x="45803" y="128108"/>
                    <a:pt x="48544" y="125282"/>
                  </a:cubicBezTo>
                  <a:lnTo>
                    <a:pt x="71842" y="101803"/>
                  </a:lnTo>
                  <a:lnTo>
                    <a:pt x="92398" y="80499"/>
                  </a:lnTo>
                  <a:lnTo>
                    <a:pt x="115468" y="132456"/>
                  </a:lnTo>
                  <a:cubicBezTo>
                    <a:pt x="116381" y="134847"/>
                    <a:pt x="116610" y="135064"/>
                    <a:pt x="116610" y="135499"/>
                  </a:cubicBezTo>
                  <a:cubicBezTo>
                    <a:pt x="116610" y="137238"/>
                    <a:pt x="112270" y="140934"/>
                    <a:pt x="103362" y="141804"/>
                  </a:cubicBezTo>
                  <a:cubicBezTo>
                    <a:pt x="100849" y="142021"/>
                    <a:pt x="98794" y="142238"/>
                    <a:pt x="98794" y="145934"/>
                  </a:cubicBezTo>
                  <a:cubicBezTo>
                    <a:pt x="98794" y="148543"/>
                    <a:pt x="101306" y="148543"/>
                    <a:pt x="102220" y="148543"/>
                  </a:cubicBezTo>
                  <a:cubicBezTo>
                    <a:pt x="108615" y="148543"/>
                    <a:pt x="124604" y="147891"/>
                    <a:pt x="130999" y="147891"/>
                  </a:cubicBezTo>
                  <a:cubicBezTo>
                    <a:pt x="136709" y="147891"/>
                    <a:pt x="150642" y="148543"/>
                    <a:pt x="156353" y="148543"/>
                  </a:cubicBezTo>
                  <a:cubicBezTo>
                    <a:pt x="157951" y="148543"/>
                    <a:pt x="160692" y="148543"/>
                    <a:pt x="160692" y="144412"/>
                  </a:cubicBezTo>
                  <a:cubicBezTo>
                    <a:pt x="160692" y="141804"/>
                    <a:pt x="158408" y="141804"/>
                    <a:pt x="156581" y="141804"/>
                  </a:cubicBezTo>
                  <a:cubicBezTo>
                    <a:pt x="141278" y="141586"/>
                    <a:pt x="140821" y="140934"/>
                    <a:pt x="136938" y="132238"/>
                  </a:cubicBezTo>
                  <a:cubicBezTo>
                    <a:pt x="128030" y="112021"/>
                    <a:pt x="112727" y="78107"/>
                    <a:pt x="107473" y="65064"/>
                  </a:cubicBezTo>
                  <a:cubicBezTo>
                    <a:pt x="123005" y="49846"/>
                    <a:pt x="146988" y="23976"/>
                    <a:pt x="154297" y="17889"/>
                  </a:cubicBezTo>
                  <a:cubicBezTo>
                    <a:pt x="160921" y="12672"/>
                    <a:pt x="169600" y="7454"/>
                    <a:pt x="183305" y="6802"/>
                  </a:cubicBezTo>
                  <a:cubicBezTo>
                    <a:pt x="186274" y="6585"/>
                    <a:pt x="188330" y="6585"/>
                    <a:pt x="188330" y="2454"/>
                  </a:cubicBezTo>
                  <a:cubicBezTo>
                    <a:pt x="188330" y="2237"/>
                    <a:pt x="188330" y="63"/>
                    <a:pt x="185360" y="63"/>
                  </a:cubicBezTo>
                  <a:cubicBezTo>
                    <a:pt x="178508" y="63"/>
                    <a:pt x="170971" y="715"/>
                    <a:pt x="163890" y="715"/>
                  </a:cubicBezTo>
                  <a:cubicBezTo>
                    <a:pt x="155439" y="715"/>
                    <a:pt x="146759" y="63"/>
                    <a:pt x="138537" y="63"/>
                  </a:cubicBezTo>
                  <a:cubicBezTo>
                    <a:pt x="137166" y="63"/>
                    <a:pt x="134197" y="63"/>
                    <a:pt x="134197" y="4411"/>
                  </a:cubicBezTo>
                  <a:cubicBezTo>
                    <a:pt x="134197" y="5932"/>
                    <a:pt x="135339" y="6585"/>
                    <a:pt x="136938" y="6802"/>
                  </a:cubicBezTo>
                  <a:cubicBezTo>
                    <a:pt x="138994" y="7019"/>
                    <a:pt x="146074" y="7454"/>
                    <a:pt x="146074" y="13541"/>
                  </a:cubicBezTo>
                  <a:cubicBezTo>
                    <a:pt x="146074" y="16585"/>
                    <a:pt x="143562" y="19411"/>
                    <a:pt x="141734" y="21367"/>
                  </a:cubicBezTo>
                  <a:lnTo>
                    <a:pt x="104732" y="5919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5" name="Freeform: Shape 74">
              <a:extLst>
                <a:ext uri="{FF2B5EF4-FFF2-40B4-BE49-F238E27FC236}">
                  <a16:creationId xmlns:a16="http://schemas.microsoft.com/office/drawing/2014/main" id="{B729DFE2-3C72-B8B2-9230-EFF115342374}"/>
                </a:ext>
              </a:extLst>
            </p:cNvPr>
            <p:cNvSpPr/>
            <p:nvPr>
              <p:custDataLst>
                <p:tags r:id="rId73"/>
              </p:custDataLst>
            </p:nvPr>
          </p:nvSpPr>
          <p:spPr>
            <a:xfrm>
              <a:off x="4709848" y="3672955"/>
              <a:ext cx="48445" cy="102414"/>
            </a:xfrm>
            <a:custGeom>
              <a:avLst/>
              <a:gdLst>
                <a:gd name="connsiteX0" fmla="*/ 44418 w 48445"/>
                <a:gd name="connsiteY0" fmla="*/ 5847 h 102414"/>
                <a:gd name="connsiteX1" fmla="*/ 38023 w 48445"/>
                <a:gd name="connsiteY1" fmla="*/ 64 h 102414"/>
                <a:gd name="connsiteX2" fmla="*/ 29069 w 48445"/>
                <a:gd name="connsiteY2" fmla="*/ 8434 h 102414"/>
                <a:gd name="connsiteX3" fmla="*/ 35464 w 48445"/>
                <a:gd name="connsiteY3" fmla="*/ 14217 h 102414"/>
                <a:gd name="connsiteX4" fmla="*/ 44418 w 48445"/>
                <a:gd name="connsiteY4" fmla="*/ 5847 h 102414"/>
                <a:gd name="connsiteX5" fmla="*/ 11801 w 48445"/>
                <a:gd name="connsiteY5" fmla="*/ 83152 h 102414"/>
                <a:gd name="connsiteX6" fmla="*/ 10362 w 48445"/>
                <a:gd name="connsiteY6" fmla="*/ 89544 h 102414"/>
                <a:gd name="connsiteX7" fmla="*/ 25552 w 48445"/>
                <a:gd name="connsiteY7" fmla="*/ 102478 h 102414"/>
                <a:gd name="connsiteX8" fmla="*/ 48575 w 48445"/>
                <a:gd name="connsiteY8" fmla="*/ 79196 h 102414"/>
                <a:gd name="connsiteX9" fmla="*/ 46017 w 48445"/>
                <a:gd name="connsiteY9" fmla="*/ 77217 h 102414"/>
                <a:gd name="connsiteX10" fmla="*/ 42979 w 48445"/>
                <a:gd name="connsiteY10" fmla="*/ 79804 h 102414"/>
                <a:gd name="connsiteX11" fmla="*/ 26031 w 48445"/>
                <a:gd name="connsiteY11" fmla="*/ 98218 h 102414"/>
                <a:gd name="connsiteX12" fmla="*/ 22034 w 48445"/>
                <a:gd name="connsiteY12" fmla="*/ 92891 h 102414"/>
                <a:gd name="connsiteX13" fmla="*/ 24592 w 48445"/>
                <a:gd name="connsiteY13" fmla="*/ 83152 h 102414"/>
                <a:gd name="connsiteX14" fmla="*/ 29709 w 48445"/>
                <a:gd name="connsiteY14" fmla="*/ 70978 h 102414"/>
                <a:gd name="connsiteX15" fmla="*/ 37543 w 48445"/>
                <a:gd name="connsiteY15" fmla="*/ 51652 h 102414"/>
                <a:gd name="connsiteX16" fmla="*/ 38502 w 48445"/>
                <a:gd name="connsiteY16" fmla="*/ 46782 h 102414"/>
                <a:gd name="connsiteX17" fmla="*/ 23313 w 48445"/>
                <a:gd name="connsiteY17" fmla="*/ 33847 h 102414"/>
                <a:gd name="connsiteX18" fmla="*/ 130 w 48445"/>
                <a:gd name="connsiteY18" fmla="*/ 57130 h 102414"/>
                <a:gd name="connsiteX19" fmla="*/ 2848 w 48445"/>
                <a:gd name="connsiteY19" fmla="*/ 59108 h 102414"/>
                <a:gd name="connsiteX20" fmla="*/ 5726 w 48445"/>
                <a:gd name="connsiteY20" fmla="*/ 56674 h 102414"/>
                <a:gd name="connsiteX21" fmla="*/ 22833 w 48445"/>
                <a:gd name="connsiteY21" fmla="*/ 38108 h 102414"/>
                <a:gd name="connsiteX22" fmla="*/ 26831 w 48445"/>
                <a:gd name="connsiteY22" fmla="*/ 43434 h 102414"/>
                <a:gd name="connsiteX23" fmla="*/ 21874 w 48445"/>
                <a:gd name="connsiteY23" fmla="*/ 58652 h 102414"/>
                <a:gd name="connsiteX24" fmla="*/ 11801 w 48445"/>
                <a:gd name="connsiteY24" fmla="*/ 83152 h 102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5" h="102414">
                  <a:moveTo>
                    <a:pt x="44418" y="5847"/>
                  </a:moveTo>
                  <a:cubicBezTo>
                    <a:pt x="44418" y="3412"/>
                    <a:pt x="42499" y="64"/>
                    <a:pt x="38023" y="64"/>
                  </a:cubicBezTo>
                  <a:cubicBezTo>
                    <a:pt x="33706" y="64"/>
                    <a:pt x="29069" y="4021"/>
                    <a:pt x="29069" y="8434"/>
                  </a:cubicBezTo>
                  <a:cubicBezTo>
                    <a:pt x="29069" y="11021"/>
                    <a:pt x="31148" y="14217"/>
                    <a:pt x="35464" y="14217"/>
                  </a:cubicBezTo>
                  <a:cubicBezTo>
                    <a:pt x="40101" y="14217"/>
                    <a:pt x="44418" y="9956"/>
                    <a:pt x="44418" y="5847"/>
                  </a:cubicBezTo>
                  <a:close/>
                  <a:moveTo>
                    <a:pt x="11801" y="83152"/>
                  </a:moveTo>
                  <a:cubicBezTo>
                    <a:pt x="11162" y="85130"/>
                    <a:pt x="10362" y="86957"/>
                    <a:pt x="10362" y="89544"/>
                  </a:cubicBezTo>
                  <a:cubicBezTo>
                    <a:pt x="10362" y="96696"/>
                    <a:pt x="16758" y="102478"/>
                    <a:pt x="25552" y="102478"/>
                  </a:cubicBezTo>
                  <a:cubicBezTo>
                    <a:pt x="41540" y="102478"/>
                    <a:pt x="48575" y="81478"/>
                    <a:pt x="48575" y="79196"/>
                  </a:cubicBezTo>
                  <a:cubicBezTo>
                    <a:pt x="48575" y="77217"/>
                    <a:pt x="46497" y="77217"/>
                    <a:pt x="46017" y="77217"/>
                  </a:cubicBezTo>
                  <a:cubicBezTo>
                    <a:pt x="43778" y="77217"/>
                    <a:pt x="43619" y="78130"/>
                    <a:pt x="42979" y="79804"/>
                  </a:cubicBezTo>
                  <a:cubicBezTo>
                    <a:pt x="39302" y="91978"/>
                    <a:pt x="32267" y="98218"/>
                    <a:pt x="26031" y="98218"/>
                  </a:cubicBezTo>
                  <a:cubicBezTo>
                    <a:pt x="22833" y="98218"/>
                    <a:pt x="22034" y="96239"/>
                    <a:pt x="22034" y="92891"/>
                  </a:cubicBezTo>
                  <a:cubicBezTo>
                    <a:pt x="22034" y="89391"/>
                    <a:pt x="23153" y="86500"/>
                    <a:pt x="24592" y="83152"/>
                  </a:cubicBezTo>
                  <a:cubicBezTo>
                    <a:pt x="26191" y="79043"/>
                    <a:pt x="27950" y="74935"/>
                    <a:pt x="29709" y="70978"/>
                  </a:cubicBezTo>
                  <a:cubicBezTo>
                    <a:pt x="31148" y="67326"/>
                    <a:pt x="36903" y="53478"/>
                    <a:pt x="37543" y="51652"/>
                  </a:cubicBezTo>
                  <a:cubicBezTo>
                    <a:pt x="38023" y="50130"/>
                    <a:pt x="38502" y="48304"/>
                    <a:pt x="38502" y="46782"/>
                  </a:cubicBezTo>
                  <a:cubicBezTo>
                    <a:pt x="38502" y="39630"/>
                    <a:pt x="32107" y="33847"/>
                    <a:pt x="23313" y="33847"/>
                  </a:cubicBezTo>
                  <a:cubicBezTo>
                    <a:pt x="7484" y="33847"/>
                    <a:pt x="130" y="54543"/>
                    <a:pt x="130" y="57130"/>
                  </a:cubicBezTo>
                  <a:cubicBezTo>
                    <a:pt x="130" y="59108"/>
                    <a:pt x="2368" y="59108"/>
                    <a:pt x="2848" y="59108"/>
                  </a:cubicBezTo>
                  <a:cubicBezTo>
                    <a:pt x="5086" y="59108"/>
                    <a:pt x="5246" y="58348"/>
                    <a:pt x="5726" y="56674"/>
                  </a:cubicBezTo>
                  <a:cubicBezTo>
                    <a:pt x="9883" y="43586"/>
                    <a:pt x="16918" y="38108"/>
                    <a:pt x="22833" y="38108"/>
                  </a:cubicBezTo>
                  <a:cubicBezTo>
                    <a:pt x="25392" y="38108"/>
                    <a:pt x="26831" y="39326"/>
                    <a:pt x="26831" y="43434"/>
                  </a:cubicBezTo>
                  <a:cubicBezTo>
                    <a:pt x="26831" y="46934"/>
                    <a:pt x="25871" y="49217"/>
                    <a:pt x="21874" y="58652"/>
                  </a:cubicBezTo>
                  <a:lnTo>
                    <a:pt x="11801" y="83152"/>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6" name="Freeform: Shape 75">
              <a:extLst>
                <a:ext uri="{FF2B5EF4-FFF2-40B4-BE49-F238E27FC236}">
                  <a16:creationId xmlns:a16="http://schemas.microsoft.com/office/drawing/2014/main" id="{C65FBF28-DC6B-07A2-D0BE-1FB6D488FEC3}"/>
                </a:ext>
              </a:extLst>
            </p:cNvPr>
            <p:cNvSpPr/>
            <p:nvPr>
              <p:custDataLst>
                <p:tags r:id="rId74"/>
              </p:custDataLst>
            </p:nvPr>
          </p:nvSpPr>
          <p:spPr>
            <a:xfrm>
              <a:off x="4791396" y="3578193"/>
              <a:ext cx="52990" cy="217393"/>
            </a:xfrm>
            <a:custGeom>
              <a:avLst/>
              <a:gdLst>
                <a:gd name="connsiteX0" fmla="*/ 53124 w 52990"/>
                <a:gd name="connsiteY0" fmla="*/ 108760 h 217393"/>
                <a:gd name="connsiteX1" fmla="*/ 38049 w 52990"/>
                <a:gd name="connsiteY1" fmla="*/ 40933 h 217393"/>
                <a:gd name="connsiteX2" fmla="*/ 2417 w 52990"/>
                <a:gd name="connsiteY2" fmla="*/ 63 h 217393"/>
                <a:gd name="connsiteX3" fmla="*/ 133 w 52990"/>
                <a:gd name="connsiteY3" fmla="*/ 2237 h 217393"/>
                <a:gd name="connsiteX4" fmla="*/ 4473 w 52990"/>
                <a:gd name="connsiteY4" fmla="*/ 7237 h 217393"/>
                <a:gd name="connsiteX5" fmla="*/ 39876 w 52990"/>
                <a:gd name="connsiteY5" fmla="*/ 108760 h 217393"/>
                <a:gd name="connsiteX6" fmla="*/ 3102 w 52990"/>
                <a:gd name="connsiteY6" fmla="*/ 211587 h 217393"/>
                <a:gd name="connsiteX7" fmla="*/ 133 w 52990"/>
                <a:gd name="connsiteY7" fmla="*/ 215283 h 217393"/>
                <a:gd name="connsiteX8" fmla="*/ 2417 w 52990"/>
                <a:gd name="connsiteY8" fmla="*/ 217457 h 217393"/>
                <a:gd name="connsiteX9" fmla="*/ 38734 w 52990"/>
                <a:gd name="connsiteY9" fmla="*/ 175065 h 217393"/>
                <a:gd name="connsiteX10" fmla="*/ 53124 w 52990"/>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0" h="217393">
                  <a:moveTo>
                    <a:pt x="53124" y="108760"/>
                  </a:moveTo>
                  <a:cubicBezTo>
                    <a:pt x="53124" y="91803"/>
                    <a:pt x="50611" y="65498"/>
                    <a:pt x="38049" y="40933"/>
                  </a:cubicBezTo>
                  <a:cubicBezTo>
                    <a:pt x="24344" y="14193"/>
                    <a:pt x="4701" y="63"/>
                    <a:pt x="2417" y="63"/>
                  </a:cubicBezTo>
                  <a:cubicBezTo>
                    <a:pt x="1047" y="63"/>
                    <a:pt x="133" y="932"/>
                    <a:pt x="133" y="2237"/>
                  </a:cubicBezTo>
                  <a:cubicBezTo>
                    <a:pt x="133" y="2889"/>
                    <a:pt x="133" y="3324"/>
                    <a:pt x="4473" y="7237"/>
                  </a:cubicBezTo>
                  <a:cubicBezTo>
                    <a:pt x="26857" y="28759"/>
                    <a:pt x="39876" y="63324"/>
                    <a:pt x="39876" y="108760"/>
                  </a:cubicBezTo>
                  <a:cubicBezTo>
                    <a:pt x="39876" y="145934"/>
                    <a:pt x="31425" y="184195"/>
                    <a:pt x="3102" y="211587"/>
                  </a:cubicBezTo>
                  <a:cubicBezTo>
                    <a:pt x="133" y="214196"/>
                    <a:pt x="133" y="214631"/>
                    <a:pt x="133" y="215283"/>
                  </a:cubicBezTo>
                  <a:cubicBezTo>
                    <a:pt x="133" y="216587"/>
                    <a:pt x="1047" y="217457"/>
                    <a:pt x="2417" y="217457"/>
                  </a:cubicBezTo>
                  <a:cubicBezTo>
                    <a:pt x="4701" y="217457"/>
                    <a:pt x="25258" y="202674"/>
                    <a:pt x="38734" y="175065"/>
                  </a:cubicBezTo>
                  <a:cubicBezTo>
                    <a:pt x="50383" y="151152"/>
                    <a:pt x="53124" y="127021"/>
                    <a:pt x="53124" y="108760"/>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7" name="Freeform: Shape 76">
              <a:extLst>
                <a:ext uri="{FF2B5EF4-FFF2-40B4-BE49-F238E27FC236}">
                  <a16:creationId xmlns:a16="http://schemas.microsoft.com/office/drawing/2014/main" id="{F2F37C9D-2176-78B2-F38B-3223C030A451}"/>
                </a:ext>
              </a:extLst>
            </p:cNvPr>
            <p:cNvSpPr/>
            <p:nvPr>
              <p:custDataLst>
                <p:tags r:id="rId75"/>
              </p:custDataLst>
            </p:nvPr>
          </p:nvSpPr>
          <p:spPr>
            <a:xfrm>
              <a:off x="4943438" y="3661455"/>
              <a:ext cx="151891" cy="50870"/>
            </a:xfrm>
            <a:custGeom>
              <a:avLst/>
              <a:gdLst>
                <a:gd name="connsiteX0" fmla="*/ 144265 w 151891"/>
                <a:gd name="connsiteY0" fmla="*/ 8759 h 50870"/>
                <a:gd name="connsiteX1" fmla="*/ 152031 w 151891"/>
                <a:gd name="connsiteY1" fmla="*/ 4411 h 50870"/>
                <a:gd name="connsiteX2" fmla="*/ 144494 w 151891"/>
                <a:gd name="connsiteY2" fmla="*/ 63 h 50870"/>
                <a:gd name="connsiteX3" fmla="*/ 7677 w 151891"/>
                <a:gd name="connsiteY3" fmla="*/ 63 h 50870"/>
                <a:gd name="connsiteX4" fmla="*/ 140 w 151891"/>
                <a:gd name="connsiteY4" fmla="*/ 4411 h 50870"/>
                <a:gd name="connsiteX5" fmla="*/ 7906 w 151891"/>
                <a:gd name="connsiteY5" fmla="*/ 8759 h 50870"/>
                <a:gd name="connsiteX6" fmla="*/ 144265 w 151891"/>
                <a:gd name="connsiteY6" fmla="*/ 8759 h 50870"/>
                <a:gd name="connsiteX7" fmla="*/ 144494 w 151891"/>
                <a:gd name="connsiteY7" fmla="*/ 50933 h 50870"/>
                <a:gd name="connsiteX8" fmla="*/ 152031 w 151891"/>
                <a:gd name="connsiteY8" fmla="*/ 46585 h 50870"/>
                <a:gd name="connsiteX9" fmla="*/ 144265 w 151891"/>
                <a:gd name="connsiteY9" fmla="*/ 42237 h 50870"/>
                <a:gd name="connsiteX10" fmla="*/ 7906 w 151891"/>
                <a:gd name="connsiteY10" fmla="*/ 42237 h 50870"/>
                <a:gd name="connsiteX11" fmla="*/ 140 w 151891"/>
                <a:gd name="connsiteY11" fmla="*/ 46585 h 50870"/>
                <a:gd name="connsiteX12" fmla="*/ 7677 w 151891"/>
                <a:gd name="connsiteY12" fmla="*/ 50933 h 50870"/>
                <a:gd name="connsiteX13" fmla="*/ 144494 w 151891"/>
                <a:gd name="connsiteY13" fmla="*/ 50933 h 5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891" h="50870">
                  <a:moveTo>
                    <a:pt x="144265" y="8759"/>
                  </a:moveTo>
                  <a:cubicBezTo>
                    <a:pt x="147691" y="8759"/>
                    <a:pt x="152031" y="8759"/>
                    <a:pt x="152031" y="4411"/>
                  </a:cubicBezTo>
                  <a:cubicBezTo>
                    <a:pt x="152031" y="63"/>
                    <a:pt x="147691" y="63"/>
                    <a:pt x="144494" y="63"/>
                  </a:cubicBezTo>
                  <a:lnTo>
                    <a:pt x="7677" y="63"/>
                  </a:lnTo>
                  <a:cubicBezTo>
                    <a:pt x="4479" y="63"/>
                    <a:pt x="140" y="63"/>
                    <a:pt x="140" y="4411"/>
                  </a:cubicBezTo>
                  <a:cubicBezTo>
                    <a:pt x="140" y="8759"/>
                    <a:pt x="4479" y="8759"/>
                    <a:pt x="7906" y="8759"/>
                  </a:cubicBezTo>
                  <a:lnTo>
                    <a:pt x="144265" y="8759"/>
                  </a:lnTo>
                  <a:close/>
                  <a:moveTo>
                    <a:pt x="144494" y="50933"/>
                  </a:moveTo>
                  <a:cubicBezTo>
                    <a:pt x="147691" y="50933"/>
                    <a:pt x="152031" y="50933"/>
                    <a:pt x="152031" y="46585"/>
                  </a:cubicBezTo>
                  <a:cubicBezTo>
                    <a:pt x="152031" y="42237"/>
                    <a:pt x="147691" y="42237"/>
                    <a:pt x="144265" y="42237"/>
                  </a:cubicBezTo>
                  <a:lnTo>
                    <a:pt x="7906" y="42237"/>
                  </a:lnTo>
                  <a:cubicBezTo>
                    <a:pt x="4479" y="42237"/>
                    <a:pt x="140" y="42237"/>
                    <a:pt x="140" y="46585"/>
                  </a:cubicBezTo>
                  <a:cubicBezTo>
                    <a:pt x="140" y="50933"/>
                    <a:pt x="4479" y="50933"/>
                    <a:pt x="7677" y="50933"/>
                  </a:cubicBezTo>
                  <a:lnTo>
                    <a:pt x="144494" y="50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8" name="Freeform: Shape 77">
              <a:extLst>
                <a:ext uri="{FF2B5EF4-FFF2-40B4-BE49-F238E27FC236}">
                  <a16:creationId xmlns:a16="http://schemas.microsoft.com/office/drawing/2014/main" id="{767B7A43-4602-6BDD-C125-345C20B881BB}"/>
                </a:ext>
              </a:extLst>
            </p:cNvPr>
            <p:cNvSpPr/>
            <p:nvPr>
              <p:custDataLst>
                <p:tags r:id="rId76"/>
              </p:custDataLst>
            </p:nvPr>
          </p:nvSpPr>
          <p:spPr>
            <a:xfrm>
              <a:off x="5180423" y="3647542"/>
              <a:ext cx="120827" cy="96088"/>
            </a:xfrm>
            <a:custGeom>
              <a:avLst/>
              <a:gdLst>
                <a:gd name="connsiteX0" fmla="*/ 109786 w 120827"/>
                <a:gd name="connsiteY0" fmla="*/ 12672 h 96088"/>
                <a:gd name="connsiteX1" fmla="*/ 120978 w 120827"/>
                <a:gd name="connsiteY1" fmla="*/ 5280 h 96088"/>
                <a:gd name="connsiteX2" fmla="*/ 112070 w 120827"/>
                <a:gd name="connsiteY2" fmla="*/ 63 h 96088"/>
                <a:gd name="connsiteX3" fmla="*/ 59993 w 120827"/>
                <a:gd name="connsiteY3" fmla="*/ 63 h 96088"/>
                <a:gd name="connsiteX4" fmla="*/ 150 w 120827"/>
                <a:gd name="connsiteY4" fmla="*/ 61803 h 96088"/>
                <a:gd name="connsiteX5" fmla="*/ 34411 w 120827"/>
                <a:gd name="connsiteY5" fmla="*/ 96151 h 96088"/>
                <a:gd name="connsiteX6" fmla="*/ 91742 w 120827"/>
                <a:gd name="connsiteY6" fmla="*/ 36368 h 96088"/>
                <a:gd name="connsiteX7" fmla="*/ 84661 w 120827"/>
                <a:gd name="connsiteY7" fmla="*/ 12672 h 96088"/>
                <a:gd name="connsiteX8" fmla="*/ 109786 w 120827"/>
                <a:gd name="connsiteY8" fmla="*/ 12672 h 96088"/>
                <a:gd name="connsiteX9" fmla="*/ 34640 w 120827"/>
                <a:gd name="connsiteY9" fmla="*/ 91368 h 96088"/>
                <a:gd name="connsiteX10" fmla="*/ 14312 w 120827"/>
                <a:gd name="connsiteY10" fmla="*/ 67890 h 96088"/>
                <a:gd name="connsiteX11" fmla="*/ 25047 w 120827"/>
                <a:gd name="connsiteY11" fmla="*/ 30715 h 96088"/>
                <a:gd name="connsiteX12" fmla="*/ 56110 w 120827"/>
                <a:gd name="connsiteY12" fmla="*/ 12672 h 96088"/>
                <a:gd name="connsiteX13" fmla="*/ 77124 w 120827"/>
                <a:gd name="connsiteY13" fmla="*/ 33759 h 96088"/>
                <a:gd name="connsiteX14" fmla="*/ 64790 w 120827"/>
                <a:gd name="connsiteY14" fmla="*/ 72890 h 96088"/>
                <a:gd name="connsiteX15" fmla="*/ 34640 w 120827"/>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0827" h="96088">
                  <a:moveTo>
                    <a:pt x="109786" y="12672"/>
                  </a:moveTo>
                  <a:cubicBezTo>
                    <a:pt x="112755" y="12672"/>
                    <a:pt x="120978" y="12672"/>
                    <a:pt x="120978" y="5280"/>
                  </a:cubicBezTo>
                  <a:cubicBezTo>
                    <a:pt x="120978" y="63"/>
                    <a:pt x="116181" y="63"/>
                    <a:pt x="112070" y="63"/>
                  </a:cubicBezTo>
                  <a:lnTo>
                    <a:pt x="59993" y="63"/>
                  </a:lnTo>
                  <a:cubicBezTo>
                    <a:pt x="25503" y="63"/>
                    <a:pt x="150" y="35933"/>
                    <a:pt x="150" y="61803"/>
                  </a:cubicBezTo>
                  <a:cubicBezTo>
                    <a:pt x="150" y="80933"/>
                    <a:pt x="13626" y="96151"/>
                    <a:pt x="34411" y="96151"/>
                  </a:cubicBezTo>
                  <a:cubicBezTo>
                    <a:pt x="61364" y="96151"/>
                    <a:pt x="91742" y="69846"/>
                    <a:pt x="91742" y="36368"/>
                  </a:cubicBezTo>
                  <a:cubicBezTo>
                    <a:pt x="91742" y="32672"/>
                    <a:pt x="91742" y="22237"/>
                    <a:pt x="84661" y="12672"/>
                  </a:cubicBezTo>
                  <a:lnTo>
                    <a:pt x="109786" y="12672"/>
                  </a:lnTo>
                  <a:close/>
                  <a:moveTo>
                    <a:pt x="34640" y="91368"/>
                  </a:moveTo>
                  <a:cubicBezTo>
                    <a:pt x="23448" y="91368"/>
                    <a:pt x="14312" y="83542"/>
                    <a:pt x="14312" y="67890"/>
                  </a:cubicBezTo>
                  <a:cubicBezTo>
                    <a:pt x="14312" y="61368"/>
                    <a:pt x="17052" y="43542"/>
                    <a:pt x="25047" y="30715"/>
                  </a:cubicBezTo>
                  <a:cubicBezTo>
                    <a:pt x="34640" y="15715"/>
                    <a:pt x="48344" y="12672"/>
                    <a:pt x="56110" y="12672"/>
                  </a:cubicBezTo>
                  <a:cubicBezTo>
                    <a:pt x="75296" y="12672"/>
                    <a:pt x="77124" y="27020"/>
                    <a:pt x="77124" y="33759"/>
                  </a:cubicBezTo>
                  <a:cubicBezTo>
                    <a:pt x="77124" y="43976"/>
                    <a:pt x="72556" y="61803"/>
                    <a:pt x="64790" y="72890"/>
                  </a:cubicBezTo>
                  <a:cubicBezTo>
                    <a:pt x="55882" y="85716"/>
                    <a:pt x="43548" y="91368"/>
                    <a:pt x="34640" y="9136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79" name="Freeform: Shape 78">
              <a:extLst>
                <a:ext uri="{FF2B5EF4-FFF2-40B4-BE49-F238E27FC236}">
                  <a16:creationId xmlns:a16="http://schemas.microsoft.com/office/drawing/2014/main" id="{958E8961-8653-14C5-E3E2-DD94EF41845A}"/>
                </a:ext>
              </a:extLst>
            </p:cNvPr>
            <p:cNvSpPr/>
            <p:nvPr>
              <p:custDataLst>
                <p:tags r:id="rId77"/>
              </p:custDataLst>
            </p:nvPr>
          </p:nvSpPr>
          <p:spPr>
            <a:xfrm>
              <a:off x="5320527" y="3561304"/>
              <a:ext cx="70669" cy="101044"/>
            </a:xfrm>
            <a:custGeom>
              <a:avLst/>
              <a:gdLst>
                <a:gd name="connsiteX0" fmla="*/ 70826 w 70669"/>
                <a:gd name="connsiteY0" fmla="*/ 73408 h 101044"/>
                <a:gd name="connsiteX1" fmla="*/ 65390 w 70669"/>
                <a:gd name="connsiteY1" fmla="*/ 73408 h 101044"/>
                <a:gd name="connsiteX2" fmla="*/ 61233 w 70669"/>
                <a:gd name="connsiteY2" fmla="*/ 87256 h 101044"/>
                <a:gd name="connsiteX3" fmla="*/ 45404 w 70669"/>
                <a:gd name="connsiteY3" fmla="*/ 88169 h 101044"/>
                <a:gd name="connsiteX4" fmla="*/ 15985 w 70669"/>
                <a:gd name="connsiteY4" fmla="*/ 88169 h 101044"/>
                <a:gd name="connsiteX5" fmla="*/ 47962 w 70669"/>
                <a:gd name="connsiteY5" fmla="*/ 62603 h 101044"/>
                <a:gd name="connsiteX6" fmla="*/ 70826 w 70669"/>
                <a:gd name="connsiteY6" fmla="*/ 29733 h 101044"/>
                <a:gd name="connsiteX7" fmla="*/ 33412 w 70669"/>
                <a:gd name="connsiteY7" fmla="*/ 59 h 101044"/>
                <a:gd name="connsiteX8" fmla="*/ 156 w 70669"/>
                <a:gd name="connsiteY8" fmla="*/ 27299 h 101044"/>
                <a:gd name="connsiteX9" fmla="*/ 8630 w 70669"/>
                <a:gd name="connsiteY9" fmla="*/ 35820 h 101044"/>
                <a:gd name="connsiteX10" fmla="*/ 17104 w 70669"/>
                <a:gd name="connsiteY10" fmla="*/ 27755 h 101044"/>
                <a:gd name="connsiteX11" fmla="*/ 7671 w 70669"/>
                <a:gd name="connsiteY11" fmla="*/ 19690 h 101044"/>
                <a:gd name="connsiteX12" fmla="*/ 31014 w 70669"/>
                <a:gd name="connsiteY12" fmla="*/ 5537 h 101044"/>
                <a:gd name="connsiteX13" fmla="*/ 55317 w 70669"/>
                <a:gd name="connsiteY13" fmla="*/ 29733 h 101044"/>
                <a:gd name="connsiteX14" fmla="*/ 40288 w 70669"/>
                <a:gd name="connsiteY14" fmla="*/ 58951 h 101044"/>
                <a:gd name="connsiteX15" fmla="*/ 1755 w 70669"/>
                <a:gd name="connsiteY15" fmla="*/ 95169 h 101044"/>
                <a:gd name="connsiteX16" fmla="*/ 156 w 70669"/>
                <a:gd name="connsiteY16" fmla="*/ 101104 h 101044"/>
                <a:gd name="connsiteX17" fmla="*/ 66029 w 70669"/>
                <a:gd name="connsiteY17" fmla="*/ 101104 h 101044"/>
                <a:gd name="connsiteX18" fmla="*/ 70826 w 70669"/>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669" h="101044">
                  <a:moveTo>
                    <a:pt x="70826" y="73408"/>
                  </a:moveTo>
                  <a:lnTo>
                    <a:pt x="65390" y="73408"/>
                  </a:lnTo>
                  <a:cubicBezTo>
                    <a:pt x="64910" y="76756"/>
                    <a:pt x="63311" y="85734"/>
                    <a:pt x="61233" y="87256"/>
                  </a:cubicBezTo>
                  <a:cubicBezTo>
                    <a:pt x="59953" y="88169"/>
                    <a:pt x="47642" y="88169"/>
                    <a:pt x="45404" y="88169"/>
                  </a:cubicBezTo>
                  <a:lnTo>
                    <a:pt x="15985" y="88169"/>
                  </a:lnTo>
                  <a:cubicBezTo>
                    <a:pt x="32773" y="74017"/>
                    <a:pt x="38369" y="69756"/>
                    <a:pt x="47962" y="62603"/>
                  </a:cubicBezTo>
                  <a:cubicBezTo>
                    <a:pt x="59794" y="53625"/>
                    <a:pt x="70826" y="44190"/>
                    <a:pt x="70826" y="29733"/>
                  </a:cubicBezTo>
                  <a:cubicBezTo>
                    <a:pt x="70826" y="11320"/>
                    <a:pt x="53878" y="59"/>
                    <a:pt x="33412" y="59"/>
                  </a:cubicBezTo>
                  <a:cubicBezTo>
                    <a:pt x="13587" y="59"/>
                    <a:pt x="156" y="13298"/>
                    <a:pt x="156" y="27299"/>
                  </a:cubicBezTo>
                  <a:cubicBezTo>
                    <a:pt x="156" y="35060"/>
                    <a:pt x="7031" y="35820"/>
                    <a:pt x="8630" y="35820"/>
                  </a:cubicBezTo>
                  <a:cubicBezTo>
                    <a:pt x="12467" y="35820"/>
                    <a:pt x="17104" y="33233"/>
                    <a:pt x="17104" y="27755"/>
                  </a:cubicBezTo>
                  <a:cubicBezTo>
                    <a:pt x="17104" y="25016"/>
                    <a:pt x="15985" y="19690"/>
                    <a:pt x="7671" y="19690"/>
                  </a:cubicBezTo>
                  <a:cubicBezTo>
                    <a:pt x="12627" y="8885"/>
                    <a:pt x="23500" y="5537"/>
                    <a:pt x="31014" y="5537"/>
                  </a:cubicBezTo>
                  <a:cubicBezTo>
                    <a:pt x="47003" y="5537"/>
                    <a:pt x="55317" y="17407"/>
                    <a:pt x="55317" y="29733"/>
                  </a:cubicBezTo>
                  <a:cubicBezTo>
                    <a:pt x="55317" y="42973"/>
                    <a:pt x="45404" y="53473"/>
                    <a:pt x="40288" y="58951"/>
                  </a:cubicBezTo>
                  <a:lnTo>
                    <a:pt x="1755" y="95169"/>
                  </a:lnTo>
                  <a:cubicBezTo>
                    <a:pt x="156" y="96539"/>
                    <a:pt x="156" y="96843"/>
                    <a:pt x="156" y="101104"/>
                  </a:cubicBezTo>
                  <a:lnTo>
                    <a:pt x="66029" y="101104"/>
                  </a:lnTo>
                  <a:lnTo>
                    <a:pt x="70826" y="73408"/>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0" name="Freeform: Shape 79">
              <a:extLst>
                <a:ext uri="{FF2B5EF4-FFF2-40B4-BE49-F238E27FC236}">
                  <a16:creationId xmlns:a16="http://schemas.microsoft.com/office/drawing/2014/main" id="{7F2AE4CE-0759-921A-DBF5-FB06F14B1CCD}"/>
                </a:ext>
              </a:extLst>
            </p:cNvPr>
            <p:cNvSpPr/>
            <p:nvPr>
              <p:custDataLst>
                <p:tags r:id="rId78"/>
              </p:custDataLst>
            </p:nvPr>
          </p:nvSpPr>
          <p:spPr>
            <a:xfrm>
              <a:off x="5310253" y="3697180"/>
              <a:ext cx="141178" cy="103935"/>
            </a:xfrm>
            <a:custGeom>
              <a:avLst/>
              <a:gdLst>
                <a:gd name="connsiteX0" fmla="*/ 81058 w 141178"/>
                <a:gd name="connsiteY0" fmla="*/ 45870 h 103935"/>
                <a:gd name="connsiteX1" fmla="*/ 96247 w 141178"/>
                <a:gd name="connsiteY1" fmla="*/ 31414 h 103935"/>
                <a:gd name="connsiteX2" fmla="*/ 137338 w 141178"/>
                <a:gd name="connsiteY2" fmla="*/ 5544 h 103935"/>
                <a:gd name="connsiteX3" fmla="*/ 141335 w 141178"/>
                <a:gd name="connsiteY3" fmla="*/ 2348 h 103935"/>
                <a:gd name="connsiteX4" fmla="*/ 139096 w 141178"/>
                <a:gd name="connsiteY4" fmla="*/ 66 h 103935"/>
                <a:gd name="connsiteX5" fmla="*/ 124067 w 141178"/>
                <a:gd name="connsiteY5" fmla="*/ 674 h 103935"/>
                <a:gd name="connsiteX6" fmla="*/ 105521 w 141178"/>
                <a:gd name="connsiteY6" fmla="*/ 66 h 103935"/>
                <a:gd name="connsiteX7" fmla="*/ 102323 w 141178"/>
                <a:gd name="connsiteY7" fmla="*/ 3413 h 103935"/>
                <a:gd name="connsiteX8" fmla="*/ 104721 w 141178"/>
                <a:gd name="connsiteY8" fmla="*/ 5544 h 103935"/>
                <a:gd name="connsiteX9" fmla="*/ 110157 w 141178"/>
                <a:gd name="connsiteY9" fmla="*/ 9348 h 103935"/>
                <a:gd name="connsiteX10" fmla="*/ 106160 w 141178"/>
                <a:gd name="connsiteY10" fmla="*/ 15587 h 103935"/>
                <a:gd name="connsiteX11" fmla="*/ 78660 w 141178"/>
                <a:gd name="connsiteY11" fmla="*/ 41305 h 103935"/>
                <a:gd name="connsiteX12" fmla="*/ 62511 w 141178"/>
                <a:gd name="connsiteY12" fmla="*/ 11479 h 103935"/>
                <a:gd name="connsiteX13" fmla="*/ 61712 w 141178"/>
                <a:gd name="connsiteY13" fmla="*/ 9348 h 103935"/>
                <a:gd name="connsiteX14" fmla="*/ 70186 w 141178"/>
                <a:gd name="connsiteY14" fmla="*/ 5544 h 103935"/>
                <a:gd name="connsiteX15" fmla="*/ 73543 w 141178"/>
                <a:gd name="connsiteY15" fmla="*/ 2196 h 103935"/>
                <a:gd name="connsiteX16" fmla="*/ 70825 w 141178"/>
                <a:gd name="connsiteY16" fmla="*/ 66 h 103935"/>
                <a:gd name="connsiteX17" fmla="*/ 60113 w 141178"/>
                <a:gd name="connsiteY17" fmla="*/ 522 h 103935"/>
                <a:gd name="connsiteX18" fmla="*/ 49720 w 141178"/>
                <a:gd name="connsiteY18" fmla="*/ 674 h 103935"/>
                <a:gd name="connsiteX19" fmla="*/ 40287 w 141178"/>
                <a:gd name="connsiteY19" fmla="*/ 522 h 103935"/>
                <a:gd name="connsiteX20" fmla="*/ 31653 w 141178"/>
                <a:gd name="connsiteY20" fmla="*/ 66 h 103935"/>
                <a:gd name="connsiteX21" fmla="*/ 28296 w 141178"/>
                <a:gd name="connsiteY21" fmla="*/ 3413 h 103935"/>
                <a:gd name="connsiteX22" fmla="*/ 32932 w 141178"/>
                <a:gd name="connsiteY22" fmla="*/ 5544 h 103935"/>
                <a:gd name="connsiteX23" fmla="*/ 44604 w 141178"/>
                <a:gd name="connsiteY23" fmla="*/ 10109 h 103935"/>
                <a:gd name="connsiteX24" fmla="*/ 66988 w 141178"/>
                <a:gd name="connsiteY24" fmla="*/ 52110 h 103935"/>
                <a:gd name="connsiteX25" fmla="*/ 58034 w 141178"/>
                <a:gd name="connsiteY25" fmla="*/ 60631 h 103935"/>
                <a:gd name="connsiteX26" fmla="*/ 44604 w 141178"/>
                <a:gd name="connsiteY26" fmla="*/ 73110 h 103935"/>
                <a:gd name="connsiteX27" fmla="*/ 4153 w 141178"/>
                <a:gd name="connsiteY27" fmla="*/ 98523 h 103935"/>
                <a:gd name="connsiteX28" fmla="*/ 156 w 141178"/>
                <a:gd name="connsiteY28" fmla="*/ 101871 h 103935"/>
                <a:gd name="connsiteX29" fmla="*/ 2394 w 141178"/>
                <a:gd name="connsiteY29" fmla="*/ 104002 h 103935"/>
                <a:gd name="connsiteX30" fmla="*/ 17264 w 141178"/>
                <a:gd name="connsiteY30" fmla="*/ 103393 h 103935"/>
                <a:gd name="connsiteX31" fmla="*/ 26697 w 141178"/>
                <a:gd name="connsiteY31" fmla="*/ 103545 h 103935"/>
                <a:gd name="connsiteX32" fmla="*/ 35810 w 141178"/>
                <a:gd name="connsiteY32" fmla="*/ 104002 h 103935"/>
                <a:gd name="connsiteX33" fmla="*/ 39168 w 141178"/>
                <a:gd name="connsiteY33" fmla="*/ 100806 h 103935"/>
                <a:gd name="connsiteX34" fmla="*/ 36290 w 141178"/>
                <a:gd name="connsiteY34" fmla="*/ 98523 h 103935"/>
                <a:gd name="connsiteX35" fmla="*/ 31334 w 141178"/>
                <a:gd name="connsiteY35" fmla="*/ 94719 h 103935"/>
                <a:gd name="connsiteX36" fmla="*/ 36930 w 141178"/>
                <a:gd name="connsiteY36" fmla="*/ 86958 h 103935"/>
                <a:gd name="connsiteX37" fmla="*/ 69386 w 141178"/>
                <a:gd name="connsiteY37" fmla="*/ 56675 h 103935"/>
                <a:gd name="connsiteX38" fmla="*/ 88733 w 141178"/>
                <a:gd name="connsiteY38" fmla="*/ 92741 h 103935"/>
                <a:gd name="connsiteX39" fmla="*/ 89692 w 141178"/>
                <a:gd name="connsiteY39" fmla="*/ 94719 h 103935"/>
                <a:gd name="connsiteX40" fmla="*/ 81218 w 141178"/>
                <a:gd name="connsiteY40" fmla="*/ 98523 h 103935"/>
                <a:gd name="connsiteX41" fmla="*/ 77700 w 141178"/>
                <a:gd name="connsiteY41" fmla="*/ 101871 h 103935"/>
                <a:gd name="connsiteX42" fmla="*/ 80418 w 141178"/>
                <a:gd name="connsiteY42" fmla="*/ 104002 h 103935"/>
                <a:gd name="connsiteX43" fmla="*/ 91131 w 141178"/>
                <a:gd name="connsiteY43" fmla="*/ 103545 h 103935"/>
                <a:gd name="connsiteX44" fmla="*/ 101523 w 141178"/>
                <a:gd name="connsiteY44" fmla="*/ 103393 h 103935"/>
                <a:gd name="connsiteX45" fmla="*/ 110957 w 141178"/>
                <a:gd name="connsiteY45" fmla="*/ 103545 h 103935"/>
                <a:gd name="connsiteX46" fmla="*/ 119590 w 141178"/>
                <a:gd name="connsiteY46" fmla="*/ 104002 h 103935"/>
                <a:gd name="connsiteX47" fmla="*/ 122948 w 141178"/>
                <a:gd name="connsiteY47" fmla="*/ 100654 h 103935"/>
                <a:gd name="connsiteX48" fmla="*/ 118311 w 141178"/>
                <a:gd name="connsiteY48" fmla="*/ 98523 h 103935"/>
                <a:gd name="connsiteX49" fmla="*/ 106800 w 141178"/>
                <a:gd name="connsiteY49" fmla="*/ 94262 h 103935"/>
                <a:gd name="connsiteX50" fmla="*/ 81058 w 141178"/>
                <a:gd name="connsiteY50" fmla="*/ 45870 h 10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1178" h="103935">
                  <a:moveTo>
                    <a:pt x="81058" y="45870"/>
                  </a:moveTo>
                  <a:lnTo>
                    <a:pt x="96247" y="31414"/>
                  </a:lnTo>
                  <a:cubicBezTo>
                    <a:pt x="116713" y="12240"/>
                    <a:pt x="122948" y="6305"/>
                    <a:pt x="137338" y="5544"/>
                  </a:cubicBezTo>
                  <a:cubicBezTo>
                    <a:pt x="139416" y="5392"/>
                    <a:pt x="141335" y="5392"/>
                    <a:pt x="141335" y="2348"/>
                  </a:cubicBezTo>
                  <a:cubicBezTo>
                    <a:pt x="141335" y="522"/>
                    <a:pt x="139576" y="66"/>
                    <a:pt x="139096" y="66"/>
                  </a:cubicBezTo>
                  <a:cubicBezTo>
                    <a:pt x="134460" y="66"/>
                    <a:pt x="128864" y="674"/>
                    <a:pt x="124067" y="674"/>
                  </a:cubicBezTo>
                  <a:cubicBezTo>
                    <a:pt x="119910" y="674"/>
                    <a:pt x="109678" y="66"/>
                    <a:pt x="105521" y="66"/>
                  </a:cubicBezTo>
                  <a:cubicBezTo>
                    <a:pt x="104241" y="66"/>
                    <a:pt x="102323" y="522"/>
                    <a:pt x="102323" y="3413"/>
                  </a:cubicBezTo>
                  <a:cubicBezTo>
                    <a:pt x="102323" y="3566"/>
                    <a:pt x="102323" y="5392"/>
                    <a:pt x="104721" y="5544"/>
                  </a:cubicBezTo>
                  <a:cubicBezTo>
                    <a:pt x="106160" y="5696"/>
                    <a:pt x="110157" y="6000"/>
                    <a:pt x="110157" y="9348"/>
                  </a:cubicBezTo>
                  <a:cubicBezTo>
                    <a:pt x="110157" y="11631"/>
                    <a:pt x="107759" y="14066"/>
                    <a:pt x="106160" y="15587"/>
                  </a:cubicBezTo>
                  <a:cubicBezTo>
                    <a:pt x="104881" y="16653"/>
                    <a:pt x="84575" y="35522"/>
                    <a:pt x="78660" y="41305"/>
                  </a:cubicBezTo>
                  <a:lnTo>
                    <a:pt x="62511" y="11479"/>
                  </a:lnTo>
                  <a:cubicBezTo>
                    <a:pt x="62192" y="11022"/>
                    <a:pt x="61712" y="9957"/>
                    <a:pt x="61712" y="9348"/>
                  </a:cubicBezTo>
                  <a:cubicBezTo>
                    <a:pt x="61712" y="8283"/>
                    <a:pt x="64750" y="5848"/>
                    <a:pt x="70186" y="5544"/>
                  </a:cubicBezTo>
                  <a:cubicBezTo>
                    <a:pt x="71305" y="5544"/>
                    <a:pt x="73543" y="5392"/>
                    <a:pt x="73543" y="2196"/>
                  </a:cubicBezTo>
                  <a:cubicBezTo>
                    <a:pt x="73543" y="2044"/>
                    <a:pt x="73384" y="66"/>
                    <a:pt x="70825" y="66"/>
                  </a:cubicBezTo>
                  <a:cubicBezTo>
                    <a:pt x="67468" y="66"/>
                    <a:pt x="63471" y="522"/>
                    <a:pt x="60113" y="522"/>
                  </a:cubicBezTo>
                  <a:cubicBezTo>
                    <a:pt x="56755" y="522"/>
                    <a:pt x="53078" y="674"/>
                    <a:pt x="49720" y="674"/>
                  </a:cubicBezTo>
                  <a:cubicBezTo>
                    <a:pt x="47002" y="674"/>
                    <a:pt x="43165" y="674"/>
                    <a:pt x="40287" y="522"/>
                  </a:cubicBezTo>
                  <a:cubicBezTo>
                    <a:pt x="37569" y="370"/>
                    <a:pt x="34212" y="66"/>
                    <a:pt x="31653" y="66"/>
                  </a:cubicBezTo>
                  <a:cubicBezTo>
                    <a:pt x="30854" y="66"/>
                    <a:pt x="28296" y="66"/>
                    <a:pt x="28296" y="3413"/>
                  </a:cubicBezTo>
                  <a:cubicBezTo>
                    <a:pt x="28296" y="5544"/>
                    <a:pt x="30374" y="5544"/>
                    <a:pt x="32932" y="5544"/>
                  </a:cubicBezTo>
                  <a:cubicBezTo>
                    <a:pt x="42206" y="5544"/>
                    <a:pt x="43005" y="7066"/>
                    <a:pt x="44604" y="10109"/>
                  </a:cubicBezTo>
                  <a:lnTo>
                    <a:pt x="66988" y="52110"/>
                  </a:lnTo>
                  <a:lnTo>
                    <a:pt x="58034" y="60631"/>
                  </a:lnTo>
                  <a:cubicBezTo>
                    <a:pt x="54997" y="63371"/>
                    <a:pt x="47482" y="70219"/>
                    <a:pt x="44604" y="73110"/>
                  </a:cubicBezTo>
                  <a:cubicBezTo>
                    <a:pt x="25098" y="91523"/>
                    <a:pt x="18543" y="97914"/>
                    <a:pt x="4153" y="98523"/>
                  </a:cubicBezTo>
                  <a:cubicBezTo>
                    <a:pt x="1915" y="98675"/>
                    <a:pt x="156" y="98675"/>
                    <a:pt x="156" y="101871"/>
                  </a:cubicBezTo>
                  <a:cubicBezTo>
                    <a:pt x="156" y="102480"/>
                    <a:pt x="636" y="104002"/>
                    <a:pt x="2394" y="104002"/>
                  </a:cubicBezTo>
                  <a:cubicBezTo>
                    <a:pt x="7031" y="104002"/>
                    <a:pt x="12467" y="103393"/>
                    <a:pt x="17264" y="103393"/>
                  </a:cubicBezTo>
                  <a:cubicBezTo>
                    <a:pt x="19982" y="103393"/>
                    <a:pt x="23979" y="103393"/>
                    <a:pt x="26697" y="103545"/>
                  </a:cubicBezTo>
                  <a:cubicBezTo>
                    <a:pt x="29575" y="103697"/>
                    <a:pt x="33092" y="104002"/>
                    <a:pt x="35810" y="104002"/>
                  </a:cubicBezTo>
                  <a:cubicBezTo>
                    <a:pt x="36610" y="104002"/>
                    <a:pt x="39168" y="104002"/>
                    <a:pt x="39168" y="100806"/>
                  </a:cubicBezTo>
                  <a:cubicBezTo>
                    <a:pt x="39168" y="98675"/>
                    <a:pt x="37249" y="98523"/>
                    <a:pt x="36290" y="98523"/>
                  </a:cubicBezTo>
                  <a:cubicBezTo>
                    <a:pt x="34691" y="98371"/>
                    <a:pt x="31334" y="97914"/>
                    <a:pt x="31334" y="94719"/>
                  </a:cubicBezTo>
                  <a:cubicBezTo>
                    <a:pt x="31334" y="92284"/>
                    <a:pt x="33412" y="90306"/>
                    <a:pt x="36930" y="86958"/>
                  </a:cubicBezTo>
                  <a:lnTo>
                    <a:pt x="69386" y="56675"/>
                  </a:lnTo>
                  <a:lnTo>
                    <a:pt x="88733" y="92741"/>
                  </a:lnTo>
                  <a:cubicBezTo>
                    <a:pt x="89532" y="94262"/>
                    <a:pt x="89692" y="94567"/>
                    <a:pt x="89692" y="94719"/>
                  </a:cubicBezTo>
                  <a:cubicBezTo>
                    <a:pt x="89692" y="95632"/>
                    <a:pt x="86814" y="98067"/>
                    <a:pt x="81218" y="98523"/>
                  </a:cubicBezTo>
                  <a:cubicBezTo>
                    <a:pt x="79779" y="98675"/>
                    <a:pt x="77700" y="98675"/>
                    <a:pt x="77700" y="101871"/>
                  </a:cubicBezTo>
                  <a:cubicBezTo>
                    <a:pt x="77700" y="102023"/>
                    <a:pt x="77860" y="104002"/>
                    <a:pt x="80418" y="104002"/>
                  </a:cubicBezTo>
                  <a:cubicBezTo>
                    <a:pt x="83776" y="104002"/>
                    <a:pt x="87773" y="103545"/>
                    <a:pt x="91131" y="103545"/>
                  </a:cubicBezTo>
                  <a:cubicBezTo>
                    <a:pt x="94488" y="103545"/>
                    <a:pt x="98166" y="103393"/>
                    <a:pt x="101523" y="103393"/>
                  </a:cubicBezTo>
                  <a:cubicBezTo>
                    <a:pt x="104241" y="103393"/>
                    <a:pt x="108079" y="103393"/>
                    <a:pt x="110957" y="103545"/>
                  </a:cubicBezTo>
                  <a:cubicBezTo>
                    <a:pt x="113675" y="103697"/>
                    <a:pt x="117032" y="104002"/>
                    <a:pt x="119590" y="104002"/>
                  </a:cubicBezTo>
                  <a:cubicBezTo>
                    <a:pt x="120390" y="104002"/>
                    <a:pt x="122948" y="104002"/>
                    <a:pt x="122948" y="100654"/>
                  </a:cubicBezTo>
                  <a:cubicBezTo>
                    <a:pt x="122948" y="98523"/>
                    <a:pt x="120870" y="98523"/>
                    <a:pt x="118311" y="98523"/>
                  </a:cubicBezTo>
                  <a:cubicBezTo>
                    <a:pt x="109038" y="98523"/>
                    <a:pt x="108239" y="96849"/>
                    <a:pt x="106800" y="94262"/>
                  </a:cubicBezTo>
                  <a:lnTo>
                    <a:pt x="81058" y="4587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grpSp>
        <p:nvGrpSpPr>
          <p:cNvPr id="81" name="Group 80">
            <a:extLst>
              <a:ext uri="{FF2B5EF4-FFF2-40B4-BE49-F238E27FC236}">
                <a16:creationId xmlns:a16="http://schemas.microsoft.com/office/drawing/2014/main" id="{DF35932D-BD77-46DD-9C8F-8260E830D39A}"/>
              </a:ext>
            </a:extLst>
          </p:cNvPr>
          <p:cNvGrpSpPr>
            <a:grpSpLocks noChangeAspect="1"/>
          </p:cNvGrpSpPr>
          <p:nvPr>
            <p:custDataLst>
              <p:tags r:id="rId4"/>
            </p:custDataLst>
          </p:nvPr>
        </p:nvGrpSpPr>
        <p:grpSpPr>
          <a:xfrm>
            <a:off x="1360675" y="3800209"/>
            <a:ext cx="2171572" cy="205661"/>
            <a:chOff x="6196040" y="5768231"/>
            <a:chExt cx="2344639" cy="222052"/>
          </a:xfrm>
        </p:grpSpPr>
        <p:sp>
          <p:nvSpPr>
            <p:cNvPr id="82" name="Freeform: Shape 81">
              <a:extLst>
                <a:ext uri="{FF2B5EF4-FFF2-40B4-BE49-F238E27FC236}">
                  <a16:creationId xmlns:a16="http://schemas.microsoft.com/office/drawing/2014/main" id="{A82D87F3-4247-F210-5226-B47AABCB96FF}"/>
                </a:ext>
              </a:extLst>
            </p:cNvPr>
            <p:cNvSpPr/>
            <p:nvPr>
              <p:custDataLst>
                <p:tags r:id="rId47"/>
              </p:custDataLst>
            </p:nvPr>
          </p:nvSpPr>
          <p:spPr>
            <a:xfrm>
              <a:off x="6196040" y="5778223"/>
              <a:ext cx="162088" cy="161432"/>
            </a:xfrm>
            <a:custGeom>
              <a:avLst/>
              <a:gdLst>
                <a:gd name="connsiteX0" fmla="*/ 162165 w 162088"/>
                <a:gd name="connsiteY0" fmla="*/ 2283 h 161432"/>
                <a:gd name="connsiteX1" fmla="*/ 159654 w 162088"/>
                <a:gd name="connsiteY1" fmla="*/ 63 h 161432"/>
                <a:gd name="connsiteX2" fmla="*/ 156229 w 162088"/>
                <a:gd name="connsiteY2" fmla="*/ 2727 h 161432"/>
                <a:gd name="connsiteX3" fmla="*/ 140249 w 162088"/>
                <a:gd name="connsiteY3" fmla="*/ 19825 h 161432"/>
                <a:gd name="connsiteX4" fmla="*/ 102352 w 162088"/>
                <a:gd name="connsiteY4" fmla="*/ 63 h 161432"/>
                <a:gd name="connsiteX5" fmla="*/ 77 w 162088"/>
                <a:gd name="connsiteY5" fmla="*/ 100652 h 161432"/>
                <a:gd name="connsiteX6" fmla="*/ 61944 w 162088"/>
                <a:gd name="connsiteY6" fmla="*/ 161495 h 161432"/>
                <a:gd name="connsiteX7" fmla="*/ 111256 w 162088"/>
                <a:gd name="connsiteY7" fmla="*/ 142398 h 161432"/>
                <a:gd name="connsiteX8" fmla="*/ 136368 w 162088"/>
                <a:gd name="connsiteY8" fmla="*/ 103317 h 161432"/>
                <a:gd name="connsiteX9" fmla="*/ 133628 w 162088"/>
                <a:gd name="connsiteY9" fmla="*/ 101097 h 161432"/>
                <a:gd name="connsiteX10" fmla="*/ 130660 w 162088"/>
                <a:gd name="connsiteY10" fmla="*/ 103317 h 161432"/>
                <a:gd name="connsiteX11" fmla="*/ 107603 w 162088"/>
                <a:gd name="connsiteY11" fmla="*/ 138401 h 161432"/>
                <a:gd name="connsiteX12" fmla="*/ 65597 w 162088"/>
                <a:gd name="connsiteY12" fmla="*/ 154611 h 161432"/>
                <a:gd name="connsiteX13" fmla="*/ 20851 w 162088"/>
                <a:gd name="connsiteY13" fmla="*/ 108424 h 161432"/>
                <a:gd name="connsiteX14" fmla="*/ 48475 w 162088"/>
                <a:gd name="connsiteY14" fmla="*/ 33815 h 161432"/>
                <a:gd name="connsiteX15" fmla="*/ 104178 w 162088"/>
                <a:gd name="connsiteY15" fmla="*/ 6946 h 161432"/>
                <a:gd name="connsiteX16" fmla="*/ 140934 w 162088"/>
                <a:gd name="connsiteY16" fmla="*/ 49802 h 161432"/>
                <a:gd name="connsiteX17" fmla="*/ 140249 w 162088"/>
                <a:gd name="connsiteY17" fmla="*/ 61127 h 161432"/>
                <a:gd name="connsiteX18" fmla="*/ 143673 w 162088"/>
                <a:gd name="connsiteY18" fmla="*/ 63348 h 161432"/>
                <a:gd name="connsiteX19" fmla="*/ 147783 w 162088"/>
                <a:gd name="connsiteY19" fmla="*/ 58907 h 161432"/>
                <a:gd name="connsiteX20" fmla="*/ 162165 w 162088"/>
                <a:gd name="connsiteY20" fmla="*/ 2283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2088" h="161432">
                  <a:moveTo>
                    <a:pt x="162165" y="2283"/>
                  </a:moveTo>
                  <a:cubicBezTo>
                    <a:pt x="162165" y="1617"/>
                    <a:pt x="161708" y="63"/>
                    <a:pt x="159654" y="63"/>
                  </a:cubicBezTo>
                  <a:cubicBezTo>
                    <a:pt x="158969" y="63"/>
                    <a:pt x="158741" y="285"/>
                    <a:pt x="156229" y="2727"/>
                  </a:cubicBezTo>
                  <a:lnTo>
                    <a:pt x="140249" y="19825"/>
                  </a:lnTo>
                  <a:cubicBezTo>
                    <a:pt x="138194" y="16717"/>
                    <a:pt x="127693" y="63"/>
                    <a:pt x="102352" y="63"/>
                  </a:cubicBezTo>
                  <a:cubicBezTo>
                    <a:pt x="51443" y="63"/>
                    <a:pt x="77" y="49136"/>
                    <a:pt x="77" y="100652"/>
                  </a:cubicBezTo>
                  <a:cubicBezTo>
                    <a:pt x="77" y="137291"/>
                    <a:pt x="27015" y="161495"/>
                    <a:pt x="61944" y="161495"/>
                  </a:cubicBezTo>
                  <a:cubicBezTo>
                    <a:pt x="81806" y="161495"/>
                    <a:pt x="99156" y="152613"/>
                    <a:pt x="111256" y="142398"/>
                  </a:cubicBezTo>
                  <a:cubicBezTo>
                    <a:pt x="132487" y="124190"/>
                    <a:pt x="136368" y="103983"/>
                    <a:pt x="136368" y="103317"/>
                  </a:cubicBezTo>
                  <a:cubicBezTo>
                    <a:pt x="136368" y="101097"/>
                    <a:pt x="134085" y="101097"/>
                    <a:pt x="133628" y="101097"/>
                  </a:cubicBezTo>
                  <a:cubicBezTo>
                    <a:pt x="132259" y="101097"/>
                    <a:pt x="131117" y="101541"/>
                    <a:pt x="130660" y="103317"/>
                  </a:cubicBezTo>
                  <a:cubicBezTo>
                    <a:pt x="128606" y="109757"/>
                    <a:pt x="123355" y="125522"/>
                    <a:pt x="107603" y="138401"/>
                  </a:cubicBezTo>
                  <a:cubicBezTo>
                    <a:pt x="91851" y="150836"/>
                    <a:pt x="77468" y="154611"/>
                    <a:pt x="65597" y="154611"/>
                  </a:cubicBezTo>
                  <a:cubicBezTo>
                    <a:pt x="45050" y="154611"/>
                    <a:pt x="20851" y="143064"/>
                    <a:pt x="20851" y="108424"/>
                  </a:cubicBezTo>
                  <a:cubicBezTo>
                    <a:pt x="20851" y="95767"/>
                    <a:pt x="25646" y="59795"/>
                    <a:pt x="48475" y="33815"/>
                  </a:cubicBezTo>
                  <a:cubicBezTo>
                    <a:pt x="62401" y="18049"/>
                    <a:pt x="83860" y="6946"/>
                    <a:pt x="104178" y="6946"/>
                  </a:cubicBezTo>
                  <a:cubicBezTo>
                    <a:pt x="127464" y="6946"/>
                    <a:pt x="140934" y="24044"/>
                    <a:pt x="140934" y="49802"/>
                  </a:cubicBezTo>
                  <a:cubicBezTo>
                    <a:pt x="140934" y="58685"/>
                    <a:pt x="140249" y="58907"/>
                    <a:pt x="140249" y="61127"/>
                  </a:cubicBezTo>
                  <a:cubicBezTo>
                    <a:pt x="140249" y="63348"/>
                    <a:pt x="142760" y="63348"/>
                    <a:pt x="143673" y="63348"/>
                  </a:cubicBezTo>
                  <a:cubicBezTo>
                    <a:pt x="146641" y="63348"/>
                    <a:pt x="146641" y="62904"/>
                    <a:pt x="147783" y="58907"/>
                  </a:cubicBezTo>
                  <a:lnTo>
                    <a:pt x="162165" y="228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3" name="Freeform: Shape 82">
              <a:extLst>
                <a:ext uri="{FF2B5EF4-FFF2-40B4-BE49-F238E27FC236}">
                  <a16:creationId xmlns:a16="http://schemas.microsoft.com/office/drawing/2014/main" id="{A0F46B73-9E31-F338-5046-424C8D9F130E}"/>
                </a:ext>
              </a:extLst>
            </p:cNvPr>
            <p:cNvSpPr/>
            <p:nvPr>
              <p:custDataLst>
                <p:tags r:id="rId48"/>
              </p:custDataLst>
            </p:nvPr>
          </p:nvSpPr>
          <p:spPr>
            <a:xfrm>
              <a:off x="6375307" y="5778223"/>
              <a:ext cx="157750" cy="161432"/>
            </a:xfrm>
            <a:custGeom>
              <a:avLst/>
              <a:gdLst>
                <a:gd name="connsiteX0" fmla="*/ 157835 w 157750"/>
                <a:gd name="connsiteY0" fmla="*/ 59795 h 161432"/>
                <a:gd name="connsiteX1" fmla="*/ 99620 w 157750"/>
                <a:gd name="connsiteY1" fmla="*/ 63 h 161432"/>
                <a:gd name="connsiteX2" fmla="*/ 85 w 157750"/>
                <a:gd name="connsiteY2" fmla="*/ 102207 h 161432"/>
                <a:gd name="connsiteX3" fmla="*/ 58528 w 157750"/>
                <a:gd name="connsiteY3" fmla="*/ 161495 h 161432"/>
                <a:gd name="connsiteX4" fmla="*/ 157835 w 157750"/>
                <a:gd name="connsiteY4" fmla="*/ 59795 h 161432"/>
                <a:gd name="connsiteX5" fmla="*/ 59897 w 157750"/>
                <a:gd name="connsiteY5" fmla="*/ 155721 h 161432"/>
                <a:gd name="connsiteX6" fmla="*/ 21316 w 157750"/>
                <a:gd name="connsiteY6" fmla="*/ 108424 h 161432"/>
                <a:gd name="connsiteX7" fmla="*/ 42091 w 157750"/>
                <a:gd name="connsiteY7" fmla="*/ 40254 h 161432"/>
                <a:gd name="connsiteX8" fmla="*/ 98251 w 157750"/>
                <a:gd name="connsiteY8" fmla="*/ 5614 h 161432"/>
                <a:gd name="connsiteX9" fmla="*/ 137517 w 157750"/>
                <a:gd name="connsiteY9" fmla="*/ 51135 h 161432"/>
                <a:gd name="connsiteX10" fmla="*/ 108752 w 157750"/>
                <a:gd name="connsiteY10" fmla="*/ 129075 h 161432"/>
                <a:gd name="connsiteX11" fmla="*/ 59897 w 157750"/>
                <a:gd name="connsiteY11" fmla="*/ 155721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750" h="161432">
                  <a:moveTo>
                    <a:pt x="157835" y="59795"/>
                  </a:moveTo>
                  <a:cubicBezTo>
                    <a:pt x="157835" y="24044"/>
                    <a:pt x="133636" y="63"/>
                    <a:pt x="99620" y="63"/>
                  </a:cubicBezTo>
                  <a:cubicBezTo>
                    <a:pt x="50309" y="63"/>
                    <a:pt x="85" y="50469"/>
                    <a:pt x="85" y="102207"/>
                  </a:cubicBezTo>
                  <a:cubicBezTo>
                    <a:pt x="85" y="139068"/>
                    <a:pt x="25653" y="161495"/>
                    <a:pt x="58528" y="161495"/>
                  </a:cubicBezTo>
                  <a:cubicBezTo>
                    <a:pt x="106926" y="161495"/>
                    <a:pt x="157835" y="112865"/>
                    <a:pt x="157835" y="59795"/>
                  </a:cubicBezTo>
                  <a:close/>
                  <a:moveTo>
                    <a:pt x="59897" y="155721"/>
                  </a:moveTo>
                  <a:cubicBezTo>
                    <a:pt x="37296" y="155721"/>
                    <a:pt x="21316" y="137735"/>
                    <a:pt x="21316" y="108424"/>
                  </a:cubicBezTo>
                  <a:cubicBezTo>
                    <a:pt x="21316" y="98654"/>
                    <a:pt x="24512" y="66234"/>
                    <a:pt x="42091" y="40254"/>
                  </a:cubicBezTo>
                  <a:cubicBezTo>
                    <a:pt x="57843" y="17161"/>
                    <a:pt x="80216" y="5614"/>
                    <a:pt x="98251" y="5614"/>
                  </a:cubicBezTo>
                  <a:cubicBezTo>
                    <a:pt x="116971" y="5614"/>
                    <a:pt x="137517" y="18049"/>
                    <a:pt x="137517" y="51135"/>
                  </a:cubicBezTo>
                  <a:cubicBezTo>
                    <a:pt x="137517" y="67123"/>
                    <a:pt x="131353" y="101763"/>
                    <a:pt x="108752" y="129075"/>
                  </a:cubicBezTo>
                  <a:cubicBezTo>
                    <a:pt x="97794" y="142620"/>
                    <a:pt x="79074" y="155721"/>
                    <a:pt x="59897" y="15572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4" name="Freeform: Shape 83">
              <a:extLst>
                <a:ext uri="{FF2B5EF4-FFF2-40B4-BE49-F238E27FC236}">
                  <a16:creationId xmlns:a16="http://schemas.microsoft.com/office/drawing/2014/main" id="{DDB552CE-7A1F-9B4D-9D21-B2CFDB7CBBF0}"/>
                </a:ext>
              </a:extLst>
            </p:cNvPr>
            <p:cNvSpPr/>
            <p:nvPr>
              <p:custDataLst>
                <p:tags r:id="rId49"/>
              </p:custDataLst>
            </p:nvPr>
          </p:nvSpPr>
          <p:spPr>
            <a:xfrm>
              <a:off x="6557383" y="5783108"/>
              <a:ext cx="162773" cy="156546"/>
            </a:xfrm>
            <a:custGeom>
              <a:avLst/>
              <a:gdLst>
                <a:gd name="connsiteX0" fmla="*/ 130676 w 162773"/>
                <a:gd name="connsiteY0" fmla="*/ 25377 h 156546"/>
                <a:gd name="connsiteX1" fmla="*/ 159898 w 162773"/>
                <a:gd name="connsiteY1" fmla="*/ 6946 h 156546"/>
                <a:gd name="connsiteX2" fmla="*/ 162866 w 162773"/>
                <a:gd name="connsiteY2" fmla="*/ 2727 h 156546"/>
                <a:gd name="connsiteX3" fmla="*/ 159898 w 162773"/>
                <a:gd name="connsiteY3" fmla="*/ 63 h 156546"/>
                <a:gd name="connsiteX4" fmla="*/ 141178 w 162773"/>
                <a:gd name="connsiteY4" fmla="*/ 729 h 156546"/>
                <a:gd name="connsiteX5" fmla="*/ 118577 w 162773"/>
                <a:gd name="connsiteY5" fmla="*/ 63 h 156546"/>
                <a:gd name="connsiteX6" fmla="*/ 114239 w 162773"/>
                <a:gd name="connsiteY6" fmla="*/ 4282 h 156546"/>
                <a:gd name="connsiteX7" fmla="*/ 117892 w 162773"/>
                <a:gd name="connsiteY7" fmla="*/ 6946 h 156546"/>
                <a:gd name="connsiteX8" fmla="*/ 128393 w 162773"/>
                <a:gd name="connsiteY8" fmla="*/ 14274 h 156546"/>
                <a:gd name="connsiteX9" fmla="*/ 124969 w 162773"/>
                <a:gd name="connsiteY9" fmla="*/ 22712 h 156546"/>
                <a:gd name="connsiteX10" fmla="*/ 54883 w 162773"/>
                <a:gd name="connsiteY10" fmla="*/ 131074 h 156546"/>
                <a:gd name="connsiteX11" fmla="*/ 39359 w 162773"/>
                <a:gd name="connsiteY11" fmla="*/ 13608 h 156546"/>
                <a:gd name="connsiteX12" fmla="*/ 55111 w 162773"/>
                <a:gd name="connsiteY12" fmla="*/ 6946 h 156546"/>
                <a:gd name="connsiteX13" fmla="*/ 60818 w 162773"/>
                <a:gd name="connsiteY13" fmla="*/ 2505 h 156546"/>
                <a:gd name="connsiteX14" fmla="*/ 57622 w 162773"/>
                <a:gd name="connsiteY14" fmla="*/ 63 h 156546"/>
                <a:gd name="connsiteX15" fmla="*/ 29314 w 162773"/>
                <a:gd name="connsiteY15" fmla="*/ 729 h 156546"/>
                <a:gd name="connsiteX16" fmla="*/ 16758 w 162773"/>
                <a:gd name="connsiteY16" fmla="*/ 507 h 156546"/>
                <a:gd name="connsiteX17" fmla="*/ 4430 w 162773"/>
                <a:gd name="connsiteY17" fmla="*/ 63 h 156546"/>
                <a:gd name="connsiteX18" fmla="*/ 92 w 162773"/>
                <a:gd name="connsiteY18" fmla="*/ 4282 h 156546"/>
                <a:gd name="connsiteX19" fmla="*/ 5800 w 162773"/>
                <a:gd name="connsiteY19" fmla="*/ 6946 h 156546"/>
                <a:gd name="connsiteX20" fmla="*/ 19497 w 162773"/>
                <a:gd name="connsiteY20" fmla="*/ 14496 h 156546"/>
                <a:gd name="connsiteX21" fmla="*/ 37533 w 162773"/>
                <a:gd name="connsiteY21" fmla="*/ 151502 h 156546"/>
                <a:gd name="connsiteX22" fmla="*/ 42098 w 162773"/>
                <a:gd name="connsiteY22" fmla="*/ 156610 h 156546"/>
                <a:gd name="connsiteX23" fmla="*/ 48491 w 162773"/>
                <a:gd name="connsiteY23" fmla="*/ 152613 h 156546"/>
                <a:gd name="connsiteX24" fmla="*/ 130676 w 162773"/>
                <a:gd name="connsiteY24" fmla="*/ 25377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773" h="156546">
                  <a:moveTo>
                    <a:pt x="130676" y="25377"/>
                  </a:moveTo>
                  <a:cubicBezTo>
                    <a:pt x="141863" y="8057"/>
                    <a:pt x="151451" y="7390"/>
                    <a:pt x="159898" y="6946"/>
                  </a:cubicBezTo>
                  <a:cubicBezTo>
                    <a:pt x="162637" y="6724"/>
                    <a:pt x="162866" y="2949"/>
                    <a:pt x="162866" y="2727"/>
                  </a:cubicBezTo>
                  <a:cubicBezTo>
                    <a:pt x="162866" y="951"/>
                    <a:pt x="161724" y="63"/>
                    <a:pt x="159898" y="63"/>
                  </a:cubicBezTo>
                  <a:cubicBezTo>
                    <a:pt x="153962" y="63"/>
                    <a:pt x="147342" y="729"/>
                    <a:pt x="141178" y="729"/>
                  </a:cubicBezTo>
                  <a:cubicBezTo>
                    <a:pt x="133644" y="729"/>
                    <a:pt x="125882" y="63"/>
                    <a:pt x="118577" y="63"/>
                  </a:cubicBezTo>
                  <a:cubicBezTo>
                    <a:pt x="117207" y="63"/>
                    <a:pt x="114239" y="63"/>
                    <a:pt x="114239" y="4282"/>
                  </a:cubicBezTo>
                  <a:cubicBezTo>
                    <a:pt x="114239" y="6724"/>
                    <a:pt x="116294" y="6946"/>
                    <a:pt x="117892" y="6946"/>
                  </a:cubicBezTo>
                  <a:cubicBezTo>
                    <a:pt x="124056" y="7390"/>
                    <a:pt x="128393" y="9611"/>
                    <a:pt x="128393" y="14274"/>
                  </a:cubicBezTo>
                  <a:cubicBezTo>
                    <a:pt x="128393" y="17605"/>
                    <a:pt x="124969" y="22490"/>
                    <a:pt x="124969" y="22712"/>
                  </a:cubicBezTo>
                  <a:lnTo>
                    <a:pt x="54883" y="131074"/>
                  </a:lnTo>
                  <a:lnTo>
                    <a:pt x="39359" y="13608"/>
                  </a:lnTo>
                  <a:cubicBezTo>
                    <a:pt x="39359" y="9833"/>
                    <a:pt x="44610" y="6946"/>
                    <a:pt x="55111" y="6946"/>
                  </a:cubicBezTo>
                  <a:cubicBezTo>
                    <a:pt x="58307" y="6946"/>
                    <a:pt x="60818" y="6946"/>
                    <a:pt x="60818" y="2505"/>
                  </a:cubicBezTo>
                  <a:cubicBezTo>
                    <a:pt x="60818" y="507"/>
                    <a:pt x="58992" y="63"/>
                    <a:pt x="57622" y="63"/>
                  </a:cubicBezTo>
                  <a:cubicBezTo>
                    <a:pt x="48491" y="63"/>
                    <a:pt x="38674" y="729"/>
                    <a:pt x="29314" y="729"/>
                  </a:cubicBezTo>
                  <a:cubicBezTo>
                    <a:pt x="25205" y="729"/>
                    <a:pt x="20867" y="507"/>
                    <a:pt x="16758" y="507"/>
                  </a:cubicBezTo>
                  <a:cubicBezTo>
                    <a:pt x="12649" y="507"/>
                    <a:pt x="8311" y="63"/>
                    <a:pt x="4430" y="63"/>
                  </a:cubicBezTo>
                  <a:cubicBezTo>
                    <a:pt x="2832" y="63"/>
                    <a:pt x="92" y="63"/>
                    <a:pt x="92" y="4282"/>
                  </a:cubicBezTo>
                  <a:cubicBezTo>
                    <a:pt x="92" y="6946"/>
                    <a:pt x="2147" y="6946"/>
                    <a:pt x="5800" y="6946"/>
                  </a:cubicBezTo>
                  <a:cubicBezTo>
                    <a:pt x="18584" y="6946"/>
                    <a:pt x="18812" y="8945"/>
                    <a:pt x="19497" y="14496"/>
                  </a:cubicBezTo>
                  <a:lnTo>
                    <a:pt x="37533" y="151502"/>
                  </a:lnTo>
                  <a:cubicBezTo>
                    <a:pt x="38217" y="155943"/>
                    <a:pt x="39131" y="156610"/>
                    <a:pt x="42098" y="156610"/>
                  </a:cubicBezTo>
                  <a:cubicBezTo>
                    <a:pt x="45751" y="156610"/>
                    <a:pt x="46664" y="155499"/>
                    <a:pt x="48491" y="152613"/>
                  </a:cubicBezTo>
                  <a:lnTo>
                    <a:pt x="130676"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5" name="Freeform: Shape 84">
              <a:extLst>
                <a:ext uri="{FF2B5EF4-FFF2-40B4-BE49-F238E27FC236}">
                  <a16:creationId xmlns:a16="http://schemas.microsoft.com/office/drawing/2014/main" id="{8D3581BF-573C-C9E3-74D2-82ABFD0365EA}"/>
                </a:ext>
              </a:extLst>
            </p:cNvPr>
            <p:cNvSpPr/>
            <p:nvPr>
              <p:custDataLst>
                <p:tags r:id="rId50"/>
              </p:custDataLst>
            </p:nvPr>
          </p:nvSpPr>
          <p:spPr>
            <a:xfrm>
              <a:off x="6751103" y="5768231"/>
              <a:ext cx="52964" cy="222052"/>
            </a:xfrm>
            <a:custGeom>
              <a:avLst/>
              <a:gdLst>
                <a:gd name="connsiteX0" fmla="*/ 53065 w 52964"/>
                <a:gd name="connsiteY0" fmla="*/ 219895 h 222052"/>
                <a:gd name="connsiteX1" fmla="*/ 49184 w 52964"/>
                <a:gd name="connsiteY1" fmla="*/ 215009 h 222052"/>
                <a:gd name="connsiteX2" fmla="*/ 13341 w 52964"/>
                <a:gd name="connsiteY2" fmla="*/ 111089 h 222052"/>
                <a:gd name="connsiteX3" fmla="*/ 50097 w 52964"/>
                <a:gd name="connsiteY3" fmla="*/ 6058 h 222052"/>
                <a:gd name="connsiteX4" fmla="*/ 53065 w 52964"/>
                <a:gd name="connsiteY4" fmla="*/ 2283 h 222052"/>
                <a:gd name="connsiteX5" fmla="*/ 50782 w 52964"/>
                <a:gd name="connsiteY5" fmla="*/ 63 h 222052"/>
                <a:gd name="connsiteX6" fmla="*/ 14483 w 52964"/>
                <a:gd name="connsiteY6" fmla="*/ 43363 h 222052"/>
                <a:gd name="connsiteX7" fmla="*/ 100 w 52964"/>
                <a:gd name="connsiteY7" fmla="*/ 111089 h 222052"/>
                <a:gd name="connsiteX8" fmla="*/ 15168 w 52964"/>
                <a:gd name="connsiteY8" fmla="*/ 180369 h 222052"/>
                <a:gd name="connsiteX9" fmla="*/ 50782 w 52964"/>
                <a:gd name="connsiteY9" fmla="*/ 222115 h 222052"/>
                <a:gd name="connsiteX10" fmla="*/ 53065 w 52964"/>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64" h="222052">
                  <a:moveTo>
                    <a:pt x="53065" y="219895"/>
                  </a:moveTo>
                  <a:cubicBezTo>
                    <a:pt x="53065" y="219228"/>
                    <a:pt x="53065" y="218784"/>
                    <a:pt x="49184" y="215009"/>
                  </a:cubicBezTo>
                  <a:cubicBezTo>
                    <a:pt x="20647" y="187031"/>
                    <a:pt x="13341" y="145063"/>
                    <a:pt x="13341" y="111089"/>
                  </a:cubicBezTo>
                  <a:cubicBezTo>
                    <a:pt x="13341" y="72452"/>
                    <a:pt x="22017" y="33815"/>
                    <a:pt x="50097" y="6058"/>
                  </a:cubicBezTo>
                  <a:cubicBezTo>
                    <a:pt x="53065" y="3394"/>
                    <a:pt x="53065" y="2949"/>
                    <a:pt x="53065" y="2283"/>
                  </a:cubicBezTo>
                  <a:cubicBezTo>
                    <a:pt x="53065" y="729"/>
                    <a:pt x="52151" y="63"/>
                    <a:pt x="50782" y="63"/>
                  </a:cubicBezTo>
                  <a:cubicBezTo>
                    <a:pt x="48499" y="63"/>
                    <a:pt x="27952" y="15162"/>
                    <a:pt x="14483" y="43363"/>
                  </a:cubicBezTo>
                  <a:cubicBezTo>
                    <a:pt x="2840" y="67789"/>
                    <a:pt x="100" y="92437"/>
                    <a:pt x="100" y="111089"/>
                  </a:cubicBezTo>
                  <a:cubicBezTo>
                    <a:pt x="100" y="128409"/>
                    <a:pt x="2612" y="155277"/>
                    <a:pt x="15168" y="180369"/>
                  </a:cubicBezTo>
                  <a:cubicBezTo>
                    <a:pt x="28865" y="207682"/>
                    <a:pt x="48499" y="222115"/>
                    <a:pt x="50782" y="222115"/>
                  </a:cubicBezTo>
                  <a:cubicBezTo>
                    <a:pt x="52151" y="222115"/>
                    <a:pt x="53065" y="221449"/>
                    <a:pt x="53065"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6" name="Freeform: Shape 85">
              <a:extLst>
                <a:ext uri="{FF2B5EF4-FFF2-40B4-BE49-F238E27FC236}">
                  <a16:creationId xmlns:a16="http://schemas.microsoft.com/office/drawing/2014/main" id="{01AA853B-E692-AAC1-42E6-7EA3A69FB6BA}"/>
                </a:ext>
              </a:extLst>
            </p:cNvPr>
            <p:cNvSpPr/>
            <p:nvPr>
              <p:custDataLst>
                <p:tags r:id="rId51"/>
              </p:custDataLst>
            </p:nvPr>
          </p:nvSpPr>
          <p:spPr>
            <a:xfrm>
              <a:off x="6823447" y="5783108"/>
              <a:ext cx="188113" cy="151661"/>
            </a:xfrm>
            <a:custGeom>
              <a:avLst/>
              <a:gdLst>
                <a:gd name="connsiteX0" fmla="*/ 104663 w 188113"/>
                <a:gd name="connsiteY0" fmla="*/ 60461 h 151661"/>
                <a:gd name="connsiteX1" fmla="*/ 85486 w 188113"/>
                <a:gd name="connsiteY1" fmla="*/ 16273 h 151661"/>
                <a:gd name="connsiteX2" fmla="*/ 84345 w 188113"/>
                <a:gd name="connsiteY2" fmla="*/ 13386 h 151661"/>
                <a:gd name="connsiteX3" fmla="*/ 97814 w 188113"/>
                <a:gd name="connsiteY3" fmla="*/ 6946 h 151661"/>
                <a:gd name="connsiteX4" fmla="*/ 102380 w 188113"/>
                <a:gd name="connsiteY4" fmla="*/ 2727 h 151661"/>
                <a:gd name="connsiteX5" fmla="*/ 98955 w 188113"/>
                <a:gd name="connsiteY5" fmla="*/ 63 h 151661"/>
                <a:gd name="connsiteX6" fmla="*/ 70190 w 188113"/>
                <a:gd name="connsiteY6" fmla="*/ 729 h 151661"/>
                <a:gd name="connsiteX7" fmla="*/ 44622 w 188113"/>
                <a:gd name="connsiteY7" fmla="*/ 63 h 151661"/>
                <a:gd name="connsiteX8" fmla="*/ 40512 w 188113"/>
                <a:gd name="connsiteY8" fmla="*/ 4504 h 151661"/>
                <a:gd name="connsiteX9" fmla="*/ 45763 w 188113"/>
                <a:gd name="connsiteY9" fmla="*/ 6946 h 151661"/>
                <a:gd name="connsiteX10" fmla="*/ 62885 w 188113"/>
                <a:gd name="connsiteY10" fmla="*/ 14052 h 151661"/>
                <a:gd name="connsiteX11" fmla="*/ 89824 w 188113"/>
                <a:gd name="connsiteY11" fmla="*/ 76005 h 151661"/>
                <a:gd name="connsiteX12" fmla="*/ 41654 w 188113"/>
                <a:gd name="connsiteY12" fmla="*/ 126411 h 151661"/>
                <a:gd name="connsiteX13" fmla="*/ 38686 w 188113"/>
                <a:gd name="connsiteY13" fmla="*/ 128853 h 151661"/>
                <a:gd name="connsiteX14" fmla="*/ 5127 w 188113"/>
                <a:gd name="connsiteY14" fmla="*/ 144841 h 151661"/>
                <a:gd name="connsiteX15" fmla="*/ 104 w 188113"/>
                <a:gd name="connsiteY15" fmla="*/ 149282 h 151661"/>
                <a:gd name="connsiteX16" fmla="*/ 3072 w 188113"/>
                <a:gd name="connsiteY16" fmla="*/ 151724 h 151661"/>
                <a:gd name="connsiteX17" fmla="*/ 24532 w 188113"/>
                <a:gd name="connsiteY17" fmla="*/ 151058 h 151661"/>
                <a:gd name="connsiteX18" fmla="*/ 50101 w 188113"/>
                <a:gd name="connsiteY18" fmla="*/ 151724 h 151661"/>
                <a:gd name="connsiteX19" fmla="*/ 54210 w 188113"/>
                <a:gd name="connsiteY19" fmla="*/ 147283 h 151661"/>
                <a:gd name="connsiteX20" fmla="*/ 51470 w 188113"/>
                <a:gd name="connsiteY20" fmla="*/ 144841 h 151661"/>
                <a:gd name="connsiteX21" fmla="*/ 42339 w 188113"/>
                <a:gd name="connsiteY21" fmla="*/ 137957 h 151661"/>
                <a:gd name="connsiteX22" fmla="*/ 48503 w 188113"/>
                <a:gd name="connsiteY22" fmla="*/ 127965 h 151661"/>
                <a:gd name="connsiteX23" fmla="*/ 71788 w 188113"/>
                <a:gd name="connsiteY23" fmla="*/ 103983 h 151661"/>
                <a:gd name="connsiteX24" fmla="*/ 92335 w 188113"/>
                <a:gd name="connsiteY24" fmla="*/ 82222 h 151661"/>
                <a:gd name="connsiteX25" fmla="*/ 115392 w 188113"/>
                <a:gd name="connsiteY25" fmla="*/ 135293 h 151661"/>
                <a:gd name="connsiteX26" fmla="*/ 116534 w 188113"/>
                <a:gd name="connsiteY26" fmla="*/ 138401 h 151661"/>
                <a:gd name="connsiteX27" fmla="*/ 103293 w 188113"/>
                <a:gd name="connsiteY27" fmla="*/ 144841 h 151661"/>
                <a:gd name="connsiteX28" fmla="*/ 98727 w 188113"/>
                <a:gd name="connsiteY28" fmla="*/ 149060 h 151661"/>
                <a:gd name="connsiteX29" fmla="*/ 102151 w 188113"/>
                <a:gd name="connsiteY29" fmla="*/ 151724 h 151661"/>
                <a:gd name="connsiteX30" fmla="*/ 130916 w 188113"/>
                <a:gd name="connsiteY30" fmla="*/ 151058 h 151661"/>
                <a:gd name="connsiteX31" fmla="*/ 156257 w 188113"/>
                <a:gd name="connsiteY31" fmla="*/ 151724 h 151661"/>
                <a:gd name="connsiteX32" fmla="*/ 160595 w 188113"/>
                <a:gd name="connsiteY32" fmla="*/ 147506 h 151661"/>
                <a:gd name="connsiteX33" fmla="*/ 156485 w 188113"/>
                <a:gd name="connsiteY33" fmla="*/ 144841 h 151661"/>
                <a:gd name="connsiteX34" fmla="*/ 136852 w 188113"/>
                <a:gd name="connsiteY34" fmla="*/ 135071 h 151661"/>
                <a:gd name="connsiteX35" fmla="*/ 107402 w 188113"/>
                <a:gd name="connsiteY35" fmla="*/ 66456 h 151661"/>
                <a:gd name="connsiteX36" fmla="*/ 154202 w 188113"/>
                <a:gd name="connsiteY36" fmla="*/ 18271 h 151661"/>
                <a:gd name="connsiteX37" fmla="*/ 183196 w 188113"/>
                <a:gd name="connsiteY37" fmla="*/ 6946 h 151661"/>
                <a:gd name="connsiteX38" fmla="*/ 188218 w 188113"/>
                <a:gd name="connsiteY38" fmla="*/ 2505 h 151661"/>
                <a:gd name="connsiteX39" fmla="*/ 185250 w 188113"/>
                <a:gd name="connsiteY39" fmla="*/ 63 h 151661"/>
                <a:gd name="connsiteX40" fmla="*/ 163791 w 188113"/>
                <a:gd name="connsiteY40" fmla="*/ 729 h 151661"/>
                <a:gd name="connsiteX41" fmla="*/ 138450 w 188113"/>
                <a:gd name="connsiteY41" fmla="*/ 63 h 151661"/>
                <a:gd name="connsiteX42" fmla="*/ 134113 w 188113"/>
                <a:gd name="connsiteY42" fmla="*/ 4504 h 151661"/>
                <a:gd name="connsiteX43" fmla="*/ 136852 w 188113"/>
                <a:gd name="connsiteY43" fmla="*/ 6946 h 151661"/>
                <a:gd name="connsiteX44" fmla="*/ 145984 w 188113"/>
                <a:gd name="connsiteY44" fmla="*/ 13830 h 151661"/>
                <a:gd name="connsiteX45" fmla="*/ 141646 w 188113"/>
                <a:gd name="connsiteY45" fmla="*/ 21824 h 151661"/>
                <a:gd name="connsiteX46" fmla="*/ 104663 w 188113"/>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8113" h="151661">
                  <a:moveTo>
                    <a:pt x="104663" y="60461"/>
                  </a:moveTo>
                  <a:lnTo>
                    <a:pt x="85486" y="16273"/>
                  </a:lnTo>
                  <a:cubicBezTo>
                    <a:pt x="84801" y="14496"/>
                    <a:pt x="84345" y="13608"/>
                    <a:pt x="84345" y="13386"/>
                  </a:cubicBezTo>
                  <a:cubicBezTo>
                    <a:pt x="84345" y="12054"/>
                    <a:pt x="88226" y="7835"/>
                    <a:pt x="97814" y="6946"/>
                  </a:cubicBezTo>
                  <a:cubicBezTo>
                    <a:pt x="100097" y="6724"/>
                    <a:pt x="102380" y="6502"/>
                    <a:pt x="102380" y="2727"/>
                  </a:cubicBezTo>
                  <a:cubicBezTo>
                    <a:pt x="102380" y="63"/>
                    <a:pt x="99640" y="63"/>
                    <a:pt x="98955" y="63"/>
                  </a:cubicBezTo>
                  <a:cubicBezTo>
                    <a:pt x="89595" y="63"/>
                    <a:pt x="79779" y="729"/>
                    <a:pt x="70190" y="729"/>
                  </a:cubicBezTo>
                  <a:cubicBezTo>
                    <a:pt x="64483" y="729"/>
                    <a:pt x="50329" y="63"/>
                    <a:pt x="44622" y="63"/>
                  </a:cubicBezTo>
                  <a:cubicBezTo>
                    <a:pt x="43252" y="63"/>
                    <a:pt x="40512" y="63"/>
                    <a:pt x="40512" y="4504"/>
                  </a:cubicBezTo>
                  <a:cubicBezTo>
                    <a:pt x="40512" y="6946"/>
                    <a:pt x="42795" y="6946"/>
                    <a:pt x="45763" y="6946"/>
                  </a:cubicBezTo>
                  <a:cubicBezTo>
                    <a:pt x="59461" y="6946"/>
                    <a:pt x="60830" y="9167"/>
                    <a:pt x="62885" y="14052"/>
                  </a:cubicBezTo>
                  <a:lnTo>
                    <a:pt x="89824" y="76005"/>
                  </a:lnTo>
                  <a:lnTo>
                    <a:pt x="41654" y="126411"/>
                  </a:lnTo>
                  <a:lnTo>
                    <a:pt x="38686" y="128853"/>
                  </a:lnTo>
                  <a:cubicBezTo>
                    <a:pt x="27500" y="140622"/>
                    <a:pt x="16770" y="144175"/>
                    <a:pt x="5127" y="144841"/>
                  </a:cubicBezTo>
                  <a:cubicBezTo>
                    <a:pt x="2159" y="145063"/>
                    <a:pt x="104" y="145063"/>
                    <a:pt x="104" y="149282"/>
                  </a:cubicBezTo>
                  <a:cubicBezTo>
                    <a:pt x="104" y="149504"/>
                    <a:pt x="104" y="151724"/>
                    <a:pt x="3072" y="151724"/>
                  </a:cubicBezTo>
                  <a:cubicBezTo>
                    <a:pt x="9921" y="151724"/>
                    <a:pt x="17455" y="151058"/>
                    <a:pt x="24532" y="151058"/>
                  </a:cubicBezTo>
                  <a:cubicBezTo>
                    <a:pt x="32979" y="151058"/>
                    <a:pt x="41882" y="151724"/>
                    <a:pt x="50101" y="151724"/>
                  </a:cubicBezTo>
                  <a:cubicBezTo>
                    <a:pt x="51470" y="151724"/>
                    <a:pt x="54210" y="151724"/>
                    <a:pt x="54210" y="147283"/>
                  </a:cubicBezTo>
                  <a:cubicBezTo>
                    <a:pt x="54210" y="145063"/>
                    <a:pt x="51927" y="144841"/>
                    <a:pt x="51470" y="144841"/>
                  </a:cubicBezTo>
                  <a:cubicBezTo>
                    <a:pt x="49416" y="144619"/>
                    <a:pt x="42339" y="144175"/>
                    <a:pt x="42339" y="137957"/>
                  </a:cubicBezTo>
                  <a:cubicBezTo>
                    <a:pt x="42339" y="134404"/>
                    <a:pt x="45763" y="130852"/>
                    <a:pt x="48503" y="127965"/>
                  </a:cubicBezTo>
                  <a:lnTo>
                    <a:pt x="71788" y="103983"/>
                  </a:lnTo>
                  <a:lnTo>
                    <a:pt x="92335" y="82222"/>
                  </a:lnTo>
                  <a:lnTo>
                    <a:pt x="115392" y="135293"/>
                  </a:lnTo>
                  <a:cubicBezTo>
                    <a:pt x="116306" y="137735"/>
                    <a:pt x="116534" y="137957"/>
                    <a:pt x="116534" y="138401"/>
                  </a:cubicBezTo>
                  <a:cubicBezTo>
                    <a:pt x="116534" y="140178"/>
                    <a:pt x="112196" y="143953"/>
                    <a:pt x="103293" y="144841"/>
                  </a:cubicBezTo>
                  <a:cubicBezTo>
                    <a:pt x="100782" y="145063"/>
                    <a:pt x="98727" y="145285"/>
                    <a:pt x="98727" y="149060"/>
                  </a:cubicBezTo>
                  <a:cubicBezTo>
                    <a:pt x="98727" y="151724"/>
                    <a:pt x="101238" y="151724"/>
                    <a:pt x="102151" y="151724"/>
                  </a:cubicBezTo>
                  <a:cubicBezTo>
                    <a:pt x="108544" y="151724"/>
                    <a:pt x="124524" y="151058"/>
                    <a:pt x="130916" y="151058"/>
                  </a:cubicBezTo>
                  <a:cubicBezTo>
                    <a:pt x="136624" y="151058"/>
                    <a:pt x="150550" y="151724"/>
                    <a:pt x="156257" y="151724"/>
                  </a:cubicBezTo>
                  <a:cubicBezTo>
                    <a:pt x="157855" y="151724"/>
                    <a:pt x="160595" y="151724"/>
                    <a:pt x="160595" y="147506"/>
                  </a:cubicBezTo>
                  <a:cubicBezTo>
                    <a:pt x="160595" y="144841"/>
                    <a:pt x="158312" y="144841"/>
                    <a:pt x="156485" y="144841"/>
                  </a:cubicBezTo>
                  <a:cubicBezTo>
                    <a:pt x="141190" y="144619"/>
                    <a:pt x="140733" y="143953"/>
                    <a:pt x="136852" y="135071"/>
                  </a:cubicBezTo>
                  <a:cubicBezTo>
                    <a:pt x="127949" y="114420"/>
                    <a:pt x="112653" y="79780"/>
                    <a:pt x="107402" y="66456"/>
                  </a:cubicBezTo>
                  <a:cubicBezTo>
                    <a:pt x="122926" y="50913"/>
                    <a:pt x="146897" y="24489"/>
                    <a:pt x="154202" y="18271"/>
                  </a:cubicBezTo>
                  <a:cubicBezTo>
                    <a:pt x="160823" y="12942"/>
                    <a:pt x="169498" y="7613"/>
                    <a:pt x="183196" y="6946"/>
                  </a:cubicBezTo>
                  <a:cubicBezTo>
                    <a:pt x="186163" y="6724"/>
                    <a:pt x="188218" y="6724"/>
                    <a:pt x="188218" y="2505"/>
                  </a:cubicBezTo>
                  <a:cubicBezTo>
                    <a:pt x="188218" y="2283"/>
                    <a:pt x="188218" y="63"/>
                    <a:pt x="185250" y="63"/>
                  </a:cubicBezTo>
                  <a:cubicBezTo>
                    <a:pt x="178401" y="63"/>
                    <a:pt x="170868" y="729"/>
                    <a:pt x="163791" y="729"/>
                  </a:cubicBezTo>
                  <a:cubicBezTo>
                    <a:pt x="155344" y="729"/>
                    <a:pt x="146669" y="63"/>
                    <a:pt x="138450" y="63"/>
                  </a:cubicBezTo>
                  <a:cubicBezTo>
                    <a:pt x="137080" y="63"/>
                    <a:pt x="134113" y="63"/>
                    <a:pt x="134113" y="4504"/>
                  </a:cubicBezTo>
                  <a:cubicBezTo>
                    <a:pt x="134113" y="6058"/>
                    <a:pt x="135254" y="6724"/>
                    <a:pt x="136852" y="6946"/>
                  </a:cubicBezTo>
                  <a:cubicBezTo>
                    <a:pt x="138907" y="7168"/>
                    <a:pt x="145984" y="7613"/>
                    <a:pt x="145984" y="13830"/>
                  </a:cubicBezTo>
                  <a:cubicBezTo>
                    <a:pt x="145984" y="16939"/>
                    <a:pt x="143473" y="19825"/>
                    <a:pt x="141646" y="21824"/>
                  </a:cubicBezTo>
                  <a:lnTo>
                    <a:pt x="104663"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7" name="Freeform: Shape 86">
              <a:extLst>
                <a:ext uri="{FF2B5EF4-FFF2-40B4-BE49-F238E27FC236}">
                  <a16:creationId xmlns:a16="http://schemas.microsoft.com/office/drawing/2014/main" id="{A232DDDC-BF8C-B348-FEF6-435E75A9CA44}"/>
                </a:ext>
              </a:extLst>
            </p:cNvPr>
            <p:cNvSpPr/>
            <p:nvPr>
              <p:custDataLst>
                <p:tags r:id="rId52"/>
              </p:custDataLst>
            </p:nvPr>
          </p:nvSpPr>
          <p:spPr>
            <a:xfrm>
              <a:off x="7013929" y="5865023"/>
              <a:ext cx="48421" cy="104608"/>
            </a:xfrm>
            <a:custGeom>
              <a:avLst/>
              <a:gdLst>
                <a:gd name="connsiteX0" fmla="*/ 44379 w 48421"/>
                <a:gd name="connsiteY0" fmla="*/ 5971 h 104608"/>
                <a:gd name="connsiteX1" fmla="*/ 37986 w 48421"/>
                <a:gd name="connsiteY1" fmla="*/ 64 h 104608"/>
                <a:gd name="connsiteX2" fmla="*/ 29037 w 48421"/>
                <a:gd name="connsiteY2" fmla="*/ 8613 h 104608"/>
                <a:gd name="connsiteX3" fmla="*/ 35430 w 48421"/>
                <a:gd name="connsiteY3" fmla="*/ 14520 h 104608"/>
                <a:gd name="connsiteX4" fmla="*/ 44379 w 48421"/>
                <a:gd name="connsiteY4" fmla="*/ 5971 h 104608"/>
                <a:gd name="connsiteX5" fmla="*/ 11778 w 48421"/>
                <a:gd name="connsiteY5" fmla="*/ 84933 h 104608"/>
                <a:gd name="connsiteX6" fmla="*/ 10340 w 48421"/>
                <a:gd name="connsiteY6" fmla="*/ 91461 h 104608"/>
                <a:gd name="connsiteX7" fmla="*/ 25522 w 48421"/>
                <a:gd name="connsiteY7" fmla="*/ 104673 h 104608"/>
                <a:gd name="connsiteX8" fmla="*/ 48534 w 48421"/>
                <a:gd name="connsiteY8" fmla="*/ 80891 h 104608"/>
                <a:gd name="connsiteX9" fmla="*/ 45977 w 48421"/>
                <a:gd name="connsiteY9" fmla="*/ 78871 h 104608"/>
                <a:gd name="connsiteX10" fmla="*/ 42940 w 48421"/>
                <a:gd name="connsiteY10" fmla="*/ 81513 h 104608"/>
                <a:gd name="connsiteX11" fmla="*/ 26001 w 48421"/>
                <a:gd name="connsiteY11" fmla="*/ 100321 h 104608"/>
                <a:gd name="connsiteX12" fmla="*/ 22006 w 48421"/>
                <a:gd name="connsiteY12" fmla="*/ 94881 h 104608"/>
                <a:gd name="connsiteX13" fmla="*/ 24563 w 48421"/>
                <a:gd name="connsiteY13" fmla="*/ 84933 h 104608"/>
                <a:gd name="connsiteX14" fmla="*/ 29677 w 48421"/>
                <a:gd name="connsiteY14" fmla="*/ 72498 h 104608"/>
                <a:gd name="connsiteX15" fmla="*/ 37507 w 48421"/>
                <a:gd name="connsiteY15" fmla="*/ 52757 h 104608"/>
                <a:gd name="connsiteX16" fmla="*/ 38466 w 48421"/>
                <a:gd name="connsiteY16" fmla="*/ 47783 h 104608"/>
                <a:gd name="connsiteX17" fmla="*/ 23284 w 48421"/>
                <a:gd name="connsiteY17" fmla="*/ 34571 h 104608"/>
                <a:gd name="connsiteX18" fmla="*/ 113 w 48421"/>
                <a:gd name="connsiteY18" fmla="*/ 58353 h 104608"/>
                <a:gd name="connsiteX19" fmla="*/ 2829 w 48421"/>
                <a:gd name="connsiteY19" fmla="*/ 60374 h 104608"/>
                <a:gd name="connsiteX20" fmla="*/ 5706 w 48421"/>
                <a:gd name="connsiteY20" fmla="*/ 57887 h 104608"/>
                <a:gd name="connsiteX21" fmla="*/ 22805 w 48421"/>
                <a:gd name="connsiteY21" fmla="*/ 38923 h 104608"/>
                <a:gd name="connsiteX22" fmla="*/ 26800 w 48421"/>
                <a:gd name="connsiteY22" fmla="*/ 44364 h 104608"/>
                <a:gd name="connsiteX23" fmla="*/ 21846 w 48421"/>
                <a:gd name="connsiteY23" fmla="*/ 59907 h 104608"/>
                <a:gd name="connsiteX24" fmla="*/ 11778 w 48421"/>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21" h="104608">
                  <a:moveTo>
                    <a:pt x="44379" y="5971"/>
                  </a:moveTo>
                  <a:cubicBezTo>
                    <a:pt x="44379" y="3484"/>
                    <a:pt x="42461" y="64"/>
                    <a:pt x="37986" y="64"/>
                  </a:cubicBezTo>
                  <a:cubicBezTo>
                    <a:pt x="33672" y="64"/>
                    <a:pt x="29037" y="4106"/>
                    <a:pt x="29037" y="8613"/>
                  </a:cubicBezTo>
                  <a:cubicBezTo>
                    <a:pt x="29037" y="11256"/>
                    <a:pt x="31115" y="14520"/>
                    <a:pt x="35430" y="14520"/>
                  </a:cubicBezTo>
                  <a:cubicBezTo>
                    <a:pt x="40064" y="14520"/>
                    <a:pt x="44379" y="10168"/>
                    <a:pt x="44379" y="5971"/>
                  </a:cubicBezTo>
                  <a:close/>
                  <a:moveTo>
                    <a:pt x="11778" y="84933"/>
                  </a:moveTo>
                  <a:cubicBezTo>
                    <a:pt x="11139" y="86953"/>
                    <a:pt x="10340" y="88819"/>
                    <a:pt x="10340" y="91461"/>
                  </a:cubicBezTo>
                  <a:cubicBezTo>
                    <a:pt x="10340" y="98767"/>
                    <a:pt x="16732" y="104673"/>
                    <a:pt x="25522" y="104673"/>
                  </a:cubicBezTo>
                  <a:cubicBezTo>
                    <a:pt x="41502" y="104673"/>
                    <a:pt x="48534" y="83223"/>
                    <a:pt x="48534" y="80891"/>
                  </a:cubicBezTo>
                  <a:cubicBezTo>
                    <a:pt x="48534" y="78871"/>
                    <a:pt x="46456" y="78871"/>
                    <a:pt x="45977" y="78871"/>
                  </a:cubicBezTo>
                  <a:cubicBezTo>
                    <a:pt x="43739" y="78871"/>
                    <a:pt x="43580" y="79803"/>
                    <a:pt x="42940" y="81513"/>
                  </a:cubicBezTo>
                  <a:cubicBezTo>
                    <a:pt x="39265" y="93948"/>
                    <a:pt x="32233" y="100321"/>
                    <a:pt x="26001" y="100321"/>
                  </a:cubicBezTo>
                  <a:cubicBezTo>
                    <a:pt x="22805" y="100321"/>
                    <a:pt x="22006" y="98300"/>
                    <a:pt x="22006" y="94881"/>
                  </a:cubicBezTo>
                  <a:cubicBezTo>
                    <a:pt x="22006" y="91306"/>
                    <a:pt x="23125" y="88352"/>
                    <a:pt x="24563" y="84933"/>
                  </a:cubicBezTo>
                  <a:cubicBezTo>
                    <a:pt x="26161" y="80736"/>
                    <a:pt x="27919" y="76539"/>
                    <a:pt x="29677" y="72498"/>
                  </a:cubicBezTo>
                  <a:cubicBezTo>
                    <a:pt x="31115" y="68767"/>
                    <a:pt x="36868" y="54622"/>
                    <a:pt x="37507" y="52757"/>
                  </a:cubicBezTo>
                  <a:cubicBezTo>
                    <a:pt x="37986" y="51203"/>
                    <a:pt x="38466" y="49338"/>
                    <a:pt x="38466" y="47783"/>
                  </a:cubicBezTo>
                  <a:cubicBezTo>
                    <a:pt x="38466" y="40478"/>
                    <a:pt x="32074" y="34571"/>
                    <a:pt x="23284" y="34571"/>
                  </a:cubicBezTo>
                  <a:cubicBezTo>
                    <a:pt x="7464" y="34571"/>
                    <a:pt x="113" y="55711"/>
                    <a:pt x="113" y="58353"/>
                  </a:cubicBezTo>
                  <a:cubicBezTo>
                    <a:pt x="113" y="60374"/>
                    <a:pt x="2350" y="60374"/>
                    <a:pt x="2829" y="60374"/>
                  </a:cubicBezTo>
                  <a:cubicBezTo>
                    <a:pt x="5067" y="60374"/>
                    <a:pt x="5226" y="59596"/>
                    <a:pt x="5706" y="57887"/>
                  </a:cubicBezTo>
                  <a:cubicBezTo>
                    <a:pt x="9861" y="44519"/>
                    <a:pt x="16892" y="38923"/>
                    <a:pt x="22805" y="38923"/>
                  </a:cubicBezTo>
                  <a:cubicBezTo>
                    <a:pt x="25362" y="38923"/>
                    <a:pt x="26800" y="40167"/>
                    <a:pt x="26800" y="44364"/>
                  </a:cubicBezTo>
                  <a:cubicBezTo>
                    <a:pt x="26800" y="47939"/>
                    <a:pt x="25841" y="50270"/>
                    <a:pt x="21846" y="59907"/>
                  </a:cubicBezTo>
                  <a:lnTo>
                    <a:pt x="11778"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8" name="Freeform: Shape 87">
              <a:extLst>
                <a:ext uri="{FF2B5EF4-FFF2-40B4-BE49-F238E27FC236}">
                  <a16:creationId xmlns:a16="http://schemas.microsoft.com/office/drawing/2014/main" id="{D5A3093B-B049-0A53-72C0-B2A63C565F3C}"/>
                </a:ext>
              </a:extLst>
            </p:cNvPr>
            <p:cNvSpPr/>
            <p:nvPr>
              <p:custDataLst>
                <p:tags r:id="rId53"/>
              </p:custDataLst>
            </p:nvPr>
          </p:nvSpPr>
          <p:spPr>
            <a:xfrm>
              <a:off x="7102057" y="5911232"/>
              <a:ext cx="26710" cy="66393"/>
            </a:xfrm>
            <a:custGeom>
              <a:avLst/>
              <a:gdLst>
                <a:gd name="connsiteX0" fmla="*/ 26826 w 26710"/>
                <a:gd name="connsiteY0" fmla="*/ 23378 h 66393"/>
                <a:gd name="connsiteX1" fmla="*/ 12215 w 26710"/>
                <a:gd name="connsiteY1" fmla="*/ 63 h 66393"/>
                <a:gd name="connsiteX2" fmla="*/ 116 w 26710"/>
                <a:gd name="connsiteY2" fmla="*/ 11832 h 66393"/>
                <a:gd name="connsiteX3" fmla="*/ 12215 w 26710"/>
                <a:gd name="connsiteY3" fmla="*/ 23600 h 66393"/>
                <a:gd name="connsiteX4" fmla="*/ 20206 w 26710"/>
                <a:gd name="connsiteY4" fmla="*/ 20714 h 66393"/>
                <a:gd name="connsiteX5" fmla="*/ 21347 w 26710"/>
                <a:gd name="connsiteY5" fmla="*/ 20047 h 66393"/>
                <a:gd name="connsiteX6" fmla="*/ 21804 w 26710"/>
                <a:gd name="connsiteY6" fmla="*/ 23378 h 66393"/>
                <a:gd name="connsiteX7" fmla="*/ 6280 w 26710"/>
                <a:gd name="connsiteY7" fmla="*/ 60461 h 66393"/>
                <a:gd name="connsiteX8" fmla="*/ 3769 w 26710"/>
                <a:gd name="connsiteY8" fmla="*/ 64014 h 66393"/>
                <a:gd name="connsiteX9" fmla="*/ 6052 w 26710"/>
                <a:gd name="connsiteY9" fmla="*/ 66456 h 66393"/>
                <a:gd name="connsiteX10" fmla="*/ 26826 w 26710"/>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10" h="66393">
                  <a:moveTo>
                    <a:pt x="26826" y="23378"/>
                  </a:moveTo>
                  <a:cubicBezTo>
                    <a:pt x="26826" y="8723"/>
                    <a:pt x="21119" y="63"/>
                    <a:pt x="12215" y="63"/>
                  </a:cubicBezTo>
                  <a:cubicBezTo>
                    <a:pt x="4682" y="63"/>
                    <a:pt x="116" y="5614"/>
                    <a:pt x="116" y="11832"/>
                  </a:cubicBezTo>
                  <a:cubicBezTo>
                    <a:pt x="116" y="17827"/>
                    <a:pt x="4682" y="23600"/>
                    <a:pt x="12215" y="23600"/>
                  </a:cubicBezTo>
                  <a:cubicBezTo>
                    <a:pt x="14955" y="23600"/>
                    <a:pt x="17923" y="22712"/>
                    <a:pt x="20206" y="20714"/>
                  </a:cubicBezTo>
                  <a:cubicBezTo>
                    <a:pt x="20891" y="20270"/>
                    <a:pt x="21119" y="20047"/>
                    <a:pt x="21347" y="20047"/>
                  </a:cubicBezTo>
                  <a:cubicBezTo>
                    <a:pt x="21575" y="20047"/>
                    <a:pt x="21804" y="20270"/>
                    <a:pt x="21804" y="23378"/>
                  </a:cubicBezTo>
                  <a:cubicBezTo>
                    <a:pt x="21804" y="39810"/>
                    <a:pt x="13813" y="53133"/>
                    <a:pt x="6280" y="60461"/>
                  </a:cubicBezTo>
                  <a:cubicBezTo>
                    <a:pt x="3769" y="62904"/>
                    <a:pt x="3769" y="63348"/>
                    <a:pt x="3769" y="64014"/>
                  </a:cubicBezTo>
                  <a:cubicBezTo>
                    <a:pt x="3769" y="65568"/>
                    <a:pt x="4910" y="66456"/>
                    <a:pt x="6052" y="66456"/>
                  </a:cubicBezTo>
                  <a:cubicBezTo>
                    <a:pt x="8563" y="66456"/>
                    <a:pt x="26826" y="49358"/>
                    <a:pt x="26826" y="2337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89" name="Freeform: Shape 88">
              <a:extLst>
                <a:ext uri="{FF2B5EF4-FFF2-40B4-BE49-F238E27FC236}">
                  <a16:creationId xmlns:a16="http://schemas.microsoft.com/office/drawing/2014/main" id="{3E114E00-8532-55B6-4115-1C542AF6627A}"/>
                </a:ext>
              </a:extLst>
            </p:cNvPr>
            <p:cNvSpPr/>
            <p:nvPr>
              <p:custDataLst>
                <p:tags r:id="rId54"/>
              </p:custDataLst>
            </p:nvPr>
          </p:nvSpPr>
          <p:spPr>
            <a:xfrm>
              <a:off x="7191877" y="5783108"/>
              <a:ext cx="165969" cy="151661"/>
            </a:xfrm>
            <a:custGeom>
              <a:avLst/>
              <a:gdLst>
                <a:gd name="connsiteX0" fmla="*/ 128421 w 165969"/>
                <a:gd name="connsiteY0" fmla="*/ 25377 h 151661"/>
                <a:gd name="connsiteX1" fmla="*/ 131617 w 165969"/>
                <a:gd name="connsiteY1" fmla="*/ 22268 h 151661"/>
                <a:gd name="connsiteX2" fmla="*/ 161524 w 165969"/>
                <a:gd name="connsiteY2" fmla="*/ 6946 h 151661"/>
                <a:gd name="connsiteX3" fmla="*/ 166090 w 165969"/>
                <a:gd name="connsiteY3" fmla="*/ 2727 h 151661"/>
                <a:gd name="connsiteX4" fmla="*/ 163122 w 165969"/>
                <a:gd name="connsiteY4" fmla="*/ 63 h 151661"/>
                <a:gd name="connsiteX5" fmla="*/ 144402 w 165969"/>
                <a:gd name="connsiteY5" fmla="*/ 729 h 151661"/>
                <a:gd name="connsiteX6" fmla="*/ 121572 w 165969"/>
                <a:gd name="connsiteY6" fmla="*/ 63 h 151661"/>
                <a:gd name="connsiteX7" fmla="*/ 117235 w 165969"/>
                <a:gd name="connsiteY7" fmla="*/ 4282 h 151661"/>
                <a:gd name="connsiteX8" fmla="*/ 120659 w 165969"/>
                <a:gd name="connsiteY8" fmla="*/ 6946 h 151661"/>
                <a:gd name="connsiteX9" fmla="*/ 128878 w 165969"/>
                <a:gd name="connsiteY9" fmla="*/ 12054 h 151661"/>
                <a:gd name="connsiteX10" fmla="*/ 122714 w 165969"/>
                <a:gd name="connsiteY10" fmla="*/ 22712 h 151661"/>
                <a:gd name="connsiteX11" fmla="*/ 69750 w 165969"/>
                <a:gd name="connsiteY11" fmla="*/ 82000 h 151661"/>
                <a:gd name="connsiteX12" fmla="*/ 44638 w 165969"/>
                <a:gd name="connsiteY12" fmla="*/ 16051 h 151661"/>
                <a:gd name="connsiteX13" fmla="*/ 43268 w 165969"/>
                <a:gd name="connsiteY13" fmla="*/ 12276 h 151661"/>
                <a:gd name="connsiteX14" fmla="*/ 56737 w 165969"/>
                <a:gd name="connsiteY14" fmla="*/ 6946 h 151661"/>
                <a:gd name="connsiteX15" fmla="*/ 62216 w 165969"/>
                <a:gd name="connsiteY15" fmla="*/ 2505 h 151661"/>
                <a:gd name="connsiteX16" fmla="*/ 58792 w 165969"/>
                <a:gd name="connsiteY16" fmla="*/ 63 h 151661"/>
                <a:gd name="connsiteX17" fmla="*/ 30027 w 165969"/>
                <a:gd name="connsiteY17" fmla="*/ 729 h 151661"/>
                <a:gd name="connsiteX18" fmla="*/ 4458 w 165969"/>
                <a:gd name="connsiteY18" fmla="*/ 63 h 151661"/>
                <a:gd name="connsiteX19" fmla="*/ 120 w 165969"/>
                <a:gd name="connsiteY19" fmla="*/ 4504 h 151661"/>
                <a:gd name="connsiteX20" fmla="*/ 5371 w 165969"/>
                <a:gd name="connsiteY20" fmla="*/ 6946 h 151661"/>
                <a:gd name="connsiteX21" fmla="*/ 22036 w 165969"/>
                <a:gd name="connsiteY21" fmla="*/ 14496 h 151661"/>
                <a:gd name="connsiteX22" fmla="*/ 50117 w 165969"/>
                <a:gd name="connsiteY22" fmla="*/ 87551 h 151661"/>
                <a:gd name="connsiteX23" fmla="*/ 51030 w 165969"/>
                <a:gd name="connsiteY23" fmla="*/ 91326 h 151661"/>
                <a:gd name="connsiteX24" fmla="*/ 40757 w 165969"/>
                <a:gd name="connsiteY24" fmla="*/ 131740 h 151661"/>
                <a:gd name="connsiteX25" fmla="*/ 19297 w 165969"/>
                <a:gd name="connsiteY25" fmla="*/ 144841 h 151661"/>
                <a:gd name="connsiteX26" fmla="*/ 13133 w 165969"/>
                <a:gd name="connsiteY26" fmla="*/ 149282 h 151661"/>
                <a:gd name="connsiteX27" fmla="*/ 16329 w 165969"/>
                <a:gd name="connsiteY27" fmla="*/ 151724 h 151661"/>
                <a:gd name="connsiteX28" fmla="*/ 45094 w 165969"/>
                <a:gd name="connsiteY28" fmla="*/ 151058 h 151661"/>
                <a:gd name="connsiteX29" fmla="*/ 74316 w 165969"/>
                <a:gd name="connsiteY29" fmla="*/ 151724 h 151661"/>
                <a:gd name="connsiteX30" fmla="*/ 78653 w 165969"/>
                <a:gd name="connsiteY30" fmla="*/ 147283 h 151661"/>
                <a:gd name="connsiteX31" fmla="*/ 72261 w 165969"/>
                <a:gd name="connsiteY31" fmla="*/ 144841 h 151661"/>
                <a:gd name="connsiteX32" fmla="*/ 63586 w 165969"/>
                <a:gd name="connsiteY32" fmla="*/ 144397 h 151661"/>
                <a:gd name="connsiteX33" fmla="*/ 57422 w 165969"/>
                <a:gd name="connsiteY33" fmla="*/ 140844 h 151661"/>
                <a:gd name="connsiteX34" fmla="*/ 60618 w 165969"/>
                <a:gd name="connsiteY34" fmla="*/ 126855 h 151661"/>
                <a:gd name="connsiteX35" fmla="*/ 68608 w 165969"/>
                <a:gd name="connsiteY35" fmla="*/ 95545 h 151661"/>
                <a:gd name="connsiteX36" fmla="*/ 71804 w 165969"/>
                <a:gd name="connsiteY36" fmla="*/ 88662 h 151661"/>
                <a:gd name="connsiteX37" fmla="*/ 128421 w 165969"/>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969" h="151661">
                  <a:moveTo>
                    <a:pt x="128421" y="25377"/>
                  </a:moveTo>
                  <a:lnTo>
                    <a:pt x="131617" y="22268"/>
                  </a:lnTo>
                  <a:cubicBezTo>
                    <a:pt x="138466" y="15606"/>
                    <a:pt x="146000" y="8057"/>
                    <a:pt x="161524" y="6946"/>
                  </a:cubicBezTo>
                  <a:cubicBezTo>
                    <a:pt x="164035" y="6724"/>
                    <a:pt x="166090" y="6724"/>
                    <a:pt x="166090" y="2727"/>
                  </a:cubicBezTo>
                  <a:cubicBezTo>
                    <a:pt x="166090" y="951"/>
                    <a:pt x="164948" y="63"/>
                    <a:pt x="163122" y="63"/>
                  </a:cubicBezTo>
                  <a:cubicBezTo>
                    <a:pt x="157186" y="63"/>
                    <a:pt x="150566" y="729"/>
                    <a:pt x="144402" y="729"/>
                  </a:cubicBezTo>
                  <a:cubicBezTo>
                    <a:pt x="136868" y="729"/>
                    <a:pt x="128878" y="63"/>
                    <a:pt x="121572" y="63"/>
                  </a:cubicBezTo>
                  <a:cubicBezTo>
                    <a:pt x="120203" y="63"/>
                    <a:pt x="117235" y="63"/>
                    <a:pt x="117235" y="4282"/>
                  </a:cubicBezTo>
                  <a:cubicBezTo>
                    <a:pt x="117235" y="6724"/>
                    <a:pt x="119518" y="6946"/>
                    <a:pt x="120659" y="6946"/>
                  </a:cubicBezTo>
                  <a:cubicBezTo>
                    <a:pt x="122257" y="6946"/>
                    <a:pt x="128878" y="7390"/>
                    <a:pt x="128878" y="12054"/>
                  </a:cubicBezTo>
                  <a:cubicBezTo>
                    <a:pt x="128878" y="15828"/>
                    <a:pt x="123627" y="21602"/>
                    <a:pt x="122714" y="22712"/>
                  </a:cubicBezTo>
                  <a:lnTo>
                    <a:pt x="69750" y="82000"/>
                  </a:lnTo>
                  <a:lnTo>
                    <a:pt x="44638" y="16051"/>
                  </a:lnTo>
                  <a:cubicBezTo>
                    <a:pt x="43268" y="12942"/>
                    <a:pt x="43268" y="12498"/>
                    <a:pt x="43268" y="12276"/>
                  </a:cubicBezTo>
                  <a:cubicBezTo>
                    <a:pt x="43268" y="6946"/>
                    <a:pt x="54454" y="6946"/>
                    <a:pt x="56737" y="6946"/>
                  </a:cubicBezTo>
                  <a:cubicBezTo>
                    <a:pt x="59933" y="6946"/>
                    <a:pt x="62216" y="6946"/>
                    <a:pt x="62216" y="2505"/>
                  </a:cubicBezTo>
                  <a:cubicBezTo>
                    <a:pt x="62216" y="63"/>
                    <a:pt x="59477" y="63"/>
                    <a:pt x="58792" y="63"/>
                  </a:cubicBezTo>
                  <a:cubicBezTo>
                    <a:pt x="52400" y="63"/>
                    <a:pt x="36419" y="729"/>
                    <a:pt x="30027" y="729"/>
                  </a:cubicBezTo>
                  <a:cubicBezTo>
                    <a:pt x="24319" y="729"/>
                    <a:pt x="10165" y="63"/>
                    <a:pt x="4458" y="63"/>
                  </a:cubicBezTo>
                  <a:cubicBezTo>
                    <a:pt x="3088" y="63"/>
                    <a:pt x="120" y="63"/>
                    <a:pt x="120" y="4504"/>
                  </a:cubicBezTo>
                  <a:cubicBezTo>
                    <a:pt x="120" y="6946"/>
                    <a:pt x="2403" y="6946"/>
                    <a:pt x="5371" y="6946"/>
                  </a:cubicBezTo>
                  <a:cubicBezTo>
                    <a:pt x="19069" y="6946"/>
                    <a:pt x="19982" y="8945"/>
                    <a:pt x="22036" y="14496"/>
                  </a:cubicBezTo>
                  <a:lnTo>
                    <a:pt x="50117" y="87551"/>
                  </a:lnTo>
                  <a:cubicBezTo>
                    <a:pt x="50345" y="88218"/>
                    <a:pt x="51030" y="90660"/>
                    <a:pt x="51030" y="91326"/>
                  </a:cubicBezTo>
                  <a:cubicBezTo>
                    <a:pt x="51030" y="91992"/>
                    <a:pt x="41898" y="127743"/>
                    <a:pt x="40757" y="131740"/>
                  </a:cubicBezTo>
                  <a:cubicBezTo>
                    <a:pt x="37789" y="143953"/>
                    <a:pt x="37560" y="144619"/>
                    <a:pt x="19297" y="144841"/>
                  </a:cubicBezTo>
                  <a:cubicBezTo>
                    <a:pt x="14959" y="144841"/>
                    <a:pt x="13133" y="144841"/>
                    <a:pt x="13133" y="149282"/>
                  </a:cubicBezTo>
                  <a:cubicBezTo>
                    <a:pt x="13133" y="151724"/>
                    <a:pt x="15873" y="151724"/>
                    <a:pt x="16329" y="151724"/>
                  </a:cubicBezTo>
                  <a:cubicBezTo>
                    <a:pt x="22721" y="151724"/>
                    <a:pt x="38702" y="151058"/>
                    <a:pt x="45094" y="151058"/>
                  </a:cubicBezTo>
                  <a:cubicBezTo>
                    <a:pt x="51486" y="151058"/>
                    <a:pt x="67923" y="151724"/>
                    <a:pt x="74316" y="151724"/>
                  </a:cubicBezTo>
                  <a:cubicBezTo>
                    <a:pt x="75914" y="151724"/>
                    <a:pt x="78653" y="151724"/>
                    <a:pt x="78653" y="147283"/>
                  </a:cubicBezTo>
                  <a:cubicBezTo>
                    <a:pt x="78653" y="144841"/>
                    <a:pt x="76599" y="144841"/>
                    <a:pt x="72261" y="144841"/>
                  </a:cubicBezTo>
                  <a:cubicBezTo>
                    <a:pt x="71804" y="144841"/>
                    <a:pt x="67467" y="144841"/>
                    <a:pt x="63586" y="144397"/>
                  </a:cubicBezTo>
                  <a:cubicBezTo>
                    <a:pt x="58792" y="143953"/>
                    <a:pt x="57422" y="143509"/>
                    <a:pt x="57422" y="140844"/>
                  </a:cubicBezTo>
                  <a:cubicBezTo>
                    <a:pt x="57422" y="139290"/>
                    <a:pt x="59477" y="131518"/>
                    <a:pt x="60618" y="126855"/>
                  </a:cubicBezTo>
                  <a:lnTo>
                    <a:pt x="68608" y="95545"/>
                  </a:lnTo>
                  <a:cubicBezTo>
                    <a:pt x="69750" y="91326"/>
                    <a:pt x="69978" y="90660"/>
                    <a:pt x="71804" y="88662"/>
                  </a:cubicBezTo>
                  <a:lnTo>
                    <a:pt x="128421"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0" name="Freeform: Shape 89">
              <a:extLst>
                <a:ext uri="{FF2B5EF4-FFF2-40B4-BE49-F238E27FC236}">
                  <a16:creationId xmlns:a16="http://schemas.microsoft.com/office/drawing/2014/main" id="{8E44FD0F-F71A-686F-4943-2AC3790BBCD3}"/>
                </a:ext>
              </a:extLst>
            </p:cNvPr>
            <p:cNvSpPr/>
            <p:nvPr>
              <p:custDataLst>
                <p:tags r:id="rId55"/>
              </p:custDataLst>
            </p:nvPr>
          </p:nvSpPr>
          <p:spPr>
            <a:xfrm>
              <a:off x="7323935" y="5865023"/>
              <a:ext cx="48421" cy="104608"/>
            </a:xfrm>
            <a:custGeom>
              <a:avLst/>
              <a:gdLst>
                <a:gd name="connsiteX0" fmla="*/ 44392 w 48421"/>
                <a:gd name="connsiteY0" fmla="*/ 5971 h 104608"/>
                <a:gd name="connsiteX1" fmla="*/ 38000 w 48421"/>
                <a:gd name="connsiteY1" fmla="*/ 64 h 104608"/>
                <a:gd name="connsiteX2" fmla="*/ 29051 w 48421"/>
                <a:gd name="connsiteY2" fmla="*/ 8613 h 104608"/>
                <a:gd name="connsiteX3" fmla="*/ 35443 w 48421"/>
                <a:gd name="connsiteY3" fmla="*/ 14520 h 104608"/>
                <a:gd name="connsiteX4" fmla="*/ 44392 w 48421"/>
                <a:gd name="connsiteY4" fmla="*/ 5971 h 104608"/>
                <a:gd name="connsiteX5" fmla="*/ 11792 w 48421"/>
                <a:gd name="connsiteY5" fmla="*/ 84933 h 104608"/>
                <a:gd name="connsiteX6" fmla="*/ 10354 w 48421"/>
                <a:gd name="connsiteY6" fmla="*/ 91461 h 104608"/>
                <a:gd name="connsiteX7" fmla="*/ 25535 w 48421"/>
                <a:gd name="connsiteY7" fmla="*/ 104673 h 104608"/>
                <a:gd name="connsiteX8" fmla="*/ 48547 w 48421"/>
                <a:gd name="connsiteY8" fmla="*/ 80891 h 104608"/>
                <a:gd name="connsiteX9" fmla="*/ 45990 w 48421"/>
                <a:gd name="connsiteY9" fmla="*/ 78871 h 104608"/>
                <a:gd name="connsiteX10" fmla="*/ 42954 w 48421"/>
                <a:gd name="connsiteY10" fmla="*/ 81513 h 104608"/>
                <a:gd name="connsiteX11" fmla="*/ 26015 w 48421"/>
                <a:gd name="connsiteY11" fmla="*/ 100321 h 104608"/>
                <a:gd name="connsiteX12" fmla="*/ 22019 w 48421"/>
                <a:gd name="connsiteY12" fmla="*/ 94881 h 104608"/>
                <a:gd name="connsiteX13" fmla="*/ 24576 w 48421"/>
                <a:gd name="connsiteY13" fmla="*/ 84933 h 104608"/>
                <a:gd name="connsiteX14" fmla="*/ 29690 w 48421"/>
                <a:gd name="connsiteY14" fmla="*/ 72498 h 104608"/>
                <a:gd name="connsiteX15" fmla="*/ 37521 w 48421"/>
                <a:gd name="connsiteY15" fmla="*/ 52757 h 104608"/>
                <a:gd name="connsiteX16" fmla="*/ 38479 w 48421"/>
                <a:gd name="connsiteY16" fmla="*/ 47783 h 104608"/>
                <a:gd name="connsiteX17" fmla="*/ 23298 w 48421"/>
                <a:gd name="connsiteY17" fmla="*/ 34571 h 104608"/>
                <a:gd name="connsiteX18" fmla="*/ 126 w 48421"/>
                <a:gd name="connsiteY18" fmla="*/ 58353 h 104608"/>
                <a:gd name="connsiteX19" fmla="*/ 2843 w 48421"/>
                <a:gd name="connsiteY19" fmla="*/ 60374 h 104608"/>
                <a:gd name="connsiteX20" fmla="*/ 5719 w 48421"/>
                <a:gd name="connsiteY20" fmla="*/ 57887 h 104608"/>
                <a:gd name="connsiteX21" fmla="*/ 22818 w 48421"/>
                <a:gd name="connsiteY21" fmla="*/ 38923 h 104608"/>
                <a:gd name="connsiteX22" fmla="*/ 26814 w 48421"/>
                <a:gd name="connsiteY22" fmla="*/ 44364 h 104608"/>
                <a:gd name="connsiteX23" fmla="*/ 21860 w 48421"/>
                <a:gd name="connsiteY23" fmla="*/ 59907 h 104608"/>
                <a:gd name="connsiteX24" fmla="*/ 11792 w 48421"/>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21" h="104608">
                  <a:moveTo>
                    <a:pt x="44392" y="5971"/>
                  </a:moveTo>
                  <a:cubicBezTo>
                    <a:pt x="44392" y="3484"/>
                    <a:pt x="42475" y="64"/>
                    <a:pt x="38000" y="64"/>
                  </a:cubicBezTo>
                  <a:cubicBezTo>
                    <a:pt x="33685" y="64"/>
                    <a:pt x="29051" y="4106"/>
                    <a:pt x="29051" y="8613"/>
                  </a:cubicBezTo>
                  <a:cubicBezTo>
                    <a:pt x="29051" y="11256"/>
                    <a:pt x="31128" y="14520"/>
                    <a:pt x="35443" y="14520"/>
                  </a:cubicBezTo>
                  <a:cubicBezTo>
                    <a:pt x="40077" y="14520"/>
                    <a:pt x="44392" y="10168"/>
                    <a:pt x="44392" y="5971"/>
                  </a:cubicBezTo>
                  <a:close/>
                  <a:moveTo>
                    <a:pt x="11792" y="84933"/>
                  </a:moveTo>
                  <a:cubicBezTo>
                    <a:pt x="11153" y="86953"/>
                    <a:pt x="10354" y="88819"/>
                    <a:pt x="10354" y="91461"/>
                  </a:cubicBezTo>
                  <a:cubicBezTo>
                    <a:pt x="10354" y="98767"/>
                    <a:pt x="16746" y="104673"/>
                    <a:pt x="25535" y="104673"/>
                  </a:cubicBezTo>
                  <a:cubicBezTo>
                    <a:pt x="41516" y="104673"/>
                    <a:pt x="48547" y="83223"/>
                    <a:pt x="48547" y="80891"/>
                  </a:cubicBezTo>
                  <a:cubicBezTo>
                    <a:pt x="48547" y="78871"/>
                    <a:pt x="46470" y="78871"/>
                    <a:pt x="45990" y="78871"/>
                  </a:cubicBezTo>
                  <a:cubicBezTo>
                    <a:pt x="43753" y="78871"/>
                    <a:pt x="43593" y="79803"/>
                    <a:pt x="42954" y="81513"/>
                  </a:cubicBezTo>
                  <a:cubicBezTo>
                    <a:pt x="39278" y="93948"/>
                    <a:pt x="32247" y="100321"/>
                    <a:pt x="26015" y="100321"/>
                  </a:cubicBezTo>
                  <a:cubicBezTo>
                    <a:pt x="22818" y="100321"/>
                    <a:pt x="22019" y="98300"/>
                    <a:pt x="22019" y="94881"/>
                  </a:cubicBezTo>
                  <a:cubicBezTo>
                    <a:pt x="22019" y="91306"/>
                    <a:pt x="23138" y="88352"/>
                    <a:pt x="24576" y="84933"/>
                  </a:cubicBezTo>
                  <a:cubicBezTo>
                    <a:pt x="26174" y="80736"/>
                    <a:pt x="27932" y="76539"/>
                    <a:pt x="29690" y="72498"/>
                  </a:cubicBezTo>
                  <a:cubicBezTo>
                    <a:pt x="31128" y="68767"/>
                    <a:pt x="36881" y="54622"/>
                    <a:pt x="37521" y="52757"/>
                  </a:cubicBezTo>
                  <a:cubicBezTo>
                    <a:pt x="38000" y="51203"/>
                    <a:pt x="38479" y="49338"/>
                    <a:pt x="38479" y="47783"/>
                  </a:cubicBezTo>
                  <a:cubicBezTo>
                    <a:pt x="38479" y="40478"/>
                    <a:pt x="32087" y="34571"/>
                    <a:pt x="23298" y="34571"/>
                  </a:cubicBezTo>
                  <a:cubicBezTo>
                    <a:pt x="7477" y="34571"/>
                    <a:pt x="126" y="55711"/>
                    <a:pt x="126" y="58353"/>
                  </a:cubicBezTo>
                  <a:cubicBezTo>
                    <a:pt x="126" y="60374"/>
                    <a:pt x="2363" y="60374"/>
                    <a:pt x="2843" y="60374"/>
                  </a:cubicBezTo>
                  <a:cubicBezTo>
                    <a:pt x="5080" y="60374"/>
                    <a:pt x="5240" y="59596"/>
                    <a:pt x="5719" y="57887"/>
                  </a:cubicBezTo>
                  <a:cubicBezTo>
                    <a:pt x="9874" y="44519"/>
                    <a:pt x="16906" y="38923"/>
                    <a:pt x="22818" y="38923"/>
                  </a:cubicBezTo>
                  <a:cubicBezTo>
                    <a:pt x="25375" y="38923"/>
                    <a:pt x="26814" y="40167"/>
                    <a:pt x="26814" y="44364"/>
                  </a:cubicBezTo>
                  <a:cubicBezTo>
                    <a:pt x="26814" y="47939"/>
                    <a:pt x="25855" y="50270"/>
                    <a:pt x="21860" y="59907"/>
                  </a:cubicBezTo>
                  <a:lnTo>
                    <a:pt x="11792"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1" name="Freeform: Shape 90">
              <a:extLst>
                <a:ext uri="{FF2B5EF4-FFF2-40B4-BE49-F238E27FC236}">
                  <a16:creationId xmlns:a16="http://schemas.microsoft.com/office/drawing/2014/main" id="{45022D71-7615-0AB7-A23A-BBDDB281E7F6}"/>
                </a:ext>
              </a:extLst>
            </p:cNvPr>
            <p:cNvSpPr/>
            <p:nvPr>
              <p:custDataLst>
                <p:tags r:id="rId56"/>
              </p:custDataLst>
            </p:nvPr>
          </p:nvSpPr>
          <p:spPr>
            <a:xfrm>
              <a:off x="7405442" y="5768231"/>
              <a:ext cx="52964" cy="222052"/>
            </a:xfrm>
            <a:custGeom>
              <a:avLst/>
              <a:gdLst>
                <a:gd name="connsiteX0" fmla="*/ 53093 w 52964"/>
                <a:gd name="connsiteY0" fmla="*/ 111089 h 222052"/>
                <a:gd name="connsiteX1" fmla="*/ 38026 w 52964"/>
                <a:gd name="connsiteY1" fmla="*/ 41809 h 222052"/>
                <a:gd name="connsiteX2" fmla="*/ 2412 w 52964"/>
                <a:gd name="connsiteY2" fmla="*/ 63 h 222052"/>
                <a:gd name="connsiteX3" fmla="*/ 129 w 52964"/>
                <a:gd name="connsiteY3" fmla="*/ 2283 h 222052"/>
                <a:gd name="connsiteX4" fmla="*/ 4467 w 52964"/>
                <a:gd name="connsiteY4" fmla="*/ 7390 h 222052"/>
                <a:gd name="connsiteX5" fmla="*/ 39852 w 52964"/>
                <a:gd name="connsiteY5" fmla="*/ 111089 h 222052"/>
                <a:gd name="connsiteX6" fmla="*/ 3097 w 52964"/>
                <a:gd name="connsiteY6" fmla="*/ 216120 h 222052"/>
                <a:gd name="connsiteX7" fmla="*/ 129 w 52964"/>
                <a:gd name="connsiteY7" fmla="*/ 219895 h 222052"/>
                <a:gd name="connsiteX8" fmla="*/ 2412 w 52964"/>
                <a:gd name="connsiteY8" fmla="*/ 222115 h 222052"/>
                <a:gd name="connsiteX9" fmla="*/ 38711 w 52964"/>
                <a:gd name="connsiteY9" fmla="*/ 178815 h 222052"/>
                <a:gd name="connsiteX10" fmla="*/ 53093 w 52964"/>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64" h="222052">
                  <a:moveTo>
                    <a:pt x="53093" y="111089"/>
                  </a:moveTo>
                  <a:cubicBezTo>
                    <a:pt x="53093" y="93769"/>
                    <a:pt x="50582" y="66901"/>
                    <a:pt x="38026" y="41809"/>
                  </a:cubicBezTo>
                  <a:cubicBezTo>
                    <a:pt x="24329" y="14496"/>
                    <a:pt x="4695" y="63"/>
                    <a:pt x="2412" y="63"/>
                  </a:cubicBezTo>
                  <a:cubicBezTo>
                    <a:pt x="1043" y="63"/>
                    <a:pt x="129" y="951"/>
                    <a:pt x="129" y="2283"/>
                  </a:cubicBezTo>
                  <a:cubicBezTo>
                    <a:pt x="129" y="2949"/>
                    <a:pt x="129" y="3394"/>
                    <a:pt x="4467" y="7390"/>
                  </a:cubicBezTo>
                  <a:cubicBezTo>
                    <a:pt x="26840" y="29374"/>
                    <a:pt x="39852" y="64680"/>
                    <a:pt x="39852" y="111089"/>
                  </a:cubicBezTo>
                  <a:cubicBezTo>
                    <a:pt x="39852" y="149060"/>
                    <a:pt x="31406" y="188141"/>
                    <a:pt x="3097" y="216120"/>
                  </a:cubicBezTo>
                  <a:cubicBezTo>
                    <a:pt x="129" y="218784"/>
                    <a:pt x="129" y="219228"/>
                    <a:pt x="129" y="219895"/>
                  </a:cubicBezTo>
                  <a:cubicBezTo>
                    <a:pt x="129" y="221227"/>
                    <a:pt x="1043" y="222115"/>
                    <a:pt x="2412" y="222115"/>
                  </a:cubicBezTo>
                  <a:cubicBezTo>
                    <a:pt x="4695" y="222115"/>
                    <a:pt x="25242" y="207016"/>
                    <a:pt x="38711" y="178815"/>
                  </a:cubicBezTo>
                  <a:cubicBezTo>
                    <a:pt x="50354" y="154389"/>
                    <a:pt x="53093" y="129741"/>
                    <a:pt x="53093"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2" name="Freeform: Shape 91">
              <a:extLst>
                <a:ext uri="{FF2B5EF4-FFF2-40B4-BE49-F238E27FC236}">
                  <a16:creationId xmlns:a16="http://schemas.microsoft.com/office/drawing/2014/main" id="{8B30D1A2-A545-6E44-EA73-6DBAB9F1ECE5}"/>
                </a:ext>
              </a:extLst>
            </p:cNvPr>
            <p:cNvSpPr/>
            <p:nvPr>
              <p:custDataLst>
                <p:tags r:id="rId57"/>
              </p:custDataLst>
            </p:nvPr>
          </p:nvSpPr>
          <p:spPr>
            <a:xfrm>
              <a:off x="7557408" y="5853277"/>
              <a:ext cx="151815" cy="51960"/>
            </a:xfrm>
            <a:custGeom>
              <a:avLst/>
              <a:gdLst>
                <a:gd name="connsiteX0" fmla="*/ 144189 w 151815"/>
                <a:gd name="connsiteY0" fmla="*/ 8945 h 51960"/>
                <a:gd name="connsiteX1" fmla="*/ 151951 w 151815"/>
                <a:gd name="connsiteY1" fmla="*/ 4504 h 51960"/>
                <a:gd name="connsiteX2" fmla="*/ 144417 w 151815"/>
                <a:gd name="connsiteY2" fmla="*/ 63 h 51960"/>
                <a:gd name="connsiteX3" fmla="*/ 7670 w 151815"/>
                <a:gd name="connsiteY3" fmla="*/ 63 h 51960"/>
                <a:gd name="connsiteX4" fmla="*/ 136 w 151815"/>
                <a:gd name="connsiteY4" fmla="*/ 4504 h 51960"/>
                <a:gd name="connsiteX5" fmla="*/ 7898 w 151815"/>
                <a:gd name="connsiteY5" fmla="*/ 8945 h 51960"/>
                <a:gd name="connsiteX6" fmla="*/ 144189 w 151815"/>
                <a:gd name="connsiteY6" fmla="*/ 8945 h 51960"/>
                <a:gd name="connsiteX7" fmla="*/ 144417 w 151815"/>
                <a:gd name="connsiteY7" fmla="*/ 52023 h 51960"/>
                <a:gd name="connsiteX8" fmla="*/ 151951 w 151815"/>
                <a:gd name="connsiteY8" fmla="*/ 47582 h 51960"/>
                <a:gd name="connsiteX9" fmla="*/ 144189 w 151815"/>
                <a:gd name="connsiteY9" fmla="*/ 43141 h 51960"/>
                <a:gd name="connsiteX10" fmla="*/ 7898 w 151815"/>
                <a:gd name="connsiteY10" fmla="*/ 43141 h 51960"/>
                <a:gd name="connsiteX11" fmla="*/ 136 w 151815"/>
                <a:gd name="connsiteY11" fmla="*/ 47582 h 51960"/>
                <a:gd name="connsiteX12" fmla="*/ 7670 w 151815"/>
                <a:gd name="connsiteY12" fmla="*/ 52023 h 51960"/>
                <a:gd name="connsiteX13" fmla="*/ 144417 w 151815"/>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815" h="51960">
                  <a:moveTo>
                    <a:pt x="144189" y="8945"/>
                  </a:moveTo>
                  <a:cubicBezTo>
                    <a:pt x="147614" y="8945"/>
                    <a:pt x="151951" y="8945"/>
                    <a:pt x="151951" y="4504"/>
                  </a:cubicBezTo>
                  <a:cubicBezTo>
                    <a:pt x="151951" y="63"/>
                    <a:pt x="147614" y="63"/>
                    <a:pt x="144417" y="63"/>
                  </a:cubicBezTo>
                  <a:lnTo>
                    <a:pt x="7670" y="63"/>
                  </a:lnTo>
                  <a:cubicBezTo>
                    <a:pt x="4474" y="63"/>
                    <a:pt x="136" y="63"/>
                    <a:pt x="136" y="4504"/>
                  </a:cubicBezTo>
                  <a:cubicBezTo>
                    <a:pt x="136" y="8945"/>
                    <a:pt x="4474" y="8945"/>
                    <a:pt x="7898" y="8945"/>
                  </a:cubicBezTo>
                  <a:lnTo>
                    <a:pt x="144189" y="8945"/>
                  </a:lnTo>
                  <a:close/>
                  <a:moveTo>
                    <a:pt x="144417" y="52023"/>
                  </a:moveTo>
                  <a:cubicBezTo>
                    <a:pt x="147614" y="52023"/>
                    <a:pt x="151951" y="52023"/>
                    <a:pt x="151951" y="47582"/>
                  </a:cubicBezTo>
                  <a:cubicBezTo>
                    <a:pt x="151951" y="43141"/>
                    <a:pt x="147614" y="43141"/>
                    <a:pt x="144189" y="43141"/>
                  </a:cubicBezTo>
                  <a:lnTo>
                    <a:pt x="7898" y="43141"/>
                  </a:lnTo>
                  <a:cubicBezTo>
                    <a:pt x="4474" y="43141"/>
                    <a:pt x="136" y="43141"/>
                    <a:pt x="136" y="47582"/>
                  </a:cubicBezTo>
                  <a:cubicBezTo>
                    <a:pt x="136" y="52023"/>
                    <a:pt x="4474" y="52023"/>
                    <a:pt x="7670" y="52023"/>
                  </a:cubicBezTo>
                  <a:lnTo>
                    <a:pt x="144417" y="5202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3" name="Freeform: Shape 92">
              <a:extLst>
                <a:ext uri="{FF2B5EF4-FFF2-40B4-BE49-F238E27FC236}">
                  <a16:creationId xmlns:a16="http://schemas.microsoft.com/office/drawing/2014/main" id="{B5700EBA-C159-FDBD-C4D6-C4F5EE8785FB}"/>
                </a:ext>
              </a:extLst>
            </p:cNvPr>
            <p:cNvSpPr/>
            <p:nvPr>
              <p:custDataLst>
                <p:tags r:id="rId58"/>
              </p:custDataLst>
            </p:nvPr>
          </p:nvSpPr>
          <p:spPr>
            <a:xfrm>
              <a:off x="7794274" y="5783774"/>
              <a:ext cx="165690" cy="150995"/>
            </a:xfrm>
            <a:custGeom>
              <a:avLst/>
              <a:gdLst>
                <a:gd name="connsiteX0" fmla="*/ 153103 w 165690"/>
                <a:gd name="connsiteY0" fmla="*/ 99320 h 150995"/>
                <a:gd name="connsiteX1" fmla="*/ 154245 w 165690"/>
                <a:gd name="connsiteY1" fmla="*/ 96211 h 150995"/>
                <a:gd name="connsiteX2" fmla="*/ 151505 w 165690"/>
                <a:gd name="connsiteY2" fmla="*/ 93769 h 150995"/>
                <a:gd name="connsiteX3" fmla="*/ 148537 w 165690"/>
                <a:gd name="connsiteY3" fmla="*/ 96433 h 150995"/>
                <a:gd name="connsiteX4" fmla="*/ 86213 w 165690"/>
                <a:gd name="connsiteY4" fmla="*/ 144175 h 150995"/>
                <a:gd name="connsiteX5" fmla="*/ 52882 w 165690"/>
                <a:gd name="connsiteY5" fmla="*/ 144175 h 150995"/>
                <a:gd name="connsiteX6" fmla="*/ 47860 w 165690"/>
                <a:gd name="connsiteY6" fmla="*/ 143953 h 150995"/>
                <a:gd name="connsiteX7" fmla="*/ 44892 w 165690"/>
                <a:gd name="connsiteY7" fmla="*/ 141732 h 150995"/>
                <a:gd name="connsiteX8" fmla="*/ 46034 w 165690"/>
                <a:gd name="connsiteY8" fmla="*/ 136625 h 150995"/>
                <a:gd name="connsiteX9" fmla="*/ 61558 w 165690"/>
                <a:gd name="connsiteY9" fmla="*/ 76005 h 150995"/>
                <a:gd name="connsiteX10" fmla="*/ 84159 w 165690"/>
                <a:gd name="connsiteY10" fmla="*/ 76005 h 150995"/>
                <a:gd name="connsiteX11" fmla="*/ 103563 w 165690"/>
                <a:gd name="connsiteY11" fmla="*/ 86219 h 150995"/>
                <a:gd name="connsiteX12" fmla="*/ 101965 w 165690"/>
                <a:gd name="connsiteY12" fmla="*/ 97100 h 150995"/>
                <a:gd name="connsiteX13" fmla="*/ 101281 w 165690"/>
                <a:gd name="connsiteY13" fmla="*/ 99542 h 150995"/>
                <a:gd name="connsiteX14" fmla="*/ 104248 w 165690"/>
                <a:gd name="connsiteY14" fmla="*/ 101985 h 150995"/>
                <a:gd name="connsiteX15" fmla="*/ 107673 w 165690"/>
                <a:gd name="connsiteY15" fmla="*/ 97544 h 150995"/>
                <a:gd name="connsiteX16" fmla="*/ 120685 w 165690"/>
                <a:gd name="connsiteY16" fmla="*/ 45583 h 150995"/>
                <a:gd name="connsiteX17" fmla="*/ 117946 w 165690"/>
                <a:gd name="connsiteY17" fmla="*/ 43141 h 150995"/>
                <a:gd name="connsiteX18" fmla="*/ 114750 w 165690"/>
                <a:gd name="connsiteY18" fmla="*/ 47138 h 150995"/>
                <a:gd name="connsiteX19" fmla="*/ 84843 w 165690"/>
                <a:gd name="connsiteY19" fmla="*/ 69121 h 150995"/>
                <a:gd name="connsiteX20" fmla="*/ 63384 w 165690"/>
                <a:gd name="connsiteY20" fmla="*/ 69121 h 150995"/>
                <a:gd name="connsiteX21" fmla="*/ 77081 w 165690"/>
                <a:gd name="connsiteY21" fmla="*/ 15606 h 150995"/>
                <a:gd name="connsiteX22" fmla="*/ 89409 w 165690"/>
                <a:gd name="connsiteY22" fmla="*/ 6946 h 150995"/>
                <a:gd name="connsiteX23" fmla="*/ 121599 w 165690"/>
                <a:gd name="connsiteY23" fmla="*/ 6946 h 150995"/>
                <a:gd name="connsiteX24" fmla="*/ 156299 w 165690"/>
                <a:gd name="connsiteY24" fmla="*/ 31594 h 150995"/>
                <a:gd name="connsiteX25" fmla="*/ 155386 w 165690"/>
                <a:gd name="connsiteY25" fmla="*/ 43363 h 150995"/>
                <a:gd name="connsiteX26" fmla="*/ 155158 w 165690"/>
                <a:gd name="connsiteY26" fmla="*/ 47360 h 150995"/>
                <a:gd name="connsiteX27" fmla="*/ 157897 w 165690"/>
                <a:gd name="connsiteY27" fmla="*/ 50025 h 150995"/>
                <a:gd name="connsiteX28" fmla="*/ 161093 w 165690"/>
                <a:gd name="connsiteY28" fmla="*/ 44473 h 150995"/>
                <a:gd name="connsiteX29" fmla="*/ 165659 w 165690"/>
                <a:gd name="connsiteY29" fmla="*/ 6058 h 150995"/>
                <a:gd name="connsiteX30" fmla="*/ 159495 w 165690"/>
                <a:gd name="connsiteY30" fmla="*/ 63 h 150995"/>
                <a:gd name="connsiteX31" fmla="*/ 44207 w 165690"/>
                <a:gd name="connsiteY31" fmla="*/ 63 h 150995"/>
                <a:gd name="connsiteX32" fmla="*/ 37358 w 165690"/>
                <a:gd name="connsiteY32" fmla="*/ 4504 h 150995"/>
                <a:gd name="connsiteX33" fmla="*/ 43751 w 165690"/>
                <a:gd name="connsiteY33" fmla="*/ 6946 h 150995"/>
                <a:gd name="connsiteX34" fmla="*/ 58590 w 165690"/>
                <a:gd name="connsiteY34" fmla="*/ 10943 h 150995"/>
                <a:gd name="connsiteX35" fmla="*/ 57448 w 165690"/>
                <a:gd name="connsiteY35" fmla="*/ 16273 h 150995"/>
                <a:gd name="connsiteX36" fmla="*/ 27313 w 165690"/>
                <a:gd name="connsiteY36" fmla="*/ 133738 h 150995"/>
                <a:gd name="connsiteX37" fmla="*/ 6539 w 165690"/>
                <a:gd name="connsiteY37" fmla="*/ 144175 h 150995"/>
                <a:gd name="connsiteX38" fmla="*/ 147 w 165690"/>
                <a:gd name="connsiteY38" fmla="*/ 148394 h 150995"/>
                <a:gd name="connsiteX39" fmla="*/ 6539 w 165690"/>
                <a:gd name="connsiteY39" fmla="*/ 151058 h 150995"/>
                <a:gd name="connsiteX40" fmla="*/ 125023 w 165690"/>
                <a:gd name="connsiteY40" fmla="*/ 151058 h 150995"/>
                <a:gd name="connsiteX41" fmla="*/ 132100 w 165690"/>
                <a:gd name="connsiteY41" fmla="*/ 147283 h 150995"/>
                <a:gd name="connsiteX42" fmla="*/ 153103 w 165690"/>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690" h="150995">
                  <a:moveTo>
                    <a:pt x="153103" y="99320"/>
                  </a:moveTo>
                  <a:cubicBezTo>
                    <a:pt x="153560" y="98210"/>
                    <a:pt x="154245" y="96656"/>
                    <a:pt x="154245" y="96211"/>
                  </a:cubicBezTo>
                  <a:cubicBezTo>
                    <a:pt x="154245" y="95989"/>
                    <a:pt x="154245" y="93769"/>
                    <a:pt x="151505" y="93769"/>
                  </a:cubicBezTo>
                  <a:cubicBezTo>
                    <a:pt x="149450" y="93769"/>
                    <a:pt x="148994" y="95101"/>
                    <a:pt x="148537" y="96433"/>
                  </a:cubicBezTo>
                  <a:cubicBezTo>
                    <a:pt x="133698" y="129297"/>
                    <a:pt x="125251" y="144175"/>
                    <a:pt x="86213" y="144175"/>
                  </a:cubicBezTo>
                  <a:lnTo>
                    <a:pt x="52882" y="144175"/>
                  </a:lnTo>
                  <a:cubicBezTo>
                    <a:pt x="49686" y="144175"/>
                    <a:pt x="49230" y="144175"/>
                    <a:pt x="47860" y="143953"/>
                  </a:cubicBezTo>
                  <a:cubicBezTo>
                    <a:pt x="45577" y="143731"/>
                    <a:pt x="44892" y="143509"/>
                    <a:pt x="44892" y="141732"/>
                  </a:cubicBezTo>
                  <a:cubicBezTo>
                    <a:pt x="44892" y="141066"/>
                    <a:pt x="44892" y="140622"/>
                    <a:pt x="46034" y="136625"/>
                  </a:cubicBezTo>
                  <a:lnTo>
                    <a:pt x="61558" y="76005"/>
                  </a:lnTo>
                  <a:lnTo>
                    <a:pt x="84159" y="76005"/>
                  </a:lnTo>
                  <a:cubicBezTo>
                    <a:pt x="103563" y="76005"/>
                    <a:pt x="103563" y="80668"/>
                    <a:pt x="103563" y="86219"/>
                  </a:cubicBezTo>
                  <a:cubicBezTo>
                    <a:pt x="103563" y="87773"/>
                    <a:pt x="103563" y="90438"/>
                    <a:pt x="101965" y="97100"/>
                  </a:cubicBezTo>
                  <a:cubicBezTo>
                    <a:pt x="101509" y="98210"/>
                    <a:pt x="101281" y="98876"/>
                    <a:pt x="101281" y="99542"/>
                  </a:cubicBezTo>
                  <a:cubicBezTo>
                    <a:pt x="101281" y="100652"/>
                    <a:pt x="102194" y="101985"/>
                    <a:pt x="104248" y="101985"/>
                  </a:cubicBezTo>
                  <a:cubicBezTo>
                    <a:pt x="106075" y="101985"/>
                    <a:pt x="106760" y="100874"/>
                    <a:pt x="107673" y="97544"/>
                  </a:cubicBezTo>
                  <a:lnTo>
                    <a:pt x="120685" y="45583"/>
                  </a:lnTo>
                  <a:cubicBezTo>
                    <a:pt x="120685" y="44251"/>
                    <a:pt x="119544" y="43141"/>
                    <a:pt x="117946" y="43141"/>
                  </a:cubicBezTo>
                  <a:cubicBezTo>
                    <a:pt x="115891" y="43141"/>
                    <a:pt x="115435" y="44473"/>
                    <a:pt x="114750" y="47138"/>
                  </a:cubicBezTo>
                  <a:cubicBezTo>
                    <a:pt x="109956" y="64014"/>
                    <a:pt x="105846" y="69121"/>
                    <a:pt x="84843" y="69121"/>
                  </a:cubicBezTo>
                  <a:lnTo>
                    <a:pt x="63384" y="69121"/>
                  </a:lnTo>
                  <a:lnTo>
                    <a:pt x="77081" y="15606"/>
                  </a:lnTo>
                  <a:cubicBezTo>
                    <a:pt x="79136" y="7835"/>
                    <a:pt x="79364" y="6946"/>
                    <a:pt x="89409" y="6946"/>
                  </a:cubicBezTo>
                  <a:lnTo>
                    <a:pt x="121599" y="6946"/>
                  </a:lnTo>
                  <a:cubicBezTo>
                    <a:pt x="149450" y="6946"/>
                    <a:pt x="156299" y="13386"/>
                    <a:pt x="156299" y="31594"/>
                  </a:cubicBezTo>
                  <a:cubicBezTo>
                    <a:pt x="156299" y="36923"/>
                    <a:pt x="156299" y="37368"/>
                    <a:pt x="155386" y="43363"/>
                  </a:cubicBezTo>
                  <a:cubicBezTo>
                    <a:pt x="155386" y="44695"/>
                    <a:pt x="155158" y="46250"/>
                    <a:pt x="155158" y="47360"/>
                  </a:cubicBezTo>
                  <a:cubicBezTo>
                    <a:pt x="155158" y="48470"/>
                    <a:pt x="155843" y="50025"/>
                    <a:pt x="157897" y="50025"/>
                  </a:cubicBezTo>
                  <a:cubicBezTo>
                    <a:pt x="160409" y="50025"/>
                    <a:pt x="160637" y="48692"/>
                    <a:pt x="161093" y="44473"/>
                  </a:cubicBezTo>
                  <a:lnTo>
                    <a:pt x="165659" y="6058"/>
                  </a:lnTo>
                  <a:cubicBezTo>
                    <a:pt x="166344" y="63"/>
                    <a:pt x="165203" y="63"/>
                    <a:pt x="159495" y="63"/>
                  </a:cubicBezTo>
                  <a:lnTo>
                    <a:pt x="44207" y="63"/>
                  </a:lnTo>
                  <a:cubicBezTo>
                    <a:pt x="39641" y="63"/>
                    <a:pt x="37358" y="63"/>
                    <a:pt x="37358" y="4504"/>
                  </a:cubicBezTo>
                  <a:cubicBezTo>
                    <a:pt x="37358" y="6946"/>
                    <a:pt x="39413" y="6946"/>
                    <a:pt x="43751" y="6946"/>
                  </a:cubicBezTo>
                  <a:cubicBezTo>
                    <a:pt x="52197" y="6946"/>
                    <a:pt x="58590" y="6946"/>
                    <a:pt x="58590" y="10943"/>
                  </a:cubicBezTo>
                  <a:cubicBezTo>
                    <a:pt x="58590" y="11832"/>
                    <a:pt x="58590" y="12276"/>
                    <a:pt x="57448" y="16273"/>
                  </a:cubicBezTo>
                  <a:lnTo>
                    <a:pt x="27313" y="133738"/>
                  </a:lnTo>
                  <a:cubicBezTo>
                    <a:pt x="25031" y="142398"/>
                    <a:pt x="24574" y="144175"/>
                    <a:pt x="6539" y="144175"/>
                  </a:cubicBezTo>
                  <a:cubicBezTo>
                    <a:pt x="2658" y="144175"/>
                    <a:pt x="147" y="144175"/>
                    <a:pt x="147" y="148394"/>
                  </a:cubicBezTo>
                  <a:cubicBezTo>
                    <a:pt x="147" y="151058"/>
                    <a:pt x="2201" y="151058"/>
                    <a:pt x="6539" y="151058"/>
                  </a:cubicBezTo>
                  <a:lnTo>
                    <a:pt x="125023" y="151058"/>
                  </a:lnTo>
                  <a:cubicBezTo>
                    <a:pt x="130274" y="151058"/>
                    <a:pt x="130502" y="150836"/>
                    <a:pt x="132100" y="147283"/>
                  </a:cubicBezTo>
                  <a:lnTo>
                    <a:pt x="153103" y="9932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4" name="Freeform: Shape 93">
              <a:extLst>
                <a:ext uri="{FF2B5EF4-FFF2-40B4-BE49-F238E27FC236}">
                  <a16:creationId xmlns:a16="http://schemas.microsoft.com/office/drawing/2014/main" id="{12BA805E-BEF0-222B-28F6-E183330C7A15}"/>
                </a:ext>
              </a:extLst>
            </p:cNvPr>
            <p:cNvSpPr/>
            <p:nvPr>
              <p:custDataLst>
                <p:tags r:id="rId59"/>
              </p:custDataLst>
            </p:nvPr>
          </p:nvSpPr>
          <p:spPr>
            <a:xfrm>
              <a:off x="7994221" y="5768231"/>
              <a:ext cx="31276" cy="222052"/>
            </a:xfrm>
            <a:custGeom>
              <a:avLst/>
              <a:gdLst>
                <a:gd name="connsiteX0" fmla="*/ 31431 w 31276"/>
                <a:gd name="connsiteY0" fmla="*/ 222115 h 222052"/>
                <a:gd name="connsiteX1" fmla="*/ 31431 w 31276"/>
                <a:gd name="connsiteY1" fmla="*/ 213233 h 222052"/>
                <a:gd name="connsiteX2" fmla="*/ 9286 w 31276"/>
                <a:gd name="connsiteY2" fmla="*/ 213233 h 222052"/>
                <a:gd name="connsiteX3" fmla="*/ 9286 w 31276"/>
                <a:gd name="connsiteY3" fmla="*/ 8945 h 222052"/>
                <a:gd name="connsiteX4" fmla="*/ 31431 w 31276"/>
                <a:gd name="connsiteY4" fmla="*/ 8945 h 222052"/>
                <a:gd name="connsiteX5" fmla="*/ 31431 w 31276"/>
                <a:gd name="connsiteY5" fmla="*/ 63 h 222052"/>
                <a:gd name="connsiteX6" fmla="*/ 155 w 31276"/>
                <a:gd name="connsiteY6" fmla="*/ 63 h 222052"/>
                <a:gd name="connsiteX7" fmla="*/ 155 w 31276"/>
                <a:gd name="connsiteY7" fmla="*/ 222115 h 222052"/>
                <a:gd name="connsiteX8" fmla="*/ 31431 w 31276"/>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76" h="222052">
                  <a:moveTo>
                    <a:pt x="31431" y="222115"/>
                  </a:moveTo>
                  <a:lnTo>
                    <a:pt x="31431" y="213233"/>
                  </a:lnTo>
                  <a:lnTo>
                    <a:pt x="9286" y="213233"/>
                  </a:lnTo>
                  <a:lnTo>
                    <a:pt x="9286" y="8945"/>
                  </a:lnTo>
                  <a:lnTo>
                    <a:pt x="31431" y="8945"/>
                  </a:lnTo>
                  <a:lnTo>
                    <a:pt x="31431" y="63"/>
                  </a:lnTo>
                  <a:lnTo>
                    <a:pt x="155" y="63"/>
                  </a:lnTo>
                  <a:lnTo>
                    <a:pt x="155" y="222115"/>
                  </a:lnTo>
                  <a:lnTo>
                    <a:pt x="31431"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5" name="Freeform: Shape 94">
              <a:extLst>
                <a:ext uri="{FF2B5EF4-FFF2-40B4-BE49-F238E27FC236}">
                  <a16:creationId xmlns:a16="http://schemas.microsoft.com/office/drawing/2014/main" id="{EBA54098-19C1-FC32-A011-3B06086AA632}"/>
                </a:ext>
              </a:extLst>
            </p:cNvPr>
            <p:cNvSpPr/>
            <p:nvPr>
              <p:custDataLst>
                <p:tags r:id="rId60"/>
              </p:custDataLst>
            </p:nvPr>
          </p:nvSpPr>
          <p:spPr>
            <a:xfrm>
              <a:off x="8036861" y="5783108"/>
              <a:ext cx="188113" cy="151661"/>
            </a:xfrm>
            <a:custGeom>
              <a:avLst/>
              <a:gdLst>
                <a:gd name="connsiteX0" fmla="*/ 104716 w 188113"/>
                <a:gd name="connsiteY0" fmla="*/ 60461 h 151661"/>
                <a:gd name="connsiteX1" fmla="*/ 85539 w 188113"/>
                <a:gd name="connsiteY1" fmla="*/ 16273 h 151661"/>
                <a:gd name="connsiteX2" fmla="*/ 84398 w 188113"/>
                <a:gd name="connsiteY2" fmla="*/ 13386 h 151661"/>
                <a:gd name="connsiteX3" fmla="*/ 97867 w 188113"/>
                <a:gd name="connsiteY3" fmla="*/ 6946 h 151661"/>
                <a:gd name="connsiteX4" fmla="*/ 102433 w 188113"/>
                <a:gd name="connsiteY4" fmla="*/ 2727 h 151661"/>
                <a:gd name="connsiteX5" fmla="*/ 99008 w 188113"/>
                <a:gd name="connsiteY5" fmla="*/ 63 h 151661"/>
                <a:gd name="connsiteX6" fmla="*/ 70243 w 188113"/>
                <a:gd name="connsiteY6" fmla="*/ 729 h 151661"/>
                <a:gd name="connsiteX7" fmla="*/ 44674 w 188113"/>
                <a:gd name="connsiteY7" fmla="*/ 63 h 151661"/>
                <a:gd name="connsiteX8" fmla="*/ 40565 w 188113"/>
                <a:gd name="connsiteY8" fmla="*/ 4504 h 151661"/>
                <a:gd name="connsiteX9" fmla="*/ 45816 w 188113"/>
                <a:gd name="connsiteY9" fmla="*/ 6946 h 151661"/>
                <a:gd name="connsiteX10" fmla="*/ 62938 w 188113"/>
                <a:gd name="connsiteY10" fmla="*/ 14052 h 151661"/>
                <a:gd name="connsiteX11" fmla="*/ 89877 w 188113"/>
                <a:gd name="connsiteY11" fmla="*/ 76005 h 151661"/>
                <a:gd name="connsiteX12" fmla="*/ 41707 w 188113"/>
                <a:gd name="connsiteY12" fmla="*/ 126411 h 151661"/>
                <a:gd name="connsiteX13" fmla="*/ 38739 w 188113"/>
                <a:gd name="connsiteY13" fmla="*/ 128853 h 151661"/>
                <a:gd name="connsiteX14" fmla="*/ 5180 w 188113"/>
                <a:gd name="connsiteY14" fmla="*/ 144841 h 151661"/>
                <a:gd name="connsiteX15" fmla="*/ 157 w 188113"/>
                <a:gd name="connsiteY15" fmla="*/ 149282 h 151661"/>
                <a:gd name="connsiteX16" fmla="*/ 3125 w 188113"/>
                <a:gd name="connsiteY16" fmla="*/ 151724 h 151661"/>
                <a:gd name="connsiteX17" fmla="*/ 24585 w 188113"/>
                <a:gd name="connsiteY17" fmla="*/ 151058 h 151661"/>
                <a:gd name="connsiteX18" fmla="*/ 50154 w 188113"/>
                <a:gd name="connsiteY18" fmla="*/ 151724 h 151661"/>
                <a:gd name="connsiteX19" fmla="*/ 54263 w 188113"/>
                <a:gd name="connsiteY19" fmla="*/ 147283 h 151661"/>
                <a:gd name="connsiteX20" fmla="*/ 51523 w 188113"/>
                <a:gd name="connsiteY20" fmla="*/ 144841 h 151661"/>
                <a:gd name="connsiteX21" fmla="*/ 42392 w 188113"/>
                <a:gd name="connsiteY21" fmla="*/ 137957 h 151661"/>
                <a:gd name="connsiteX22" fmla="*/ 48555 w 188113"/>
                <a:gd name="connsiteY22" fmla="*/ 127965 h 151661"/>
                <a:gd name="connsiteX23" fmla="*/ 71841 w 188113"/>
                <a:gd name="connsiteY23" fmla="*/ 103983 h 151661"/>
                <a:gd name="connsiteX24" fmla="*/ 92388 w 188113"/>
                <a:gd name="connsiteY24" fmla="*/ 82222 h 151661"/>
                <a:gd name="connsiteX25" fmla="*/ 115445 w 188113"/>
                <a:gd name="connsiteY25" fmla="*/ 135293 h 151661"/>
                <a:gd name="connsiteX26" fmla="*/ 116587 w 188113"/>
                <a:gd name="connsiteY26" fmla="*/ 138401 h 151661"/>
                <a:gd name="connsiteX27" fmla="*/ 103346 w 188113"/>
                <a:gd name="connsiteY27" fmla="*/ 144841 h 151661"/>
                <a:gd name="connsiteX28" fmla="*/ 98780 w 188113"/>
                <a:gd name="connsiteY28" fmla="*/ 149060 h 151661"/>
                <a:gd name="connsiteX29" fmla="*/ 102204 w 188113"/>
                <a:gd name="connsiteY29" fmla="*/ 151724 h 151661"/>
                <a:gd name="connsiteX30" fmla="*/ 130969 w 188113"/>
                <a:gd name="connsiteY30" fmla="*/ 151058 h 151661"/>
                <a:gd name="connsiteX31" fmla="*/ 156310 w 188113"/>
                <a:gd name="connsiteY31" fmla="*/ 151724 h 151661"/>
                <a:gd name="connsiteX32" fmla="*/ 160647 w 188113"/>
                <a:gd name="connsiteY32" fmla="*/ 147506 h 151661"/>
                <a:gd name="connsiteX33" fmla="*/ 156538 w 188113"/>
                <a:gd name="connsiteY33" fmla="*/ 144841 h 151661"/>
                <a:gd name="connsiteX34" fmla="*/ 136905 w 188113"/>
                <a:gd name="connsiteY34" fmla="*/ 135071 h 151661"/>
                <a:gd name="connsiteX35" fmla="*/ 107455 w 188113"/>
                <a:gd name="connsiteY35" fmla="*/ 66456 h 151661"/>
                <a:gd name="connsiteX36" fmla="*/ 154255 w 188113"/>
                <a:gd name="connsiteY36" fmla="*/ 18271 h 151661"/>
                <a:gd name="connsiteX37" fmla="*/ 183249 w 188113"/>
                <a:gd name="connsiteY37" fmla="*/ 6946 h 151661"/>
                <a:gd name="connsiteX38" fmla="*/ 188271 w 188113"/>
                <a:gd name="connsiteY38" fmla="*/ 2505 h 151661"/>
                <a:gd name="connsiteX39" fmla="*/ 185303 w 188113"/>
                <a:gd name="connsiteY39" fmla="*/ 63 h 151661"/>
                <a:gd name="connsiteX40" fmla="*/ 163844 w 188113"/>
                <a:gd name="connsiteY40" fmla="*/ 729 h 151661"/>
                <a:gd name="connsiteX41" fmla="*/ 138503 w 188113"/>
                <a:gd name="connsiteY41" fmla="*/ 63 h 151661"/>
                <a:gd name="connsiteX42" fmla="*/ 134165 w 188113"/>
                <a:gd name="connsiteY42" fmla="*/ 4504 h 151661"/>
                <a:gd name="connsiteX43" fmla="*/ 136905 w 188113"/>
                <a:gd name="connsiteY43" fmla="*/ 6946 h 151661"/>
                <a:gd name="connsiteX44" fmla="*/ 146037 w 188113"/>
                <a:gd name="connsiteY44" fmla="*/ 13830 h 151661"/>
                <a:gd name="connsiteX45" fmla="*/ 141699 w 188113"/>
                <a:gd name="connsiteY45" fmla="*/ 21824 h 151661"/>
                <a:gd name="connsiteX46" fmla="*/ 104716 w 188113"/>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8113" h="151661">
                  <a:moveTo>
                    <a:pt x="104716" y="60461"/>
                  </a:moveTo>
                  <a:lnTo>
                    <a:pt x="85539" y="16273"/>
                  </a:lnTo>
                  <a:cubicBezTo>
                    <a:pt x="84854" y="14496"/>
                    <a:pt x="84398" y="13608"/>
                    <a:pt x="84398" y="13386"/>
                  </a:cubicBezTo>
                  <a:cubicBezTo>
                    <a:pt x="84398" y="12054"/>
                    <a:pt x="88279" y="7835"/>
                    <a:pt x="97867" y="6946"/>
                  </a:cubicBezTo>
                  <a:cubicBezTo>
                    <a:pt x="100150" y="6724"/>
                    <a:pt x="102433" y="6502"/>
                    <a:pt x="102433" y="2727"/>
                  </a:cubicBezTo>
                  <a:cubicBezTo>
                    <a:pt x="102433" y="63"/>
                    <a:pt x="99693" y="63"/>
                    <a:pt x="99008" y="63"/>
                  </a:cubicBezTo>
                  <a:cubicBezTo>
                    <a:pt x="89648" y="63"/>
                    <a:pt x="79832" y="729"/>
                    <a:pt x="70243" y="729"/>
                  </a:cubicBezTo>
                  <a:cubicBezTo>
                    <a:pt x="64536" y="729"/>
                    <a:pt x="50382" y="63"/>
                    <a:pt x="44674" y="63"/>
                  </a:cubicBezTo>
                  <a:cubicBezTo>
                    <a:pt x="43305" y="63"/>
                    <a:pt x="40565" y="63"/>
                    <a:pt x="40565" y="4504"/>
                  </a:cubicBezTo>
                  <a:cubicBezTo>
                    <a:pt x="40565" y="6946"/>
                    <a:pt x="42848" y="6946"/>
                    <a:pt x="45816" y="6946"/>
                  </a:cubicBezTo>
                  <a:cubicBezTo>
                    <a:pt x="59514" y="6946"/>
                    <a:pt x="60883" y="9167"/>
                    <a:pt x="62938" y="14052"/>
                  </a:cubicBezTo>
                  <a:lnTo>
                    <a:pt x="89877" y="76005"/>
                  </a:lnTo>
                  <a:lnTo>
                    <a:pt x="41707" y="126411"/>
                  </a:lnTo>
                  <a:lnTo>
                    <a:pt x="38739" y="128853"/>
                  </a:lnTo>
                  <a:cubicBezTo>
                    <a:pt x="27552" y="140622"/>
                    <a:pt x="16823" y="144175"/>
                    <a:pt x="5180" y="144841"/>
                  </a:cubicBezTo>
                  <a:cubicBezTo>
                    <a:pt x="2212" y="145063"/>
                    <a:pt x="157" y="145063"/>
                    <a:pt x="157" y="149282"/>
                  </a:cubicBezTo>
                  <a:cubicBezTo>
                    <a:pt x="157" y="149504"/>
                    <a:pt x="157" y="151724"/>
                    <a:pt x="3125" y="151724"/>
                  </a:cubicBezTo>
                  <a:cubicBezTo>
                    <a:pt x="9974" y="151724"/>
                    <a:pt x="17508" y="151058"/>
                    <a:pt x="24585" y="151058"/>
                  </a:cubicBezTo>
                  <a:cubicBezTo>
                    <a:pt x="33032" y="151058"/>
                    <a:pt x="41935" y="151724"/>
                    <a:pt x="50154" y="151724"/>
                  </a:cubicBezTo>
                  <a:cubicBezTo>
                    <a:pt x="51523" y="151724"/>
                    <a:pt x="54263" y="151724"/>
                    <a:pt x="54263" y="147283"/>
                  </a:cubicBezTo>
                  <a:cubicBezTo>
                    <a:pt x="54263" y="145063"/>
                    <a:pt x="51980" y="144841"/>
                    <a:pt x="51523" y="144841"/>
                  </a:cubicBezTo>
                  <a:cubicBezTo>
                    <a:pt x="49469" y="144619"/>
                    <a:pt x="42392" y="144175"/>
                    <a:pt x="42392" y="137957"/>
                  </a:cubicBezTo>
                  <a:cubicBezTo>
                    <a:pt x="42392" y="134404"/>
                    <a:pt x="45816" y="130852"/>
                    <a:pt x="48555" y="127965"/>
                  </a:cubicBezTo>
                  <a:lnTo>
                    <a:pt x="71841" y="103983"/>
                  </a:lnTo>
                  <a:lnTo>
                    <a:pt x="92388" y="82222"/>
                  </a:lnTo>
                  <a:lnTo>
                    <a:pt x="115445" y="135293"/>
                  </a:lnTo>
                  <a:cubicBezTo>
                    <a:pt x="116359" y="137735"/>
                    <a:pt x="116587" y="137957"/>
                    <a:pt x="116587" y="138401"/>
                  </a:cubicBezTo>
                  <a:cubicBezTo>
                    <a:pt x="116587" y="140178"/>
                    <a:pt x="112249" y="143953"/>
                    <a:pt x="103346" y="144841"/>
                  </a:cubicBezTo>
                  <a:cubicBezTo>
                    <a:pt x="100835" y="145063"/>
                    <a:pt x="98780" y="145285"/>
                    <a:pt x="98780" y="149060"/>
                  </a:cubicBezTo>
                  <a:cubicBezTo>
                    <a:pt x="98780" y="151724"/>
                    <a:pt x="101291" y="151724"/>
                    <a:pt x="102204" y="151724"/>
                  </a:cubicBezTo>
                  <a:cubicBezTo>
                    <a:pt x="108597" y="151724"/>
                    <a:pt x="124577" y="151058"/>
                    <a:pt x="130969" y="151058"/>
                  </a:cubicBezTo>
                  <a:cubicBezTo>
                    <a:pt x="136677" y="151058"/>
                    <a:pt x="150603" y="151724"/>
                    <a:pt x="156310" y="151724"/>
                  </a:cubicBezTo>
                  <a:cubicBezTo>
                    <a:pt x="157908" y="151724"/>
                    <a:pt x="160647" y="151724"/>
                    <a:pt x="160647" y="147506"/>
                  </a:cubicBezTo>
                  <a:cubicBezTo>
                    <a:pt x="160647" y="144841"/>
                    <a:pt x="158365" y="144841"/>
                    <a:pt x="156538" y="144841"/>
                  </a:cubicBezTo>
                  <a:cubicBezTo>
                    <a:pt x="141243" y="144619"/>
                    <a:pt x="140786" y="143953"/>
                    <a:pt x="136905" y="135071"/>
                  </a:cubicBezTo>
                  <a:cubicBezTo>
                    <a:pt x="128002" y="114420"/>
                    <a:pt x="112706" y="79780"/>
                    <a:pt x="107455" y="66456"/>
                  </a:cubicBezTo>
                  <a:cubicBezTo>
                    <a:pt x="122979" y="50913"/>
                    <a:pt x="146950" y="24489"/>
                    <a:pt x="154255" y="18271"/>
                  </a:cubicBezTo>
                  <a:cubicBezTo>
                    <a:pt x="160876" y="12942"/>
                    <a:pt x="169551" y="7613"/>
                    <a:pt x="183249" y="6946"/>
                  </a:cubicBezTo>
                  <a:cubicBezTo>
                    <a:pt x="186216" y="6724"/>
                    <a:pt x="188271" y="6724"/>
                    <a:pt x="188271" y="2505"/>
                  </a:cubicBezTo>
                  <a:cubicBezTo>
                    <a:pt x="188271" y="2283"/>
                    <a:pt x="188271" y="63"/>
                    <a:pt x="185303" y="63"/>
                  </a:cubicBezTo>
                  <a:cubicBezTo>
                    <a:pt x="178454" y="63"/>
                    <a:pt x="170921" y="729"/>
                    <a:pt x="163844" y="729"/>
                  </a:cubicBezTo>
                  <a:cubicBezTo>
                    <a:pt x="155397" y="729"/>
                    <a:pt x="146722" y="63"/>
                    <a:pt x="138503" y="63"/>
                  </a:cubicBezTo>
                  <a:cubicBezTo>
                    <a:pt x="137133" y="63"/>
                    <a:pt x="134165" y="63"/>
                    <a:pt x="134165" y="4504"/>
                  </a:cubicBezTo>
                  <a:cubicBezTo>
                    <a:pt x="134165" y="6058"/>
                    <a:pt x="135307" y="6724"/>
                    <a:pt x="136905" y="6946"/>
                  </a:cubicBezTo>
                  <a:cubicBezTo>
                    <a:pt x="138960" y="7168"/>
                    <a:pt x="146037" y="7613"/>
                    <a:pt x="146037" y="13830"/>
                  </a:cubicBezTo>
                  <a:cubicBezTo>
                    <a:pt x="146037" y="16939"/>
                    <a:pt x="143525" y="19825"/>
                    <a:pt x="141699" y="21824"/>
                  </a:cubicBezTo>
                  <a:lnTo>
                    <a:pt x="104716"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6" name="Freeform: Shape 95">
              <a:extLst>
                <a:ext uri="{FF2B5EF4-FFF2-40B4-BE49-F238E27FC236}">
                  <a16:creationId xmlns:a16="http://schemas.microsoft.com/office/drawing/2014/main" id="{645DE096-514C-2457-A935-FAEBCA7F5EAD}"/>
                </a:ext>
              </a:extLst>
            </p:cNvPr>
            <p:cNvSpPr/>
            <p:nvPr>
              <p:custDataLst>
                <p:tags r:id="rId61"/>
              </p:custDataLst>
            </p:nvPr>
          </p:nvSpPr>
          <p:spPr>
            <a:xfrm>
              <a:off x="8227343" y="5865023"/>
              <a:ext cx="48421" cy="104608"/>
            </a:xfrm>
            <a:custGeom>
              <a:avLst/>
              <a:gdLst>
                <a:gd name="connsiteX0" fmla="*/ 44432 w 48421"/>
                <a:gd name="connsiteY0" fmla="*/ 5971 h 104608"/>
                <a:gd name="connsiteX1" fmla="*/ 38039 w 48421"/>
                <a:gd name="connsiteY1" fmla="*/ 64 h 104608"/>
                <a:gd name="connsiteX2" fmla="*/ 29090 w 48421"/>
                <a:gd name="connsiteY2" fmla="*/ 8613 h 104608"/>
                <a:gd name="connsiteX3" fmla="*/ 35482 w 48421"/>
                <a:gd name="connsiteY3" fmla="*/ 14520 h 104608"/>
                <a:gd name="connsiteX4" fmla="*/ 44432 w 48421"/>
                <a:gd name="connsiteY4" fmla="*/ 5971 h 104608"/>
                <a:gd name="connsiteX5" fmla="*/ 11831 w 48421"/>
                <a:gd name="connsiteY5" fmla="*/ 84933 h 104608"/>
                <a:gd name="connsiteX6" fmla="*/ 10393 w 48421"/>
                <a:gd name="connsiteY6" fmla="*/ 91461 h 104608"/>
                <a:gd name="connsiteX7" fmla="*/ 25575 w 48421"/>
                <a:gd name="connsiteY7" fmla="*/ 104673 h 104608"/>
                <a:gd name="connsiteX8" fmla="*/ 48587 w 48421"/>
                <a:gd name="connsiteY8" fmla="*/ 80891 h 104608"/>
                <a:gd name="connsiteX9" fmla="*/ 46030 w 48421"/>
                <a:gd name="connsiteY9" fmla="*/ 78871 h 104608"/>
                <a:gd name="connsiteX10" fmla="*/ 42993 w 48421"/>
                <a:gd name="connsiteY10" fmla="*/ 81513 h 104608"/>
                <a:gd name="connsiteX11" fmla="*/ 26054 w 48421"/>
                <a:gd name="connsiteY11" fmla="*/ 100321 h 104608"/>
                <a:gd name="connsiteX12" fmla="*/ 22059 w 48421"/>
                <a:gd name="connsiteY12" fmla="*/ 94881 h 104608"/>
                <a:gd name="connsiteX13" fmla="*/ 24616 w 48421"/>
                <a:gd name="connsiteY13" fmla="*/ 84933 h 104608"/>
                <a:gd name="connsiteX14" fmla="*/ 29730 w 48421"/>
                <a:gd name="connsiteY14" fmla="*/ 72498 h 104608"/>
                <a:gd name="connsiteX15" fmla="*/ 37560 w 48421"/>
                <a:gd name="connsiteY15" fmla="*/ 52757 h 104608"/>
                <a:gd name="connsiteX16" fmla="*/ 38519 w 48421"/>
                <a:gd name="connsiteY16" fmla="*/ 47783 h 104608"/>
                <a:gd name="connsiteX17" fmla="*/ 23337 w 48421"/>
                <a:gd name="connsiteY17" fmla="*/ 34571 h 104608"/>
                <a:gd name="connsiteX18" fmla="*/ 166 w 48421"/>
                <a:gd name="connsiteY18" fmla="*/ 58353 h 104608"/>
                <a:gd name="connsiteX19" fmla="*/ 2882 w 48421"/>
                <a:gd name="connsiteY19" fmla="*/ 60374 h 104608"/>
                <a:gd name="connsiteX20" fmla="*/ 5759 w 48421"/>
                <a:gd name="connsiteY20" fmla="*/ 57887 h 104608"/>
                <a:gd name="connsiteX21" fmla="*/ 22858 w 48421"/>
                <a:gd name="connsiteY21" fmla="*/ 38923 h 104608"/>
                <a:gd name="connsiteX22" fmla="*/ 26853 w 48421"/>
                <a:gd name="connsiteY22" fmla="*/ 44364 h 104608"/>
                <a:gd name="connsiteX23" fmla="*/ 21899 w 48421"/>
                <a:gd name="connsiteY23" fmla="*/ 59907 h 104608"/>
                <a:gd name="connsiteX24" fmla="*/ 11831 w 48421"/>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21" h="104608">
                  <a:moveTo>
                    <a:pt x="44432" y="5971"/>
                  </a:moveTo>
                  <a:cubicBezTo>
                    <a:pt x="44432" y="3484"/>
                    <a:pt x="42514" y="64"/>
                    <a:pt x="38039" y="64"/>
                  </a:cubicBezTo>
                  <a:cubicBezTo>
                    <a:pt x="33725" y="64"/>
                    <a:pt x="29090" y="4106"/>
                    <a:pt x="29090" y="8613"/>
                  </a:cubicBezTo>
                  <a:cubicBezTo>
                    <a:pt x="29090" y="11256"/>
                    <a:pt x="31168" y="14520"/>
                    <a:pt x="35482" y="14520"/>
                  </a:cubicBezTo>
                  <a:cubicBezTo>
                    <a:pt x="40117" y="14520"/>
                    <a:pt x="44432" y="10168"/>
                    <a:pt x="44432" y="5971"/>
                  </a:cubicBezTo>
                  <a:close/>
                  <a:moveTo>
                    <a:pt x="11831" y="84933"/>
                  </a:moveTo>
                  <a:cubicBezTo>
                    <a:pt x="11192" y="86953"/>
                    <a:pt x="10393" y="88819"/>
                    <a:pt x="10393" y="91461"/>
                  </a:cubicBezTo>
                  <a:cubicBezTo>
                    <a:pt x="10393" y="98767"/>
                    <a:pt x="16785" y="104673"/>
                    <a:pt x="25575" y="104673"/>
                  </a:cubicBezTo>
                  <a:cubicBezTo>
                    <a:pt x="41555" y="104673"/>
                    <a:pt x="48587" y="83223"/>
                    <a:pt x="48587" y="80891"/>
                  </a:cubicBezTo>
                  <a:cubicBezTo>
                    <a:pt x="48587" y="78871"/>
                    <a:pt x="46509" y="78871"/>
                    <a:pt x="46030" y="78871"/>
                  </a:cubicBezTo>
                  <a:cubicBezTo>
                    <a:pt x="43792" y="78871"/>
                    <a:pt x="43633" y="79803"/>
                    <a:pt x="42993" y="81513"/>
                  </a:cubicBezTo>
                  <a:cubicBezTo>
                    <a:pt x="39318" y="93948"/>
                    <a:pt x="32286" y="100321"/>
                    <a:pt x="26054" y="100321"/>
                  </a:cubicBezTo>
                  <a:cubicBezTo>
                    <a:pt x="22858" y="100321"/>
                    <a:pt x="22059" y="98300"/>
                    <a:pt x="22059" y="94881"/>
                  </a:cubicBezTo>
                  <a:cubicBezTo>
                    <a:pt x="22059" y="91306"/>
                    <a:pt x="23177" y="88352"/>
                    <a:pt x="24616" y="84933"/>
                  </a:cubicBezTo>
                  <a:cubicBezTo>
                    <a:pt x="26214" y="80736"/>
                    <a:pt x="27972" y="76539"/>
                    <a:pt x="29730" y="72498"/>
                  </a:cubicBezTo>
                  <a:cubicBezTo>
                    <a:pt x="31168" y="68767"/>
                    <a:pt x="36921" y="54622"/>
                    <a:pt x="37560" y="52757"/>
                  </a:cubicBezTo>
                  <a:cubicBezTo>
                    <a:pt x="38039" y="51203"/>
                    <a:pt x="38519" y="49338"/>
                    <a:pt x="38519" y="47783"/>
                  </a:cubicBezTo>
                  <a:cubicBezTo>
                    <a:pt x="38519" y="40478"/>
                    <a:pt x="32127" y="34571"/>
                    <a:pt x="23337" y="34571"/>
                  </a:cubicBezTo>
                  <a:cubicBezTo>
                    <a:pt x="7517" y="34571"/>
                    <a:pt x="166" y="55711"/>
                    <a:pt x="166" y="58353"/>
                  </a:cubicBezTo>
                  <a:cubicBezTo>
                    <a:pt x="166" y="60374"/>
                    <a:pt x="2403" y="60374"/>
                    <a:pt x="2882" y="60374"/>
                  </a:cubicBezTo>
                  <a:cubicBezTo>
                    <a:pt x="5119" y="60374"/>
                    <a:pt x="5279" y="59596"/>
                    <a:pt x="5759" y="57887"/>
                  </a:cubicBezTo>
                  <a:cubicBezTo>
                    <a:pt x="9914" y="44519"/>
                    <a:pt x="16945" y="38923"/>
                    <a:pt x="22858" y="38923"/>
                  </a:cubicBezTo>
                  <a:cubicBezTo>
                    <a:pt x="25415" y="38923"/>
                    <a:pt x="26853" y="40167"/>
                    <a:pt x="26853" y="44364"/>
                  </a:cubicBezTo>
                  <a:cubicBezTo>
                    <a:pt x="26853" y="47939"/>
                    <a:pt x="25894" y="50270"/>
                    <a:pt x="21899" y="59907"/>
                  </a:cubicBezTo>
                  <a:lnTo>
                    <a:pt x="11831"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7" name="Freeform: Shape 96">
              <a:extLst>
                <a:ext uri="{FF2B5EF4-FFF2-40B4-BE49-F238E27FC236}">
                  <a16:creationId xmlns:a16="http://schemas.microsoft.com/office/drawing/2014/main" id="{63CCB96E-CAFB-A12F-F5BA-5FAE2030C0A0}"/>
                </a:ext>
              </a:extLst>
            </p:cNvPr>
            <p:cNvSpPr/>
            <p:nvPr>
              <p:custDataLst>
                <p:tags r:id="rId62"/>
              </p:custDataLst>
            </p:nvPr>
          </p:nvSpPr>
          <p:spPr>
            <a:xfrm>
              <a:off x="8303828" y="5783108"/>
              <a:ext cx="165969" cy="151661"/>
            </a:xfrm>
            <a:custGeom>
              <a:avLst/>
              <a:gdLst>
                <a:gd name="connsiteX0" fmla="*/ 128470 w 165969"/>
                <a:gd name="connsiteY0" fmla="*/ 25377 h 151661"/>
                <a:gd name="connsiteX1" fmla="*/ 131666 w 165969"/>
                <a:gd name="connsiteY1" fmla="*/ 22268 h 151661"/>
                <a:gd name="connsiteX2" fmla="*/ 161572 w 165969"/>
                <a:gd name="connsiteY2" fmla="*/ 6946 h 151661"/>
                <a:gd name="connsiteX3" fmla="*/ 166138 w 165969"/>
                <a:gd name="connsiteY3" fmla="*/ 2727 h 151661"/>
                <a:gd name="connsiteX4" fmla="*/ 163170 w 165969"/>
                <a:gd name="connsiteY4" fmla="*/ 63 h 151661"/>
                <a:gd name="connsiteX5" fmla="*/ 144450 w 165969"/>
                <a:gd name="connsiteY5" fmla="*/ 729 h 151661"/>
                <a:gd name="connsiteX6" fmla="*/ 121621 w 165969"/>
                <a:gd name="connsiteY6" fmla="*/ 63 h 151661"/>
                <a:gd name="connsiteX7" fmla="*/ 117283 w 165969"/>
                <a:gd name="connsiteY7" fmla="*/ 4282 h 151661"/>
                <a:gd name="connsiteX8" fmla="*/ 120708 w 165969"/>
                <a:gd name="connsiteY8" fmla="*/ 6946 h 151661"/>
                <a:gd name="connsiteX9" fmla="*/ 128926 w 165969"/>
                <a:gd name="connsiteY9" fmla="*/ 12054 h 151661"/>
                <a:gd name="connsiteX10" fmla="*/ 122762 w 165969"/>
                <a:gd name="connsiteY10" fmla="*/ 22712 h 151661"/>
                <a:gd name="connsiteX11" fmla="*/ 69798 w 165969"/>
                <a:gd name="connsiteY11" fmla="*/ 82000 h 151661"/>
                <a:gd name="connsiteX12" fmla="*/ 44686 w 165969"/>
                <a:gd name="connsiteY12" fmla="*/ 16051 h 151661"/>
                <a:gd name="connsiteX13" fmla="*/ 43316 w 165969"/>
                <a:gd name="connsiteY13" fmla="*/ 12276 h 151661"/>
                <a:gd name="connsiteX14" fmla="*/ 56786 w 165969"/>
                <a:gd name="connsiteY14" fmla="*/ 6946 h 151661"/>
                <a:gd name="connsiteX15" fmla="*/ 62265 w 165969"/>
                <a:gd name="connsiteY15" fmla="*/ 2505 h 151661"/>
                <a:gd name="connsiteX16" fmla="*/ 58840 w 165969"/>
                <a:gd name="connsiteY16" fmla="*/ 63 h 151661"/>
                <a:gd name="connsiteX17" fmla="*/ 30075 w 165969"/>
                <a:gd name="connsiteY17" fmla="*/ 729 h 151661"/>
                <a:gd name="connsiteX18" fmla="*/ 4506 w 165969"/>
                <a:gd name="connsiteY18" fmla="*/ 63 h 151661"/>
                <a:gd name="connsiteX19" fmla="*/ 169 w 165969"/>
                <a:gd name="connsiteY19" fmla="*/ 4504 h 151661"/>
                <a:gd name="connsiteX20" fmla="*/ 5420 w 165969"/>
                <a:gd name="connsiteY20" fmla="*/ 6946 h 151661"/>
                <a:gd name="connsiteX21" fmla="*/ 22085 w 165969"/>
                <a:gd name="connsiteY21" fmla="*/ 14496 h 151661"/>
                <a:gd name="connsiteX22" fmla="*/ 50165 w 165969"/>
                <a:gd name="connsiteY22" fmla="*/ 87551 h 151661"/>
                <a:gd name="connsiteX23" fmla="*/ 51078 w 165969"/>
                <a:gd name="connsiteY23" fmla="*/ 91326 h 151661"/>
                <a:gd name="connsiteX24" fmla="*/ 40805 w 165969"/>
                <a:gd name="connsiteY24" fmla="*/ 131740 h 151661"/>
                <a:gd name="connsiteX25" fmla="*/ 19345 w 165969"/>
                <a:gd name="connsiteY25" fmla="*/ 144841 h 151661"/>
                <a:gd name="connsiteX26" fmla="*/ 13182 w 165969"/>
                <a:gd name="connsiteY26" fmla="*/ 149282 h 151661"/>
                <a:gd name="connsiteX27" fmla="*/ 16378 w 165969"/>
                <a:gd name="connsiteY27" fmla="*/ 151724 h 151661"/>
                <a:gd name="connsiteX28" fmla="*/ 45143 w 165969"/>
                <a:gd name="connsiteY28" fmla="*/ 151058 h 151661"/>
                <a:gd name="connsiteX29" fmla="*/ 74364 w 165969"/>
                <a:gd name="connsiteY29" fmla="*/ 151724 h 151661"/>
                <a:gd name="connsiteX30" fmla="*/ 78702 w 165969"/>
                <a:gd name="connsiteY30" fmla="*/ 147283 h 151661"/>
                <a:gd name="connsiteX31" fmla="*/ 72310 w 165969"/>
                <a:gd name="connsiteY31" fmla="*/ 144841 h 151661"/>
                <a:gd name="connsiteX32" fmla="*/ 63634 w 165969"/>
                <a:gd name="connsiteY32" fmla="*/ 144397 h 151661"/>
                <a:gd name="connsiteX33" fmla="*/ 57470 w 165969"/>
                <a:gd name="connsiteY33" fmla="*/ 140844 h 151661"/>
                <a:gd name="connsiteX34" fmla="*/ 60667 w 165969"/>
                <a:gd name="connsiteY34" fmla="*/ 126855 h 151661"/>
                <a:gd name="connsiteX35" fmla="*/ 68657 w 165969"/>
                <a:gd name="connsiteY35" fmla="*/ 95545 h 151661"/>
                <a:gd name="connsiteX36" fmla="*/ 71853 w 165969"/>
                <a:gd name="connsiteY36" fmla="*/ 88662 h 151661"/>
                <a:gd name="connsiteX37" fmla="*/ 128470 w 165969"/>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969" h="151661">
                  <a:moveTo>
                    <a:pt x="128470" y="25377"/>
                  </a:moveTo>
                  <a:lnTo>
                    <a:pt x="131666" y="22268"/>
                  </a:lnTo>
                  <a:cubicBezTo>
                    <a:pt x="138515" y="15606"/>
                    <a:pt x="146048" y="8057"/>
                    <a:pt x="161572" y="6946"/>
                  </a:cubicBezTo>
                  <a:cubicBezTo>
                    <a:pt x="164083" y="6724"/>
                    <a:pt x="166138" y="6724"/>
                    <a:pt x="166138" y="2727"/>
                  </a:cubicBezTo>
                  <a:cubicBezTo>
                    <a:pt x="166138" y="951"/>
                    <a:pt x="164997" y="63"/>
                    <a:pt x="163170" y="63"/>
                  </a:cubicBezTo>
                  <a:cubicBezTo>
                    <a:pt x="157235" y="63"/>
                    <a:pt x="150614" y="729"/>
                    <a:pt x="144450" y="729"/>
                  </a:cubicBezTo>
                  <a:cubicBezTo>
                    <a:pt x="136917" y="729"/>
                    <a:pt x="128926" y="63"/>
                    <a:pt x="121621" y="63"/>
                  </a:cubicBezTo>
                  <a:cubicBezTo>
                    <a:pt x="120251" y="63"/>
                    <a:pt x="117283" y="63"/>
                    <a:pt x="117283" y="4282"/>
                  </a:cubicBezTo>
                  <a:cubicBezTo>
                    <a:pt x="117283" y="6724"/>
                    <a:pt x="119566" y="6946"/>
                    <a:pt x="120708" y="6946"/>
                  </a:cubicBezTo>
                  <a:cubicBezTo>
                    <a:pt x="122306" y="6946"/>
                    <a:pt x="128926" y="7390"/>
                    <a:pt x="128926" y="12054"/>
                  </a:cubicBezTo>
                  <a:cubicBezTo>
                    <a:pt x="128926" y="15828"/>
                    <a:pt x="123676" y="21602"/>
                    <a:pt x="122762" y="22712"/>
                  </a:cubicBezTo>
                  <a:lnTo>
                    <a:pt x="69798" y="82000"/>
                  </a:lnTo>
                  <a:lnTo>
                    <a:pt x="44686" y="16051"/>
                  </a:lnTo>
                  <a:cubicBezTo>
                    <a:pt x="43316" y="12942"/>
                    <a:pt x="43316" y="12498"/>
                    <a:pt x="43316" y="12276"/>
                  </a:cubicBezTo>
                  <a:cubicBezTo>
                    <a:pt x="43316" y="6946"/>
                    <a:pt x="54503" y="6946"/>
                    <a:pt x="56786" y="6946"/>
                  </a:cubicBezTo>
                  <a:cubicBezTo>
                    <a:pt x="59982" y="6946"/>
                    <a:pt x="62265" y="6946"/>
                    <a:pt x="62265" y="2505"/>
                  </a:cubicBezTo>
                  <a:cubicBezTo>
                    <a:pt x="62265" y="63"/>
                    <a:pt x="59525" y="63"/>
                    <a:pt x="58840" y="63"/>
                  </a:cubicBezTo>
                  <a:cubicBezTo>
                    <a:pt x="52448" y="63"/>
                    <a:pt x="36467" y="729"/>
                    <a:pt x="30075" y="729"/>
                  </a:cubicBezTo>
                  <a:cubicBezTo>
                    <a:pt x="24368" y="729"/>
                    <a:pt x="10214" y="63"/>
                    <a:pt x="4506" y="63"/>
                  </a:cubicBezTo>
                  <a:cubicBezTo>
                    <a:pt x="3137" y="63"/>
                    <a:pt x="169" y="63"/>
                    <a:pt x="169" y="4504"/>
                  </a:cubicBezTo>
                  <a:cubicBezTo>
                    <a:pt x="169" y="6946"/>
                    <a:pt x="2452" y="6946"/>
                    <a:pt x="5420" y="6946"/>
                  </a:cubicBezTo>
                  <a:cubicBezTo>
                    <a:pt x="19117" y="6946"/>
                    <a:pt x="20030" y="8945"/>
                    <a:pt x="22085" y="14496"/>
                  </a:cubicBezTo>
                  <a:lnTo>
                    <a:pt x="50165" y="87551"/>
                  </a:lnTo>
                  <a:cubicBezTo>
                    <a:pt x="50393" y="88218"/>
                    <a:pt x="51078" y="90660"/>
                    <a:pt x="51078" y="91326"/>
                  </a:cubicBezTo>
                  <a:cubicBezTo>
                    <a:pt x="51078" y="91992"/>
                    <a:pt x="41947" y="127743"/>
                    <a:pt x="40805" y="131740"/>
                  </a:cubicBezTo>
                  <a:cubicBezTo>
                    <a:pt x="37837" y="143953"/>
                    <a:pt x="37609" y="144619"/>
                    <a:pt x="19345" y="144841"/>
                  </a:cubicBezTo>
                  <a:cubicBezTo>
                    <a:pt x="15008" y="144841"/>
                    <a:pt x="13182" y="144841"/>
                    <a:pt x="13182" y="149282"/>
                  </a:cubicBezTo>
                  <a:cubicBezTo>
                    <a:pt x="13182" y="151724"/>
                    <a:pt x="15921" y="151724"/>
                    <a:pt x="16378" y="151724"/>
                  </a:cubicBezTo>
                  <a:cubicBezTo>
                    <a:pt x="22770" y="151724"/>
                    <a:pt x="38750" y="151058"/>
                    <a:pt x="45143" y="151058"/>
                  </a:cubicBezTo>
                  <a:cubicBezTo>
                    <a:pt x="51535" y="151058"/>
                    <a:pt x="67972" y="151724"/>
                    <a:pt x="74364" y="151724"/>
                  </a:cubicBezTo>
                  <a:cubicBezTo>
                    <a:pt x="75962" y="151724"/>
                    <a:pt x="78702" y="151724"/>
                    <a:pt x="78702" y="147283"/>
                  </a:cubicBezTo>
                  <a:cubicBezTo>
                    <a:pt x="78702" y="144841"/>
                    <a:pt x="76647" y="144841"/>
                    <a:pt x="72310" y="144841"/>
                  </a:cubicBezTo>
                  <a:cubicBezTo>
                    <a:pt x="71853" y="144841"/>
                    <a:pt x="67515" y="144841"/>
                    <a:pt x="63634" y="144397"/>
                  </a:cubicBezTo>
                  <a:cubicBezTo>
                    <a:pt x="58840" y="143953"/>
                    <a:pt x="57470" y="143509"/>
                    <a:pt x="57470" y="140844"/>
                  </a:cubicBezTo>
                  <a:cubicBezTo>
                    <a:pt x="57470" y="139290"/>
                    <a:pt x="59525" y="131518"/>
                    <a:pt x="60667" y="126855"/>
                  </a:cubicBezTo>
                  <a:lnTo>
                    <a:pt x="68657" y="95545"/>
                  </a:lnTo>
                  <a:cubicBezTo>
                    <a:pt x="69798" y="91326"/>
                    <a:pt x="70027" y="90660"/>
                    <a:pt x="71853" y="88662"/>
                  </a:cubicBezTo>
                  <a:lnTo>
                    <a:pt x="128470"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8" name="Freeform: Shape 97">
              <a:extLst>
                <a:ext uri="{FF2B5EF4-FFF2-40B4-BE49-F238E27FC236}">
                  <a16:creationId xmlns:a16="http://schemas.microsoft.com/office/drawing/2014/main" id="{09D910D2-4174-00F2-33DD-15F5969493ED}"/>
                </a:ext>
              </a:extLst>
            </p:cNvPr>
            <p:cNvSpPr/>
            <p:nvPr>
              <p:custDataLst>
                <p:tags r:id="rId63"/>
              </p:custDataLst>
            </p:nvPr>
          </p:nvSpPr>
          <p:spPr>
            <a:xfrm>
              <a:off x="8435886" y="5865023"/>
              <a:ext cx="48421" cy="104608"/>
            </a:xfrm>
            <a:custGeom>
              <a:avLst/>
              <a:gdLst>
                <a:gd name="connsiteX0" fmla="*/ 44441 w 48421"/>
                <a:gd name="connsiteY0" fmla="*/ 5971 h 104608"/>
                <a:gd name="connsiteX1" fmla="*/ 38048 w 48421"/>
                <a:gd name="connsiteY1" fmla="*/ 64 h 104608"/>
                <a:gd name="connsiteX2" fmla="*/ 29099 w 48421"/>
                <a:gd name="connsiteY2" fmla="*/ 8613 h 104608"/>
                <a:gd name="connsiteX3" fmla="*/ 35492 w 48421"/>
                <a:gd name="connsiteY3" fmla="*/ 14520 h 104608"/>
                <a:gd name="connsiteX4" fmla="*/ 44441 w 48421"/>
                <a:gd name="connsiteY4" fmla="*/ 5971 h 104608"/>
                <a:gd name="connsiteX5" fmla="*/ 11840 w 48421"/>
                <a:gd name="connsiteY5" fmla="*/ 84933 h 104608"/>
                <a:gd name="connsiteX6" fmla="*/ 10402 w 48421"/>
                <a:gd name="connsiteY6" fmla="*/ 91461 h 104608"/>
                <a:gd name="connsiteX7" fmla="*/ 25584 w 48421"/>
                <a:gd name="connsiteY7" fmla="*/ 104673 h 104608"/>
                <a:gd name="connsiteX8" fmla="*/ 48596 w 48421"/>
                <a:gd name="connsiteY8" fmla="*/ 80891 h 104608"/>
                <a:gd name="connsiteX9" fmla="*/ 46039 w 48421"/>
                <a:gd name="connsiteY9" fmla="*/ 78871 h 104608"/>
                <a:gd name="connsiteX10" fmla="*/ 43002 w 48421"/>
                <a:gd name="connsiteY10" fmla="*/ 81513 h 104608"/>
                <a:gd name="connsiteX11" fmla="*/ 26063 w 48421"/>
                <a:gd name="connsiteY11" fmla="*/ 100321 h 104608"/>
                <a:gd name="connsiteX12" fmla="*/ 22068 w 48421"/>
                <a:gd name="connsiteY12" fmla="*/ 94881 h 104608"/>
                <a:gd name="connsiteX13" fmla="*/ 24625 w 48421"/>
                <a:gd name="connsiteY13" fmla="*/ 84933 h 104608"/>
                <a:gd name="connsiteX14" fmla="*/ 29739 w 48421"/>
                <a:gd name="connsiteY14" fmla="*/ 72498 h 104608"/>
                <a:gd name="connsiteX15" fmla="*/ 37569 w 48421"/>
                <a:gd name="connsiteY15" fmla="*/ 52757 h 104608"/>
                <a:gd name="connsiteX16" fmla="*/ 38528 w 48421"/>
                <a:gd name="connsiteY16" fmla="*/ 47783 h 104608"/>
                <a:gd name="connsiteX17" fmla="*/ 23346 w 48421"/>
                <a:gd name="connsiteY17" fmla="*/ 34571 h 104608"/>
                <a:gd name="connsiteX18" fmla="*/ 175 w 48421"/>
                <a:gd name="connsiteY18" fmla="*/ 58353 h 104608"/>
                <a:gd name="connsiteX19" fmla="*/ 2891 w 48421"/>
                <a:gd name="connsiteY19" fmla="*/ 60374 h 104608"/>
                <a:gd name="connsiteX20" fmla="*/ 5768 w 48421"/>
                <a:gd name="connsiteY20" fmla="*/ 57887 h 104608"/>
                <a:gd name="connsiteX21" fmla="*/ 22867 w 48421"/>
                <a:gd name="connsiteY21" fmla="*/ 38923 h 104608"/>
                <a:gd name="connsiteX22" fmla="*/ 26862 w 48421"/>
                <a:gd name="connsiteY22" fmla="*/ 44364 h 104608"/>
                <a:gd name="connsiteX23" fmla="*/ 21908 w 48421"/>
                <a:gd name="connsiteY23" fmla="*/ 59907 h 104608"/>
                <a:gd name="connsiteX24" fmla="*/ 11840 w 48421"/>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21" h="104608">
                  <a:moveTo>
                    <a:pt x="44441" y="5971"/>
                  </a:moveTo>
                  <a:cubicBezTo>
                    <a:pt x="44441" y="3484"/>
                    <a:pt x="42523" y="64"/>
                    <a:pt x="38048" y="64"/>
                  </a:cubicBezTo>
                  <a:cubicBezTo>
                    <a:pt x="33734" y="64"/>
                    <a:pt x="29099" y="4106"/>
                    <a:pt x="29099" y="8613"/>
                  </a:cubicBezTo>
                  <a:cubicBezTo>
                    <a:pt x="29099" y="11256"/>
                    <a:pt x="31177" y="14520"/>
                    <a:pt x="35492" y="14520"/>
                  </a:cubicBezTo>
                  <a:cubicBezTo>
                    <a:pt x="40126" y="14520"/>
                    <a:pt x="44441" y="10168"/>
                    <a:pt x="44441" y="5971"/>
                  </a:cubicBezTo>
                  <a:close/>
                  <a:moveTo>
                    <a:pt x="11840" y="84933"/>
                  </a:moveTo>
                  <a:cubicBezTo>
                    <a:pt x="11201" y="86953"/>
                    <a:pt x="10402" y="88819"/>
                    <a:pt x="10402" y="91461"/>
                  </a:cubicBezTo>
                  <a:cubicBezTo>
                    <a:pt x="10402" y="98767"/>
                    <a:pt x="16794" y="104673"/>
                    <a:pt x="25584" y="104673"/>
                  </a:cubicBezTo>
                  <a:cubicBezTo>
                    <a:pt x="41564" y="104673"/>
                    <a:pt x="48596" y="83223"/>
                    <a:pt x="48596" y="80891"/>
                  </a:cubicBezTo>
                  <a:cubicBezTo>
                    <a:pt x="48596" y="78871"/>
                    <a:pt x="46518" y="78871"/>
                    <a:pt x="46039" y="78871"/>
                  </a:cubicBezTo>
                  <a:cubicBezTo>
                    <a:pt x="43801" y="78871"/>
                    <a:pt x="43642" y="79803"/>
                    <a:pt x="43002" y="81513"/>
                  </a:cubicBezTo>
                  <a:cubicBezTo>
                    <a:pt x="39327" y="93948"/>
                    <a:pt x="32295" y="100321"/>
                    <a:pt x="26063" y="100321"/>
                  </a:cubicBezTo>
                  <a:cubicBezTo>
                    <a:pt x="22867" y="100321"/>
                    <a:pt x="22068" y="98300"/>
                    <a:pt x="22068" y="94881"/>
                  </a:cubicBezTo>
                  <a:cubicBezTo>
                    <a:pt x="22068" y="91306"/>
                    <a:pt x="23187" y="88352"/>
                    <a:pt x="24625" y="84933"/>
                  </a:cubicBezTo>
                  <a:cubicBezTo>
                    <a:pt x="26223" y="80736"/>
                    <a:pt x="27981" y="76539"/>
                    <a:pt x="29739" y="72498"/>
                  </a:cubicBezTo>
                  <a:cubicBezTo>
                    <a:pt x="31177" y="68767"/>
                    <a:pt x="36930" y="54622"/>
                    <a:pt x="37569" y="52757"/>
                  </a:cubicBezTo>
                  <a:cubicBezTo>
                    <a:pt x="38048" y="51203"/>
                    <a:pt x="38528" y="49338"/>
                    <a:pt x="38528" y="47783"/>
                  </a:cubicBezTo>
                  <a:cubicBezTo>
                    <a:pt x="38528" y="40478"/>
                    <a:pt x="32136" y="34571"/>
                    <a:pt x="23346" y="34571"/>
                  </a:cubicBezTo>
                  <a:cubicBezTo>
                    <a:pt x="7526" y="34571"/>
                    <a:pt x="175" y="55711"/>
                    <a:pt x="175" y="58353"/>
                  </a:cubicBezTo>
                  <a:cubicBezTo>
                    <a:pt x="175" y="60374"/>
                    <a:pt x="2412" y="60374"/>
                    <a:pt x="2891" y="60374"/>
                  </a:cubicBezTo>
                  <a:cubicBezTo>
                    <a:pt x="5129" y="60374"/>
                    <a:pt x="5288" y="59596"/>
                    <a:pt x="5768" y="57887"/>
                  </a:cubicBezTo>
                  <a:cubicBezTo>
                    <a:pt x="9923" y="44519"/>
                    <a:pt x="16954" y="38923"/>
                    <a:pt x="22867" y="38923"/>
                  </a:cubicBezTo>
                  <a:cubicBezTo>
                    <a:pt x="25424" y="38923"/>
                    <a:pt x="26862" y="40167"/>
                    <a:pt x="26862" y="44364"/>
                  </a:cubicBezTo>
                  <a:cubicBezTo>
                    <a:pt x="26862" y="47939"/>
                    <a:pt x="25903" y="50270"/>
                    <a:pt x="21908" y="59907"/>
                  </a:cubicBezTo>
                  <a:lnTo>
                    <a:pt x="11840"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99" name="Freeform: Shape 98">
              <a:extLst>
                <a:ext uri="{FF2B5EF4-FFF2-40B4-BE49-F238E27FC236}">
                  <a16:creationId xmlns:a16="http://schemas.microsoft.com/office/drawing/2014/main" id="{0F0635E2-B16F-30BC-E601-1693C7622EAF}"/>
                </a:ext>
              </a:extLst>
            </p:cNvPr>
            <p:cNvSpPr/>
            <p:nvPr>
              <p:custDataLst>
                <p:tags r:id="rId64"/>
              </p:custDataLst>
            </p:nvPr>
          </p:nvSpPr>
          <p:spPr>
            <a:xfrm>
              <a:off x="8509403" y="5768231"/>
              <a:ext cx="31276" cy="222052"/>
            </a:xfrm>
            <a:custGeom>
              <a:avLst/>
              <a:gdLst>
                <a:gd name="connsiteX0" fmla="*/ 31454 w 31276"/>
                <a:gd name="connsiteY0" fmla="*/ 63 h 222052"/>
                <a:gd name="connsiteX1" fmla="*/ 178 w 31276"/>
                <a:gd name="connsiteY1" fmla="*/ 63 h 222052"/>
                <a:gd name="connsiteX2" fmla="*/ 178 w 31276"/>
                <a:gd name="connsiteY2" fmla="*/ 8945 h 222052"/>
                <a:gd name="connsiteX3" fmla="*/ 22322 w 31276"/>
                <a:gd name="connsiteY3" fmla="*/ 8945 h 222052"/>
                <a:gd name="connsiteX4" fmla="*/ 22322 w 31276"/>
                <a:gd name="connsiteY4" fmla="*/ 213233 h 222052"/>
                <a:gd name="connsiteX5" fmla="*/ 178 w 31276"/>
                <a:gd name="connsiteY5" fmla="*/ 213233 h 222052"/>
                <a:gd name="connsiteX6" fmla="*/ 178 w 31276"/>
                <a:gd name="connsiteY6" fmla="*/ 222115 h 222052"/>
                <a:gd name="connsiteX7" fmla="*/ 31454 w 31276"/>
                <a:gd name="connsiteY7" fmla="*/ 222115 h 222052"/>
                <a:gd name="connsiteX8" fmla="*/ 31454 w 31276"/>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76" h="222052">
                  <a:moveTo>
                    <a:pt x="31454" y="63"/>
                  </a:moveTo>
                  <a:lnTo>
                    <a:pt x="178" y="63"/>
                  </a:lnTo>
                  <a:lnTo>
                    <a:pt x="178" y="8945"/>
                  </a:lnTo>
                  <a:lnTo>
                    <a:pt x="22322" y="8945"/>
                  </a:lnTo>
                  <a:lnTo>
                    <a:pt x="22322" y="213233"/>
                  </a:lnTo>
                  <a:lnTo>
                    <a:pt x="178" y="213233"/>
                  </a:lnTo>
                  <a:lnTo>
                    <a:pt x="178" y="222115"/>
                  </a:lnTo>
                  <a:lnTo>
                    <a:pt x="31454" y="222115"/>
                  </a:lnTo>
                  <a:lnTo>
                    <a:pt x="31454"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grpSp>
        <p:nvGrpSpPr>
          <p:cNvPr id="100" name="Group 99">
            <a:extLst>
              <a:ext uri="{FF2B5EF4-FFF2-40B4-BE49-F238E27FC236}">
                <a16:creationId xmlns:a16="http://schemas.microsoft.com/office/drawing/2014/main" id="{6E7E6E4C-BA4B-0987-F614-33584FBFDE38}"/>
              </a:ext>
            </a:extLst>
          </p:cNvPr>
          <p:cNvGrpSpPr>
            <a:grpSpLocks noChangeAspect="1"/>
          </p:cNvGrpSpPr>
          <p:nvPr>
            <p:custDataLst>
              <p:tags r:id="rId5"/>
            </p:custDataLst>
          </p:nvPr>
        </p:nvGrpSpPr>
        <p:grpSpPr>
          <a:xfrm>
            <a:off x="1404786" y="4591055"/>
            <a:ext cx="1214966" cy="185114"/>
            <a:chOff x="3729854" y="6987922"/>
            <a:chExt cx="1311795" cy="199867"/>
          </a:xfrm>
        </p:grpSpPr>
        <p:sp>
          <p:nvSpPr>
            <p:cNvPr id="101" name="Freeform: Shape 100">
              <a:extLst>
                <a:ext uri="{FF2B5EF4-FFF2-40B4-BE49-F238E27FC236}">
                  <a16:creationId xmlns:a16="http://schemas.microsoft.com/office/drawing/2014/main" id="{3F0E2874-E83A-54CE-229E-073930B90CA0}"/>
                </a:ext>
              </a:extLst>
            </p:cNvPr>
            <p:cNvSpPr/>
            <p:nvPr>
              <p:custDataLst>
                <p:tags r:id="rId39"/>
              </p:custDataLst>
            </p:nvPr>
          </p:nvSpPr>
          <p:spPr>
            <a:xfrm>
              <a:off x="3729854" y="6990505"/>
              <a:ext cx="224235" cy="165578"/>
            </a:xfrm>
            <a:custGeom>
              <a:avLst/>
              <a:gdLst>
                <a:gd name="connsiteX0" fmla="*/ 194730 w 224235"/>
                <a:gd name="connsiteY0" fmla="*/ 27307 h 165578"/>
                <a:gd name="connsiteX1" fmla="*/ 220021 w 224235"/>
                <a:gd name="connsiteY1" fmla="*/ 7344 h 165578"/>
                <a:gd name="connsiteX2" fmla="*/ 224312 w 224235"/>
                <a:gd name="connsiteY2" fmla="*/ 2646 h 165578"/>
                <a:gd name="connsiteX3" fmla="*/ 221602 w 224235"/>
                <a:gd name="connsiteY3" fmla="*/ 63 h 165578"/>
                <a:gd name="connsiteX4" fmla="*/ 204214 w 224235"/>
                <a:gd name="connsiteY4" fmla="*/ 767 h 165578"/>
                <a:gd name="connsiteX5" fmla="*/ 180729 w 224235"/>
                <a:gd name="connsiteY5" fmla="*/ 63 h 165578"/>
                <a:gd name="connsiteX6" fmla="*/ 176439 w 224235"/>
                <a:gd name="connsiteY6" fmla="*/ 4525 h 165578"/>
                <a:gd name="connsiteX7" fmla="*/ 179826 w 224235"/>
                <a:gd name="connsiteY7" fmla="*/ 7344 h 165578"/>
                <a:gd name="connsiteX8" fmla="*/ 193149 w 224235"/>
                <a:gd name="connsiteY8" fmla="*/ 16503 h 165578"/>
                <a:gd name="connsiteX9" fmla="*/ 190214 w 224235"/>
                <a:gd name="connsiteY9" fmla="*/ 24254 h 165578"/>
                <a:gd name="connsiteX10" fmla="*/ 129243 w 224235"/>
                <a:gd name="connsiteY10" fmla="*/ 134874 h 165578"/>
                <a:gd name="connsiteX11" fmla="*/ 120888 w 224235"/>
                <a:gd name="connsiteY11" fmla="*/ 18382 h 165578"/>
                <a:gd name="connsiteX12" fmla="*/ 136695 w 224235"/>
                <a:gd name="connsiteY12" fmla="*/ 7344 h 165578"/>
                <a:gd name="connsiteX13" fmla="*/ 142792 w 224235"/>
                <a:gd name="connsiteY13" fmla="*/ 2646 h 165578"/>
                <a:gd name="connsiteX14" fmla="*/ 139405 w 224235"/>
                <a:gd name="connsiteY14" fmla="*/ 63 h 165578"/>
                <a:gd name="connsiteX15" fmla="*/ 111856 w 224235"/>
                <a:gd name="connsiteY15" fmla="*/ 767 h 165578"/>
                <a:gd name="connsiteX16" fmla="*/ 88145 w 224235"/>
                <a:gd name="connsiteY16" fmla="*/ 63 h 165578"/>
                <a:gd name="connsiteX17" fmla="*/ 83854 w 224235"/>
                <a:gd name="connsiteY17" fmla="*/ 4760 h 165578"/>
                <a:gd name="connsiteX18" fmla="*/ 89274 w 224235"/>
                <a:gd name="connsiteY18" fmla="*/ 7344 h 165578"/>
                <a:gd name="connsiteX19" fmla="*/ 101242 w 224235"/>
                <a:gd name="connsiteY19" fmla="*/ 13215 h 165578"/>
                <a:gd name="connsiteX20" fmla="*/ 102597 w 224235"/>
                <a:gd name="connsiteY20" fmla="*/ 31300 h 165578"/>
                <a:gd name="connsiteX21" fmla="*/ 45466 w 224235"/>
                <a:gd name="connsiteY21" fmla="*/ 134874 h 165578"/>
                <a:gd name="connsiteX22" fmla="*/ 36885 w 224235"/>
                <a:gd name="connsiteY22" fmla="*/ 15799 h 165578"/>
                <a:gd name="connsiteX23" fmla="*/ 54047 w 224235"/>
                <a:gd name="connsiteY23" fmla="*/ 7344 h 165578"/>
                <a:gd name="connsiteX24" fmla="*/ 58789 w 224235"/>
                <a:gd name="connsiteY24" fmla="*/ 2646 h 165578"/>
                <a:gd name="connsiteX25" fmla="*/ 55627 w 224235"/>
                <a:gd name="connsiteY25" fmla="*/ 63 h 165578"/>
                <a:gd name="connsiteX26" fmla="*/ 27852 w 224235"/>
                <a:gd name="connsiteY26" fmla="*/ 767 h 165578"/>
                <a:gd name="connsiteX27" fmla="*/ 4141 w 224235"/>
                <a:gd name="connsiteY27" fmla="*/ 63 h 165578"/>
                <a:gd name="connsiteX28" fmla="*/ 77 w 224235"/>
                <a:gd name="connsiteY28" fmla="*/ 4525 h 165578"/>
                <a:gd name="connsiteX29" fmla="*/ 5722 w 224235"/>
                <a:gd name="connsiteY29" fmla="*/ 7344 h 165578"/>
                <a:gd name="connsiteX30" fmla="*/ 17690 w 224235"/>
                <a:gd name="connsiteY30" fmla="*/ 16033 h 165578"/>
                <a:gd name="connsiteX31" fmla="*/ 27852 w 224235"/>
                <a:gd name="connsiteY31" fmla="*/ 159535 h 165578"/>
                <a:gd name="connsiteX32" fmla="*/ 31465 w 224235"/>
                <a:gd name="connsiteY32" fmla="*/ 165641 h 165578"/>
                <a:gd name="connsiteX33" fmla="*/ 36885 w 224235"/>
                <a:gd name="connsiteY33" fmla="*/ 160709 h 165578"/>
                <a:gd name="connsiteX34" fmla="*/ 103275 w 224235"/>
                <a:gd name="connsiteY34" fmla="*/ 40929 h 165578"/>
                <a:gd name="connsiteX35" fmla="*/ 111630 w 224235"/>
                <a:gd name="connsiteY35" fmla="*/ 159535 h 165578"/>
                <a:gd name="connsiteX36" fmla="*/ 115243 w 224235"/>
                <a:gd name="connsiteY36" fmla="*/ 165641 h 165578"/>
                <a:gd name="connsiteX37" fmla="*/ 120662 w 224235"/>
                <a:gd name="connsiteY37" fmla="*/ 161179 h 165578"/>
                <a:gd name="connsiteX38" fmla="*/ 194730 w 224235"/>
                <a:gd name="connsiteY38" fmla="*/ 27307 h 16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24235" h="165578">
                  <a:moveTo>
                    <a:pt x="194730" y="27307"/>
                  </a:moveTo>
                  <a:cubicBezTo>
                    <a:pt x="200375" y="16973"/>
                    <a:pt x="205795" y="8518"/>
                    <a:pt x="220021" y="7344"/>
                  </a:cubicBezTo>
                  <a:cubicBezTo>
                    <a:pt x="222054" y="7109"/>
                    <a:pt x="224312" y="7109"/>
                    <a:pt x="224312" y="2646"/>
                  </a:cubicBezTo>
                  <a:cubicBezTo>
                    <a:pt x="224312" y="1707"/>
                    <a:pt x="223408" y="63"/>
                    <a:pt x="221602" y="63"/>
                  </a:cubicBezTo>
                  <a:cubicBezTo>
                    <a:pt x="216182" y="63"/>
                    <a:pt x="209860" y="767"/>
                    <a:pt x="204214" y="767"/>
                  </a:cubicBezTo>
                  <a:cubicBezTo>
                    <a:pt x="196536" y="767"/>
                    <a:pt x="188181" y="63"/>
                    <a:pt x="180729" y="63"/>
                  </a:cubicBezTo>
                  <a:cubicBezTo>
                    <a:pt x="179374" y="63"/>
                    <a:pt x="176439" y="63"/>
                    <a:pt x="176439" y="4525"/>
                  </a:cubicBezTo>
                  <a:cubicBezTo>
                    <a:pt x="176439" y="7109"/>
                    <a:pt x="178471" y="7344"/>
                    <a:pt x="179826" y="7344"/>
                  </a:cubicBezTo>
                  <a:cubicBezTo>
                    <a:pt x="185246" y="7578"/>
                    <a:pt x="193149" y="9457"/>
                    <a:pt x="193149" y="16503"/>
                  </a:cubicBezTo>
                  <a:cubicBezTo>
                    <a:pt x="193149" y="19087"/>
                    <a:pt x="192020" y="20966"/>
                    <a:pt x="190214" y="24254"/>
                  </a:cubicBezTo>
                  <a:lnTo>
                    <a:pt x="129243" y="134874"/>
                  </a:lnTo>
                  <a:lnTo>
                    <a:pt x="120888" y="18382"/>
                  </a:lnTo>
                  <a:cubicBezTo>
                    <a:pt x="120662" y="13685"/>
                    <a:pt x="120211" y="7578"/>
                    <a:pt x="136695" y="7344"/>
                  </a:cubicBezTo>
                  <a:cubicBezTo>
                    <a:pt x="140534" y="7344"/>
                    <a:pt x="142792" y="7344"/>
                    <a:pt x="142792" y="2646"/>
                  </a:cubicBezTo>
                  <a:cubicBezTo>
                    <a:pt x="142792" y="298"/>
                    <a:pt x="140308" y="63"/>
                    <a:pt x="139405" y="63"/>
                  </a:cubicBezTo>
                  <a:cubicBezTo>
                    <a:pt x="130372" y="63"/>
                    <a:pt x="120888" y="767"/>
                    <a:pt x="111856" y="767"/>
                  </a:cubicBezTo>
                  <a:cubicBezTo>
                    <a:pt x="106662" y="767"/>
                    <a:pt x="93339" y="63"/>
                    <a:pt x="88145" y="63"/>
                  </a:cubicBezTo>
                  <a:cubicBezTo>
                    <a:pt x="86790" y="63"/>
                    <a:pt x="83854" y="63"/>
                    <a:pt x="83854" y="4760"/>
                  </a:cubicBezTo>
                  <a:cubicBezTo>
                    <a:pt x="83854" y="7344"/>
                    <a:pt x="86113" y="7344"/>
                    <a:pt x="89274" y="7344"/>
                  </a:cubicBezTo>
                  <a:cubicBezTo>
                    <a:pt x="99210" y="7344"/>
                    <a:pt x="100791" y="8753"/>
                    <a:pt x="101242" y="13215"/>
                  </a:cubicBezTo>
                  <a:lnTo>
                    <a:pt x="102597" y="31300"/>
                  </a:lnTo>
                  <a:lnTo>
                    <a:pt x="45466" y="134874"/>
                  </a:lnTo>
                  <a:lnTo>
                    <a:pt x="36885" y="15799"/>
                  </a:lnTo>
                  <a:cubicBezTo>
                    <a:pt x="36885" y="12980"/>
                    <a:pt x="36885" y="7578"/>
                    <a:pt x="54047" y="7344"/>
                  </a:cubicBezTo>
                  <a:cubicBezTo>
                    <a:pt x="56305" y="7344"/>
                    <a:pt x="58789" y="7344"/>
                    <a:pt x="58789" y="2646"/>
                  </a:cubicBezTo>
                  <a:cubicBezTo>
                    <a:pt x="58789" y="63"/>
                    <a:pt x="56079" y="63"/>
                    <a:pt x="55627" y="63"/>
                  </a:cubicBezTo>
                  <a:cubicBezTo>
                    <a:pt x="46595" y="63"/>
                    <a:pt x="37110" y="767"/>
                    <a:pt x="27852" y="767"/>
                  </a:cubicBezTo>
                  <a:cubicBezTo>
                    <a:pt x="19949" y="767"/>
                    <a:pt x="11819" y="63"/>
                    <a:pt x="4141" y="63"/>
                  </a:cubicBezTo>
                  <a:cubicBezTo>
                    <a:pt x="3012" y="63"/>
                    <a:pt x="77" y="63"/>
                    <a:pt x="77" y="4525"/>
                  </a:cubicBezTo>
                  <a:cubicBezTo>
                    <a:pt x="77" y="7344"/>
                    <a:pt x="2109" y="7344"/>
                    <a:pt x="5722" y="7344"/>
                  </a:cubicBezTo>
                  <a:cubicBezTo>
                    <a:pt x="17013" y="7344"/>
                    <a:pt x="17239" y="9457"/>
                    <a:pt x="17690" y="16033"/>
                  </a:cubicBezTo>
                  <a:lnTo>
                    <a:pt x="27852" y="159535"/>
                  </a:lnTo>
                  <a:cubicBezTo>
                    <a:pt x="28078" y="163762"/>
                    <a:pt x="28304" y="165641"/>
                    <a:pt x="31465" y="165641"/>
                  </a:cubicBezTo>
                  <a:cubicBezTo>
                    <a:pt x="34175" y="165641"/>
                    <a:pt x="34852" y="164232"/>
                    <a:pt x="36885" y="160709"/>
                  </a:cubicBezTo>
                  <a:lnTo>
                    <a:pt x="103275" y="40929"/>
                  </a:lnTo>
                  <a:lnTo>
                    <a:pt x="111630" y="159535"/>
                  </a:lnTo>
                  <a:cubicBezTo>
                    <a:pt x="112081" y="164467"/>
                    <a:pt x="112533" y="165641"/>
                    <a:pt x="115243" y="165641"/>
                  </a:cubicBezTo>
                  <a:cubicBezTo>
                    <a:pt x="118178" y="165641"/>
                    <a:pt x="119533" y="163293"/>
                    <a:pt x="120662" y="161179"/>
                  </a:cubicBezTo>
                  <a:lnTo>
                    <a:pt x="194730" y="2730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2" name="Freeform: Shape 101">
              <a:extLst>
                <a:ext uri="{FF2B5EF4-FFF2-40B4-BE49-F238E27FC236}">
                  <a16:creationId xmlns:a16="http://schemas.microsoft.com/office/drawing/2014/main" id="{678075F6-A13F-50C3-95C5-C3CAEE2050A4}"/>
                </a:ext>
              </a:extLst>
            </p:cNvPr>
            <p:cNvSpPr/>
            <p:nvPr>
              <p:custDataLst>
                <p:tags r:id="rId40"/>
              </p:custDataLst>
            </p:nvPr>
          </p:nvSpPr>
          <p:spPr>
            <a:xfrm>
              <a:off x="3938134" y="7077146"/>
              <a:ext cx="47895" cy="110643"/>
            </a:xfrm>
            <a:custGeom>
              <a:avLst/>
              <a:gdLst>
                <a:gd name="connsiteX0" fmla="*/ 43872 w 47895"/>
                <a:gd name="connsiteY0" fmla="*/ 6312 h 110643"/>
                <a:gd name="connsiteX1" fmla="*/ 37549 w 47895"/>
                <a:gd name="connsiteY1" fmla="*/ 64 h 110643"/>
                <a:gd name="connsiteX2" fmla="*/ 28697 w 47895"/>
                <a:gd name="connsiteY2" fmla="*/ 9106 h 110643"/>
                <a:gd name="connsiteX3" fmla="*/ 35020 w 47895"/>
                <a:gd name="connsiteY3" fmla="*/ 15354 h 110643"/>
                <a:gd name="connsiteX4" fmla="*/ 43872 w 47895"/>
                <a:gd name="connsiteY4" fmla="*/ 6312 h 110643"/>
                <a:gd name="connsiteX5" fmla="*/ 11625 w 47895"/>
                <a:gd name="connsiteY5" fmla="*/ 89829 h 110643"/>
                <a:gd name="connsiteX6" fmla="*/ 10203 w 47895"/>
                <a:gd name="connsiteY6" fmla="*/ 96734 h 110643"/>
                <a:gd name="connsiteX7" fmla="*/ 25219 w 47895"/>
                <a:gd name="connsiteY7" fmla="*/ 110708 h 110643"/>
                <a:gd name="connsiteX8" fmla="*/ 47982 w 47895"/>
                <a:gd name="connsiteY8" fmla="*/ 85554 h 110643"/>
                <a:gd name="connsiteX9" fmla="*/ 45452 w 47895"/>
                <a:gd name="connsiteY9" fmla="*/ 83417 h 110643"/>
                <a:gd name="connsiteX10" fmla="*/ 42449 w 47895"/>
                <a:gd name="connsiteY10" fmla="*/ 86212 h 110643"/>
                <a:gd name="connsiteX11" fmla="*/ 25694 w 47895"/>
                <a:gd name="connsiteY11" fmla="*/ 106105 h 110643"/>
                <a:gd name="connsiteX12" fmla="*/ 21742 w 47895"/>
                <a:gd name="connsiteY12" fmla="*/ 100351 h 110643"/>
                <a:gd name="connsiteX13" fmla="*/ 24271 w 47895"/>
                <a:gd name="connsiteY13" fmla="*/ 89829 h 110643"/>
                <a:gd name="connsiteX14" fmla="*/ 29329 w 47895"/>
                <a:gd name="connsiteY14" fmla="*/ 76677 h 110643"/>
                <a:gd name="connsiteX15" fmla="*/ 37075 w 47895"/>
                <a:gd name="connsiteY15" fmla="*/ 55797 h 110643"/>
                <a:gd name="connsiteX16" fmla="*/ 38023 w 47895"/>
                <a:gd name="connsiteY16" fmla="*/ 50536 h 110643"/>
                <a:gd name="connsiteX17" fmla="*/ 23006 w 47895"/>
                <a:gd name="connsiteY17" fmla="*/ 36562 h 110643"/>
                <a:gd name="connsiteX18" fmla="*/ 86 w 47895"/>
                <a:gd name="connsiteY18" fmla="*/ 61716 h 110643"/>
                <a:gd name="connsiteX19" fmla="*/ 2773 w 47895"/>
                <a:gd name="connsiteY19" fmla="*/ 63853 h 110643"/>
                <a:gd name="connsiteX20" fmla="*/ 5619 w 47895"/>
                <a:gd name="connsiteY20" fmla="*/ 61223 h 110643"/>
                <a:gd name="connsiteX21" fmla="*/ 22532 w 47895"/>
                <a:gd name="connsiteY21" fmla="*/ 41165 h 110643"/>
                <a:gd name="connsiteX22" fmla="*/ 26484 w 47895"/>
                <a:gd name="connsiteY22" fmla="*/ 46919 h 110643"/>
                <a:gd name="connsiteX23" fmla="*/ 21584 w 47895"/>
                <a:gd name="connsiteY23" fmla="*/ 63360 h 110643"/>
                <a:gd name="connsiteX24" fmla="*/ 11625 w 47895"/>
                <a:gd name="connsiteY24" fmla="*/ 89829 h 11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7895" h="110643">
                  <a:moveTo>
                    <a:pt x="43872" y="6312"/>
                  </a:moveTo>
                  <a:cubicBezTo>
                    <a:pt x="43872" y="3681"/>
                    <a:pt x="41975" y="64"/>
                    <a:pt x="37549" y="64"/>
                  </a:cubicBezTo>
                  <a:cubicBezTo>
                    <a:pt x="33281" y="64"/>
                    <a:pt x="28697" y="4339"/>
                    <a:pt x="28697" y="9106"/>
                  </a:cubicBezTo>
                  <a:cubicBezTo>
                    <a:pt x="28697" y="11901"/>
                    <a:pt x="30752" y="15354"/>
                    <a:pt x="35020" y="15354"/>
                  </a:cubicBezTo>
                  <a:cubicBezTo>
                    <a:pt x="39604" y="15354"/>
                    <a:pt x="43872" y="10751"/>
                    <a:pt x="43872" y="6312"/>
                  </a:cubicBezTo>
                  <a:close/>
                  <a:moveTo>
                    <a:pt x="11625" y="89829"/>
                  </a:moveTo>
                  <a:cubicBezTo>
                    <a:pt x="10993" y="91966"/>
                    <a:pt x="10203" y="93939"/>
                    <a:pt x="10203" y="96734"/>
                  </a:cubicBezTo>
                  <a:cubicBezTo>
                    <a:pt x="10203" y="104461"/>
                    <a:pt x="16526" y="110708"/>
                    <a:pt x="25219" y="110708"/>
                  </a:cubicBezTo>
                  <a:cubicBezTo>
                    <a:pt x="41027" y="110708"/>
                    <a:pt x="47982" y="88020"/>
                    <a:pt x="47982" y="85554"/>
                  </a:cubicBezTo>
                  <a:cubicBezTo>
                    <a:pt x="47982" y="83417"/>
                    <a:pt x="45927" y="83417"/>
                    <a:pt x="45452" y="83417"/>
                  </a:cubicBezTo>
                  <a:cubicBezTo>
                    <a:pt x="43239" y="83417"/>
                    <a:pt x="43081" y="84404"/>
                    <a:pt x="42449" y="86212"/>
                  </a:cubicBezTo>
                  <a:cubicBezTo>
                    <a:pt x="38814" y="99364"/>
                    <a:pt x="31858" y="106105"/>
                    <a:pt x="25694" y="106105"/>
                  </a:cubicBezTo>
                  <a:cubicBezTo>
                    <a:pt x="22532" y="106105"/>
                    <a:pt x="21742" y="103968"/>
                    <a:pt x="21742" y="100351"/>
                  </a:cubicBezTo>
                  <a:cubicBezTo>
                    <a:pt x="21742" y="96569"/>
                    <a:pt x="22848" y="93446"/>
                    <a:pt x="24271" y="89829"/>
                  </a:cubicBezTo>
                  <a:cubicBezTo>
                    <a:pt x="25852" y="85390"/>
                    <a:pt x="27590" y="80951"/>
                    <a:pt x="29329" y="76677"/>
                  </a:cubicBezTo>
                  <a:cubicBezTo>
                    <a:pt x="30752" y="72731"/>
                    <a:pt x="36442" y="57770"/>
                    <a:pt x="37075" y="55797"/>
                  </a:cubicBezTo>
                  <a:cubicBezTo>
                    <a:pt x="37549" y="54153"/>
                    <a:pt x="38023" y="52180"/>
                    <a:pt x="38023" y="50536"/>
                  </a:cubicBezTo>
                  <a:cubicBezTo>
                    <a:pt x="38023" y="42809"/>
                    <a:pt x="31700" y="36562"/>
                    <a:pt x="23006" y="36562"/>
                  </a:cubicBezTo>
                  <a:cubicBezTo>
                    <a:pt x="7357" y="36562"/>
                    <a:pt x="86" y="58921"/>
                    <a:pt x="86" y="61716"/>
                  </a:cubicBezTo>
                  <a:cubicBezTo>
                    <a:pt x="86" y="63853"/>
                    <a:pt x="2299" y="63853"/>
                    <a:pt x="2773" y="63853"/>
                  </a:cubicBezTo>
                  <a:cubicBezTo>
                    <a:pt x="4986" y="63853"/>
                    <a:pt x="5144" y="63031"/>
                    <a:pt x="5619" y="61223"/>
                  </a:cubicBezTo>
                  <a:cubicBezTo>
                    <a:pt x="9728" y="47084"/>
                    <a:pt x="16684" y="41165"/>
                    <a:pt x="22532" y="41165"/>
                  </a:cubicBezTo>
                  <a:cubicBezTo>
                    <a:pt x="25061" y="41165"/>
                    <a:pt x="26484" y="42481"/>
                    <a:pt x="26484" y="46919"/>
                  </a:cubicBezTo>
                  <a:cubicBezTo>
                    <a:pt x="26484" y="50701"/>
                    <a:pt x="25536" y="53167"/>
                    <a:pt x="21584" y="63360"/>
                  </a:cubicBezTo>
                  <a:lnTo>
                    <a:pt x="11625" y="898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3" name="Freeform: Shape 102">
              <a:extLst>
                <a:ext uri="{FF2B5EF4-FFF2-40B4-BE49-F238E27FC236}">
                  <a16:creationId xmlns:a16="http://schemas.microsoft.com/office/drawing/2014/main" id="{17528036-B369-1802-1D99-FB193BAEC696}"/>
                </a:ext>
              </a:extLst>
            </p:cNvPr>
            <p:cNvSpPr/>
            <p:nvPr>
              <p:custDataLst>
                <p:tags r:id="rId41"/>
              </p:custDataLst>
            </p:nvPr>
          </p:nvSpPr>
          <p:spPr>
            <a:xfrm>
              <a:off x="4081256" y="7064722"/>
              <a:ext cx="150167" cy="54957"/>
            </a:xfrm>
            <a:custGeom>
              <a:avLst/>
              <a:gdLst>
                <a:gd name="connsiteX0" fmla="*/ 142582 w 150167"/>
                <a:gd name="connsiteY0" fmla="*/ 9457 h 54957"/>
                <a:gd name="connsiteX1" fmla="*/ 150260 w 150167"/>
                <a:gd name="connsiteY1" fmla="*/ 4760 h 54957"/>
                <a:gd name="connsiteX2" fmla="*/ 142808 w 150167"/>
                <a:gd name="connsiteY2" fmla="*/ 63 h 54957"/>
                <a:gd name="connsiteX3" fmla="*/ 7544 w 150167"/>
                <a:gd name="connsiteY3" fmla="*/ 63 h 54957"/>
                <a:gd name="connsiteX4" fmla="*/ 92 w 150167"/>
                <a:gd name="connsiteY4" fmla="*/ 4760 h 54957"/>
                <a:gd name="connsiteX5" fmla="*/ 7770 w 150167"/>
                <a:gd name="connsiteY5" fmla="*/ 9457 h 54957"/>
                <a:gd name="connsiteX6" fmla="*/ 142582 w 150167"/>
                <a:gd name="connsiteY6" fmla="*/ 9457 h 54957"/>
                <a:gd name="connsiteX7" fmla="*/ 142808 w 150167"/>
                <a:gd name="connsiteY7" fmla="*/ 55021 h 54957"/>
                <a:gd name="connsiteX8" fmla="*/ 150260 w 150167"/>
                <a:gd name="connsiteY8" fmla="*/ 50323 h 54957"/>
                <a:gd name="connsiteX9" fmla="*/ 142582 w 150167"/>
                <a:gd name="connsiteY9" fmla="*/ 45626 h 54957"/>
                <a:gd name="connsiteX10" fmla="*/ 7770 w 150167"/>
                <a:gd name="connsiteY10" fmla="*/ 45626 h 54957"/>
                <a:gd name="connsiteX11" fmla="*/ 92 w 150167"/>
                <a:gd name="connsiteY11" fmla="*/ 50323 h 54957"/>
                <a:gd name="connsiteX12" fmla="*/ 7544 w 150167"/>
                <a:gd name="connsiteY12" fmla="*/ 55021 h 54957"/>
                <a:gd name="connsiteX13" fmla="*/ 142808 w 150167"/>
                <a:gd name="connsiteY13" fmla="*/ 55021 h 5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167" h="54957">
                  <a:moveTo>
                    <a:pt x="142582" y="9457"/>
                  </a:moveTo>
                  <a:cubicBezTo>
                    <a:pt x="145969" y="9457"/>
                    <a:pt x="150260" y="9457"/>
                    <a:pt x="150260" y="4760"/>
                  </a:cubicBezTo>
                  <a:cubicBezTo>
                    <a:pt x="150260" y="63"/>
                    <a:pt x="145969" y="63"/>
                    <a:pt x="142808" y="63"/>
                  </a:cubicBezTo>
                  <a:lnTo>
                    <a:pt x="7544" y="63"/>
                  </a:lnTo>
                  <a:cubicBezTo>
                    <a:pt x="4383" y="63"/>
                    <a:pt x="92" y="63"/>
                    <a:pt x="92" y="4760"/>
                  </a:cubicBezTo>
                  <a:cubicBezTo>
                    <a:pt x="92" y="9457"/>
                    <a:pt x="4383" y="9457"/>
                    <a:pt x="7770" y="9457"/>
                  </a:cubicBezTo>
                  <a:lnTo>
                    <a:pt x="142582" y="9457"/>
                  </a:lnTo>
                  <a:close/>
                  <a:moveTo>
                    <a:pt x="142808" y="55021"/>
                  </a:moveTo>
                  <a:cubicBezTo>
                    <a:pt x="145969" y="55021"/>
                    <a:pt x="150260" y="55021"/>
                    <a:pt x="150260" y="50323"/>
                  </a:cubicBezTo>
                  <a:cubicBezTo>
                    <a:pt x="150260" y="45626"/>
                    <a:pt x="145969" y="45626"/>
                    <a:pt x="142582" y="45626"/>
                  </a:cubicBezTo>
                  <a:lnTo>
                    <a:pt x="7770" y="45626"/>
                  </a:lnTo>
                  <a:cubicBezTo>
                    <a:pt x="4383" y="45626"/>
                    <a:pt x="92" y="45626"/>
                    <a:pt x="92" y="50323"/>
                  </a:cubicBezTo>
                  <a:cubicBezTo>
                    <a:pt x="92" y="55021"/>
                    <a:pt x="4383" y="55021"/>
                    <a:pt x="7544" y="55021"/>
                  </a:cubicBezTo>
                  <a:lnTo>
                    <a:pt x="142808" y="5502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4" name="Freeform: Shape 103">
              <a:extLst>
                <a:ext uri="{FF2B5EF4-FFF2-40B4-BE49-F238E27FC236}">
                  <a16:creationId xmlns:a16="http://schemas.microsoft.com/office/drawing/2014/main" id="{13C2933F-99AC-5BE4-291B-F91C57CA0B27}"/>
                </a:ext>
              </a:extLst>
            </p:cNvPr>
            <p:cNvSpPr/>
            <p:nvPr>
              <p:custDataLst>
                <p:tags r:id="rId42"/>
              </p:custDataLst>
            </p:nvPr>
          </p:nvSpPr>
          <p:spPr>
            <a:xfrm>
              <a:off x="4316003" y="7047107"/>
              <a:ext cx="103423" cy="106392"/>
            </a:xfrm>
            <a:custGeom>
              <a:avLst/>
              <a:gdLst>
                <a:gd name="connsiteX0" fmla="*/ 75299 w 103423"/>
                <a:gd name="connsiteY0" fmla="*/ 15094 h 106392"/>
                <a:gd name="connsiteX1" fmla="*/ 54524 w 103423"/>
                <a:gd name="connsiteY1" fmla="*/ 63 h 106392"/>
                <a:gd name="connsiteX2" fmla="*/ 103 w 103423"/>
                <a:gd name="connsiteY2" fmla="*/ 68878 h 106392"/>
                <a:gd name="connsiteX3" fmla="*/ 30136 w 103423"/>
                <a:gd name="connsiteY3" fmla="*/ 106456 h 106392"/>
                <a:gd name="connsiteX4" fmla="*/ 59492 w 103423"/>
                <a:gd name="connsiteY4" fmla="*/ 88841 h 106392"/>
                <a:gd name="connsiteX5" fmla="*/ 80041 w 103423"/>
                <a:gd name="connsiteY5" fmla="*/ 106456 h 106392"/>
                <a:gd name="connsiteX6" fmla="*/ 96752 w 103423"/>
                <a:gd name="connsiteY6" fmla="*/ 93538 h 106392"/>
                <a:gd name="connsiteX7" fmla="*/ 103526 w 103423"/>
                <a:gd name="connsiteY7" fmla="*/ 70287 h 106392"/>
                <a:gd name="connsiteX8" fmla="*/ 100817 w 103423"/>
                <a:gd name="connsiteY8" fmla="*/ 67938 h 106392"/>
                <a:gd name="connsiteX9" fmla="*/ 97655 w 103423"/>
                <a:gd name="connsiteY9" fmla="*/ 72166 h 106392"/>
                <a:gd name="connsiteX10" fmla="*/ 80493 w 103423"/>
                <a:gd name="connsiteY10" fmla="*/ 101289 h 106392"/>
                <a:gd name="connsiteX11" fmla="*/ 73719 w 103423"/>
                <a:gd name="connsiteY11" fmla="*/ 90485 h 106392"/>
                <a:gd name="connsiteX12" fmla="*/ 76654 w 103423"/>
                <a:gd name="connsiteY12" fmla="*/ 73105 h 106392"/>
                <a:gd name="connsiteX13" fmla="*/ 81622 w 103423"/>
                <a:gd name="connsiteY13" fmla="*/ 51968 h 106392"/>
                <a:gd name="connsiteX14" fmla="*/ 89752 w 103423"/>
                <a:gd name="connsiteY14" fmla="*/ 19087 h 106392"/>
                <a:gd name="connsiteX15" fmla="*/ 91332 w 103423"/>
                <a:gd name="connsiteY15" fmla="*/ 11101 h 106392"/>
                <a:gd name="connsiteX16" fmla="*/ 84784 w 103423"/>
                <a:gd name="connsiteY16" fmla="*/ 4760 h 106392"/>
                <a:gd name="connsiteX17" fmla="*/ 75299 w 103423"/>
                <a:gd name="connsiteY17" fmla="*/ 15094 h 106392"/>
                <a:gd name="connsiteX18" fmla="*/ 60621 w 103423"/>
                <a:gd name="connsiteY18" fmla="*/ 75924 h 106392"/>
                <a:gd name="connsiteX19" fmla="*/ 56105 w 103423"/>
                <a:gd name="connsiteY19" fmla="*/ 84613 h 106392"/>
                <a:gd name="connsiteX20" fmla="*/ 30588 w 103423"/>
                <a:gd name="connsiteY20" fmla="*/ 101289 h 106392"/>
                <a:gd name="connsiteX21" fmla="*/ 16136 w 103423"/>
                <a:gd name="connsiteY21" fmla="*/ 79212 h 106392"/>
                <a:gd name="connsiteX22" fmla="*/ 28555 w 103423"/>
                <a:gd name="connsiteY22" fmla="*/ 27777 h 106392"/>
                <a:gd name="connsiteX23" fmla="*/ 54750 w 103423"/>
                <a:gd name="connsiteY23" fmla="*/ 5230 h 106392"/>
                <a:gd name="connsiteX24" fmla="*/ 72590 w 103423"/>
                <a:gd name="connsiteY24" fmla="*/ 25898 h 106392"/>
                <a:gd name="connsiteX25" fmla="*/ 71912 w 103423"/>
                <a:gd name="connsiteY25" fmla="*/ 29890 h 106392"/>
                <a:gd name="connsiteX26" fmla="*/ 60621 w 103423"/>
                <a:gd name="connsiteY26" fmla="*/ 75924 h 10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3423" h="106392">
                  <a:moveTo>
                    <a:pt x="75299" y="15094"/>
                  </a:moveTo>
                  <a:cubicBezTo>
                    <a:pt x="71235" y="6404"/>
                    <a:pt x="64686" y="63"/>
                    <a:pt x="54524" y="63"/>
                  </a:cubicBezTo>
                  <a:cubicBezTo>
                    <a:pt x="28104" y="63"/>
                    <a:pt x="103" y="34588"/>
                    <a:pt x="103" y="68878"/>
                  </a:cubicBezTo>
                  <a:cubicBezTo>
                    <a:pt x="103" y="90955"/>
                    <a:pt x="12523" y="106456"/>
                    <a:pt x="30136" y="106456"/>
                  </a:cubicBezTo>
                  <a:cubicBezTo>
                    <a:pt x="34653" y="106456"/>
                    <a:pt x="45943" y="105516"/>
                    <a:pt x="59492" y="88841"/>
                  </a:cubicBezTo>
                  <a:cubicBezTo>
                    <a:pt x="61299" y="98705"/>
                    <a:pt x="69202" y="106456"/>
                    <a:pt x="80041" y="106456"/>
                  </a:cubicBezTo>
                  <a:cubicBezTo>
                    <a:pt x="87945" y="106456"/>
                    <a:pt x="93139" y="101054"/>
                    <a:pt x="96752" y="93538"/>
                  </a:cubicBezTo>
                  <a:cubicBezTo>
                    <a:pt x="100591" y="85083"/>
                    <a:pt x="103526" y="70757"/>
                    <a:pt x="103526" y="70287"/>
                  </a:cubicBezTo>
                  <a:cubicBezTo>
                    <a:pt x="103526" y="67938"/>
                    <a:pt x="101494" y="67938"/>
                    <a:pt x="100817" y="67938"/>
                  </a:cubicBezTo>
                  <a:cubicBezTo>
                    <a:pt x="98558" y="67938"/>
                    <a:pt x="98333" y="68878"/>
                    <a:pt x="97655" y="72166"/>
                  </a:cubicBezTo>
                  <a:cubicBezTo>
                    <a:pt x="93816" y="87432"/>
                    <a:pt x="89752" y="101289"/>
                    <a:pt x="80493" y="101289"/>
                  </a:cubicBezTo>
                  <a:cubicBezTo>
                    <a:pt x="74396" y="101289"/>
                    <a:pt x="73719" y="95182"/>
                    <a:pt x="73719" y="90485"/>
                  </a:cubicBezTo>
                  <a:cubicBezTo>
                    <a:pt x="73719" y="85318"/>
                    <a:pt x="74170" y="83439"/>
                    <a:pt x="76654" y="73105"/>
                  </a:cubicBezTo>
                  <a:cubicBezTo>
                    <a:pt x="79138" y="63241"/>
                    <a:pt x="79590" y="60892"/>
                    <a:pt x="81622" y="51968"/>
                  </a:cubicBezTo>
                  <a:lnTo>
                    <a:pt x="89752" y="19087"/>
                  </a:lnTo>
                  <a:cubicBezTo>
                    <a:pt x="91332" y="12511"/>
                    <a:pt x="91332" y="12041"/>
                    <a:pt x="91332" y="11101"/>
                  </a:cubicBezTo>
                  <a:cubicBezTo>
                    <a:pt x="91332" y="7109"/>
                    <a:pt x="88622" y="4760"/>
                    <a:pt x="84784" y="4760"/>
                  </a:cubicBezTo>
                  <a:cubicBezTo>
                    <a:pt x="79364" y="4760"/>
                    <a:pt x="75977" y="9927"/>
                    <a:pt x="75299" y="15094"/>
                  </a:cubicBezTo>
                  <a:close/>
                  <a:moveTo>
                    <a:pt x="60621" y="75924"/>
                  </a:moveTo>
                  <a:cubicBezTo>
                    <a:pt x="59492" y="80151"/>
                    <a:pt x="59492" y="80621"/>
                    <a:pt x="56105" y="84613"/>
                  </a:cubicBezTo>
                  <a:cubicBezTo>
                    <a:pt x="46169" y="97531"/>
                    <a:pt x="36911" y="101289"/>
                    <a:pt x="30588" y="101289"/>
                  </a:cubicBezTo>
                  <a:cubicBezTo>
                    <a:pt x="19297" y="101289"/>
                    <a:pt x="16136" y="88371"/>
                    <a:pt x="16136" y="79212"/>
                  </a:cubicBezTo>
                  <a:cubicBezTo>
                    <a:pt x="16136" y="67468"/>
                    <a:pt x="23362" y="38580"/>
                    <a:pt x="28555" y="27777"/>
                  </a:cubicBezTo>
                  <a:cubicBezTo>
                    <a:pt x="35556" y="13920"/>
                    <a:pt x="45717" y="5230"/>
                    <a:pt x="54750" y="5230"/>
                  </a:cubicBezTo>
                  <a:cubicBezTo>
                    <a:pt x="69428" y="5230"/>
                    <a:pt x="72590" y="24489"/>
                    <a:pt x="72590" y="25898"/>
                  </a:cubicBezTo>
                  <a:cubicBezTo>
                    <a:pt x="72590" y="27307"/>
                    <a:pt x="72138" y="28716"/>
                    <a:pt x="71912" y="29890"/>
                  </a:cubicBezTo>
                  <a:lnTo>
                    <a:pt x="60621" y="7592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5" name="Freeform: Shape 104">
              <a:extLst>
                <a:ext uri="{FF2B5EF4-FFF2-40B4-BE49-F238E27FC236}">
                  <a16:creationId xmlns:a16="http://schemas.microsoft.com/office/drawing/2014/main" id="{6134EE6A-10D5-9763-A375-3E63D15816BB}"/>
                </a:ext>
              </a:extLst>
            </p:cNvPr>
            <p:cNvSpPr/>
            <p:nvPr>
              <p:custDataLst>
                <p:tags r:id="rId43"/>
              </p:custDataLst>
            </p:nvPr>
          </p:nvSpPr>
          <p:spPr>
            <a:xfrm>
              <a:off x="4489160" y="7013991"/>
              <a:ext cx="150167" cy="156418"/>
            </a:xfrm>
            <a:custGeom>
              <a:avLst/>
              <a:gdLst>
                <a:gd name="connsiteX0" fmla="*/ 79823 w 150167"/>
                <a:gd name="connsiteY0" fmla="*/ 82969 h 156418"/>
                <a:gd name="connsiteX1" fmla="*/ 142826 w 150167"/>
                <a:gd name="connsiteY1" fmla="*/ 82969 h 156418"/>
                <a:gd name="connsiteX2" fmla="*/ 150278 w 150167"/>
                <a:gd name="connsiteY2" fmla="*/ 78272 h 156418"/>
                <a:gd name="connsiteX3" fmla="*/ 142826 w 150167"/>
                <a:gd name="connsiteY3" fmla="*/ 73575 h 156418"/>
                <a:gd name="connsiteX4" fmla="*/ 79823 w 150167"/>
                <a:gd name="connsiteY4" fmla="*/ 73575 h 156418"/>
                <a:gd name="connsiteX5" fmla="*/ 79823 w 150167"/>
                <a:gd name="connsiteY5" fmla="*/ 7813 h 156418"/>
                <a:gd name="connsiteX6" fmla="*/ 75307 w 150167"/>
                <a:gd name="connsiteY6" fmla="*/ 63 h 156418"/>
                <a:gd name="connsiteX7" fmla="*/ 70791 w 150167"/>
                <a:gd name="connsiteY7" fmla="*/ 7813 h 156418"/>
                <a:gd name="connsiteX8" fmla="*/ 70791 w 150167"/>
                <a:gd name="connsiteY8" fmla="*/ 73575 h 156418"/>
                <a:gd name="connsiteX9" fmla="*/ 7562 w 150167"/>
                <a:gd name="connsiteY9" fmla="*/ 73575 h 156418"/>
                <a:gd name="connsiteX10" fmla="*/ 110 w 150167"/>
                <a:gd name="connsiteY10" fmla="*/ 78272 h 156418"/>
                <a:gd name="connsiteX11" fmla="*/ 7562 w 150167"/>
                <a:gd name="connsiteY11" fmla="*/ 82969 h 156418"/>
                <a:gd name="connsiteX12" fmla="*/ 70791 w 150167"/>
                <a:gd name="connsiteY12" fmla="*/ 82969 h 156418"/>
                <a:gd name="connsiteX13" fmla="*/ 70791 w 150167"/>
                <a:gd name="connsiteY13" fmla="*/ 148731 h 156418"/>
                <a:gd name="connsiteX14" fmla="*/ 75307 w 150167"/>
                <a:gd name="connsiteY14" fmla="*/ 156482 h 156418"/>
                <a:gd name="connsiteX15" fmla="*/ 79823 w 150167"/>
                <a:gd name="connsiteY15" fmla="*/ 148731 h 156418"/>
                <a:gd name="connsiteX16" fmla="*/ 79823 w 150167"/>
                <a:gd name="connsiteY16" fmla="*/ 82969 h 15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0167" h="156418">
                  <a:moveTo>
                    <a:pt x="79823" y="82969"/>
                  </a:moveTo>
                  <a:lnTo>
                    <a:pt x="142826" y="82969"/>
                  </a:lnTo>
                  <a:cubicBezTo>
                    <a:pt x="145987" y="82969"/>
                    <a:pt x="150278" y="82969"/>
                    <a:pt x="150278" y="78272"/>
                  </a:cubicBezTo>
                  <a:cubicBezTo>
                    <a:pt x="150278" y="73575"/>
                    <a:pt x="145987" y="73575"/>
                    <a:pt x="142826" y="73575"/>
                  </a:cubicBezTo>
                  <a:lnTo>
                    <a:pt x="79823" y="73575"/>
                  </a:lnTo>
                  <a:lnTo>
                    <a:pt x="79823" y="7813"/>
                  </a:lnTo>
                  <a:cubicBezTo>
                    <a:pt x="79823" y="4525"/>
                    <a:pt x="79823" y="63"/>
                    <a:pt x="75307" y="63"/>
                  </a:cubicBezTo>
                  <a:cubicBezTo>
                    <a:pt x="70791" y="63"/>
                    <a:pt x="70791" y="4525"/>
                    <a:pt x="70791" y="7813"/>
                  </a:cubicBezTo>
                  <a:lnTo>
                    <a:pt x="70791" y="73575"/>
                  </a:lnTo>
                  <a:lnTo>
                    <a:pt x="7562" y="73575"/>
                  </a:lnTo>
                  <a:cubicBezTo>
                    <a:pt x="4401" y="73575"/>
                    <a:pt x="110" y="73575"/>
                    <a:pt x="110" y="78272"/>
                  </a:cubicBezTo>
                  <a:cubicBezTo>
                    <a:pt x="110" y="82969"/>
                    <a:pt x="4401" y="82969"/>
                    <a:pt x="7562" y="82969"/>
                  </a:cubicBezTo>
                  <a:lnTo>
                    <a:pt x="70791" y="82969"/>
                  </a:lnTo>
                  <a:lnTo>
                    <a:pt x="70791" y="148731"/>
                  </a:lnTo>
                  <a:cubicBezTo>
                    <a:pt x="70791" y="152019"/>
                    <a:pt x="70791" y="156482"/>
                    <a:pt x="75307" y="156482"/>
                  </a:cubicBezTo>
                  <a:cubicBezTo>
                    <a:pt x="79823" y="156482"/>
                    <a:pt x="79823" y="152019"/>
                    <a:pt x="79823" y="148731"/>
                  </a:cubicBezTo>
                  <a:lnTo>
                    <a:pt x="79823" y="8296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6" name="Freeform: Shape 105">
              <a:extLst>
                <a:ext uri="{FF2B5EF4-FFF2-40B4-BE49-F238E27FC236}">
                  <a16:creationId xmlns:a16="http://schemas.microsoft.com/office/drawing/2014/main" id="{714C9D06-972B-A52F-3C5C-BFE67277D149}"/>
                </a:ext>
              </a:extLst>
            </p:cNvPr>
            <p:cNvSpPr/>
            <p:nvPr>
              <p:custDataLst>
                <p:tags r:id="rId44"/>
              </p:custDataLst>
            </p:nvPr>
          </p:nvSpPr>
          <p:spPr>
            <a:xfrm>
              <a:off x="4712943" y="6987922"/>
              <a:ext cx="83100" cy="165578"/>
            </a:xfrm>
            <a:custGeom>
              <a:avLst/>
              <a:gdLst>
                <a:gd name="connsiteX0" fmla="*/ 43477 w 83100"/>
                <a:gd name="connsiteY0" fmla="*/ 2646 h 165578"/>
                <a:gd name="connsiteX1" fmla="*/ 40541 w 83100"/>
                <a:gd name="connsiteY1" fmla="*/ 63 h 165578"/>
                <a:gd name="connsiteX2" fmla="*/ 12992 w 83100"/>
                <a:gd name="connsiteY2" fmla="*/ 2411 h 165578"/>
                <a:gd name="connsiteX3" fmla="*/ 8701 w 83100"/>
                <a:gd name="connsiteY3" fmla="*/ 7109 h 165578"/>
                <a:gd name="connsiteX4" fmla="*/ 14121 w 83100"/>
                <a:gd name="connsiteY4" fmla="*/ 9927 h 165578"/>
                <a:gd name="connsiteX5" fmla="*/ 25412 w 83100"/>
                <a:gd name="connsiteY5" fmla="*/ 13920 h 165578"/>
                <a:gd name="connsiteX6" fmla="*/ 22250 w 83100"/>
                <a:gd name="connsiteY6" fmla="*/ 28481 h 165578"/>
                <a:gd name="connsiteX7" fmla="*/ 3733 w 83100"/>
                <a:gd name="connsiteY7" fmla="*/ 105047 h 165578"/>
                <a:gd name="connsiteX8" fmla="*/ 120 w 83100"/>
                <a:gd name="connsiteY8" fmla="*/ 128768 h 165578"/>
                <a:gd name="connsiteX9" fmla="*/ 28799 w 83100"/>
                <a:gd name="connsiteY9" fmla="*/ 165641 h 165578"/>
                <a:gd name="connsiteX10" fmla="*/ 83220 w 83100"/>
                <a:gd name="connsiteY10" fmla="*/ 96826 h 165578"/>
                <a:gd name="connsiteX11" fmla="*/ 53187 w 83100"/>
                <a:gd name="connsiteY11" fmla="*/ 59248 h 165578"/>
                <a:gd name="connsiteX12" fmla="*/ 26766 w 83100"/>
                <a:gd name="connsiteY12" fmla="*/ 73340 h 165578"/>
                <a:gd name="connsiteX13" fmla="*/ 43477 w 83100"/>
                <a:gd name="connsiteY13" fmla="*/ 2646 h 165578"/>
                <a:gd name="connsiteX14" fmla="*/ 22250 w 83100"/>
                <a:gd name="connsiteY14" fmla="*/ 91424 h 165578"/>
                <a:gd name="connsiteX15" fmla="*/ 25637 w 83100"/>
                <a:gd name="connsiteY15" fmla="*/ 83204 h 165578"/>
                <a:gd name="connsiteX16" fmla="*/ 52735 w 83100"/>
                <a:gd name="connsiteY16" fmla="*/ 64415 h 165578"/>
                <a:gd name="connsiteX17" fmla="*/ 66962 w 83100"/>
                <a:gd name="connsiteY17" fmla="*/ 86492 h 165578"/>
                <a:gd name="connsiteX18" fmla="*/ 55445 w 83100"/>
                <a:gd name="connsiteY18" fmla="*/ 136283 h 165578"/>
                <a:gd name="connsiteX19" fmla="*/ 28799 w 83100"/>
                <a:gd name="connsiteY19" fmla="*/ 160474 h 165578"/>
                <a:gd name="connsiteX20" fmla="*/ 13669 w 83100"/>
                <a:gd name="connsiteY20" fmla="*/ 136753 h 165578"/>
                <a:gd name="connsiteX21" fmla="*/ 17282 w 83100"/>
                <a:gd name="connsiteY21" fmla="*/ 113032 h 165578"/>
                <a:gd name="connsiteX22" fmla="*/ 22250 w 83100"/>
                <a:gd name="connsiteY22" fmla="*/ 91424 h 16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100" h="165578">
                  <a:moveTo>
                    <a:pt x="43477" y="2646"/>
                  </a:moveTo>
                  <a:cubicBezTo>
                    <a:pt x="43477" y="2411"/>
                    <a:pt x="43477" y="63"/>
                    <a:pt x="40541" y="63"/>
                  </a:cubicBezTo>
                  <a:cubicBezTo>
                    <a:pt x="35347" y="63"/>
                    <a:pt x="18863" y="1942"/>
                    <a:pt x="12992" y="2411"/>
                  </a:cubicBezTo>
                  <a:cubicBezTo>
                    <a:pt x="11185" y="2646"/>
                    <a:pt x="8701" y="2881"/>
                    <a:pt x="8701" y="7109"/>
                  </a:cubicBezTo>
                  <a:cubicBezTo>
                    <a:pt x="8701" y="9927"/>
                    <a:pt x="10734" y="9927"/>
                    <a:pt x="14121" y="9927"/>
                  </a:cubicBezTo>
                  <a:cubicBezTo>
                    <a:pt x="24960" y="9927"/>
                    <a:pt x="25412" y="11571"/>
                    <a:pt x="25412" y="13920"/>
                  </a:cubicBezTo>
                  <a:cubicBezTo>
                    <a:pt x="25412" y="15564"/>
                    <a:pt x="23379" y="23549"/>
                    <a:pt x="22250" y="28481"/>
                  </a:cubicBezTo>
                  <a:lnTo>
                    <a:pt x="3733" y="105047"/>
                  </a:lnTo>
                  <a:cubicBezTo>
                    <a:pt x="1023" y="116790"/>
                    <a:pt x="120" y="120547"/>
                    <a:pt x="120" y="128768"/>
                  </a:cubicBezTo>
                  <a:cubicBezTo>
                    <a:pt x="120" y="151080"/>
                    <a:pt x="12088" y="165641"/>
                    <a:pt x="28799" y="165641"/>
                  </a:cubicBezTo>
                  <a:cubicBezTo>
                    <a:pt x="55445" y="165641"/>
                    <a:pt x="83220" y="130647"/>
                    <a:pt x="83220" y="96826"/>
                  </a:cubicBezTo>
                  <a:cubicBezTo>
                    <a:pt x="83220" y="75454"/>
                    <a:pt x="71252" y="59248"/>
                    <a:pt x="53187" y="59248"/>
                  </a:cubicBezTo>
                  <a:cubicBezTo>
                    <a:pt x="42799" y="59248"/>
                    <a:pt x="33541" y="66059"/>
                    <a:pt x="26766" y="73340"/>
                  </a:cubicBezTo>
                  <a:lnTo>
                    <a:pt x="43477" y="2646"/>
                  </a:lnTo>
                  <a:close/>
                  <a:moveTo>
                    <a:pt x="22250" y="91424"/>
                  </a:moveTo>
                  <a:cubicBezTo>
                    <a:pt x="23605" y="86257"/>
                    <a:pt x="23605" y="85788"/>
                    <a:pt x="25637" y="83204"/>
                  </a:cubicBezTo>
                  <a:cubicBezTo>
                    <a:pt x="36702" y="67938"/>
                    <a:pt x="46864" y="64415"/>
                    <a:pt x="52735" y="64415"/>
                  </a:cubicBezTo>
                  <a:cubicBezTo>
                    <a:pt x="60865" y="64415"/>
                    <a:pt x="66962" y="71461"/>
                    <a:pt x="66962" y="86492"/>
                  </a:cubicBezTo>
                  <a:cubicBezTo>
                    <a:pt x="66962" y="100349"/>
                    <a:pt x="59510" y="127359"/>
                    <a:pt x="55445" y="136283"/>
                  </a:cubicBezTo>
                  <a:cubicBezTo>
                    <a:pt x="47993" y="152019"/>
                    <a:pt x="37606" y="160474"/>
                    <a:pt x="28799" y="160474"/>
                  </a:cubicBezTo>
                  <a:cubicBezTo>
                    <a:pt x="21121" y="160474"/>
                    <a:pt x="13669" y="154133"/>
                    <a:pt x="13669" y="136753"/>
                  </a:cubicBezTo>
                  <a:cubicBezTo>
                    <a:pt x="13669" y="132291"/>
                    <a:pt x="13669" y="127828"/>
                    <a:pt x="17282" y="113032"/>
                  </a:cubicBezTo>
                  <a:lnTo>
                    <a:pt x="22250" y="9142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7" name="Freeform: Shape 106">
              <a:extLst>
                <a:ext uri="{FF2B5EF4-FFF2-40B4-BE49-F238E27FC236}">
                  <a16:creationId xmlns:a16="http://schemas.microsoft.com/office/drawing/2014/main" id="{BA76306F-792B-4D90-8126-49ED9E681B7D}"/>
                </a:ext>
              </a:extLst>
            </p:cNvPr>
            <p:cNvSpPr/>
            <p:nvPr>
              <p:custDataLst>
                <p:tags r:id="rId45"/>
              </p:custDataLst>
            </p:nvPr>
          </p:nvSpPr>
          <p:spPr>
            <a:xfrm>
              <a:off x="4805339" y="6990505"/>
              <a:ext cx="186072" cy="160411"/>
            </a:xfrm>
            <a:custGeom>
              <a:avLst/>
              <a:gdLst>
                <a:gd name="connsiteX0" fmla="*/ 103548 w 186072"/>
                <a:gd name="connsiteY0" fmla="*/ 63946 h 160411"/>
                <a:gd name="connsiteX1" fmla="*/ 84580 w 186072"/>
                <a:gd name="connsiteY1" fmla="*/ 17208 h 160411"/>
                <a:gd name="connsiteX2" fmla="*/ 83450 w 186072"/>
                <a:gd name="connsiteY2" fmla="*/ 14155 h 160411"/>
                <a:gd name="connsiteX3" fmla="*/ 96774 w 186072"/>
                <a:gd name="connsiteY3" fmla="*/ 7344 h 160411"/>
                <a:gd name="connsiteX4" fmla="*/ 101290 w 186072"/>
                <a:gd name="connsiteY4" fmla="*/ 2881 h 160411"/>
                <a:gd name="connsiteX5" fmla="*/ 97903 w 186072"/>
                <a:gd name="connsiteY5" fmla="*/ 63 h 160411"/>
                <a:gd name="connsiteX6" fmla="*/ 69450 w 186072"/>
                <a:gd name="connsiteY6" fmla="*/ 767 h 160411"/>
                <a:gd name="connsiteX7" fmla="*/ 44159 w 186072"/>
                <a:gd name="connsiteY7" fmla="*/ 63 h 160411"/>
                <a:gd name="connsiteX8" fmla="*/ 40094 w 186072"/>
                <a:gd name="connsiteY8" fmla="*/ 4760 h 160411"/>
                <a:gd name="connsiteX9" fmla="*/ 45288 w 186072"/>
                <a:gd name="connsiteY9" fmla="*/ 7344 h 160411"/>
                <a:gd name="connsiteX10" fmla="*/ 62224 w 186072"/>
                <a:gd name="connsiteY10" fmla="*/ 14859 h 160411"/>
                <a:gd name="connsiteX11" fmla="*/ 88870 w 186072"/>
                <a:gd name="connsiteY11" fmla="*/ 80386 h 160411"/>
                <a:gd name="connsiteX12" fmla="*/ 41223 w 186072"/>
                <a:gd name="connsiteY12" fmla="*/ 133700 h 160411"/>
                <a:gd name="connsiteX13" fmla="*/ 38287 w 186072"/>
                <a:gd name="connsiteY13" fmla="*/ 136283 h 160411"/>
                <a:gd name="connsiteX14" fmla="*/ 5092 w 186072"/>
                <a:gd name="connsiteY14" fmla="*/ 153193 h 160411"/>
                <a:gd name="connsiteX15" fmla="*/ 124 w 186072"/>
                <a:gd name="connsiteY15" fmla="*/ 157891 h 160411"/>
                <a:gd name="connsiteX16" fmla="*/ 3060 w 186072"/>
                <a:gd name="connsiteY16" fmla="*/ 160474 h 160411"/>
                <a:gd name="connsiteX17" fmla="*/ 24287 w 186072"/>
                <a:gd name="connsiteY17" fmla="*/ 159770 h 160411"/>
                <a:gd name="connsiteX18" fmla="*/ 49578 w 186072"/>
                <a:gd name="connsiteY18" fmla="*/ 160474 h 160411"/>
                <a:gd name="connsiteX19" fmla="*/ 53643 w 186072"/>
                <a:gd name="connsiteY19" fmla="*/ 155777 h 160411"/>
                <a:gd name="connsiteX20" fmla="*/ 50933 w 186072"/>
                <a:gd name="connsiteY20" fmla="*/ 153193 h 160411"/>
                <a:gd name="connsiteX21" fmla="*/ 41900 w 186072"/>
                <a:gd name="connsiteY21" fmla="*/ 145913 h 160411"/>
                <a:gd name="connsiteX22" fmla="*/ 47997 w 186072"/>
                <a:gd name="connsiteY22" fmla="*/ 135344 h 160411"/>
                <a:gd name="connsiteX23" fmla="*/ 71031 w 186072"/>
                <a:gd name="connsiteY23" fmla="*/ 109979 h 160411"/>
                <a:gd name="connsiteX24" fmla="*/ 91354 w 186072"/>
                <a:gd name="connsiteY24" fmla="*/ 86962 h 160411"/>
                <a:gd name="connsiteX25" fmla="*/ 114161 w 186072"/>
                <a:gd name="connsiteY25" fmla="*/ 143094 h 160411"/>
                <a:gd name="connsiteX26" fmla="*/ 115290 w 186072"/>
                <a:gd name="connsiteY26" fmla="*/ 146382 h 160411"/>
                <a:gd name="connsiteX27" fmla="*/ 102193 w 186072"/>
                <a:gd name="connsiteY27" fmla="*/ 153193 h 160411"/>
                <a:gd name="connsiteX28" fmla="*/ 97677 w 186072"/>
                <a:gd name="connsiteY28" fmla="*/ 157656 h 160411"/>
                <a:gd name="connsiteX29" fmla="*/ 101064 w 186072"/>
                <a:gd name="connsiteY29" fmla="*/ 160474 h 160411"/>
                <a:gd name="connsiteX30" fmla="*/ 129517 w 186072"/>
                <a:gd name="connsiteY30" fmla="*/ 159770 h 160411"/>
                <a:gd name="connsiteX31" fmla="*/ 154582 w 186072"/>
                <a:gd name="connsiteY31" fmla="*/ 160474 h 160411"/>
                <a:gd name="connsiteX32" fmla="*/ 158873 w 186072"/>
                <a:gd name="connsiteY32" fmla="*/ 156012 h 160411"/>
                <a:gd name="connsiteX33" fmla="*/ 154808 w 186072"/>
                <a:gd name="connsiteY33" fmla="*/ 153193 h 160411"/>
                <a:gd name="connsiteX34" fmla="*/ 135388 w 186072"/>
                <a:gd name="connsiteY34" fmla="*/ 142859 h 160411"/>
                <a:gd name="connsiteX35" fmla="*/ 106258 w 186072"/>
                <a:gd name="connsiteY35" fmla="*/ 70287 h 160411"/>
                <a:gd name="connsiteX36" fmla="*/ 152550 w 186072"/>
                <a:gd name="connsiteY36" fmla="*/ 19322 h 160411"/>
                <a:gd name="connsiteX37" fmla="*/ 181229 w 186072"/>
                <a:gd name="connsiteY37" fmla="*/ 7344 h 160411"/>
                <a:gd name="connsiteX38" fmla="*/ 186197 w 186072"/>
                <a:gd name="connsiteY38" fmla="*/ 2646 h 160411"/>
                <a:gd name="connsiteX39" fmla="*/ 183261 w 186072"/>
                <a:gd name="connsiteY39" fmla="*/ 63 h 160411"/>
                <a:gd name="connsiteX40" fmla="*/ 162034 w 186072"/>
                <a:gd name="connsiteY40" fmla="*/ 767 h 160411"/>
                <a:gd name="connsiteX41" fmla="*/ 136969 w 186072"/>
                <a:gd name="connsiteY41" fmla="*/ 63 h 160411"/>
                <a:gd name="connsiteX42" fmla="*/ 132678 w 186072"/>
                <a:gd name="connsiteY42" fmla="*/ 4760 h 160411"/>
                <a:gd name="connsiteX43" fmla="*/ 135388 w 186072"/>
                <a:gd name="connsiteY43" fmla="*/ 7344 h 160411"/>
                <a:gd name="connsiteX44" fmla="*/ 144421 w 186072"/>
                <a:gd name="connsiteY44" fmla="*/ 14624 h 160411"/>
                <a:gd name="connsiteX45" fmla="*/ 140130 w 186072"/>
                <a:gd name="connsiteY45" fmla="*/ 23079 h 160411"/>
                <a:gd name="connsiteX46" fmla="*/ 103548 w 186072"/>
                <a:gd name="connsiteY46" fmla="*/ 63946 h 160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6072" h="160411">
                  <a:moveTo>
                    <a:pt x="103548" y="63946"/>
                  </a:moveTo>
                  <a:lnTo>
                    <a:pt x="84580" y="17208"/>
                  </a:lnTo>
                  <a:cubicBezTo>
                    <a:pt x="83902" y="15329"/>
                    <a:pt x="83450" y="14389"/>
                    <a:pt x="83450" y="14155"/>
                  </a:cubicBezTo>
                  <a:cubicBezTo>
                    <a:pt x="83450" y="12745"/>
                    <a:pt x="87289" y="8283"/>
                    <a:pt x="96774" y="7344"/>
                  </a:cubicBezTo>
                  <a:cubicBezTo>
                    <a:pt x="99032" y="7109"/>
                    <a:pt x="101290" y="6874"/>
                    <a:pt x="101290" y="2881"/>
                  </a:cubicBezTo>
                  <a:cubicBezTo>
                    <a:pt x="101290" y="63"/>
                    <a:pt x="98580" y="63"/>
                    <a:pt x="97903" y="63"/>
                  </a:cubicBezTo>
                  <a:cubicBezTo>
                    <a:pt x="88644" y="63"/>
                    <a:pt x="78934" y="767"/>
                    <a:pt x="69450" y="767"/>
                  </a:cubicBezTo>
                  <a:cubicBezTo>
                    <a:pt x="63804" y="767"/>
                    <a:pt x="49804" y="63"/>
                    <a:pt x="44159" y="63"/>
                  </a:cubicBezTo>
                  <a:cubicBezTo>
                    <a:pt x="42804" y="63"/>
                    <a:pt x="40094" y="63"/>
                    <a:pt x="40094" y="4760"/>
                  </a:cubicBezTo>
                  <a:cubicBezTo>
                    <a:pt x="40094" y="7344"/>
                    <a:pt x="42352" y="7344"/>
                    <a:pt x="45288" y="7344"/>
                  </a:cubicBezTo>
                  <a:cubicBezTo>
                    <a:pt x="58837" y="7344"/>
                    <a:pt x="60191" y="9692"/>
                    <a:pt x="62224" y="14859"/>
                  </a:cubicBezTo>
                  <a:lnTo>
                    <a:pt x="88870" y="80386"/>
                  </a:lnTo>
                  <a:lnTo>
                    <a:pt x="41223" y="133700"/>
                  </a:lnTo>
                  <a:lnTo>
                    <a:pt x="38287" y="136283"/>
                  </a:lnTo>
                  <a:cubicBezTo>
                    <a:pt x="27222" y="148731"/>
                    <a:pt x="16609" y="152489"/>
                    <a:pt x="5092" y="153193"/>
                  </a:cubicBezTo>
                  <a:cubicBezTo>
                    <a:pt x="2157" y="153428"/>
                    <a:pt x="124" y="153428"/>
                    <a:pt x="124" y="157891"/>
                  </a:cubicBezTo>
                  <a:cubicBezTo>
                    <a:pt x="124" y="158126"/>
                    <a:pt x="124" y="160474"/>
                    <a:pt x="3060" y="160474"/>
                  </a:cubicBezTo>
                  <a:cubicBezTo>
                    <a:pt x="9835" y="160474"/>
                    <a:pt x="17286" y="159770"/>
                    <a:pt x="24287" y="159770"/>
                  </a:cubicBezTo>
                  <a:cubicBezTo>
                    <a:pt x="32642" y="159770"/>
                    <a:pt x="41449" y="160474"/>
                    <a:pt x="49578" y="160474"/>
                  </a:cubicBezTo>
                  <a:cubicBezTo>
                    <a:pt x="50933" y="160474"/>
                    <a:pt x="53643" y="160474"/>
                    <a:pt x="53643" y="155777"/>
                  </a:cubicBezTo>
                  <a:cubicBezTo>
                    <a:pt x="53643" y="153428"/>
                    <a:pt x="51385" y="153193"/>
                    <a:pt x="50933" y="153193"/>
                  </a:cubicBezTo>
                  <a:cubicBezTo>
                    <a:pt x="48901" y="152959"/>
                    <a:pt x="41900" y="152489"/>
                    <a:pt x="41900" y="145913"/>
                  </a:cubicBezTo>
                  <a:cubicBezTo>
                    <a:pt x="41900" y="142155"/>
                    <a:pt x="45288" y="138397"/>
                    <a:pt x="47997" y="135344"/>
                  </a:cubicBezTo>
                  <a:lnTo>
                    <a:pt x="71031" y="109979"/>
                  </a:lnTo>
                  <a:lnTo>
                    <a:pt x="91354" y="86962"/>
                  </a:lnTo>
                  <a:lnTo>
                    <a:pt x="114161" y="143094"/>
                  </a:lnTo>
                  <a:cubicBezTo>
                    <a:pt x="115065" y="145678"/>
                    <a:pt x="115290" y="145913"/>
                    <a:pt x="115290" y="146382"/>
                  </a:cubicBezTo>
                  <a:cubicBezTo>
                    <a:pt x="115290" y="148261"/>
                    <a:pt x="111000" y="152254"/>
                    <a:pt x="102193" y="153193"/>
                  </a:cubicBezTo>
                  <a:cubicBezTo>
                    <a:pt x="99709" y="153428"/>
                    <a:pt x="97677" y="153663"/>
                    <a:pt x="97677" y="157656"/>
                  </a:cubicBezTo>
                  <a:cubicBezTo>
                    <a:pt x="97677" y="160474"/>
                    <a:pt x="100161" y="160474"/>
                    <a:pt x="101064" y="160474"/>
                  </a:cubicBezTo>
                  <a:cubicBezTo>
                    <a:pt x="107387" y="160474"/>
                    <a:pt x="123194" y="159770"/>
                    <a:pt x="129517" y="159770"/>
                  </a:cubicBezTo>
                  <a:cubicBezTo>
                    <a:pt x="135162" y="159770"/>
                    <a:pt x="148937" y="160474"/>
                    <a:pt x="154582" y="160474"/>
                  </a:cubicBezTo>
                  <a:cubicBezTo>
                    <a:pt x="156163" y="160474"/>
                    <a:pt x="158873" y="160474"/>
                    <a:pt x="158873" y="156012"/>
                  </a:cubicBezTo>
                  <a:cubicBezTo>
                    <a:pt x="158873" y="153193"/>
                    <a:pt x="156615" y="153193"/>
                    <a:pt x="154808" y="153193"/>
                  </a:cubicBezTo>
                  <a:cubicBezTo>
                    <a:pt x="139679" y="152959"/>
                    <a:pt x="139227" y="152254"/>
                    <a:pt x="135388" y="142859"/>
                  </a:cubicBezTo>
                  <a:cubicBezTo>
                    <a:pt x="126581" y="121017"/>
                    <a:pt x="111452" y="84379"/>
                    <a:pt x="106258" y="70287"/>
                  </a:cubicBezTo>
                  <a:cubicBezTo>
                    <a:pt x="121613" y="53846"/>
                    <a:pt x="145324" y="25898"/>
                    <a:pt x="152550" y="19322"/>
                  </a:cubicBezTo>
                  <a:cubicBezTo>
                    <a:pt x="159099" y="13685"/>
                    <a:pt x="167680" y="8048"/>
                    <a:pt x="181229" y="7344"/>
                  </a:cubicBezTo>
                  <a:cubicBezTo>
                    <a:pt x="184164" y="7109"/>
                    <a:pt x="186197" y="7109"/>
                    <a:pt x="186197" y="2646"/>
                  </a:cubicBezTo>
                  <a:cubicBezTo>
                    <a:pt x="186197" y="2411"/>
                    <a:pt x="186197" y="63"/>
                    <a:pt x="183261" y="63"/>
                  </a:cubicBezTo>
                  <a:cubicBezTo>
                    <a:pt x="176487" y="63"/>
                    <a:pt x="169035" y="767"/>
                    <a:pt x="162034" y="767"/>
                  </a:cubicBezTo>
                  <a:cubicBezTo>
                    <a:pt x="153679" y="767"/>
                    <a:pt x="145098" y="63"/>
                    <a:pt x="136969" y="63"/>
                  </a:cubicBezTo>
                  <a:cubicBezTo>
                    <a:pt x="135614" y="63"/>
                    <a:pt x="132678" y="63"/>
                    <a:pt x="132678" y="4760"/>
                  </a:cubicBezTo>
                  <a:cubicBezTo>
                    <a:pt x="132678" y="6404"/>
                    <a:pt x="133807" y="7109"/>
                    <a:pt x="135388" y="7344"/>
                  </a:cubicBezTo>
                  <a:cubicBezTo>
                    <a:pt x="137420" y="7578"/>
                    <a:pt x="144421" y="8048"/>
                    <a:pt x="144421" y="14624"/>
                  </a:cubicBezTo>
                  <a:cubicBezTo>
                    <a:pt x="144421" y="17912"/>
                    <a:pt x="141937" y="20966"/>
                    <a:pt x="140130" y="23079"/>
                  </a:cubicBezTo>
                  <a:lnTo>
                    <a:pt x="103548" y="63946"/>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08" name="Freeform: Shape 107">
              <a:extLst>
                <a:ext uri="{FF2B5EF4-FFF2-40B4-BE49-F238E27FC236}">
                  <a16:creationId xmlns:a16="http://schemas.microsoft.com/office/drawing/2014/main" id="{52586900-CA22-9873-0F93-3749FAFD8BC1}"/>
                </a:ext>
              </a:extLst>
            </p:cNvPr>
            <p:cNvSpPr/>
            <p:nvPr>
              <p:custDataLst>
                <p:tags r:id="rId46"/>
              </p:custDataLst>
            </p:nvPr>
          </p:nvSpPr>
          <p:spPr>
            <a:xfrm>
              <a:off x="4993754" y="7077146"/>
              <a:ext cx="47895" cy="110643"/>
            </a:xfrm>
            <a:custGeom>
              <a:avLst/>
              <a:gdLst>
                <a:gd name="connsiteX0" fmla="*/ 43918 w 47895"/>
                <a:gd name="connsiteY0" fmla="*/ 6312 h 110643"/>
                <a:gd name="connsiteX1" fmla="*/ 37596 w 47895"/>
                <a:gd name="connsiteY1" fmla="*/ 64 h 110643"/>
                <a:gd name="connsiteX2" fmla="*/ 28744 w 47895"/>
                <a:gd name="connsiteY2" fmla="*/ 9106 h 110643"/>
                <a:gd name="connsiteX3" fmla="*/ 35066 w 47895"/>
                <a:gd name="connsiteY3" fmla="*/ 15354 h 110643"/>
                <a:gd name="connsiteX4" fmla="*/ 43918 w 47895"/>
                <a:gd name="connsiteY4" fmla="*/ 6312 h 110643"/>
                <a:gd name="connsiteX5" fmla="*/ 11672 w 47895"/>
                <a:gd name="connsiteY5" fmla="*/ 89829 h 110643"/>
                <a:gd name="connsiteX6" fmla="*/ 10249 w 47895"/>
                <a:gd name="connsiteY6" fmla="*/ 96734 h 110643"/>
                <a:gd name="connsiteX7" fmla="*/ 25266 w 47895"/>
                <a:gd name="connsiteY7" fmla="*/ 110708 h 110643"/>
                <a:gd name="connsiteX8" fmla="*/ 48028 w 47895"/>
                <a:gd name="connsiteY8" fmla="*/ 85554 h 110643"/>
                <a:gd name="connsiteX9" fmla="*/ 45499 w 47895"/>
                <a:gd name="connsiteY9" fmla="*/ 83417 h 110643"/>
                <a:gd name="connsiteX10" fmla="*/ 42496 w 47895"/>
                <a:gd name="connsiteY10" fmla="*/ 86212 h 110643"/>
                <a:gd name="connsiteX11" fmla="*/ 25740 w 47895"/>
                <a:gd name="connsiteY11" fmla="*/ 106105 h 110643"/>
                <a:gd name="connsiteX12" fmla="*/ 21788 w 47895"/>
                <a:gd name="connsiteY12" fmla="*/ 100351 h 110643"/>
                <a:gd name="connsiteX13" fmla="*/ 24318 w 47895"/>
                <a:gd name="connsiteY13" fmla="*/ 89829 h 110643"/>
                <a:gd name="connsiteX14" fmla="*/ 29376 w 47895"/>
                <a:gd name="connsiteY14" fmla="*/ 76677 h 110643"/>
                <a:gd name="connsiteX15" fmla="*/ 37121 w 47895"/>
                <a:gd name="connsiteY15" fmla="*/ 55797 h 110643"/>
                <a:gd name="connsiteX16" fmla="*/ 38070 w 47895"/>
                <a:gd name="connsiteY16" fmla="*/ 50536 h 110643"/>
                <a:gd name="connsiteX17" fmla="*/ 23053 w 47895"/>
                <a:gd name="connsiteY17" fmla="*/ 36562 h 110643"/>
                <a:gd name="connsiteX18" fmla="*/ 133 w 47895"/>
                <a:gd name="connsiteY18" fmla="*/ 61716 h 110643"/>
                <a:gd name="connsiteX19" fmla="*/ 2820 w 47895"/>
                <a:gd name="connsiteY19" fmla="*/ 63853 h 110643"/>
                <a:gd name="connsiteX20" fmla="*/ 5665 w 47895"/>
                <a:gd name="connsiteY20" fmla="*/ 61223 h 110643"/>
                <a:gd name="connsiteX21" fmla="*/ 22579 w 47895"/>
                <a:gd name="connsiteY21" fmla="*/ 41165 h 110643"/>
                <a:gd name="connsiteX22" fmla="*/ 26531 w 47895"/>
                <a:gd name="connsiteY22" fmla="*/ 46919 h 110643"/>
                <a:gd name="connsiteX23" fmla="*/ 21630 w 47895"/>
                <a:gd name="connsiteY23" fmla="*/ 63360 h 110643"/>
                <a:gd name="connsiteX24" fmla="*/ 11672 w 47895"/>
                <a:gd name="connsiteY24" fmla="*/ 89829 h 11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7895" h="110643">
                  <a:moveTo>
                    <a:pt x="43918" y="6312"/>
                  </a:moveTo>
                  <a:cubicBezTo>
                    <a:pt x="43918" y="3681"/>
                    <a:pt x="42022" y="64"/>
                    <a:pt x="37596" y="64"/>
                  </a:cubicBezTo>
                  <a:cubicBezTo>
                    <a:pt x="33328" y="64"/>
                    <a:pt x="28744" y="4339"/>
                    <a:pt x="28744" y="9106"/>
                  </a:cubicBezTo>
                  <a:cubicBezTo>
                    <a:pt x="28744" y="11901"/>
                    <a:pt x="30798" y="15354"/>
                    <a:pt x="35066" y="15354"/>
                  </a:cubicBezTo>
                  <a:cubicBezTo>
                    <a:pt x="39650" y="15354"/>
                    <a:pt x="43918" y="10751"/>
                    <a:pt x="43918" y="6312"/>
                  </a:cubicBezTo>
                  <a:close/>
                  <a:moveTo>
                    <a:pt x="11672" y="89829"/>
                  </a:moveTo>
                  <a:cubicBezTo>
                    <a:pt x="11040" y="91966"/>
                    <a:pt x="10249" y="93939"/>
                    <a:pt x="10249" y="96734"/>
                  </a:cubicBezTo>
                  <a:cubicBezTo>
                    <a:pt x="10249" y="104461"/>
                    <a:pt x="16572" y="110708"/>
                    <a:pt x="25266" y="110708"/>
                  </a:cubicBezTo>
                  <a:cubicBezTo>
                    <a:pt x="41073" y="110708"/>
                    <a:pt x="48028" y="88020"/>
                    <a:pt x="48028" y="85554"/>
                  </a:cubicBezTo>
                  <a:cubicBezTo>
                    <a:pt x="48028" y="83417"/>
                    <a:pt x="45973" y="83417"/>
                    <a:pt x="45499" y="83417"/>
                  </a:cubicBezTo>
                  <a:cubicBezTo>
                    <a:pt x="43286" y="83417"/>
                    <a:pt x="43128" y="84404"/>
                    <a:pt x="42496" y="86212"/>
                  </a:cubicBezTo>
                  <a:cubicBezTo>
                    <a:pt x="38860" y="99364"/>
                    <a:pt x="31905" y="106105"/>
                    <a:pt x="25740" y="106105"/>
                  </a:cubicBezTo>
                  <a:cubicBezTo>
                    <a:pt x="22579" y="106105"/>
                    <a:pt x="21788" y="103968"/>
                    <a:pt x="21788" y="100351"/>
                  </a:cubicBezTo>
                  <a:cubicBezTo>
                    <a:pt x="21788" y="96569"/>
                    <a:pt x="22895" y="93446"/>
                    <a:pt x="24318" y="89829"/>
                  </a:cubicBezTo>
                  <a:cubicBezTo>
                    <a:pt x="25898" y="85390"/>
                    <a:pt x="27637" y="80951"/>
                    <a:pt x="29376" y="76677"/>
                  </a:cubicBezTo>
                  <a:cubicBezTo>
                    <a:pt x="30798" y="72731"/>
                    <a:pt x="36489" y="57770"/>
                    <a:pt x="37121" y="55797"/>
                  </a:cubicBezTo>
                  <a:cubicBezTo>
                    <a:pt x="37596" y="54153"/>
                    <a:pt x="38070" y="52180"/>
                    <a:pt x="38070" y="50536"/>
                  </a:cubicBezTo>
                  <a:cubicBezTo>
                    <a:pt x="38070" y="42809"/>
                    <a:pt x="31747" y="36562"/>
                    <a:pt x="23053" y="36562"/>
                  </a:cubicBezTo>
                  <a:cubicBezTo>
                    <a:pt x="7404" y="36562"/>
                    <a:pt x="133" y="58921"/>
                    <a:pt x="133" y="61716"/>
                  </a:cubicBezTo>
                  <a:cubicBezTo>
                    <a:pt x="133" y="63853"/>
                    <a:pt x="2346" y="63853"/>
                    <a:pt x="2820" y="63853"/>
                  </a:cubicBezTo>
                  <a:cubicBezTo>
                    <a:pt x="5033" y="63853"/>
                    <a:pt x="5191" y="63031"/>
                    <a:pt x="5665" y="61223"/>
                  </a:cubicBezTo>
                  <a:cubicBezTo>
                    <a:pt x="9775" y="47084"/>
                    <a:pt x="16730" y="41165"/>
                    <a:pt x="22579" y="41165"/>
                  </a:cubicBezTo>
                  <a:cubicBezTo>
                    <a:pt x="25108" y="41165"/>
                    <a:pt x="26531" y="42481"/>
                    <a:pt x="26531" y="46919"/>
                  </a:cubicBezTo>
                  <a:cubicBezTo>
                    <a:pt x="26531" y="50701"/>
                    <a:pt x="25582" y="53167"/>
                    <a:pt x="21630" y="63360"/>
                  </a:cubicBezTo>
                  <a:lnTo>
                    <a:pt x="11672" y="898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grpSp>
        <p:nvGrpSpPr>
          <p:cNvPr id="109" name="Group 108">
            <a:extLst>
              <a:ext uri="{FF2B5EF4-FFF2-40B4-BE49-F238E27FC236}">
                <a16:creationId xmlns:a16="http://schemas.microsoft.com/office/drawing/2014/main" id="{58E3CECD-4402-2C1F-1138-1594ADCBBEC6}"/>
              </a:ext>
            </a:extLst>
          </p:cNvPr>
          <p:cNvGrpSpPr>
            <a:grpSpLocks noChangeAspect="1"/>
          </p:cNvGrpSpPr>
          <p:nvPr>
            <p:custDataLst>
              <p:tags r:id="rId6"/>
            </p:custDataLst>
          </p:nvPr>
        </p:nvGrpSpPr>
        <p:grpSpPr>
          <a:xfrm>
            <a:off x="1438332" y="4960313"/>
            <a:ext cx="1127966" cy="185114"/>
            <a:chOff x="3900451" y="7145942"/>
            <a:chExt cx="1217861" cy="199867"/>
          </a:xfrm>
        </p:grpSpPr>
        <p:sp>
          <p:nvSpPr>
            <p:cNvPr id="110" name="Freeform: Shape 109">
              <a:extLst>
                <a:ext uri="{FF2B5EF4-FFF2-40B4-BE49-F238E27FC236}">
                  <a16:creationId xmlns:a16="http://schemas.microsoft.com/office/drawing/2014/main" id="{F9418D20-25E9-E6DC-15C1-29061B12F413}"/>
                </a:ext>
              </a:extLst>
            </p:cNvPr>
            <p:cNvSpPr/>
            <p:nvPr>
              <p:custDataLst>
                <p:tags r:id="rId31"/>
              </p:custDataLst>
            </p:nvPr>
          </p:nvSpPr>
          <p:spPr>
            <a:xfrm>
              <a:off x="3900451" y="7148525"/>
              <a:ext cx="151450" cy="160411"/>
            </a:xfrm>
            <a:custGeom>
              <a:avLst/>
              <a:gdLst>
                <a:gd name="connsiteX0" fmla="*/ 150844 w 151450"/>
                <a:gd name="connsiteY0" fmla="*/ 5699 h 160411"/>
                <a:gd name="connsiteX1" fmla="*/ 151528 w 151450"/>
                <a:gd name="connsiteY1" fmla="*/ 2177 h 160411"/>
                <a:gd name="connsiteX2" fmla="*/ 145834 w 151450"/>
                <a:gd name="connsiteY2" fmla="*/ 63 h 160411"/>
                <a:gd name="connsiteX3" fmla="*/ 49725 w 151450"/>
                <a:gd name="connsiteY3" fmla="*/ 63 h 160411"/>
                <a:gd name="connsiteX4" fmla="*/ 42665 w 151450"/>
                <a:gd name="connsiteY4" fmla="*/ 4760 h 160411"/>
                <a:gd name="connsiteX5" fmla="*/ 30139 w 151450"/>
                <a:gd name="connsiteY5" fmla="*/ 47035 h 160411"/>
                <a:gd name="connsiteX6" fmla="*/ 29456 w 151450"/>
                <a:gd name="connsiteY6" fmla="*/ 50323 h 160411"/>
                <a:gd name="connsiteX7" fmla="*/ 32189 w 151450"/>
                <a:gd name="connsiteY7" fmla="*/ 52907 h 160411"/>
                <a:gd name="connsiteX8" fmla="*/ 35150 w 151450"/>
                <a:gd name="connsiteY8" fmla="*/ 50558 h 160411"/>
                <a:gd name="connsiteX9" fmla="*/ 91175 w 151450"/>
                <a:gd name="connsiteY9" fmla="*/ 7344 h 160411"/>
                <a:gd name="connsiteX10" fmla="*/ 128298 w 151450"/>
                <a:gd name="connsiteY10" fmla="*/ 7344 h 160411"/>
                <a:gd name="connsiteX11" fmla="*/ 988 w 151450"/>
                <a:gd name="connsiteY11" fmla="*/ 154133 h 160411"/>
                <a:gd name="connsiteX12" fmla="*/ 77 w 151450"/>
                <a:gd name="connsiteY12" fmla="*/ 158360 h 160411"/>
                <a:gd name="connsiteX13" fmla="*/ 5770 w 151450"/>
                <a:gd name="connsiteY13" fmla="*/ 160474 h 160411"/>
                <a:gd name="connsiteX14" fmla="*/ 104840 w 151450"/>
                <a:gd name="connsiteY14" fmla="*/ 160474 h 160411"/>
                <a:gd name="connsiteX15" fmla="*/ 111900 w 151450"/>
                <a:gd name="connsiteY15" fmla="*/ 155777 h 160411"/>
                <a:gd name="connsiteX16" fmla="*/ 128070 w 151450"/>
                <a:gd name="connsiteY16" fmla="*/ 103872 h 160411"/>
                <a:gd name="connsiteX17" fmla="*/ 128981 w 151450"/>
                <a:gd name="connsiteY17" fmla="*/ 100349 h 160411"/>
                <a:gd name="connsiteX18" fmla="*/ 126020 w 151450"/>
                <a:gd name="connsiteY18" fmla="*/ 97766 h 160411"/>
                <a:gd name="connsiteX19" fmla="*/ 122148 w 151450"/>
                <a:gd name="connsiteY19" fmla="*/ 103637 h 160411"/>
                <a:gd name="connsiteX20" fmla="*/ 62479 w 151450"/>
                <a:gd name="connsiteY20" fmla="*/ 152489 h 160411"/>
                <a:gd name="connsiteX21" fmla="*/ 23535 w 151450"/>
                <a:gd name="connsiteY21" fmla="*/ 152489 h 160411"/>
                <a:gd name="connsiteX22" fmla="*/ 150844 w 151450"/>
                <a:gd name="connsiteY22" fmla="*/ 5699 h 160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1450" h="160411">
                  <a:moveTo>
                    <a:pt x="150844" y="5699"/>
                  </a:moveTo>
                  <a:cubicBezTo>
                    <a:pt x="151072" y="4760"/>
                    <a:pt x="151528" y="3586"/>
                    <a:pt x="151528" y="2177"/>
                  </a:cubicBezTo>
                  <a:cubicBezTo>
                    <a:pt x="151528" y="63"/>
                    <a:pt x="150389" y="63"/>
                    <a:pt x="145834" y="63"/>
                  </a:cubicBezTo>
                  <a:lnTo>
                    <a:pt x="49725" y="63"/>
                  </a:lnTo>
                  <a:cubicBezTo>
                    <a:pt x="44259" y="63"/>
                    <a:pt x="44032" y="298"/>
                    <a:pt x="42665" y="4760"/>
                  </a:cubicBezTo>
                  <a:lnTo>
                    <a:pt x="30139" y="47035"/>
                  </a:lnTo>
                  <a:cubicBezTo>
                    <a:pt x="29684" y="48210"/>
                    <a:pt x="29456" y="49854"/>
                    <a:pt x="29456" y="50323"/>
                  </a:cubicBezTo>
                  <a:cubicBezTo>
                    <a:pt x="29456" y="50558"/>
                    <a:pt x="29456" y="52907"/>
                    <a:pt x="32189" y="52907"/>
                  </a:cubicBezTo>
                  <a:cubicBezTo>
                    <a:pt x="34239" y="52907"/>
                    <a:pt x="34694" y="51263"/>
                    <a:pt x="35150" y="50558"/>
                  </a:cubicBezTo>
                  <a:cubicBezTo>
                    <a:pt x="43804" y="22844"/>
                    <a:pt x="55647" y="7344"/>
                    <a:pt x="91175" y="7344"/>
                  </a:cubicBezTo>
                  <a:lnTo>
                    <a:pt x="128298" y="7344"/>
                  </a:lnTo>
                  <a:lnTo>
                    <a:pt x="988" y="154133"/>
                  </a:lnTo>
                  <a:cubicBezTo>
                    <a:pt x="988" y="154368"/>
                    <a:pt x="77" y="157656"/>
                    <a:pt x="77" y="158360"/>
                  </a:cubicBezTo>
                  <a:cubicBezTo>
                    <a:pt x="77" y="160474"/>
                    <a:pt x="1671" y="160474"/>
                    <a:pt x="5770" y="160474"/>
                  </a:cubicBezTo>
                  <a:lnTo>
                    <a:pt x="104840" y="160474"/>
                  </a:lnTo>
                  <a:cubicBezTo>
                    <a:pt x="110306" y="160474"/>
                    <a:pt x="110533" y="160239"/>
                    <a:pt x="111900" y="155777"/>
                  </a:cubicBezTo>
                  <a:lnTo>
                    <a:pt x="128070" y="103872"/>
                  </a:lnTo>
                  <a:cubicBezTo>
                    <a:pt x="128298" y="102933"/>
                    <a:pt x="128981" y="101289"/>
                    <a:pt x="128981" y="100349"/>
                  </a:cubicBezTo>
                  <a:cubicBezTo>
                    <a:pt x="128981" y="99175"/>
                    <a:pt x="128070" y="97766"/>
                    <a:pt x="126020" y="97766"/>
                  </a:cubicBezTo>
                  <a:cubicBezTo>
                    <a:pt x="123970" y="97766"/>
                    <a:pt x="123743" y="98705"/>
                    <a:pt x="122148" y="103637"/>
                  </a:cubicBezTo>
                  <a:cubicBezTo>
                    <a:pt x="112128" y="135579"/>
                    <a:pt x="101196" y="152489"/>
                    <a:pt x="62479" y="152489"/>
                  </a:cubicBezTo>
                  <a:lnTo>
                    <a:pt x="23535" y="152489"/>
                  </a:lnTo>
                  <a:lnTo>
                    <a:pt x="150844" y="569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1" name="Freeform: Shape 110">
              <a:extLst>
                <a:ext uri="{FF2B5EF4-FFF2-40B4-BE49-F238E27FC236}">
                  <a16:creationId xmlns:a16="http://schemas.microsoft.com/office/drawing/2014/main" id="{12C72B3A-0CF9-FCF9-0736-5660F696224C}"/>
                </a:ext>
              </a:extLst>
            </p:cNvPr>
            <p:cNvSpPr/>
            <p:nvPr>
              <p:custDataLst>
                <p:tags r:id="rId32"/>
              </p:custDataLst>
            </p:nvPr>
          </p:nvSpPr>
          <p:spPr>
            <a:xfrm>
              <a:off x="4050203" y="7235166"/>
              <a:ext cx="48304" cy="110643"/>
            </a:xfrm>
            <a:custGeom>
              <a:avLst/>
              <a:gdLst>
                <a:gd name="connsiteX0" fmla="*/ 44243 w 48304"/>
                <a:gd name="connsiteY0" fmla="*/ 6312 h 110643"/>
                <a:gd name="connsiteX1" fmla="*/ 37867 w 48304"/>
                <a:gd name="connsiteY1" fmla="*/ 64 h 110643"/>
                <a:gd name="connsiteX2" fmla="*/ 28939 w 48304"/>
                <a:gd name="connsiteY2" fmla="*/ 9106 h 110643"/>
                <a:gd name="connsiteX3" fmla="*/ 35316 w 48304"/>
                <a:gd name="connsiteY3" fmla="*/ 15354 h 110643"/>
                <a:gd name="connsiteX4" fmla="*/ 44243 w 48304"/>
                <a:gd name="connsiteY4" fmla="*/ 6312 h 110643"/>
                <a:gd name="connsiteX5" fmla="*/ 11721 w 48304"/>
                <a:gd name="connsiteY5" fmla="*/ 89829 h 110643"/>
                <a:gd name="connsiteX6" fmla="*/ 10287 w 48304"/>
                <a:gd name="connsiteY6" fmla="*/ 96734 h 110643"/>
                <a:gd name="connsiteX7" fmla="*/ 25432 w 48304"/>
                <a:gd name="connsiteY7" fmla="*/ 110708 h 110643"/>
                <a:gd name="connsiteX8" fmla="*/ 48388 w 48304"/>
                <a:gd name="connsiteY8" fmla="*/ 85554 h 110643"/>
                <a:gd name="connsiteX9" fmla="*/ 45838 w 48304"/>
                <a:gd name="connsiteY9" fmla="*/ 83417 h 110643"/>
                <a:gd name="connsiteX10" fmla="*/ 42809 w 48304"/>
                <a:gd name="connsiteY10" fmla="*/ 86212 h 110643"/>
                <a:gd name="connsiteX11" fmla="*/ 25910 w 48304"/>
                <a:gd name="connsiteY11" fmla="*/ 106105 h 110643"/>
                <a:gd name="connsiteX12" fmla="*/ 21924 w 48304"/>
                <a:gd name="connsiteY12" fmla="*/ 100351 h 110643"/>
                <a:gd name="connsiteX13" fmla="*/ 24475 w 48304"/>
                <a:gd name="connsiteY13" fmla="*/ 89829 h 110643"/>
                <a:gd name="connsiteX14" fmla="*/ 29577 w 48304"/>
                <a:gd name="connsiteY14" fmla="*/ 76677 h 110643"/>
                <a:gd name="connsiteX15" fmla="*/ 37388 w 48304"/>
                <a:gd name="connsiteY15" fmla="*/ 55797 h 110643"/>
                <a:gd name="connsiteX16" fmla="*/ 38345 w 48304"/>
                <a:gd name="connsiteY16" fmla="*/ 50536 h 110643"/>
                <a:gd name="connsiteX17" fmla="*/ 23200 w 48304"/>
                <a:gd name="connsiteY17" fmla="*/ 36562 h 110643"/>
                <a:gd name="connsiteX18" fmla="*/ 84 w 48304"/>
                <a:gd name="connsiteY18" fmla="*/ 61716 h 110643"/>
                <a:gd name="connsiteX19" fmla="*/ 2794 w 48304"/>
                <a:gd name="connsiteY19" fmla="*/ 63853 h 110643"/>
                <a:gd name="connsiteX20" fmla="*/ 5663 w 48304"/>
                <a:gd name="connsiteY20" fmla="*/ 61223 h 110643"/>
                <a:gd name="connsiteX21" fmla="*/ 22721 w 48304"/>
                <a:gd name="connsiteY21" fmla="*/ 41165 h 110643"/>
                <a:gd name="connsiteX22" fmla="*/ 26707 w 48304"/>
                <a:gd name="connsiteY22" fmla="*/ 46919 h 110643"/>
                <a:gd name="connsiteX23" fmla="*/ 21765 w 48304"/>
                <a:gd name="connsiteY23" fmla="*/ 63360 h 110643"/>
                <a:gd name="connsiteX24" fmla="*/ 11721 w 48304"/>
                <a:gd name="connsiteY24" fmla="*/ 89829 h 11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10643">
                  <a:moveTo>
                    <a:pt x="44243" y="6312"/>
                  </a:moveTo>
                  <a:cubicBezTo>
                    <a:pt x="44243" y="3681"/>
                    <a:pt x="42330" y="64"/>
                    <a:pt x="37867" y="64"/>
                  </a:cubicBezTo>
                  <a:cubicBezTo>
                    <a:pt x="33562" y="64"/>
                    <a:pt x="28939" y="4339"/>
                    <a:pt x="28939" y="9106"/>
                  </a:cubicBezTo>
                  <a:cubicBezTo>
                    <a:pt x="28939" y="11901"/>
                    <a:pt x="31011" y="15354"/>
                    <a:pt x="35316" y="15354"/>
                  </a:cubicBezTo>
                  <a:cubicBezTo>
                    <a:pt x="39939" y="15354"/>
                    <a:pt x="44243" y="10751"/>
                    <a:pt x="44243" y="6312"/>
                  </a:cubicBezTo>
                  <a:close/>
                  <a:moveTo>
                    <a:pt x="11721" y="89829"/>
                  </a:moveTo>
                  <a:cubicBezTo>
                    <a:pt x="11084" y="91966"/>
                    <a:pt x="10287" y="93939"/>
                    <a:pt x="10287" y="96734"/>
                  </a:cubicBezTo>
                  <a:cubicBezTo>
                    <a:pt x="10287" y="104461"/>
                    <a:pt x="16663" y="110708"/>
                    <a:pt x="25432" y="110708"/>
                  </a:cubicBezTo>
                  <a:cubicBezTo>
                    <a:pt x="41374" y="110708"/>
                    <a:pt x="48388" y="88020"/>
                    <a:pt x="48388" y="85554"/>
                  </a:cubicBezTo>
                  <a:cubicBezTo>
                    <a:pt x="48388" y="83417"/>
                    <a:pt x="46316" y="83417"/>
                    <a:pt x="45838" y="83417"/>
                  </a:cubicBezTo>
                  <a:cubicBezTo>
                    <a:pt x="43606" y="83417"/>
                    <a:pt x="43446" y="84404"/>
                    <a:pt x="42809" y="86212"/>
                  </a:cubicBezTo>
                  <a:cubicBezTo>
                    <a:pt x="39142" y="99364"/>
                    <a:pt x="32127" y="106105"/>
                    <a:pt x="25910" y="106105"/>
                  </a:cubicBezTo>
                  <a:cubicBezTo>
                    <a:pt x="22721" y="106105"/>
                    <a:pt x="21924" y="103968"/>
                    <a:pt x="21924" y="100351"/>
                  </a:cubicBezTo>
                  <a:cubicBezTo>
                    <a:pt x="21924" y="96569"/>
                    <a:pt x="23040" y="93446"/>
                    <a:pt x="24475" y="89829"/>
                  </a:cubicBezTo>
                  <a:cubicBezTo>
                    <a:pt x="26069" y="85390"/>
                    <a:pt x="27823" y="80951"/>
                    <a:pt x="29577" y="76677"/>
                  </a:cubicBezTo>
                  <a:cubicBezTo>
                    <a:pt x="31011" y="72731"/>
                    <a:pt x="36751" y="57770"/>
                    <a:pt x="37388" y="55797"/>
                  </a:cubicBezTo>
                  <a:cubicBezTo>
                    <a:pt x="37867" y="54153"/>
                    <a:pt x="38345" y="52180"/>
                    <a:pt x="38345" y="50536"/>
                  </a:cubicBezTo>
                  <a:cubicBezTo>
                    <a:pt x="38345" y="42809"/>
                    <a:pt x="31968" y="36562"/>
                    <a:pt x="23200" y="36562"/>
                  </a:cubicBezTo>
                  <a:cubicBezTo>
                    <a:pt x="7417" y="36562"/>
                    <a:pt x="84" y="58921"/>
                    <a:pt x="84" y="61716"/>
                  </a:cubicBezTo>
                  <a:cubicBezTo>
                    <a:pt x="84" y="63853"/>
                    <a:pt x="2315" y="63853"/>
                    <a:pt x="2794" y="63853"/>
                  </a:cubicBezTo>
                  <a:cubicBezTo>
                    <a:pt x="5026" y="63853"/>
                    <a:pt x="5185" y="63031"/>
                    <a:pt x="5663" y="61223"/>
                  </a:cubicBezTo>
                  <a:cubicBezTo>
                    <a:pt x="9808" y="47084"/>
                    <a:pt x="16823" y="41165"/>
                    <a:pt x="22721" y="41165"/>
                  </a:cubicBezTo>
                  <a:cubicBezTo>
                    <a:pt x="25272" y="41165"/>
                    <a:pt x="26707" y="42481"/>
                    <a:pt x="26707" y="46919"/>
                  </a:cubicBezTo>
                  <a:cubicBezTo>
                    <a:pt x="26707" y="50701"/>
                    <a:pt x="25750" y="53167"/>
                    <a:pt x="21765" y="63360"/>
                  </a:cubicBezTo>
                  <a:lnTo>
                    <a:pt x="11721" y="898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2" name="Freeform: Shape 111">
              <a:extLst>
                <a:ext uri="{FF2B5EF4-FFF2-40B4-BE49-F238E27FC236}">
                  <a16:creationId xmlns:a16="http://schemas.microsoft.com/office/drawing/2014/main" id="{C591562E-B127-84E1-DA0D-0188A4B7A7F4}"/>
                </a:ext>
              </a:extLst>
            </p:cNvPr>
            <p:cNvSpPr/>
            <p:nvPr>
              <p:custDataLst>
                <p:tags r:id="rId33"/>
              </p:custDataLst>
            </p:nvPr>
          </p:nvSpPr>
          <p:spPr>
            <a:xfrm>
              <a:off x="4194548" y="7222742"/>
              <a:ext cx="151450" cy="54957"/>
            </a:xfrm>
            <a:custGeom>
              <a:avLst/>
              <a:gdLst>
                <a:gd name="connsiteX0" fmla="*/ 143797 w 151450"/>
                <a:gd name="connsiteY0" fmla="*/ 9457 h 54957"/>
                <a:gd name="connsiteX1" fmla="*/ 151541 w 151450"/>
                <a:gd name="connsiteY1" fmla="*/ 4760 h 54957"/>
                <a:gd name="connsiteX2" fmla="*/ 144025 w 151450"/>
                <a:gd name="connsiteY2" fmla="*/ 63 h 54957"/>
                <a:gd name="connsiteX3" fmla="*/ 7605 w 151450"/>
                <a:gd name="connsiteY3" fmla="*/ 63 h 54957"/>
                <a:gd name="connsiteX4" fmla="*/ 90 w 151450"/>
                <a:gd name="connsiteY4" fmla="*/ 4760 h 54957"/>
                <a:gd name="connsiteX5" fmla="*/ 7833 w 151450"/>
                <a:gd name="connsiteY5" fmla="*/ 9457 h 54957"/>
                <a:gd name="connsiteX6" fmla="*/ 143797 w 151450"/>
                <a:gd name="connsiteY6" fmla="*/ 9457 h 54957"/>
                <a:gd name="connsiteX7" fmla="*/ 144025 w 151450"/>
                <a:gd name="connsiteY7" fmla="*/ 55021 h 54957"/>
                <a:gd name="connsiteX8" fmla="*/ 151541 w 151450"/>
                <a:gd name="connsiteY8" fmla="*/ 50323 h 54957"/>
                <a:gd name="connsiteX9" fmla="*/ 143797 w 151450"/>
                <a:gd name="connsiteY9" fmla="*/ 45626 h 54957"/>
                <a:gd name="connsiteX10" fmla="*/ 7833 w 151450"/>
                <a:gd name="connsiteY10" fmla="*/ 45626 h 54957"/>
                <a:gd name="connsiteX11" fmla="*/ 90 w 151450"/>
                <a:gd name="connsiteY11" fmla="*/ 50323 h 54957"/>
                <a:gd name="connsiteX12" fmla="*/ 7605 w 151450"/>
                <a:gd name="connsiteY12" fmla="*/ 55021 h 54957"/>
                <a:gd name="connsiteX13" fmla="*/ 144025 w 151450"/>
                <a:gd name="connsiteY13" fmla="*/ 55021 h 5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0" h="54957">
                  <a:moveTo>
                    <a:pt x="143797" y="9457"/>
                  </a:moveTo>
                  <a:cubicBezTo>
                    <a:pt x="147213" y="9457"/>
                    <a:pt x="151541" y="9457"/>
                    <a:pt x="151541" y="4760"/>
                  </a:cubicBezTo>
                  <a:cubicBezTo>
                    <a:pt x="151541" y="63"/>
                    <a:pt x="147213" y="63"/>
                    <a:pt x="144025" y="63"/>
                  </a:cubicBezTo>
                  <a:lnTo>
                    <a:pt x="7605" y="63"/>
                  </a:lnTo>
                  <a:cubicBezTo>
                    <a:pt x="4417" y="63"/>
                    <a:pt x="90" y="63"/>
                    <a:pt x="90" y="4760"/>
                  </a:cubicBezTo>
                  <a:cubicBezTo>
                    <a:pt x="90" y="9457"/>
                    <a:pt x="4417" y="9457"/>
                    <a:pt x="7833" y="9457"/>
                  </a:cubicBezTo>
                  <a:lnTo>
                    <a:pt x="143797" y="9457"/>
                  </a:lnTo>
                  <a:close/>
                  <a:moveTo>
                    <a:pt x="144025" y="55021"/>
                  </a:moveTo>
                  <a:cubicBezTo>
                    <a:pt x="147213" y="55021"/>
                    <a:pt x="151541" y="55021"/>
                    <a:pt x="151541" y="50323"/>
                  </a:cubicBezTo>
                  <a:cubicBezTo>
                    <a:pt x="151541" y="45626"/>
                    <a:pt x="147213" y="45626"/>
                    <a:pt x="143797" y="45626"/>
                  </a:cubicBezTo>
                  <a:lnTo>
                    <a:pt x="7833" y="45626"/>
                  </a:lnTo>
                  <a:cubicBezTo>
                    <a:pt x="4417" y="45626"/>
                    <a:pt x="90" y="45626"/>
                    <a:pt x="90" y="50323"/>
                  </a:cubicBezTo>
                  <a:cubicBezTo>
                    <a:pt x="90" y="55021"/>
                    <a:pt x="4417" y="55021"/>
                    <a:pt x="7605" y="55021"/>
                  </a:cubicBezTo>
                  <a:lnTo>
                    <a:pt x="144025" y="5502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3" name="Freeform: Shape 112">
              <a:extLst>
                <a:ext uri="{FF2B5EF4-FFF2-40B4-BE49-F238E27FC236}">
                  <a16:creationId xmlns:a16="http://schemas.microsoft.com/office/drawing/2014/main" id="{533DA33E-CDF6-8AEC-B453-EEE14E705102}"/>
                </a:ext>
              </a:extLst>
            </p:cNvPr>
            <p:cNvSpPr/>
            <p:nvPr>
              <p:custDataLst>
                <p:tags r:id="rId34"/>
              </p:custDataLst>
            </p:nvPr>
          </p:nvSpPr>
          <p:spPr>
            <a:xfrm>
              <a:off x="4431529" y="7205127"/>
              <a:ext cx="88593" cy="106392"/>
            </a:xfrm>
            <a:custGeom>
              <a:avLst/>
              <a:gdLst>
                <a:gd name="connsiteX0" fmla="*/ 80950 w 88593"/>
                <a:gd name="connsiteY0" fmla="*/ 14624 h 106392"/>
                <a:gd name="connsiteX1" fmla="*/ 70929 w 88593"/>
                <a:gd name="connsiteY1" fmla="*/ 17912 h 106392"/>
                <a:gd name="connsiteX2" fmla="*/ 66830 w 88593"/>
                <a:gd name="connsiteY2" fmla="*/ 27072 h 106392"/>
                <a:gd name="connsiteX3" fmla="*/ 75256 w 88593"/>
                <a:gd name="connsiteY3" fmla="*/ 35292 h 106392"/>
                <a:gd name="connsiteX4" fmla="*/ 88010 w 88593"/>
                <a:gd name="connsiteY4" fmla="*/ 20261 h 106392"/>
                <a:gd name="connsiteX5" fmla="*/ 61136 w 88593"/>
                <a:gd name="connsiteY5" fmla="*/ 63 h 106392"/>
                <a:gd name="connsiteX6" fmla="*/ 100 w 88593"/>
                <a:gd name="connsiteY6" fmla="*/ 66764 h 106392"/>
                <a:gd name="connsiteX7" fmla="*/ 36995 w 88593"/>
                <a:gd name="connsiteY7" fmla="*/ 106456 h 106392"/>
                <a:gd name="connsiteX8" fmla="*/ 88693 w 88593"/>
                <a:gd name="connsiteY8" fmla="*/ 78742 h 106392"/>
                <a:gd name="connsiteX9" fmla="*/ 85960 w 88593"/>
                <a:gd name="connsiteY9" fmla="*/ 75689 h 106392"/>
                <a:gd name="connsiteX10" fmla="*/ 83000 w 88593"/>
                <a:gd name="connsiteY10" fmla="*/ 78037 h 106392"/>
                <a:gd name="connsiteX11" fmla="*/ 37450 w 88593"/>
                <a:gd name="connsiteY11" fmla="*/ 101289 h 106392"/>
                <a:gd name="connsiteX12" fmla="*/ 16953 w 88593"/>
                <a:gd name="connsiteY12" fmla="*/ 75689 h 106392"/>
                <a:gd name="connsiteX13" fmla="*/ 29252 w 88593"/>
                <a:gd name="connsiteY13" fmla="*/ 28716 h 106392"/>
                <a:gd name="connsiteX14" fmla="*/ 61364 w 88593"/>
                <a:gd name="connsiteY14" fmla="*/ 5230 h 106392"/>
                <a:gd name="connsiteX15" fmla="*/ 80950 w 88593"/>
                <a:gd name="connsiteY15" fmla="*/ 14624 h 10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593" h="106392">
                  <a:moveTo>
                    <a:pt x="80950" y="14624"/>
                  </a:moveTo>
                  <a:cubicBezTo>
                    <a:pt x="77306" y="14624"/>
                    <a:pt x="74117" y="14624"/>
                    <a:pt x="70929" y="17912"/>
                  </a:cubicBezTo>
                  <a:cubicBezTo>
                    <a:pt x="67285" y="21435"/>
                    <a:pt x="66830" y="25428"/>
                    <a:pt x="66830" y="27072"/>
                  </a:cubicBezTo>
                  <a:cubicBezTo>
                    <a:pt x="66830" y="32709"/>
                    <a:pt x="70929" y="35292"/>
                    <a:pt x="75256" y="35292"/>
                  </a:cubicBezTo>
                  <a:cubicBezTo>
                    <a:pt x="81861" y="35292"/>
                    <a:pt x="88010" y="29656"/>
                    <a:pt x="88010" y="20261"/>
                  </a:cubicBezTo>
                  <a:cubicBezTo>
                    <a:pt x="88010" y="8753"/>
                    <a:pt x="77306" y="63"/>
                    <a:pt x="61136" y="63"/>
                  </a:cubicBezTo>
                  <a:cubicBezTo>
                    <a:pt x="30390" y="63"/>
                    <a:pt x="100" y="33648"/>
                    <a:pt x="100" y="66764"/>
                  </a:cubicBezTo>
                  <a:cubicBezTo>
                    <a:pt x="100" y="87902"/>
                    <a:pt x="13309" y="106456"/>
                    <a:pt x="36995" y="106456"/>
                  </a:cubicBezTo>
                  <a:cubicBezTo>
                    <a:pt x="69563" y="106456"/>
                    <a:pt x="88693" y="81560"/>
                    <a:pt x="88693" y="78742"/>
                  </a:cubicBezTo>
                  <a:cubicBezTo>
                    <a:pt x="88693" y="77333"/>
                    <a:pt x="87327" y="75689"/>
                    <a:pt x="85960" y="75689"/>
                  </a:cubicBezTo>
                  <a:cubicBezTo>
                    <a:pt x="84822" y="75689"/>
                    <a:pt x="84366" y="76158"/>
                    <a:pt x="83000" y="78037"/>
                  </a:cubicBezTo>
                  <a:cubicBezTo>
                    <a:pt x="65008" y="101289"/>
                    <a:pt x="40183" y="101289"/>
                    <a:pt x="37450" y="101289"/>
                  </a:cubicBezTo>
                  <a:cubicBezTo>
                    <a:pt x="23102" y="101289"/>
                    <a:pt x="16953" y="89780"/>
                    <a:pt x="16953" y="75689"/>
                  </a:cubicBezTo>
                  <a:cubicBezTo>
                    <a:pt x="16953" y="66059"/>
                    <a:pt x="21508" y="43278"/>
                    <a:pt x="29252" y="28716"/>
                  </a:cubicBezTo>
                  <a:cubicBezTo>
                    <a:pt x="36312" y="15329"/>
                    <a:pt x="48838" y="5230"/>
                    <a:pt x="61364" y="5230"/>
                  </a:cubicBezTo>
                  <a:cubicBezTo>
                    <a:pt x="69107" y="5230"/>
                    <a:pt x="77761" y="8283"/>
                    <a:pt x="80950" y="14624"/>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4" name="Freeform: Shape 113">
              <a:extLst>
                <a:ext uri="{FF2B5EF4-FFF2-40B4-BE49-F238E27FC236}">
                  <a16:creationId xmlns:a16="http://schemas.microsoft.com/office/drawing/2014/main" id="{DABEBA81-C42C-3B9E-5262-280A0AE3B2DD}"/>
                </a:ext>
              </a:extLst>
            </p:cNvPr>
            <p:cNvSpPr/>
            <p:nvPr>
              <p:custDataLst>
                <p:tags r:id="rId35"/>
              </p:custDataLst>
            </p:nvPr>
          </p:nvSpPr>
          <p:spPr>
            <a:xfrm>
              <a:off x="4584113" y="7172011"/>
              <a:ext cx="151450" cy="156418"/>
            </a:xfrm>
            <a:custGeom>
              <a:avLst/>
              <a:gdLst>
                <a:gd name="connsiteX0" fmla="*/ 80501 w 151450"/>
                <a:gd name="connsiteY0" fmla="*/ 82969 h 156418"/>
                <a:gd name="connsiteX1" fmla="*/ 144042 w 151450"/>
                <a:gd name="connsiteY1" fmla="*/ 82969 h 156418"/>
                <a:gd name="connsiteX2" fmla="*/ 151558 w 151450"/>
                <a:gd name="connsiteY2" fmla="*/ 78272 h 156418"/>
                <a:gd name="connsiteX3" fmla="*/ 144042 w 151450"/>
                <a:gd name="connsiteY3" fmla="*/ 73575 h 156418"/>
                <a:gd name="connsiteX4" fmla="*/ 80501 w 151450"/>
                <a:gd name="connsiteY4" fmla="*/ 73575 h 156418"/>
                <a:gd name="connsiteX5" fmla="*/ 80501 w 151450"/>
                <a:gd name="connsiteY5" fmla="*/ 7813 h 156418"/>
                <a:gd name="connsiteX6" fmla="*/ 75946 w 151450"/>
                <a:gd name="connsiteY6" fmla="*/ 63 h 156418"/>
                <a:gd name="connsiteX7" fmla="*/ 71391 w 151450"/>
                <a:gd name="connsiteY7" fmla="*/ 7813 h 156418"/>
                <a:gd name="connsiteX8" fmla="*/ 71391 w 151450"/>
                <a:gd name="connsiteY8" fmla="*/ 73575 h 156418"/>
                <a:gd name="connsiteX9" fmla="*/ 7622 w 151450"/>
                <a:gd name="connsiteY9" fmla="*/ 73575 h 156418"/>
                <a:gd name="connsiteX10" fmla="*/ 107 w 151450"/>
                <a:gd name="connsiteY10" fmla="*/ 78272 h 156418"/>
                <a:gd name="connsiteX11" fmla="*/ 7622 w 151450"/>
                <a:gd name="connsiteY11" fmla="*/ 82969 h 156418"/>
                <a:gd name="connsiteX12" fmla="*/ 71391 w 151450"/>
                <a:gd name="connsiteY12" fmla="*/ 82969 h 156418"/>
                <a:gd name="connsiteX13" fmla="*/ 71391 w 151450"/>
                <a:gd name="connsiteY13" fmla="*/ 148731 h 156418"/>
                <a:gd name="connsiteX14" fmla="*/ 75946 w 151450"/>
                <a:gd name="connsiteY14" fmla="*/ 156482 h 156418"/>
                <a:gd name="connsiteX15" fmla="*/ 80501 w 151450"/>
                <a:gd name="connsiteY15" fmla="*/ 148731 h 156418"/>
                <a:gd name="connsiteX16" fmla="*/ 80501 w 151450"/>
                <a:gd name="connsiteY16" fmla="*/ 82969 h 15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450" h="156418">
                  <a:moveTo>
                    <a:pt x="80501" y="82969"/>
                  </a:moveTo>
                  <a:lnTo>
                    <a:pt x="144042" y="82969"/>
                  </a:lnTo>
                  <a:cubicBezTo>
                    <a:pt x="147230" y="82969"/>
                    <a:pt x="151558" y="82969"/>
                    <a:pt x="151558" y="78272"/>
                  </a:cubicBezTo>
                  <a:cubicBezTo>
                    <a:pt x="151558" y="73575"/>
                    <a:pt x="147230" y="73575"/>
                    <a:pt x="144042" y="73575"/>
                  </a:cubicBezTo>
                  <a:lnTo>
                    <a:pt x="80501" y="73575"/>
                  </a:lnTo>
                  <a:lnTo>
                    <a:pt x="80501" y="7813"/>
                  </a:lnTo>
                  <a:cubicBezTo>
                    <a:pt x="80501" y="4525"/>
                    <a:pt x="80501" y="63"/>
                    <a:pt x="75946" y="63"/>
                  </a:cubicBezTo>
                  <a:cubicBezTo>
                    <a:pt x="71391" y="63"/>
                    <a:pt x="71391" y="4525"/>
                    <a:pt x="71391" y="7813"/>
                  </a:cubicBezTo>
                  <a:lnTo>
                    <a:pt x="71391" y="73575"/>
                  </a:lnTo>
                  <a:lnTo>
                    <a:pt x="7622" y="73575"/>
                  </a:lnTo>
                  <a:cubicBezTo>
                    <a:pt x="4434" y="73575"/>
                    <a:pt x="107" y="73575"/>
                    <a:pt x="107" y="78272"/>
                  </a:cubicBezTo>
                  <a:cubicBezTo>
                    <a:pt x="107" y="82969"/>
                    <a:pt x="4434" y="82969"/>
                    <a:pt x="7622" y="82969"/>
                  </a:cubicBezTo>
                  <a:lnTo>
                    <a:pt x="71391" y="82969"/>
                  </a:lnTo>
                  <a:lnTo>
                    <a:pt x="71391" y="148731"/>
                  </a:lnTo>
                  <a:cubicBezTo>
                    <a:pt x="71391" y="152019"/>
                    <a:pt x="71391" y="156482"/>
                    <a:pt x="75946" y="156482"/>
                  </a:cubicBezTo>
                  <a:cubicBezTo>
                    <a:pt x="80501" y="156482"/>
                    <a:pt x="80501" y="152019"/>
                    <a:pt x="80501" y="148731"/>
                  </a:cubicBezTo>
                  <a:lnTo>
                    <a:pt x="80501" y="8296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5" name="Freeform: Shape 114">
              <a:extLst>
                <a:ext uri="{FF2B5EF4-FFF2-40B4-BE49-F238E27FC236}">
                  <a16:creationId xmlns:a16="http://schemas.microsoft.com/office/drawing/2014/main" id="{147137AA-07CF-3FDF-36C1-606B0766BF6B}"/>
                </a:ext>
              </a:extLst>
            </p:cNvPr>
            <p:cNvSpPr/>
            <p:nvPr>
              <p:custDataLst>
                <p:tags r:id="rId36"/>
              </p:custDataLst>
            </p:nvPr>
          </p:nvSpPr>
          <p:spPr>
            <a:xfrm>
              <a:off x="4808214" y="7145942"/>
              <a:ext cx="108406" cy="165578"/>
            </a:xfrm>
            <a:custGeom>
              <a:avLst/>
              <a:gdLst>
                <a:gd name="connsiteX0" fmla="*/ 108524 w 108406"/>
                <a:gd name="connsiteY0" fmla="*/ 2646 h 165578"/>
                <a:gd name="connsiteX1" fmla="*/ 105563 w 108406"/>
                <a:gd name="connsiteY1" fmla="*/ 63 h 165578"/>
                <a:gd name="connsiteX2" fmla="*/ 76639 w 108406"/>
                <a:gd name="connsiteY2" fmla="*/ 2646 h 165578"/>
                <a:gd name="connsiteX3" fmla="*/ 73451 w 108406"/>
                <a:gd name="connsiteY3" fmla="*/ 7109 h 165578"/>
                <a:gd name="connsiteX4" fmla="*/ 78917 w 108406"/>
                <a:gd name="connsiteY4" fmla="*/ 9927 h 165578"/>
                <a:gd name="connsiteX5" fmla="*/ 90304 w 108406"/>
                <a:gd name="connsiteY5" fmla="*/ 13920 h 165578"/>
                <a:gd name="connsiteX6" fmla="*/ 89621 w 108406"/>
                <a:gd name="connsiteY6" fmla="*/ 18617 h 165578"/>
                <a:gd name="connsiteX7" fmla="*/ 75956 w 108406"/>
                <a:gd name="connsiteY7" fmla="*/ 74279 h 165578"/>
                <a:gd name="connsiteX8" fmla="*/ 55003 w 108406"/>
                <a:gd name="connsiteY8" fmla="*/ 59248 h 165578"/>
                <a:gd name="connsiteX9" fmla="*/ 117 w 108406"/>
                <a:gd name="connsiteY9" fmla="*/ 128063 h 165578"/>
                <a:gd name="connsiteX10" fmla="*/ 30407 w 108406"/>
                <a:gd name="connsiteY10" fmla="*/ 165641 h 165578"/>
                <a:gd name="connsiteX11" fmla="*/ 60014 w 108406"/>
                <a:gd name="connsiteY11" fmla="*/ 148026 h 165578"/>
                <a:gd name="connsiteX12" fmla="*/ 80739 w 108406"/>
                <a:gd name="connsiteY12" fmla="*/ 165641 h 165578"/>
                <a:gd name="connsiteX13" fmla="*/ 97592 w 108406"/>
                <a:gd name="connsiteY13" fmla="*/ 152724 h 165578"/>
                <a:gd name="connsiteX14" fmla="*/ 104424 w 108406"/>
                <a:gd name="connsiteY14" fmla="*/ 129472 h 165578"/>
                <a:gd name="connsiteX15" fmla="*/ 101691 w 108406"/>
                <a:gd name="connsiteY15" fmla="*/ 127124 h 165578"/>
                <a:gd name="connsiteX16" fmla="*/ 98503 w 108406"/>
                <a:gd name="connsiteY16" fmla="*/ 131351 h 165578"/>
                <a:gd name="connsiteX17" fmla="*/ 81194 w 108406"/>
                <a:gd name="connsiteY17" fmla="*/ 160474 h 165578"/>
                <a:gd name="connsiteX18" fmla="*/ 74362 w 108406"/>
                <a:gd name="connsiteY18" fmla="*/ 149671 h 165578"/>
                <a:gd name="connsiteX19" fmla="*/ 75728 w 108406"/>
                <a:gd name="connsiteY19" fmla="*/ 138397 h 165578"/>
                <a:gd name="connsiteX20" fmla="*/ 108524 w 108406"/>
                <a:gd name="connsiteY20" fmla="*/ 2646 h 165578"/>
                <a:gd name="connsiteX21" fmla="*/ 61152 w 108406"/>
                <a:gd name="connsiteY21" fmla="*/ 135109 h 165578"/>
                <a:gd name="connsiteX22" fmla="*/ 56598 w 108406"/>
                <a:gd name="connsiteY22" fmla="*/ 143799 h 165578"/>
                <a:gd name="connsiteX23" fmla="*/ 30862 w 108406"/>
                <a:gd name="connsiteY23" fmla="*/ 160474 h 165578"/>
                <a:gd name="connsiteX24" fmla="*/ 16287 w 108406"/>
                <a:gd name="connsiteY24" fmla="*/ 138397 h 165578"/>
                <a:gd name="connsiteX25" fmla="*/ 28813 w 108406"/>
                <a:gd name="connsiteY25" fmla="*/ 86962 h 165578"/>
                <a:gd name="connsiteX26" fmla="*/ 55231 w 108406"/>
                <a:gd name="connsiteY26" fmla="*/ 64415 h 165578"/>
                <a:gd name="connsiteX27" fmla="*/ 73223 w 108406"/>
                <a:gd name="connsiteY27" fmla="*/ 85083 h 165578"/>
                <a:gd name="connsiteX28" fmla="*/ 72540 w 108406"/>
                <a:gd name="connsiteY28" fmla="*/ 89076 h 165578"/>
                <a:gd name="connsiteX29" fmla="*/ 61152 w 108406"/>
                <a:gd name="connsiteY29" fmla="*/ 135109 h 16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6" h="165578">
                  <a:moveTo>
                    <a:pt x="108524" y="2646"/>
                  </a:moveTo>
                  <a:cubicBezTo>
                    <a:pt x="108524" y="2411"/>
                    <a:pt x="108524" y="63"/>
                    <a:pt x="105563" y="63"/>
                  </a:cubicBezTo>
                  <a:cubicBezTo>
                    <a:pt x="102147" y="63"/>
                    <a:pt x="80511" y="2177"/>
                    <a:pt x="76639" y="2646"/>
                  </a:cubicBezTo>
                  <a:cubicBezTo>
                    <a:pt x="74817" y="2881"/>
                    <a:pt x="73451" y="4055"/>
                    <a:pt x="73451" y="7109"/>
                  </a:cubicBezTo>
                  <a:cubicBezTo>
                    <a:pt x="73451" y="9927"/>
                    <a:pt x="75500" y="9927"/>
                    <a:pt x="78917" y="9927"/>
                  </a:cubicBezTo>
                  <a:cubicBezTo>
                    <a:pt x="89848" y="9927"/>
                    <a:pt x="90304" y="11571"/>
                    <a:pt x="90304" y="13920"/>
                  </a:cubicBezTo>
                  <a:lnTo>
                    <a:pt x="89621" y="18617"/>
                  </a:lnTo>
                  <a:lnTo>
                    <a:pt x="75956" y="74279"/>
                  </a:lnTo>
                  <a:cubicBezTo>
                    <a:pt x="71857" y="65590"/>
                    <a:pt x="65252" y="59248"/>
                    <a:pt x="55003" y="59248"/>
                  </a:cubicBezTo>
                  <a:cubicBezTo>
                    <a:pt x="28357" y="59248"/>
                    <a:pt x="117" y="93773"/>
                    <a:pt x="117" y="128063"/>
                  </a:cubicBezTo>
                  <a:cubicBezTo>
                    <a:pt x="117" y="150140"/>
                    <a:pt x="12643" y="165641"/>
                    <a:pt x="30407" y="165641"/>
                  </a:cubicBezTo>
                  <a:cubicBezTo>
                    <a:pt x="34962" y="165641"/>
                    <a:pt x="46349" y="164702"/>
                    <a:pt x="60014" y="148026"/>
                  </a:cubicBezTo>
                  <a:cubicBezTo>
                    <a:pt x="61836" y="157891"/>
                    <a:pt x="69807" y="165641"/>
                    <a:pt x="80739" y="165641"/>
                  </a:cubicBezTo>
                  <a:cubicBezTo>
                    <a:pt x="88710" y="165641"/>
                    <a:pt x="93948" y="160239"/>
                    <a:pt x="97592" y="152724"/>
                  </a:cubicBezTo>
                  <a:cubicBezTo>
                    <a:pt x="101463" y="144269"/>
                    <a:pt x="104424" y="129942"/>
                    <a:pt x="104424" y="129472"/>
                  </a:cubicBezTo>
                  <a:cubicBezTo>
                    <a:pt x="104424" y="127124"/>
                    <a:pt x="102374" y="127124"/>
                    <a:pt x="101691" y="127124"/>
                  </a:cubicBezTo>
                  <a:cubicBezTo>
                    <a:pt x="99414" y="127124"/>
                    <a:pt x="99186" y="128063"/>
                    <a:pt x="98503" y="131351"/>
                  </a:cubicBezTo>
                  <a:cubicBezTo>
                    <a:pt x="94631" y="146617"/>
                    <a:pt x="90532" y="160474"/>
                    <a:pt x="81194" y="160474"/>
                  </a:cubicBezTo>
                  <a:cubicBezTo>
                    <a:pt x="75045" y="160474"/>
                    <a:pt x="74362" y="154368"/>
                    <a:pt x="74362" y="149671"/>
                  </a:cubicBezTo>
                  <a:cubicBezTo>
                    <a:pt x="74362" y="144034"/>
                    <a:pt x="74817" y="142390"/>
                    <a:pt x="75728" y="138397"/>
                  </a:cubicBezTo>
                  <a:lnTo>
                    <a:pt x="108524" y="2646"/>
                  </a:lnTo>
                  <a:close/>
                  <a:moveTo>
                    <a:pt x="61152" y="135109"/>
                  </a:moveTo>
                  <a:cubicBezTo>
                    <a:pt x="60014" y="139337"/>
                    <a:pt x="60014" y="139806"/>
                    <a:pt x="56598" y="143799"/>
                  </a:cubicBezTo>
                  <a:cubicBezTo>
                    <a:pt x="46577" y="156716"/>
                    <a:pt x="37239" y="160474"/>
                    <a:pt x="30862" y="160474"/>
                  </a:cubicBezTo>
                  <a:cubicBezTo>
                    <a:pt x="19475" y="160474"/>
                    <a:pt x="16287" y="147557"/>
                    <a:pt x="16287" y="138397"/>
                  </a:cubicBezTo>
                  <a:cubicBezTo>
                    <a:pt x="16287" y="126654"/>
                    <a:pt x="23574" y="97766"/>
                    <a:pt x="28813" y="86962"/>
                  </a:cubicBezTo>
                  <a:cubicBezTo>
                    <a:pt x="35873" y="73105"/>
                    <a:pt x="46121" y="64415"/>
                    <a:pt x="55231" y="64415"/>
                  </a:cubicBezTo>
                  <a:cubicBezTo>
                    <a:pt x="70035" y="64415"/>
                    <a:pt x="73223" y="83674"/>
                    <a:pt x="73223" y="85083"/>
                  </a:cubicBezTo>
                  <a:cubicBezTo>
                    <a:pt x="73223" y="86492"/>
                    <a:pt x="72767" y="87902"/>
                    <a:pt x="72540" y="89076"/>
                  </a:cubicBezTo>
                  <a:lnTo>
                    <a:pt x="61152" y="13510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6" name="Freeform: Shape 115">
              <a:extLst>
                <a:ext uri="{FF2B5EF4-FFF2-40B4-BE49-F238E27FC236}">
                  <a16:creationId xmlns:a16="http://schemas.microsoft.com/office/drawing/2014/main" id="{580DE5E5-20DE-26F9-239D-0443E5AC1B63}"/>
                </a:ext>
              </a:extLst>
            </p:cNvPr>
            <p:cNvSpPr/>
            <p:nvPr>
              <p:custDataLst>
                <p:tags r:id="rId37"/>
              </p:custDataLst>
            </p:nvPr>
          </p:nvSpPr>
          <p:spPr>
            <a:xfrm>
              <a:off x="4938267" y="7148525"/>
              <a:ext cx="165571" cy="160411"/>
            </a:xfrm>
            <a:custGeom>
              <a:avLst/>
              <a:gdLst>
                <a:gd name="connsiteX0" fmla="*/ 128115 w 165571"/>
                <a:gd name="connsiteY0" fmla="*/ 26837 h 160411"/>
                <a:gd name="connsiteX1" fmla="*/ 131304 w 165571"/>
                <a:gd name="connsiteY1" fmla="*/ 23549 h 160411"/>
                <a:gd name="connsiteX2" fmla="*/ 161139 w 165571"/>
                <a:gd name="connsiteY2" fmla="*/ 7344 h 160411"/>
                <a:gd name="connsiteX3" fmla="*/ 165694 w 165571"/>
                <a:gd name="connsiteY3" fmla="*/ 2881 h 160411"/>
                <a:gd name="connsiteX4" fmla="*/ 162733 w 165571"/>
                <a:gd name="connsiteY4" fmla="*/ 63 h 160411"/>
                <a:gd name="connsiteX5" fmla="*/ 144058 w 165571"/>
                <a:gd name="connsiteY5" fmla="*/ 767 h 160411"/>
                <a:gd name="connsiteX6" fmla="*/ 121283 w 165571"/>
                <a:gd name="connsiteY6" fmla="*/ 63 h 160411"/>
                <a:gd name="connsiteX7" fmla="*/ 116956 w 165571"/>
                <a:gd name="connsiteY7" fmla="*/ 4525 h 160411"/>
                <a:gd name="connsiteX8" fmla="*/ 120372 w 165571"/>
                <a:gd name="connsiteY8" fmla="*/ 7344 h 160411"/>
                <a:gd name="connsiteX9" fmla="*/ 128571 w 165571"/>
                <a:gd name="connsiteY9" fmla="*/ 12745 h 160411"/>
                <a:gd name="connsiteX10" fmla="*/ 122422 w 165571"/>
                <a:gd name="connsiteY10" fmla="*/ 24019 h 160411"/>
                <a:gd name="connsiteX11" fmla="*/ 69585 w 165571"/>
                <a:gd name="connsiteY11" fmla="*/ 86727 h 160411"/>
                <a:gd name="connsiteX12" fmla="*/ 44533 w 165571"/>
                <a:gd name="connsiteY12" fmla="*/ 16973 h 160411"/>
                <a:gd name="connsiteX13" fmla="*/ 43166 w 165571"/>
                <a:gd name="connsiteY13" fmla="*/ 12980 h 160411"/>
                <a:gd name="connsiteX14" fmla="*/ 56603 w 165571"/>
                <a:gd name="connsiteY14" fmla="*/ 7344 h 160411"/>
                <a:gd name="connsiteX15" fmla="*/ 62069 w 165571"/>
                <a:gd name="connsiteY15" fmla="*/ 2646 h 160411"/>
                <a:gd name="connsiteX16" fmla="*/ 58653 w 165571"/>
                <a:gd name="connsiteY16" fmla="*/ 63 h 160411"/>
                <a:gd name="connsiteX17" fmla="*/ 29957 w 165571"/>
                <a:gd name="connsiteY17" fmla="*/ 767 h 160411"/>
                <a:gd name="connsiteX18" fmla="*/ 4450 w 165571"/>
                <a:gd name="connsiteY18" fmla="*/ 63 h 160411"/>
                <a:gd name="connsiteX19" fmla="*/ 122 w 165571"/>
                <a:gd name="connsiteY19" fmla="*/ 4760 h 160411"/>
                <a:gd name="connsiteX20" fmla="*/ 5360 w 165571"/>
                <a:gd name="connsiteY20" fmla="*/ 7344 h 160411"/>
                <a:gd name="connsiteX21" fmla="*/ 21986 w 165571"/>
                <a:gd name="connsiteY21" fmla="*/ 15329 h 160411"/>
                <a:gd name="connsiteX22" fmla="*/ 49999 w 165571"/>
                <a:gd name="connsiteY22" fmla="*/ 92599 h 160411"/>
                <a:gd name="connsiteX23" fmla="*/ 50910 w 165571"/>
                <a:gd name="connsiteY23" fmla="*/ 96591 h 160411"/>
                <a:gd name="connsiteX24" fmla="*/ 40661 w 165571"/>
                <a:gd name="connsiteY24" fmla="*/ 139337 h 160411"/>
                <a:gd name="connsiteX25" fmla="*/ 19253 w 165571"/>
                <a:gd name="connsiteY25" fmla="*/ 153193 h 160411"/>
                <a:gd name="connsiteX26" fmla="*/ 13104 w 165571"/>
                <a:gd name="connsiteY26" fmla="*/ 157891 h 160411"/>
                <a:gd name="connsiteX27" fmla="*/ 16292 w 165571"/>
                <a:gd name="connsiteY27" fmla="*/ 160474 h 160411"/>
                <a:gd name="connsiteX28" fmla="*/ 44988 w 165571"/>
                <a:gd name="connsiteY28" fmla="*/ 159770 h 160411"/>
                <a:gd name="connsiteX29" fmla="*/ 74140 w 165571"/>
                <a:gd name="connsiteY29" fmla="*/ 160474 h 160411"/>
                <a:gd name="connsiteX30" fmla="*/ 78467 w 165571"/>
                <a:gd name="connsiteY30" fmla="*/ 155777 h 160411"/>
                <a:gd name="connsiteX31" fmla="*/ 72090 w 165571"/>
                <a:gd name="connsiteY31" fmla="*/ 153193 h 160411"/>
                <a:gd name="connsiteX32" fmla="*/ 63436 w 165571"/>
                <a:gd name="connsiteY32" fmla="*/ 152724 h 160411"/>
                <a:gd name="connsiteX33" fmla="*/ 57287 w 165571"/>
                <a:gd name="connsiteY33" fmla="*/ 148966 h 160411"/>
                <a:gd name="connsiteX34" fmla="*/ 60475 w 165571"/>
                <a:gd name="connsiteY34" fmla="*/ 134170 h 160411"/>
                <a:gd name="connsiteX35" fmla="*/ 68446 w 165571"/>
                <a:gd name="connsiteY35" fmla="*/ 101054 h 160411"/>
                <a:gd name="connsiteX36" fmla="*/ 71635 w 165571"/>
                <a:gd name="connsiteY36" fmla="*/ 93773 h 160411"/>
                <a:gd name="connsiteX37" fmla="*/ 128115 w 165571"/>
                <a:gd name="connsiteY37" fmla="*/ 26837 h 160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571" h="160411">
                  <a:moveTo>
                    <a:pt x="128115" y="26837"/>
                  </a:moveTo>
                  <a:lnTo>
                    <a:pt x="131304" y="23549"/>
                  </a:lnTo>
                  <a:cubicBezTo>
                    <a:pt x="138136" y="16503"/>
                    <a:pt x="145652" y="8518"/>
                    <a:pt x="161139" y="7344"/>
                  </a:cubicBezTo>
                  <a:cubicBezTo>
                    <a:pt x="163644" y="7109"/>
                    <a:pt x="165694" y="7109"/>
                    <a:pt x="165694" y="2881"/>
                  </a:cubicBezTo>
                  <a:cubicBezTo>
                    <a:pt x="165694" y="1002"/>
                    <a:pt x="164555" y="63"/>
                    <a:pt x="162733" y="63"/>
                  </a:cubicBezTo>
                  <a:cubicBezTo>
                    <a:pt x="156811" y="63"/>
                    <a:pt x="150207" y="767"/>
                    <a:pt x="144058" y="767"/>
                  </a:cubicBezTo>
                  <a:cubicBezTo>
                    <a:pt x="136542" y="767"/>
                    <a:pt x="128571" y="63"/>
                    <a:pt x="121283" y="63"/>
                  </a:cubicBezTo>
                  <a:cubicBezTo>
                    <a:pt x="119917" y="63"/>
                    <a:pt x="116956" y="63"/>
                    <a:pt x="116956" y="4525"/>
                  </a:cubicBezTo>
                  <a:cubicBezTo>
                    <a:pt x="116956" y="7109"/>
                    <a:pt x="119233" y="7344"/>
                    <a:pt x="120372" y="7344"/>
                  </a:cubicBezTo>
                  <a:cubicBezTo>
                    <a:pt x="121966" y="7344"/>
                    <a:pt x="128571" y="7813"/>
                    <a:pt x="128571" y="12745"/>
                  </a:cubicBezTo>
                  <a:cubicBezTo>
                    <a:pt x="128571" y="16738"/>
                    <a:pt x="123333" y="22844"/>
                    <a:pt x="122422" y="24019"/>
                  </a:cubicBezTo>
                  <a:lnTo>
                    <a:pt x="69585" y="86727"/>
                  </a:lnTo>
                  <a:lnTo>
                    <a:pt x="44533" y="16973"/>
                  </a:lnTo>
                  <a:cubicBezTo>
                    <a:pt x="43166" y="13685"/>
                    <a:pt x="43166" y="13215"/>
                    <a:pt x="43166" y="12980"/>
                  </a:cubicBezTo>
                  <a:cubicBezTo>
                    <a:pt x="43166" y="7344"/>
                    <a:pt x="54326" y="7344"/>
                    <a:pt x="56603" y="7344"/>
                  </a:cubicBezTo>
                  <a:cubicBezTo>
                    <a:pt x="59792" y="7344"/>
                    <a:pt x="62069" y="7344"/>
                    <a:pt x="62069" y="2646"/>
                  </a:cubicBezTo>
                  <a:cubicBezTo>
                    <a:pt x="62069" y="63"/>
                    <a:pt x="59336" y="63"/>
                    <a:pt x="58653" y="63"/>
                  </a:cubicBezTo>
                  <a:cubicBezTo>
                    <a:pt x="52276" y="63"/>
                    <a:pt x="36334" y="767"/>
                    <a:pt x="29957" y="767"/>
                  </a:cubicBezTo>
                  <a:cubicBezTo>
                    <a:pt x="24263" y="767"/>
                    <a:pt x="10143" y="63"/>
                    <a:pt x="4450" y="63"/>
                  </a:cubicBezTo>
                  <a:cubicBezTo>
                    <a:pt x="3083" y="63"/>
                    <a:pt x="122" y="63"/>
                    <a:pt x="122" y="4760"/>
                  </a:cubicBezTo>
                  <a:cubicBezTo>
                    <a:pt x="122" y="7344"/>
                    <a:pt x="2400" y="7344"/>
                    <a:pt x="5360" y="7344"/>
                  </a:cubicBezTo>
                  <a:cubicBezTo>
                    <a:pt x="19025" y="7344"/>
                    <a:pt x="19936" y="9457"/>
                    <a:pt x="21986" y="15329"/>
                  </a:cubicBezTo>
                  <a:lnTo>
                    <a:pt x="49999" y="92599"/>
                  </a:lnTo>
                  <a:cubicBezTo>
                    <a:pt x="50226" y="93303"/>
                    <a:pt x="50910" y="95887"/>
                    <a:pt x="50910" y="96591"/>
                  </a:cubicBezTo>
                  <a:cubicBezTo>
                    <a:pt x="50910" y="97296"/>
                    <a:pt x="41800" y="135109"/>
                    <a:pt x="40661" y="139337"/>
                  </a:cubicBezTo>
                  <a:cubicBezTo>
                    <a:pt x="37700" y="152254"/>
                    <a:pt x="37473" y="152959"/>
                    <a:pt x="19253" y="153193"/>
                  </a:cubicBezTo>
                  <a:cubicBezTo>
                    <a:pt x="14926" y="153193"/>
                    <a:pt x="13104" y="153193"/>
                    <a:pt x="13104" y="157891"/>
                  </a:cubicBezTo>
                  <a:cubicBezTo>
                    <a:pt x="13104" y="160474"/>
                    <a:pt x="15837" y="160474"/>
                    <a:pt x="16292" y="160474"/>
                  </a:cubicBezTo>
                  <a:cubicBezTo>
                    <a:pt x="22669" y="160474"/>
                    <a:pt x="38611" y="159770"/>
                    <a:pt x="44988" y="159770"/>
                  </a:cubicBezTo>
                  <a:cubicBezTo>
                    <a:pt x="51365" y="159770"/>
                    <a:pt x="67763" y="160474"/>
                    <a:pt x="74140" y="160474"/>
                  </a:cubicBezTo>
                  <a:cubicBezTo>
                    <a:pt x="75734" y="160474"/>
                    <a:pt x="78467" y="160474"/>
                    <a:pt x="78467" y="155777"/>
                  </a:cubicBezTo>
                  <a:cubicBezTo>
                    <a:pt x="78467" y="153193"/>
                    <a:pt x="76417" y="153193"/>
                    <a:pt x="72090" y="153193"/>
                  </a:cubicBezTo>
                  <a:cubicBezTo>
                    <a:pt x="71635" y="153193"/>
                    <a:pt x="67307" y="153193"/>
                    <a:pt x="63436" y="152724"/>
                  </a:cubicBezTo>
                  <a:cubicBezTo>
                    <a:pt x="58653" y="152254"/>
                    <a:pt x="57287" y="151784"/>
                    <a:pt x="57287" y="148966"/>
                  </a:cubicBezTo>
                  <a:cubicBezTo>
                    <a:pt x="57287" y="147322"/>
                    <a:pt x="59336" y="139102"/>
                    <a:pt x="60475" y="134170"/>
                  </a:cubicBezTo>
                  <a:lnTo>
                    <a:pt x="68446" y="101054"/>
                  </a:lnTo>
                  <a:cubicBezTo>
                    <a:pt x="69585" y="96591"/>
                    <a:pt x="69813" y="95887"/>
                    <a:pt x="71635" y="93773"/>
                  </a:cubicBezTo>
                  <a:lnTo>
                    <a:pt x="128115" y="2683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17" name="Freeform: Shape 116">
              <a:extLst>
                <a:ext uri="{FF2B5EF4-FFF2-40B4-BE49-F238E27FC236}">
                  <a16:creationId xmlns:a16="http://schemas.microsoft.com/office/drawing/2014/main" id="{76E378B3-8ABE-3B60-C3C7-C30ACFED65A1}"/>
                </a:ext>
              </a:extLst>
            </p:cNvPr>
            <p:cNvSpPr/>
            <p:nvPr>
              <p:custDataLst>
                <p:tags r:id="rId38"/>
              </p:custDataLst>
            </p:nvPr>
          </p:nvSpPr>
          <p:spPr>
            <a:xfrm>
              <a:off x="5070008" y="7235166"/>
              <a:ext cx="48304" cy="110643"/>
            </a:xfrm>
            <a:custGeom>
              <a:avLst/>
              <a:gdLst>
                <a:gd name="connsiteX0" fmla="*/ 44288 w 48304"/>
                <a:gd name="connsiteY0" fmla="*/ 6312 h 110643"/>
                <a:gd name="connsiteX1" fmla="*/ 37911 w 48304"/>
                <a:gd name="connsiteY1" fmla="*/ 64 h 110643"/>
                <a:gd name="connsiteX2" fmla="*/ 28984 w 48304"/>
                <a:gd name="connsiteY2" fmla="*/ 9106 h 110643"/>
                <a:gd name="connsiteX3" fmla="*/ 35360 w 48304"/>
                <a:gd name="connsiteY3" fmla="*/ 15354 h 110643"/>
                <a:gd name="connsiteX4" fmla="*/ 44288 w 48304"/>
                <a:gd name="connsiteY4" fmla="*/ 6312 h 110643"/>
                <a:gd name="connsiteX5" fmla="*/ 11766 w 48304"/>
                <a:gd name="connsiteY5" fmla="*/ 89829 h 110643"/>
                <a:gd name="connsiteX6" fmla="*/ 10331 w 48304"/>
                <a:gd name="connsiteY6" fmla="*/ 96734 h 110643"/>
                <a:gd name="connsiteX7" fmla="*/ 25476 w 48304"/>
                <a:gd name="connsiteY7" fmla="*/ 110708 h 110643"/>
                <a:gd name="connsiteX8" fmla="*/ 48433 w 48304"/>
                <a:gd name="connsiteY8" fmla="*/ 85554 h 110643"/>
                <a:gd name="connsiteX9" fmla="*/ 45882 w 48304"/>
                <a:gd name="connsiteY9" fmla="*/ 83417 h 110643"/>
                <a:gd name="connsiteX10" fmla="*/ 42853 w 48304"/>
                <a:gd name="connsiteY10" fmla="*/ 86212 h 110643"/>
                <a:gd name="connsiteX11" fmla="*/ 25954 w 48304"/>
                <a:gd name="connsiteY11" fmla="*/ 106105 h 110643"/>
                <a:gd name="connsiteX12" fmla="*/ 21969 w 48304"/>
                <a:gd name="connsiteY12" fmla="*/ 100351 h 110643"/>
                <a:gd name="connsiteX13" fmla="*/ 24520 w 48304"/>
                <a:gd name="connsiteY13" fmla="*/ 89829 h 110643"/>
                <a:gd name="connsiteX14" fmla="*/ 29621 w 48304"/>
                <a:gd name="connsiteY14" fmla="*/ 76677 h 110643"/>
                <a:gd name="connsiteX15" fmla="*/ 37433 w 48304"/>
                <a:gd name="connsiteY15" fmla="*/ 55797 h 110643"/>
                <a:gd name="connsiteX16" fmla="*/ 38389 w 48304"/>
                <a:gd name="connsiteY16" fmla="*/ 50536 h 110643"/>
                <a:gd name="connsiteX17" fmla="*/ 23244 w 48304"/>
                <a:gd name="connsiteY17" fmla="*/ 36562 h 110643"/>
                <a:gd name="connsiteX18" fmla="*/ 128 w 48304"/>
                <a:gd name="connsiteY18" fmla="*/ 61716 h 110643"/>
                <a:gd name="connsiteX19" fmla="*/ 2838 w 48304"/>
                <a:gd name="connsiteY19" fmla="*/ 63853 h 110643"/>
                <a:gd name="connsiteX20" fmla="*/ 5708 w 48304"/>
                <a:gd name="connsiteY20" fmla="*/ 61223 h 110643"/>
                <a:gd name="connsiteX21" fmla="*/ 22766 w 48304"/>
                <a:gd name="connsiteY21" fmla="*/ 41165 h 110643"/>
                <a:gd name="connsiteX22" fmla="*/ 26752 w 48304"/>
                <a:gd name="connsiteY22" fmla="*/ 46919 h 110643"/>
                <a:gd name="connsiteX23" fmla="*/ 21810 w 48304"/>
                <a:gd name="connsiteY23" fmla="*/ 63360 h 110643"/>
                <a:gd name="connsiteX24" fmla="*/ 11766 w 48304"/>
                <a:gd name="connsiteY24" fmla="*/ 89829 h 11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10643">
                  <a:moveTo>
                    <a:pt x="44288" y="6312"/>
                  </a:moveTo>
                  <a:cubicBezTo>
                    <a:pt x="44288" y="3681"/>
                    <a:pt x="42375" y="64"/>
                    <a:pt x="37911" y="64"/>
                  </a:cubicBezTo>
                  <a:cubicBezTo>
                    <a:pt x="33607" y="64"/>
                    <a:pt x="28984" y="4339"/>
                    <a:pt x="28984" y="9106"/>
                  </a:cubicBezTo>
                  <a:cubicBezTo>
                    <a:pt x="28984" y="11901"/>
                    <a:pt x="31056" y="15354"/>
                    <a:pt x="35360" y="15354"/>
                  </a:cubicBezTo>
                  <a:cubicBezTo>
                    <a:pt x="39984" y="15354"/>
                    <a:pt x="44288" y="10751"/>
                    <a:pt x="44288" y="6312"/>
                  </a:cubicBezTo>
                  <a:close/>
                  <a:moveTo>
                    <a:pt x="11766" y="89829"/>
                  </a:moveTo>
                  <a:cubicBezTo>
                    <a:pt x="11128" y="91966"/>
                    <a:pt x="10331" y="93939"/>
                    <a:pt x="10331" y="96734"/>
                  </a:cubicBezTo>
                  <a:cubicBezTo>
                    <a:pt x="10331" y="104461"/>
                    <a:pt x="16708" y="110708"/>
                    <a:pt x="25476" y="110708"/>
                  </a:cubicBezTo>
                  <a:cubicBezTo>
                    <a:pt x="41418" y="110708"/>
                    <a:pt x="48433" y="88020"/>
                    <a:pt x="48433" y="85554"/>
                  </a:cubicBezTo>
                  <a:cubicBezTo>
                    <a:pt x="48433" y="83417"/>
                    <a:pt x="46361" y="83417"/>
                    <a:pt x="45882" y="83417"/>
                  </a:cubicBezTo>
                  <a:cubicBezTo>
                    <a:pt x="43650" y="83417"/>
                    <a:pt x="43491" y="84404"/>
                    <a:pt x="42853" y="86212"/>
                  </a:cubicBezTo>
                  <a:cubicBezTo>
                    <a:pt x="39187" y="99364"/>
                    <a:pt x="32172" y="106105"/>
                    <a:pt x="25954" y="106105"/>
                  </a:cubicBezTo>
                  <a:cubicBezTo>
                    <a:pt x="22766" y="106105"/>
                    <a:pt x="21969" y="103968"/>
                    <a:pt x="21969" y="100351"/>
                  </a:cubicBezTo>
                  <a:cubicBezTo>
                    <a:pt x="21969" y="96569"/>
                    <a:pt x="23085" y="93446"/>
                    <a:pt x="24520" y="89829"/>
                  </a:cubicBezTo>
                  <a:cubicBezTo>
                    <a:pt x="26114" y="85390"/>
                    <a:pt x="27868" y="80951"/>
                    <a:pt x="29621" y="76677"/>
                  </a:cubicBezTo>
                  <a:cubicBezTo>
                    <a:pt x="31056" y="72731"/>
                    <a:pt x="36795" y="57770"/>
                    <a:pt x="37433" y="55797"/>
                  </a:cubicBezTo>
                  <a:cubicBezTo>
                    <a:pt x="37911" y="54153"/>
                    <a:pt x="38389" y="52180"/>
                    <a:pt x="38389" y="50536"/>
                  </a:cubicBezTo>
                  <a:cubicBezTo>
                    <a:pt x="38389" y="42809"/>
                    <a:pt x="32013" y="36562"/>
                    <a:pt x="23244" y="36562"/>
                  </a:cubicBezTo>
                  <a:cubicBezTo>
                    <a:pt x="7462" y="36562"/>
                    <a:pt x="128" y="58921"/>
                    <a:pt x="128" y="61716"/>
                  </a:cubicBezTo>
                  <a:cubicBezTo>
                    <a:pt x="128" y="63853"/>
                    <a:pt x="2360" y="63853"/>
                    <a:pt x="2838" y="63853"/>
                  </a:cubicBezTo>
                  <a:cubicBezTo>
                    <a:pt x="5070" y="63853"/>
                    <a:pt x="5230" y="63031"/>
                    <a:pt x="5708" y="61223"/>
                  </a:cubicBezTo>
                  <a:cubicBezTo>
                    <a:pt x="9853" y="47084"/>
                    <a:pt x="16867" y="41165"/>
                    <a:pt x="22766" y="41165"/>
                  </a:cubicBezTo>
                  <a:cubicBezTo>
                    <a:pt x="25317" y="41165"/>
                    <a:pt x="26752" y="42481"/>
                    <a:pt x="26752" y="46919"/>
                  </a:cubicBezTo>
                  <a:cubicBezTo>
                    <a:pt x="26752" y="50701"/>
                    <a:pt x="25795" y="53167"/>
                    <a:pt x="21810" y="63360"/>
                  </a:cubicBezTo>
                  <a:lnTo>
                    <a:pt x="11766" y="898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grpSp>
        <p:nvGrpSpPr>
          <p:cNvPr id="118" name="Group 117">
            <a:extLst>
              <a:ext uri="{FF2B5EF4-FFF2-40B4-BE49-F238E27FC236}">
                <a16:creationId xmlns:a16="http://schemas.microsoft.com/office/drawing/2014/main" id="{7A475364-C6AE-9CF9-7769-6F7985F9C39D}"/>
              </a:ext>
            </a:extLst>
          </p:cNvPr>
          <p:cNvGrpSpPr>
            <a:grpSpLocks noChangeAspect="1"/>
          </p:cNvGrpSpPr>
          <p:nvPr>
            <p:custDataLst>
              <p:tags r:id="rId7"/>
            </p:custDataLst>
          </p:nvPr>
        </p:nvGrpSpPr>
        <p:grpSpPr>
          <a:xfrm>
            <a:off x="1406615" y="5403830"/>
            <a:ext cx="2891936" cy="205662"/>
            <a:chOff x="6212527" y="7056778"/>
            <a:chExt cx="3122413" cy="222052"/>
          </a:xfrm>
        </p:grpSpPr>
        <p:sp>
          <p:nvSpPr>
            <p:cNvPr id="119" name="Freeform: Shape 118">
              <a:extLst>
                <a:ext uri="{FF2B5EF4-FFF2-40B4-BE49-F238E27FC236}">
                  <a16:creationId xmlns:a16="http://schemas.microsoft.com/office/drawing/2014/main" id="{C1C8CCE4-66C6-57D6-5124-8C74BA316B63}"/>
                </a:ext>
              </a:extLst>
            </p:cNvPr>
            <p:cNvSpPr/>
            <p:nvPr>
              <p:custDataLst>
                <p:tags r:id="rId8"/>
              </p:custDataLst>
            </p:nvPr>
          </p:nvSpPr>
          <p:spPr>
            <a:xfrm>
              <a:off x="6212527" y="7066770"/>
              <a:ext cx="161699" cy="161432"/>
            </a:xfrm>
            <a:custGeom>
              <a:avLst/>
              <a:gdLst>
                <a:gd name="connsiteX0" fmla="*/ 161776 w 161699"/>
                <a:gd name="connsiteY0" fmla="*/ 2283 h 161432"/>
                <a:gd name="connsiteX1" fmla="*/ 159271 w 161699"/>
                <a:gd name="connsiteY1" fmla="*/ 63 h 161432"/>
                <a:gd name="connsiteX2" fmla="*/ 155855 w 161699"/>
                <a:gd name="connsiteY2" fmla="*/ 2727 h 161432"/>
                <a:gd name="connsiteX3" fmla="*/ 139913 w 161699"/>
                <a:gd name="connsiteY3" fmla="*/ 19825 h 161432"/>
                <a:gd name="connsiteX4" fmla="*/ 102107 w 161699"/>
                <a:gd name="connsiteY4" fmla="*/ 63 h 161432"/>
                <a:gd name="connsiteX5" fmla="*/ 77 w 161699"/>
                <a:gd name="connsiteY5" fmla="*/ 100652 h 161432"/>
                <a:gd name="connsiteX6" fmla="*/ 61796 w 161699"/>
                <a:gd name="connsiteY6" fmla="*/ 161495 h 161432"/>
                <a:gd name="connsiteX7" fmla="*/ 110989 w 161699"/>
                <a:gd name="connsiteY7" fmla="*/ 142398 h 161432"/>
                <a:gd name="connsiteX8" fmla="*/ 136041 w 161699"/>
                <a:gd name="connsiteY8" fmla="*/ 103317 h 161432"/>
                <a:gd name="connsiteX9" fmla="*/ 133308 w 161699"/>
                <a:gd name="connsiteY9" fmla="*/ 101097 h 161432"/>
                <a:gd name="connsiteX10" fmla="*/ 130347 w 161699"/>
                <a:gd name="connsiteY10" fmla="*/ 103317 h 161432"/>
                <a:gd name="connsiteX11" fmla="*/ 107345 w 161699"/>
                <a:gd name="connsiteY11" fmla="*/ 138401 h 161432"/>
                <a:gd name="connsiteX12" fmla="*/ 65440 w 161699"/>
                <a:gd name="connsiteY12" fmla="*/ 154611 h 161432"/>
                <a:gd name="connsiteX13" fmla="*/ 20802 w 161699"/>
                <a:gd name="connsiteY13" fmla="*/ 108424 h 161432"/>
                <a:gd name="connsiteX14" fmla="*/ 48359 w 161699"/>
                <a:gd name="connsiteY14" fmla="*/ 33815 h 161432"/>
                <a:gd name="connsiteX15" fmla="*/ 103929 w 161699"/>
                <a:gd name="connsiteY15" fmla="*/ 6946 h 161432"/>
                <a:gd name="connsiteX16" fmla="*/ 140596 w 161699"/>
                <a:gd name="connsiteY16" fmla="*/ 49802 h 161432"/>
                <a:gd name="connsiteX17" fmla="*/ 139913 w 161699"/>
                <a:gd name="connsiteY17" fmla="*/ 61127 h 161432"/>
                <a:gd name="connsiteX18" fmla="*/ 143329 w 161699"/>
                <a:gd name="connsiteY18" fmla="*/ 63348 h 161432"/>
                <a:gd name="connsiteX19" fmla="*/ 147428 w 161699"/>
                <a:gd name="connsiteY19" fmla="*/ 58907 h 161432"/>
                <a:gd name="connsiteX20" fmla="*/ 161776 w 161699"/>
                <a:gd name="connsiteY20" fmla="*/ 2283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699" h="161432">
                  <a:moveTo>
                    <a:pt x="161776" y="2283"/>
                  </a:moveTo>
                  <a:cubicBezTo>
                    <a:pt x="161776" y="1617"/>
                    <a:pt x="161321" y="63"/>
                    <a:pt x="159271" y="63"/>
                  </a:cubicBezTo>
                  <a:cubicBezTo>
                    <a:pt x="158588" y="63"/>
                    <a:pt x="158360" y="285"/>
                    <a:pt x="155855" y="2727"/>
                  </a:cubicBezTo>
                  <a:lnTo>
                    <a:pt x="139913" y="19825"/>
                  </a:lnTo>
                  <a:cubicBezTo>
                    <a:pt x="137863" y="16717"/>
                    <a:pt x="127387" y="63"/>
                    <a:pt x="102107" y="63"/>
                  </a:cubicBezTo>
                  <a:cubicBezTo>
                    <a:pt x="51320" y="63"/>
                    <a:pt x="77" y="49136"/>
                    <a:pt x="77" y="100652"/>
                  </a:cubicBezTo>
                  <a:cubicBezTo>
                    <a:pt x="77" y="137291"/>
                    <a:pt x="26951" y="161495"/>
                    <a:pt x="61796" y="161495"/>
                  </a:cubicBezTo>
                  <a:cubicBezTo>
                    <a:pt x="81610" y="161495"/>
                    <a:pt x="98918" y="152613"/>
                    <a:pt x="110989" y="142398"/>
                  </a:cubicBezTo>
                  <a:cubicBezTo>
                    <a:pt x="132169" y="124190"/>
                    <a:pt x="136041" y="103983"/>
                    <a:pt x="136041" y="103317"/>
                  </a:cubicBezTo>
                  <a:cubicBezTo>
                    <a:pt x="136041" y="101097"/>
                    <a:pt x="133764" y="101097"/>
                    <a:pt x="133308" y="101097"/>
                  </a:cubicBezTo>
                  <a:cubicBezTo>
                    <a:pt x="131942" y="101097"/>
                    <a:pt x="130803" y="101541"/>
                    <a:pt x="130347" y="103317"/>
                  </a:cubicBezTo>
                  <a:cubicBezTo>
                    <a:pt x="128298" y="109757"/>
                    <a:pt x="123059" y="125522"/>
                    <a:pt x="107345" y="138401"/>
                  </a:cubicBezTo>
                  <a:cubicBezTo>
                    <a:pt x="91631" y="150836"/>
                    <a:pt x="77283" y="154611"/>
                    <a:pt x="65440" y="154611"/>
                  </a:cubicBezTo>
                  <a:cubicBezTo>
                    <a:pt x="44943" y="154611"/>
                    <a:pt x="20802" y="143064"/>
                    <a:pt x="20802" y="108424"/>
                  </a:cubicBezTo>
                  <a:cubicBezTo>
                    <a:pt x="20802" y="95767"/>
                    <a:pt x="25584" y="59795"/>
                    <a:pt x="48359" y="33815"/>
                  </a:cubicBezTo>
                  <a:cubicBezTo>
                    <a:pt x="62251" y="18049"/>
                    <a:pt x="83659" y="6946"/>
                    <a:pt x="103929" y="6946"/>
                  </a:cubicBezTo>
                  <a:cubicBezTo>
                    <a:pt x="127159" y="6946"/>
                    <a:pt x="140596" y="24044"/>
                    <a:pt x="140596" y="49802"/>
                  </a:cubicBezTo>
                  <a:cubicBezTo>
                    <a:pt x="140596" y="58685"/>
                    <a:pt x="139913" y="58907"/>
                    <a:pt x="139913" y="61127"/>
                  </a:cubicBezTo>
                  <a:cubicBezTo>
                    <a:pt x="139913" y="63348"/>
                    <a:pt x="142418" y="63348"/>
                    <a:pt x="143329" y="63348"/>
                  </a:cubicBezTo>
                  <a:cubicBezTo>
                    <a:pt x="146290" y="63348"/>
                    <a:pt x="146290" y="62904"/>
                    <a:pt x="147428" y="58907"/>
                  </a:cubicBezTo>
                  <a:lnTo>
                    <a:pt x="161776" y="228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0" name="Freeform: Shape 119">
              <a:extLst>
                <a:ext uri="{FF2B5EF4-FFF2-40B4-BE49-F238E27FC236}">
                  <a16:creationId xmlns:a16="http://schemas.microsoft.com/office/drawing/2014/main" id="{1BE6DA01-BB80-25E2-C63F-5E8DB483C5D4}"/>
                </a:ext>
              </a:extLst>
            </p:cNvPr>
            <p:cNvSpPr/>
            <p:nvPr>
              <p:custDataLst>
                <p:tags r:id="rId9"/>
              </p:custDataLst>
            </p:nvPr>
          </p:nvSpPr>
          <p:spPr>
            <a:xfrm>
              <a:off x="6391364" y="7066770"/>
              <a:ext cx="157372" cy="161432"/>
            </a:xfrm>
            <a:custGeom>
              <a:avLst/>
              <a:gdLst>
                <a:gd name="connsiteX0" fmla="*/ 157457 w 157372"/>
                <a:gd name="connsiteY0" fmla="*/ 59795 h 161432"/>
                <a:gd name="connsiteX1" fmla="*/ 99382 w 157372"/>
                <a:gd name="connsiteY1" fmla="*/ 63 h 161432"/>
                <a:gd name="connsiteX2" fmla="*/ 85 w 157372"/>
                <a:gd name="connsiteY2" fmla="*/ 102207 h 161432"/>
                <a:gd name="connsiteX3" fmla="*/ 58387 w 157372"/>
                <a:gd name="connsiteY3" fmla="*/ 161495 h 161432"/>
                <a:gd name="connsiteX4" fmla="*/ 157457 w 157372"/>
                <a:gd name="connsiteY4" fmla="*/ 59795 h 161432"/>
                <a:gd name="connsiteX5" fmla="*/ 59754 w 157372"/>
                <a:gd name="connsiteY5" fmla="*/ 155721 h 161432"/>
                <a:gd name="connsiteX6" fmla="*/ 21265 w 157372"/>
                <a:gd name="connsiteY6" fmla="*/ 108424 h 161432"/>
                <a:gd name="connsiteX7" fmla="*/ 41990 w 157372"/>
                <a:gd name="connsiteY7" fmla="*/ 40254 h 161432"/>
                <a:gd name="connsiteX8" fmla="*/ 98015 w 157372"/>
                <a:gd name="connsiteY8" fmla="*/ 5614 h 161432"/>
                <a:gd name="connsiteX9" fmla="*/ 137188 w 157372"/>
                <a:gd name="connsiteY9" fmla="*/ 51135 h 161432"/>
                <a:gd name="connsiteX10" fmla="*/ 108492 w 157372"/>
                <a:gd name="connsiteY10" fmla="*/ 129075 h 161432"/>
                <a:gd name="connsiteX11" fmla="*/ 59754 w 157372"/>
                <a:gd name="connsiteY11" fmla="*/ 155721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372" h="161432">
                  <a:moveTo>
                    <a:pt x="157457" y="59795"/>
                  </a:moveTo>
                  <a:cubicBezTo>
                    <a:pt x="157457" y="24044"/>
                    <a:pt x="133316" y="63"/>
                    <a:pt x="99382" y="63"/>
                  </a:cubicBezTo>
                  <a:cubicBezTo>
                    <a:pt x="50189" y="63"/>
                    <a:pt x="85" y="50469"/>
                    <a:pt x="85" y="102207"/>
                  </a:cubicBezTo>
                  <a:cubicBezTo>
                    <a:pt x="85" y="139068"/>
                    <a:pt x="25592" y="161495"/>
                    <a:pt x="58387" y="161495"/>
                  </a:cubicBezTo>
                  <a:cubicBezTo>
                    <a:pt x="106670" y="161495"/>
                    <a:pt x="157457" y="112865"/>
                    <a:pt x="157457" y="59795"/>
                  </a:cubicBezTo>
                  <a:close/>
                  <a:moveTo>
                    <a:pt x="59754" y="155721"/>
                  </a:moveTo>
                  <a:cubicBezTo>
                    <a:pt x="37207" y="155721"/>
                    <a:pt x="21265" y="137735"/>
                    <a:pt x="21265" y="108424"/>
                  </a:cubicBezTo>
                  <a:cubicBezTo>
                    <a:pt x="21265" y="98654"/>
                    <a:pt x="24453" y="66234"/>
                    <a:pt x="41990" y="40254"/>
                  </a:cubicBezTo>
                  <a:cubicBezTo>
                    <a:pt x="57704" y="17161"/>
                    <a:pt x="80023" y="5614"/>
                    <a:pt x="98015" y="5614"/>
                  </a:cubicBezTo>
                  <a:cubicBezTo>
                    <a:pt x="116690" y="5614"/>
                    <a:pt x="137188" y="18049"/>
                    <a:pt x="137188" y="51135"/>
                  </a:cubicBezTo>
                  <a:cubicBezTo>
                    <a:pt x="137188" y="67123"/>
                    <a:pt x="131038" y="101763"/>
                    <a:pt x="108492" y="129075"/>
                  </a:cubicBezTo>
                  <a:cubicBezTo>
                    <a:pt x="97560" y="142620"/>
                    <a:pt x="78885" y="155721"/>
                    <a:pt x="59754" y="15572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1" name="Freeform: Shape 120">
              <a:extLst>
                <a:ext uri="{FF2B5EF4-FFF2-40B4-BE49-F238E27FC236}">
                  <a16:creationId xmlns:a16="http://schemas.microsoft.com/office/drawing/2014/main" id="{D7833F36-FEFB-B422-81BF-DB4786B4551A}"/>
                </a:ext>
              </a:extLst>
            </p:cNvPr>
            <p:cNvSpPr/>
            <p:nvPr>
              <p:custDataLst>
                <p:tags r:id="rId10"/>
              </p:custDataLst>
            </p:nvPr>
          </p:nvSpPr>
          <p:spPr>
            <a:xfrm>
              <a:off x="6573003" y="7071655"/>
              <a:ext cx="162382" cy="156546"/>
            </a:xfrm>
            <a:custGeom>
              <a:avLst/>
              <a:gdLst>
                <a:gd name="connsiteX0" fmla="*/ 130363 w 162382"/>
                <a:gd name="connsiteY0" fmla="*/ 25377 h 156546"/>
                <a:gd name="connsiteX1" fmla="*/ 159514 w 162382"/>
                <a:gd name="connsiteY1" fmla="*/ 6946 h 156546"/>
                <a:gd name="connsiteX2" fmla="*/ 162475 w 162382"/>
                <a:gd name="connsiteY2" fmla="*/ 2727 h 156546"/>
                <a:gd name="connsiteX3" fmla="*/ 159514 w 162382"/>
                <a:gd name="connsiteY3" fmla="*/ 63 h 156546"/>
                <a:gd name="connsiteX4" fmla="*/ 140839 w 162382"/>
                <a:gd name="connsiteY4" fmla="*/ 729 h 156546"/>
                <a:gd name="connsiteX5" fmla="*/ 118292 w 162382"/>
                <a:gd name="connsiteY5" fmla="*/ 63 h 156546"/>
                <a:gd name="connsiteX6" fmla="*/ 113965 w 162382"/>
                <a:gd name="connsiteY6" fmla="*/ 4282 h 156546"/>
                <a:gd name="connsiteX7" fmla="*/ 117609 w 162382"/>
                <a:gd name="connsiteY7" fmla="*/ 6946 h 156546"/>
                <a:gd name="connsiteX8" fmla="*/ 128086 w 162382"/>
                <a:gd name="connsiteY8" fmla="*/ 14274 h 156546"/>
                <a:gd name="connsiteX9" fmla="*/ 124669 w 162382"/>
                <a:gd name="connsiteY9" fmla="*/ 22712 h 156546"/>
                <a:gd name="connsiteX10" fmla="*/ 54751 w 162382"/>
                <a:gd name="connsiteY10" fmla="*/ 131074 h 156546"/>
                <a:gd name="connsiteX11" fmla="*/ 39265 w 162382"/>
                <a:gd name="connsiteY11" fmla="*/ 13608 h 156546"/>
                <a:gd name="connsiteX12" fmla="*/ 54979 w 162382"/>
                <a:gd name="connsiteY12" fmla="*/ 6946 h 156546"/>
                <a:gd name="connsiteX13" fmla="*/ 60673 w 162382"/>
                <a:gd name="connsiteY13" fmla="*/ 2505 h 156546"/>
                <a:gd name="connsiteX14" fmla="*/ 57484 w 162382"/>
                <a:gd name="connsiteY14" fmla="*/ 63 h 156546"/>
                <a:gd name="connsiteX15" fmla="*/ 29244 w 162382"/>
                <a:gd name="connsiteY15" fmla="*/ 729 h 156546"/>
                <a:gd name="connsiteX16" fmla="*/ 16718 w 162382"/>
                <a:gd name="connsiteY16" fmla="*/ 507 h 156546"/>
                <a:gd name="connsiteX17" fmla="*/ 4420 w 162382"/>
                <a:gd name="connsiteY17" fmla="*/ 63 h 156546"/>
                <a:gd name="connsiteX18" fmla="*/ 92 w 162382"/>
                <a:gd name="connsiteY18" fmla="*/ 4282 h 156546"/>
                <a:gd name="connsiteX19" fmla="*/ 5786 w 162382"/>
                <a:gd name="connsiteY19" fmla="*/ 6946 h 156546"/>
                <a:gd name="connsiteX20" fmla="*/ 19451 w 162382"/>
                <a:gd name="connsiteY20" fmla="*/ 14496 h 156546"/>
                <a:gd name="connsiteX21" fmla="*/ 37443 w 162382"/>
                <a:gd name="connsiteY21" fmla="*/ 151502 h 156546"/>
                <a:gd name="connsiteX22" fmla="*/ 41998 w 162382"/>
                <a:gd name="connsiteY22" fmla="*/ 156610 h 156546"/>
                <a:gd name="connsiteX23" fmla="*/ 48375 w 162382"/>
                <a:gd name="connsiteY23" fmla="*/ 152613 h 156546"/>
                <a:gd name="connsiteX24" fmla="*/ 130363 w 162382"/>
                <a:gd name="connsiteY24" fmla="*/ 25377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6546">
                  <a:moveTo>
                    <a:pt x="130363" y="25377"/>
                  </a:moveTo>
                  <a:cubicBezTo>
                    <a:pt x="141523" y="8057"/>
                    <a:pt x="151088" y="7390"/>
                    <a:pt x="159514" y="6946"/>
                  </a:cubicBezTo>
                  <a:cubicBezTo>
                    <a:pt x="162247" y="6724"/>
                    <a:pt x="162475" y="2949"/>
                    <a:pt x="162475" y="2727"/>
                  </a:cubicBezTo>
                  <a:cubicBezTo>
                    <a:pt x="162475" y="951"/>
                    <a:pt x="161336" y="63"/>
                    <a:pt x="159514" y="63"/>
                  </a:cubicBezTo>
                  <a:cubicBezTo>
                    <a:pt x="153593" y="63"/>
                    <a:pt x="146988" y="729"/>
                    <a:pt x="140839" y="729"/>
                  </a:cubicBezTo>
                  <a:cubicBezTo>
                    <a:pt x="133324" y="729"/>
                    <a:pt x="125580" y="63"/>
                    <a:pt x="118292" y="63"/>
                  </a:cubicBezTo>
                  <a:cubicBezTo>
                    <a:pt x="116926" y="63"/>
                    <a:pt x="113965" y="63"/>
                    <a:pt x="113965" y="4282"/>
                  </a:cubicBezTo>
                  <a:cubicBezTo>
                    <a:pt x="113965" y="6724"/>
                    <a:pt x="116015" y="6946"/>
                    <a:pt x="117609" y="6946"/>
                  </a:cubicBezTo>
                  <a:cubicBezTo>
                    <a:pt x="123758" y="7390"/>
                    <a:pt x="128086" y="9611"/>
                    <a:pt x="128086" y="14274"/>
                  </a:cubicBezTo>
                  <a:cubicBezTo>
                    <a:pt x="128086" y="17605"/>
                    <a:pt x="124669" y="22490"/>
                    <a:pt x="124669" y="22712"/>
                  </a:cubicBezTo>
                  <a:lnTo>
                    <a:pt x="54751" y="131074"/>
                  </a:lnTo>
                  <a:lnTo>
                    <a:pt x="39265" y="13608"/>
                  </a:lnTo>
                  <a:cubicBezTo>
                    <a:pt x="39265" y="9833"/>
                    <a:pt x="44503" y="6946"/>
                    <a:pt x="54979" y="6946"/>
                  </a:cubicBezTo>
                  <a:cubicBezTo>
                    <a:pt x="58168" y="6946"/>
                    <a:pt x="60673" y="6946"/>
                    <a:pt x="60673" y="2505"/>
                  </a:cubicBezTo>
                  <a:cubicBezTo>
                    <a:pt x="60673" y="507"/>
                    <a:pt x="58851" y="63"/>
                    <a:pt x="57484" y="63"/>
                  </a:cubicBezTo>
                  <a:cubicBezTo>
                    <a:pt x="48375" y="63"/>
                    <a:pt x="38581" y="729"/>
                    <a:pt x="29244" y="729"/>
                  </a:cubicBezTo>
                  <a:cubicBezTo>
                    <a:pt x="25144" y="729"/>
                    <a:pt x="20817" y="507"/>
                    <a:pt x="16718" y="507"/>
                  </a:cubicBezTo>
                  <a:cubicBezTo>
                    <a:pt x="12618" y="507"/>
                    <a:pt x="8291" y="63"/>
                    <a:pt x="4420" y="63"/>
                  </a:cubicBezTo>
                  <a:cubicBezTo>
                    <a:pt x="2825" y="63"/>
                    <a:pt x="92" y="63"/>
                    <a:pt x="92" y="4282"/>
                  </a:cubicBezTo>
                  <a:cubicBezTo>
                    <a:pt x="92" y="6946"/>
                    <a:pt x="2142" y="6946"/>
                    <a:pt x="5786" y="6946"/>
                  </a:cubicBezTo>
                  <a:cubicBezTo>
                    <a:pt x="18540" y="6946"/>
                    <a:pt x="18768" y="8945"/>
                    <a:pt x="19451" y="14496"/>
                  </a:cubicBezTo>
                  <a:lnTo>
                    <a:pt x="37443" y="151502"/>
                  </a:lnTo>
                  <a:cubicBezTo>
                    <a:pt x="38126" y="155943"/>
                    <a:pt x="39037" y="156610"/>
                    <a:pt x="41998" y="156610"/>
                  </a:cubicBezTo>
                  <a:cubicBezTo>
                    <a:pt x="45642" y="156610"/>
                    <a:pt x="46553" y="155499"/>
                    <a:pt x="48375" y="152613"/>
                  </a:cubicBezTo>
                  <a:lnTo>
                    <a:pt x="130363"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2" name="Freeform: Shape 121">
              <a:extLst>
                <a:ext uri="{FF2B5EF4-FFF2-40B4-BE49-F238E27FC236}">
                  <a16:creationId xmlns:a16="http://schemas.microsoft.com/office/drawing/2014/main" id="{69142C0C-5150-2790-0785-0AFD72DF4E60}"/>
                </a:ext>
              </a:extLst>
            </p:cNvPr>
            <p:cNvSpPr/>
            <p:nvPr>
              <p:custDataLst>
                <p:tags r:id="rId11"/>
              </p:custDataLst>
            </p:nvPr>
          </p:nvSpPr>
          <p:spPr>
            <a:xfrm>
              <a:off x="6766259" y="7056778"/>
              <a:ext cx="52837" cy="222052"/>
            </a:xfrm>
            <a:custGeom>
              <a:avLst/>
              <a:gdLst>
                <a:gd name="connsiteX0" fmla="*/ 52937 w 52837"/>
                <a:gd name="connsiteY0" fmla="*/ 219895 h 222052"/>
                <a:gd name="connsiteX1" fmla="*/ 49066 w 52837"/>
                <a:gd name="connsiteY1" fmla="*/ 215009 h 222052"/>
                <a:gd name="connsiteX2" fmla="*/ 13310 w 52837"/>
                <a:gd name="connsiteY2" fmla="*/ 111089 h 222052"/>
                <a:gd name="connsiteX3" fmla="*/ 49977 w 52837"/>
                <a:gd name="connsiteY3" fmla="*/ 6058 h 222052"/>
                <a:gd name="connsiteX4" fmla="*/ 52937 w 52837"/>
                <a:gd name="connsiteY4" fmla="*/ 2283 h 222052"/>
                <a:gd name="connsiteX5" fmla="*/ 50660 w 52837"/>
                <a:gd name="connsiteY5" fmla="*/ 63 h 222052"/>
                <a:gd name="connsiteX6" fmla="*/ 14448 w 52837"/>
                <a:gd name="connsiteY6" fmla="*/ 43363 h 222052"/>
                <a:gd name="connsiteX7" fmla="*/ 100 w 52837"/>
                <a:gd name="connsiteY7" fmla="*/ 111089 h 222052"/>
                <a:gd name="connsiteX8" fmla="*/ 15132 w 52837"/>
                <a:gd name="connsiteY8" fmla="*/ 180369 h 222052"/>
                <a:gd name="connsiteX9" fmla="*/ 50660 w 52837"/>
                <a:gd name="connsiteY9" fmla="*/ 222115 h 222052"/>
                <a:gd name="connsiteX10" fmla="*/ 52937 w 52837"/>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2937" y="219895"/>
                  </a:moveTo>
                  <a:cubicBezTo>
                    <a:pt x="52937" y="219228"/>
                    <a:pt x="52937" y="218784"/>
                    <a:pt x="49066" y="215009"/>
                  </a:cubicBezTo>
                  <a:cubicBezTo>
                    <a:pt x="20598" y="187031"/>
                    <a:pt x="13310" y="145063"/>
                    <a:pt x="13310" y="111089"/>
                  </a:cubicBezTo>
                  <a:cubicBezTo>
                    <a:pt x="13310" y="72452"/>
                    <a:pt x="21964" y="33815"/>
                    <a:pt x="49977" y="6058"/>
                  </a:cubicBezTo>
                  <a:cubicBezTo>
                    <a:pt x="52937" y="3394"/>
                    <a:pt x="52937" y="2949"/>
                    <a:pt x="52937" y="2283"/>
                  </a:cubicBezTo>
                  <a:cubicBezTo>
                    <a:pt x="52937" y="729"/>
                    <a:pt x="52026" y="63"/>
                    <a:pt x="50660" y="63"/>
                  </a:cubicBezTo>
                  <a:cubicBezTo>
                    <a:pt x="48383" y="63"/>
                    <a:pt x="27885" y="15162"/>
                    <a:pt x="14448" y="43363"/>
                  </a:cubicBezTo>
                  <a:cubicBezTo>
                    <a:pt x="2833" y="67789"/>
                    <a:pt x="100" y="92437"/>
                    <a:pt x="100" y="111089"/>
                  </a:cubicBezTo>
                  <a:cubicBezTo>
                    <a:pt x="100" y="128409"/>
                    <a:pt x="2606" y="155277"/>
                    <a:pt x="15132" y="180369"/>
                  </a:cubicBezTo>
                  <a:cubicBezTo>
                    <a:pt x="28796" y="207682"/>
                    <a:pt x="48383" y="222115"/>
                    <a:pt x="50660" y="222115"/>
                  </a:cubicBezTo>
                  <a:cubicBezTo>
                    <a:pt x="52026" y="222115"/>
                    <a:pt x="52937" y="221449"/>
                    <a:pt x="52937"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3" name="Freeform: Shape 122">
              <a:extLst>
                <a:ext uri="{FF2B5EF4-FFF2-40B4-BE49-F238E27FC236}">
                  <a16:creationId xmlns:a16="http://schemas.microsoft.com/office/drawing/2014/main" id="{96160ACC-644D-477D-6CE7-A52AB47BD7E9}"/>
                </a:ext>
              </a:extLst>
            </p:cNvPr>
            <p:cNvSpPr/>
            <p:nvPr>
              <p:custDataLst>
                <p:tags r:id="rId12"/>
              </p:custDataLst>
            </p:nvPr>
          </p:nvSpPr>
          <p:spPr>
            <a:xfrm>
              <a:off x="6844806" y="7071655"/>
              <a:ext cx="226151" cy="156546"/>
            </a:xfrm>
            <a:custGeom>
              <a:avLst/>
              <a:gdLst>
                <a:gd name="connsiteX0" fmla="*/ 196421 w 226151"/>
                <a:gd name="connsiteY0" fmla="*/ 25821 h 156546"/>
                <a:gd name="connsiteX1" fmla="*/ 221929 w 226151"/>
                <a:gd name="connsiteY1" fmla="*/ 6946 h 156546"/>
                <a:gd name="connsiteX2" fmla="*/ 226256 w 226151"/>
                <a:gd name="connsiteY2" fmla="*/ 2505 h 156546"/>
                <a:gd name="connsiteX3" fmla="*/ 223523 w 226151"/>
                <a:gd name="connsiteY3" fmla="*/ 63 h 156546"/>
                <a:gd name="connsiteX4" fmla="*/ 205987 w 226151"/>
                <a:gd name="connsiteY4" fmla="*/ 729 h 156546"/>
                <a:gd name="connsiteX5" fmla="*/ 182301 w 226151"/>
                <a:gd name="connsiteY5" fmla="*/ 63 h 156546"/>
                <a:gd name="connsiteX6" fmla="*/ 177974 w 226151"/>
                <a:gd name="connsiteY6" fmla="*/ 4282 h 156546"/>
                <a:gd name="connsiteX7" fmla="*/ 181390 w 226151"/>
                <a:gd name="connsiteY7" fmla="*/ 6946 h 156546"/>
                <a:gd name="connsiteX8" fmla="*/ 194827 w 226151"/>
                <a:gd name="connsiteY8" fmla="*/ 15606 h 156546"/>
                <a:gd name="connsiteX9" fmla="*/ 191866 w 226151"/>
                <a:gd name="connsiteY9" fmla="*/ 22934 h 156546"/>
                <a:gd name="connsiteX10" fmla="*/ 130375 w 226151"/>
                <a:gd name="connsiteY10" fmla="*/ 127521 h 156546"/>
                <a:gd name="connsiteX11" fmla="*/ 121948 w 226151"/>
                <a:gd name="connsiteY11" fmla="*/ 17383 h 156546"/>
                <a:gd name="connsiteX12" fmla="*/ 137891 w 226151"/>
                <a:gd name="connsiteY12" fmla="*/ 6946 h 156546"/>
                <a:gd name="connsiteX13" fmla="*/ 144040 w 226151"/>
                <a:gd name="connsiteY13" fmla="*/ 2505 h 156546"/>
                <a:gd name="connsiteX14" fmla="*/ 140623 w 226151"/>
                <a:gd name="connsiteY14" fmla="*/ 63 h 156546"/>
                <a:gd name="connsiteX15" fmla="*/ 112839 w 226151"/>
                <a:gd name="connsiteY15" fmla="*/ 729 h 156546"/>
                <a:gd name="connsiteX16" fmla="*/ 88925 w 226151"/>
                <a:gd name="connsiteY16" fmla="*/ 63 h 156546"/>
                <a:gd name="connsiteX17" fmla="*/ 84598 w 226151"/>
                <a:gd name="connsiteY17" fmla="*/ 4504 h 156546"/>
                <a:gd name="connsiteX18" fmla="*/ 90064 w 226151"/>
                <a:gd name="connsiteY18" fmla="*/ 6946 h 156546"/>
                <a:gd name="connsiteX19" fmla="*/ 102134 w 226151"/>
                <a:gd name="connsiteY19" fmla="*/ 12498 h 156546"/>
                <a:gd name="connsiteX20" fmla="*/ 103501 w 226151"/>
                <a:gd name="connsiteY20" fmla="*/ 29596 h 156546"/>
                <a:gd name="connsiteX21" fmla="*/ 45881 w 226151"/>
                <a:gd name="connsiteY21" fmla="*/ 127521 h 156546"/>
                <a:gd name="connsiteX22" fmla="*/ 37227 w 226151"/>
                <a:gd name="connsiteY22" fmla="*/ 14940 h 156546"/>
                <a:gd name="connsiteX23" fmla="*/ 54536 w 226151"/>
                <a:gd name="connsiteY23" fmla="*/ 6946 h 156546"/>
                <a:gd name="connsiteX24" fmla="*/ 59318 w 226151"/>
                <a:gd name="connsiteY24" fmla="*/ 2505 h 156546"/>
                <a:gd name="connsiteX25" fmla="*/ 56130 w 226151"/>
                <a:gd name="connsiteY25" fmla="*/ 63 h 156546"/>
                <a:gd name="connsiteX26" fmla="*/ 28117 w 226151"/>
                <a:gd name="connsiteY26" fmla="*/ 729 h 156546"/>
                <a:gd name="connsiteX27" fmla="*/ 4204 w 226151"/>
                <a:gd name="connsiteY27" fmla="*/ 63 h 156546"/>
                <a:gd name="connsiteX28" fmla="*/ 104 w 226151"/>
                <a:gd name="connsiteY28" fmla="*/ 4282 h 156546"/>
                <a:gd name="connsiteX29" fmla="*/ 5798 w 226151"/>
                <a:gd name="connsiteY29" fmla="*/ 6946 h 156546"/>
                <a:gd name="connsiteX30" fmla="*/ 17868 w 226151"/>
                <a:gd name="connsiteY30" fmla="*/ 15162 h 156546"/>
                <a:gd name="connsiteX31" fmla="*/ 28117 w 226151"/>
                <a:gd name="connsiteY31" fmla="*/ 150836 h 156546"/>
                <a:gd name="connsiteX32" fmla="*/ 31761 w 226151"/>
                <a:gd name="connsiteY32" fmla="*/ 156610 h 156546"/>
                <a:gd name="connsiteX33" fmla="*/ 37227 w 226151"/>
                <a:gd name="connsiteY33" fmla="*/ 151947 h 156546"/>
                <a:gd name="connsiteX34" fmla="*/ 104184 w 226151"/>
                <a:gd name="connsiteY34" fmla="*/ 38700 h 156546"/>
                <a:gd name="connsiteX35" fmla="*/ 112611 w 226151"/>
                <a:gd name="connsiteY35" fmla="*/ 150836 h 156546"/>
                <a:gd name="connsiteX36" fmla="*/ 116255 w 226151"/>
                <a:gd name="connsiteY36" fmla="*/ 156610 h 156546"/>
                <a:gd name="connsiteX37" fmla="*/ 121721 w 226151"/>
                <a:gd name="connsiteY37" fmla="*/ 152391 h 156546"/>
                <a:gd name="connsiteX38" fmla="*/ 196421 w 226151"/>
                <a:gd name="connsiteY38" fmla="*/ 25821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26151" h="156546">
                  <a:moveTo>
                    <a:pt x="196421" y="25821"/>
                  </a:moveTo>
                  <a:cubicBezTo>
                    <a:pt x="202115" y="16051"/>
                    <a:pt x="207581" y="8057"/>
                    <a:pt x="221929" y="6946"/>
                  </a:cubicBezTo>
                  <a:cubicBezTo>
                    <a:pt x="223978" y="6724"/>
                    <a:pt x="226256" y="6724"/>
                    <a:pt x="226256" y="2505"/>
                  </a:cubicBezTo>
                  <a:cubicBezTo>
                    <a:pt x="226256" y="1617"/>
                    <a:pt x="225345" y="63"/>
                    <a:pt x="223523" y="63"/>
                  </a:cubicBezTo>
                  <a:cubicBezTo>
                    <a:pt x="218057" y="63"/>
                    <a:pt x="211680" y="729"/>
                    <a:pt x="205987" y="729"/>
                  </a:cubicBezTo>
                  <a:cubicBezTo>
                    <a:pt x="198243" y="729"/>
                    <a:pt x="189817" y="63"/>
                    <a:pt x="182301" y="63"/>
                  </a:cubicBezTo>
                  <a:cubicBezTo>
                    <a:pt x="180934" y="63"/>
                    <a:pt x="177974" y="63"/>
                    <a:pt x="177974" y="4282"/>
                  </a:cubicBezTo>
                  <a:cubicBezTo>
                    <a:pt x="177974" y="6724"/>
                    <a:pt x="180024" y="6946"/>
                    <a:pt x="181390" y="6946"/>
                  </a:cubicBezTo>
                  <a:cubicBezTo>
                    <a:pt x="186856" y="7168"/>
                    <a:pt x="194827" y="8945"/>
                    <a:pt x="194827" y="15606"/>
                  </a:cubicBezTo>
                  <a:cubicBezTo>
                    <a:pt x="194827" y="18049"/>
                    <a:pt x="193688" y="19825"/>
                    <a:pt x="191866" y="22934"/>
                  </a:cubicBezTo>
                  <a:lnTo>
                    <a:pt x="130375" y="127521"/>
                  </a:lnTo>
                  <a:lnTo>
                    <a:pt x="121948" y="17383"/>
                  </a:lnTo>
                  <a:cubicBezTo>
                    <a:pt x="121721" y="12942"/>
                    <a:pt x="121265" y="7168"/>
                    <a:pt x="137891" y="6946"/>
                  </a:cubicBezTo>
                  <a:cubicBezTo>
                    <a:pt x="141762" y="6946"/>
                    <a:pt x="144040" y="6946"/>
                    <a:pt x="144040" y="2505"/>
                  </a:cubicBezTo>
                  <a:cubicBezTo>
                    <a:pt x="144040" y="285"/>
                    <a:pt x="141534" y="63"/>
                    <a:pt x="140623" y="63"/>
                  </a:cubicBezTo>
                  <a:cubicBezTo>
                    <a:pt x="131514" y="63"/>
                    <a:pt x="121948" y="729"/>
                    <a:pt x="112839" y="729"/>
                  </a:cubicBezTo>
                  <a:cubicBezTo>
                    <a:pt x="107600" y="729"/>
                    <a:pt x="94163" y="63"/>
                    <a:pt x="88925" y="63"/>
                  </a:cubicBezTo>
                  <a:cubicBezTo>
                    <a:pt x="87559" y="63"/>
                    <a:pt x="84598" y="63"/>
                    <a:pt x="84598" y="4504"/>
                  </a:cubicBezTo>
                  <a:cubicBezTo>
                    <a:pt x="84598" y="6946"/>
                    <a:pt x="86875" y="6946"/>
                    <a:pt x="90064" y="6946"/>
                  </a:cubicBezTo>
                  <a:cubicBezTo>
                    <a:pt x="100085" y="6946"/>
                    <a:pt x="101679" y="8279"/>
                    <a:pt x="102134" y="12498"/>
                  </a:cubicBezTo>
                  <a:lnTo>
                    <a:pt x="103501" y="29596"/>
                  </a:lnTo>
                  <a:lnTo>
                    <a:pt x="45881" y="127521"/>
                  </a:lnTo>
                  <a:lnTo>
                    <a:pt x="37227" y="14940"/>
                  </a:lnTo>
                  <a:cubicBezTo>
                    <a:pt x="37227" y="12276"/>
                    <a:pt x="37227" y="7168"/>
                    <a:pt x="54536" y="6946"/>
                  </a:cubicBezTo>
                  <a:cubicBezTo>
                    <a:pt x="56813" y="6946"/>
                    <a:pt x="59318" y="6946"/>
                    <a:pt x="59318" y="2505"/>
                  </a:cubicBezTo>
                  <a:cubicBezTo>
                    <a:pt x="59318" y="63"/>
                    <a:pt x="56585" y="63"/>
                    <a:pt x="56130" y="63"/>
                  </a:cubicBezTo>
                  <a:cubicBezTo>
                    <a:pt x="47020" y="63"/>
                    <a:pt x="37455" y="729"/>
                    <a:pt x="28117" y="729"/>
                  </a:cubicBezTo>
                  <a:cubicBezTo>
                    <a:pt x="20146" y="729"/>
                    <a:pt x="11947" y="63"/>
                    <a:pt x="4204" y="63"/>
                  </a:cubicBezTo>
                  <a:cubicBezTo>
                    <a:pt x="3065" y="63"/>
                    <a:pt x="104" y="63"/>
                    <a:pt x="104" y="4282"/>
                  </a:cubicBezTo>
                  <a:cubicBezTo>
                    <a:pt x="104" y="6946"/>
                    <a:pt x="2154" y="6946"/>
                    <a:pt x="5798" y="6946"/>
                  </a:cubicBezTo>
                  <a:cubicBezTo>
                    <a:pt x="17185" y="6946"/>
                    <a:pt x="17413" y="8945"/>
                    <a:pt x="17868" y="15162"/>
                  </a:cubicBezTo>
                  <a:lnTo>
                    <a:pt x="28117" y="150836"/>
                  </a:lnTo>
                  <a:cubicBezTo>
                    <a:pt x="28345" y="154833"/>
                    <a:pt x="28573" y="156610"/>
                    <a:pt x="31761" y="156610"/>
                  </a:cubicBezTo>
                  <a:cubicBezTo>
                    <a:pt x="34494" y="156610"/>
                    <a:pt x="35177" y="155277"/>
                    <a:pt x="37227" y="151947"/>
                  </a:cubicBezTo>
                  <a:lnTo>
                    <a:pt x="104184" y="38700"/>
                  </a:lnTo>
                  <a:lnTo>
                    <a:pt x="112611" y="150836"/>
                  </a:lnTo>
                  <a:cubicBezTo>
                    <a:pt x="113066" y="155499"/>
                    <a:pt x="113522" y="156610"/>
                    <a:pt x="116255" y="156610"/>
                  </a:cubicBezTo>
                  <a:cubicBezTo>
                    <a:pt x="119215" y="156610"/>
                    <a:pt x="120582" y="154389"/>
                    <a:pt x="121721" y="152391"/>
                  </a:cubicBezTo>
                  <a:lnTo>
                    <a:pt x="196421" y="2582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4" name="Freeform: Shape 123">
              <a:extLst>
                <a:ext uri="{FF2B5EF4-FFF2-40B4-BE49-F238E27FC236}">
                  <a16:creationId xmlns:a16="http://schemas.microsoft.com/office/drawing/2014/main" id="{97A2136D-42AD-FDCA-CC47-3B81F4F0F0F7}"/>
                </a:ext>
              </a:extLst>
            </p:cNvPr>
            <p:cNvSpPr/>
            <p:nvPr>
              <p:custDataLst>
                <p:tags r:id="rId13"/>
              </p:custDataLst>
            </p:nvPr>
          </p:nvSpPr>
          <p:spPr>
            <a:xfrm>
              <a:off x="7054866" y="7153570"/>
              <a:ext cx="48304" cy="104608"/>
            </a:xfrm>
            <a:custGeom>
              <a:avLst/>
              <a:gdLst>
                <a:gd name="connsiteX0" fmla="*/ 44274 w 48304"/>
                <a:gd name="connsiteY0" fmla="*/ 5971 h 104608"/>
                <a:gd name="connsiteX1" fmla="*/ 37897 w 48304"/>
                <a:gd name="connsiteY1" fmla="*/ 64 h 104608"/>
                <a:gd name="connsiteX2" fmla="*/ 28969 w 48304"/>
                <a:gd name="connsiteY2" fmla="*/ 8613 h 104608"/>
                <a:gd name="connsiteX3" fmla="*/ 35346 w 48304"/>
                <a:gd name="connsiteY3" fmla="*/ 14520 h 104608"/>
                <a:gd name="connsiteX4" fmla="*/ 44274 w 48304"/>
                <a:gd name="connsiteY4" fmla="*/ 5971 h 104608"/>
                <a:gd name="connsiteX5" fmla="*/ 11752 w 48304"/>
                <a:gd name="connsiteY5" fmla="*/ 84933 h 104608"/>
                <a:gd name="connsiteX6" fmla="*/ 10317 w 48304"/>
                <a:gd name="connsiteY6" fmla="*/ 91461 h 104608"/>
                <a:gd name="connsiteX7" fmla="*/ 25462 w 48304"/>
                <a:gd name="connsiteY7" fmla="*/ 104673 h 104608"/>
                <a:gd name="connsiteX8" fmla="*/ 48419 w 48304"/>
                <a:gd name="connsiteY8" fmla="*/ 80891 h 104608"/>
                <a:gd name="connsiteX9" fmla="*/ 45868 w 48304"/>
                <a:gd name="connsiteY9" fmla="*/ 78871 h 104608"/>
                <a:gd name="connsiteX10" fmla="*/ 42839 w 48304"/>
                <a:gd name="connsiteY10" fmla="*/ 81513 h 104608"/>
                <a:gd name="connsiteX11" fmla="*/ 25940 w 48304"/>
                <a:gd name="connsiteY11" fmla="*/ 100321 h 104608"/>
                <a:gd name="connsiteX12" fmla="*/ 21955 w 48304"/>
                <a:gd name="connsiteY12" fmla="*/ 94881 h 104608"/>
                <a:gd name="connsiteX13" fmla="*/ 24505 w 48304"/>
                <a:gd name="connsiteY13" fmla="*/ 84933 h 104608"/>
                <a:gd name="connsiteX14" fmla="*/ 29607 w 48304"/>
                <a:gd name="connsiteY14" fmla="*/ 72498 h 104608"/>
                <a:gd name="connsiteX15" fmla="*/ 37418 w 48304"/>
                <a:gd name="connsiteY15" fmla="*/ 52757 h 104608"/>
                <a:gd name="connsiteX16" fmla="*/ 38375 w 48304"/>
                <a:gd name="connsiteY16" fmla="*/ 47783 h 104608"/>
                <a:gd name="connsiteX17" fmla="*/ 23230 w 48304"/>
                <a:gd name="connsiteY17" fmla="*/ 34571 h 104608"/>
                <a:gd name="connsiteX18" fmla="*/ 114 w 48304"/>
                <a:gd name="connsiteY18" fmla="*/ 58353 h 104608"/>
                <a:gd name="connsiteX19" fmla="*/ 2824 w 48304"/>
                <a:gd name="connsiteY19" fmla="*/ 60374 h 104608"/>
                <a:gd name="connsiteX20" fmla="*/ 5694 w 48304"/>
                <a:gd name="connsiteY20" fmla="*/ 57887 h 104608"/>
                <a:gd name="connsiteX21" fmla="*/ 22752 w 48304"/>
                <a:gd name="connsiteY21" fmla="*/ 38923 h 104608"/>
                <a:gd name="connsiteX22" fmla="*/ 26737 w 48304"/>
                <a:gd name="connsiteY22" fmla="*/ 44364 h 104608"/>
                <a:gd name="connsiteX23" fmla="*/ 21795 w 48304"/>
                <a:gd name="connsiteY23" fmla="*/ 59907 h 104608"/>
                <a:gd name="connsiteX24" fmla="*/ 11752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274" y="5971"/>
                  </a:moveTo>
                  <a:cubicBezTo>
                    <a:pt x="44274" y="3484"/>
                    <a:pt x="42361" y="64"/>
                    <a:pt x="37897" y="64"/>
                  </a:cubicBezTo>
                  <a:cubicBezTo>
                    <a:pt x="33592" y="64"/>
                    <a:pt x="28969" y="4106"/>
                    <a:pt x="28969" y="8613"/>
                  </a:cubicBezTo>
                  <a:cubicBezTo>
                    <a:pt x="28969" y="11256"/>
                    <a:pt x="31042" y="14520"/>
                    <a:pt x="35346" y="14520"/>
                  </a:cubicBezTo>
                  <a:cubicBezTo>
                    <a:pt x="39969" y="14520"/>
                    <a:pt x="44274" y="10168"/>
                    <a:pt x="44274" y="5971"/>
                  </a:cubicBezTo>
                  <a:close/>
                  <a:moveTo>
                    <a:pt x="11752" y="84933"/>
                  </a:moveTo>
                  <a:cubicBezTo>
                    <a:pt x="11114" y="86953"/>
                    <a:pt x="10317" y="88819"/>
                    <a:pt x="10317" y="91461"/>
                  </a:cubicBezTo>
                  <a:cubicBezTo>
                    <a:pt x="10317" y="98767"/>
                    <a:pt x="16694" y="104673"/>
                    <a:pt x="25462" y="104673"/>
                  </a:cubicBezTo>
                  <a:cubicBezTo>
                    <a:pt x="41404" y="104673"/>
                    <a:pt x="48419" y="83223"/>
                    <a:pt x="48419" y="80891"/>
                  </a:cubicBezTo>
                  <a:cubicBezTo>
                    <a:pt x="48419" y="78871"/>
                    <a:pt x="46346" y="78871"/>
                    <a:pt x="45868" y="78871"/>
                  </a:cubicBezTo>
                  <a:cubicBezTo>
                    <a:pt x="43636" y="78871"/>
                    <a:pt x="43477" y="79803"/>
                    <a:pt x="42839" y="81513"/>
                  </a:cubicBezTo>
                  <a:cubicBezTo>
                    <a:pt x="39172" y="93948"/>
                    <a:pt x="32158" y="100321"/>
                    <a:pt x="25940" y="100321"/>
                  </a:cubicBezTo>
                  <a:cubicBezTo>
                    <a:pt x="22752" y="100321"/>
                    <a:pt x="21955" y="98300"/>
                    <a:pt x="21955" y="94881"/>
                  </a:cubicBezTo>
                  <a:cubicBezTo>
                    <a:pt x="21955" y="91306"/>
                    <a:pt x="23071" y="88352"/>
                    <a:pt x="24505" y="84933"/>
                  </a:cubicBezTo>
                  <a:cubicBezTo>
                    <a:pt x="26100" y="80736"/>
                    <a:pt x="27853" y="76539"/>
                    <a:pt x="29607" y="72498"/>
                  </a:cubicBezTo>
                  <a:cubicBezTo>
                    <a:pt x="31042" y="68767"/>
                    <a:pt x="36781" y="54622"/>
                    <a:pt x="37418" y="52757"/>
                  </a:cubicBezTo>
                  <a:cubicBezTo>
                    <a:pt x="37897" y="51203"/>
                    <a:pt x="38375" y="49338"/>
                    <a:pt x="38375" y="47783"/>
                  </a:cubicBezTo>
                  <a:cubicBezTo>
                    <a:pt x="38375" y="40478"/>
                    <a:pt x="31998" y="34571"/>
                    <a:pt x="23230" y="34571"/>
                  </a:cubicBezTo>
                  <a:cubicBezTo>
                    <a:pt x="7447" y="34571"/>
                    <a:pt x="114" y="55711"/>
                    <a:pt x="114" y="58353"/>
                  </a:cubicBezTo>
                  <a:cubicBezTo>
                    <a:pt x="114" y="60374"/>
                    <a:pt x="2346" y="60374"/>
                    <a:pt x="2824" y="60374"/>
                  </a:cubicBezTo>
                  <a:cubicBezTo>
                    <a:pt x="5056" y="60374"/>
                    <a:pt x="5215" y="59596"/>
                    <a:pt x="5694" y="57887"/>
                  </a:cubicBezTo>
                  <a:cubicBezTo>
                    <a:pt x="9838" y="44519"/>
                    <a:pt x="16853" y="38923"/>
                    <a:pt x="22752" y="38923"/>
                  </a:cubicBezTo>
                  <a:cubicBezTo>
                    <a:pt x="25302" y="38923"/>
                    <a:pt x="26737" y="40167"/>
                    <a:pt x="26737" y="44364"/>
                  </a:cubicBezTo>
                  <a:cubicBezTo>
                    <a:pt x="26737" y="47939"/>
                    <a:pt x="25781" y="50270"/>
                    <a:pt x="21795" y="59907"/>
                  </a:cubicBezTo>
                  <a:lnTo>
                    <a:pt x="11752"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5" name="Freeform: Shape 124">
              <a:extLst>
                <a:ext uri="{FF2B5EF4-FFF2-40B4-BE49-F238E27FC236}">
                  <a16:creationId xmlns:a16="http://schemas.microsoft.com/office/drawing/2014/main" id="{B1544891-C702-5008-DC3A-8B2A31734A54}"/>
                </a:ext>
              </a:extLst>
            </p:cNvPr>
            <p:cNvSpPr/>
            <p:nvPr>
              <p:custDataLst>
                <p:tags r:id="rId14"/>
              </p:custDataLst>
            </p:nvPr>
          </p:nvSpPr>
          <p:spPr>
            <a:xfrm>
              <a:off x="7142783" y="7199779"/>
              <a:ext cx="26646" cy="66393"/>
            </a:xfrm>
            <a:custGeom>
              <a:avLst/>
              <a:gdLst>
                <a:gd name="connsiteX0" fmla="*/ 26763 w 26646"/>
                <a:gd name="connsiteY0" fmla="*/ 23378 h 66393"/>
                <a:gd name="connsiteX1" fmla="*/ 12188 w 26646"/>
                <a:gd name="connsiteY1" fmla="*/ 63 h 66393"/>
                <a:gd name="connsiteX2" fmla="*/ 117 w 26646"/>
                <a:gd name="connsiteY2" fmla="*/ 11832 h 66393"/>
                <a:gd name="connsiteX3" fmla="*/ 12188 w 26646"/>
                <a:gd name="connsiteY3" fmla="*/ 23600 h 66393"/>
                <a:gd name="connsiteX4" fmla="*/ 20159 w 26646"/>
                <a:gd name="connsiteY4" fmla="*/ 20714 h 66393"/>
                <a:gd name="connsiteX5" fmla="*/ 21297 w 26646"/>
                <a:gd name="connsiteY5" fmla="*/ 20047 h 66393"/>
                <a:gd name="connsiteX6" fmla="*/ 21753 w 26646"/>
                <a:gd name="connsiteY6" fmla="*/ 23378 h 66393"/>
                <a:gd name="connsiteX7" fmla="*/ 6266 w 26646"/>
                <a:gd name="connsiteY7" fmla="*/ 60461 h 66393"/>
                <a:gd name="connsiteX8" fmla="*/ 3761 w 26646"/>
                <a:gd name="connsiteY8" fmla="*/ 64014 h 66393"/>
                <a:gd name="connsiteX9" fmla="*/ 6038 w 26646"/>
                <a:gd name="connsiteY9" fmla="*/ 66456 h 66393"/>
                <a:gd name="connsiteX10" fmla="*/ 26763 w 2664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46" h="66393">
                  <a:moveTo>
                    <a:pt x="26763" y="23378"/>
                  </a:moveTo>
                  <a:cubicBezTo>
                    <a:pt x="26763" y="8723"/>
                    <a:pt x="21070" y="63"/>
                    <a:pt x="12188" y="63"/>
                  </a:cubicBezTo>
                  <a:cubicBezTo>
                    <a:pt x="4672" y="63"/>
                    <a:pt x="117" y="5614"/>
                    <a:pt x="117" y="11832"/>
                  </a:cubicBezTo>
                  <a:cubicBezTo>
                    <a:pt x="117" y="17827"/>
                    <a:pt x="4672" y="23600"/>
                    <a:pt x="12188" y="23600"/>
                  </a:cubicBezTo>
                  <a:cubicBezTo>
                    <a:pt x="14921" y="23600"/>
                    <a:pt x="17881" y="22712"/>
                    <a:pt x="20159" y="20714"/>
                  </a:cubicBezTo>
                  <a:cubicBezTo>
                    <a:pt x="20842" y="20270"/>
                    <a:pt x="21070" y="20047"/>
                    <a:pt x="21297" y="20047"/>
                  </a:cubicBezTo>
                  <a:cubicBezTo>
                    <a:pt x="21525" y="20047"/>
                    <a:pt x="21753" y="20270"/>
                    <a:pt x="21753" y="23378"/>
                  </a:cubicBezTo>
                  <a:cubicBezTo>
                    <a:pt x="21753" y="39810"/>
                    <a:pt x="13782" y="53133"/>
                    <a:pt x="6266" y="60461"/>
                  </a:cubicBezTo>
                  <a:cubicBezTo>
                    <a:pt x="3761" y="62904"/>
                    <a:pt x="3761" y="63348"/>
                    <a:pt x="3761" y="64014"/>
                  </a:cubicBezTo>
                  <a:cubicBezTo>
                    <a:pt x="3761" y="65568"/>
                    <a:pt x="4900" y="66456"/>
                    <a:pt x="6038" y="66456"/>
                  </a:cubicBezTo>
                  <a:cubicBezTo>
                    <a:pt x="8544" y="66456"/>
                    <a:pt x="26763" y="49358"/>
                    <a:pt x="26763" y="2337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6" name="Freeform: Shape 125">
              <a:extLst>
                <a:ext uri="{FF2B5EF4-FFF2-40B4-BE49-F238E27FC236}">
                  <a16:creationId xmlns:a16="http://schemas.microsoft.com/office/drawing/2014/main" id="{A009A87C-231E-354C-1C0C-F1D55C0935A4}"/>
                </a:ext>
              </a:extLst>
            </p:cNvPr>
            <p:cNvSpPr/>
            <p:nvPr>
              <p:custDataLst>
                <p:tags r:id="rId15"/>
              </p:custDataLst>
            </p:nvPr>
          </p:nvSpPr>
          <p:spPr>
            <a:xfrm>
              <a:off x="7237625" y="7071655"/>
              <a:ext cx="151450" cy="151661"/>
            </a:xfrm>
            <a:custGeom>
              <a:avLst/>
              <a:gdLst>
                <a:gd name="connsiteX0" fmla="*/ 150889 w 151450"/>
                <a:gd name="connsiteY0" fmla="*/ 5392 h 151661"/>
                <a:gd name="connsiteX1" fmla="*/ 151572 w 151450"/>
                <a:gd name="connsiteY1" fmla="*/ 2061 h 151661"/>
                <a:gd name="connsiteX2" fmla="*/ 145879 w 151450"/>
                <a:gd name="connsiteY2" fmla="*/ 63 h 151661"/>
                <a:gd name="connsiteX3" fmla="*/ 49770 w 151450"/>
                <a:gd name="connsiteY3" fmla="*/ 63 h 151661"/>
                <a:gd name="connsiteX4" fmla="*/ 42710 w 151450"/>
                <a:gd name="connsiteY4" fmla="*/ 4504 h 151661"/>
                <a:gd name="connsiteX5" fmla="*/ 30184 w 151450"/>
                <a:gd name="connsiteY5" fmla="*/ 44473 h 151661"/>
                <a:gd name="connsiteX6" fmla="*/ 29501 w 151450"/>
                <a:gd name="connsiteY6" fmla="*/ 47582 h 151661"/>
                <a:gd name="connsiteX7" fmla="*/ 32234 w 151450"/>
                <a:gd name="connsiteY7" fmla="*/ 50025 h 151661"/>
                <a:gd name="connsiteX8" fmla="*/ 35194 w 151450"/>
                <a:gd name="connsiteY8" fmla="*/ 47804 h 151661"/>
                <a:gd name="connsiteX9" fmla="*/ 91220 w 151450"/>
                <a:gd name="connsiteY9" fmla="*/ 6946 h 151661"/>
                <a:gd name="connsiteX10" fmla="*/ 128342 w 151450"/>
                <a:gd name="connsiteY10" fmla="*/ 6946 h 151661"/>
                <a:gd name="connsiteX11" fmla="*/ 1032 w 151450"/>
                <a:gd name="connsiteY11" fmla="*/ 145729 h 151661"/>
                <a:gd name="connsiteX12" fmla="*/ 121 w 151450"/>
                <a:gd name="connsiteY12" fmla="*/ 149726 h 151661"/>
                <a:gd name="connsiteX13" fmla="*/ 5815 w 151450"/>
                <a:gd name="connsiteY13" fmla="*/ 151724 h 151661"/>
                <a:gd name="connsiteX14" fmla="*/ 104885 w 151450"/>
                <a:gd name="connsiteY14" fmla="*/ 151724 h 151661"/>
                <a:gd name="connsiteX15" fmla="*/ 111945 w 151450"/>
                <a:gd name="connsiteY15" fmla="*/ 147283 h 151661"/>
                <a:gd name="connsiteX16" fmla="*/ 128115 w 151450"/>
                <a:gd name="connsiteY16" fmla="*/ 98210 h 151661"/>
                <a:gd name="connsiteX17" fmla="*/ 129026 w 151450"/>
                <a:gd name="connsiteY17" fmla="*/ 94879 h 151661"/>
                <a:gd name="connsiteX18" fmla="*/ 126065 w 151450"/>
                <a:gd name="connsiteY18" fmla="*/ 92437 h 151661"/>
                <a:gd name="connsiteX19" fmla="*/ 122193 w 151450"/>
                <a:gd name="connsiteY19" fmla="*/ 97988 h 151661"/>
                <a:gd name="connsiteX20" fmla="*/ 62524 w 151450"/>
                <a:gd name="connsiteY20" fmla="*/ 144175 h 151661"/>
                <a:gd name="connsiteX21" fmla="*/ 23579 w 151450"/>
                <a:gd name="connsiteY21" fmla="*/ 144175 h 151661"/>
                <a:gd name="connsiteX22" fmla="*/ 150889 w 151450"/>
                <a:gd name="connsiteY22" fmla="*/ 5392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1450" h="151661">
                  <a:moveTo>
                    <a:pt x="150889" y="5392"/>
                  </a:moveTo>
                  <a:cubicBezTo>
                    <a:pt x="151117" y="4504"/>
                    <a:pt x="151572" y="3394"/>
                    <a:pt x="151572" y="2061"/>
                  </a:cubicBezTo>
                  <a:cubicBezTo>
                    <a:pt x="151572" y="63"/>
                    <a:pt x="150434" y="63"/>
                    <a:pt x="145879" y="63"/>
                  </a:cubicBezTo>
                  <a:lnTo>
                    <a:pt x="49770" y="63"/>
                  </a:lnTo>
                  <a:cubicBezTo>
                    <a:pt x="44304" y="63"/>
                    <a:pt x="44076" y="285"/>
                    <a:pt x="42710" y="4504"/>
                  </a:cubicBezTo>
                  <a:lnTo>
                    <a:pt x="30184" y="44473"/>
                  </a:lnTo>
                  <a:cubicBezTo>
                    <a:pt x="29728" y="45583"/>
                    <a:pt x="29501" y="47138"/>
                    <a:pt x="29501" y="47582"/>
                  </a:cubicBezTo>
                  <a:cubicBezTo>
                    <a:pt x="29501" y="47804"/>
                    <a:pt x="29501" y="50025"/>
                    <a:pt x="32234" y="50025"/>
                  </a:cubicBezTo>
                  <a:cubicBezTo>
                    <a:pt x="34283" y="50025"/>
                    <a:pt x="34739" y="48470"/>
                    <a:pt x="35194" y="47804"/>
                  </a:cubicBezTo>
                  <a:cubicBezTo>
                    <a:pt x="43849" y="21602"/>
                    <a:pt x="55691" y="6946"/>
                    <a:pt x="91220" y="6946"/>
                  </a:cubicBezTo>
                  <a:lnTo>
                    <a:pt x="128342" y="6946"/>
                  </a:lnTo>
                  <a:lnTo>
                    <a:pt x="1032" y="145729"/>
                  </a:lnTo>
                  <a:cubicBezTo>
                    <a:pt x="1032" y="145951"/>
                    <a:pt x="121" y="149060"/>
                    <a:pt x="121" y="149726"/>
                  </a:cubicBezTo>
                  <a:cubicBezTo>
                    <a:pt x="121" y="151724"/>
                    <a:pt x="1716" y="151724"/>
                    <a:pt x="5815" y="151724"/>
                  </a:cubicBezTo>
                  <a:lnTo>
                    <a:pt x="104885" y="151724"/>
                  </a:lnTo>
                  <a:cubicBezTo>
                    <a:pt x="110350" y="151724"/>
                    <a:pt x="110578" y="151502"/>
                    <a:pt x="111945" y="147283"/>
                  </a:cubicBezTo>
                  <a:lnTo>
                    <a:pt x="128115" y="98210"/>
                  </a:lnTo>
                  <a:cubicBezTo>
                    <a:pt x="128342" y="97322"/>
                    <a:pt x="129026" y="95767"/>
                    <a:pt x="129026" y="94879"/>
                  </a:cubicBezTo>
                  <a:cubicBezTo>
                    <a:pt x="129026" y="93769"/>
                    <a:pt x="128115" y="92437"/>
                    <a:pt x="126065" y="92437"/>
                  </a:cubicBezTo>
                  <a:cubicBezTo>
                    <a:pt x="124015" y="92437"/>
                    <a:pt x="123787" y="93325"/>
                    <a:pt x="122193" y="97988"/>
                  </a:cubicBezTo>
                  <a:cubicBezTo>
                    <a:pt x="112172" y="128187"/>
                    <a:pt x="101241" y="144175"/>
                    <a:pt x="62524" y="144175"/>
                  </a:cubicBezTo>
                  <a:lnTo>
                    <a:pt x="23579" y="144175"/>
                  </a:lnTo>
                  <a:lnTo>
                    <a:pt x="150889" y="5392"/>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7" name="Freeform: Shape 126">
              <a:extLst>
                <a:ext uri="{FF2B5EF4-FFF2-40B4-BE49-F238E27FC236}">
                  <a16:creationId xmlns:a16="http://schemas.microsoft.com/office/drawing/2014/main" id="{0C39AD8A-2FBB-41CF-C231-8024E6D5AF87}"/>
                </a:ext>
              </a:extLst>
            </p:cNvPr>
            <p:cNvSpPr/>
            <p:nvPr>
              <p:custDataLst>
                <p:tags r:id="rId16"/>
              </p:custDataLst>
            </p:nvPr>
          </p:nvSpPr>
          <p:spPr>
            <a:xfrm>
              <a:off x="7387377" y="7153570"/>
              <a:ext cx="48304" cy="104608"/>
            </a:xfrm>
            <a:custGeom>
              <a:avLst/>
              <a:gdLst>
                <a:gd name="connsiteX0" fmla="*/ 44288 w 48304"/>
                <a:gd name="connsiteY0" fmla="*/ 5971 h 104608"/>
                <a:gd name="connsiteX1" fmla="*/ 37911 w 48304"/>
                <a:gd name="connsiteY1" fmla="*/ 64 h 104608"/>
                <a:gd name="connsiteX2" fmla="*/ 28984 w 48304"/>
                <a:gd name="connsiteY2" fmla="*/ 8613 h 104608"/>
                <a:gd name="connsiteX3" fmla="*/ 35361 w 48304"/>
                <a:gd name="connsiteY3" fmla="*/ 14520 h 104608"/>
                <a:gd name="connsiteX4" fmla="*/ 44288 w 48304"/>
                <a:gd name="connsiteY4" fmla="*/ 5971 h 104608"/>
                <a:gd name="connsiteX5" fmla="*/ 11766 w 48304"/>
                <a:gd name="connsiteY5" fmla="*/ 84933 h 104608"/>
                <a:gd name="connsiteX6" fmla="*/ 10331 w 48304"/>
                <a:gd name="connsiteY6" fmla="*/ 91461 h 104608"/>
                <a:gd name="connsiteX7" fmla="*/ 25476 w 48304"/>
                <a:gd name="connsiteY7" fmla="*/ 104673 h 104608"/>
                <a:gd name="connsiteX8" fmla="*/ 48433 w 48304"/>
                <a:gd name="connsiteY8" fmla="*/ 80891 h 104608"/>
                <a:gd name="connsiteX9" fmla="*/ 45882 w 48304"/>
                <a:gd name="connsiteY9" fmla="*/ 78871 h 104608"/>
                <a:gd name="connsiteX10" fmla="*/ 42853 w 48304"/>
                <a:gd name="connsiteY10" fmla="*/ 81513 h 104608"/>
                <a:gd name="connsiteX11" fmla="*/ 25955 w 48304"/>
                <a:gd name="connsiteY11" fmla="*/ 100321 h 104608"/>
                <a:gd name="connsiteX12" fmla="*/ 21969 w 48304"/>
                <a:gd name="connsiteY12" fmla="*/ 94881 h 104608"/>
                <a:gd name="connsiteX13" fmla="*/ 24520 w 48304"/>
                <a:gd name="connsiteY13" fmla="*/ 84933 h 104608"/>
                <a:gd name="connsiteX14" fmla="*/ 29621 w 48304"/>
                <a:gd name="connsiteY14" fmla="*/ 72498 h 104608"/>
                <a:gd name="connsiteX15" fmla="*/ 37433 w 48304"/>
                <a:gd name="connsiteY15" fmla="*/ 52757 h 104608"/>
                <a:gd name="connsiteX16" fmla="*/ 38390 w 48304"/>
                <a:gd name="connsiteY16" fmla="*/ 47783 h 104608"/>
                <a:gd name="connsiteX17" fmla="*/ 23244 w 48304"/>
                <a:gd name="connsiteY17" fmla="*/ 34571 h 104608"/>
                <a:gd name="connsiteX18" fmla="*/ 128 w 48304"/>
                <a:gd name="connsiteY18" fmla="*/ 58353 h 104608"/>
                <a:gd name="connsiteX19" fmla="*/ 2838 w 48304"/>
                <a:gd name="connsiteY19" fmla="*/ 60374 h 104608"/>
                <a:gd name="connsiteX20" fmla="*/ 5708 w 48304"/>
                <a:gd name="connsiteY20" fmla="*/ 57887 h 104608"/>
                <a:gd name="connsiteX21" fmla="*/ 22766 w 48304"/>
                <a:gd name="connsiteY21" fmla="*/ 38923 h 104608"/>
                <a:gd name="connsiteX22" fmla="*/ 26752 w 48304"/>
                <a:gd name="connsiteY22" fmla="*/ 44364 h 104608"/>
                <a:gd name="connsiteX23" fmla="*/ 21810 w 48304"/>
                <a:gd name="connsiteY23" fmla="*/ 59907 h 104608"/>
                <a:gd name="connsiteX24" fmla="*/ 11766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288" y="5971"/>
                  </a:moveTo>
                  <a:cubicBezTo>
                    <a:pt x="44288" y="3484"/>
                    <a:pt x="42375" y="64"/>
                    <a:pt x="37911" y="64"/>
                  </a:cubicBezTo>
                  <a:cubicBezTo>
                    <a:pt x="33607" y="64"/>
                    <a:pt x="28984" y="4106"/>
                    <a:pt x="28984" y="8613"/>
                  </a:cubicBezTo>
                  <a:cubicBezTo>
                    <a:pt x="28984" y="11256"/>
                    <a:pt x="31056" y="14520"/>
                    <a:pt x="35361" y="14520"/>
                  </a:cubicBezTo>
                  <a:cubicBezTo>
                    <a:pt x="39984" y="14520"/>
                    <a:pt x="44288" y="10168"/>
                    <a:pt x="44288" y="5971"/>
                  </a:cubicBezTo>
                  <a:close/>
                  <a:moveTo>
                    <a:pt x="11766" y="84933"/>
                  </a:moveTo>
                  <a:cubicBezTo>
                    <a:pt x="11128" y="86953"/>
                    <a:pt x="10331" y="88819"/>
                    <a:pt x="10331" y="91461"/>
                  </a:cubicBezTo>
                  <a:cubicBezTo>
                    <a:pt x="10331" y="98767"/>
                    <a:pt x="16708" y="104673"/>
                    <a:pt x="25476" y="104673"/>
                  </a:cubicBezTo>
                  <a:cubicBezTo>
                    <a:pt x="41419" y="104673"/>
                    <a:pt x="48433" y="83223"/>
                    <a:pt x="48433" y="80891"/>
                  </a:cubicBezTo>
                  <a:cubicBezTo>
                    <a:pt x="48433" y="78871"/>
                    <a:pt x="46361" y="78871"/>
                    <a:pt x="45882" y="78871"/>
                  </a:cubicBezTo>
                  <a:cubicBezTo>
                    <a:pt x="43650" y="78871"/>
                    <a:pt x="43491" y="79803"/>
                    <a:pt x="42853" y="81513"/>
                  </a:cubicBezTo>
                  <a:cubicBezTo>
                    <a:pt x="39187" y="93948"/>
                    <a:pt x="32172" y="100321"/>
                    <a:pt x="25955" y="100321"/>
                  </a:cubicBezTo>
                  <a:cubicBezTo>
                    <a:pt x="22766" y="100321"/>
                    <a:pt x="21969" y="98300"/>
                    <a:pt x="21969" y="94881"/>
                  </a:cubicBezTo>
                  <a:cubicBezTo>
                    <a:pt x="21969" y="91306"/>
                    <a:pt x="23085" y="88352"/>
                    <a:pt x="24520" y="84933"/>
                  </a:cubicBezTo>
                  <a:cubicBezTo>
                    <a:pt x="26114" y="80736"/>
                    <a:pt x="27868" y="76539"/>
                    <a:pt x="29621" y="72498"/>
                  </a:cubicBezTo>
                  <a:cubicBezTo>
                    <a:pt x="31056" y="68767"/>
                    <a:pt x="36795" y="54622"/>
                    <a:pt x="37433" y="52757"/>
                  </a:cubicBezTo>
                  <a:cubicBezTo>
                    <a:pt x="37911" y="51203"/>
                    <a:pt x="38390" y="49338"/>
                    <a:pt x="38390" y="47783"/>
                  </a:cubicBezTo>
                  <a:cubicBezTo>
                    <a:pt x="38390" y="40478"/>
                    <a:pt x="32013" y="34571"/>
                    <a:pt x="23244" y="34571"/>
                  </a:cubicBezTo>
                  <a:cubicBezTo>
                    <a:pt x="7462" y="34571"/>
                    <a:pt x="128" y="55711"/>
                    <a:pt x="128" y="58353"/>
                  </a:cubicBezTo>
                  <a:cubicBezTo>
                    <a:pt x="128" y="60374"/>
                    <a:pt x="2360" y="60374"/>
                    <a:pt x="2838" y="60374"/>
                  </a:cubicBezTo>
                  <a:cubicBezTo>
                    <a:pt x="5070" y="60374"/>
                    <a:pt x="5230" y="59596"/>
                    <a:pt x="5708" y="57887"/>
                  </a:cubicBezTo>
                  <a:cubicBezTo>
                    <a:pt x="9853" y="44519"/>
                    <a:pt x="16868" y="38923"/>
                    <a:pt x="22766" y="38923"/>
                  </a:cubicBezTo>
                  <a:cubicBezTo>
                    <a:pt x="25317" y="38923"/>
                    <a:pt x="26752" y="40167"/>
                    <a:pt x="26752" y="44364"/>
                  </a:cubicBezTo>
                  <a:cubicBezTo>
                    <a:pt x="26752" y="47939"/>
                    <a:pt x="25795" y="50270"/>
                    <a:pt x="21810" y="59907"/>
                  </a:cubicBezTo>
                  <a:lnTo>
                    <a:pt x="11766"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8" name="Freeform: Shape 127">
              <a:extLst>
                <a:ext uri="{FF2B5EF4-FFF2-40B4-BE49-F238E27FC236}">
                  <a16:creationId xmlns:a16="http://schemas.microsoft.com/office/drawing/2014/main" id="{AB7C898A-A11E-C570-11E0-6312F61FD431}"/>
                </a:ext>
              </a:extLst>
            </p:cNvPr>
            <p:cNvSpPr/>
            <p:nvPr>
              <p:custDataLst>
                <p:tags r:id="rId17"/>
              </p:custDataLst>
            </p:nvPr>
          </p:nvSpPr>
          <p:spPr>
            <a:xfrm>
              <a:off x="7468689" y="7056778"/>
              <a:ext cx="52837" cy="222052"/>
            </a:xfrm>
            <a:custGeom>
              <a:avLst/>
              <a:gdLst>
                <a:gd name="connsiteX0" fmla="*/ 52969 w 52837"/>
                <a:gd name="connsiteY0" fmla="*/ 111089 h 222052"/>
                <a:gd name="connsiteX1" fmla="*/ 37937 w 52837"/>
                <a:gd name="connsiteY1" fmla="*/ 41809 h 222052"/>
                <a:gd name="connsiteX2" fmla="*/ 2409 w 52837"/>
                <a:gd name="connsiteY2" fmla="*/ 63 h 222052"/>
                <a:gd name="connsiteX3" fmla="*/ 132 w 52837"/>
                <a:gd name="connsiteY3" fmla="*/ 2283 h 222052"/>
                <a:gd name="connsiteX4" fmla="*/ 4459 w 52837"/>
                <a:gd name="connsiteY4" fmla="*/ 7390 h 222052"/>
                <a:gd name="connsiteX5" fmla="*/ 39759 w 52837"/>
                <a:gd name="connsiteY5" fmla="*/ 111089 h 222052"/>
                <a:gd name="connsiteX6" fmla="*/ 3092 w 52837"/>
                <a:gd name="connsiteY6" fmla="*/ 216120 h 222052"/>
                <a:gd name="connsiteX7" fmla="*/ 132 w 52837"/>
                <a:gd name="connsiteY7" fmla="*/ 219895 h 222052"/>
                <a:gd name="connsiteX8" fmla="*/ 2409 w 52837"/>
                <a:gd name="connsiteY8" fmla="*/ 222115 h 222052"/>
                <a:gd name="connsiteX9" fmla="*/ 38621 w 52837"/>
                <a:gd name="connsiteY9" fmla="*/ 178815 h 222052"/>
                <a:gd name="connsiteX10" fmla="*/ 52969 w 52837"/>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2969" y="111089"/>
                  </a:moveTo>
                  <a:cubicBezTo>
                    <a:pt x="52969" y="93769"/>
                    <a:pt x="50463" y="66901"/>
                    <a:pt x="37937" y="41809"/>
                  </a:cubicBezTo>
                  <a:cubicBezTo>
                    <a:pt x="24273" y="14496"/>
                    <a:pt x="4687" y="63"/>
                    <a:pt x="2409" y="63"/>
                  </a:cubicBezTo>
                  <a:cubicBezTo>
                    <a:pt x="1043" y="63"/>
                    <a:pt x="132" y="951"/>
                    <a:pt x="132" y="2283"/>
                  </a:cubicBezTo>
                  <a:cubicBezTo>
                    <a:pt x="132" y="2949"/>
                    <a:pt x="132" y="3394"/>
                    <a:pt x="4459" y="7390"/>
                  </a:cubicBezTo>
                  <a:cubicBezTo>
                    <a:pt x="26778" y="29374"/>
                    <a:pt x="39759" y="64680"/>
                    <a:pt x="39759" y="111089"/>
                  </a:cubicBezTo>
                  <a:cubicBezTo>
                    <a:pt x="39759" y="149060"/>
                    <a:pt x="31333" y="188141"/>
                    <a:pt x="3092" y="216120"/>
                  </a:cubicBezTo>
                  <a:cubicBezTo>
                    <a:pt x="132" y="218784"/>
                    <a:pt x="132" y="219228"/>
                    <a:pt x="132" y="219895"/>
                  </a:cubicBezTo>
                  <a:cubicBezTo>
                    <a:pt x="132" y="221227"/>
                    <a:pt x="1043" y="222115"/>
                    <a:pt x="2409" y="222115"/>
                  </a:cubicBezTo>
                  <a:cubicBezTo>
                    <a:pt x="4687" y="222115"/>
                    <a:pt x="25184" y="207016"/>
                    <a:pt x="38621" y="178815"/>
                  </a:cubicBezTo>
                  <a:cubicBezTo>
                    <a:pt x="50236" y="154389"/>
                    <a:pt x="52969" y="129741"/>
                    <a:pt x="52969"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29" name="Freeform: Shape 128">
              <a:extLst>
                <a:ext uri="{FF2B5EF4-FFF2-40B4-BE49-F238E27FC236}">
                  <a16:creationId xmlns:a16="http://schemas.microsoft.com/office/drawing/2014/main" id="{0D6E75FD-1189-283F-CB22-2630ECEACD70}"/>
                </a:ext>
              </a:extLst>
            </p:cNvPr>
            <p:cNvSpPr/>
            <p:nvPr>
              <p:custDataLst>
                <p:tags r:id="rId18"/>
              </p:custDataLst>
            </p:nvPr>
          </p:nvSpPr>
          <p:spPr>
            <a:xfrm>
              <a:off x="7620291" y="7141824"/>
              <a:ext cx="151450" cy="51960"/>
            </a:xfrm>
            <a:custGeom>
              <a:avLst/>
              <a:gdLst>
                <a:gd name="connsiteX0" fmla="*/ 143846 w 151450"/>
                <a:gd name="connsiteY0" fmla="*/ 8945 h 51960"/>
                <a:gd name="connsiteX1" fmla="*/ 151589 w 151450"/>
                <a:gd name="connsiteY1" fmla="*/ 4504 h 51960"/>
                <a:gd name="connsiteX2" fmla="*/ 144074 w 151450"/>
                <a:gd name="connsiteY2" fmla="*/ 63 h 51960"/>
                <a:gd name="connsiteX3" fmla="*/ 7654 w 151450"/>
                <a:gd name="connsiteY3" fmla="*/ 63 h 51960"/>
                <a:gd name="connsiteX4" fmla="*/ 138 w 151450"/>
                <a:gd name="connsiteY4" fmla="*/ 4504 h 51960"/>
                <a:gd name="connsiteX5" fmla="*/ 7882 w 151450"/>
                <a:gd name="connsiteY5" fmla="*/ 8945 h 51960"/>
                <a:gd name="connsiteX6" fmla="*/ 143846 w 151450"/>
                <a:gd name="connsiteY6" fmla="*/ 8945 h 51960"/>
                <a:gd name="connsiteX7" fmla="*/ 144074 w 151450"/>
                <a:gd name="connsiteY7" fmla="*/ 52023 h 51960"/>
                <a:gd name="connsiteX8" fmla="*/ 151589 w 151450"/>
                <a:gd name="connsiteY8" fmla="*/ 47582 h 51960"/>
                <a:gd name="connsiteX9" fmla="*/ 143846 w 151450"/>
                <a:gd name="connsiteY9" fmla="*/ 43141 h 51960"/>
                <a:gd name="connsiteX10" fmla="*/ 7882 w 151450"/>
                <a:gd name="connsiteY10" fmla="*/ 43141 h 51960"/>
                <a:gd name="connsiteX11" fmla="*/ 138 w 151450"/>
                <a:gd name="connsiteY11" fmla="*/ 47582 h 51960"/>
                <a:gd name="connsiteX12" fmla="*/ 7654 w 151450"/>
                <a:gd name="connsiteY12" fmla="*/ 52023 h 51960"/>
                <a:gd name="connsiteX13" fmla="*/ 144074 w 151450"/>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0" h="51960">
                  <a:moveTo>
                    <a:pt x="143846" y="8945"/>
                  </a:moveTo>
                  <a:cubicBezTo>
                    <a:pt x="147262" y="8945"/>
                    <a:pt x="151589" y="8945"/>
                    <a:pt x="151589" y="4504"/>
                  </a:cubicBezTo>
                  <a:cubicBezTo>
                    <a:pt x="151589" y="63"/>
                    <a:pt x="147262" y="63"/>
                    <a:pt x="144074" y="63"/>
                  </a:cubicBezTo>
                  <a:lnTo>
                    <a:pt x="7654" y="63"/>
                  </a:lnTo>
                  <a:cubicBezTo>
                    <a:pt x="4465" y="63"/>
                    <a:pt x="138" y="63"/>
                    <a:pt x="138" y="4504"/>
                  </a:cubicBezTo>
                  <a:cubicBezTo>
                    <a:pt x="138" y="8945"/>
                    <a:pt x="4465" y="8945"/>
                    <a:pt x="7882" y="8945"/>
                  </a:cubicBezTo>
                  <a:lnTo>
                    <a:pt x="143846" y="8945"/>
                  </a:lnTo>
                  <a:close/>
                  <a:moveTo>
                    <a:pt x="144074" y="52023"/>
                  </a:moveTo>
                  <a:cubicBezTo>
                    <a:pt x="147262" y="52023"/>
                    <a:pt x="151589" y="52023"/>
                    <a:pt x="151589" y="47582"/>
                  </a:cubicBezTo>
                  <a:cubicBezTo>
                    <a:pt x="151589" y="43141"/>
                    <a:pt x="147262" y="43141"/>
                    <a:pt x="143846" y="43141"/>
                  </a:cubicBezTo>
                  <a:lnTo>
                    <a:pt x="7882" y="43141"/>
                  </a:lnTo>
                  <a:cubicBezTo>
                    <a:pt x="4465" y="43141"/>
                    <a:pt x="138" y="43141"/>
                    <a:pt x="138" y="47582"/>
                  </a:cubicBezTo>
                  <a:cubicBezTo>
                    <a:pt x="138" y="52023"/>
                    <a:pt x="4465" y="52023"/>
                    <a:pt x="7654" y="52023"/>
                  </a:cubicBezTo>
                  <a:lnTo>
                    <a:pt x="144074" y="5202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0" name="Freeform: Shape 129">
              <a:extLst>
                <a:ext uri="{FF2B5EF4-FFF2-40B4-BE49-F238E27FC236}">
                  <a16:creationId xmlns:a16="http://schemas.microsoft.com/office/drawing/2014/main" id="{6084B230-606D-CF7D-2059-3D544DE3E2B6}"/>
                </a:ext>
              </a:extLst>
            </p:cNvPr>
            <p:cNvSpPr/>
            <p:nvPr>
              <p:custDataLst>
                <p:tags r:id="rId19"/>
              </p:custDataLst>
            </p:nvPr>
          </p:nvSpPr>
          <p:spPr>
            <a:xfrm>
              <a:off x="7858639" y="7069213"/>
              <a:ext cx="83810" cy="156546"/>
            </a:xfrm>
            <a:custGeom>
              <a:avLst/>
              <a:gdLst>
                <a:gd name="connsiteX0" fmla="*/ 43876 w 83810"/>
                <a:gd name="connsiteY0" fmla="*/ 2505 h 156546"/>
                <a:gd name="connsiteX1" fmla="*/ 40915 w 83810"/>
                <a:gd name="connsiteY1" fmla="*/ 63 h 156546"/>
                <a:gd name="connsiteX2" fmla="*/ 13130 w 83810"/>
                <a:gd name="connsiteY2" fmla="*/ 2283 h 156546"/>
                <a:gd name="connsiteX3" fmla="*/ 8803 w 83810"/>
                <a:gd name="connsiteY3" fmla="*/ 6724 h 156546"/>
                <a:gd name="connsiteX4" fmla="*/ 14269 w 83810"/>
                <a:gd name="connsiteY4" fmla="*/ 9389 h 156546"/>
                <a:gd name="connsiteX5" fmla="*/ 25656 w 83810"/>
                <a:gd name="connsiteY5" fmla="*/ 13164 h 156546"/>
                <a:gd name="connsiteX6" fmla="*/ 22468 w 83810"/>
                <a:gd name="connsiteY6" fmla="*/ 26931 h 156546"/>
                <a:gd name="connsiteX7" fmla="*/ 3793 w 83810"/>
                <a:gd name="connsiteY7" fmla="*/ 99320 h 156546"/>
                <a:gd name="connsiteX8" fmla="*/ 149 w 83810"/>
                <a:gd name="connsiteY8" fmla="*/ 121747 h 156546"/>
                <a:gd name="connsiteX9" fmla="*/ 29072 w 83810"/>
                <a:gd name="connsiteY9" fmla="*/ 156610 h 156546"/>
                <a:gd name="connsiteX10" fmla="*/ 83959 w 83810"/>
                <a:gd name="connsiteY10" fmla="*/ 91548 h 156546"/>
                <a:gd name="connsiteX11" fmla="*/ 53669 w 83810"/>
                <a:gd name="connsiteY11" fmla="*/ 56020 h 156546"/>
                <a:gd name="connsiteX12" fmla="*/ 27023 w 83810"/>
                <a:gd name="connsiteY12" fmla="*/ 69343 h 156546"/>
                <a:gd name="connsiteX13" fmla="*/ 43876 w 83810"/>
                <a:gd name="connsiteY13" fmla="*/ 2505 h 156546"/>
                <a:gd name="connsiteX14" fmla="*/ 22468 w 83810"/>
                <a:gd name="connsiteY14" fmla="*/ 86441 h 156546"/>
                <a:gd name="connsiteX15" fmla="*/ 25884 w 83810"/>
                <a:gd name="connsiteY15" fmla="*/ 78669 h 156546"/>
                <a:gd name="connsiteX16" fmla="*/ 53214 w 83810"/>
                <a:gd name="connsiteY16" fmla="*/ 60905 h 156546"/>
                <a:gd name="connsiteX17" fmla="*/ 67562 w 83810"/>
                <a:gd name="connsiteY17" fmla="*/ 81778 h 156546"/>
                <a:gd name="connsiteX18" fmla="*/ 55946 w 83810"/>
                <a:gd name="connsiteY18" fmla="*/ 128853 h 156546"/>
                <a:gd name="connsiteX19" fmla="*/ 29072 w 83810"/>
                <a:gd name="connsiteY19" fmla="*/ 151724 h 156546"/>
                <a:gd name="connsiteX20" fmla="*/ 13813 w 83810"/>
                <a:gd name="connsiteY20" fmla="*/ 129297 h 156546"/>
                <a:gd name="connsiteX21" fmla="*/ 17457 w 83810"/>
                <a:gd name="connsiteY21" fmla="*/ 106870 h 156546"/>
                <a:gd name="connsiteX22" fmla="*/ 22468 w 83810"/>
                <a:gd name="connsiteY22" fmla="*/ 86441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810" h="156546">
                  <a:moveTo>
                    <a:pt x="43876" y="2505"/>
                  </a:moveTo>
                  <a:cubicBezTo>
                    <a:pt x="43876" y="2283"/>
                    <a:pt x="43876" y="63"/>
                    <a:pt x="40915" y="63"/>
                  </a:cubicBezTo>
                  <a:cubicBezTo>
                    <a:pt x="35677" y="63"/>
                    <a:pt x="19052" y="1839"/>
                    <a:pt x="13130" y="2283"/>
                  </a:cubicBezTo>
                  <a:cubicBezTo>
                    <a:pt x="11308" y="2505"/>
                    <a:pt x="8803" y="2727"/>
                    <a:pt x="8803" y="6724"/>
                  </a:cubicBezTo>
                  <a:cubicBezTo>
                    <a:pt x="8803" y="9389"/>
                    <a:pt x="10853" y="9389"/>
                    <a:pt x="14269" y="9389"/>
                  </a:cubicBezTo>
                  <a:cubicBezTo>
                    <a:pt x="25201" y="9389"/>
                    <a:pt x="25656" y="10943"/>
                    <a:pt x="25656" y="13164"/>
                  </a:cubicBezTo>
                  <a:cubicBezTo>
                    <a:pt x="25656" y="14718"/>
                    <a:pt x="23607" y="22268"/>
                    <a:pt x="22468" y="26931"/>
                  </a:cubicBezTo>
                  <a:lnTo>
                    <a:pt x="3793" y="99320"/>
                  </a:lnTo>
                  <a:cubicBezTo>
                    <a:pt x="1060" y="110423"/>
                    <a:pt x="149" y="113976"/>
                    <a:pt x="149" y="121747"/>
                  </a:cubicBezTo>
                  <a:cubicBezTo>
                    <a:pt x="149" y="142842"/>
                    <a:pt x="12219" y="156610"/>
                    <a:pt x="29072" y="156610"/>
                  </a:cubicBezTo>
                  <a:cubicBezTo>
                    <a:pt x="55946" y="156610"/>
                    <a:pt x="83959" y="123524"/>
                    <a:pt x="83959" y="91548"/>
                  </a:cubicBezTo>
                  <a:cubicBezTo>
                    <a:pt x="83959" y="71342"/>
                    <a:pt x="71889" y="56020"/>
                    <a:pt x="53669" y="56020"/>
                  </a:cubicBezTo>
                  <a:cubicBezTo>
                    <a:pt x="43193" y="56020"/>
                    <a:pt x="33855" y="62459"/>
                    <a:pt x="27023" y="69343"/>
                  </a:cubicBezTo>
                  <a:lnTo>
                    <a:pt x="43876" y="2505"/>
                  </a:lnTo>
                  <a:close/>
                  <a:moveTo>
                    <a:pt x="22468" y="86441"/>
                  </a:moveTo>
                  <a:cubicBezTo>
                    <a:pt x="23834" y="81556"/>
                    <a:pt x="23834" y="81112"/>
                    <a:pt x="25884" y="78669"/>
                  </a:cubicBezTo>
                  <a:cubicBezTo>
                    <a:pt x="37044" y="64236"/>
                    <a:pt x="47292" y="60905"/>
                    <a:pt x="53214" y="60905"/>
                  </a:cubicBezTo>
                  <a:cubicBezTo>
                    <a:pt x="61412" y="60905"/>
                    <a:pt x="67562" y="67567"/>
                    <a:pt x="67562" y="81778"/>
                  </a:cubicBezTo>
                  <a:cubicBezTo>
                    <a:pt x="67562" y="94879"/>
                    <a:pt x="60046" y="120415"/>
                    <a:pt x="55946" y="128853"/>
                  </a:cubicBezTo>
                  <a:cubicBezTo>
                    <a:pt x="48431" y="143731"/>
                    <a:pt x="37955" y="151724"/>
                    <a:pt x="29072" y="151724"/>
                  </a:cubicBezTo>
                  <a:cubicBezTo>
                    <a:pt x="21329" y="151724"/>
                    <a:pt x="13813" y="145729"/>
                    <a:pt x="13813" y="129297"/>
                  </a:cubicBezTo>
                  <a:cubicBezTo>
                    <a:pt x="13813" y="125078"/>
                    <a:pt x="13813" y="120859"/>
                    <a:pt x="17457" y="106870"/>
                  </a:cubicBezTo>
                  <a:lnTo>
                    <a:pt x="22468" y="8644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1" name="Freeform: Shape 130">
              <a:extLst>
                <a:ext uri="{FF2B5EF4-FFF2-40B4-BE49-F238E27FC236}">
                  <a16:creationId xmlns:a16="http://schemas.microsoft.com/office/drawing/2014/main" id="{A1FF9B7C-1049-A53D-124C-7D4BAF25B011}"/>
                </a:ext>
              </a:extLst>
            </p:cNvPr>
            <p:cNvSpPr/>
            <p:nvPr>
              <p:custDataLst>
                <p:tags r:id="rId20"/>
              </p:custDataLst>
            </p:nvPr>
          </p:nvSpPr>
          <p:spPr>
            <a:xfrm>
              <a:off x="7954785" y="7069213"/>
              <a:ext cx="108406" cy="156546"/>
            </a:xfrm>
            <a:custGeom>
              <a:avLst/>
              <a:gdLst>
                <a:gd name="connsiteX0" fmla="*/ 108560 w 108406"/>
                <a:gd name="connsiteY0" fmla="*/ 2505 h 156546"/>
                <a:gd name="connsiteX1" fmla="*/ 105599 w 108406"/>
                <a:gd name="connsiteY1" fmla="*/ 63 h 156546"/>
                <a:gd name="connsiteX2" fmla="*/ 76676 w 108406"/>
                <a:gd name="connsiteY2" fmla="*/ 2505 h 156546"/>
                <a:gd name="connsiteX3" fmla="*/ 73487 w 108406"/>
                <a:gd name="connsiteY3" fmla="*/ 6724 h 156546"/>
                <a:gd name="connsiteX4" fmla="*/ 78953 w 108406"/>
                <a:gd name="connsiteY4" fmla="*/ 9389 h 156546"/>
                <a:gd name="connsiteX5" fmla="*/ 90340 w 108406"/>
                <a:gd name="connsiteY5" fmla="*/ 13164 h 156546"/>
                <a:gd name="connsiteX6" fmla="*/ 89657 w 108406"/>
                <a:gd name="connsiteY6" fmla="*/ 17605 h 156546"/>
                <a:gd name="connsiteX7" fmla="*/ 75992 w 108406"/>
                <a:gd name="connsiteY7" fmla="*/ 70231 h 156546"/>
                <a:gd name="connsiteX8" fmla="*/ 55040 w 108406"/>
                <a:gd name="connsiteY8" fmla="*/ 56020 h 156546"/>
                <a:gd name="connsiteX9" fmla="*/ 153 w 108406"/>
                <a:gd name="connsiteY9" fmla="*/ 121081 h 156546"/>
                <a:gd name="connsiteX10" fmla="*/ 30443 w 108406"/>
                <a:gd name="connsiteY10" fmla="*/ 156610 h 156546"/>
                <a:gd name="connsiteX11" fmla="*/ 60050 w 108406"/>
                <a:gd name="connsiteY11" fmla="*/ 139956 h 156546"/>
                <a:gd name="connsiteX12" fmla="*/ 80775 w 108406"/>
                <a:gd name="connsiteY12" fmla="*/ 156610 h 156546"/>
                <a:gd name="connsiteX13" fmla="*/ 97628 w 108406"/>
                <a:gd name="connsiteY13" fmla="*/ 144397 h 156546"/>
                <a:gd name="connsiteX14" fmla="*/ 104461 w 108406"/>
                <a:gd name="connsiteY14" fmla="*/ 122414 h 156546"/>
                <a:gd name="connsiteX15" fmla="*/ 101728 w 108406"/>
                <a:gd name="connsiteY15" fmla="*/ 120193 h 156546"/>
                <a:gd name="connsiteX16" fmla="*/ 98539 w 108406"/>
                <a:gd name="connsiteY16" fmla="*/ 124190 h 156546"/>
                <a:gd name="connsiteX17" fmla="*/ 81231 w 108406"/>
                <a:gd name="connsiteY17" fmla="*/ 151724 h 156546"/>
                <a:gd name="connsiteX18" fmla="*/ 74398 w 108406"/>
                <a:gd name="connsiteY18" fmla="*/ 141510 h 156546"/>
                <a:gd name="connsiteX19" fmla="*/ 75765 w 108406"/>
                <a:gd name="connsiteY19" fmla="*/ 130852 h 156546"/>
                <a:gd name="connsiteX20" fmla="*/ 108560 w 108406"/>
                <a:gd name="connsiteY20" fmla="*/ 2505 h 156546"/>
                <a:gd name="connsiteX21" fmla="*/ 61189 w 108406"/>
                <a:gd name="connsiteY21" fmla="*/ 127743 h 156546"/>
                <a:gd name="connsiteX22" fmla="*/ 56634 w 108406"/>
                <a:gd name="connsiteY22" fmla="*/ 135959 h 156546"/>
                <a:gd name="connsiteX23" fmla="*/ 30899 w 108406"/>
                <a:gd name="connsiteY23" fmla="*/ 151724 h 156546"/>
                <a:gd name="connsiteX24" fmla="*/ 16323 w 108406"/>
                <a:gd name="connsiteY24" fmla="*/ 130852 h 156546"/>
                <a:gd name="connsiteX25" fmla="*/ 28849 w 108406"/>
                <a:gd name="connsiteY25" fmla="*/ 82222 h 156546"/>
                <a:gd name="connsiteX26" fmla="*/ 55268 w 108406"/>
                <a:gd name="connsiteY26" fmla="*/ 60905 h 156546"/>
                <a:gd name="connsiteX27" fmla="*/ 73259 w 108406"/>
                <a:gd name="connsiteY27" fmla="*/ 80446 h 156546"/>
                <a:gd name="connsiteX28" fmla="*/ 72576 w 108406"/>
                <a:gd name="connsiteY28" fmla="*/ 84221 h 156546"/>
                <a:gd name="connsiteX29" fmla="*/ 61189 w 108406"/>
                <a:gd name="connsiteY29" fmla="*/ 127743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6" h="156546">
                  <a:moveTo>
                    <a:pt x="108560" y="2505"/>
                  </a:moveTo>
                  <a:cubicBezTo>
                    <a:pt x="108560" y="2283"/>
                    <a:pt x="108560" y="63"/>
                    <a:pt x="105599" y="63"/>
                  </a:cubicBezTo>
                  <a:cubicBezTo>
                    <a:pt x="102183" y="63"/>
                    <a:pt x="80547" y="2061"/>
                    <a:pt x="76676" y="2505"/>
                  </a:cubicBezTo>
                  <a:cubicBezTo>
                    <a:pt x="74854" y="2727"/>
                    <a:pt x="73487" y="3838"/>
                    <a:pt x="73487" y="6724"/>
                  </a:cubicBezTo>
                  <a:cubicBezTo>
                    <a:pt x="73487" y="9389"/>
                    <a:pt x="75537" y="9389"/>
                    <a:pt x="78953" y="9389"/>
                  </a:cubicBezTo>
                  <a:cubicBezTo>
                    <a:pt x="89885" y="9389"/>
                    <a:pt x="90340" y="10943"/>
                    <a:pt x="90340" y="13164"/>
                  </a:cubicBezTo>
                  <a:lnTo>
                    <a:pt x="89657" y="17605"/>
                  </a:lnTo>
                  <a:lnTo>
                    <a:pt x="75992" y="70231"/>
                  </a:lnTo>
                  <a:cubicBezTo>
                    <a:pt x="71893" y="62015"/>
                    <a:pt x="65288" y="56020"/>
                    <a:pt x="55040" y="56020"/>
                  </a:cubicBezTo>
                  <a:cubicBezTo>
                    <a:pt x="28393" y="56020"/>
                    <a:pt x="153" y="88662"/>
                    <a:pt x="153" y="121081"/>
                  </a:cubicBezTo>
                  <a:cubicBezTo>
                    <a:pt x="153" y="141954"/>
                    <a:pt x="12679" y="156610"/>
                    <a:pt x="30443" y="156610"/>
                  </a:cubicBezTo>
                  <a:cubicBezTo>
                    <a:pt x="34998" y="156610"/>
                    <a:pt x="46385" y="155721"/>
                    <a:pt x="60050" y="139956"/>
                  </a:cubicBezTo>
                  <a:cubicBezTo>
                    <a:pt x="61872" y="149282"/>
                    <a:pt x="69843" y="156610"/>
                    <a:pt x="80775" y="156610"/>
                  </a:cubicBezTo>
                  <a:cubicBezTo>
                    <a:pt x="88746" y="156610"/>
                    <a:pt x="93984" y="151502"/>
                    <a:pt x="97628" y="144397"/>
                  </a:cubicBezTo>
                  <a:cubicBezTo>
                    <a:pt x="101500" y="136403"/>
                    <a:pt x="104461" y="122858"/>
                    <a:pt x="104461" y="122414"/>
                  </a:cubicBezTo>
                  <a:cubicBezTo>
                    <a:pt x="104461" y="120193"/>
                    <a:pt x="102411" y="120193"/>
                    <a:pt x="101728" y="120193"/>
                  </a:cubicBezTo>
                  <a:cubicBezTo>
                    <a:pt x="99450" y="120193"/>
                    <a:pt x="99222" y="121081"/>
                    <a:pt x="98539" y="124190"/>
                  </a:cubicBezTo>
                  <a:cubicBezTo>
                    <a:pt x="94668" y="138623"/>
                    <a:pt x="90568" y="151724"/>
                    <a:pt x="81231" y="151724"/>
                  </a:cubicBezTo>
                  <a:cubicBezTo>
                    <a:pt x="75081" y="151724"/>
                    <a:pt x="74398" y="145951"/>
                    <a:pt x="74398" y="141510"/>
                  </a:cubicBezTo>
                  <a:cubicBezTo>
                    <a:pt x="74398" y="136181"/>
                    <a:pt x="74854" y="134626"/>
                    <a:pt x="75765" y="130852"/>
                  </a:cubicBezTo>
                  <a:lnTo>
                    <a:pt x="108560" y="2505"/>
                  </a:lnTo>
                  <a:close/>
                  <a:moveTo>
                    <a:pt x="61189" y="127743"/>
                  </a:moveTo>
                  <a:cubicBezTo>
                    <a:pt x="60050" y="131740"/>
                    <a:pt x="60050" y="132184"/>
                    <a:pt x="56634" y="135959"/>
                  </a:cubicBezTo>
                  <a:cubicBezTo>
                    <a:pt x="46613" y="148172"/>
                    <a:pt x="37276" y="151724"/>
                    <a:pt x="30899" y="151724"/>
                  </a:cubicBezTo>
                  <a:cubicBezTo>
                    <a:pt x="19511" y="151724"/>
                    <a:pt x="16323" y="139512"/>
                    <a:pt x="16323" y="130852"/>
                  </a:cubicBezTo>
                  <a:cubicBezTo>
                    <a:pt x="16323" y="119749"/>
                    <a:pt x="23611" y="92437"/>
                    <a:pt x="28849" y="82222"/>
                  </a:cubicBezTo>
                  <a:cubicBezTo>
                    <a:pt x="35909" y="69121"/>
                    <a:pt x="46158" y="60905"/>
                    <a:pt x="55268" y="60905"/>
                  </a:cubicBezTo>
                  <a:cubicBezTo>
                    <a:pt x="70071" y="60905"/>
                    <a:pt x="73259" y="79113"/>
                    <a:pt x="73259" y="80446"/>
                  </a:cubicBezTo>
                  <a:cubicBezTo>
                    <a:pt x="73259" y="81778"/>
                    <a:pt x="72804" y="83110"/>
                    <a:pt x="72576" y="84221"/>
                  </a:cubicBezTo>
                  <a:lnTo>
                    <a:pt x="61189" y="12774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2" name="Freeform: Shape 131">
              <a:extLst>
                <a:ext uri="{FF2B5EF4-FFF2-40B4-BE49-F238E27FC236}">
                  <a16:creationId xmlns:a16="http://schemas.microsoft.com/office/drawing/2014/main" id="{8AEA493C-1190-737A-0274-6BEE10DCC058}"/>
                </a:ext>
              </a:extLst>
            </p:cNvPr>
            <p:cNvSpPr/>
            <p:nvPr>
              <p:custDataLst>
                <p:tags r:id="rId21"/>
              </p:custDataLst>
            </p:nvPr>
          </p:nvSpPr>
          <p:spPr>
            <a:xfrm>
              <a:off x="8075602" y="7066770"/>
              <a:ext cx="161699" cy="161432"/>
            </a:xfrm>
            <a:custGeom>
              <a:avLst/>
              <a:gdLst>
                <a:gd name="connsiteX0" fmla="*/ 161858 w 161699"/>
                <a:gd name="connsiteY0" fmla="*/ 2283 h 161432"/>
                <a:gd name="connsiteX1" fmla="*/ 159353 w 161699"/>
                <a:gd name="connsiteY1" fmla="*/ 63 h 161432"/>
                <a:gd name="connsiteX2" fmla="*/ 155936 w 161699"/>
                <a:gd name="connsiteY2" fmla="*/ 2727 h 161432"/>
                <a:gd name="connsiteX3" fmla="*/ 139994 w 161699"/>
                <a:gd name="connsiteY3" fmla="*/ 19825 h 161432"/>
                <a:gd name="connsiteX4" fmla="*/ 102188 w 161699"/>
                <a:gd name="connsiteY4" fmla="*/ 63 h 161432"/>
                <a:gd name="connsiteX5" fmla="*/ 158 w 161699"/>
                <a:gd name="connsiteY5" fmla="*/ 100652 h 161432"/>
                <a:gd name="connsiteX6" fmla="*/ 61877 w 161699"/>
                <a:gd name="connsiteY6" fmla="*/ 161495 h 161432"/>
                <a:gd name="connsiteX7" fmla="*/ 111070 w 161699"/>
                <a:gd name="connsiteY7" fmla="*/ 142398 h 161432"/>
                <a:gd name="connsiteX8" fmla="*/ 136122 w 161699"/>
                <a:gd name="connsiteY8" fmla="*/ 103317 h 161432"/>
                <a:gd name="connsiteX9" fmla="*/ 133390 w 161699"/>
                <a:gd name="connsiteY9" fmla="*/ 101097 h 161432"/>
                <a:gd name="connsiteX10" fmla="*/ 130429 w 161699"/>
                <a:gd name="connsiteY10" fmla="*/ 103317 h 161432"/>
                <a:gd name="connsiteX11" fmla="*/ 107426 w 161699"/>
                <a:gd name="connsiteY11" fmla="*/ 138401 h 161432"/>
                <a:gd name="connsiteX12" fmla="*/ 65521 w 161699"/>
                <a:gd name="connsiteY12" fmla="*/ 154611 h 161432"/>
                <a:gd name="connsiteX13" fmla="*/ 20883 w 161699"/>
                <a:gd name="connsiteY13" fmla="*/ 108424 h 161432"/>
                <a:gd name="connsiteX14" fmla="*/ 48440 w 161699"/>
                <a:gd name="connsiteY14" fmla="*/ 33815 h 161432"/>
                <a:gd name="connsiteX15" fmla="*/ 104010 w 161699"/>
                <a:gd name="connsiteY15" fmla="*/ 6946 h 161432"/>
                <a:gd name="connsiteX16" fmla="*/ 140677 w 161699"/>
                <a:gd name="connsiteY16" fmla="*/ 49802 h 161432"/>
                <a:gd name="connsiteX17" fmla="*/ 139994 w 161699"/>
                <a:gd name="connsiteY17" fmla="*/ 61127 h 161432"/>
                <a:gd name="connsiteX18" fmla="*/ 143410 w 161699"/>
                <a:gd name="connsiteY18" fmla="*/ 63348 h 161432"/>
                <a:gd name="connsiteX19" fmla="*/ 147510 w 161699"/>
                <a:gd name="connsiteY19" fmla="*/ 58907 h 161432"/>
                <a:gd name="connsiteX20" fmla="*/ 161858 w 161699"/>
                <a:gd name="connsiteY20" fmla="*/ 2283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699" h="161432">
                  <a:moveTo>
                    <a:pt x="161858" y="2283"/>
                  </a:moveTo>
                  <a:cubicBezTo>
                    <a:pt x="161858" y="1617"/>
                    <a:pt x="161402" y="63"/>
                    <a:pt x="159353" y="63"/>
                  </a:cubicBezTo>
                  <a:cubicBezTo>
                    <a:pt x="158669" y="63"/>
                    <a:pt x="158442" y="285"/>
                    <a:pt x="155936" y="2727"/>
                  </a:cubicBezTo>
                  <a:lnTo>
                    <a:pt x="139994" y="19825"/>
                  </a:lnTo>
                  <a:cubicBezTo>
                    <a:pt x="137944" y="16717"/>
                    <a:pt x="127468" y="63"/>
                    <a:pt x="102188" y="63"/>
                  </a:cubicBezTo>
                  <a:cubicBezTo>
                    <a:pt x="51401" y="63"/>
                    <a:pt x="158" y="49136"/>
                    <a:pt x="158" y="100652"/>
                  </a:cubicBezTo>
                  <a:cubicBezTo>
                    <a:pt x="158" y="137291"/>
                    <a:pt x="27032" y="161495"/>
                    <a:pt x="61877" y="161495"/>
                  </a:cubicBezTo>
                  <a:cubicBezTo>
                    <a:pt x="81691" y="161495"/>
                    <a:pt x="99000" y="152613"/>
                    <a:pt x="111070" y="142398"/>
                  </a:cubicBezTo>
                  <a:cubicBezTo>
                    <a:pt x="132251" y="124190"/>
                    <a:pt x="136122" y="103983"/>
                    <a:pt x="136122" y="103317"/>
                  </a:cubicBezTo>
                  <a:cubicBezTo>
                    <a:pt x="136122" y="101097"/>
                    <a:pt x="133845" y="101097"/>
                    <a:pt x="133390" y="101097"/>
                  </a:cubicBezTo>
                  <a:cubicBezTo>
                    <a:pt x="132023" y="101097"/>
                    <a:pt x="130884" y="101541"/>
                    <a:pt x="130429" y="103317"/>
                  </a:cubicBezTo>
                  <a:cubicBezTo>
                    <a:pt x="128379" y="109757"/>
                    <a:pt x="123141" y="125522"/>
                    <a:pt x="107426" y="138401"/>
                  </a:cubicBezTo>
                  <a:cubicBezTo>
                    <a:pt x="91712" y="150836"/>
                    <a:pt x="77364" y="154611"/>
                    <a:pt x="65521" y="154611"/>
                  </a:cubicBezTo>
                  <a:cubicBezTo>
                    <a:pt x="45024" y="154611"/>
                    <a:pt x="20883" y="143064"/>
                    <a:pt x="20883" y="108424"/>
                  </a:cubicBezTo>
                  <a:cubicBezTo>
                    <a:pt x="20883" y="95767"/>
                    <a:pt x="25666" y="59795"/>
                    <a:pt x="48440" y="33815"/>
                  </a:cubicBezTo>
                  <a:cubicBezTo>
                    <a:pt x="62333" y="18049"/>
                    <a:pt x="83741" y="6946"/>
                    <a:pt x="104010" y="6946"/>
                  </a:cubicBezTo>
                  <a:cubicBezTo>
                    <a:pt x="127240" y="6946"/>
                    <a:pt x="140677" y="24044"/>
                    <a:pt x="140677" y="49802"/>
                  </a:cubicBezTo>
                  <a:cubicBezTo>
                    <a:pt x="140677" y="58685"/>
                    <a:pt x="139994" y="58907"/>
                    <a:pt x="139994" y="61127"/>
                  </a:cubicBezTo>
                  <a:cubicBezTo>
                    <a:pt x="139994" y="63348"/>
                    <a:pt x="142499" y="63348"/>
                    <a:pt x="143410" y="63348"/>
                  </a:cubicBezTo>
                  <a:cubicBezTo>
                    <a:pt x="146371" y="63348"/>
                    <a:pt x="146371" y="62904"/>
                    <a:pt x="147510" y="58907"/>
                  </a:cubicBezTo>
                  <a:lnTo>
                    <a:pt x="161858" y="228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3" name="Freeform: Shape 132">
              <a:extLst>
                <a:ext uri="{FF2B5EF4-FFF2-40B4-BE49-F238E27FC236}">
                  <a16:creationId xmlns:a16="http://schemas.microsoft.com/office/drawing/2014/main" id="{4D4A844B-2DC4-236E-6334-1FC049688522}"/>
                </a:ext>
              </a:extLst>
            </p:cNvPr>
            <p:cNvSpPr/>
            <p:nvPr>
              <p:custDataLst>
                <p:tags r:id="rId22"/>
              </p:custDataLst>
            </p:nvPr>
          </p:nvSpPr>
          <p:spPr>
            <a:xfrm>
              <a:off x="8254439" y="7066770"/>
              <a:ext cx="157372" cy="161432"/>
            </a:xfrm>
            <a:custGeom>
              <a:avLst/>
              <a:gdLst>
                <a:gd name="connsiteX0" fmla="*/ 157538 w 157372"/>
                <a:gd name="connsiteY0" fmla="*/ 59795 h 161432"/>
                <a:gd name="connsiteX1" fmla="*/ 99463 w 157372"/>
                <a:gd name="connsiteY1" fmla="*/ 63 h 161432"/>
                <a:gd name="connsiteX2" fmla="*/ 166 w 157372"/>
                <a:gd name="connsiteY2" fmla="*/ 102207 h 161432"/>
                <a:gd name="connsiteX3" fmla="*/ 58469 w 157372"/>
                <a:gd name="connsiteY3" fmla="*/ 161495 h 161432"/>
                <a:gd name="connsiteX4" fmla="*/ 157538 w 157372"/>
                <a:gd name="connsiteY4" fmla="*/ 59795 h 161432"/>
                <a:gd name="connsiteX5" fmla="*/ 59835 w 157372"/>
                <a:gd name="connsiteY5" fmla="*/ 155721 h 161432"/>
                <a:gd name="connsiteX6" fmla="*/ 21346 w 157372"/>
                <a:gd name="connsiteY6" fmla="*/ 108424 h 161432"/>
                <a:gd name="connsiteX7" fmla="*/ 42071 w 157372"/>
                <a:gd name="connsiteY7" fmla="*/ 40254 h 161432"/>
                <a:gd name="connsiteX8" fmla="*/ 98097 w 157372"/>
                <a:gd name="connsiteY8" fmla="*/ 5614 h 161432"/>
                <a:gd name="connsiteX9" fmla="*/ 137269 w 157372"/>
                <a:gd name="connsiteY9" fmla="*/ 51135 h 161432"/>
                <a:gd name="connsiteX10" fmla="*/ 108573 w 157372"/>
                <a:gd name="connsiteY10" fmla="*/ 129075 h 161432"/>
                <a:gd name="connsiteX11" fmla="*/ 59835 w 157372"/>
                <a:gd name="connsiteY11" fmla="*/ 155721 h 16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7372" h="161432">
                  <a:moveTo>
                    <a:pt x="157538" y="59795"/>
                  </a:moveTo>
                  <a:cubicBezTo>
                    <a:pt x="157538" y="24044"/>
                    <a:pt x="133397" y="63"/>
                    <a:pt x="99463" y="63"/>
                  </a:cubicBezTo>
                  <a:cubicBezTo>
                    <a:pt x="50270" y="63"/>
                    <a:pt x="166" y="50469"/>
                    <a:pt x="166" y="102207"/>
                  </a:cubicBezTo>
                  <a:cubicBezTo>
                    <a:pt x="166" y="139068"/>
                    <a:pt x="25674" y="161495"/>
                    <a:pt x="58469" y="161495"/>
                  </a:cubicBezTo>
                  <a:cubicBezTo>
                    <a:pt x="106751" y="161495"/>
                    <a:pt x="157538" y="112865"/>
                    <a:pt x="157538" y="59795"/>
                  </a:cubicBezTo>
                  <a:close/>
                  <a:moveTo>
                    <a:pt x="59835" y="155721"/>
                  </a:moveTo>
                  <a:cubicBezTo>
                    <a:pt x="37289" y="155721"/>
                    <a:pt x="21346" y="137735"/>
                    <a:pt x="21346" y="108424"/>
                  </a:cubicBezTo>
                  <a:cubicBezTo>
                    <a:pt x="21346" y="98654"/>
                    <a:pt x="24535" y="66234"/>
                    <a:pt x="42071" y="40254"/>
                  </a:cubicBezTo>
                  <a:cubicBezTo>
                    <a:pt x="57786" y="17161"/>
                    <a:pt x="80105" y="5614"/>
                    <a:pt x="98097" y="5614"/>
                  </a:cubicBezTo>
                  <a:cubicBezTo>
                    <a:pt x="116772" y="5614"/>
                    <a:pt x="137269" y="18049"/>
                    <a:pt x="137269" y="51135"/>
                  </a:cubicBezTo>
                  <a:cubicBezTo>
                    <a:pt x="137269" y="67123"/>
                    <a:pt x="131120" y="101763"/>
                    <a:pt x="108573" y="129075"/>
                  </a:cubicBezTo>
                  <a:cubicBezTo>
                    <a:pt x="97641" y="142620"/>
                    <a:pt x="78966" y="155721"/>
                    <a:pt x="59835" y="15572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4" name="Freeform: Shape 133">
              <a:extLst>
                <a:ext uri="{FF2B5EF4-FFF2-40B4-BE49-F238E27FC236}">
                  <a16:creationId xmlns:a16="http://schemas.microsoft.com/office/drawing/2014/main" id="{A545B8C3-A3A6-FFB8-F3CC-98D3FF943E18}"/>
                </a:ext>
              </a:extLst>
            </p:cNvPr>
            <p:cNvSpPr/>
            <p:nvPr>
              <p:custDataLst>
                <p:tags r:id="rId23"/>
              </p:custDataLst>
            </p:nvPr>
          </p:nvSpPr>
          <p:spPr>
            <a:xfrm>
              <a:off x="8436079" y="7071655"/>
              <a:ext cx="162382" cy="156546"/>
            </a:xfrm>
            <a:custGeom>
              <a:avLst/>
              <a:gdLst>
                <a:gd name="connsiteX0" fmla="*/ 130445 w 162382"/>
                <a:gd name="connsiteY0" fmla="*/ 25377 h 156546"/>
                <a:gd name="connsiteX1" fmla="*/ 159596 w 162382"/>
                <a:gd name="connsiteY1" fmla="*/ 6946 h 156546"/>
                <a:gd name="connsiteX2" fmla="*/ 162557 w 162382"/>
                <a:gd name="connsiteY2" fmla="*/ 2727 h 156546"/>
                <a:gd name="connsiteX3" fmla="*/ 159596 w 162382"/>
                <a:gd name="connsiteY3" fmla="*/ 63 h 156546"/>
                <a:gd name="connsiteX4" fmla="*/ 140921 w 162382"/>
                <a:gd name="connsiteY4" fmla="*/ 729 h 156546"/>
                <a:gd name="connsiteX5" fmla="*/ 118374 w 162382"/>
                <a:gd name="connsiteY5" fmla="*/ 63 h 156546"/>
                <a:gd name="connsiteX6" fmla="*/ 114047 w 162382"/>
                <a:gd name="connsiteY6" fmla="*/ 4282 h 156546"/>
                <a:gd name="connsiteX7" fmla="*/ 117691 w 162382"/>
                <a:gd name="connsiteY7" fmla="*/ 6946 h 156546"/>
                <a:gd name="connsiteX8" fmla="*/ 128167 w 162382"/>
                <a:gd name="connsiteY8" fmla="*/ 14274 h 156546"/>
                <a:gd name="connsiteX9" fmla="*/ 124751 w 162382"/>
                <a:gd name="connsiteY9" fmla="*/ 22712 h 156546"/>
                <a:gd name="connsiteX10" fmla="*/ 54833 w 162382"/>
                <a:gd name="connsiteY10" fmla="*/ 131074 h 156546"/>
                <a:gd name="connsiteX11" fmla="*/ 39346 w 162382"/>
                <a:gd name="connsiteY11" fmla="*/ 13608 h 156546"/>
                <a:gd name="connsiteX12" fmla="*/ 55061 w 162382"/>
                <a:gd name="connsiteY12" fmla="*/ 6946 h 156546"/>
                <a:gd name="connsiteX13" fmla="*/ 60754 w 162382"/>
                <a:gd name="connsiteY13" fmla="*/ 2505 h 156546"/>
                <a:gd name="connsiteX14" fmla="*/ 57566 w 162382"/>
                <a:gd name="connsiteY14" fmla="*/ 63 h 156546"/>
                <a:gd name="connsiteX15" fmla="*/ 29325 w 162382"/>
                <a:gd name="connsiteY15" fmla="*/ 729 h 156546"/>
                <a:gd name="connsiteX16" fmla="*/ 16799 w 162382"/>
                <a:gd name="connsiteY16" fmla="*/ 507 h 156546"/>
                <a:gd name="connsiteX17" fmla="*/ 4501 w 162382"/>
                <a:gd name="connsiteY17" fmla="*/ 63 h 156546"/>
                <a:gd name="connsiteX18" fmla="*/ 174 w 162382"/>
                <a:gd name="connsiteY18" fmla="*/ 4282 h 156546"/>
                <a:gd name="connsiteX19" fmla="*/ 5868 w 162382"/>
                <a:gd name="connsiteY19" fmla="*/ 6946 h 156546"/>
                <a:gd name="connsiteX20" fmla="*/ 19532 w 162382"/>
                <a:gd name="connsiteY20" fmla="*/ 14496 h 156546"/>
                <a:gd name="connsiteX21" fmla="*/ 37524 w 162382"/>
                <a:gd name="connsiteY21" fmla="*/ 151502 h 156546"/>
                <a:gd name="connsiteX22" fmla="*/ 42079 w 162382"/>
                <a:gd name="connsiteY22" fmla="*/ 156610 h 156546"/>
                <a:gd name="connsiteX23" fmla="*/ 48456 w 162382"/>
                <a:gd name="connsiteY23" fmla="*/ 152613 h 156546"/>
                <a:gd name="connsiteX24" fmla="*/ 130445 w 162382"/>
                <a:gd name="connsiteY24" fmla="*/ 25377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6546">
                  <a:moveTo>
                    <a:pt x="130445" y="25377"/>
                  </a:moveTo>
                  <a:cubicBezTo>
                    <a:pt x="141604" y="8057"/>
                    <a:pt x="151169" y="7390"/>
                    <a:pt x="159596" y="6946"/>
                  </a:cubicBezTo>
                  <a:cubicBezTo>
                    <a:pt x="162329" y="6724"/>
                    <a:pt x="162557" y="2949"/>
                    <a:pt x="162557" y="2727"/>
                  </a:cubicBezTo>
                  <a:cubicBezTo>
                    <a:pt x="162557" y="951"/>
                    <a:pt x="161418" y="63"/>
                    <a:pt x="159596" y="63"/>
                  </a:cubicBezTo>
                  <a:cubicBezTo>
                    <a:pt x="153675" y="63"/>
                    <a:pt x="147070" y="729"/>
                    <a:pt x="140921" y="729"/>
                  </a:cubicBezTo>
                  <a:cubicBezTo>
                    <a:pt x="133405" y="729"/>
                    <a:pt x="125662" y="63"/>
                    <a:pt x="118374" y="63"/>
                  </a:cubicBezTo>
                  <a:cubicBezTo>
                    <a:pt x="117008" y="63"/>
                    <a:pt x="114047" y="63"/>
                    <a:pt x="114047" y="4282"/>
                  </a:cubicBezTo>
                  <a:cubicBezTo>
                    <a:pt x="114047" y="6724"/>
                    <a:pt x="116097" y="6946"/>
                    <a:pt x="117691" y="6946"/>
                  </a:cubicBezTo>
                  <a:cubicBezTo>
                    <a:pt x="123840" y="7390"/>
                    <a:pt x="128167" y="9611"/>
                    <a:pt x="128167" y="14274"/>
                  </a:cubicBezTo>
                  <a:cubicBezTo>
                    <a:pt x="128167" y="17605"/>
                    <a:pt x="124751" y="22490"/>
                    <a:pt x="124751" y="22712"/>
                  </a:cubicBezTo>
                  <a:lnTo>
                    <a:pt x="54833" y="131074"/>
                  </a:lnTo>
                  <a:lnTo>
                    <a:pt x="39346" y="13608"/>
                  </a:lnTo>
                  <a:cubicBezTo>
                    <a:pt x="39346" y="9833"/>
                    <a:pt x="44584" y="6946"/>
                    <a:pt x="55061" y="6946"/>
                  </a:cubicBezTo>
                  <a:cubicBezTo>
                    <a:pt x="58249" y="6946"/>
                    <a:pt x="60754" y="6946"/>
                    <a:pt x="60754" y="2505"/>
                  </a:cubicBezTo>
                  <a:cubicBezTo>
                    <a:pt x="60754" y="507"/>
                    <a:pt x="58932" y="63"/>
                    <a:pt x="57566" y="63"/>
                  </a:cubicBezTo>
                  <a:cubicBezTo>
                    <a:pt x="48456" y="63"/>
                    <a:pt x="38663" y="729"/>
                    <a:pt x="29325" y="729"/>
                  </a:cubicBezTo>
                  <a:cubicBezTo>
                    <a:pt x="25226" y="729"/>
                    <a:pt x="20899" y="507"/>
                    <a:pt x="16799" y="507"/>
                  </a:cubicBezTo>
                  <a:cubicBezTo>
                    <a:pt x="12700" y="507"/>
                    <a:pt x="8373" y="63"/>
                    <a:pt x="4501" y="63"/>
                  </a:cubicBezTo>
                  <a:cubicBezTo>
                    <a:pt x="2907" y="63"/>
                    <a:pt x="174" y="63"/>
                    <a:pt x="174" y="4282"/>
                  </a:cubicBezTo>
                  <a:cubicBezTo>
                    <a:pt x="174" y="6946"/>
                    <a:pt x="2224" y="6946"/>
                    <a:pt x="5868" y="6946"/>
                  </a:cubicBezTo>
                  <a:cubicBezTo>
                    <a:pt x="18621" y="6946"/>
                    <a:pt x="18849" y="8945"/>
                    <a:pt x="19532" y="14496"/>
                  </a:cubicBezTo>
                  <a:lnTo>
                    <a:pt x="37524" y="151502"/>
                  </a:lnTo>
                  <a:cubicBezTo>
                    <a:pt x="38207" y="155943"/>
                    <a:pt x="39118" y="156610"/>
                    <a:pt x="42079" y="156610"/>
                  </a:cubicBezTo>
                  <a:cubicBezTo>
                    <a:pt x="45723" y="156610"/>
                    <a:pt x="46634" y="155499"/>
                    <a:pt x="48456" y="152613"/>
                  </a:cubicBezTo>
                  <a:lnTo>
                    <a:pt x="130445"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5" name="Freeform: Shape 134">
              <a:extLst>
                <a:ext uri="{FF2B5EF4-FFF2-40B4-BE49-F238E27FC236}">
                  <a16:creationId xmlns:a16="http://schemas.microsoft.com/office/drawing/2014/main" id="{C987B070-766B-CD7B-77D5-3C3DA39FBD4F}"/>
                </a:ext>
              </a:extLst>
            </p:cNvPr>
            <p:cNvSpPr/>
            <p:nvPr>
              <p:custDataLst>
                <p:tags r:id="rId24"/>
              </p:custDataLst>
            </p:nvPr>
          </p:nvSpPr>
          <p:spPr>
            <a:xfrm>
              <a:off x="8629334" y="7056778"/>
              <a:ext cx="52837" cy="222052"/>
            </a:xfrm>
            <a:custGeom>
              <a:avLst/>
              <a:gdLst>
                <a:gd name="connsiteX0" fmla="*/ 53019 w 52837"/>
                <a:gd name="connsiteY0" fmla="*/ 219895 h 222052"/>
                <a:gd name="connsiteX1" fmla="*/ 49147 w 52837"/>
                <a:gd name="connsiteY1" fmla="*/ 215009 h 222052"/>
                <a:gd name="connsiteX2" fmla="*/ 13391 w 52837"/>
                <a:gd name="connsiteY2" fmla="*/ 111089 h 222052"/>
                <a:gd name="connsiteX3" fmla="*/ 50058 w 52837"/>
                <a:gd name="connsiteY3" fmla="*/ 6058 h 222052"/>
                <a:gd name="connsiteX4" fmla="*/ 53019 w 52837"/>
                <a:gd name="connsiteY4" fmla="*/ 2283 h 222052"/>
                <a:gd name="connsiteX5" fmla="*/ 50742 w 52837"/>
                <a:gd name="connsiteY5" fmla="*/ 63 h 222052"/>
                <a:gd name="connsiteX6" fmla="*/ 14530 w 52837"/>
                <a:gd name="connsiteY6" fmla="*/ 43363 h 222052"/>
                <a:gd name="connsiteX7" fmla="*/ 182 w 52837"/>
                <a:gd name="connsiteY7" fmla="*/ 111089 h 222052"/>
                <a:gd name="connsiteX8" fmla="*/ 15213 w 52837"/>
                <a:gd name="connsiteY8" fmla="*/ 180369 h 222052"/>
                <a:gd name="connsiteX9" fmla="*/ 50742 w 52837"/>
                <a:gd name="connsiteY9" fmla="*/ 222115 h 222052"/>
                <a:gd name="connsiteX10" fmla="*/ 53019 w 52837"/>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3019" y="219895"/>
                  </a:moveTo>
                  <a:cubicBezTo>
                    <a:pt x="53019" y="219228"/>
                    <a:pt x="53019" y="218784"/>
                    <a:pt x="49147" y="215009"/>
                  </a:cubicBezTo>
                  <a:cubicBezTo>
                    <a:pt x="20679" y="187031"/>
                    <a:pt x="13391" y="145063"/>
                    <a:pt x="13391" y="111089"/>
                  </a:cubicBezTo>
                  <a:cubicBezTo>
                    <a:pt x="13391" y="72452"/>
                    <a:pt x="22046" y="33815"/>
                    <a:pt x="50058" y="6058"/>
                  </a:cubicBezTo>
                  <a:cubicBezTo>
                    <a:pt x="53019" y="3394"/>
                    <a:pt x="53019" y="2949"/>
                    <a:pt x="53019" y="2283"/>
                  </a:cubicBezTo>
                  <a:cubicBezTo>
                    <a:pt x="53019" y="729"/>
                    <a:pt x="52108" y="63"/>
                    <a:pt x="50742" y="63"/>
                  </a:cubicBezTo>
                  <a:cubicBezTo>
                    <a:pt x="48464" y="63"/>
                    <a:pt x="27967" y="15162"/>
                    <a:pt x="14530" y="43363"/>
                  </a:cubicBezTo>
                  <a:cubicBezTo>
                    <a:pt x="2915" y="67789"/>
                    <a:pt x="182" y="92437"/>
                    <a:pt x="182" y="111089"/>
                  </a:cubicBezTo>
                  <a:cubicBezTo>
                    <a:pt x="182" y="128409"/>
                    <a:pt x="2687" y="155277"/>
                    <a:pt x="15213" y="180369"/>
                  </a:cubicBezTo>
                  <a:cubicBezTo>
                    <a:pt x="28878" y="207682"/>
                    <a:pt x="48464" y="222115"/>
                    <a:pt x="50742" y="222115"/>
                  </a:cubicBezTo>
                  <a:cubicBezTo>
                    <a:pt x="52108" y="222115"/>
                    <a:pt x="53019" y="221449"/>
                    <a:pt x="53019" y="21989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6" name="Freeform: Shape 135">
              <a:extLst>
                <a:ext uri="{FF2B5EF4-FFF2-40B4-BE49-F238E27FC236}">
                  <a16:creationId xmlns:a16="http://schemas.microsoft.com/office/drawing/2014/main" id="{CE5AFACF-7B68-AF03-86B9-8842448C87D9}"/>
                </a:ext>
              </a:extLst>
            </p:cNvPr>
            <p:cNvSpPr/>
            <p:nvPr>
              <p:custDataLst>
                <p:tags r:id="rId25"/>
              </p:custDataLst>
            </p:nvPr>
          </p:nvSpPr>
          <p:spPr>
            <a:xfrm>
              <a:off x="8701504" y="7071655"/>
              <a:ext cx="187662" cy="151661"/>
            </a:xfrm>
            <a:custGeom>
              <a:avLst/>
              <a:gdLst>
                <a:gd name="connsiteX0" fmla="*/ 104493 w 187662"/>
                <a:gd name="connsiteY0" fmla="*/ 60461 h 151661"/>
                <a:gd name="connsiteX1" fmla="*/ 85363 w 187662"/>
                <a:gd name="connsiteY1" fmla="*/ 16273 h 151661"/>
                <a:gd name="connsiteX2" fmla="*/ 84224 w 187662"/>
                <a:gd name="connsiteY2" fmla="*/ 13386 h 151661"/>
                <a:gd name="connsiteX3" fmla="*/ 97661 w 187662"/>
                <a:gd name="connsiteY3" fmla="*/ 6946 h 151661"/>
                <a:gd name="connsiteX4" fmla="*/ 102216 w 187662"/>
                <a:gd name="connsiteY4" fmla="*/ 2727 h 151661"/>
                <a:gd name="connsiteX5" fmla="*/ 98800 w 187662"/>
                <a:gd name="connsiteY5" fmla="*/ 63 h 151661"/>
                <a:gd name="connsiteX6" fmla="*/ 70104 w 187662"/>
                <a:gd name="connsiteY6" fmla="*/ 729 h 151661"/>
                <a:gd name="connsiteX7" fmla="*/ 44596 w 187662"/>
                <a:gd name="connsiteY7" fmla="*/ 63 h 151661"/>
                <a:gd name="connsiteX8" fmla="*/ 40497 w 187662"/>
                <a:gd name="connsiteY8" fmla="*/ 4504 h 151661"/>
                <a:gd name="connsiteX9" fmla="*/ 45735 w 187662"/>
                <a:gd name="connsiteY9" fmla="*/ 6946 h 151661"/>
                <a:gd name="connsiteX10" fmla="*/ 62816 w 187662"/>
                <a:gd name="connsiteY10" fmla="*/ 14052 h 151661"/>
                <a:gd name="connsiteX11" fmla="*/ 89690 w 187662"/>
                <a:gd name="connsiteY11" fmla="*/ 76005 h 151661"/>
                <a:gd name="connsiteX12" fmla="*/ 41636 w 187662"/>
                <a:gd name="connsiteY12" fmla="*/ 126411 h 151661"/>
                <a:gd name="connsiteX13" fmla="*/ 38675 w 187662"/>
                <a:gd name="connsiteY13" fmla="*/ 128853 h 151661"/>
                <a:gd name="connsiteX14" fmla="*/ 5196 w 187662"/>
                <a:gd name="connsiteY14" fmla="*/ 144841 h 151661"/>
                <a:gd name="connsiteX15" fmla="*/ 186 w 187662"/>
                <a:gd name="connsiteY15" fmla="*/ 149282 h 151661"/>
                <a:gd name="connsiteX16" fmla="*/ 3147 w 187662"/>
                <a:gd name="connsiteY16" fmla="*/ 151724 h 151661"/>
                <a:gd name="connsiteX17" fmla="*/ 24555 w 187662"/>
                <a:gd name="connsiteY17" fmla="*/ 151058 h 151661"/>
                <a:gd name="connsiteX18" fmla="*/ 50062 w 187662"/>
                <a:gd name="connsiteY18" fmla="*/ 151724 h 151661"/>
                <a:gd name="connsiteX19" fmla="*/ 54162 w 187662"/>
                <a:gd name="connsiteY19" fmla="*/ 147283 h 151661"/>
                <a:gd name="connsiteX20" fmla="*/ 51429 w 187662"/>
                <a:gd name="connsiteY20" fmla="*/ 144841 h 151661"/>
                <a:gd name="connsiteX21" fmla="*/ 42319 w 187662"/>
                <a:gd name="connsiteY21" fmla="*/ 137957 h 151661"/>
                <a:gd name="connsiteX22" fmla="*/ 48468 w 187662"/>
                <a:gd name="connsiteY22" fmla="*/ 127965 h 151661"/>
                <a:gd name="connsiteX23" fmla="*/ 71698 w 187662"/>
                <a:gd name="connsiteY23" fmla="*/ 103983 h 151661"/>
                <a:gd name="connsiteX24" fmla="*/ 92195 w 187662"/>
                <a:gd name="connsiteY24" fmla="*/ 82222 h 151661"/>
                <a:gd name="connsiteX25" fmla="*/ 115197 w 187662"/>
                <a:gd name="connsiteY25" fmla="*/ 135293 h 151661"/>
                <a:gd name="connsiteX26" fmla="*/ 116336 w 187662"/>
                <a:gd name="connsiteY26" fmla="*/ 138401 h 151661"/>
                <a:gd name="connsiteX27" fmla="*/ 103127 w 187662"/>
                <a:gd name="connsiteY27" fmla="*/ 144841 h 151661"/>
                <a:gd name="connsiteX28" fmla="*/ 98572 w 187662"/>
                <a:gd name="connsiteY28" fmla="*/ 149060 h 151661"/>
                <a:gd name="connsiteX29" fmla="*/ 101988 w 187662"/>
                <a:gd name="connsiteY29" fmla="*/ 151724 h 151661"/>
                <a:gd name="connsiteX30" fmla="*/ 130684 w 187662"/>
                <a:gd name="connsiteY30" fmla="*/ 151058 h 151661"/>
                <a:gd name="connsiteX31" fmla="*/ 155964 w 187662"/>
                <a:gd name="connsiteY31" fmla="*/ 151724 h 151661"/>
                <a:gd name="connsiteX32" fmla="*/ 160291 w 187662"/>
                <a:gd name="connsiteY32" fmla="*/ 147506 h 151661"/>
                <a:gd name="connsiteX33" fmla="*/ 156192 w 187662"/>
                <a:gd name="connsiteY33" fmla="*/ 144841 h 151661"/>
                <a:gd name="connsiteX34" fmla="*/ 136606 w 187662"/>
                <a:gd name="connsiteY34" fmla="*/ 135071 h 151661"/>
                <a:gd name="connsiteX35" fmla="*/ 107226 w 187662"/>
                <a:gd name="connsiteY35" fmla="*/ 66456 h 151661"/>
                <a:gd name="connsiteX36" fmla="*/ 153914 w 187662"/>
                <a:gd name="connsiteY36" fmla="*/ 18271 h 151661"/>
                <a:gd name="connsiteX37" fmla="*/ 182838 w 187662"/>
                <a:gd name="connsiteY37" fmla="*/ 6946 h 151661"/>
                <a:gd name="connsiteX38" fmla="*/ 187848 w 187662"/>
                <a:gd name="connsiteY38" fmla="*/ 2505 h 151661"/>
                <a:gd name="connsiteX39" fmla="*/ 184888 w 187662"/>
                <a:gd name="connsiteY39" fmla="*/ 63 h 151661"/>
                <a:gd name="connsiteX40" fmla="*/ 163480 w 187662"/>
                <a:gd name="connsiteY40" fmla="*/ 729 h 151661"/>
                <a:gd name="connsiteX41" fmla="*/ 138200 w 187662"/>
                <a:gd name="connsiteY41" fmla="*/ 63 h 151661"/>
                <a:gd name="connsiteX42" fmla="*/ 133873 w 187662"/>
                <a:gd name="connsiteY42" fmla="*/ 4504 h 151661"/>
                <a:gd name="connsiteX43" fmla="*/ 136606 w 187662"/>
                <a:gd name="connsiteY43" fmla="*/ 6946 h 151661"/>
                <a:gd name="connsiteX44" fmla="*/ 145715 w 187662"/>
                <a:gd name="connsiteY44" fmla="*/ 13830 h 151661"/>
                <a:gd name="connsiteX45" fmla="*/ 141388 w 187662"/>
                <a:gd name="connsiteY45" fmla="*/ 21824 h 151661"/>
                <a:gd name="connsiteX46" fmla="*/ 104493 w 187662"/>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662" h="151661">
                  <a:moveTo>
                    <a:pt x="104493" y="60461"/>
                  </a:moveTo>
                  <a:lnTo>
                    <a:pt x="85363" y="16273"/>
                  </a:lnTo>
                  <a:cubicBezTo>
                    <a:pt x="84680" y="14496"/>
                    <a:pt x="84224" y="13608"/>
                    <a:pt x="84224" y="13386"/>
                  </a:cubicBezTo>
                  <a:cubicBezTo>
                    <a:pt x="84224" y="12054"/>
                    <a:pt x="88096" y="7835"/>
                    <a:pt x="97661" y="6946"/>
                  </a:cubicBezTo>
                  <a:cubicBezTo>
                    <a:pt x="99939" y="6724"/>
                    <a:pt x="102216" y="6502"/>
                    <a:pt x="102216" y="2727"/>
                  </a:cubicBezTo>
                  <a:cubicBezTo>
                    <a:pt x="102216" y="63"/>
                    <a:pt x="99483" y="63"/>
                    <a:pt x="98800" y="63"/>
                  </a:cubicBezTo>
                  <a:cubicBezTo>
                    <a:pt x="89462" y="63"/>
                    <a:pt x="79669" y="729"/>
                    <a:pt x="70104" y="729"/>
                  </a:cubicBezTo>
                  <a:cubicBezTo>
                    <a:pt x="64410" y="729"/>
                    <a:pt x="50290" y="63"/>
                    <a:pt x="44596" y="63"/>
                  </a:cubicBezTo>
                  <a:cubicBezTo>
                    <a:pt x="43230" y="63"/>
                    <a:pt x="40497" y="63"/>
                    <a:pt x="40497" y="4504"/>
                  </a:cubicBezTo>
                  <a:cubicBezTo>
                    <a:pt x="40497" y="6946"/>
                    <a:pt x="42774" y="6946"/>
                    <a:pt x="45735" y="6946"/>
                  </a:cubicBezTo>
                  <a:cubicBezTo>
                    <a:pt x="59400" y="6946"/>
                    <a:pt x="60766" y="9167"/>
                    <a:pt x="62816" y="14052"/>
                  </a:cubicBezTo>
                  <a:lnTo>
                    <a:pt x="89690" y="76005"/>
                  </a:lnTo>
                  <a:lnTo>
                    <a:pt x="41636" y="126411"/>
                  </a:lnTo>
                  <a:lnTo>
                    <a:pt x="38675" y="128853"/>
                  </a:lnTo>
                  <a:cubicBezTo>
                    <a:pt x="27515" y="140622"/>
                    <a:pt x="16811" y="144175"/>
                    <a:pt x="5196" y="144841"/>
                  </a:cubicBezTo>
                  <a:cubicBezTo>
                    <a:pt x="2236" y="145063"/>
                    <a:pt x="186" y="145063"/>
                    <a:pt x="186" y="149282"/>
                  </a:cubicBezTo>
                  <a:cubicBezTo>
                    <a:pt x="186" y="149504"/>
                    <a:pt x="186" y="151724"/>
                    <a:pt x="3147" y="151724"/>
                  </a:cubicBezTo>
                  <a:cubicBezTo>
                    <a:pt x="9979" y="151724"/>
                    <a:pt x="17495" y="151058"/>
                    <a:pt x="24555" y="151058"/>
                  </a:cubicBezTo>
                  <a:cubicBezTo>
                    <a:pt x="32981" y="151058"/>
                    <a:pt x="41863" y="151724"/>
                    <a:pt x="50062" y="151724"/>
                  </a:cubicBezTo>
                  <a:cubicBezTo>
                    <a:pt x="51429" y="151724"/>
                    <a:pt x="54162" y="151724"/>
                    <a:pt x="54162" y="147283"/>
                  </a:cubicBezTo>
                  <a:cubicBezTo>
                    <a:pt x="54162" y="145063"/>
                    <a:pt x="51884" y="144841"/>
                    <a:pt x="51429" y="144841"/>
                  </a:cubicBezTo>
                  <a:cubicBezTo>
                    <a:pt x="49379" y="144619"/>
                    <a:pt x="42319" y="144175"/>
                    <a:pt x="42319" y="137957"/>
                  </a:cubicBezTo>
                  <a:cubicBezTo>
                    <a:pt x="42319" y="134404"/>
                    <a:pt x="45735" y="130852"/>
                    <a:pt x="48468" y="127965"/>
                  </a:cubicBezTo>
                  <a:lnTo>
                    <a:pt x="71698" y="103983"/>
                  </a:lnTo>
                  <a:lnTo>
                    <a:pt x="92195" y="82222"/>
                  </a:lnTo>
                  <a:lnTo>
                    <a:pt x="115197" y="135293"/>
                  </a:lnTo>
                  <a:cubicBezTo>
                    <a:pt x="116108" y="137735"/>
                    <a:pt x="116336" y="137957"/>
                    <a:pt x="116336" y="138401"/>
                  </a:cubicBezTo>
                  <a:cubicBezTo>
                    <a:pt x="116336" y="140178"/>
                    <a:pt x="112009" y="143953"/>
                    <a:pt x="103127" y="144841"/>
                  </a:cubicBezTo>
                  <a:cubicBezTo>
                    <a:pt x="100622" y="145063"/>
                    <a:pt x="98572" y="145285"/>
                    <a:pt x="98572" y="149060"/>
                  </a:cubicBezTo>
                  <a:cubicBezTo>
                    <a:pt x="98572" y="151724"/>
                    <a:pt x="101077" y="151724"/>
                    <a:pt x="101988" y="151724"/>
                  </a:cubicBezTo>
                  <a:cubicBezTo>
                    <a:pt x="108365" y="151724"/>
                    <a:pt x="124307" y="151058"/>
                    <a:pt x="130684" y="151058"/>
                  </a:cubicBezTo>
                  <a:cubicBezTo>
                    <a:pt x="136378" y="151058"/>
                    <a:pt x="150270" y="151724"/>
                    <a:pt x="155964" y="151724"/>
                  </a:cubicBezTo>
                  <a:cubicBezTo>
                    <a:pt x="157558" y="151724"/>
                    <a:pt x="160291" y="151724"/>
                    <a:pt x="160291" y="147506"/>
                  </a:cubicBezTo>
                  <a:cubicBezTo>
                    <a:pt x="160291" y="144841"/>
                    <a:pt x="158014" y="144841"/>
                    <a:pt x="156192" y="144841"/>
                  </a:cubicBezTo>
                  <a:cubicBezTo>
                    <a:pt x="140933" y="144619"/>
                    <a:pt x="140477" y="143953"/>
                    <a:pt x="136606" y="135071"/>
                  </a:cubicBezTo>
                  <a:cubicBezTo>
                    <a:pt x="127723" y="114420"/>
                    <a:pt x="112465" y="79780"/>
                    <a:pt x="107226" y="66456"/>
                  </a:cubicBezTo>
                  <a:cubicBezTo>
                    <a:pt x="122713" y="50913"/>
                    <a:pt x="146626" y="24489"/>
                    <a:pt x="153914" y="18271"/>
                  </a:cubicBezTo>
                  <a:cubicBezTo>
                    <a:pt x="160519" y="12942"/>
                    <a:pt x="169173" y="7613"/>
                    <a:pt x="182838" y="6946"/>
                  </a:cubicBezTo>
                  <a:cubicBezTo>
                    <a:pt x="185799" y="6724"/>
                    <a:pt x="187848" y="6724"/>
                    <a:pt x="187848" y="2505"/>
                  </a:cubicBezTo>
                  <a:cubicBezTo>
                    <a:pt x="187848" y="2283"/>
                    <a:pt x="187848" y="63"/>
                    <a:pt x="184888" y="63"/>
                  </a:cubicBezTo>
                  <a:cubicBezTo>
                    <a:pt x="178055" y="63"/>
                    <a:pt x="170540" y="729"/>
                    <a:pt x="163480" y="729"/>
                  </a:cubicBezTo>
                  <a:cubicBezTo>
                    <a:pt x="155053" y="729"/>
                    <a:pt x="146399" y="63"/>
                    <a:pt x="138200" y="63"/>
                  </a:cubicBezTo>
                  <a:cubicBezTo>
                    <a:pt x="136833" y="63"/>
                    <a:pt x="133873" y="63"/>
                    <a:pt x="133873" y="4504"/>
                  </a:cubicBezTo>
                  <a:cubicBezTo>
                    <a:pt x="133873" y="6058"/>
                    <a:pt x="135011" y="6724"/>
                    <a:pt x="136606" y="6946"/>
                  </a:cubicBezTo>
                  <a:cubicBezTo>
                    <a:pt x="138655" y="7168"/>
                    <a:pt x="145715" y="7613"/>
                    <a:pt x="145715" y="13830"/>
                  </a:cubicBezTo>
                  <a:cubicBezTo>
                    <a:pt x="145715" y="16939"/>
                    <a:pt x="143210" y="19825"/>
                    <a:pt x="141388" y="21824"/>
                  </a:cubicBezTo>
                  <a:lnTo>
                    <a:pt x="104493"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7" name="Freeform: Shape 136">
              <a:extLst>
                <a:ext uri="{FF2B5EF4-FFF2-40B4-BE49-F238E27FC236}">
                  <a16:creationId xmlns:a16="http://schemas.microsoft.com/office/drawing/2014/main" id="{32A37F3F-337F-6067-91F0-63087F520FA6}"/>
                </a:ext>
              </a:extLst>
            </p:cNvPr>
            <p:cNvSpPr/>
            <p:nvPr>
              <p:custDataLst>
                <p:tags r:id="rId26"/>
              </p:custDataLst>
            </p:nvPr>
          </p:nvSpPr>
          <p:spPr>
            <a:xfrm>
              <a:off x="8891529" y="7153570"/>
              <a:ext cx="48304" cy="104608"/>
            </a:xfrm>
            <a:custGeom>
              <a:avLst/>
              <a:gdLst>
                <a:gd name="connsiteX0" fmla="*/ 44354 w 48304"/>
                <a:gd name="connsiteY0" fmla="*/ 5971 h 104608"/>
                <a:gd name="connsiteX1" fmla="*/ 37977 w 48304"/>
                <a:gd name="connsiteY1" fmla="*/ 64 h 104608"/>
                <a:gd name="connsiteX2" fmla="*/ 29049 w 48304"/>
                <a:gd name="connsiteY2" fmla="*/ 8613 h 104608"/>
                <a:gd name="connsiteX3" fmla="*/ 35426 w 48304"/>
                <a:gd name="connsiteY3" fmla="*/ 14520 h 104608"/>
                <a:gd name="connsiteX4" fmla="*/ 44354 w 48304"/>
                <a:gd name="connsiteY4" fmla="*/ 5971 h 104608"/>
                <a:gd name="connsiteX5" fmla="*/ 11832 w 48304"/>
                <a:gd name="connsiteY5" fmla="*/ 84933 h 104608"/>
                <a:gd name="connsiteX6" fmla="*/ 10397 w 48304"/>
                <a:gd name="connsiteY6" fmla="*/ 91461 h 104608"/>
                <a:gd name="connsiteX7" fmla="*/ 25542 w 48304"/>
                <a:gd name="connsiteY7" fmla="*/ 104673 h 104608"/>
                <a:gd name="connsiteX8" fmla="*/ 48499 w 48304"/>
                <a:gd name="connsiteY8" fmla="*/ 80891 h 104608"/>
                <a:gd name="connsiteX9" fmla="*/ 45948 w 48304"/>
                <a:gd name="connsiteY9" fmla="*/ 78871 h 104608"/>
                <a:gd name="connsiteX10" fmla="*/ 42919 w 48304"/>
                <a:gd name="connsiteY10" fmla="*/ 81513 h 104608"/>
                <a:gd name="connsiteX11" fmla="*/ 26020 w 48304"/>
                <a:gd name="connsiteY11" fmla="*/ 100321 h 104608"/>
                <a:gd name="connsiteX12" fmla="*/ 22035 w 48304"/>
                <a:gd name="connsiteY12" fmla="*/ 94881 h 104608"/>
                <a:gd name="connsiteX13" fmla="*/ 24586 w 48304"/>
                <a:gd name="connsiteY13" fmla="*/ 84933 h 104608"/>
                <a:gd name="connsiteX14" fmla="*/ 29687 w 48304"/>
                <a:gd name="connsiteY14" fmla="*/ 72498 h 104608"/>
                <a:gd name="connsiteX15" fmla="*/ 37499 w 48304"/>
                <a:gd name="connsiteY15" fmla="*/ 52757 h 104608"/>
                <a:gd name="connsiteX16" fmla="*/ 38455 w 48304"/>
                <a:gd name="connsiteY16" fmla="*/ 47783 h 104608"/>
                <a:gd name="connsiteX17" fmla="*/ 23310 w 48304"/>
                <a:gd name="connsiteY17" fmla="*/ 34571 h 104608"/>
                <a:gd name="connsiteX18" fmla="*/ 194 w 48304"/>
                <a:gd name="connsiteY18" fmla="*/ 58353 h 104608"/>
                <a:gd name="connsiteX19" fmla="*/ 2904 w 48304"/>
                <a:gd name="connsiteY19" fmla="*/ 60374 h 104608"/>
                <a:gd name="connsiteX20" fmla="*/ 5774 w 48304"/>
                <a:gd name="connsiteY20" fmla="*/ 57887 h 104608"/>
                <a:gd name="connsiteX21" fmla="*/ 22832 w 48304"/>
                <a:gd name="connsiteY21" fmla="*/ 38923 h 104608"/>
                <a:gd name="connsiteX22" fmla="*/ 26818 w 48304"/>
                <a:gd name="connsiteY22" fmla="*/ 44364 h 104608"/>
                <a:gd name="connsiteX23" fmla="*/ 21875 w 48304"/>
                <a:gd name="connsiteY23" fmla="*/ 59907 h 104608"/>
                <a:gd name="connsiteX24" fmla="*/ 11832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354" y="5971"/>
                  </a:moveTo>
                  <a:cubicBezTo>
                    <a:pt x="44354" y="3484"/>
                    <a:pt x="42441" y="64"/>
                    <a:pt x="37977" y="64"/>
                  </a:cubicBezTo>
                  <a:cubicBezTo>
                    <a:pt x="33673" y="64"/>
                    <a:pt x="29049" y="4106"/>
                    <a:pt x="29049" y="8613"/>
                  </a:cubicBezTo>
                  <a:cubicBezTo>
                    <a:pt x="29049" y="11256"/>
                    <a:pt x="31122" y="14520"/>
                    <a:pt x="35426" y="14520"/>
                  </a:cubicBezTo>
                  <a:cubicBezTo>
                    <a:pt x="40050" y="14520"/>
                    <a:pt x="44354" y="10168"/>
                    <a:pt x="44354" y="5971"/>
                  </a:cubicBezTo>
                  <a:close/>
                  <a:moveTo>
                    <a:pt x="11832" y="84933"/>
                  </a:moveTo>
                  <a:cubicBezTo>
                    <a:pt x="11194" y="86953"/>
                    <a:pt x="10397" y="88819"/>
                    <a:pt x="10397" y="91461"/>
                  </a:cubicBezTo>
                  <a:cubicBezTo>
                    <a:pt x="10397" y="98767"/>
                    <a:pt x="16774" y="104673"/>
                    <a:pt x="25542" y="104673"/>
                  </a:cubicBezTo>
                  <a:cubicBezTo>
                    <a:pt x="41484" y="104673"/>
                    <a:pt x="48499" y="83223"/>
                    <a:pt x="48499" y="80891"/>
                  </a:cubicBezTo>
                  <a:cubicBezTo>
                    <a:pt x="48499" y="78871"/>
                    <a:pt x="46426" y="78871"/>
                    <a:pt x="45948" y="78871"/>
                  </a:cubicBezTo>
                  <a:cubicBezTo>
                    <a:pt x="43716" y="78871"/>
                    <a:pt x="43557" y="79803"/>
                    <a:pt x="42919" y="81513"/>
                  </a:cubicBezTo>
                  <a:cubicBezTo>
                    <a:pt x="39252" y="93948"/>
                    <a:pt x="32238" y="100321"/>
                    <a:pt x="26020" y="100321"/>
                  </a:cubicBezTo>
                  <a:cubicBezTo>
                    <a:pt x="22832" y="100321"/>
                    <a:pt x="22035" y="98300"/>
                    <a:pt x="22035" y="94881"/>
                  </a:cubicBezTo>
                  <a:cubicBezTo>
                    <a:pt x="22035" y="91306"/>
                    <a:pt x="23151" y="88352"/>
                    <a:pt x="24586" y="84933"/>
                  </a:cubicBezTo>
                  <a:cubicBezTo>
                    <a:pt x="26180" y="80736"/>
                    <a:pt x="27934" y="76539"/>
                    <a:pt x="29687" y="72498"/>
                  </a:cubicBezTo>
                  <a:cubicBezTo>
                    <a:pt x="31122" y="68767"/>
                    <a:pt x="36861" y="54622"/>
                    <a:pt x="37499" y="52757"/>
                  </a:cubicBezTo>
                  <a:cubicBezTo>
                    <a:pt x="37977" y="51203"/>
                    <a:pt x="38455" y="49338"/>
                    <a:pt x="38455" y="47783"/>
                  </a:cubicBezTo>
                  <a:cubicBezTo>
                    <a:pt x="38455" y="40478"/>
                    <a:pt x="32078" y="34571"/>
                    <a:pt x="23310" y="34571"/>
                  </a:cubicBezTo>
                  <a:cubicBezTo>
                    <a:pt x="7527" y="34571"/>
                    <a:pt x="194" y="55711"/>
                    <a:pt x="194" y="58353"/>
                  </a:cubicBezTo>
                  <a:cubicBezTo>
                    <a:pt x="194" y="60374"/>
                    <a:pt x="2426" y="60374"/>
                    <a:pt x="2904" y="60374"/>
                  </a:cubicBezTo>
                  <a:cubicBezTo>
                    <a:pt x="5136" y="60374"/>
                    <a:pt x="5296" y="59596"/>
                    <a:pt x="5774" y="57887"/>
                  </a:cubicBezTo>
                  <a:cubicBezTo>
                    <a:pt x="9919" y="44519"/>
                    <a:pt x="16933" y="38923"/>
                    <a:pt x="22832" y="38923"/>
                  </a:cubicBezTo>
                  <a:cubicBezTo>
                    <a:pt x="25383" y="38923"/>
                    <a:pt x="26818" y="40167"/>
                    <a:pt x="26818" y="44364"/>
                  </a:cubicBezTo>
                  <a:cubicBezTo>
                    <a:pt x="26818" y="47939"/>
                    <a:pt x="25861" y="50270"/>
                    <a:pt x="21875" y="59907"/>
                  </a:cubicBezTo>
                  <a:lnTo>
                    <a:pt x="11832"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8" name="Freeform: Shape 137">
              <a:extLst>
                <a:ext uri="{FF2B5EF4-FFF2-40B4-BE49-F238E27FC236}">
                  <a16:creationId xmlns:a16="http://schemas.microsoft.com/office/drawing/2014/main" id="{FF55676B-9784-6ACF-1DC0-5FD35ADAC4F1}"/>
                </a:ext>
              </a:extLst>
            </p:cNvPr>
            <p:cNvSpPr/>
            <p:nvPr>
              <p:custDataLst>
                <p:tags r:id="rId27"/>
              </p:custDataLst>
            </p:nvPr>
          </p:nvSpPr>
          <p:spPr>
            <a:xfrm>
              <a:off x="8979446" y="7199779"/>
              <a:ext cx="26646" cy="66393"/>
            </a:xfrm>
            <a:custGeom>
              <a:avLst/>
              <a:gdLst>
                <a:gd name="connsiteX0" fmla="*/ 26844 w 26646"/>
                <a:gd name="connsiteY0" fmla="*/ 23378 h 66393"/>
                <a:gd name="connsiteX1" fmla="*/ 12268 w 26646"/>
                <a:gd name="connsiteY1" fmla="*/ 63 h 66393"/>
                <a:gd name="connsiteX2" fmla="*/ 197 w 26646"/>
                <a:gd name="connsiteY2" fmla="*/ 11832 h 66393"/>
                <a:gd name="connsiteX3" fmla="*/ 12268 w 26646"/>
                <a:gd name="connsiteY3" fmla="*/ 23600 h 66393"/>
                <a:gd name="connsiteX4" fmla="*/ 20239 w 26646"/>
                <a:gd name="connsiteY4" fmla="*/ 20714 h 66393"/>
                <a:gd name="connsiteX5" fmla="*/ 21378 w 26646"/>
                <a:gd name="connsiteY5" fmla="*/ 20047 h 66393"/>
                <a:gd name="connsiteX6" fmla="*/ 21833 w 26646"/>
                <a:gd name="connsiteY6" fmla="*/ 23378 h 66393"/>
                <a:gd name="connsiteX7" fmla="*/ 6347 w 26646"/>
                <a:gd name="connsiteY7" fmla="*/ 60461 h 66393"/>
                <a:gd name="connsiteX8" fmla="*/ 3841 w 26646"/>
                <a:gd name="connsiteY8" fmla="*/ 64014 h 66393"/>
                <a:gd name="connsiteX9" fmla="*/ 6119 w 26646"/>
                <a:gd name="connsiteY9" fmla="*/ 66456 h 66393"/>
                <a:gd name="connsiteX10" fmla="*/ 26844 w 2664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46" h="66393">
                  <a:moveTo>
                    <a:pt x="26844" y="23378"/>
                  </a:moveTo>
                  <a:cubicBezTo>
                    <a:pt x="26844" y="8723"/>
                    <a:pt x="21150" y="63"/>
                    <a:pt x="12268" y="63"/>
                  </a:cubicBezTo>
                  <a:cubicBezTo>
                    <a:pt x="4752" y="63"/>
                    <a:pt x="197" y="5614"/>
                    <a:pt x="197" y="11832"/>
                  </a:cubicBezTo>
                  <a:cubicBezTo>
                    <a:pt x="197" y="17827"/>
                    <a:pt x="4752" y="23600"/>
                    <a:pt x="12268" y="23600"/>
                  </a:cubicBezTo>
                  <a:cubicBezTo>
                    <a:pt x="15001" y="23600"/>
                    <a:pt x="17962" y="22712"/>
                    <a:pt x="20239" y="20714"/>
                  </a:cubicBezTo>
                  <a:cubicBezTo>
                    <a:pt x="20922" y="20270"/>
                    <a:pt x="21150" y="20047"/>
                    <a:pt x="21378" y="20047"/>
                  </a:cubicBezTo>
                  <a:cubicBezTo>
                    <a:pt x="21606" y="20047"/>
                    <a:pt x="21833" y="20270"/>
                    <a:pt x="21833" y="23378"/>
                  </a:cubicBezTo>
                  <a:cubicBezTo>
                    <a:pt x="21833" y="39810"/>
                    <a:pt x="13862" y="53133"/>
                    <a:pt x="6347" y="60461"/>
                  </a:cubicBezTo>
                  <a:cubicBezTo>
                    <a:pt x="3841" y="62904"/>
                    <a:pt x="3841" y="63348"/>
                    <a:pt x="3841" y="64014"/>
                  </a:cubicBezTo>
                  <a:cubicBezTo>
                    <a:pt x="3841" y="65568"/>
                    <a:pt x="4980" y="66456"/>
                    <a:pt x="6119" y="66456"/>
                  </a:cubicBezTo>
                  <a:cubicBezTo>
                    <a:pt x="8624" y="66456"/>
                    <a:pt x="26844" y="49358"/>
                    <a:pt x="26844" y="2337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39" name="Freeform: Shape 138">
              <a:extLst>
                <a:ext uri="{FF2B5EF4-FFF2-40B4-BE49-F238E27FC236}">
                  <a16:creationId xmlns:a16="http://schemas.microsoft.com/office/drawing/2014/main" id="{C78564E5-BD8F-06D0-5889-EBB47FD382EF}"/>
                </a:ext>
              </a:extLst>
            </p:cNvPr>
            <p:cNvSpPr/>
            <p:nvPr>
              <p:custDataLst>
                <p:tags r:id="rId28"/>
              </p:custDataLst>
            </p:nvPr>
          </p:nvSpPr>
          <p:spPr>
            <a:xfrm>
              <a:off x="9069050" y="7071655"/>
              <a:ext cx="165571" cy="151661"/>
            </a:xfrm>
            <a:custGeom>
              <a:avLst/>
              <a:gdLst>
                <a:gd name="connsiteX0" fmla="*/ 128195 w 165571"/>
                <a:gd name="connsiteY0" fmla="*/ 25377 h 151661"/>
                <a:gd name="connsiteX1" fmla="*/ 131383 w 165571"/>
                <a:gd name="connsiteY1" fmla="*/ 22268 h 151661"/>
                <a:gd name="connsiteX2" fmla="*/ 161218 w 165571"/>
                <a:gd name="connsiteY2" fmla="*/ 6946 h 151661"/>
                <a:gd name="connsiteX3" fmla="*/ 165773 w 165571"/>
                <a:gd name="connsiteY3" fmla="*/ 2727 h 151661"/>
                <a:gd name="connsiteX4" fmla="*/ 162812 w 165571"/>
                <a:gd name="connsiteY4" fmla="*/ 63 h 151661"/>
                <a:gd name="connsiteX5" fmla="*/ 144137 w 165571"/>
                <a:gd name="connsiteY5" fmla="*/ 729 h 151661"/>
                <a:gd name="connsiteX6" fmla="*/ 121363 w 165571"/>
                <a:gd name="connsiteY6" fmla="*/ 63 h 151661"/>
                <a:gd name="connsiteX7" fmla="*/ 117035 w 165571"/>
                <a:gd name="connsiteY7" fmla="*/ 4282 h 151661"/>
                <a:gd name="connsiteX8" fmla="*/ 120452 w 165571"/>
                <a:gd name="connsiteY8" fmla="*/ 6946 h 151661"/>
                <a:gd name="connsiteX9" fmla="*/ 128650 w 165571"/>
                <a:gd name="connsiteY9" fmla="*/ 12054 h 151661"/>
                <a:gd name="connsiteX10" fmla="*/ 122501 w 165571"/>
                <a:gd name="connsiteY10" fmla="*/ 22712 h 151661"/>
                <a:gd name="connsiteX11" fmla="*/ 69664 w 165571"/>
                <a:gd name="connsiteY11" fmla="*/ 82000 h 151661"/>
                <a:gd name="connsiteX12" fmla="*/ 44612 w 165571"/>
                <a:gd name="connsiteY12" fmla="*/ 16051 h 151661"/>
                <a:gd name="connsiteX13" fmla="*/ 43246 w 165571"/>
                <a:gd name="connsiteY13" fmla="*/ 12276 h 151661"/>
                <a:gd name="connsiteX14" fmla="*/ 56683 w 165571"/>
                <a:gd name="connsiteY14" fmla="*/ 6946 h 151661"/>
                <a:gd name="connsiteX15" fmla="*/ 62149 w 165571"/>
                <a:gd name="connsiteY15" fmla="*/ 2505 h 151661"/>
                <a:gd name="connsiteX16" fmla="*/ 58733 w 165571"/>
                <a:gd name="connsiteY16" fmla="*/ 63 h 151661"/>
                <a:gd name="connsiteX17" fmla="*/ 30037 w 165571"/>
                <a:gd name="connsiteY17" fmla="*/ 729 h 151661"/>
                <a:gd name="connsiteX18" fmla="*/ 4529 w 165571"/>
                <a:gd name="connsiteY18" fmla="*/ 63 h 151661"/>
                <a:gd name="connsiteX19" fmla="*/ 202 w 165571"/>
                <a:gd name="connsiteY19" fmla="*/ 4504 h 151661"/>
                <a:gd name="connsiteX20" fmla="*/ 5440 w 165571"/>
                <a:gd name="connsiteY20" fmla="*/ 6946 h 151661"/>
                <a:gd name="connsiteX21" fmla="*/ 22065 w 165571"/>
                <a:gd name="connsiteY21" fmla="*/ 14496 h 151661"/>
                <a:gd name="connsiteX22" fmla="*/ 50078 w 165571"/>
                <a:gd name="connsiteY22" fmla="*/ 87551 h 151661"/>
                <a:gd name="connsiteX23" fmla="*/ 50989 w 165571"/>
                <a:gd name="connsiteY23" fmla="*/ 91326 h 151661"/>
                <a:gd name="connsiteX24" fmla="*/ 40741 w 165571"/>
                <a:gd name="connsiteY24" fmla="*/ 131740 h 151661"/>
                <a:gd name="connsiteX25" fmla="*/ 19332 w 165571"/>
                <a:gd name="connsiteY25" fmla="*/ 144841 h 151661"/>
                <a:gd name="connsiteX26" fmla="*/ 13183 w 165571"/>
                <a:gd name="connsiteY26" fmla="*/ 149282 h 151661"/>
                <a:gd name="connsiteX27" fmla="*/ 16372 w 165571"/>
                <a:gd name="connsiteY27" fmla="*/ 151724 h 151661"/>
                <a:gd name="connsiteX28" fmla="*/ 45068 w 165571"/>
                <a:gd name="connsiteY28" fmla="*/ 151058 h 151661"/>
                <a:gd name="connsiteX29" fmla="*/ 74219 w 165571"/>
                <a:gd name="connsiteY29" fmla="*/ 151724 h 151661"/>
                <a:gd name="connsiteX30" fmla="*/ 78546 w 165571"/>
                <a:gd name="connsiteY30" fmla="*/ 147283 h 151661"/>
                <a:gd name="connsiteX31" fmla="*/ 72170 w 165571"/>
                <a:gd name="connsiteY31" fmla="*/ 144841 h 151661"/>
                <a:gd name="connsiteX32" fmla="*/ 63515 w 165571"/>
                <a:gd name="connsiteY32" fmla="*/ 144397 h 151661"/>
                <a:gd name="connsiteX33" fmla="*/ 57366 w 165571"/>
                <a:gd name="connsiteY33" fmla="*/ 140844 h 151661"/>
                <a:gd name="connsiteX34" fmla="*/ 60554 w 165571"/>
                <a:gd name="connsiteY34" fmla="*/ 126855 h 151661"/>
                <a:gd name="connsiteX35" fmla="*/ 68526 w 165571"/>
                <a:gd name="connsiteY35" fmla="*/ 95545 h 151661"/>
                <a:gd name="connsiteX36" fmla="*/ 71714 w 165571"/>
                <a:gd name="connsiteY36" fmla="*/ 88662 h 151661"/>
                <a:gd name="connsiteX37" fmla="*/ 128195 w 165571"/>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571" h="151661">
                  <a:moveTo>
                    <a:pt x="128195" y="25377"/>
                  </a:moveTo>
                  <a:lnTo>
                    <a:pt x="131383" y="22268"/>
                  </a:lnTo>
                  <a:cubicBezTo>
                    <a:pt x="138216" y="15606"/>
                    <a:pt x="145731" y="8057"/>
                    <a:pt x="161218" y="6946"/>
                  </a:cubicBezTo>
                  <a:cubicBezTo>
                    <a:pt x="163723" y="6724"/>
                    <a:pt x="165773" y="6724"/>
                    <a:pt x="165773" y="2727"/>
                  </a:cubicBezTo>
                  <a:cubicBezTo>
                    <a:pt x="165773" y="951"/>
                    <a:pt x="164634" y="63"/>
                    <a:pt x="162812" y="63"/>
                  </a:cubicBezTo>
                  <a:cubicBezTo>
                    <a:pt x="156891" y="63"/>
                    <a:pt x="150286" y="729"/>
                    <a:pt x="144137" y="729"/>
                  </a:cubicBezTo>
                  <a:cubicBezTo>
                    <a:pt x="136622" y="729"/>
                    <a:pt x="128650" y="63"/>
                    <a:pt x="121363" y="63"/>
                  </a:cubicBezTo>
                  <a:cubicBezTo>
                    <a:pt x="119996" y="63"/>
                    <a:pt x="117035" y="63"/>
                    <a:pt x="117035" y="4282"/>
                  </a:cubicBezTo>
                  <a:cubicBezTo>
                    <a:pt x="117035" y="6724"/>
                    <a:pt x="119313" y="6946"/>
                    <a:pt x="120452" y="6946"/>
                  </a:cubicBezTo>
                  <a:cubicBezTo>
                    <a:pt x="122046" y="6946"/>
                    <a:pt x="128650" y="7390"/>
                    <a:pt x="128650" y="12054"/>
                  </a:cubicBezTo>
                  <a:cubicBezTo>
                    <a:pt x="128650" y="15828"/>
                    <a:pt x="123412" y="21602"/>
                    <a:pt x="122501" y="22712"/>
                  </a:cubicBezTo>
                  <a:lnTo>
                    <a:pt x="69664" y="82000"/>
                  </a:lnTo>
                  <a:lnTo>
                    <a:pt x="44612" y="16051"/>
                  </a:lnTo>
                  <a:cubicBezTo>
                    <a:pt x="43246" y="12942"/>
                    <a:pt x="43246" y="12498"/>
                    <a:pt x="43246" y="12276"/>
                  </a:cubicBezTo>
                  <a:cubicBezTo>
                    <a:pt x="43246" y="6946"/>
                    <a:pt x="54405" y="6946"/>
                    <a:pt x="56683" y="6946"/>
                  </a:cubicBezTo>
                  <a:cubicBezTo>
                    <a:pt x="59871" y="6946"/>
                    <a:pt x="62149" y="6946"/>
                    <a:pt x="62149" y="2505"/>
                  </a:cubicBezTo>
                  <a:cubicBezTo>
                    <a:pt x="62149" y="63"/>
                    <a:pt x="59416" y="63"/>
                    <a:pt x="58733" y="63"/>
                  </a:cubicBezTo>
                  <a:cubicBezTo>
                    <a:pt x="52356" y="63"/>
                    <a:pt x="36413" y="729"/>
                    <a:pt x="30037" y="729"/>
                  </a:cubicBezTo>
                  <a:cubicBezTo>
                    <a:pt x="24343" y="729"/>
                    <a:pt x="10223" y="63"/>
                    <a:pt x="4529" y="63"/>
                  </a:cubicBezTo>
                  <a:cubicBezTo>
                    <a:pt x="3163" y="63"/>
                    <a:pt x="202" y="63"/>
                    <a:pt x="202" y="4504"/>
                  </a:cubicBezTo>
                  <a:cubicBezTo>
                    <a:pt x="202" y="6946"/>
                    <a:pt x="2479" y="6946"/>
                    <a:pt x="5440" y="6946"/>
                  </a:cubicBezTo>
                  <a:cubicBezTo>
                    <a:pt x="19105" y="6946"/>
                    <a:pt x="20016" y="8945"/>
                    <a:pt x="22065" y="14496"/>
                  </a:cubicBezTo>
                  <a:lnTo>
                    <a:pt x="50078" y="87551"/>
                  </a:lnTo>
                  <a:cubicBezTo>
                    <a:pt x="50306" y="88218"/>
                    <a:pt x="50989" y="90660"/>
                    <a:pt x="50989" y="91326"/>
                  </a:cubicBezTo>
                  <a:cubicBezTo>
                    <a:pt x="50989" y="91992"/>
                    <a:pt x="41879" y="127743"/>
                    <a:pt x="40741" y="131740"/>
                  </a:cubicBezTo>
                  <a:cubicBezTo>
                    <a:pt x="37780" y="143953"/>
                    <a:pt x="37552" y="144619"/>
                    <a:pt x="19332" y="144841"/>
                  </a:cubicBezTo>
                  <a:cubicBezTo>
                    <a:pt x="15005" y="144841"/>
                    <a:pt x="13183" y="144841"/>
                    <a:pt x="13183" y="149282"/>
                  </a:cubicBezTo>
                  <a:cubicBezTo>
                    <a:pt x="13183" y="151724"/>
                    <a:pt x="15916" y="151724"/>
                    <a:pt x="16372" y="151724"/>
                  </a:cubicBezTo>
                  <a:cubicBezTo>
                    <a:pt x="22749" y="151724"/>
                    <a:pt x="38691" y="151058"/>
                    <a:pt x="45068" y="151058"/>
                  </a:cubicBezTo>
                  <a:cubicBezTo>
                    <a:pt x="51445" y="151058"/>
                    <a:pt x="67842" y="151724"/>
                    <a:pt x="74219" y="151724"/>
                  </a:cubicBezTo>
                  <a:cubicBezTo>
                    <a:pt x="75813" y="151724"/>
                    <a:pt x="78546" y="151724"/>
                    <a:pt x="78546" y="147283"/>
                  </a:cubicBezTo>
                  <a:cubicBezTo>
                    <a:pt x="78546" y="144841"/>
                    <a:pt x="76497" y="144841"/>
                    <a:pt x="72170" y="144841"/>
                  </a:cubicBezTo>
                  <a:cubicBezTo>
                    <a:pt x="71714" y="144841"/>
                    <a:pt x="67387" y="144841"/>
                    <a:pt x="63515" y="144397"/>
                  </a:cubicBezTo>
                  <a:cubicBezTo>
                    <a:pt x="58733" y="143953"/>
                    <a:pt x="57366" y="143509"/>
                    <a:pt x="57366" y="140844"/>
                  </a:cubicBezTo>
                  <a:cubicBezTo>
                    <a:pt x="57366" y="139290"/>
                    <a:pt x="59416" y="131518"/>
                    <a:pt x="60554" y="126855"/>
                  </a:cubicBezTo>
                  <a:lnTo>
                    <a:pt x="68526" y="95545"/>
                  </a:lnTo>
                  <a:cubicBezTo>
                    <a:pt x="69664" y="91326"/>
                    <a:pt x="69892" y="90660"/>
                    <a:pt x="71714" y="88662"/>
                  </a:cubicBezTo>
                  <a:lnTo>
                    <a:pt x="128195"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40" name="Freeform: Shape 139">
              <a:extLst>
                <a:ext uri="{FF2B5EF4-FFF2-40B4-BE49-F238E27FC236}">
                  <a16:creationId xmlns:a16="http://schemas.microsoft.com/office/drawing/2014/main" id="{E9E25CFB-5386-083A-9DAF-7AE1596F33AE}"/>
                </a:ext>
              </a:extLst>
            </p:cNvPr>
            <p:cNvSpPr/>
            <p:nvPr>
              <p:custDataLst>
                <p:tags r:id="rId29"/>
              </p:custDataLst>
            </p:nvPr>
          </p:nvSpPr>
          <p:spPr>
            <a:xfrm>
              <a:off x="9200791" y="7153570"/>
              <a:ext cx="48304" cy="104608"/>
            </a:xfrm>
            <a:custGeom>
              <a:avLst/>
              <a:gdLst>
                <a:gd name="connsiteX0" fmla="*/ 44368 w 48304"/>
                <a:gd name="connsiteY0" fmla="*/ 5971 h 104608"/>
                <a:gd name="connsiteX1" fmla="*/ 37991 w 48304"/>
                <a:gd name="connsiteY1" fmla="*/ 64 h 104608"/>
                <a:gd name="connsiteX2" fmla="*/ 29063 w 48304"/>
                <a:gd name="connsiteY2" fmla="*/ 8613 h 104608"/>
                <a:gd name="connsiteX3" fmla="*/ 35440 w 48304"/>
                <a:gd name="connsiteY3" fmla="*/ 14520 h 104608"/>
                <a:gd name="connsiteX4" fmla="*/ 44368 w 48304"/>
                <a:gd name="connsiteY4" fmla="*/ 5971 h 104608"/>
                <a:gd name="connsiteX5" fmla="*/ 11845 w 48304"/>
                <a:gd name="connsiteY5" fmla="*/ 84933 h 104608"/>
                <a:gd name="connsiteX6" fmla="*/ 10411 w 48304"/>
                <a:gd name="connsiteY6" fmla="*/ 91461 h 104608"/>
                <a:gd name="connsiteX7" fmla="*/ 25556 w 48304"/>
                <a:gd name="connsiteY7" fmla="*/ 104673 h 104608"/>
                <a:gd name="connsiteX8" fmla="*/ 48512 w 48304"/>
                <a:gd name="connsiteY8" fmla="*/ 80891 h 104608"/>
                <a:gd name="connsiteX9" fmla="*/ 45962 w 48304"/>
                <a:gd name="connsiteY9" fmla="*/ 78871 h 104608"/>
                <a:gd name="connsiteX10" fmla="*/ 42933 w 48304"/>
                <a:gd name="connsiteY10" fmla="*/ 81513 h 104608"/>
                <a:gd name="connsiteX11" fmla="*/ 26034 w 48304"/>
                <a:gd name="connsiteY11" fmla="*/ 100321 h 104608"/>
                <a:gd name="connsiteX12" fmla="*/ 22048 w 48304"/>
                <a:gd name="connsiteY12" fmla="*/ 94881 h 104608"/>
                <a:gd name="connsiteX13" fmla="*/ 24599 w 48304"/>
                <a:gd name="connsiteY13" fmla="*/ 84933 h 104608"/>
                <a:gd name="connsiteX14" fmla="*/ 29701 w 48304"/>
                <a:gd name="connsiteY14" fmla="*/ 72498 h 104608"/>
                <a:gd name="connsiteX15" fmla="*/ 37512 w 48304"/>
                <a:gd name="connsiteY15" fmla="*/ 52757 h 104608"/>
                <a:gd name="connsiteX16" fmla="*/ 38469 w 48304"/>
                <a:gd name="connsiteY16" fmla="*/ 47783 h 104608"/>
                <a:gd name="connsiteX17" fmla="*/ 23324 w 48304"/>
                <a:gd name="connsiteY17" fmla="*/ 34571 h 104608"/>
                <a:gd name="connsiteX18" fmla="*/ 208 w 48304"/>
                <a:gd name="connsiteY18" fmla="*/ 58353 h 104608"/>
                <a:gd name="connsiteX19" fmla="*/ 2918 w 48304"/>
                <a:gd name="connsiteY19" fmla="*/ 60374 h 104608"/>
                <a:gd name="connsiteX20" fmla="*/ 5787 w 48304"/>
                <a:gd name="connsiteY20" fmla="*/ 57887 h 104608"/>
                <a:gd name="connsiteX21" fmla="*/ 22846 w 48304"/>
                <a:gd name="connsiteY21" fmla="*/ 38923 h 104608"/>
                <a:gd name="connsiteX22" fmla="*/ 26831 w 48304"/>
                <a:gd name="connsiteY22" fmla="*/ 44364 h 104608"/>
                <a:gd name="connsiteX23" fmla="*/ 21889 w 48304"/>
                <a:gd name="connsiteY23" fmla="*/ 59907 h 104608"/>
                <a:gd name="connsiteX24" fmla="*/ 11845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368" y="5971"/>
                  </a:moveTo>
                  <a:cubicBezTo>
                    <a:pt x="44368" y="3484"/>
                    <a:pt x="42454" y="64"/>
                    <a:pt x="37991" y="64"/>
                  </a:cubicBezTo>
                  <a:cubicBezTo>
                    <a:pt x="33686" y="64"/>
                    <a:pt x="29063" y="4106"/>
                    <a:pt x="29063" y="8613"/>
                  </a:cubicBezTo>
                  <a:cubicBezTo>
                    <a:pt x="29063" y="11256"/>
                    <a:pt x="31135" y="14520"/>
                    <a:pt x="35440" y="14520"/>
                  </a:cubicBezTo>
                  <a:cubicBezTo>
                    <a:pt x="40063" y="14520"/>
                    <a:pt x="44368" y="10168"/>
                    <a:pt x="44368" y="5971"/>
                  </a:cubicBezTo>
                  <a:close/>
                  <a:moveTo>
                    <a:pt x="11845" y="84933"/>
                  </a:moveTo>
                  <a:cubicBezTo>
                    <a:pt x="11208" y="86953"/>
                    <a:pt x="10411" y="88819"/>
                    <a:pt x="10411" y="91461"/>
                  </a:cubicBezTo>
                  <a:cubicBezTo>
                    <a:pt x="10411" y="98767"/>
                    <a:pt x="16787" y="104673"/>
                    <a:pt x="25556" y="104673"/>
                  </a:cubicBezTo>
                  <a:cubicBezTo>
                    <a:pt x="41498" y="104673"/>
                    <a:pt x="48512" y="83223"/>
                    <a:pt x="48512" y="80891"/>
                  </a:cubicBezTo>
                  <a:cubicBezTo>
                    <a:pt x="48512" y="78871"/>
                    <a:pt x="46440" y="78871"/>
                    <a:pt x="45962" y="78871"/>
                  </a:cubicBezTo>
                  <a:cubicBezTo>
                    <a:pt x="43730" y="78871"/>
                    <a:pt x="43570" y="79803"/>
                    <a:pt x="42933" y="81513"/>
                  </a:cubicBezTo>
                  <a:cubicBezTo>
                    <a:pt x="39266" y="93948"/>
                    <a:pt x="32251" y="100321"/>
                    <a:pt x="26034" y="100321"/>
                  </a:cubicBezTo>
                  <a:cubicBezTo>
                    <a:pt x="22846" y="100321"/>
                    <a:pt x="22048" y="98300"/>
                    <a:pt x="22048" y="94881"/>
                  </a:cubicBezTo>
                  <a:cubicBezTo>
                    <a:pt x="22048" y="91306"/>
                    <a:pt x="23164" y="88352"/>
                    <a:pt x="24599" y="84933"/>
                  </a:cubicBezTo>
                  <a:cubicBezTo>
                    <a:pt x="26193" y="80736"/>
                    <a:pt x="27947" y="76539"/>
                    <a:pt x="29701" y="72498"/>
                  </a:cubicBezTo>
                  <a:cubicBezTo>
                    <a:pt x="31135" y="68767"/>
                    <a:pt x="36875" y="54622"/>
                    <a:pt x="37512" y="52757"/>
                  </a:cubicBezTo>
                  <a:cubicBezTo>
                    <a:pt x="37991" y="51203"/>
                    <a:pt x="38469" y="49338"/>
                    <a:pt x="38469" y="47783"/>
                  </a:cubicBezTo>
                  <a:cubicBezTo>
                    <a:pt x="38469" y="40478"/>
                    <a:pt x="32092" y="34571"/>
                    <a:pt x="23324" y="34571"/>
                  </a:cubicBezTo>
                  <a:cubicBezTo>
                    <a:pt x="7541" y="34571"/>
                    <a:pt x="208" y="55711"/>
                    <a:pt x="208" y="58353"/>
                  </a:cubicBezTo>
                  <a:cubicBezTo>
                    <a:pt x="208" y="60374"/>
                    <a:pt x="2440" y="60374"/>
                    <a:pt x="2918" y="60374"/>
                  </a:cubicBezTo>
                  <a:cubicBezTo>
                    <a:pt x="5150" y="60374"/>
                    <a:pt x="5309" y="59596"/>
                    <a:pt x="5787" y="57887"/>
                  </a:cubicBezTo>
                  <a:cubicBezTo>
                    <a:pt x="9932" y="44519"/>
                    <a:pt x="16947" y="38923"/>
                    <a:pt x="22846" y="38923"/>
                  </a:cubicBezTo>
                  <a:cubicBezTo>
                    <a:pt x="25396" y="38923"/>
                    <a:pt x="26831" y="40167"/>
                    <a:pt x="26831" y="44364"/>
                  </a:cubicBezTo>
                  <a:cubicBezTo>
                    <a:pt x="26831" y="47939"/>
                    <a:pt x="25875" y="50270"/>
                    <a:pt x="21889" y="59907"/>
                  </a:cubicBezTo>
                  <a:lnTo>
                    <a:pt x="11845"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sp>
          <p:nvSpPr>
            <p:cNvPr id="141" name="Freeform: Shape 140">
              <a:extLst>
                <a:ext uri="{FF2B5EF4-FFF2-40B4-BE49-F238E27FC236}">
                  <a16:creationId xmlns:a16="http://schemas.microsoft.com/office/drawing/2014/main" id="{445DC9D3-CBDE-84C9-4E4A-6E78BE7EC85C}"/>
                </a:ext>
              </a:extLst>
            </p:cNvPr>
            <p:cNvSpPr/>
            <p:nvPr>
              <p:custDataLst>
                <p:tags r:id="rId30"/>
              </p:custDataLst>
            </p:nvPr>
          </p:nvSpPr>
          <p:spPr>
            <a:xfrm>
              <a:off x="9282103" y="7056778"/>
              <a:ext cx="52837" cy="222052"/>
            </a:xfrm>
            <a:custGeom>
              <a:avLst/>
              <a:gdLst>
                <a:gd name="connsiteX0" fmla="*/ 53048 w 52837"/>
                <a:gd name="connsiteY0" fmla="*/ 111089 h 222052"/>
                <a:gd name="connsiteX1" fmla="*/ 38017 w 52837"/>
                <a:gd name="connsiteY1" fmla="*/ 41809 h 222052"/>
                <a:gd name="connsiteX2" fmla="*/ 2488 w 52837"/>
                <a:gd name="connsiteY2" fmla="*/ 63 h 222052"/>
                <a:gd name="connsiteX3" fmla="*/ 211 w 52837"/>
                <a:gd name="connsiteY3" fmla="*/ 2283 h 222052"/>
                <a:gd name="connsiteX4" fmla="*/ 4538 w 52837"/>
                <a:gd name="connsiteY4" fmla="*/ 7390 h 222052"/>
                <a:gd name="connsiteX5" fmla="*/ 39839 w 52837"/>
                <a:gd name="connsiteY5" fmla="*/ 111089 h 222052"/>
                <a:gd name="connsiteX6" fmla="*/ 3172 w 52837"/>
                <a:gd name="connsiteY6" fmla="*/ 216120 h 222052"/>
                <a:gd name="connsiteX7" fmla="*/ 211 w 52837"/>
                <a:gd name="connsiteY7" fmla="*/ 219895 h 222052"/>
                <a:gd name="connsiteX8" fmla="*/ 2488 w 52837"/>
                <a:gd name="connsiteY8" fmla="*/ 222115 h 222052"/>
                <a:gd name="connsiteX9" fmla="*/ 38700 w 52837"/>
                <a:gd name="connsiteY9" fmla="*/ 178815 h 222052"/>
                <a:gd name="connsiteX10" fmla="*/ 53048 w 52837"/>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3048" y="111089"/>
                  </a:moveTo>
                  <a:cubicBezTo>
                    <a:pt x="53048" y="93769"/>
                    <a:pt x="50543" y="66901"/>
                    <a:pt x="38017" y="41809"/>
                  </a:cubicBezTo>
                  <a:cubicBezTo>
                    <a:pt x="24352" y="14496"/>
                    <a:pt x="4766" y="63"/>
                    <a:pt x="2488" y="63"/>
                  </a:cubicBezTo>
                  <a:cubicBezTo>
                    <a:pt x="1122" y="63"/>
                    <a:pt x="211" y="951"/>
                    <a:pt x="211" y="2283"/>
                  </a:cubicBezTo>
                  <a:cubicBezTo>
                    <a:pt x="211" y="2949"/>
                    <a:pt x="211" y="3394"/>
                    <a:pt x="4538" y="7390"/>
                  </a:cubicBezTo>
                  <a:cubicBezTo>
                    <a:pt x="26857" y="29374"/>
                    <a:pt x="39839" y="64680"/>
                    <a:pt x="39839" y="111089"/>
                  </a:cubicBezTo>
                  <a:cubicBezTo>
                    <a:pt x="39839" y="149060"/>
                    <a:pt x="31412" y="188141"/>
                    <a:pt x="3172" y="216120"/>
                  </a:cubicBezTo>
                  <a:cubicBezTo>
                    <a:pt x="211" y="218784"/>
                    <a:pt x="211" y="219228"/>
                    <a:pt x="211" y="219895"/>
                  </a:cubicBezTo>
                  <a:cubicBezTo>
                    <a:pt x="211" y="221227"/>
                    <a:pt x="1122" y="222115"/>
                    <a:pt x="2488" y="222115"/>
                  </a:cubicBezTo>
                  <a:cubicBezTo>
                    <a:pt x="4766" y="222115"/>
                    <a:pt x="25263" y="207016"/>
                    <a:pt x="38700" y="178815"/>
                  </a:cubicBezTo>
                  <a:cubicBezTo>
                    <a:pt x="50315" y="154389"/>
                    <a:pt x="53048" y="129741"/>
                    <a:pt x="53048" y="1110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400">
                <a:solidFill>
                  <a:schemeClr val="bg1"/>
                </a:solidFill>
              </a:endParaRPr>
            </a:p>
          </p:txBody>
        </p:sp>
      </p:grpSp>
      <p:sp>
        <p:nvSpPr>
          <p:cNvPr id="144" name="TextBox 143">
            <a:extLst>
              <a:ext uri="{FF2B5EF4-FFF2-40B4-BE49-F238E27FC236}">
                <a16:creationId xmlns:a16="http://schemas.microsoft.com/office/drawing/2014/main" id="{39A364EC-AE22-3D4C-A4B5-70536E48EA3D}"/>
              </a:ext>
            </a:extLst>
          </p:cNvPr>
          <p:cNvSpPr txBox="1"/>
          <p:nvPr/>
        </p:nvSpPr>
        <p:spPr>
          <a:xfrm>
            <a:off x="1262934" y="3120659"/>
            <a:ext cx="6097190" cy="584775"/>
          </a:xfrm>
          <a:prstGeom prst="rect">
            <a:avLst/>
          </a:prstGeom>
          <a:noFill/>
        </p:spPr>
        <p:txBody>
          <a:bodyPr wrap="square">
            <a:spAutoFit/>
          </a:bodyPr>
          <a:lstStyle>
            <a:defPPr>
              <a:defRPr lang="en-US"/>
            </a:defPPr>
            <a:lvl1pPr lvl="0">
              <a:defRPr sz="1600">
                <a:solidFill>
                  <a:schemeClr val="bg1"/>
                </a:solidFill>
              </a:defRPr>
            </a:lvl1pPr>
          </a:lstStyle>
          <a:p>
            <a:r>
              <a:rPr lang="en-US"/>
              <a:t>If the expected value of either variable is zero, then the covariance between the two variables is the expected value of their products</a:t>
            </a:r>
          </a:p>
        </p:txBody>
      </p:sp>
    </p:spTree>
    <p:extLst>
      <p:ext uri="{BB962C8B-B14F-4D97-AF65-F5344CB8AC3E}">
        <p14:creationId xmlns:p14="http://schemas.microsoft.com/office/powerpoint/2010/main" val="676030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par>
                                <p:cTn id="16" presetID="10" presetClass="entr" presetSubtype="0" fill="hold" nodeType="with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500"/>
                                        <p:tgtEl>
                                          <p:spTgt spid="8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fade">
                                      <p:cBhvr>
                                        <p:cTn id="23" dur="500"/>
                                        <p:tgtEl>
                                          <p:spTgt spid="65"/>
                                        </p:tgtEl>
                                      </p:cBhvr>
                                    </p:animEffect>
                                  </p:childTnLst>
                                </p:cTn>
                              </p:par>
                              <p:par>
                                <p:cTn id="24" presetID="10" presetClass="entr" presetSubtype="0" fill="hold" nodeType="withEffect">
                                  <p:stCondLst>
                                    <p:cond delay="0"/>
                                  </p:stCondLst>
                                  <p:childTnLst>
                                    <p:set>
                                      <p:cBhvr>
                                        <p:cTn id="25" dur="1" fill="hold">
                                          <p:stCondLst>
                                            <p:cond delay="0"/>
                                          </p:stCondLst>
                                        </p:cTn>
                                        <p:tgtEl>
                                          <p:spTgt spid="100"/>
                                        </p:tgtEl>
                                        <p:attrNameLst>
                                          <p:attrName>style.visibility</p:attrName>
                                        </p:attrNameLst>
                                      </p:cBhvr>
                                      <p:to>
                                        <p:strVal val="visible"/>
                                      </p:to>
                                    </p:set>
                                    <p:animEffect transition="in" filter="fade">
                                      <p:cBhvr>
                                        <p:cTn id="26" dur="500"/>
                                        <p:tgtEl>
                                          <p:spTgt spid="100"/>
                                        </p:tgtEl>
                                      </p:cBhvr>
                                    </p:animEffect>
                                  </p:childTnLst>
                                </p:cTn>
                              </p:par>
                              <p:par>
                                <p:cTn id="27" presetID="10" presetClass="entr" presetSubtype="0" fill="hold" nodeType="withEffect">
                                  <p:stCondLst>
                                    <p:cond delay="0"/>
                                  </p:stCondLst>
                                  <p:childTnLst>
                                    <p:set>
                                      <p:cBhvr>
                                        <p:cTn id="28" dur="1" fill="hold">
                                          <p:stCondLst>
                                            <p:cond delay="0"/>
                                          </p:stCondLst>
                                        </p:cTn>
                                        <p:tgtEl>
                                          <p:spTgt spid="109"/>
                                        </p:tgtEl>
                                        <p:attrNameLst>
                                          <p:attrName>style.visibility</p:attrName>
                                        </p:attrNameLst>
                                      </p:cBhvr>
                                      <p:to>
                                        <p:strVal val="visible"/>
                                      </p:to>
                                    </p:set>
                                    <p:animEffect transition="in" filter="fade">
                                      <p:cBhvr>
                                        <p:cTn id="29" dur="500"/>
                                        <p:tgtEl>
                                          <p:spTgt spid="109"/>
                                        </p:tgtEl>
                                      </p:cBhvr>
                                    </p:animEffect>
                                  </p:childTnLst>
                                </p:cTn>
                              </p:par>
                              <p:par>
                                <p:cTn id="30" presetID="10" presetClass="entr" presetSubtype="0" fill="hold" nodeType="with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C6E96BFE-3FEE-6460-E8A2-BA47ECADD6A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BE08007B-C7C9-EA8D-5604-55C3F96D01F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7D39FE3C-8683-E0E4-F25F-2B92F22E15C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0EEA22CE-3539-A23C-4B70-1705B68B2D8C}"/>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DBA352DD-FA0F-02A0-8F37-DF3DBE43AEEA}"/>
              </a:ext>
            </a:extLst>
          </p:cNvPr>
          <p:cNvPicPr>
            <a:picLocks noChangeAspect="1"/>
          </p:cNvPicPr>
          <p:nvPr/>
        </p:nvPicPr>
        <p:blipFill>
          <a:blip r:embed="rId67"/>
          <a:stretch>
            <a:fillRect/>
          </a:stretch>
        </p:blipFill>
        <p:spPr>
          <a:xfrm>
            <a:off x="295480" y="6230670"/>
            <a:ext cx="5249008" cy="609685"/>
          </a:xfrm>
          <a:prstGeom prst="rect">
            <a:avLst/>
          </a:prstGeom>
        </p:spPr>
      </p:pic>
      <p:sp>
        <p:nvSpPr>
          <p:cNvPr id="26" name="TextBox 25">
            <a:extLst>
              <a:ext uri="{FF2B5EF4-FFF2-40B4-BE49-F238E27FC236}">
                <a16:creationId xmlns:a16="http://schemas.microsoft.com/office/drawing/2014/main" id="{CFC804E0-F34B-0ED3-E638-0E4710F5AB37}"/>
              </a:ext>
            </a:extLst>
          </p:cNvPr>
          <p:cNvSpPr txBox="1"/>
          <p:nvPr/>
        </p:nvSpPr>
        <p:spPr>
          <a:xfrm>
            <a:off x="891590" y="1411740"/>
            <a:ext cx="60971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00"/>
                </a:solidFill>
                <a:effectLst/>
                <a:uLnTx/>
                <a:uFillTx/>
                <a:latin typeface="Aptos SemiBold" panose="020B0004020202020204" pitchFamily="34" charset="0"/>
                <a:ea typeface="+mn-ea"/>
                <a:cs typeface="+mn-cs"/>
              </a:rPr>
              <a:t>Bivariate Regression and Covariance</a:t>
            </a:r>
          </a:p>
        </p:txBody>
      </p:sp>
      <p:sp>
        <p:nvSpPr>
          <p:cNvPr id="2" name="TextBox 1">
            <a:extLst>
              <a:ext uri="{FF2B5EF4-FFF2-40B4-BE49-F238E27FC236}">
                <a16:creationId xmlns:a16="http://schemas.microsoft.com/office/drawing/2014/main" id="{C3E3380B-99C6-90DB-257C-5C79BB466C6F}"/>
              </a:ext>
            </a:extLst>
          </p:cNvPr>
          <p:cNvSpPr txBox="1"/>
          <p:nvPr/>
        </p:nvSpPr>
        <p:spPr>
          <a:xfrm>
            <a:off x="891590" y="1994705"/>
            <a:ext cx="5408155" cy="3539430"/>
          </a:xfrm>
          <a:prstGeom prst="rect">
            <a:avLst/>
          </a:prstGeom>
          <a:noFill/>
        </p:spPr>
        <p:txBody>
          <a:bodyPr wrap="square">
            <a:spAutoFit/>
          </a:bodyPr>
          <a:lstStyle/>
          <a:p>
            <a:pPr lvl="0">
              <a:defRPr/>
            </a:pPr>
            <a:r>
              <a:rPr lang="en-US" sz="1600" b="1">
                <a:solidFill>
                  <a:prstClr val="white"/>
                </a:solidFill>
                <a:highlight>
                  <a:srgbClr val="000000"/>
                </a:highlight>
              </a:rPr>
              <a:t>The connection between regression and covariance can be observed in a bivariate regression model </a:t>
            </a:r>
            <a:r>
              <a:rPr lang="en-US" sz="1600">
                <a:solidFill>
                  <a:prstClr val="white"/>
                </a:solidFill>
              </a:rPr>
              <a:t>(with regressor </a:t>
            </a:r>
            <a:r>
              <a:rPr lang="en-US" sz="1600" i="1">
                <a:solidFill>
                  <a:prstClr val="white"/>
                </a:solidFill>
              </a:rPr>
              <a:t>X</a:t>
            </a:r>
            <a:r>
              <a:rPr lang="en-US" sz="1600">
                <a:solidFill>
                  <a:prstClr val="white"/>
                </a:solidFill>
              </a:rPr>
              <a:t> and dependent variable </a:t>
            </a:r>
            <a:r>
              <a:rPr lang="en-US" sz="1600" i="1">
                <a:solidFill>
                  <a:prstClr val="white"/>
                </a:solidFill>
              </a:rPr>
              <a:t>Y</a:t>
            </a:r>
            <a:r>
              <a:rPr lang="en-US" sz="1600">
                <a:solidFill>
                  <a:prstClr val="white"/>
                </a:solidFill>
              </a:rPr>
              <a:t>). </a:t>
            </a:r>
          </a:p>
          <a:p>
            <a:pPr lvl="0">
              <a:defRPr/>
            </a:pPr>
            <a:endParaRPr lang="en-US" sz="1600">
              <a:solidFill>
                <a:prstClr val="white"/>
              </a:solidFill>
            </a:endParaRPr>
          </a:p>
          <a:p>
            <a:pPr lvl="0">
              <a:defRPr/>
            </a:pPr>
            <a:r>
              <a:rPr lang="en-US" sz="1600">
                <a:solidFill>
                  <a:prstClr val="white"/>
                </a:solidFill>
              </a:rPr>
              <a:t>The slope and intercept of this regression correspond to the values of β0 and β1​ </a:t>
            </a:r>
            <a:r>
              <a:rPr lang="en-US" sz="1600" b="1">
                <a:solidFill>
                  <a:prstClr val="white"/>
                </a:solidFill>
                <a:highlight>
                  <a:srgbClr val="000000"/>
                </a:highlight>
              </a:rPr>
              <a:t>that </a:t>
            </a:r>
            <a:r>
              <a:rPr lang="en-US" sz="1600" b="1" err="1">
                <a:solidFill>
                  <a:prstClr val="white"/>
                </a:solidFill>
                <a:highlight>
                  <a:srgbClr val="000000"/>
                </a:highlight>
              </a:rPr>
              <a:t>minimise</a:t>
            </a:r>
            <a:r>
              <a:rPr lang="en-US" sz="1600" b="1">
                <a:solidFill>
                  <a:prstClr val="white"/>
                </a:solidFill>
                <a:highlight>
                  <a:srgbClr val="000000"/>
                </a:highlight>
              </a:rPr>
              <a:t> the residual sum of squares (RSS)</a:t>
            </a:r>
            <a:r>
              <a:rPr lang="en-US" sz="1600" b="1">
                <a:solidFill>
                  <a:prstClr val="white"/>
                </a:solidFill>
              </a:rPr>
              <a:t>. </a:t>
            </a:r>
          </a:p>
          <a:p>
            <a:pPr lvl="0">
              <a:defRPr/>
            </a:pPr>
            <a:endParaRPr lang="en-US" sz="1600">
              <a:solidFill>
                <a:prstClr val="white"/>
              </a:solidFill>
            </a:endParaRPr>
          </a:p>
          <a:p>
            <a:pPr lvl="0">
              <a:defRPr/>
            </a:pPr>
            <a:endParaRPr lang="en-US" sz="1600">
              <a:solidFill>
                <a:prstClr val="white"/>
              </a:solidFill>
            </a:endParaRPr>
          </a:p>
          <a:p>
            <a:pPr lvl="0">
              <a:defRPr/>
            </a:pPr>
            <a:endParaRPr lang="en-US" sz="1600">
              <a:solidFill>
                <a:prstClr val="white"/>
              </a:solidFill>
            </a:endParaRPr>
          </a:p>
          <a:p>
            <a:pPr lvl="0">
              <a:defRPr/>
            </a:pPr>
            <a:r>
              <a:rPr lang="en-US" sz="1600">
                <a:solidFill>
                  <a:prstClr val="white"/>
                </a:solidFill>
              </a:rPr>
              <a:t>The term RSS refers to a sum of squares because, when performing this </a:t>
            </a:r>
            <a:r>
              <a:rPr lang="en-US" sz="1600" err="1">
                <a:solidFill>
                  <a:prstClr val="white"/>
                </a:solidFill>
              </a:rPr>
              <a:t>minimisation</a:t>
            </a:r>
            <a:r>
              <a:rPr lang="en-US" sz="1600">
                <a:solidFill>
                  <a:prstClr val="white"/>
                </a:solidFill>
              </a:rPr>
              <a:t> on a particular sample, </a:t>
            </a:r>
            <a:r>
              <a:rPr lang="en-US" sz="1600" b="1">
                <a:solidFill>
                  <a:prstClr val="white"/>
                </a:solidFill>
                <a:highlight>
                  <a:srgbClr val="000000"/>
                </a:highlight>
              </a:rPr>
              <a:t>the expectation is replaced by a sample mean or sample sum</a:t>
            </a:r>
            <a:r>
              <a:rPr lang="en-US" sz="1600">
                <a:solidFill>
                  <a:prstClr val="white"/>
                </a:solidFill>
              </a:rPr>
              <a:t>.</a:t>
            </a:r>
            <a:endParaRPr kumimoji="0" lang="es-CO" sz="1600" b="0" i="0" u="sng" strike="noStrike" kern="1200" cap="none" spc="0" normalizeH="0" baseline="0" noProof="0">
              <a:ln>
                <a:noFill/>
              </a:ln>
              <a:solidFill>
                <a:srgbClr val="FAC228"/>
              </a:solidFill>
              <a:effectLst/>
              <a:uLnTx/>
              <a:uFillTx/>
              <a:latin typeface="Aptos" panose="020B0004020202020204"/>
              <a:ea typeface="+mn-ea"/>
              <a:cs typeface="+mn-cs"/>
            </a:endParaRPr>
          </a:p>
        </p:txBody>
      </p:sp>
      <p:grpSp>
        <p:nvGrpSpPr>
          <p:cNvPr id="3" name="Group 2">
            <a:extLst>
              <a:ext uri="{FF2B5EF4-FFF2-40B4-BE49-F238E27FC236}">
                <a16:creationId xmlns:a16="http://schemas.microsoft.com/office/drawing/2014/main" id="{FE904215-6C76-BFBB-1585-69BA8DDCEE35}"/>
              </a:ext>
            </a:extLst>
          </p:cNvPr>
          <p:cNvGrpSpPr>
            <a:grpSpLocks noChangeAspect="1"/>
          </p:cNvGrpSpPr>
          <p:nvPr>
            <p:custDataLst>
              <p:tags r:id="rId3"/>
            </p:custDataLst>
          </p:nvPr>
        </p:nvGrpSpPr>
        <p:grpSpPr>
          <a:xfrm>
            <a:off x="1860550" y="3980656"/>
            <a:ext cx="3144891" cy="234282"/>
            <a:chOff x="6083425" y="5632403"/>
            <a:chExt cx="3144891" cy="234282"/>
          </a:xfrm>
        </p:grpSpPr>
        <p:sp>
          <p:nvSpPr>
            <p:cNvPr id="6" name="Freeform: Shape 5">
              <a:extLst>
                <a:ext uri="{FF2B5EF4-FFF2-40B4-BE49-F238E27FC236}">
                  <a16:creationId xmlns:a16="http://schemas.microsoft.com/office/drawing/2014/main" id="{357C5B3C-B525-4B60-EC2F-F524624480F4}"/>
                </a:ext>
              </a:extLst>
            </p:cNvPr>
            <p:cNvSpPr/>
            <p:nvPr>
              <p:custDataLst>
                <p:tags r:id="rId42"/>
              </p:custDataLst>
            </p:nvPr>
          </p:nvSpPr>
          <p:spPr>
            <a:xfrm>
              <a:off x="6083425" y="5663858"/>
              <a:ext cx="162317" cy="153262"/>
            </a:xfrm>
            <a:custGeom>
              <a:avLst/>
              <a:gdLst>
                <a:gd name="connsiteX0" fmla="*/ 76007 w 162317"/>
                <a:gd name="connsiteY0" fmla="*/ 15063 h 153262"/>
                <a:gd name="connsiteX1" fmla="*/ 82372 w 162317"/>
                <a:gd name="connsiteY1" fmla="*/ 7019 h 153262"/>
                <a:gd name="connsiteX2" fmla="*/ 96240 w 162317"/>
                <a:gd name="connsiteY2" fmla="*/ 6802 h 153262"/>
                <a:gd name="connsiteX3" fmla="*/ 137615 w 162317"/>
                <a:gd name="connsiteY3" fmla="*/ 28324 h 153262"/>
                <a:gd name="connsiteX4" fmla="*/ 125112 w 162317"/>
                <a:gd name="connsiteY4" fmla="*/ 59194 h 153262"/>
                <a:gd name="connsiteX5" fmla="*/ 86692 w 162317"/>
                <a:gd name="connsiteY5" fmla="*/ 71803 h 153262"/>
                <a:gd name="connsiteX6" fmla="*/ 61230 w 162317"/>
                <a:gd name="connsiteY6" fmla="*/ 71803 h 153262"/>
                <a:gd name="connsiteX7" fmla="*/ 76007 w 162317"/>
                <a:gd name="connsiteY7" fmla="*/ 15063 h 153262"/>
                <a:gd name="connsiteX8" fmla="*/ 108743 w 162317"/>
                <a:gd name="connsiteY8" fmla="*/ 74629 h 153262"/>
                <a:gd name="connsiteX9" fmla="*/ 158757 w 162317"/>
                <a:gd name="connsiteY9" fmla="*/ 32672 h 153262"/>
                <a:gd name="connsiteX10" fmla="*/ 108516 w 162317"/>
                <a:gd name="connsiteY10" fmla="*/ 63 h 153262"/>
                <a:gd name="connsiteX11" fmla="*/ 43725 w 162317"/>
                <a:gd name="connsiteY11" fmla="*/ 63 h 153262"/>
                <a:gd name="connsiteX12" fmla="*/ 37133 w 162317"/>
                <a:gd name="connsiteY12" fmla="*/ 4411 h 153262"/>
                <a:gd name="connsiteX13" fmla="*/ 43498 w 162317"/>
                <a:gd name="connsiteY13" fmla="*/ 6802 h 153262"/>
                <a:gd name="connsiteX14" fmla="*/ 52137 w 162317"/>
                <a:gd name="connsiteY14" fmla="*/ 7237 h 153262"/>
                <a:gd name="connsiteX15" fmla="*/ 58275 w 162317"/>
                <a:gd name="connsiteY15" fmla="*/ 10715 h 153262"/>
                <a:gd name="connsiteX16" fmla="*/ 57365 w 162317"/>
                <a:gd name="connsiteY16" fmla="*/ 14846 h 153262"/>
                <a:gd name="connsiteX17" fmla="*/ 26902 w 162317"/>
                <a:gd name="connsiteY17" fmla="*/ 131586 h 153262"/>
                <a:gd name="connsiteX18" fmla="*/ 6215 w 162317"/>
                <a:gd name="connsiteY18" fmla="*/ 141804 h 153262"/>
                <a:gd name="connsiteX19" fmla="*/ 77 w 162317"/>
                <a:gd name="connsiteY19" fmla="*/ 146151 h 153262"/>
                <a:gd name="connsiteX20" fmla="*/ 3259 w 162317"/>
                <a:gd name="connsiteY20" fmla="*/ 148543 h 153262"/>
                <a:gd name="connsiteX21" fmla="*/ 31904 w 162317"/>
                <a:gd name="connsiteY21" fmla="*/ 147891 h 153262"/>
                <a:gd name="connsiteX22" fmla="*/ 60775 w 162317"/>
                <a:gd name="connsiteY22" fmla="*/ 148543 h 153262"/>
                <a:gd name="connsiteX23" fmla="*/ 65322 w 162317"/>
                <a:gd name="connsiteY23" fmla="*/ 144195 h 153262"/>
                <a:gd name="connsiteX24" fmla="*/ 58957 w 162317"/>
                <a:gd name="connsiteY24" fmla="*/ 141804 h 153262"/>
                <a:gd name="connsiteX25" fmla="*/ 44180 w 162317"/>
                <a:gd name="connsiteY25" fmla="*/ 137890 h 153262"/>
                <a:gd name="connsiteX26" fmla="*/ 44862 w 162317"/>
                <a:gd name="connsiteY26" fmla="*/ 134195 h 153262"/>
                <a:gd name="connsiteX27" fmla="*/ 59866 w 162317"/>
                <a:gd name="connsiteY27" fmla="*/ 76585 h 153262"/>
                <a:gd name="connsiteX28" fmla="*/ 86919 w 162317"/>
                <a:gd name="connsiteY28" fmla="*/ 76585 h 153262"/>
                <a:gd name="connsiteX29" fmla="*/ 111699 w 162317"/>
                <a:gd name="connsiteY29" fmla="*/ 96368 h 153262"/>
                <a:gd name="connsiteX30" fmla="*/ 108516 w 162317"/>
                <a:gd name="connsiteY30" fmla="*/ 111368 h 153262"/>
                <a:gd name="connsiteX31" fmla="*/ 104879 w 162317"/>
                <a:gd name="connsiteY31" fmla="*/ 129847 h 153262"/>
                <a:gd name="connsiteX32" fmla="*/ 135114 w 162317"/>
                <a:gd name="connsiteY32" fmla="*/ 153325 h 153262"/>
                <a:gd name="connsiteX33" fmla="*/ 162395 w 162317"/>
                <a:gd name="connsiteY33" fmla="*/ 128325 h 153262"/>
                <a:gd name="connsiteX34" fmla="*/ 159667 w 162317"/>
                <a:gd name="connsiteY34" fmla="*/ 125716 h 153262"/>
                <a:gd name="connsiteX35" fmla="*/ 156711 w 162317"/>
                <a:gd name="connsiteY35" fmla="*/ 128760 h 153262"/>
                <a:gd name="connsiteX36" fmla="*/ 136024 w 162317"/>
                <a:gd name="connsiteY36" fmla="*/ 148543 h 153262"/>
                <a:gd name="connsiteX37" fmla="*/ 126930 w 162317"/>
                <a:gd name="connsiteY37" fmla="*/ 135282 h 153262"/>
                <a:gd name="connsiteX38" fmla="*/ 129204 w 162317"/>
                <a:gd name="connsiteY38" fmla="*/ 110499 h 153262"/>
                <a:gd name="connsiteX39" fmla="*/ 130113 w 162317"/>
                <a:gd name="connsiteY39" fmla="*/ 100281 h 153262"/>
                <a:gd name="connsiteX40" fmla="*/ 108743 w 162317"/>
                <a:gd name="connsiteY40" fmla="*/ 74629 h 15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2317" h="153262">
                  <a:moveTo>
                    <a:pt x="76007" y="15063"/>
                  </a:moveTo>
                  <a:cubicBezTo>
                    <a:pt x="77371" y="9845"/>
                    <a:pt x="78053" y="7672"/>
                    <a:pt x="82372" y="7019"/>
                  </a:cubicBezTo>
                  <a:cubicBezTo>
                    <a:pt x="84418" y="6802"/>
                    <a:pt x="91693" y="6802"/>
                    <a:pt x="96240" y="6802"/>
                  </a:cubicBezTo>
                  <a:cubicBezTo>
                    <a:pt x="112381" y="6802"/>
                    <a:pt x="137615" y="6802"/>
                    <a:pt x="137615" y="28324"/>
                  </a:cubicBezTo>
                  <a:cubicBezTo>
                    <a:pt x="137615" y="35715"/>
                    <a:pt x="133978" y="50716"/>
                    <a:pt x="125112" y="59194"/>
                  </a:cubicBezTo>
                  <a:cubicBezTo>
                    <a:pt x="119201" y="64846"/>
                    <a:pt x="107152" y="71803"/>
                    <a:pt x="86692" y="71803"/>
                  </a:cubicBezTo>
                  <a:lnTo>
                    <a:pt x="61230" y="71803"/>
                  </a:lnTo>
                  <a:lnTo>
                    <a:pt x="76007" y="15063"/>
                  </a:lnTo>
                  <a:close/>
                  <a:moveTo>
                    <a:pt x="108743" y="74629"/>
                  </a:moveTo>
                  <a:cubicBezTo>
                    <a:pt x="131704" y="69846"/>
                    <a:pt x="158757" y="54629"/>
                    <a:pt x="158757" y="32672"/>
                  </a:cubicBezTo>
                  <a:cubicBezTo>
                    <a:pt x="158757" y="13976"/>
                    <a:pt x="138297" y="63"/>
                    <a:pt x="108516" y="63"/>
                  </a:cubicBezTo>
                  <a:lnTo>
                    <a:pt x="43725" y="63"/>
                  </a:lnTo>
                  <a:cubicBezTo>
                    <a:pt x="39179" y="63"/>
                    <a:pt x="37133" y="63"/>
                    <a:pt x="37133" y="4411"/>
                  </a:cubicBezTo>
                  <a:cubicBezTo>
                    <a:pt x="37133" y="6802"/>
                    <a:pt x="39179" y="6802"/>
                    <a:pt x="43498" y="6802"/>
                  </a:cubicBezTo>
                  <a:cubicBezTo>
                    <a:pt x="43953" y="6802"/>
                    <a:pt x="48272" y="6802"/>
                    <a:pt x="52137" y="7237"/>
                  </a:cubicBezTo>
                  <a:cubicBezTo>
                    <a:pt x="56229" y="7672"/>
                    <a:pt x="58275" y="7889"/>
                    <a:pt x="58275" y="10715"/>
                  </a:cubicBezTo>
                  <a:cubicBezTo>
                    <a:pt x="58275" y="11585"/>
                    <a:pt x="58047" y="12237"/>
                    <a:pt x="57365" y="14846"/>
                  </a:cubicBezTo>
                  <a:lnTo>
                    <a:pt x="26902" y="131586"/>
                  </a:lnTo>
                  <a:cubicBezTo>
                    <a:pt x="24629" y="140064"/>
                    <a:pt x="24174" y="141804"/>
                    <a:pt x="6215" y="141804"/>
                  </a:cubicBezTo>
                  <a:cubicBezTo>
                    <a:pt x="2123" y="141804"/>
                    <a:pt x="77" y="141804"/>
                    <a:pt x="77" y="146151"/>
                  </a:cubicBezTo>
                  <a:cubicBezTo>
                    <a:pt x="77" y="148543"/>
                    <a:pt x="2805" y="148543"/>
                    <a:pt x="3259" y="148543"/>
                  </a:cubicBezTo>
                  <a:cubicBezTo>
                    <a:pt x="9625" y="148543"/>
                    <a:pt x="25538" y="147891"/>
                    <a:pt x="31904" y="147891"/>
                  </a:cubicBezTo>
                  <a:cubicBezTo>
                    <a:pt x="38269" y="147891"/>
                    <a:pt x="54410" y="148543"/>
                    <a:pt x="60775" y="148543"/>
                  </a:cubicBezTo>
                  <a:cubicBezTo>
                    <a:pt x="62594" y="148543"/>
                    <a:pt x="65322" y="148543"/>
                    <a:pt x="65322" y="144195"/>
                  </a:cubicBezTo>
                  <a:cubicBezTo>
                    <a:pt x="65322" y="141804"/>
                    <a:pt x="63276" y="141804"/>
                    <a:pt x="58957" y="141804"/>
                  </a:cubicBezTo>
                  <a:cubicBezTo>
                    <a:pt x="50545" y="141804"/>
                    <a:pt x="44180" y="141804"/>
                    <a:pt x="44180" y="137890"/>
                  </a:cubicBezTo>
                  <a:cubicBezTo>
                    <a:pt x="44180" y="136586"/>
                    <a:pt x="44635" y="135499"/>
                    <a:pt x="44862" y="134195"/>
                  </a:cubicBezTo>
                  <a:lnTo>
                    <a:pt x="59866" y="76585"/>
                  </a:lnTo>
                  <a:lnTo>
                    <a:pt x="86919" y="76585"/>
                  </a:lnTo>
                  <a:cubicBezTo>
                    <a:pt x="107607" y="76585"/>
                    <a:pt x="111699" y="88759"/>
                    <a:pt x="111699" y="96368"/>
                  </a:cubicBezTo>
                  <a:cubicBezTo>
                    <a:pt x="111699" y="99629"/>
                    <a:pt x="109880" y="106368"/>
                    <a:pt x="108516" y="111368"/>
                  </a:cubicBezTo>
                  <a:cubicBezTo>
                    <a:pt x="106925" y="117455"/>
                    <a:pt x="104879" y="125499"/>
                    <a:pt x="104879" y="129847"/>
                  </a:cubicBezTo>
                  <a:cubicBezTo>
                    <a:pt x="104879" y="153325"/>
                    <a:pt x="132159" y="153325"/>
                    <a:pt x="135114" y="153325"/>
                  </a:cubicBezTo>
                  <a:cubicBezTo>
                    <a:pt x="154438" y="153325"/>
                    <a:pt x="162395" y="131369"/>
                    <a:pt x="162395" y="128325"/>
                  </a:cubicBezTo>
                  <a:cubicBezTo>
                    <a:pt x="162395" y="125716"/>
                    <a:pt x="159894" y="125716"/>
                    <a:pt x="159667" y="125716"/>
                  </a:cubicBezTo>
                  <a:cubicBezTo>
                    <a:pt x="157621" y="125716"/>
                    <a:pt x="157166" y="127238"/>
                    <a:pt x="156711" y="128760"/>
                  </a:cubicBezTo>
                  <a:cubicBezTo>
                    <a:pt x="151028" y="144847"/>
                    <a:pt x="141252" y="148543"/>
                    <a:pt x="136024" y="148543"/>
                  </a:cubicBezTo>
                  <a:cubicBezTo>
                    <a:pt x="128522" y="148543"/>
                    <a:pt x="126930" y="143760"/>
                    <a:pt x="126930" y="135282"/>
                  </a:cubicBezTo>
                  <a:cubicBezTo>
                    <a:pt x="126930" y="128543"/>
                    <a:pt x="128294" y="117455"/>
                    <a:pt x="129204" y="110499"/>
                  </a:cubicBezTo>
                  <a:cubicBezTo>
                    <a:pt x="129658" y="107455"/>
                    <a:pt x="130113" y="103325"/>
                    <a:pt x="130113" y="100281"/>
                  </a:cubicBezTo>
                  <a:cubicBezTo>
                    <a:pt x="130113" y="83542"/>
                    <a:pt x="114881" y="76803"/>
                    <a:pt x="108743" y="7462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7" name="Freeform: Shape 6">
              <a:extLst>
                <a:ext uri="{FF2B5EF4-FFF2-40B4-BE49-F238E27FC236}">
                  <a16:creationId xmlns:a16="http://schemas.microsoft.com/office/drawing/2014/main" id="{93781A3F-9398-900D-49C8-548A4E69A69E}"/>
                </a:ext>
              </a:extLst>
            </p:cNvPr>
            <p:cNvSpPr/>
            <p:nvPr>
              <p:custDataLst>
                <p:tags r:id="rId43"/>
              </p:custDataLst>
            </p:nvPr>
          </p:nvSpPr>
          <p:spPr>
            <a:xfrm>
              <a:off x="6260296" y="5659075"/>
              <a:ext cx="134810" cy="158045"/>
            </a:xfrm>
            <a:custGeom>
              <a:avLst/>
              <a:gdLst>
                <a:gd name="connsiteX0" fmla="*/ 134895 w 134810"/>
                <a:gd name="connsiteY0" fmla="*/ 2237 h 158045"/>
                <a:gd name="connsiteX1" fmla="*/ 132394 w 134810"/>
                <a:gd name="connsiteY1" fmla="*/ 63 h 158045"/>
                <a:gd name="connsiteX2" fmla="*/ 128302 w 134810"/>
                <a:gd name="connsiteY2" fmla="*/ 3324 h 158045"/>
                <a:gd name="connsiteX3" fmla="*/ 117390 w 134810"/>
                <a:gd name="connsiteY3" fmla="*/ 15715 h 158045"/>
                <a:gd name="connsiteX4" fmla="*/ 84881 w 134810"/>
                <a:gd name="connsiteY4" fmla="*/ 63 h 158045"/>
                <a:gd name="connsiteX5" fmla="*/ 28729 w 134810"/>
                <a:gd name="connsiteY5" fmla="*/ 51368 h 158045"/>
                <a:gd name="connsiteX6" fmla="*/ 52372 w 134810"/>
                <a:gd name="connsiteY6" fmla="*/ 82238 h 158045"/>
                <a:gd name="connsiteX7" fmla="*/ 76697 w 134810"/>
                <a:gd name="connsiteY7" fmla="*/ 88325 h 158045"/>
                <a:gd name="connsiteX8" fmla="*/ 97612 w 134810"/>
                <a:gd name="connsiteY8" fmla="*/ 111368 h 158045"/>
                <a:gd name="connsiteX9" fmla="*/ 56691 w 134810"/>
                <a:gd name="connsiteY9" fmla="*/ 151369 h 158045"/>
                <a:gd name="connsiteX10" fmla="*/ 16907 w 134810"/>
                <a:gd name="connsiteY10" fmla="*/ 119629 h 158045"/>
                <a:gd name="connsiteX11" fmla="*/ 18271 w 134810"/>
                <a:gd name="connsiteY11" fmla="*/ 107890 h 158045"/>
                <a:gd name="connsiteX12" fmla="*/ 18726 w 134810"/>
                <a:gd name="connsiteY12" fmla="*/ 106368 h 158045"/>
                <a:gd name="connsiteX13" fmla="*/ 15998 w 134810"/>
                <a:gd name="connsiteY13" fmla="*/ 103977 h 158045"/>
                <a:gd name="connsiteX14" fmla="*/ 13725 w 134810"/>
                <a:gd name="connsiteY14" fmla="*/ 104847 h 158045"/>
                <a:gd name="connsiteX15" fmla="*/ 84 w 134810"/>
                <a:gd name="connsiteY15" fmla="*/ 155934 h 158045"/>
                <a:gd name="connsiteX16" fmla="*/ 2585 w 134810"/>
                <a:gd name="connsiteY16" fmla="*/ 158108 h 158045"/>
                <a:gd name="connsiteX17" fmla="*/ 6677 w 134810"/>
                <a:gd name="connsiteY17" fmla="*/ 154847 h 158045"/>
                <a:gd name="connsiteX18" fmla="*/ 17817 w 134810"/>
                <a:gd name="connsiteY18" fmla="*/ 142456 h 158045"/>
                <a:gd name="connsiteX19" fmla="*/ 56236 w 134810"/>
                <a:gd name="connsiteY19" fmla="*/ 158108 h 158045"/>
                <a:gd name="connsiteX20" fmla="*/ 113980 w 134810"/>
                <a:gd name="connsiteY20" fmla="*/ 102238 h 158045"/>
                <a:gd name="connsiteX21" fmla="*/ 102840 w 134810"/>
                <a:gd name="connsiteY21" fmla="*/ 76803 h 158045"/>
                <a:gd name="connsiteX22" fmla="*/ 73969 w 134810"/>
                <a:gd name="connsiteY22" fmla="*/ 65933 h 158045"/>
                <a:gd name="connsiteX23" fmla="*/ 58737 w 134810"/>
                <a:gd name="connsiteY23" fmla="*/ 62020 h 158045"/>
                <a:gd name="connsiteX24" fmla="*/ 44870 w 134810"/>
                <a:gd name="connsiteY24" fmla="*/ 42237 h 158045"/>
                <a:gd name="connsiteX25" fmla="*/ 84653 w 134810"/>
                <a:gd name="connsiteY25" fmla="*/ 6150 h 158045"/>
                <a:gd name="connsiteX26" fmla="*/ 117390 w 134810"/>
                <a:gd name="connsiteY26" fmla="*/ 39846 h 158045"/>
                <a:gd name="connsiteX27" fmla="*/ 116480 w 134810"/>
                <a:gd name="connsiteY27" fmla="*/ 52020 h 158045"/>
                <a:gd name="connsiteX28" fmla="*/ 119209 w 134810"/>
                <a:gd name="connsiteY28" fmla="*/ 54194 h 158045"/>
                <a:gd name="connsiteX29" fmla="*/ 122619 w 134810"/>
                <a:gd name="connsiteY29" fmla="*/ 49846 h 158045"/>
                <a:gd name="connsiteX30" fmla="*/ 134895 w 134810"/>
                <a:gd name="connsiteY30" fmla="*/ 2237 h 15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810" h="158045">
                  <a:moveTo>
                    <a:pt x="134895" y="2237"/>
                  </a:moveTo>
                  <a:cubicBezTo>
                    <a:pt x="134895" y="1585"/>
                    <a:pt x="134440" y="63"/>
                    <a:pt x="132394" y="63"/>
                  </a:cubicBezTo>
                  <a:cubicBezTo>
                    <a:pt x="131257" y="63"/>
                    <a:pt x="131030" y="280"/>
                    <a:pt x="128302" y="3324"/>
                  </a:cubicBezTo>
                  <a:lnTo>
                    <a:pt x="117390" y="15715"/>
                  </a:lnTo>
                  <a:cubicBezTo>
                    <a:pt x="111479" y="5498"/>
                    <a:pt x="99658" y="63"/>
                    <a:pt x="84881" y="63"/>
                  </a:cubicBezTo>
                  <a:cubicBezTo>
                    <a:pt x="56009" y="63"/>
                    <a:pt x="28729" y="25063"/>
                    <a:pt x="28729" y="51368"/>
                  </a:cubicBezTo>
                  <a:cubicBezTo>
                    <a:pt x="28729" y="68977"/>
                    <a:pt x="40778" y="78977"/>
                    <a:pt x="52372" y="82238"/>
                  </a:cubicBezTo>
                  <a:lnTo>
                    <a:pt x="76697" y="88325"/>
                  </a:lnTo>
                  <a:cubicBezTo>
                    <a:pt x="85108" y="90281"/>
                    <a:pt x="97612" y="93542"/>
                    <a:pt x="97612" y="111368"/>
                  </a:cubicBezTo>
                  <a:cubicBezTo>
                    <a:pt x="97612" y="130934"/>
                    <a:pt x="78970" y="151369"/>
                    <a:pt x="56691" y="151369"/>
                  </a:cubicBezTo>
                  <a:cubicBezTo>
                    <a:pt x="42142" y="151369"/>
                    <a:pt x="16907" y="146586"/>
                    <a:pt x="16907" y="119629"/>
                  </a:cubicBezTo>
                  <a:cubicBezTo>
                    <a:pt x="16907" y="114412"/>
                    <a:pt x="18044" y="109194"/>
                    <a:pt x="18271" y="107890"/>
                  </a:cubicBezTo>
                  <a:cubicBezTo>
                    <a:pt x="18499" y="107021"/>
                    <a:pt x="18726" y="106803"/>
                    <a:pt x="18726" y="106368"/>
                  </a:cubicBezTo>
                  <a:cubicBezTo>
                    <a:pt x="18726" y="104194"/>
                    <a:pt x="17135" y="103977"/>
                    <a:pt x="15998" y="103977"/>
                  </a:cubicBezTo>
                  <a:cubicBezTo>
                    <a:pt x="14861" y="103977"/>
                    <a:pt x="14407" y="104194"/>
                    <a:pt x="13725" y="104847"/>
                  </a:cubicBezTo>
                  <a:cubicBezTo>
                    <a:pt x="12815" y="105716"/>
                    <a:pt x="84" y="155282"/>
                    <a:pt x="84" y="155934"/>
                  </a:cubicBezTo>
                  <a:cubicBezTo>
                    <a:pt x="84" y="157239"/>
                    <a:pt x="1221" y="158108"/>
                    <a:pt x="2585" y="158108"/>
                  </a:cubicBezTo>
                  <a:cubicBezTo>
                    <a:pt x="3722" y="158108"/>
                    <a:pt x="3949" y="157891"/>
                    <a:pt x="6677" y="154847"/>
                  </a:cubicBezTo>
                  <a:lnTo>
                    <a:pt x="17817" y="142456"/>
                  </a:lnTo>
                  <a:cubicBezTo>
                    <a:pt x="27592" y="155065"/>
                    <a:pt x="43051" y="158108"/>
                    <a:pt x="56236" y="158108"/>
                  </a:cubicBezTo>
                  <a:cubicBezTo>
                    <a:pt x="87154" y="158108"/>
                    <a:pt x="113980" y="129195"/>
                    <a:pt x="113980" y="102238"/>
                  </a:cubicBezTo>
                  <a:cubicBezTo>
                    <a:pt x="113980" y="87238"/>
                    <a:pt x="106250" y="79846"/>
                    <a:pt x="102840" y="76803"/>
                  </a:cubicBezTo>
                  <a:cubicBezTo>
                    <a:pt x="97612" y="71803"/>
                    <a:pt x="94202" y="70933"/>
                    <a:pt x="73969" y="65933"/>
                  </a:cubicBezTo>
                  <a:cubicBezTo>
                    <a:pt x="68967" y="64629"/>
                    <a:pt x="60783" y="62455"/>
                    <a:pt x="58737" y="62020"/>
                  </a:cubicBezTo>
                  <a:cubicBezTo>
                    <a:pt x="52599" y="60063"/>
                    <a:pt x="44870" y="53759"/>
                    <a:pt x="44870" y="42237"/>
                  </a:cubicBezTo>
                  <a:cubicBezTo>
                    <a:pt x="44870" y="24628"/>
                    <a:pt x="63056" y="6150"/>
                    <a:pt x="84653" y="6150"/>
                  </a:cubicBezTo>
                  <a:cubicBezTo>
                    <a:pt x="103522" y="6150"/>
                    <a:pt x="117390" y="15498"/>
                    <a:pt x="117390" y="39846"/>
                  </a:cubicBezTo>
                  <a:cubicBezTo>
                    <a:pt x="117390" y="46802"/>
                    <a:pt x="116480" y="50716"/>
                    <a:pt x="116480" y="52020"/>
                  </a:cubicBezTo>
                  <a:cubicBezTo>
                    <a:pt x="116480" y="52237"/>
                    <a:pt x="116480" y="54194"/>
                    <a:pt x="119209" y="54194"/>
                  </a:cubicBezTo>
                  <a:cubicBezTo>
                    <a:pt x="121482" y="54194"/>
                    <a:pt x="121709" y="53542"/>
                    <a:pt x="122619" y="49846"/>
                  </a:cubicBezTo>
                  <a:lnTo>
                    <a:pt x="134895" y="223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8" name="Freeform: Shape 7">
              <a:extLst>
                <a:ext uri="{FF2B5EF4-FFF2-40B4-BE49-F238E27FC236}">
                  <a16:creationId xmlns:a16="http://schemas.microsoft.com/office/drawing/2014/main" id="{41EBD9E1-D18E-C4AF-83BD-9000C5BAD958}"/>
                </a:ext>
              </a:extLst>
            </p:cNvPr>
            <p:cNvSpPr/>
            <p:nvPr>
              <p:custDataLst>
                <p:tags r:id="rId44"/>
              </p:custDataLst>
            </p:nvPr>
          </p:nvSpPr>
          <p:spPr>
            <a:xfrm>
              <a:off x="6412801" y="5659075"/>
              <a:ext cx="134810" cy="158045"/>
            </a:xfrm>
            <a:custGeom>
              <a:avLst/>
              <a:gdLst>
                <a:gd name="connsiteX0" fmla="*/ 134901 w 134810"/>
                <a:gd name="connsiteY0" fmla="*/ 2237 h 158045"/>
                <a:gd name="connsiteX1" fmla="*/ 132401 w 134810"/>
                <a:gd name="connsiteY1" fmla="*/ 63 h 158045"/>
                <a:gd name="connsiteX2" fmla="*/ 128309 w 134810"/>
                <a:gd name="connsiteY2" fmla="*/ 3324 h 158045"/>
                <a:gd name="connsiteX3" fmla="*/ 117396 w 134810"/>
                <a:gd name="connsiteY3" fmla="*/ 15715 h 158045"/>
                <a:gd name="connsiteX4" fmla="*/ 84887 w 134810"/>
                <a:gd name="connsiteY4" fmla="*/ 63 h 158045"/>
                <a:gd name="connsiteX5" fmla="*/ 28735 w 134810"/>
                <a:gd name="connsiteY5" fmla="*/ 51368 h 158045"/>
                <a:gd name="connsiteX6" fmla="*/ 52378 w 134810"/>
                <a:gd name="connsiteY6" fmla="*/ 82238 h 158045"/>
                <a:gd name="connsiteX7" fmla="*/ 76703 w 134810"/>
                <a:gd name="connsiteY7" fmla="*/ 88325 h 158045"/>
                <a:gd name="connsiteX8" fmla="*/ 97618 w 134810"/>
                <a:gd name="connsiteY8" fmla="*/ 111368 h 158045"/>
                <a:gd name="connsiteX9" fmla="*/ 56698 w 134810"/>
                <a:gd name="connsiteY9" fmla="*/ 151369 h 158045"/>
                <a:gd name="connsiteX10" fmla="*/ 16914 w 134810"/>
                <a:gd name="connsiteY10" fmla="*/ 119629 h 158045"/>
                <a:gd name="connsiteX11" fmla="*/ 18278 w 134810"/>
                <a:gd name="connsiteY11" fmla="*/ 107890 h 158045"/>
                <a:gd name="connsiteX12" fmla="*/ 18733 w 134810"/>
                <a:gd name="connsiteY12" fmla="*/ 106368 h 158045"/>
                <a:gd name="connsiteX13" fmla="*/ 16005 w 134810"/>
                <a:gd name="connsiteY13" fmla="*/ 103977 h 158045"/>
                <a:gd name="connsiteX14" fmla="*/ 13731 w 134810"/>
                <a:gd name="connsiteY14" fmla="*/ 104847 h 158045"/>
                <a:gd name="connsiteX15" fmla="*/ 91 w 134810"/>
                <a:gd name="connsiteY15" fmla="*/ 155934 h 158045"/>
                <a:gd name="connsiteX16" fmla="*/ 2592 w 134810"/>
                <a:gd name="connsiteY16" fmla="*/ 158108 h 158045"/>
                <a:gd name="connsiteX17" fmla="*/ 6684 w 134810"/>
                <a:gd name="connsiteY17" fmla="*/ 154847 h 158045"/>
                <a:gd name="connsiteX18" fmla="*/ 17823 w 134810"/>
                <a:gd name="connsiteY18" fmla="*/ 142456 h 158045"/>
                <a:gd name="connsiteX19" fmla="*/ 56243 w 134810"/>
                <a:gd name="connsiteY19" fmla="*/ 158108 h 158045"/>
                <a:gd name="connsiteX20" fmla="*/ 113986 w 134810"/>
                <a:gd name="connsiteY20" fmla="*/ 102238 h 158045"/>
                <a:gd name="connsiteX21" fmla="*/ 102847 w 134810"/>
                <a:gd name="connsiteY21" fmla="*/ 76803 h 158045"/>
                <a:gd name="connsiteX22" fmla="*/ 73975 w 134810"/>
                <a:gd name="connsiteY22" fmla="*/ 65933 h 158045"/>
                <a:gd name="connsiteX23" fmla="*/ 58744 w 134810"/>
                <a:gd name="connsiteY23" fmla="*/ 62020 h 158045"/>
                <a:gd name="connsiteX24" fmla="*/ 44876 w 134810"/>
                <a:gd name="connsiteY24" fmla="*/ 42237 h 158045"/>
                <a:gd name="connsiteX25" fmla="*/ 84660 w 134810"/>
                <a:gd name="connsiteY25" fmla="*/ 6150 h 158045"/>
                <a:gd name="connsiteX26" fmla="*/ 117396 w 134810"/>
                <a:gd name="connsiteY26" fmla="*/ 39846 h 158045"/>
                <a:gd name="connsiteX27" fmla="*/ 116487 w 134810"/>
                <a:gd name="connsiteY27" fmla="*/ 52020 h 158045"/>
                <a:gd name="connsiteX28" fmla="*/ 119215 w 134810"/>
                <a:gd name="connsiteY28" fmla="*/ 54194 h 158045"/>
                <a:gd name="connsiteX29" fmla="*/ 122625 w 134810"/>
                <a:gd name="connsiteY29" fmla="*/ 49846 h 158045"/>
                <a:gd name="connsiteX30" fmla="*/ 134901 w 134810"/>
                <a:gd name="connsiteY30" fmla="*/ 2237 h 15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4810" h="158045">
                  <a:moveTo>
                    <a:pt x="134901" y="2237"/>
                  </a:moveTo>
                  <a:cubicBezTo>
                    <a:pt x="134901" y="1585"/>
                    <a:pt x="134447" y="63"/>
                    <a:pt x="132401" y="63"/>
                  </a:cubicBezTo>
                  <a:cubicBezTo>
                    <a:pt x="131264" y="63"/>
                    <a:pt x="131037" y="280"/>
                    <a:pt x="128309" y="3324"/>
                  </a:cubicBezTo>
                  <a:lnTo>
                    <a:pt x="117396" y="15715"/>
                  </a:lnTo>
                  <a:cubicBezTo>
                    <a:pt x="111486" y="5498"/>
                    <a:pt x="99664" y="63"/>
                    <a:pt x="84887" y="63"/>
                  </a:cubicBezTo>
                  <a:cubicBezTo>
                    <a:pt x="56016" y="63"/>
                    <a:pt x="28735" y="25063"/>
                    <a:pt x="28735" y="51368"/>
                  </a:cubicBezTo>
                  <a:cubicBezTo>
                    <a:pt x="28735" y="68977"/>
                    <a:pt x="40784" y="78977"/>
                    <a:pt x="52378" y="82238"/>
                  </a:cubicBezTo>
                  <a:lnTo>
                    <a:pt x="76703" y="88325"/>
                  </a:lnTo>
                  <a:cubicBezTo>
                    <a:pt x="85115" y="90281"/>
                    <a:pt x="97618" y="93542"/>
                    <a:pt x="97618" y="111368"/>
                  </a:cubicBezTo>
                  <a:cubicBezTo>
                    <a:pt x="97618" y="130934"/>
                    <a:pt x="78977" y="151369"/>
                    <a:pt x="56698" y="151369"/>
                  </a:cubicBezTo>
                  <a:cubicBezTo>
                    <a:pt x="42148" y="151369"/>
                    <a:pt x="16914" y="146586"/>
                    <a:pt x="16914" y="119629"/>
                  </a:cubicBezTo>
                  <a:cubicBezTo>
                    <a:pt x="16914" y="114412"/>
                    <a:pt x="18051" y="109194"/>
                    <a:pt x="18278" y="107890"/>
                  </a:cubicBezTo>
                  <a:cubicBezTo>
                    <a:pt x="18505" y="107021"/>
                    <a:pt x="18733" y="106803"/>
                    <a:pt x="18733" y="106368"/>
                  </a:cubicBezTo>
                  <a:cubicBezTo>
                    <a:pt x="18733" y="104194"/>
                    <a:pt x="17141" y="103977"/>
                    <a:pt x="16005" y="103977"/>
                  </a:cubicBezTo>
                  <a:cubicBezTo>
                    <a:pt x="14868" y="103977"/>
                    <a:pt x="14413" y="104194"/>
                    <a:pt x="13731" y="104847"/>
                  </a:cubicBezTo>
                  <a:cubicBezTo>
                    <a:pt x="12822" y="105716"/>
                    <a:pt x="91" y="155282"/>
                    <a:pt x="91" y="155934"/>
                  </a:cubicBezTo>
                  <a:cubicBezTo>
                    <a:pt x="91" y="157239"/>
                    <a:pt x="1228" y="158108"/>
                    <a:pt x="2592" y="158108"/>
                  </a:cubicBezTo>
                  <a:cubicBezTo>
                    <a:pt x="3728" y="158108"/>
                    <a:pt x="3956" y="157891"/>
                    <a:pt x="6684" y="154847"/>
                  </a:cubicBezTo>
                  <a:lnTo>
                    <a:pt x="17823" y="142456"/>
                  </a:lnTo>
                  <a:cubicBezTo>
                    <a:pt x="27599" y="155065"/>
                    <a:pt x="43058" y="158108"/>
                    <a:pt x="56243" y="158108"/>
                  </a:cubicBezTo>
                  <a:cubicBezTo>
                    <a:pt x="87161" y="158108"/>
                    <a:pt x="113986" y="129195"/>
                    <a:pt x="113986" y="102238"/>
                  </a:cubicBezTo>
                  <a:cubicBezTo>
                    <a:pt x="113986" y="87238"/>
                    <a:pt x="106257" y="79846"/>
                    <a:pt x="102847" y="76803"/>
                  </a:cubicBezTo>
                  <a:cubicBezTo>
                    <a:pt x="97618" y="71803"/>
                    <a:pt x="94208" y="70933"/>
                    <a:pt x="73975" y="65933"/>
                  </a:cubicBezTo>
                  <a:cubicBezTo>
                    <a:pt x="68974" y="64629"/>
                    <a:pt x="60790" y="62455"/>
                    <a:pt x="58744" y="62020"/>
                  </a:cubicBezTo>
                  <a:cubicBezTo>
                    <a:pt x="52606" y="60063"/>
                    <a:pt x="44876" y="53759"/>
                    <a:pt x="44876" y="42237"/>
                  </a:cubicBezTo>
                  <a:cubicBezTo>
                    <a:pt x="44876" y="24628"/>
                    <a:pt x="63063" y="6150"/>
                    <a:pt x="84660" y="6150"/>
                  </a:cubicBezTo>
                  <a:cubicBezTo>
                    <a:pt x="103529" y="6150"/>
                    <a:pt x="117396" y="15498"/>
                    <a:pt x="117396" y="39846"/>
                  </a:cubicBezTo>
                  <a:cubicBezTo>
                    <a:pt x="117396" y="46802"/>
                    <a:pt x="116487" y="50716"/>
                    <a:pt x="116487" y="52020"/>
                  </a:cubicBezTo>
                  <a:cubicBezTo>
                    <a:pt x="116487" y="52237"/>
                    <a:pt x="116487" y="54194"/>
                    <a:pt x="119215" y="54194"/>
                  </a:cubicBezTo>
                  <a:cubicBezTo>
                    <a:pt x="121489" y="54194"/>
                    <a:pt x="121716" y="53542"/>
                    <a:pt x="122625" y="49846"/>
                  </a:cubicBezTo>
                  <a:lnTo>
                    <a:pt x="134901" y="223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9" name="Freeform: Shape 8">
              <a:extLst>
                <a:ext uri="{FF2B5EF4-FFF2-40B4-BE49-F238E27FC236}">
                  <a16:creationId xmlns:a16="http://schemas.microsoft.com/office/drawing/2014/main" id="{0E836887-30A2-3213-FE60-0EF40CA4FF30}"/>
                </a:ext>
              </a:extLst>
            </p:cNvPr>
            <p:cNvSpPr/>
            <p:nvPr>
              <p:custDataLst>
                <p:tags r:id="rId45"/>
              </p:custDataLst>
            </p:nvPr>
          </p:nvSpPr>
          <p:spPr>
            <a:xfrm>
              <a:off x="6575990" y="5649292"/>
              <a:ext cx="52741" cy="217393"/>
            </a:xfrm>
            <a:custGeom>
              <a:avLst/>
              <a:gdLst>
                <a:gd name="connsiteX0" fmla="*/ 52840 w 52741"/>
                <a:gd name="connsiteY0" fmla="*/ 215283 h 217393"/>
                <a:gd name="connsiteX1" fmla="*/ 48975 w 52741"/>
                <a:gd name="connsiteY1" fmla="*/ 210500 h 217393"/>
                <a:gd name="connsiteX2" fmla="*/ 13283 w 52741"/>
                <a:gd name="connsiteY2" fmla="*/ 108760 h 217393"/>
                <a:gd name="connsiteX3" fmla="*/ 49884 w 52741"/>
                <a:gd name="connsiteY3" fmla="*/ 5932 h 217393"/>
                <a:gd name="connsiteX4" fmla="*/ 52840 w 52741"/>
                <a:gd name="connsiteY4" fmla="*/ 2237 h 217393"/>
                <a:gd name="connsiteX5" fmla="*/ 50566 w 52741"/>
                <a:gd name="connsiteY5" fmla="*/ 63 h 217393"/>
                <a:gd name="connsiteX6" fmla="*/ 14420 w 52741"/>
                <a:gd name="connsiteY6" fmla="*/ 42455 h 217393"/>
                <a:gd name="connsiteX7" fmla="*/ 98 w 52741"/>
                <a:gd name="connsiteY7" fmla="*/ 108760 h 217393"/>
                <a:gd name="connsiteX8" fmla="*/ 15102 w 52741"/>
                <a:gd name="connsiteY8" fmla="*/ 176587 h 217393"/>
                <a:gd name="connsiteX9" fmla="*/ 50566 w 52741"/>
                <a:gd name="connsiteY9" fmla="*/ 217457 h 217393"/>
                <a:gd name="connsiteX10" fmla="*/ 52840 w 52741"/>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41" h="217393">
                  <a:moveTo>
                    <a:pt x="52840" y="215283"/>
                  </a:moveTo>
                  <a:cubicBezTo>
                    <a:pt x="52840" y="214631"/>
                    <a:pt x="52840" y="214196"/>
                    <a:pt x="48975" y="210500"/>
                  </a:cubicBezTo>
                  <a:cubicBezTo>
                    <a:pt x="20558" y="183108"/>
                    <a:pt x="13283" y="142021"/>
                    <a:pt x="13283" y="108760"/>
                  </a:cubicBezTo>
                  <a:cubicBezTo>
                    <a:pt x="13283" y="70933"/>
                    <a:pt x="21922" y="33107"/>
                    <a:pt x="49884" y="5932"/>
                  </a:cubicBezTo>
                  <a:cubicBezTo>
                    <a:pt x="52840" y="3324"/>
                    <a:pt x="52840" y="2889"/>
                    <a:pt x="52840" y="2237"/>
                  </a:cubicBezTo>
                  <a:cubicBezTo>
                    <a:pt x="52840" y="715"/>
                    <a:pt x="51930" y="63"/>
                    <a:pt x="50566" y="63"/>
                  </a:cubicBezTo>
                  <a:cubicBezTo>
                    <a:pt x="48293" y="63"/>
                    <a:pt x="27833" y="14846"/>
                    <a:pt x="14420" y="42455"/>
                  </a:cubicBezTo>
                  <a:cubicBezTo>
                    <a:pt x="2826" y="66368"/>
                    <a:pt x="98" y="90499"/>
                    <a:pt x="98" y="108760"/>
                  </a:cubicBezTo>
                  <a:cubicBezTo>
                    <a:pt x="98" y="125716"/>
                    <a:pt x="2598" y="152021"/>
                    <a:pt x="15102" y="176587"/>
                  </a:cubicBezTo>
                  <a:cubicBezTo>
                    <a:pt x="28742" y="203326"/>
                    <a:pt x="48293" y="217457"/>
                    <a:pt x="50566" y="217457"/>
                  </a:cubicBezTo>
                  <a:cubicBezTo>
                    <a:pt x="51930" y="217457"/>
                    <a:pt x="52840" y="216804"/>
                    <a:pt x="52840" y="215283"/>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0" name="Freeform: Shape 9">
              <a:extLst>
                <a:ext uri="{FF2B5EF4-FFF2-40B4-BE49-F238E27FC236}">
                  <a16:creationId xmlns:a16="http://schemas.microsoft.com/office/drawing/2014/main" id="{8128D51A-AC8E-DC22-C556-F05F03729114}"/>
                </a:ext>
              </a:extLst>
            </p:cNvPr>
            <p:cNvSpPr/>
            <p:nvPr>
              <p:custDataLst>
                <p:tags r:id="rId46"/>
              </p:custDataLst>
            </p:nvPr>
          </p:nvSpPr>
          <p:spPr>
            <a:xfrm>
              <a:off x="6650986" y="5716250"/>
              <a:ext cx="104119" cy="98479"/>
            </a:xfrm>
            <a:custGeom>
              <a:avLst/>
              <a:gdLst>
                <a:gd name="connsiteX0" fmla="*/ 75805 w 104119"/>
                <a:gd name="connsiteY0" fmla="*/ 13976 h 98479"/>
                <a:gd name="connsiteX1" fmla="*/ 54890 w 104119"/>
                <a:gd name="connsiteY1" fmla="*/ 63 h 98479"/>
                <a:gd name="connsiteX2" fmla="*/ 102 w 104119"/>
                <a:gd name="connsiteY2" fmla="*/ 63759 h 98479"/>
                <a:gd name="connsiteX3" fmla="*/ 30337 w 104119"/>
                <a:gd name="connsiteY3" fmla="*/ 98542 h 98479"/>
                <a:gd name="connsiteX4" fmla="*/ 59891 w 104119"/>
                <a:gd name="connsiteY4" fmla="*/ 82238 h 98479"/>
                <a:gd name="connsiteX5" fmla="*/ 80579 w 104119"/>
                <a:gd name="connsiteY5" fmla="*/ 98542 h 98479"/>
                <a:gd name="connsiteX6" fmla="*/ 97401 w 104119"/>
                <a:gd name="connsiteY6" fmla="*/ 86586 h 98479"/>
                <a:gd name="connsiteX7" fmla="*/ 104222 w 104119"/>
                <a:gd name="connsiteY7" fmla="*/ 65064 h 98479"/>
                <a:gd name="connsiteX8" fmla="*/ 101494 w 104119"/>
                <a:gd name="connsiteY8" fmla="*/ 62890 h 98479"/>
                <a:gd name="connsiteX9" fmla="*/ 98311 w 104119"/>
                <a:gd name="connsiteY9" fmla="*/ 66803 h 98479"/>
                <a:gd name="connsiteX10" fmla="*/ 81033 w 104119"/>
                <a:gd name="connsiteY10" fmla="*/ 93760 h 98479"/>
                <a:gd name="connsiteX11" fmla="*/ 74213 w 104119"/>
                <a:gd name="connsiteY11" fmla="*/ 83759 h 98479"/>
                <a:gd name="connsiteX12" fmla="*/ 77169 w 104119"/>
                <a:gd name="connsiteY12" fmla="*/ 67672 h 98479"/>
                <a:gd name="connsiteX13" fmla="*/ 82170 w 104119"/>
                <a:gd name="connsiteY13" fmla="*/ 48107 h 98479"/>
                <a:gd name="connsiteX14" fmla="*/ 90354 w 104119"/>
                <a:gd name="connsiteY14" fmla="*/ 17672 h 98479"/>
                <a:gd name="connsiteX15" fmla="*/ 91945 w 104119"/>
                <a:gd name="connsiteY15" fmla="*/ 10280 h 98479"/>
                <a:gd name="connsiteX16" fmla="*/ 85353 w 104119"/>
                <a:gd name="connsiteY16" fmla="*/ 4411 h 98479"/>
                <a:gd name="connsiteX17" fmla="*/ 75805 w 104119"/>
                <a:gd name="connsiteY17" fmla="*/ 13976 h 98479"/>
                <a:gd name="connsiteX18" fmla="*/ 61028 w 104119"/>
                <a:gd name="connsiteY18" fmla="*/ 70281 h 98479"/>
                <a:gd name="connsiteX19" fmla="*/ 56481 w 104119"/>
                <a:gd name="connsiteY19" fmla="*/ 78325 h 98479"/>
                <a:gd name="connsiteX20" fmla="*/ 30792 w 104119"/>
                <a:gd name="connsiteY20" fmla="*/ 93760 h 98479"/>
                <a:gd name="connsiteX21" fmla="*/ 16242 w 104119"/>
                <a:gd name="connsiteY21" fmla="*/ 73325 h 98479"/>
                <a:gd name="connsiteX22" fmla="*/ 28746 w 104119"/>
                <a:gd name="connsiteY22" fmla="*/ 25715 h 98479"/>
                <a:gd name="connsiteX23" fmla="*/ 55117 w 104119"/>
                <a:gd name="connsiteY23" fmla="*/ 4845 h 98479"/>
                <a:gd name="connsiteX24" fmla="*/ 73076 w 104119"/>
                <a:gd name="connsiteY24" fmla="*/ 23976 h 98479"/>
                <a:gd name="connsiteX25" fmla="*/ 72394 w 104119"/>
                <a:gd name="connsiteY25" fmla="*/ 27672 h 98479"/>
                <a:gd name="connsiteX26" fmla="*/ 61028 w 104119"/>
                <a:gd name="connsiteY26" fmla="*/ 70281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119" h="98479">
                  <a:moveTo>
                    <a:pt x="75805" y="13976"/>
                  </a:moveTo>
                  <a:cubicBezTo>
                    <a:pt x="71712" y="5932"/>
                    <a:pt x="65120" y="63"/>
                    <a:pt x="54890" y="63"/>
                  </a:cubicBezTo>
                  <a:cubicBezTo>
                    <a:pt x="28291" y="63"/>
                    <a:pt x="102" y="32020"/>
                    <a:pt x="102" y="63759"/>
                  </a:cubicBezTo>
                  <a:cubicBezTo>
                    <a:pt x="102" y="84194"/>
                    <a:pt x="12605" y="98542"/>
                    <a:pt x="30337" y="98542"/>
                  </a:cubicBezTo>
                  <a:cubicBezTo>
                    <a:pt x="34884" y="98542"/>
                    <a:pt x="46251" y="97673"/>
                    <a:pt x="59891" y="82238"/>
                  </a:cubicBezTo>
                  <a:cubicBezTo>
                    <a:pt x="61710" y="91368"/>
                    <a:pt x="69666" y="98542"/>
                    <a:pt x="80579" y="98542"/>
                  </a:cubicBezTo>
                  <a:cubicBezTo>
                    <a:pt x="88535" y="98542"/>
                    <a:pt x="93764" y="93542"/>
                    <a:pt x="97401" y="86586"/>
                  </a:cubicBezTo>
                  <a:cubicBezTo>
                    <a:pt x="101266" y="78759"/>
                    <a:pt x="104222" y="65498"/>
                    <a:pt x="104222" y="65064"/>
                  </a:cubicBezTo>
                  <a:cubicBezTo>
                    <a:pt x="104222" y="62890"/>
                    <a:pt x="102176" y="62890"/>
                    <a:pt x="101494" y="62890"/>
                  </a:cubicBezTo>
                  <a:cubicBezTo>
                    <a:pt x="99220" y="62890"/>
                    <a:pt x="98993" y="63759"/>
                    <a:pt x="98311" y="66803"/>
                  </a:cubicBezTo>
                  <a:cubicBezTo>
                    <a:pt x="94446" y="80933"/>
                    <a:pt x="90354" y="93760"/>
                    <a:pt x="81033" y="93760"/>
                  </a:cubicBezTo>
                  <a:cubicBezTo>
                    <a:pt x="74895" y="93760"/>
                    <a:pt x="74213" y="88107"/>
                    <a:pt x="74213" y="83759"/>
                  </a:cubicBezTo>
                  <a:cubicBezTo>
                    <a:pt x="74213" y="78977"/>
                    <a:pt x="74668" y="77238"/>
                    <a:pt x="77169" y="67672"/>
                  </a:cubicBezTo>
                  <a:cubicBezTo>
                    <a:pt x="79669" y="58542"/>
                    <a:pt x="80124" y="56368"/>
                    <a:pt x="82170" y="48107"/>
                  </a:cubicBezTo>
                  <a:lnTo>
                    <a:pt x="90354" y="17672"/>
                  </a:lnTo>
                  <a:cubicBezTo>
                    <a:pt x="91945" y="11585"/>
                    <a:pt x="91945" y="11150"/>
                    <a:pt x="91945" y="10280"/>
                  </a:cubicBezTo>
                  <a:cubicBezTo>
                    <a:pt x="91945" y="6585"/>
                    <a:pt x="89217" y="4411"/>
                    <a:pt x="85353" y="4411"/>
                  </a:cubicBezTo>
                  <a:cubicBezTo>
                    <a:pt x="79897" y="4411"/>
                    <a:pt x="76487" y="9193"/>
                    <a:pt x="75805" y="13976"/>
                  </a:cubicBezTo>
                  <a:close/>
                  <a:moveTo>
                    <a:pt x="61028" y="70281"/>
                  </a:moveTo>
                  <a:cubicBezTo>
                    <a:pt x="59891" y="74194"/>
                    <a:pt x="59891" y="74629"/>
                    <a:pt x="56481" y="78325"/>
                  </a:cubicBezTo>
                  <a:cubicBezTo>
                    <a:pt x="46478" y="90281"/>
                    <a:pt x="37157" y="93760"/>
                    <a:pt x="30792" y="93760"/>
                  </a:cubicBezTo>
                  <a:cubicBezTo>
                    <a:pt x="19425" y="93760"/>
                    <a:pt x="16242" y="81803"/>
                    <a:pt x="16242" y="73325"/>
                  </a:cubicBezTo>
                  <a:cubicBezTo>
                    <a:pt x="16242" y="62455"/>
                    <a:pt x="23517" y="35715"/>
                    <a:pt x="28746" y="25715"/>
                  </a:cubicBezTo>
                  <a:cubicBezTo>
                    <a:pt x="35793" y="12889"/>
                    <a:pt x="46023" y="4845"/>
                    <a:pt x="55117" y="4845"/>
                  </a:cubicBezTo>
                  <a:cubicBezTo>
                    <a:pt x="69894" y="4845"/>
                    <a:pt x="73076" y="22672"/>
                    <a:pt x="73076" y="23976"/>
                  </a:cubicBezTo>
                  <a:cubicBezTo>
                    <a:pt x="73076" y="25280"/>
                    <a:pt x="72622" y="26585"/>
                    <a:pt x="72394" y="27672"/>
                  </a:cubicBezTo>
                  <a:lnTo>
                    <a:pt x="61028" y="7028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1" name="Freeform: Shape 10">
              <a:extLst>
                <a:ext uri="{FF2B5EF4-FFF2-40B4-BE49-F238E27FC236}">
                  <a16:creationId xmlns:a16="http://schemas.microsoft.com/office/drawing/2014/main" id="{78B5AB56-8FA7-37C6-8F02-2122810A3780}"/>
                </a:ext>
              </a:extLst>
            </p:cNvPr>
            <p:cNvSpPr/>
            <p:nvPr>
              <p:custDataLst>
                <p:tags r:id="rId47"/>
              </p:custDataLst>
            </p:nvPr>
          </p:nvSpPr>
          <p:spPr>
            <a:xfrm>
              <a:off x="6781611" y="5789294"/>
              <a:ext cx="26598" cy="65000"/>
            </a:xfrm>
            <a:custGeom>
              <a:avLst/>
              <a:gdLst>
                <a:gd name="connsiteX0" fmla="*/ 26705 w 26598"/>
                <a:gd name="connsiteY0" fmla="*/ 22889 h 65000"/>
                <a:gd name="connsiteX1" fmla="*/ 12156 w 26598"/>
                <a:gd name="connsiteY1" fmla="*/ 63 h 65000"/>
                <a:gd name="connsiteX2" fmla="*/ 107 w 26598"/>
                <a:gd name="connsiteY2" fmla="*/ 11585 h 65000"/>
                <a:gd name="connsiteX3" fmla="*/ 12156 w 26598"/>
                <a:gd name="connsiteY3" fmla="*/ 23107 h 65000"/>
                <a:gd name="connsiteX4" fmla="*/ 20112 w 26598"/>
                <a:gd name="connsiteY4" fmla="*/ 20280 h 65000"/>
                <a:gd name="connsiteX5" fmla="*/ 21249 w 26598"/>
                <a:gd name="connsiteY5" fmla="*/ 19628 h 65000"/>
                <a:gd name="connsiteX6" fmla="*/ 21704 w 26598"/>
                <a:gd name="connsiteY6" fmla="*/ 22889 h 65000"/>
                <a:gd name="connsiteX7" fmla="*/ 6245 w 26598"/>
                <a:gd name="connsiteY7" fmla="*/ 59194 h 65000"/>
                <a:gd name="connsiteX8" fmla="*/ 3744 w 26598"/>
                <a:gd name="connsiteY8" fmla="*/ 62672 h 65000"/>
                <a:gd name="connsiteX9" fmla="*/ 6018 w 26598"/>
                <a:gd name="connsiteY9" fmla="*/ 65064 h 65000"/>
                <a:gd name="connsiteX10" fmla="*/ 26705 w 26598"/>
                <a:gd name="connsiteY10" fmla="*/ 22889 h 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98" h="65000">
                  <a:moveTo>
                    <a:pt x="26705" y="22889"/>
                  </a:moveTo>
                  <a:cubicBezTo>
                    <a:pt x="26705" y="8541"/>
                    <a:pt x="21022" y="63"/>
                    <a:pt x="12156" y="63"/>
                  </a:cubicBezTo>
                  <a:cubicBezTo>
                    <a:pt x="4654" y="63"/>
                    <a:pt x="107" y="5498"/>
                    <a:pt x="107" y="11585"/>
                  </a:cubicBezTo>
                  <a:cubicBezTo>
                    <a:pt x="107" y="17454"/>
                    <a:pt x="4654" y="23107"/>
                    <a:pt x="12156" y="23107"/>
                  </a:cubicBezTo>
                  <a:cubicBezTo>
                    <a:pt x="14884" y="23107"/>
                    <a:pt x="17839" y="22237"/>
                    <a:pt x="20112" y="20280"/>
                  </a:cubicBezTo>
                  <a:cubicBezTo>
                    <a:pt x="20794" y="19846"/>
                    <a:pt x="21022" y="19628"/>
                    <a:pt x="21249" y="19628"/>
                  </a:cubicBezTo>
                  <a:cubicBezTo>
                    <a:pt x="21476" y="19628"/>
                    <a:pt x="21704" y="19846"/>
                    <a:pt x="21704" y="22889"/>
                  </a:cubicBezTo>
                  <a:cubicBezTo>
                    <a:pt x="21704" y="38976"/>
                    <a:pt x="13747" y="52020"/>
                    <a:pt x="6245" y="59194"/>
                  </a:cubicBezTo>
                  <a:cubicBezTo>
                    <a:pt x="3744" y="61585"/>
                    <a:pt x="3744" y="62020"/>
                    <a:pt x="3744" y="62672"/>
                  </a:cubicBezTo>
                  <a:cubicBezTo>
                    <a:pt x="3744" y="64194"/>
                    <a:pt x="4881" y="65064"/>
                    <a:pt x="6018" y="65064"/>
                  </a:cubicBezTo>
                  <a:cubicBezTo>
                    <a:pt x="8518" y="65064"/>
                    <a:pt x="26705" y="48324"/>
                    <a:pt x="26705" y="2288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2" name="Freeform: Shape 11">
              <a:extLst>
                <a:ext uri="{FF2B5EF4-FFF2-40B4-BE49-F238E27FC236}">
                  <a16:creationId xmlns:a16="http://schemas.microsoft.com/office/drawing/2014/main" id="{9ACFF744-864A-414D-2D43-053801BB5CC2}"/>
                </a:ext>
              </a:extLst>
            </p:cNvPr>
            <p:cNvSpPr/>
            <p:nvPr>
              <p:custDataLst>
                <p:tags r:id="rId48"/>
              </p:custDataLst>
            </p:nvPr>
          </p:nvSpPr>
          <p:spPr>
            <a:xfrm>
              <a:off x="6873783" y="5661467"/>
              <a:ext cx="83659" cy="153262"/>
            </a:xfrm>
            <a:custGeom>
              <a:avLst/>
              <a:gdLst>
                <a:gd name="connsiteX0" fmla="*/ 43760 w 83659"/>
                <a:gd name="connsiteY0" fmla="*/ 2454 h 153262"/>
                <a:gd name="connsiteX1" fmla="*/ 40804 w 83659"/>
                <a:gd name="connsiteY1" fmla="*/ 63 h 153262"/>
                <a:gd name="connsiteX2" fmla="*/ 13069 w 83659"/>
                <a:gd name="connsiteY2" fmla="*/ 2237 h 153262"/>
                <a:gd name="connsiteX3" fmla="*/ 8750 w 83659"/>
                <a:gd name="connsiteY3" fmla="*/ 6585 h 153262"/>
                <a:gd name="connsiteX4" fmla="*/ 14206 w 83659"/>
                <a:gd name="connsiteY4" fmla="*/ 9193 h 153262"/>
                <a:gd name="connsiteX5" fmla="*/ 25573 w 83659"/>
                <a:gd name="connsiteY5" fmla="*/ 12889 h 153262"/>
                <a:gd name="connsiteX6" fmla="*/ 22390 w 83659"/>
                <a:gd name="connsiteY6" fmla="*/ 26367 h 153262"/>
                <a:gd name="connsiteX7" fmla="*/ 3749 w 83659"/>
                <a:gd name="connsiteY7" fmla="*/ 97238 h 153262"/>
                <a:gd name="connsiteX8" fmla="*/ 111 w 83659"/>
                <a:gd name="connsiteY8" fmla="*/ 119195 h 153262"/>
                <a:gd name="connsiteX9" fmla="*/ 28983 w 83659"/>
                <a:gd name="connsiteY9" fmla="*/ 153325 h 153262"/>
                <a:gd name="connsiteX10" fmla="*/ 83771 w 83659"/>
                <a:gd name="connsiteY10" fmla="*/ 89629 h 153262"/>
                <a:gd name="connsiteX11" fmla="*/ 53535 w 83659"/>
                <a:gd name="connsiteY11" fmla="*/ 54846 h 153262"/>
                <a:gd name="connsiteX12" fmla="*/ 26937 w 83659"/>
                <a:gd name="connsiteY12" fmla="*/ 67890 h 153262"/>
                <a:gd name="connsiteX13" fmla="*/ 43760 w 83659"/>
                <a:gd name="connsiteY13" fmla="*/ 2454 h 153262"/>
                <a:gd name="connsiteX14" fmla="*/ 22390 w 83659"/>
                <a:gd name="connsiteY14" fmla="*/ 84629 h 153262"/>
                <a:gd name="connsiteX15" fmla="*/ 25800 w 83659"/>
                <a:gd name="connsiteY15" fmla="*/ 77020 h 153262"/>
                <a:gd name="connsiteX16" fmla="*/ 53081 w 83659"/>
                <a:gd name="connsiteY16" fmla="*/ 59629 h 153262"/>
                <a:gd name="connsiteX17" fmla="*/ 67403 w 83659"/>
                <a:gd name="connsiteY17" fmla="*/ 80064 h 153262"/>
                <a:gd name="connsiteX18" fmla="*/ 55809 w 83659"/>
                <a:gd name="connsiteY18" fmla="*/ 126151 h 153262"/>
                <a:gd name="connsiteX19" fmla="*/ 28983 w 83659"/>
                <a:gd name="connsiteY19" fmla="*/ 148543 h 153262"/>
                <a:gd name="connsiteX20" fmla="*/ 13751 w 83659"/>
                <a:gd name="connsiteY20" fmla="*/ 126586 h 153262"/>
                <a:gd name="connsiteX21" fmla="*/ 17389 w 83659"/>
                <a:gd name="connsiteY21" fmla="*/ 104629 h 153262"/>
                <a:gd name="connsiteX22" fmla="*/ 22390 w 83659"/>
                <a:gd name="connsiteY22" fmla="*/ 84629 h 15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659" h="153262">
                  <a:moveTo>
                    <a:pt x="43760" y="2454"/>
                  </a:moveTo>
                  <a:cubicBezTo>
                    <a:pt x="43760" y="2237"/>
                    <a:pt x="43760" y="63"/>
                    <a:pt x="40804" y="63"/>
                  </a:cubicBezTo>
                  <a:cubicBezTo>
                    <a:pt x="35576" y="63"/>
                    <a:pt x="18980" y="1802"/>
                    <a:pt x="13069" y="2237"/>
                  </a:cubicBezTo>
                  <a:cubicBezTo>
                    <a:pt x="11251" y="2454"/>
                    <a:pt x="8750" y="2671"/>
                    <a:pt x="8750" y="6585"/>
                  </a:cubicBezTo>
                  <a:cubicBezTo>
                    <a:pt x="8750" y="9193"/>
                    <a:pt x="10796" y="9193"/>
                    <a:pt x="14206" y="9193"/>
                  </a:cubicBezTo>
                  <a:cubicBezTo>
                    <a:pt x="25118" y="9193"/>
                    <a:pt x="25573" y="10715"/>
                    <a:pt x="25573" y="12889"/>
                  </a:cubicBezTo>
                  <a:cubicBezTo>
                    <a:pt x="25573" y="14411"/>
                    <a:pt x="23527" y="21802"/>
                    <a:pt x="22390" y="26367"/>
                  </a:cubicBezTo>
                  <a:lnTo>
                    <a:pt x="3749" y="97238"/>
                  </a:lnTo>
                  <a:cubicBezTo>
                    <a:pt x="1021" y="108108"/>
                    <a:pt x="111" y="111586"/>
                    <a:pt x="111" y="119195"/>
                  </a:cubicBezTo>
                  <a:cubicBezTo>
                    <a:pt x="111" y="139847"/>
                    <a:pt x="12160" y="153325"/>
                    <a:pt x="28983" y="153325"/>
                  </a:cubicBezTo>
                  <a:cubicBezTo>
                    <a:pt x="55809" y="153325"/>
                    <a:pt x="83771" y="120934"/>
                    <a:pt x="83771" y="89629"/>
                  </a:cubicBezTo>
                  <a:cubicBezTo>
                    <a:pt x="83771" y="69846"/>
                    <a:pt x="71722" y="54846"/>
                    <a:pt x="53535" y="54846"/>
                  </a:cubicBezTo>
                  <a:cubicBezTo>
                    <a:pt x="43078" y="54846"/>
                    <a:pt x="33757" y="61150"/>
                    <a:pt x="26937" y="67890"/>
                  </a:cubicBezTo>
                  <a:lnTo>
                    <a:pt x="43760" y="2454"/>
                  </a:lnTo>
                  <a:close/>
                  <a:moveTo>
                    <a:pt x="22390" y="84629"/>
                  </a:moveTo>
                  <a:cubicBezTo>
                    <a:pt x="23754" y="79846"/>
                    <a:pt x="23754" y="79412"/>
                    <a:pt x="25800" y="77020"/>
                  </a:cubicBezTo>
                  <a:cubicBezTo>
                    <a:pt x="36940" y="62890"/>
                    <a:pt x="47170" y="59629"/>
                    <a:pt x="53081" y="59629"/>
                  </a:cubicBezTo>
                  <a:cubicBezTo>
                    <a:pt x="61265" y="59629"/>
                    <a:pt x="67403" y="66150"/>
                    <a:pt x="67403" y="80064"/>
                  </a:cubicBezTo>
                  <a:cubicBezTo>
                    <a:pt x="67403" y="92890"/>
                    <a:pt x="59901" y="117890"/>
                    <a:pt x="55809" y="126151"/>
                  </a:cubicBezTo>
                  <a:cubicBezTo>
                    <a:pt x="48307" y="140717"/>
                    <a:pt x="37849" y="148543"/>
                    <a:pt x="28983" y="148543"/>
                  </a:cubicBezTo>
                  <a:cubicBezTo>
                    <a:pt x="21254" y="148543"/>
                    <a:pt x="13751" y="142673"/>
                    <a:pt x="13751" y="126586"/>
                  </a:cubicBezTo>
                  <a:cubicBezTo>
                    <a:pt x="13751" y="122456"/>
                    <a:pt x="13751" y="118325"/>
                    <a:pt x="17389" y="104629"/>
                  </a:cubicBezTo>
                  <a:lnTo>
                    <a:pt x="22390" y="846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3" name="Freeform: Shape 12">
              <a:extLst>
                <a:ext uri="{FF2B5EF4-FFF2-40B4-BE49-F238E27FC236}">
                  <a16:creationId xmlns:a16="http://schemas.microsoft.com/office/drawing/2014/main" id="{CC4509B9-9F73-3035-AE22-B89909970711}"/>
                </a:ext>
              </a:extLst>
            </p:cNvPr>
            <p:cNvSpPr/>
            <p:nvPr>
              <p:custDataLst>
                <p:tags r:id="rId49"/>
              </p:custDataLst>
            </p:nvPr>
          </p:nvSpPr>
          <p:spPr>
            <a:xfrm>
              <a:off x="6973621" y="5649292"/>
              <a:ext cx="52741" cy="217393"/>
            </a:xfrm>
            <a:custGeom>
              <a:avLst/>
              <a:gdLst>
                <a:gd name="connsiteX0" fmla="*/ 52858 w 52741"/>
                <a:gd name="connsiteY0" fmla="*/ 108760 h 217393"/>
                <a:gd name="connsiteX1" fmla="*/ 37853 w 52741"/>
                <a:gd name="connsiteY1" fmla="*/ 40933 h 217393"/>
                <a:gd name="connsiteX2" fmla="*/ 2389 w 52741"/>
                <a:gd name="connsiteY2" fmla="*/ 63 h 217393"/>
                <a:gd name="connsiteX3" fmla="*/ 116 w 52741"/>
                <a:gd name="connsiteY3" fmla="*/ 2237 h 217393"/>
                <a:gd name="connsiteX4" fmla="*/ 4435 w 52741"/>
                <a:gd name="connsiteY4" fmla="*/ 7237 h 217393"/>
                <a:gd name="connsiteX5" fmla="*/ 39672 w 52741"/>
                <a:gd name="connsiteY5" fmla="*/ 108760 h 217393"/>
                <a:gd name="connsiteX6" fmla="*/ 3071 w 52741"/>
                <a:gd name="connsiteY6" fmla="*/ 211587 h 217393"/>
                <a:gd name="connsiteX7" fmla="*/ 116 w 52741"/>
                <a:gd name="connsiteY7" fmla="*/ 215283 h 217393"/>
                <a:gd name="connsiteX8" fmla="*/ 2389 w 52741"/>
                <a:gd name="connsiteY8" fmla="*/ 217457 h 217393"/>
                <a:gd name="connsiteX9" fmla="*/ 38535 w 52741"/>
                <a:gd name="connsiteY9" fmla="*/ 175065 h 217393"/>
                <a:gd name="connsiteX10" fmla="*/ 52858 w 52741"/>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41" h="217393">
                  <a:moveTo>
                    <a:pt x="52858" y="108760"/>
                  </a:moveTo>
                  <a:cubicBezTo>
                    <a:pt x="52858" y="91803"/>
                    <a:pt x="50357" y="65498"/>
                    <a:pt x="37853" y="40933"/>
                  </a:cubicBezTo>
                  <a:cubicBezTo>
                    <a:pt x="24213" y="14193"/>
                    <a:pt x="4662" y="63"/>
                    <a:pt x="2389" y="63"/>
                  </a:cubicBezTo>
                  <a:cubicBezTo>
                    <a:pt x="1025" y="63"/>
                    <a:pt x="116" y="932"/>
                    <a:pt x="116" y="2237"/>
                  </a:cubicBezTo>
                  <a:cubicBezTo>
                    <a:pt x="116" y="2889"/>
                    <a:pt x="116" y="3324"/>
                    <a:pt x="4435" y="7237"/>
                  </a:cubicBezTo>
                  <a:cubicBezTo>
                    <a:pt x="26714" y="28759"/>
                    <a:pt x="39672" y="63324"/>
                    <a:pt x="39672" y="108760"/>
                  </a:cubicBezTo>
                  <a:cubicBezTo>
                    <a:pt x="39672" y="145934"/>
                    <a:pt x="31261" y="184195"/>
                    <a:pt x="3071" y="211587"/>
                  </a:cubicBezTo>
                  <a:cubicBezTo>
                    <a:pt x="116" y="214196"/>
                    <a:pt x="116" y="214631"/>
                    <a:pt x="116" y="215283"/>
                  </a:cubicBezTo>
                  <a:cubicBezTo>
                    <a:pt x="116" y="216587"/>
                    <a:pt x="1025" y="217457"/>
                    <a:pt x="2389" y="217457"/>
                  </a:cubicBezTo>
                  <a:cubicBezTo>
                    <a:pt x="4662" y="217457"/>
                    <a:pt x="25123" y="202674"/>
                    <a:pt x="38535" y="175065"/>
                  </a:cubicBezTo>
                  <a:cubicBezTo>
                    <a:pt x="50130" y="151152"/>
                    <a:pt x="52858" y="127021"/>
                    <a:pt x="52858" y="108760"/>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4" name="Freeform: Shape 13">
              <a:extLst>
                <a:ext uri="{FF2B5EF4-FFF2-40B4-BE49-F238E27FC236}">
                  <a16:creationId xmlns:a16="http://schemas.microsoft.com/office/drawing/2014/main" id="{9571C363-FDA1-1025-C1C4-4D29EC40481D}"/>
                </a:ext>
              </a:extLst>
            </p:cNvPr>
            <p:cNvSpPr/>
            <p:nvPr>
              <p:custDataLst>
                <p:tags r:id="rId50"/>
              </p:custDataLst>
            </p:nvPr>
          </p:nvSpPr>
          <p:spPr>
            <a:xfrm>
              <a:off x="7124950" y="5732554"/>
              <a:ext cx="151178" cy="50870"/>
            </a:xfrm>
            <a:custGeom>
              <a:avLst/>
              <a:gdLst>
                <a:gd name="connsiteX0" fmla="*/ 143571 w 151178"/>
                <a:gd name="connsiteY0" fmla="*/ 8759 h 50870"/>
                <a:gd name="connsiteX1" fmla="*/ 151301 w 151178"/>
                <a:gd name="connsiteY1" fmla="*/ 4411 h 50870"/>
                <a:gd name="connsiteX2" fmla="*/ 143799 w 151178"/>
                <a:gd name="connsiteY2" fmla="*/ 63 h 50870"/>
                <a:gd name="connsiteX3" fmla="*/ 7624 w 151178"/>
                <a:gd name="connsiteY3" fmla="*/ 63 h 50870"/>
                <a:gd name="connsiteX4" fmla="*/ 122 w 151178"/>
                <a:gd name="connsiteY4" fmla="*/ 4411 h 50870"/>
                <a:gd name="connsiteX5" fmla="*/ 7852 w 151178"/>
                <a:gd name="connsiteY5" fmla="*/ 8759 h 50870"/>
                <a:gd name="connsiteX6" fmla="*/ 143571 w 151178"/>
                <a:gd name="connsiteY6" fmla="*/ 8759 h 50870"/>
                <a:gd name="connsiteX7" fmla="*/ 143799 w 151178"/>
                <a:gd name="connsiteY7" fmla="*/ 50933 h 50870"/>
                <a:gd name="connsiteX8" fmla="*/ 151301 w 151178"/>
                <a:gd name="connsiteY8" fmla="*/ 46585 h 50870"/>
                <a:gd name="connsiteX9" fmla="*/ 143571 w 151178"/>
                <a:gd name="connsiteY9" fmla="*/ 42237 h 50870"/>
                <a:gd name="connsiteX10" fmla="*/ 7852 w 151178"/>
                <a:gd name="connsiteY10" fmla="*/ 42237 h 50870"/>
                <a:gd name="connsiteX11" fmla="*/ 122 w 151178"/>
                <a:gd name="connsiteY11" fmla="*/ 46585 h 50870"/>
                <a:gd name="connsiteX12" fmla="*/ 7624 w 151178"/>
                <a:gd name="connsiteY12" fmla="*/ 50933 h 50870"/>
                <a:gd name="connsiteX13" fmla="*/ 143799 w 151178"/>
                <a:gd name="connsiteY13" fmla="*/ 50933 h 5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78" h="50870">
                  <a:moveTo>
                    <a:pt x="143571" y="8759"/>
                  </a:moveTo>
                  <a:cubicBezTo>
                    <a:pt x="146981" y="8759"/>
                    <a:pt x="151301" y="8759"/>
                    <a:pt x="151301" y="4411"/>
                  </a:cubicBezTo>
                  <a:cubicBezTo>
                    <a:pt x="151301" y="63"/>
                    <a:pt x="146981" y="63"/>
                    <a:pt x="143799" y="63"/>
                  </a:cubicBezTo>
                  <a:lnTo>
                    <a:pt x="7624" y="63"/>
                  </a:lnTo>
                  <a:cubicBezTo>
                    <a:pt x="4442" y="63"/>
                    <a:pt x="122" y="63"/>
                    <a:pt x="122" y="4411"/>
                  </a:cubicBezTo>
                  <a:cubicBezTo>
                    <a:pt x="122" y="8759"/>
                    <a:pt x="4442" y="8759"/>
                    <a:pt x="7852" y="8759"/>
                  </a:cubicBezTo>
                  <a:lnTo>
                    <a:pt x="143571" y="8759"/>
                  </a:lnTo>
                  <a:close/>
                  <a:moveTo>
                    <a:pt x="143799" y="50933"/>
                  </a:moveTo>
                  <a:cubicBezTo>
                    <a:pt x="146981" y="50933"/>
                    <a:pt x="151301" y="50933"/>
                    <a:pt x="151301" y="46585"/>
                  </a:cubicBezTo>
                  <a:cubicBezTo>
                    <a:pt x="151301" y="42237"/>
                    <a:pt x="146981" y="42237"/>
                    <a:pt x="143571" y="42237"/>
                  </a:cubicBezTo>
                  <a:lnTo>
                    <a:pt x="7852" y="42237"/>
                  </a:lnTo>
                  <a:cubicBezTo>
                    <a:pt x="4442" y="42237"/>
                    <a:pt x="122" y="42237"/>
                    <a:pt x="122" y="46585"/>
                  </a:cubicBezTo>
                  <a:cubicBezTo>
                    <a:pt x="122" y="50933"/>
                    <a:pt x="4442" y="50933"/>
                    <a:pt x="7624" y="50933"/>
                  </a:cubicBezTo>
                  <a:lnTo>
                    <a:pt x="143799" y="50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5" name="Freeform: Shape 14">
              <a:extLst>
                <a:ext uri="{FF2B5EF4-FFF2-40B4-BE49-F238E27FC236}">
                  <a16:creationId xmlns:a16="http://schemas.microsoft.com/office/drawing/2014/main" id="{85001760-5B9E-6DEC-2257-E5215BDB5414}"/>
                </a:ext>
              </a:extLst>
            </p:cNvPr>
            <p:cNvSpPr/>
            <p:nvPr>
              <p:custDataLst>
                <p:tags r:id="rId51"/>
              </p:custDataLst>
            </p:nvPr>
          </p:nvSpPr>
          <p:spPr>
            <a:xfrm>
              <a:off x="7360823" y="5664510"/>
              <a:ext cx="164995" cy="147827"/>
            </a:xfrm>
            <a:custGeom>
              <a:avLst/>
              <a:gdLst>
                <a:gd name="connsiteX0" fmla="*/ 152448 w 164995"/>
                <a:gd name="connsiteY0" fmla="*/ 97238 h 147827"/>
                <a:gd name="connsiteX1" fmla="*/ 153585 w 164995"/>
                <a:gd name="connsiteY1" fmla="*/ 94194 h 147827"/>
                <a:gd name="connsiteX2" fmla="*/ 150857 w 164995"/>
                <a:gd name="connsiteY2" fmla="*/ 91803 h 147827"/>
                <a:gd name="connsiteX3" fmla="*/ 147901 w 164995"/>
                <a:gd name="connsiteY3" fmla="*/ 94412 h 147827"/>
                <a:gd name="connsiteX4" fmla="*/ 85838 w 164995"/>
                <a:gd name="connsiteY4" fmla="*/ 141151 h 147827"/>
                <a:gd name="connsiteX5" fmla="*/ 52647 w 164995"/>
                <a:gd name="connsiteY5" fmla="*/ 141151 h 147827"/>
                <a:gd name="connsiteX6" fmla="*/ 47646 w 164995"/>
                <a:gd name="connsiteY6" fmla="*/ 140934 h 147827"/>
                <a:gd name="connsiteX7" fmla="*/ 44691 w 164995"/>
                <a:gd name="connsiteY7" fmla="*/ 138760 h 147827"/>
                <a:gd name="connsiteX8" fmla="*/ 45827 w 164995"/>
                <a:gd name="connsiteY8" fmla="*/ 133760 h 147827"/>
                <a:gd name="connsiteX9" fmla="*/ 61286 w 164995"/>
                <a:gd name="connsiteY9" fmla="*/ 74411 h 147827"/>
                <a:gd name="connsiteX10" fmla="*/ 83792 w 164995"/>
                <a:gd name="connsiteY10" fmla="*/ 74411 h 147827"/>
                <a:gd name="connsiteX11" fmla="*/ 103116 w 164995"/>
                <a:gd name="connsiteY11" fmla="*/ 84412 h 147827"/>
                <a:gd name="connsiteX12" fmla="*/ 101525 w 164995"/>
                <a:gd name="connsiteY12" fmla="*/ 95064 h 147827"/>
                <a:gd name="connsiteX13" fmla="*/ 100843 w 164995"/>
                <a:gd name="connsiteY13" fmla="*/ 97455 h 147827"/>
                <a:gd name="connsiteX14" fmla="*/ 103798 w 164995"/>
                <a:gd name="connsiteY14" fmla="*/ 99847 h 147827"/>
                <a:gd name="connsiteX15" fmla="*/ 107208 w 164995"/>
                <a:gd name="connsiteY15" fmla="*/ 95499 h 147827"/>
                <a:gd name="connsiteX16" fmla="*/ 120166 w 164995"/>
                <a:gd name="connsiteY16" fmla="*/ 44628 h 147827"/>
                <a:gd name="connsiteX17" fmla="*/ 117438 w 164995"/>
                <a:gd name="connsiteY17" fmla="*/ 42237 h 147827"/>
                <a:gd name="connsiteX18" fmla="*/ 114255 w 164995"/>
                <a:gd name="connsiteY18" fmla="*/ 46150 h 147827"/>
                <a:gd name="connsiteX19" fmla="*/ 84474 w 164995"/>
                <a:gd name="connsiteY19" fmla="*/ 67672 h 147827"/>
                <a:gd name="connsiteX20" fmla="*/ 63105 w 164995"/>
                <a:gd name="connsiteY20" fmla="*/ 67672 h 147827"/>
                <a:gd name="connsiteX21" fmla="*/ 76745 w 164995"/>
                <a:gd name="connsiteY21" fmla="*/ 15280 h 147827"/>
                <a:gd name="connsiteX22" fmla="*/ 89021 w 164995"/>
                <a:gd name="connsiteY22" fmla="*/ 6802 h 147827"/>
                <a:gd name="connsiteX23" fmla="*/ 121076 w 164995"/>
                <a:gd name="connsiteY23" fmla="*/ 6802 h 147827"/>
                <a:gd name="connsiteX24" fmla="*/ 155631 w 164995"/>
                <a:gd name="connsiteY24" fmla="*/ 30933 h 147827"/>
                <a:gd name="connsiteX25" fmla="*/ 154721 w 164995"/>
                <a:gd name="connsiteY25" fmla="*/ 42455 h 147827"/>
                <a:gd name="connsiteX26" fmla="*/ 154494 w 164995"/>
                <a:gd name="connsiteY26" fmla="*/ 46368 h 147827"/>
                <a:gd name="connsiteX27" fmla="*/ 157222 w 164995"/>
                <a:gd name="connsiteY27" fmla="*/ 48976 h 147827"/>
                <a:gd name="connsiteX28" fmla="*/ 160405 w 164995"/>
                <a:gd name="connsiteY28" fmla="*/ 43542 h 147827"/>
                <a:gd name="connsiteX29" fmla="*/ 164951 w 164995"/>
                <a:gd name="connsiteY29" fmla="*/ 5932 h 147827"/>
                <a:gd name="connsiteX30" fmla="*/ 158813 w 164995"/>
                <a:gd name="connsiteY30" fmla="*/ 63 h 147827"/>
                <a:gd name="connsiteX31" fmla="*/ 44009 w 164995"/>
                <a:gd name="connsiteY31" fmla="*/ 63 h 147827"/>
                <a:gd name="connsiteX32" fmla="*/ 37189 w 164995"/>
                <a:gd name="connsiteY32" fmla="*/ 4411 h 147827"/>
                <a:gd name="connsiteX33" fmla="*/ 43554 w 164995"/>
                <a:gd name="connsiteY33" fmla="*/ 6802 h 147827"/>
                <a:gd name="connsiteX34" fmla="*/ 58331 w 164995"/>
                <a:gd name="connsiteY34" fmla="*/ 10715 h 147827"/>
                <a:gd name="connsiteX35" fmla="*/ 57194 w 164995"/>
                <a:gd name="connsiteY35" fmla="*/ 15932 h 147827"/>
                <a:gd name="connsiteX36" fmla="*/ 27186 w 164995"/>
                <a:gd name="connsiteY36" fmla="*/ 130934 h 147827"/>
                <a:gd name="connsiteX37" fmla="*/ 6498 w 164995"/>
                <a:gd name="connsiteY37" fmla="*/ 141151 h 147827"/>
                <a:gd name="connsiteX38" fmla="*/ 133 w 164995"/>
                <a:gd name="connsiteY38" fmla="*/ 145282 h 147827"/>
                <a:gd name="connsiteX39" fmla="*/ 6498 w 164995"/>
                <a:gd name="connsiteY39" fmla="*/ 147891 h 147827"/>
                <a:gd name="connsiteX40" fmla="*/ 124486 w 164995"/>
                <a:gd name="connsiteY40" fmla="*/ 147891 h 147827"/>
                <a:gd name="connsiteX41" fmla="*/ 131533 w 164995"/>
                <a:gd name="connsiteY41" fmla="*/ 144195 h 147827"/>
                <a:gd name="connsiteX42" fmla="*/ 152448 w 164995"/>
                <a:gd name="connsiteY42" fmla="*/ 97238 h 14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995" h="147827">
                  <a:moveTo>
                    <a:pt x="152448" y="97238"/>
                  </a:moveTo>
                  <a:cubicBezTo>
                    <a:pt x="152903" y="96151"/>
                    <a:pt x="153585" y="94629"/>
                    <a:pt x="153585" y="94194"/>
                  </a:cubicBezTo>
                  <a:cubicBezTo>
                    <a:pt x="153585" y="93977"/>
                    <a:pt x="153585" y="91803"/>
                    <a:pt x="150857" y="91803"/>
                  </a:cubicBezTo>
                  <a:cubicBezTo>
                    <a:pt x="148811" y="91803"/>
                    <a:pt x="148356" y="93107"/>
                    <a:pt x="147901" y="94412"/>
                  </a:cubicBezTo>
                  <a:cubicBezTo>
                    <a:pt x="133124" y="126586"/>
                    <a:pt x="124713" y="141151"/>
                    <a:pt x="85838" y="141151"/>
                  </a:cubicBezTo>
                  <a:lnTo>
                    <a:pt x="52647" y="141151"/>
                  </a:lnTo>
                  <a:cubicBezTo>
                    <a:pt x="49465" y="141151"/>
                    <a:pt x="49010" y="141151"/>
                    <a:pt x="47646" y="140934"/>
                  </a:cubicBezTo>
                  <a:cubicBezTo>
                    <a:pt x="45373" y="140717"/>
                    <a:pt x="44691" y="140499"/>
                    <a:pt x="44691" y="138760"/>
                  </a:cubicBezTo>
                  <a:cubicBezTo>
                    <a:pt x="44691" y="138108"/>
                    <a:pt x="44691" y="137673"/>
                    <a:pt x="45827" y="133760"/>
                  </a:cubicBezTo>
                  <a:lnTo>
                    <a:pt x="61286" y="74411"/>
                  </a:lnTo>
                  <a:lnTo>
                    <a:pt x="83792" y="74411"/>
                  </a:lnTo>
                  <a:cubicBezTo>
                    <a:pt x="103116" y="74411"/>
                    <a:pt x="103116" y="78977"/>
                    <a:pt x="103116" y="84412"/>
                  </a:cubicBezTo>
                  <a:cubicBezTo>
                    <a:pt x="103116" y="85933"/>
                    <a:pt x="103116" y="88542"/>
                    <a:pt x="101525" y="95064"/>
                  </a:cubicBezTo>
                  <a:cubicBezTo>
                    <a:pt x="101070" y="96151"/>
                    <a:pt x="100843" y="96803"/>
                    <a:pt x="100843" y="97455"/>
                  </a:cubicBezTo>
                  <a:cubicBezTo>
                    <a:pt x="100843" y="98542"/>
                    <a:pt x="101752" y="99847"/>
                    <a:pt x="103798" y="99847"/>
                  </a:cubicBezTo>
                  <a:cubicBezTo>
                    <a:pt x="105617" y="99847"/>
                    <a:pt x="106299" y="98760"/>
                    <a:pt x="107208" y="95499"/>
                  </a:cubicBezTo>
                  <a:lnTo>
                    <a:pt x="120166" y="44628"/>
                  </a:lnTo>
                  <a:cubicBezTo>
                    <a:pt x="120166" y="43324"/>
                    <a:pt x="119030" y="42237"/>
                    <a:pt x="117438" y="42237"/>
                  </a:cubicBezTo>
                  <a:cubicBezTo>
                    <a:pt x="115392" y="42237"/>
                    <a:pt x="114937" y="43542"/>
                    <a:pt x="114255" y="46150"/>
                  </a:cubicBezTo>
                  <a:cubicBezTo>
                    <a:pt x="109481" y="62672"/>
                    <a:pt x="105389" y="67672"/>
                    <a:pt x="84474" y="67672"/>
                  </a:cubicBezTo>
                  <a:lnTo>
                    <a:pt x="63105" y="67672"/>
                  </a:lnTo>
                  <a:lnTo>
                    <a:pt x="76745" y="15280"/>
                  </a:lnTo>
                  <a:cubicBezTo>
                    <a:pt x="78791" y="7672"/>
                    <a:pt x="79018" y="6802"/>
                    <a:pt x="89021" y="6802"/>
                  </a:cubicBezTo>
                  <a:lnTo>
                    <a:pt x="121076" y="6802"/>
                  </a:lnTo>
                  <a:cubicBezTo>
                    <a:pt x="148811" y="6802"/>
                    <a:pt x="155631" y="13106"/>
                    <a:pt x="155631" y="30933"/>
                  </a:cubicBezTo>
                  <a:cubicBezTo>
                    <a:pt x="155631" y="36150"/>
                    <a:pt x="155631" y="36585"/>
                    <a:pt x="154721" y="42455"/>
                  </a:cubicBezTo>
                  <a:cubicBezTo>
                    <a:pt x="154721" y="43759"/>
                    <a:pt x="154494" y="45281"/>
                    <a:pt x="154494" y="46368"/>
                  </a:cubicBezTo>
                  <a:cubicBezTo>
                    <a:pt x="154494" y="47455"/>
                    <a:pt x="155176" y="48976"/>
                    <a:pt x="157222" y="48976"/>
                  </a:cubicBezTo>
                  <a:cubicBezTo>
                    <a:pt x="159723" y="48976"/>
                    <a:pt x="159950" y="47672"/>
                    <a:pt x="160405" y="43542"/>
                  </a:cubicBezTo>
                  <a:lnTo>
                    <a:pt x="164951" y="5932"/>
                  </a:lnTo>
                  <a:cubicBezTo>
                    <a:pt x="165633" y="63"/>
                    <a:pt x="164497" y="63"/>
                    <a:pt x="158813" y="63"/>
                  </a:cubicBezTo>
                  <a:lnTo>
                    <a:pt x="44009" y="63"/>
                  </a:lnTo>
                  <a:cubicBezTo>
                    <a:pt x="39462" y="63"/>
                    <a:pt x="37189" y="63"/>
                    <a:pt x="37189" y="4411"/>
                  </a:cubicBezTo>
                  <a:cubicBezTo>
                    <a:pt x="37189" y="6802"/>
                    <a:pt x="39235" y="6802"/>
                    <a:pt x="43554" y="6802"/>
                  </a:cubicBezTo>
                  <a:cubicBezTo>
                    <a:pt x="51965" y="6802"/>
                    <a:pt x="58331" y="6802"/>
                    <a:pt x="58331" y="10715"/>
                  </a:cubicBezTo>
                  <a:cubicBezTo>
                    <a:pt x="58331" y="11585"/>
                    <a:pt x="58331" y="12019"/>
                    <a:pt x="57194" y="15932"/>
                  </a:cubicBezTo>
                  <a:lnTo>
                    <a:pt x="27186" y="130934"/>
                  </a:lnTo>
                  <a:cubicBezTo>
                    <a:pt x="24912" y="139412"/>
                    <a:pt x="24458" y="141151"/>
                    <a:pt x="6498" y="141151"/>
                  </a:cubicBezTo>
                  <a:cubicBezTo>
                    <a:pt x="2633" y="141151"/>
                    <a:pt x="133" y="141151"/>
                    <a:pt x="133" y="145282"/>
                  </a:cubicBezTo>
                  <a:cubicBezTo>
                    <a:pt x="133" y="147891"/>
                    <a:pt x="2179" y="147891"/>
                    <a:pt x="6498" y="147891"/>
                  </a:cubicBezTo>
                  <a:lnTo>
                    <a:pt x="124486" y="147891"/>
                  </a:lnTo>
                  <a:cubicBezTo>
                    <a:pt x="129714" y="147891"/>
                    <a:pt x="129942" y="147673"/>
                    <a:pt x="131533" y="144195"/>
                  </a:cubicBezTo>
                  <a:lnTo>
                    <a:pt x="152448" y="97238"/>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6" name="Freeform: Shape 15">
              <a:extLst>
                <a:ext uri="{FF2B5EF4-FFF2-40B4-BE49-F238E27FC236}">
                  <a16:creationId xmlns:a16="http://schemas.microsoft.com/office/drawing/2014/main" id="{4426AA2B-5645-CF9C-B94E-BB948E53D1B9}"/>
                </a:ext>
              </a:extLst>
            </p:cNvPr>
            <p:cNvSpPr/>
            <p:nvPr>
              <p:custDataLst>
                <p:tags r:id="rId52"/>
              </p:custDataLst>
            </p:nvPr>
          </p:nvSpPr>
          <p:spPr>
            <a:xfrm>
              <a:off x="7559931" y="5649292"/>
              <a:ext cx="31145" cy="217393"/>
            </a:xfrm>
            <a:custGeom>
              <a:avLst/>
              <a:gdLst>
                <a:gd name="connsiteX0" fmla="*/ 31286 w 31145"/>
                <a:gd name="connsiteY0" fmla="*/ 217457 h 217393"/>
                <a:gd name="connsiteX1" fmla="*/ 31286 w 31145"/>
                <a:gd name="connsiteY1" fmla="*/ 208761 h 217393"/>
                <a:gd name="connsiteX2" fmla="*/ 9234 w 31145"/>
                <a:gd name="connsiteY2" fmla="*/ 208761 h 217393"/>
                <a:gd name="connsiteX3" fmla="*/ 9234 w 31145"/>
                <a:gd name="connsiteY3" fmla="*/ 8759 h 217393"/>
                <a:gd name="connsiteX4" fmla="*/ 31286 w 31145"/>
                <a:gd name="connsiteY4" fmla="*/ 8759 h 217393"/>
                <a:gd name="connsiteX5" fmla="*/ 31286 w 31145"/>
                <a:gd name="connsiteY5" fmla="*/ 63 h 217393"/>
                <a:gd name="connsiteX6" fmla="*/ 141 w 31145"/>
                <a:gd name="connsiteY6" fmla="*/ 63 h 217393"/>
                <a:gd name="connsiteX7" fmla="*/ 141 w 31145"/>
                <a:gd name="connsiteY7" fmla="*/ 217457 h 217393"/>
                <a:gd name="connsiteX8" fmla="*/ 31286 w 31145"/>
                <a:gd name="connsiteY8" fmla="*/ 217457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45" h="217393">
                  <a:moveTo>
                    <a:pt x="31286" y="217457"/>
                  </a:moveTo>
                  <a:lnTo>
                    <a:pt x="31286" y="208761"/>
                  </a:lnTo>
                  <a:lnTo>
                    <a:pt x="9234" y="208761"/>
                  </a:lnTo>
                  <a:lnTo>
                    <a:pt x="9234" y="8759"/>
                  </a:lnTo>
                  <a:lnTo>
                    <a:pt x="31286" y="8759"/>
                  </a:lnTo>
                  <a:lnTo>
                    <a:pt x="31286" y="63"/>
                  </a:lnTo>
                  <a:lnTo>
                    <a:pt x="141" y="63"/>
                  </a:lnTo>
                  <a:lnTo>
                    <a:pt x="141" y="217457"/>
                  </a:lnTo>
                  <a:lnTo>
                    <a:pt x="31286" y="21745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 name="Freeform: Shape 16">
              <a:extLst>
                <a:ext uri="{FF2B5EF4-FFF2-40B4-BE49-F238E27FC236}">
                  <a16:creationId xmlns:a16="http://schemas.microsoft.com/office/drawing/2014/main" id="{2DD5B3F0-63C2-A782-9E79-0AE9B743C89C}"/>
                </a:ext>
              </a:extLst>
            </p:cNvPr>
            <p:cNvSpPr/>
            <p:nvPr>
              <p:custDataLst>
                <p:tags r:id="rId53"/>
              </p:custDataLst>
            </p:nvPr>
          </p:nvSpPr>
          <p:spPr>
            <a:xfrm>
              <a:off x="7604211" y="5663858"/>
              <a:ext cx="165273" cy="148480"/>
            </a:xfrm>
            <a:custGeom>
              <a:avLst/>
              <a:gdLst>
                <a:gd name="connsiteX0" fmla="*/ 127906 w 165273"/>
                <a:gd name="connsiteY0" fmla="*/ 24846 h 148480"/>
                <a:gd name="connsiteX1" fmla="*/ 131089 w 165273"/>
                <a:gd name="connsiteY1" fmla="*/ 21802 h 148480"/>
                <a:gd name="connsiteX2" fmla="*/ 160870 w 165273"/>
                <a:gd name="connsiteY2" fmla="*/ 6802 h 148480"/>
                <a:gd name="connsiteX3" fmla="*/ 165417 w 165273"/>
                <a:gd name="connsiteY3" fmla="*/ 2671 h 148480"/>
                <a:gd name="connsiteX4" fmla="*/ 162461 w 165273"/>
                <a:gd name="connsiteY4" fmla="*/ 63 h 148480"/>
                <a:gd name="connsiteX5" fmla="*/ 143820 w 165273"/>
                <a:gd name="connsiteY5" fmla="*/ 715 h 148480"/>
                <a:gd name="connsiteX6" fmla="*/ 121086 w 165273"/>
                <a:gd name="connsiteY6" fmla="*/ 63 h 148480"/>
                <a:gd name="connsiteX7" fmla="*/ 116767 w 165273"/>
                <a:gd name="connsiteY7" fmla="*/ 4193 h 148480"/>
                <a:gd name="connsiteX8" fmla="*/ 120177 w 165273"/>
                <a:gd name="connsiteY8" fmla="*/ 6802 h 148480"/>
                <a:gd name="connsiteX9" fmla="*/ 128361 w 165273"/>
                <a:gd name="connsiteY9" fmla="*/ 11802 h 148480"/>
                <a:gd name="connsiteX10" fmla="*/ 122223 w 165273"/>
                <a:gd name="connsiteY10" fmla="*/ 22237 h 148480"/>
                <a:gd name="connsiteX11" fmla="*/ 69481 w 165273"/>
                <a:gd name="connsiteY11" fmla="*/ 80281 h 148480"/>
                <a:gd name="connsiteX12" fmla="*/ 44474 w 165273"/>
                <a:gd name="connsiteY12" fmla="*/ 15715 h 148480"/>
                <a:gd name="connsiteX13" fmla="*/ 43110 w 165273"/>
                <a:gd name="connsiteY13" fmla="*/ 12019 h 148480"/>
                <a:gd name="connsiteX14" fmla="*/ 56523 w 165273"/>
                <a:gd name="connsiteY14" fmla="*/ 6802 h 148480"/>
                <a:gd name="connsiteX15" fmla="*/ 61979 w 165273"/>
                <a:gd name="connsiteY15" fmla="*/ 2454 h 148480"/>
                <a:gd name="connsiteX16" fmla="*/ 58569 w 165273"/>
                <a:gd name="connsiteY16" fmla="*/ 63 h 148480"/>
                <a:gd name="connsiteX17" fmla="*/ 29924 w 165273"/>
                <a:gd name="connsiteY17" fmla="*/ 715 h 148480"/>
                <a:gd name="connsiteX18" fmla="*/ 4463 w 165273"/>
                <a:gd name="connsiteY18" fmla="*/ 63 h 148480"/>
                <a:gd name="connsiteX19" fmla="*/ 143 w 165273"/>
                <a:gd name="connsiteY19" fmla="*/ 4411 h 148480"/>
                <a:gd name="connsiteX20" fmla="*/ 5372 w 165273"/>
                <a:gd name="connsiteY20" fmla="*/ 6802 h 148480"/>
                <a:gd name="connsiteX21" fmla="*/ 21968 w 165273"/>
                <a:gd name="connsiteY21" fmla="*/ 14193 h 148480"/>
                <a:gd name="connsiteX22" fmla="*/ 49930 w 165273"/>
                <a:gd name="connsiteY22" fmla="*/ 85716 h 148480"/>
                <a:gd name="connsiteX23" fmla="*/ 50839 w 165273"/>
                <a:gd name="connsiteY23" fmla="*/ 89412 h 148480"/>
                <a:gd name="connsiteX24" fmla="*/ 40609 w 165273"/>
                <a:gd name="connsiteY24" fmla="*/ 128977 h 148480"/>
                <a:gd name="connsiteX25" fmla="*/ 19240 w 165273"/>
                <a:gd name="connsiteY25" fmla="*/ 141804 h 148480"/>
                <a:gd name="connsiteX26" fmla="*/ 13102 w 165273"/>
                <a:gd name="connsiteY26" fmla="*/ 146151 h 148480"/>
                <a:gd name="connsiteX27" fmla="*/ 16284 w 165273"/>
                <a:gd name="connsiteY27" fmla="*/ 148543 h 148480"/>
                <a:gd name="connsiteX28" fmla="*/ 44929 w 165273"/>
                <a:gd name="connsiteY28" fmla="*/ 147891 h 148480"/>
                <a:gd name="connsiteX29" fmla="*/ 74028 w 165273"/>
                <a:gd name="connsiteY29" fmla="*/ 148543 h 148480"/>
                <a:gd name="connsiteX30" fmla="*/ 78347 w 165273"/>
                <a:gd name="connsiteY30" fmla="*/ 144195 h 148480"/>
                <a:gd name="connsiteX31" fmla="*/ 71982 w 165273"/>
                <a:gd name="connsiteY31" fmla="*/ 141804 h 148480"/>
                <a:gd name="connsiteX32" fmla="*/ 63343 w 165273"/>
                <a:gd name="connsiteY32" fmla="*/ 141369 h 148480"/>
                <a:gd name="connsiteX33" fmla="*/ 57205 w 165273"/>
                <a:gd name="connsiteY33" fmla="*/ 137890 h 148480"/>
                <a:gd name="connsiteX34" fmla="*/ 60387 w 165273"/>
                <a:gd name="connsiteY34" fmla="*/ 124195 h 148480"/>
                <a:gd name="connsiteX35" fmla="*/ 68344 w 165273"/>
                <a:gd name="connsiteY35" fmla="*/ 93542 h 148480"/>
                <a:gd name="connsiteX36" fmla="*/ 71527 w 165273"/>
                <a:gd name="connsiteY36" fmla="*/ 86803 h 148480"/>
                <a:gd name="connsiteX37" fmla="*/ 127906 w 165273"/>
                <a:gd name="connsiteY37" fmla="*/ 24846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273" h="148480">
                  <a:moveTo>
                    <a:pt x="127906" y="24846"/>
                  </a:moveTo>
                  <a:lnTo>
                    <a:pt x="131089" y="21802"/>
                  </a:lnTo>
                  <a:cubicBezTo>
                    <a:pt x="137909" y="15280"/>
                    <a:pt x="145411" y="7889"/>
                    <a:pt x="160870" y="6802"/>
                  </a:cubicBezTo>
                  <a:cubicBezTo>
                    <a:pt x="163371" y="6585"/>
                    <a:pt x="165417" y="6585"/>
                    <a:pt x="165417" y="2671"/>
                  </a:cubicBezTo>
                  <a:cubicBezTo>
                    <a:pt x="165417" y="932"/>
                    <a:pt x="164280" y="63"/>
                    <a:pt x="162461" y="63"/>
                  </a:cubicBezTo>
                  <a:cubicBezTo>
                    <a:pt x="156551" y="63"/>
                    <a:pt x="149958" y="715"/>
                    <a:pt x="143820" y="715"/>
                  </a:cubicBezTo>
                  <a:cubicBezTo>
                    <a:pt x="136318" y="715"/>
                    <a:pt x="128361" y="63"/>
                    <a:pt x="121086" y="63"/>
                  </a:cubicBezTo>
                  <a:cubicBezTo>
                    <a:pt x="119722" y="63"/>
                    <a:pt x="116767" y="63"/>
                    <a:pt x="116767" y="4193"/>
                  </a:cubicBezTo>
                  <a:cubicBezTo>
                    <a:pt x="116767" y="6585"/>
                    <a:pt x="119040" y="6802"/>
                    <a:pt x="120177" y="6802"/>
                  </a:cubicBezTo>
                  <a:cubicBezTo>
                    <a:pt x="121768" y="6802"/>
                    <a:pt x="128361" y="7237"/>
                    <a:pt x="128361" y="11802"/>
                  </a:cubicBezTo>
                  <a:cubicBezTo>
                    <a:pt x="128361" y="15498"/>
                    <a:pt x="123132" y="21150"/>
                    <a:pt x="122223" y="22237"/>
                  </a:cubicBezTo>
                  <a:lnTo>
                    <a:pt x="69481" y="80281"/>
                  </a:lnTo>
                  <a:lnTo>
                    <a:pt x="44474" y="15715"/>
                  </a:lnTo>
                  <a:cubicBezTo>
                    <a:pt x="43110" y="12672"/>
                    <a:pt x="43110" y="12237"/>
                    <a:pt x="43110" y="12019"/>
                  </a:cubicBezTo>
                  <a:cubicBezTo>
                    <a:pt x="43110" y="6802"/>
                    <a:pt x="54249" y="6802"/>
                    <a:pt x="56523" y="6802"/>
                  </a:cubicBezTo>
                  <a:cubicBezTo>
                    <a:pt x="59705" y="6802"/>
                    <a:pt x="61979" y="6802"/>
                    <a:pt x="61979" y="2454"/>
                  </a:cubicBezTo>
                  <a:cubicBezTo>
                    <a:pt x="61979" y="63"/>
                    <a:pt x="59251" y="63"/>
                    <a:pt x="58569" y="63"/>
                  </a:cubicBezTo>
                  <a:cubicBezTo>
                    <a:pt x="52203" y="63"/>
                    <a:pt x="36290" y="715"/>
                    <a:pt x="29924" y="715"/>
                  </a:cubicBezTo>
                  <a:cubicBezTo>
                    <a:pt x="24241" y="715"/>
                    <a:pt x="10146" y="63"/>
                    <a:pt x="4463" y="63"/>
                  </a:cubicBezTo>
                  <a:cubicBezTo>
                    <a:pt x="3099" y="63"/>
                    <a:pt x="143" y="63"/>
                    <a:pt x="143" y="4411"/>
                  </a:cubicBezTo>
                  <a:cubicBezTo>
                    <a:pt x="143" y="6802"/>
                    <a:pt x="2417" y="6802"/>
                    <a:pt x="5372" y="6802"/>
                  </a:cubicBezTo>
                  <a:cubicBezTo>
                    <a:pt x="19012" y="6802"/>
                    <a:pt x="19922" y="8759"/>
                    <a:pt x="21968" y="14193"/>
                  </a:cubicBezTo>
                  <a:lnTo>
                    <a:pt x="49930" y="85716"/>
                  </a:lnTo>
                  <a:cubicBezTo>
                    <a:pt x="50157" y="86368"/>
                    <a:pt x="50839" y="88759"/>
                    <a:pt x="50839" y="89412"/>
                  </a:cubicBezTo>
                  <a:cubicBezTo>
                    <a:pt x="50839" y="90064"/>
                    <a:pt x="41746" y="125064"/>
                    <a:pt x="40609" y="128977"/>
                  </a:cubicBezTo>
                  <a:cubicBezTo>
                    <a:pt x="37654" y="140934"/>
                    <a:pt x="37427" y="141586"/>
                    <a:pt x="19240" y="141804"/>
                  </a:cubicBezTo>
                  <a:cubicBezTo>
                    <a:pt x="14920" y="141804"/>
                    <a:pt x="13102" y="141804"/>
                    <a:pt x="13102" y="146151"/>
                  </a:cubicBezTo>
                  <a:cubicBezTo>
                    <a:pt x="13102" y="148543"/>
                    <a:pt x="15830" y="148543"/>
                    <a:pt x="16284" y="148543"/>
                  </a:cubicBezTo>
                  <a:cubicBezTo>
                    <a:pt x="22650" y="148543"/>
                    <a:pt x="38563" y="147891"/>
                    <a:pt x="44929" y="147891"/>
                  </a:cubicBezTo>
                  <a:cubicBezTo>
                    <a:pt x="51294" y="147891"/>
                    <a:pt x="67662" y="148543"/>
                    <a:pt x="74028" y="148543"/>
                  </a:cubicBezTo>
                  <a:cubicBezTo>
                    <a:pt x="75619" y="148543"/>
                    <a:pt x="78347" y="148543"/>
                    <a:pt x="78347" y="144195"/>
                  </a:cubicBezTo>
                  <a:cubicBezTo>
                    <a:pt x="78347" y="141804"/>
                    <a:pt x="76301" y="141804"/>
                    <a:pt x="71982" y="141804"/>
                  </a:cubicBezTo>
                  <a:cubicBezTo>
                    <a:pt x="71527" y="141804"/>
                    <a:pt x="67208" y="141804"/>
                    <a:pt x="63343" y="141369"/>
                  </a:cubicBezTo>
                  <a:cubicBezTo>
                    <a:pt x="58569" y="140934"/>
                    <a:pt x="57205" y="140499"/>
                    <a:pt x="57205" y="137890"/>
                  </a:cubicBezTo>
                  <a:cubicBezTo>
                    <a:pt x="57205" y="136369"/>
                    <a:pt x="59251" y="128760"/>
                    <a:pt x="60387" y="124195"/>
                  </a:cubicBezTo>
                  <a:lnTo>
                    <a:pt x="68344" y="93542"/>
                  </a:lnTo>
                  <a:cubicBezTo>
                    <a:pt x="69481" y="89412"/>
                    <a:pt x="69708" y="88759"/>
                    <a:pt x="71527" y="86803"/>
                  </a:cubicBezTo>
                  <a:lnTo>
                    <a:pt x="127906" y="24846"/>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 name="Freeform: Shape 17">
              <a:extLst>
                <a:ext uri="{FF2B5EF4-FFF2-40B4-BE49-F238E27FC236}">
                  <a16:creationId xmlns:a16="http://schemas.microsoft.com/office/drawing/2014/main" id="{7BA148D6-2F4C-E233-2006-BB1070428463}"/>
                </a:ext>
              </a:extLst>
            </p:cNvPr>
            <p:cNvSpPr/>
            <p:nvPr>
              <p:custDataLst>
                <p:tags r:id="rId54"/>
              </p:custDataLst>
            </p:nvPr>
          </p:nvSpPr>
          <p:spPr>
            <a:xfrm>
              <a:off x="7735716" y="5744054"/>
              <a:ext cx="48217" cy="102414"/>
            </a:xfrm>
            <a:custGeom>
              <a:avLst/>
              <a:gdLst>
                <a:gd name="connsiteX0" fmla="*/ 44230 w 48217"/>
                <a:gd name="connsiteY0" fmla="*/ 5847 h 102414"/>
                <a:gd name="connsiteX1" fmla="*/ 37864 w 48217"/>
                <a:gd name="connsiteY1" fmla="*/ 64 h 102414"/>
                <a:gd name="connsiteX2" fmla="*/ 28953 w 48217"/>
                <a:gd name="connsiteY2" fmla="*/ 8434 h 102414"/>
                <a:gd name="connsiteX3" fmla="*/ 35318 w 48217"/>
                <a:gd name="connsiteY3" fmla="*/ 14217 h 102414"/>
                <a:gd name="connsiteX4" fmla="*/ 44230 w 48217"/>
                <a:gd name="connsiteY4" fmla="*/ 5847 h 102414"/>
                <a:gd name="connsiteX5" fmla="*/ 11766 w 48217"/>
                <a:gd name="connsiteY5" fmla="*/ 83152 h 102414"/>
                <a:gd name="connsiteX6" fmla="*/ 10334 w 48217"/>
                <a:gd name="connsiteY6" fmla="*/ 89544 h 102414"/>
                <a:gd name="connsiteX7" fmla="*/ 25452 w 48217"/>
                <a:gd name="connsiteY7" fmla="*/ 102478 h 102414"/>
                <a:gd name="connsiteX8" fmla="*/ 48367 w 48217"/>
                <a:gd name="connsiteY8" fmla="*/ 79196 h 102414"/>
                <a:gd name="connsiteX9" fmla="*/ 45821 w 48217"/>
                <a:gd name="connsiteY9" fmla="*/ 77217 h 102414"/>
                <a:gd name="connsiteX10" fmla="*/ 42797 w 48217"/>
                <a:gd name="connsiteY10" fmla="*/ 79804 h 102414"/>
                <a:gd name="connsiteX11" fmla="*/ 25929 w 48217"/>
                <a:gd name="connsiteY11" fmla="*/ 98218 h 102414"/>
                <a:gd name="connsiteX12" fmla="*/ 21951 w 48217"/>
                <a:gd name="connsiteY12" fmla="*/ 92891 h 102414"/>
                <a:gd name="connsiteX13" fmla="*/ 24497 w 48217"/>
                <a:gd name="connsiteY13" fmla="*/ 83152 h 102414"/>
                <a:gd name="connsiteX14" fmla="*/ 29589 w 48217"/>
                <a:gd name="connsiteY14" fmla="*/ 70978 h 102414"/>
                <a:gd name="connsiteX15" fmla="*/ 37387 w 48217"/>
                <a:gd name="connsiteY15" fmla="*/ 51652 h 102414"/>
                <a:gd name="connsiteX16" fmla="*/ 38342 w 48217"/>
                <a:gd name="connsiteY16" fmla="*/ 46782 h 102414"/>
                <a:gd name="connsiteX17" fmla="*/ 23224 w 48217"/>
                <a:gd name="connsiteY17" fmla="*/ 33847 h 102414"/>
                <a:gd name="connsiteX18" fmla="*/ 149 w 48217"/>
                <a:gd name="connsiteY18" fmla="*/ 57130 h 102414"/>
                <a:gd name="connsiteX19" fmla="*/ 2854 w 48217"/>
                <a:gd name="connsiteY19" fmla="*/ 59108 h 102414"/>
                <a:gd name="connsiteX20" fmla="*/ 5719 w 48217"/>
                <a:gd name="connsiteY20" fmla="*/ 56674 h 102414"/>
                <a:gd name="connsiteX21" fmla="*/ 22746 w 48217"/>
                <a:gd name="connsiteY21" fmla="*/ 38108 h 102414"/>
                <a:gd name="connsiteX22" fmla="*/ 26725 w 48217"/>
                <a:gd name="connsiteY22" fmla="*/ 43434 h 102414"/>
                <a:gd name="connsiteX23" fmla="*/ 21792 w 48217"/>
                <a:gd name="connsiteY23" fmla="*/ 58652 h 102414"/>
                <a:gd name="connsiteX24" fmla="*/ 11766 w 48217"/>
                <a:gd name="connsiteY24" fmla="*/ 83152 h 102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17" h="102414">
                  <a:moveTo>
                    <a:pt x="44230" y="5847"/>
                  </a:moveTo>
                  <a:cubicBezTo>
                    <a:pt x="44230" y="3412"/>
                    <a:pt x="42320" y="64"/>
                    <a:pt x="37864" y="64"/>
                  </a:cubicBezTo>
                  <a:cubicBezTo>
                    <a:pt x="33568" y="64"/>
                    <a:pt x="28953" y="4021"/>
                    <a:pt x="28953" y="8434"/>
                  </a:cubicBezTo>
                  <a:cubicBezTo>
                    <a:pt x="28953" y="11021"/>
                    <a:pt x="31021" y="14217"/>
                    <a:pt x="35318" y="14217"/>
                  </a:cubicBezTo>
                  <a:cubicBezTo>
                    <a:pt x="39933" y="14217"/>
                    <a:pt x="44230" y="9956"/>
                    <a:pt x="44230" y="5847"/>
                  </a:cubicBezTo>
                  <a:close/>
                  <a:moveTo>
                    <a:pt x="11766" y="83152"/>
                  </a:moveTo>
                  <a:cubicBezTo>
                    <a:pt x="11130" y="85130"/>
                    <a:pt x="10334" y="86957"/>
                    <a:pt x="10334" y="89544"/>
                  </a:cubicBezTo>
                  <a:cubicBezTo>
                    <a:pt x="10334" y="96696"/>
                    <a:pt x="16699" y="102478"/>
                    <a:pt x="25452" y="102478"/>
                  </a:cubicBezTo>
                  <a:cubicBezTo>
                    <a:pt x="41365" y="102478"/>
                    <a:pt x="48367" y="81478"/>
                    <a:pt x="48367" y="79196"/>
                  </a:cubicBezTo>
                  <a:cubicBezTo>
                    <a:pt x="48367" y="77217"/>
                    <a:pt x="46298" y="77217"/>
                    <a:pt x="45821" y="77217"/>
                  </a:cubicBezTo>
                  <a:cubicBezTo>
                    <a:pt x="43593" y="77217"/>
                    <a:pt x="43434" y="78130"/>
                    <a:pt x="42797" y="79804"/>
                  </a:cubicBezTo>
                  <a:cubicBezTo>
                    <a:pt x="39137" y="91978"/>
                    <a:pt x="32135" y="98218"/>
                    <a:pt x="25929" y="98218"/>
                  </a:cubicBezTo>
                  <a:cubicBezTo>
                    <a:pt x="22746" y="98218"/>
                    <a:pt x="21951" y="96239"/>
                    <a:pt x="21951" y="92891"/>
                  </a:cubicBezTo>
                  <a:cubicBezTo>
                    <a:pt x="21951" y="89391"/>
                    <a:pt x="23065" y="86500"/>
                    <a:pt x="24497" y="83152"/>
                  </a:cubicBezTo>
                  <a:cubicBezTo>
                    <a:pt x="26088" y="79043"/>
                    <a:pt x="27839" y="74935"/>
                    <a:pt x="29589" y="70978"/>
                  </a:cubicBezTo>
                  <a:cubicBezTo>
                    <a:pt x="31021" y="67326"/>
                    <a:pt x="36750" y="53478"/>
                    <a:pt x="37387" y="51652"/>
                  </a:cubicBezTo>
                  <a:cubicBezTo>
                    <a:pt x="37864" y="50130"/>
                    <a:pt x="38342" y="48304"/>
                    <a:pt x="38342" y="46782"/>
                  </a:cubicBezTo>
                  <a:cubicBezTo>
                    <a:pt x="38342" y="39630"/>
                    <a:pt x="31976" y="33847"/>
                    <a:pt x="23224" y="33847"/>
                  </a:cubicBezTo>
                  <a:cubicBezTo>
                    <a:pt x="7469" y="33847"/>
                    <a:pt x="149" y="54543"/>
                    <a:pt x="149" y="57130"/>
                  </a:cubicBezTo>
                  <a:cubicBezTo>
                    <a:pt x="149" y="59108"/>
                    <a:pt x="2377" y="59108"/>
                    <a:pt x="2854" y="59108"/>
                  </a:cubicBezTo>
                  <a:cubicBezTo>
                    <a:pt x="5082" y="59108"/>
                    <a:pt x="5242" y="58348"/>
                    <a:pt x="5719" y="56674"/>
                  </a:cubicBezTo>
                  <a:cubicBezTo>
                    <a:pt x="9856" y="43586"/>
                    <a:pt x="16858" y="38108"/>
                    <a:pt x="22746" y="38108"/>
                  </a:cubicBezTo>
                  <a:cubicBezTo>
                    <a:pt x="25293" y="38108"/>
                    <a:pt x="26725" y="39326"/>
                    <a:pt x="26725" y="43434"/>
                  </a:cubicBezTo>
                  <a:cubicBezTo>
                    <a:pt x="26725" y="46934"/>
                    <a:pt x="25770" y="49217"/>
                    <a:pt x="21792" y="58652"/>
                  </a:cubicBezTo>
                  <a:lnTo>
                    <a:pt x="11766" y="83152"/>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 name="Freeform: Shape 18">
              <a:extLst>
                <a:ext uri="{FF2B5EF4-FFF2-40B4-BE49-F238E27FC236}">
                  <a16:creationId xmlns:a16="http://schemas.microsoft.com/office/drawing/2014/main" id="{0326C2CE-3277-7082-596D-E8004D126FEE}"/>
                </a:ext>
              </a:extLst>
            </p:cNvPr>
            <p:cNvSpPr/>
            <p:nvPr>
              <p:custDataLst>
                <p:tags r:id="rId55"/>
              </p:custDataLst>
            </p:nvPr>
          </p:nvSpPr>
          <p:spPr>
            <a:xfrm>
              <a:off x="7873310" y="5753642"/>
              <a:ext cx="138902" cy="8695"/>
            </a:xfrm>
            <a:custGeom>
              <a:avLst/>
              <a:gdLst>
                <a:gd name="connsiteX0" fmla="*/ 131100 w 138902"/>
                <a:gd name="connsiteY0" fmla="*/ 8759 h 8695"/>
                <a:gd name="connsiteX1" fmla="*/ 139057 w 138902"/>
                <a:gd name="connsiteY1" fmla="*/ 4411 h 8695"/>
                <a:gd name="connsiteX2" fmla="*/ 131100 w 138902"/>
                <a:gd name="connsiteY2" fmla="*/ 63 h 8695"/>
                <a:gd name="connsiteX3" fmla="*/ 8112 w 138902"/>
                <a:gd name="connsiteY3" fmla="*/ 63 h 8695"/>
                <a:gd name="connsiteX4" fmla="*/ 155 w 138902"/>
                <a:gd name="connsiteY4" fmla="*/ 4411 h 8695"/>
                <a:gd name="connsiteX5" fmla="*/ 8112 w 138902"/>
                <a:gd name="connsiteY5" fmla="*/ 8759 h 8695"/>
                <a:gd name="connsiteX6" fmla="*/ 131100 w 138902"/>
                <a:gd name="connsiteY6" fmla="*/ 8759 h 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902" h="8695">
                  <a:moveTo>
                    <a:pt x="131100" y="8759"/>
                  </a:moveTo>
                  <a:cubicBezTo>
                    <a:pt x="134965" y="8759"/>
                    <a:pt x="139057" y="8759"/>
                    <a:pt x="139057" y="4411"/>
                  </a:cubicBezTo>
                  <a:cubicBezTo>
                    <a:pt x="139057" y="63"/>
                    <a:pt x="134965" y="63"/>
                    <a:pt x="131100" y="63"/>
                  </a:cubicBezTo>
                  <a:lnTo>
                    <a:pt x="8112" y="63"/>
                  </a:lnTo>
                  <a:cubicBezTo>
                    <a:pt x="4247" y="63"/>
                    <a:pt x="155" y="63"/>
                    <a:pt x="155" y="4411"/>
                  </a:cubicBezTo>
                  <a:cubicBezTo>
                    <a:pt x="155" y="8759"/>
                    <a:pt x="4247" y="8759"/>
                    <a:pt x="8112" y="8759"/>
                  </a:cubicBezTo>
                  <a:lnTo>
                    <a:pt x="131100" y="875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 name="Freeform: Shape 19">
              <a:extLst>
                <a:ext uri="{FF2B5EF4-FFF2-40B4-BE49-F238E27FC236}">
                  <a16:creationId xmlns:a16="http://schemas.microsoft.com/office/drawing/2014/main" id="{B6F5BC9F-51E7-F535-20EB-8EB4A1CDAE84}"/>
                </a:ext>
              </a:extLst>
            </p:cNvPr>
            <p:cNvSpPr/>
            <p:nvPr>
              <p:custDataLst>
                <p:tags r:id="rId56"/>
              </p:custDataLst>
            </p:nvPr>
          </p:nvSpPr>
          <p:spPr>
            <a:xfrm>
              <a:off x="8088568" y="5658858"/>
              <a:ext cx="123927" cy="195654"/>
            </a:xfrm>
            <a:custGeom>
              <a:avLst/>
              <a:gdLst>
                <a:gd name="connsiteX0" fmla="*/ 124092 w 123927"/>
                <a:gd name="connsiteY0" fmla="*/ 29846 h 195654"/>
                <a:gd name="connsiteX1" fmla="*/ 93174 w 123927"/>
                <a:gd name="connsiteY1" fmla="*/ 63 h 195654"/>
                <a:gd name="connsiteX2" fmla="*/ 65666 w 123927"/>
                <a:gd name="connsiteY2" fmla="*/ 9193 h 195654"/>
                <a:gd name="connsiteX3" fmla="*/ 36340 w 123927"/>
                <a:gd name="connsiteY3" fmla="*/ 55498 h 195654"/>
                <a:gd name="connsiteX4" fmla="*/ 194 w 123927"/>
                <a:gd name="connsiteY4" fmla="*/ 193543 h 195654"/>
                <a:gd name="connsiteX5" fmla="*/ 2922 w 123927"/>
                <a:gd name="connsiteY5" fmla="*/ 195717 h 195654"/>
                <a:gd name="connsiteX6" fmla="*/ 5650 w 123927"/>
                <a:gd name="connsiteY6" fmla="*/ 194630 h 195654"/>
                <a:gd name="connsiteX7" fmla="*/ 21563 w 123927"/>
                <a:gd name="connsiteY7" fmla="*/ 134630 h 195654"/>
                <a:gd name="connsiteX8" fmla="*/ 52481 w 123927"/>
                <a:gd name="connsiteY8" fmla="*/ 155717 h 195654"/>
                <a:gd name="connsiteX9" fmla="*/ 96357 w 123927"/>
                <a:gd name="connsiteY9" fmla="*/ 138543 h 195654"/>
                <a:gd name="connsiteX10" fmla="*/ 114544 w 123927"/>
                <a:gd name="connsiteY10" fmla="*/ 98542 h 195654"/>
                <a:gd name="connsiteX11" fmla="*/ 97948 w 123927"/>
                <a:gd name="connsiteY11" fmla="*/ 66151 h 195654"/>
                <a:gd name="connsiteX12" fmla="*/ 124092 w 123927"/>
                <a:gd name="connsiteY12" fmla="*/ 29846 h 195654"/>
                <a:gd name="connsiteX13" fmla="*/ 83171 w 123927"/>
                <a:gd name="connsiteY13" fmla="*/ 65933 h 195654"/>
                <a:gd name="connsiteX14" fmla="*/ 72259 w 123927"/>
                <a:gd name="connsiteY14" fmla="*/ 67455 h 195654"/>
                <a:gd name="connsiteX15" fmla="*/ 62256 w 123927"/>
                <a:gd name="connsiteY15" fmla="*/ 66585 h 195654"/>
                <a:gd name="connsiteX16" fmla="*/ 73396 w 123927"/>
                <a:gd name="connsiteY16" fmla="*/ 64846 h 195654"/>
                <a:gd name="connsiteX17" fmla="*/ 83171 w 123927"/>
                <a:gd name="connsiteY17" fmla="*/ 65933 h 195654"/>
                <a:gd name="connsiteX18" fmla="*/ 111361 w 123927"/>
                <a:gd name="connsiteY18" fmla="*/ 24846 h 195654"/>
                <a:gd name="connsiteX19" fmla="*/ 90901 w 123927"/>
                <a:gd name="connsiteY19" fmla="*/ 62455 h 195654"/>
                <a:gd name="connsiteX20" fmla="*/ 73396 w 123927"/>
                <a:gd name="connsiteY20" fmla="*/ 59846 h 195654"/>
                <a:gd name="connsiteX21" fmla="*/ 55891 w 123927"/>
                <a:gd name="connsiteY21" fmla="*/ 66803 h 195654"/>
                <a:gd name="connsiteX22" fmla="*/ 71577 w 123927"/>
                <a:gd name="connsiteY22" fmla="*/ 72238 h 195654"/>
                <a:gd name="connsiteX23" fmla="*/ 90219 w 123927"/>
                <a:gd name="connsiteY23" fmla="*/ 69411 h 195654"/>
                <a:gd name="connsiteX24" fmla="*/ 100221 w 123927"/>
                <a:gd name="connsiteY24" fmla="*/ 93977 h 195654"/>
                <a:gd name="connsiteX25" fmla="*/ 88855 w 123927"/>
                <a:gd name="connsiteY25" fmla="*/ 131369 h 195654"/>
                <a:gd name="connsiteX26" fmla="*/ 51799 w 123927"/>
                <a:gd name="connsiteY26" fmla="*/ 150934 h 195654"/>
                <a:gd name="connsiteX27" fmla="*/ 25883 w 123927"/>
                <a:gd name="connsiteY27" fmla="*/ 122890 h 195654"/>
                <a:gd name="connsiteX28" fmla="*/ 27019 w 123927"/>
                <a:gd name="connsiteY28" fmla="*/ 113325 h 195654"/>
                <a:gd name="connsiteX29" fmla="*/ 41569 w 123927"/>
                <a:gd name="connsiteY29" fmla="*/ 58324 h 195654"/>
                <a:gd name="connsiteX30" fmla="*/ 90219 w 123927"/>
                <a:gd name="connsiteY30" fmla="*/ 5063 h 195654"/>
                <a:gd name="connsiteX31" fmla="*/ 111361 w 123927"/>
                <a:gd name="connsiteY31" fmla="*/ 24846 h 195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927" h="195654">
                  <a:moveTo>
                    <a:pt x="124092" y="29846"/>
                  </a:moveTo>
                  <a:cubicBezTo>
                    <a:pt x="124092" y="13541"/>
                    <a:pt x="111588" y="63"/>
                    <a:pt x="93174" y="63"/>
                  </a:cubicBezTo>
                  <a:cubicBezTo>
                    <a:pt x="79989" y="63"/>
                    <a:pt x="73623" y="3541"/>
                    <a:pt x="65666" y="9193"/>
                  </a:cubicBezTo>
                  <a:cubicBezTo>
                    <a:pt x="53163" y="17889"/>
                    <a:pt x="40659" y="38976"/>
                    <a:pt x="36340" y="55498"/>
                  </a:cubicBezTo>
                  <a:lnTo>
                    <a:pt x="194" y="193543"/>
                  </a:lnTo>
                  <a:cubicBezTo>
                    <a:pt x="-34" y="194413"/>
                    <a:pt x="1103" y="195717"/>
                    <a:pt x="2922" y="195717"/>
                  </a:cubicBezTo>
                  <a:cubicBezTo>
                    <a:pt x="4740" y="195717"/>
                    <a:pt x="5422" y="195282"/>
                    <a:pt x="5650" y="194630"/>
                  </a:cubicBezTo>
                  <a:lnTo>
                    <a:pt x="21563" y="134630"/>
                  </a:lnTo>
                  <a:cubicBezTo>
                    <a:pt x="25883" y="147673"/>
                    <a:pt x="35885" y="155717"/>
                    <a:pt x="52481" y="155717"/>
                  </a:cubicBezTo>
                  <a:cubicBezTo>
                    <a:pt x="69076" y="155717"/>
                    <a:pt x="86127" y="148108"/>
                    <a:pt x="96357" y="138543"/>
                  </a:cubicBezTo>
                  <a:cubicBezTo>
                    <a:pt x="107269" y="128543"/>
                    <a:pt x="114544" y="114629"/>
                    <a:pt x="114544" y="98542"/>
                  </a:cubicBezTo>
                  <a:cubicBezTo>
                    <a:pt x="114544" y="82890"/>
                    <a:pt x="106132" y="71585"/>
                    <a:pt x="97948" y="66151"/>
                  </a:cubicBezTo>
                  <a:cubicBezTo>
                    <a:pt x="111134" y="58977"/>
                    <a:pt x="124092" y="45498"/>
                    <a:pt x="124092" y="29846"/>
                  </a:cubicBezTo>
                  <a:close/>
                  <a:moveTo>
                    <a:pt x="83171" y="65933"/>
                  </a:moveTo>
                  <a:cubicBezTo>
                    <a:pt x="80216" y="67020"/>
                    <a:pt x="77715" y="67455"/>
                    <a:pt x="72259" y="67455"/>
                  </a:cubicBezTo>
                  <a:cubicBezTo>
                    <a:pt x="69076" y="67455"/>
                    <a:pt x="64530" y="67672"/>
                    <a:pt x="62256" y="66585"/>
                  </a:cubicBezTo>
                  <a:cubicBezTo>
                    <a:pt x="62711" y="64411"/>
                    <a:pt x="70895" y="64846"/>
                    <a:pt x="73396" y="64846"/>
                  </a:cubicBezTo>
                  <a:cubicBezTo>
                    <a:pt x="78170" y="64846"/>
                    <a:pt x="80216" y="64846"/>
                    <a:pt x="83171" y="65933"/>
                  </a:cubicBezTo>
                  <a:close/>
                  <a:moveTo>
                    <a:pt x="111361" y="24846"/>
                  </a:moveTo>
                  <a:cubicBezTo>
                    <a:pt x="111361" y="40063"/>
                    <a:pt x="102722" y="55716"/>
                    <a:pt x="90901" y="62455"/>
                  </a:cubicBezTo>
                  <a:cubicBezTo>
                    <a:pt x="84763" y="60281"/>
                    <a:pt x="80216" y="59846"/>
                    <a:pt x="73396" y="59846"/>
                  </a:cubicBezTo>
                  <a:cubicBezTo>
                    <a:pt x="68622" y="59846"/>
                    <a:pt x="55891" y="59629"/>
                    <a:pt x="55891" y="66803"/>
                  </a:cubicBezTo>
                  <a:cubicBezTo>
                    <a:pt x="55664" y="72890"/>
                    <a:pt x="67485" y="72238"/>
                    <a:pt x="71577" y="72238"/>
                  </a:cubicBezTo>
                  <a:cubicBezTo>
                    <a:pt x="79989" y="72238"/>
                    <a:pt x="83399" y="72020"/>
                    <a:pt x="90219" y="69411"/>
                  </a:cubicBezTo>
                  <a:cubicBezTo>
                    <a:pt x="98857" y="77238"/>
                    <a:pt x="99994" y="83977"/>
                    <a:pt x="100221" y="93977"/>
                  </a:cubicBezTo>
                  <a:cubicBezTo>
                    <a:pt x="100676" y="106586"/>
                    <a:pt x="95220" y="122890"/>
                    <a:pt x="88855" y="131369"/>
                  </a:cubicBezTo>
                  <a:cubicBezTo>
                    <a:pt x="79989" y="143108"/>
                    <a:pt x="64757" y="150934"/>
                    <a:pt x="51799" y="150934"/>
                  </a:cubicBezTo>
                  <a:cubicBezTo>
                    <a:pt x="34521" y="150934"/>
                    <a:pt x="25883" y="138325"/>
                    <a:pt x="25883" y="122890"/>
                  </a:cubicBezTo>
                  <a:cubicBezTo>
                    <a:pt x="25883" y="120716"/>
                    <a:pt x="25883" y="117455"/>
                    <a:pt x="27019" y="113325"/>
                  </a:cubicBezTo>
                  <a:lnTo>
                    <a:pt x="41569" y="58324"/>
                  </a:lnTo>
                  <a:cubicBezTo>
                    <a:pt x="46570" y="39628"/>
                    <a:pt x="62938" y="5063"/>
                    <a:pt x="90219" y="5063"/>
                  </a:cubicBezTo>
                  <a:cubicBezTo>
                    <a:pt x="103404" y="5063"/>
                    <a:pt x="111361" y="11802"/>
                    <a:pt x="111361" y="2484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1" name="Freeform: Shape 20">
              <a:extLst>
                <a:ext uri="{FF2B5EF4-FFF2-40B4-BE49-F238E27FC236}">
                  <a16:creationId xmlns:a16="http://schemas.microsoft.com/office/drawing/2014/main" id="{F6383C76-D577-EFC8-C666-0A498C4EF0A1}"/>
                </a:ext>
              </a:extLst>
            </p:cNvPr>
            <p:cNvSpPr/>
            <p:nvPr>
              <p:custDataLst>
                <p:tags r:id="rId57"/>
              </p:custDataLst>
            </p:nvPr>
          </p:nvSpPr>
          <p:spPr>
            <a:xfrm>
              <a:off x="8218639" y="5743902"/>
              <a:ext cx="73838" cy="104088"/>
            </a:xfrm>
            <a:custGeom>
              <a:avLst/>
              <a:gdLst>
                <a:gd name="connsiteX0" fmla="*/ 74009 w 73838"/>
                <a:gd name="connsiteY0" fmla="*/ 52565 h 104088"/>
                <a:gd name="connsiteX1" fmla="*/ 64620 w 73838"/>
                <a:gd name="connsiteY1" fmla="*/ 13151 h 104088"/>
                <a:gd name="connsiteX2" fmla="*/ 37090 w 73838"/>
                <a:gd name="connsiteY2" fmla="*/ 64 h 104088"/>
                <a:gd name="connsiteX3" fmla="*/ 170 w 73838"/>
                <a:gd name="connsiteY3" fmla="*/ 52565 h 104088"/>
                <a:gd name="connsiteX4" fmla="*/ 37090 w 73838"/>
                <a:gd name="connsiteY4" fmla="*/ 104152 h 104088"/>
                <a:gd name="connsiteX5" fmla="*/ 74009 w 73838"/>
                <a:gd name="connsiteY5" fmla="*/ 52565 h 104088"/>
                <a:gd name="connsiteX6" fmla="*/ 37090 w 73838"/>
                <a:gd name="connsiteY6" fmla="*/ 99892 h 104088"/>
                <a:gd name="connsiteX7" fmla="*/ 16880 w 73838"/>
                <a:gd name="connsiteY7" fmla="*/ 83304 h 104088"/>
                <a:gd name="connsiteX8" fmla="*/ 14652 w 73838"/>
                <a:gd name="connsiteY8" fmla="*/ 50587 h 104088"/>
                <a:gd name="connsiteX9" fmla="*/ 17039 w 73838"/>
                <a:gd name="connsiteY9" fmla="*/ 19543 h 104088"/>
                <a:gd name="connsiteX10" fmla="*/ 37090 w 73838"/>
                <a:gd name="connsiteY10" fmla="*/ 4325 h 104088"/>
                <a:gd name="connsiteX11" fmla="*/ 56822 w 73838"/>
                <a:gd name="connsiteY11" fmla="*/ 18173 h 104088"/>
                <a:gd name="connsiteX12" fmla="*/ 59528 w 73838"/>
                <a:gd name="connsiteY12" fmla="*/ 50587 h 104088"/>
                <a:gd name="connsiteX13" fmla="*/ 57459 w 73838"/>
                <a:gd name="connsiteY13" fmla="*/ 82696 h 104088"/>
                <a:gd name="connsiteX14" fmla="*/ 37090 w 73838"/>
                <a:gd name="connsiteY14" fmla="*/ 99892 h 10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838" h="104088">
                  <a:moveTo>
                    <a:pt x="74009" y="52565"/>
                  </a:moveTo>
                  <a:cubicBezTo>
                    <a:pt x="74009" y="35826"/>
                    <a:pt x="71940" y="23804"/>
                    <a:pt x="64620" y="13151"/>
                  </a:cubicBezTo>
                  <a:cubicBezTo>
                    <a:pt x="59687" y="6151"/>
                    <a:pt x="49821" y="64"/>
                    <a:pt x="37090" y="64"/>
                  </a:cubicBezTo>
                  <a:cubicBezTo>
                    <a:pt x="170" y="64"/>
                    <a:pt x="170" y="41608"/>
                    <a:pt x="170" y="52565"/>
                  </a:cubicBezTo>
                  <a:cubicBezTo>
                    <a:pt x="170" y="63522"/>
                    <a:pt x="170" y="104152"/>
                    <a:pt x="37090" y="104152"/>
                  </a:cubicBezTo>
                  <a:cubicBezTo>
                    <a:pt x="74009" y="104152"/>
                    <a:pt x="74009" y="63522"/>
                    <a:pt x="74009" y="52565"/>
                  </a:cubicBezTo>
                  <a:close/>
                  <a:moveTo>
                    <a:pt x="37090" y="99892"/>
                  </a:moveTo>
                  <a:cubicBezTo>
                    <a:pt x="29770" y="99892"/>
                    <a:pt x="20062" y="95783"/>
                    <a:pt x="16880" y="83304"/>
                  </a:cubicBezTo>
                  <a:cubicBezTo>
                    <a:pt x="14652" y="74326"/>
                    <a:pt x="14652" y="61848"/>
                    <a:pt x="14652" y="50587"/>
                  </a:cubicBezTo>
                  <a:cubicBezTo>
                    <a:pt x="14652" y="39478"/>
                    <a:pt x="14652" y="27912"/>
                    <a:pt x="17039" y="19543"/>
                  </a:cubicBezTo>
                  <a:cubicBezTo>
                    <a:pt x="20381" y="7521"/>
                    <a:pt x="30565" y="4325"/>
                    <a:pt x="37090" y="4325"/>
                  </a:cubicBezTo>
                  <a:cubicBezTo>
                    <a:pt x="45683" y="4325"/>
                    <a:pt x="53958" y="9347"/>
                    <a:pt x="56822" y="18173"/>
                  </a:cubicBezTo>
                  <a:cubicBezTo>
                    <a:pt x="59369" y="26391"/>
                    <a:pt x="59528" y="37347"/>
                    <a:pt x="59528" y="50587"/>
                  </a:cubicBezTo>
                  <a:cubicBezTo>
                    <a:pt x="59528" y="61848"/>
                    <a:pt x="59528" y="73109"/>
                    <a:pt x="57459" y="82696"/>
                  </a:cubicBezTo>
                  <a:cubicBezTo>
                    <a:pt x="54276" y="96544"/>
                    <a:pt x="43455" y="99892"/>
                    <a:pt x="37090" y="99892"/>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2" name="Freeform: Shape 21">
              <a:extLst>
                <a:ext uri="{FF2B5EF4-FFF2-40B4-BE49-F238E27FC236}">
                  <a16:creationId xmlns:a16="http://schemas.microsoft.com/office/drawing/2014/main" id="{40E22AE8-D6C4-A98A-34F5-1E3263AFFA62}"/>
                </a:ext>
              </a:extLst>
            </p:cNvPr>
            <p:cNvSpPr/>
            <p:nvPr>
              <p:custDataLst>
                <p:tags r:id="rId58"/>
              </p:custDataLst>
            </p:nvPr>
          </p:nvSpPr>
          <p:spPr>
            <a:xfrm>
              <a:off x="8381736" y="5753642"/>
              <a:ext cx="138902" cy="8695"/>
            </a:xfrm>
            <a:custGeom>
              <a:avLst/>
              <a:gdLst>
                <a:gd name="connsiteX0" fmla="*/ 131123 w 138902"/>
                <a:gd name="connsiteY0" fmla="*/ 8759 h 8695"/>
                <a:gd name="connsiteX1" fmla="*/ 139079 w 138902"/>
                <a:gd name="connsiteY1" fmla="*/ 4411 h 8695"/>
                <a:gd name="connsiteX2" fmla="*/ 131123 w 138902"/>
                <a:gd name="connsiteY2" fmla="*/ 63 h 8695"/>
                <a:gd name="connsiteX3" fmla="*/ 8134 w 138902"/>
                <a:gd name="connsiteY3" fmla="*/ 63 h 8695"/>
                <a:gd name="connsiteX4" fmla="*/ 177 w 138902"/>
                <a:gd name="connsiteY4" fmla="*/ 4411 h 8695"/>
                <a:gd name="connsiteX5" fmla="*/ 8134 w 138902"/>
                <a:gd name="connsiteY5" fmla="*/ 8759 h 8695"/>
                <a:gd name="connsiteX6" fmla="*/ 131123 w 138902"/>
                <a:gd name="connsiteY6" fmla="*/ 8759 h 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902" h="8695">
                  <a:moveTo>
                    <a:pt x="131123" y="8759"/>
                  </a:moveTo>
                  <a:cubicBezTo>
                    <a:pt x="134987" y="8759"/>
                    <a:pt x="139079" y="8759"/>
                    <a:pt x="139079" y="4411"/>
                  </a:cubicBezTo>
                  <a:cubicBezTo>
                    <a:pt x="139079" y="63"/>
                    <a:pt x="134987" y="63"/>
                    <a:pt x="131123" y="63"/>
                  </a:cubicBezTo>
                  <a:lnTo>
                    <a:pt x="8134" y="63"/>
                  </a:lnTo>
                  <a:cubicBezTo>
                    <a:pt x="4269" y="63"/>
                    <a:pt x="177" y="63"/>
                    <a:pt x="177" y="4411"/>
                  </a:cubicBezTo>
                  <a:cubicBezTo>
                    <a:pt x="177" y="8759"/>
                    <a:pt x="4269" y="8759"/>
                    <a:pt x="8134" y="8759"/>
                  </a:cubicBezTo>
                  <a:lnTo>
                    <a:pt x="131123" y="875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3" name="Freeform: Shape 22">
              <a:extLst>
                <a:ext uri="{FF2B5EF4-FFF2-40B4-BE49-F238E27FC236}">
                  <a16:creationId xmlns:a16="http://schemas.microsoft.com/office/drawing/2014/main" id="{89E6E12B-B94F-D12F-E8E2-5E68A58BDEAD}"/>
                </a:ext>
              </a:extLst>
            </p:cNvPr>
            <p:cNvSpPr/>
            <p:nvPr>
              <p:custDataLst>
                <p:tags r:id="rId59"/>
              </p:custDataLst>
            </p:nvPr>
          </p:nvSpPr>
          <p:spPr>
            <a:xfrm>
              <a:off x="8596994" y="5658858"/>
              <a:ext cx="123927" cy="195654"/>
            </a:xfrm>
            <a:custGeom>
              <a:avLst/>
              <a:gdLst>
                <a:gd name="connsiteX0" fmla="*/ 124114 w 123927"/>
                <a:gd name="connsiteY0" fmla="*/ 29846 h 195654"/>
                <a:gd name="connsiteX1" fmla="*/ 93196 w 123927"/>
                <a:gd name="connsiteY1" fmla="*/ 63 h 195654"/>
                <a:gd name="connsiteX2" fmla="*/ 65689 w 123927"/>
                <a:gd name="connsiteY2" fmla="*/ 9193 h 195654"/>
                <a:gd name="connsiteX3" fmla="*/ 36362 w 123927"/>
                <a:gd name="connsiteY3" fmla="*/ 55498 h 195654"/>
                <a:gd name="connsiteX4" fmla="*/ 216 w 123927"/>
                <a:gd name="connsiteY4" fmla="*/ 193543 h 195654"/>
                <a:gd name="connsiteX5" fmla="*/ 2944 w 123927"/>
                <a:gd name="connsiteY5" fmla="*/ 195717 h 195654"/>
                <a:gd name="connsiteX6" fmla="*/ 5672 w 123927"/>
                <a:gd name="connsiteY6" fmla="*/ 194630 h 195654"/>
                <a:gd name="connsiteX7" fmla="*/ 21585 w 123927"/>
                <a:gd name="connsiteY7" fmla="*/ 134630 h 195654"/>
                <a:gd name="connsiteX8" fmla="*/ 52503 w 123927"/>
                <a:gd name="connsiteY8" fmla="*/ 155717 h 195654"/>
                <a:gd name="connsiteX9" fmla="*/ 96379 w 123927"/>
                <a:gd name="connsiteY9" fmla="*/ 138543 h 195654"/>
                <a:gd name="connsiteX10" fmla="*/ 114566 w 123927"/>
                <a:gd name="connsiteY10" fmla="*/ 98542 h 195654"/>
                <a:gd name="connsiteX11" fmla="*/ 97970 w 123927"/>
                <a:gd name="connsiteY11" fmla="*/ 66151 h 195654"/>
                <a:gd name="connsiteX12" fmla="*/ 124114 w 123927"/>
                <a:gd name="connsiteY12" fmla="*/ 29846 h 195654"/>
                <a:gd name="connsiteX13" fmla="*/ 83193 w 123927"/>
                <a:gd name="connsiteY13" fmla="*/ 65933 h 195654"/>
                <a:gd name="connsiteX14" fmla="*/ 72281 w 123927"/>
                <a:gd name="connsiteY14" fmla="*/ 67455 h 195654"/>
                <a:gd name="connsiteX15" fmla="*/ 62279 w 123927"/>
                <a:gd name="connsiteY15" fmla="*/ 66585 h 195654"/>
                <a:gd name="connsiteX16" fmla="*/ 73418 w 123927"/>
                <a:gd name="connsiteY16" fmla="*/ 64846 h 195654"/>
                <a:gd name="connsiteX17" fmla="*/ 83193 w 123927"/>
                <a:gd name="connsiteY17" fmla="*/ 65933 h 195654"/>
                <a:gd name="connsiteX18" fmla="*/ 111383 w 123927"/>
                <a:gd name="connsiteY18" fmla="*/ 24846 h 195654"/>
                <a:gd name="connsiteX19" fmla="*/ 90923 w 123927"/>
                <a:gd name="connsiteY19" fmla="*/ 62455 h 195654"/>
                <a:gd name="connsiteX20" fmla="*/ 73418 w 123927"/>
                <a:gd name="connsiteY20" fmla="*/ 59846 h 195654"/>
                <a:gd name="connsiteX21" fmla="*/ 55913 w 123927"/>
                <a:gd name="connsiteY21" fmla="*/ 66803 h 195654"/>
                <a:gd name="connsiteX22" fmla="*/ 71599 w 123927"/>
                <a:gd name="connsiteY22" fmla="*/ 72238 h 195654"/>
                <a:gd name="connsiteX23" fmla="*/ 90241 w 123927"/>
                <a:gd name="connsiteY23" fmla="*/ 69411 h 195654"/>
                <a:gd name="connsiteX24" fmla="*/ 100244 w 123927"/>
                <a:gd name="connsiteY24" fmla="*/ 93977 h 195654"/>
                <a:gd name="connsiteX25" fmla="*/ 88877 w 123927"/>
                <a:gd name="connsiteY25" fmla="*/ 131369 h 195654"/>
                <a:gd name="connsiteX26" fmla="*/ 51821 w 123927"/>
                <a:gd name="connsiteY26" fmla="*/ 150934 h 195654"/>
                <a:gd name="connsiteX27" fmla="*/ 25905 w 123927"/>
                <a:gd name="connsiteY27" fmla="*/ 122890 h 195654"/>
                <a:gd name="connsiteX28" fmla="*/ 27041 w 123927"/>
                <a:gd name="connsiteY28" fmla="*/ 113325 h 195654"/>
                <a:gd name="connsiteX29" fmla="*/ 41591 w 123927"/>
                <a:gd name="connsiteY29" fmla="*/ 58324 h 195654"/>
                <a:gd name="connsiteX30" fmla="*/ 90241 w 123927"/>
                <a:gd name="connsiteY30" fmla="*/ 5063 h 195654"/>
                <a:gd name="connsiteX31" fmla="*/ 111383 w 123927"/>
                <a:gd name="connsiteY31" fmla="*/ 24846 h 195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927" h="195654">
                  <a:moveTo>
                    <a:pt x="124114" y="29846"/>
                  </a:moveTo>
                  <a:cubicBezTo>
                    <a:pt x="124114" y="13541"/>
                    <a:pt x="111611" y="63"/>
                    <a:pt x="93196" y="63"/>
                  </a:cubicBezTo>
                  <a:cubicBezTo>
                    <a:pt x="80011" y="63"/>
                    <a:pt x="73645" y="3541"/>
                    <a:pt x="65689" y="9193"/>
                  </a:cubicBezTo>
                  <a:cubicBezTo>
                    <a:pt x="53185" y="17889"/>
                    <a:pt x="40682" y="38976"/>
                    <a:pt x="36362" y="55498"/>
                  </a:cubicBezTo>
                  <a:lnTo>
                    <a:pt x="216" y="193543"/>
                  </a:lnTo>
                  <a:cubicBezTo>
                    <a:pt x="-12" y="194413"/>
                    <a:pt x="1125" y="195717"/>
                    <a:pt x="2944" y="195717"/>
                  </a:cubicBezTo>
                  <a:cubicBezTo>
                    <a:pt x="4763" y="195717"/>
                    <a:pt x="5445" y="195282"/>
                    <a:pt x="5672" y="194630"/>
                  </a:cubicBezTo>
                  <a:lnTo>
                    <a:pt x="21585" y="134630"/>
                  </a:lnTo>
                  <a:cubicBezTo>
                    <a:pt x="25905" y="147673"/>
                    <a:pt x="35908" y="155717"/>
                    <a:pt x="52503" y="155717"/>
                  </a:cubicBezTo>
                  <a:cubicBezTo>
                    <a:pt x="69099" y="155717"/>
                    <a:pt x="86149" y="148108"/>
                    <a:pt x="96379" y="138543"/>
                  </a:cubicBezTo>
                  <a:cubicBezTo>
                    <a:pt x="107291" y="128543"/>
                    <a:pt x="114566" y="114629"/>
                    <a:pt x="114566" y="98542"/>
                  </a:cubicBezTo>
                  <a:cubicBezTo>
                    <a:pt x="114566" y="82890"/>
                    <a:pt x="106154" y="71585"/>
                    <a:pt x="97970" y="66151"/>
                  </a:cubicBezTo>
                  <a:cubicBezTo>
                    <a:pt x="111156" y="58977"/>
                    <a:pt x="124114" y="45498"/>
                    <a:pt x="124114" y="29846"/>
                  </a:cubicBezTo>
                  <a:close/>
                  <a:moveTo>
                    <a:pt x="83193" y="65933"/>
                  </a:moveTo>
                  <a:cubicBezTo>
                    <a:pt x="80238" y="67020"/>
                    <a:pt x="77737" y="67455"/>
                    <a:pt x="72281" y="67455"/>
                  </a:cubicBezTo>
                  <a:cubicBezTo>
                    <a:pt x="69099" y="67455"/>
                    <a:pt x="64552" y="67672"/>
                    <a:pt x="62279" y="66585"/>
                  </a:cubicBezTo>
                  <a:cubicBezTo>
                    <a:pt x="62733" y="64411"/>
                    <a:pt x="70917" y="64846"/>
                    <a:pt x="73418" y="64846"/>
                  </a:cubicBezTo>
                  <a:cubicBezTo>
                    <a:pt x="78192" y="64846"/>
                    <a:pt x="80238" y="64846"/>
                    <a:pt x="83193" y="65933"/>
                  </a:cubicBezTo>
                  <a:close/>
                  <a:moveTo>
                    <a:pt x="111383" y="24846"/>
                  </a:moveTo>
                  <a:cubicBezTo>
                    <a:pt x="111383" y="40063"/>
                    <a:pt x="102744" y="55716"/>
                    <a:pt x="90923" y="62455"/>
                  </a:cubicBezTo>
                  <a:cubicBezTo>
                    <a:pt x="84785" y="60281"/>
                    <a:pt x="80238" y="59846"/>
                    <a:pt x="73418" y="59846"/>
                  </a:cubicBezTo>
                  <a:cubicBezTo>
                    <a:pt x="68644" y="59846"/>
                    <a:pt x="55913" y="59629"/>
                    <a:pt x="55913" y="66803"/>
                  </a:cubicBezTo>
                  <a:cubicBezTo>
                    <a:pt x="55686" y="72890"/>
                    <a:pt x="67507" y="72238"/>
                    <a:pt x="71599" y="72238"/>
                  </a:cubicBezTo>
                  <a:cubicBezTo>
                    <a:pt x="80011" y="72238"/>
                    <a:pt x="83421" y="72020"/>
                    <a:pt x="90241" y="69411"/>
                  </a:cubicBezTo>
                  <a:cubicBezTo>
                    <a:pt x="98880" y="77238"/>
                    <a:pt x="100016" y="83977"/>
                    <a:pt x="100244" y="93977"/>
                  </a:cubicBezTo>
                  <a:cubicBezTo>
                    <a:pt x="100698" y="106586"/>
                    <a:pt x="95242" y="122890"/>
                    <a:pt x="88877" y="131369"/>
                  </a:cubicBezTo>
                  <a:cubicBezTo>
                    <a:pt x="80011" y="143108"/>
                    <a:pt x="64779" y="150934"/>
                    <a:pt x="51821" y="150934"/>
                  </a:cubicBezTo>
                  <a:cubicBezTo>
                    <a:pt x="34544" y="150934"/>
                    <a:pt x="25905" y="138325"/>
                    <a:pt x="25905" y="122890"/>
                  </a:cubicBezTo>
                  <a:cubicBezTo>
                    <a:pt x="25905" y="120716"/>
                    <a:pt x="25905" y="117455"/>
                    <a:pt x="27041" y="113325"/>
                  </a:cubicBezTo>
                  <a:lnTo>
                    <a:pt x="41591" y="58324"/>
                  </a:lnTo>
                  <a:cubicBezTo>
                    <a:pt x="46592" y="39628"/>
                    <a:pt x="62961" y="5063"/>
                    <a:pt x="90241" y="5063"/>
                  </a:cubicBezTo>
                  <a:cubicBezTo>
                    <a:pt x="103426" y="5063"/>
                    <a:pt x="111383" y="11802"/>
                    <a:pt x="111383" y="2484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4" name="Freeform: Shape 23">
              <a:extLst>
                <a:ext uri="{FF2B5EF4-FFF2-40B4-BE49-F238E27FC236}">
                  <a16:creationId xmlns:a16="http://schemas.microsoft.com/office/drawing/2014/main" id="{EFC7E22F-1E9A-A4AF-4CB1-36428CFFDF60}"/>
                </a:ext>
              </a:extLst>
            </p:cNvPr>
            <p:cNvSpPr/>
            <p:nvPr>
              <p:custDataLst>
                <p:tags r:id="rId60"/>
              </p:custDataLst>
            </p:nvPr>
          </p:nvSpPr>
          <p:spPr>
            <a:xfrm>
              <a:off x="8736136" y="5743902"/>
              <a:ext cx="57925" cy="101044"/>
            </a:xfrm>
            <a:custGeom>
              <a:avLst/>
              <a:gdLst>
                <a:gd name="connsiteX0" fmla="*/ 36157 w 57925"/>
                <a:gd name="connsiteY0" fmla="*/ 4325 h 101044"/>
                <a:gd name="connsiteX1" fmla="*/ 31383 w 57925"/>
                <a:gd name="connsiteY1" fmla="*/ 64 h 101044"/>
                <a:gd name="connsiteX2" fmla="*/ 193 w 57925"/>
                <a:gd name="connsiteY2" fmla="*/ 9803 h 101044"/>
                <a:gd name="connsiteX3" fmla="*/ 193 w 57925"/>
                <a:gd name="connsiteY3" fmla="*/ 15282 h 101044"/>
                <a:gd name="connsiteX4" fmla="*/ 23267 w 57925"/>
                <a:gd name="connsiteY4" fmla="*/ 11021 h 101044"/>
                <a:gd name="connsiteX5" fmla="*/ 23267 w 57925"/>
                <a:gd name="connsiteY5" fmla="*/ 88631 h 101044"/>
                <a:gd name="connsiteX6" fmla="*/ 7354 w 57925"/>
                <a:gd name="connsiteY6" fmla="*/ 95631 h 101044"/>
                <a:gd name="connsiteX7" fmla="*/ 1307 w 57925"/>
                <a:gd name="connsiteY7" fmla="*/ 95631 h 101044"/>
                <a:gd name="connsiteX8" fmla="*/ 1307 w 57925"/>
                <a:gd name="connsiteY8" fmla="*/ 101109 h 101044"/>
                <a:gd name="connsiteX9" fmla="*/ 29633 w 57925"/>
                <a:gd name="connsiteY9" fmla="*/ 100500 h 101044"/>
                <a:gd name="connsiteX10" fmla="*/ 58118 w 57925"/>
                <a:gd name="connsiteY10" fmla="*/ 101109 h 101044"/>
                <a:gd name="connsiteX11" fmla="*/ 58118 w 57925"/>
                <a:gd name="connsiteY11" fmla="*/ 95631 h 101044"/>
                <a:gd name="connsiteX12" fmla="*/ 52071 w 57925"/>
                <a:gd name="connsiteY12" fmla="*/ 95631 h 101044"/>
                <a:gd name="connsiteX13" fmla="*/ 36157 w 57925"/>
                <a:gd name="connsiteY13" fmla="*/ 88631 h 101044"/>
                <a:gd name="connsiteX14" fmla="*/ 36157 w 57925"/>
                <a:gd name="connsiteY14" fmla="*/ 4325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925" h="101044">
                  <a:moveTo>
                    <a:pt x="36157" y="4325"/>
                  </a:moveTo>
                  <a:cubicBezTo>
                    <a:pt x="36157" y="216"/>
                    <a:pt x="35839" y="64"/>
                    <a:pt x="31383" y="64"/>
                  </a:cubicBezTo>
                  <a:cubicBezTo>
                    <a:pt x="21198" y="9651"/>
                    <a:pt x="6717" y="9803"/>
                    <a:pt x="193" y="9803"/>
                  </a:cubicBezTo>
                  <a:lnTo>
                    <a:pt x="193" y="15282"/>
                  </a:lnTo>
                  <a:cubicBezTo>
                    <a:pt x="4012" y="15282"/>
                    <a:pt x="14515" y="15282"/>
                    <a:pt x="23267" y="11021"/>
                  </a:cubicBezTo>
                  <a:lnTo>
                    <a:pt x="23267" y="88631"/>
                  </a:lnTo>
                  <a:cubicBezTo>
                    <a:pt x="23267" y="93652"/>
                    <a:pt x="23267" y="95631"/>
                    <a:pt x="7354" y="95631"/>
                  </a:cubicBezTo>
                  <a:lnTo>
                    <a:pt x="1307" y="95631"/>
                  </a:lnTo>
                  <a:lnTo>
                    <a:pt x="1307" y="101109"/>
                  </a:lnTo>
                  <a:cubicBezTo>
                    <a:pt x="4171" y="100957"/>
                    <a:pt x="23745" y="100500"/>
                    <a:pt x="29633" y="100500"/>
                  </a:cubicBezTo>
                  <a:cubicBezTo>
                    <a:pt x="34566" y="100500"/>
                    <a:pt x="54617" y="100957"/>
                    <a:pt x="58118" y="101109"/>
                  </a:cubicBezTo>
                  <a:lnTo>
                    <a:pt x="58118" y="95631"/>
                  </a:lnTo>
                  <a:lnTo>
                    <a:pt x="52071" y="95631"/>
                  </a:lnTo>
                  <a:cubicBezTo>
                    <a:pt x="36157" y="95631"/>
                    <a:pt x="36157" y="93652"/>
                    <a:pt x="36157" y="88631"/>
                  </a:cubicBezTo>
                  <a:lnTo>
                    <a:pt x="36157" y="432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64" name="Freeform: Shape 63">
              <a:extLst>
                <a:ext uri="{FF2B5EF4-FFF2-40B4-BE49-F238E27FC236}">
                  <a16:creationId xmlns:a16="http://schemas.microsoft.com/office/drawing/2014/main" id="{C2BE7867-383D-1FF0-F04E-9FC251010D7F}"/>
                </a:ext>
              </a:extLst>
            </p:cNvPr>
            <p:cNvSpPr/>
            <p:nvPr>
              <p:custDataLst>
                <p:tags r:id="rId61"/>
              </p:custDataLst>
            </p:nvPr>
          </p:nvSpPr>
          <p:spPr>
            <a:xfrm>
              <a:off x="8826914" y="5663858"/>
              <a:ext cx="187324" cy="148480"/>
            </a:xfrm>
            <a:custGeom>
              <a:avLst/>
              <a:gdLst>
                <a:gd name="connsiteX0" fmla="*/ 104317 w 187324"/>
                <a:gd name="connsiteY0" fmla="*/ 59194 h 148480"/>
                <a:gd name="connsiteX1" fmla="*/ 85221 w 187324"/>
                <a:gd name="connsiteY1" fmla="*/ 15933 h 148480"/>
                <a:gd name="connsiteX2" fmla="*/ 84084 w 187324"/>
                <a:gd name="connsiteY2" fmla="*/ 13106 h 148480"/>
                <a:gd name="connsiteX3" fmla="*/ 97497 w 187324"/>
                <a:gd name="connsiteY3" fmla="*/ 6802 h 148480"/>
                <a:gd name="connsiteX4" fmla="*/ 102044 w 187324"/>
                <a:gd name="connsiteY4" fmla="*/ 2671 h 148480"/>
                <a:gd name="connsiteX5" fmla="*/ 98634 w 187324"/>
                <a:gd name="connsiteY5" fmla="*/ 63 h 148480"/>
                <a:gd name="connsiteX6" fmla="*/ 69989 w 187324"/>
                <a:gd name="connsiteY6" fmla="*/ 715 h 148480"/>
                <a:gd name="connsiteX7" fmla="*/ 44528 w 187324"/>
                <a:gd name="connsiteY7" fmla="*/ 63 h 148480"/>
                <a:gd name="connsiteX8" fmla="*/ 40436 w 187324"/>
                <a:gd name="connsiteY8" fmla="*/ 4411 h 148480"/>
                <a:gd name="connsiteX9" fmla="*/ 45664 w 187324"/>
                <a:gd name="connsiteY9" fmla="*/ 6802 h 148480"/>
                <a:gd name="connsiteX10" fmla="*/ 62715 w 187324"/>
                <a:gd name="connsiteY10" fmla="*/ 13759 h 148480"/>
                <a:gd name="connsiteX11" fmla="*/ 89540 w 187324"/>
                <a:gd name="connsiteY11" fmla="*/ 74411 h 148480"/>
                <a:gd name="connsiteX12" fmla="*/ 41572 w 187324"/>
                <a:gd name="connsiteY12" fmla="*/ 123760 h 148480"/>
                <a:gd name="connsiteX13" fmla="*/ 38617 w 187324"/>
                <a:gd name="connsiteY13" fmla="*/ 126151 h 148480"/>
                <a:gd name="connsiteX14" fmla="*/ 5198 w 187324"/>
                <a:gd name="connsiteY14" fmla="*/ 141804 h 148480"/>
                <a:gd name="connsiteX15" fmla="*/ 197 w 187324"/>
                <a:gd name="connsiteY15" fmla="*/ 146151 h 148480"/>
                <a:gd name="connsiteX16" fmla="*/ 3152 w 187324"/>
                <a:gd name="connsiteY16" fmla="*/ 148543 h 148480"/>
                <a:gd name="connsiteX17" fmla="*/ 24522 w 187324"/>
                <a:gd name="connsiteY17" fmla="*/ 147891 h 148480"/>
                <a:gd name="connsiteX18" fmla="*/ 49984 w 187324"/>
                <a:gd name="connsiteY18" fmla="*/ 148543 h 148480"/>
                <a:gd name="connsiteX19" fmla="*/ 54076 w 187324"/>
                <a:gd name="connsiteY19" fmla="*/ 144195 h 148480"/>
                <a:gd name="connsiteX20" fmla="*/ 51348 w 187324"/>
                <a:gd name="connsiteY20" fmla="*/ 141804 h 148480"/>
                <a:gd name="connsiteX21" fmla="*/ 42254 w 187324"/>
                <a:gd name="connsiteY21" fmla="*/ 135064 h 148480"/>
                <a:gd name="connsiteX22" fmla="*/ 48392 w 187324"/>
                <a:gd name="connsiteY22" fmla="*/ 125282 h 148480"/>
                <a:gd name="connsiteX23" fmla="*/ 71581 w 187324"/>
                <a:gd name="connsiteY23" fmla="*/ 101803 h 148480"/>
                <a:gd name="connsiteX24" fmla="*/ 92041 w 187324"/>
                <a:gd name="connsiteY24" fmla="*/ 80499 h 148480"/>
                <a:gd name="connsiteX25" fmla="*/ 115002 w 187324"/>
                <a:gd name="connsiteY25" fmla="*/ 132456 h 148480"/>
                <a:gd name="connsiteX26" fmla="*/ 116139 w 187324"/>
                <a:gd name="connsiteY26" fmla="*/ 135499 h 148480"/>
                <a:gd name="connsiteX27" fmla="*/ 102953 w 187324"/>
                <a:gd name="connsiteY27" fmla="*/ 141804 h 148480"/>
                <a:gd name="connsiteX28" fmla="*/ 98406 w 187324"/>
                <a:gd name="connsiteY28" fmla="*/ 145934 h 148480"/>
                <a:gd name="connsiteX29" fmla="*/ 101816 w 187324"/>
                <a:gd name="connsiteY29" fmla="*/ 148543 h 148480"/>
                <a:gd name="connsiteX30" fmla="*/ 130461 w 187324"/>
                <a:gd name="connsiteY30" fmla="*/ 147891 h 148480"/>
                <a:gd name="connsiteX31" fmla="*/ 155695 w 187324"/>
                <a:gd name="connsiteY31" fmla="*/ 148543 h 148480"/>
                <a:gd name="connsiteX32" fmla="*/ 160014 w 187324"/>
                <a:gd name="connsiteY32" fmla="*/ 144412 h 148480"/>
                <a:gd name="connsiteX33" fmla="*/ 155922 w 187324"/>
                <a:gd name="connsiteY33" fmla="*/ 141804 h 148480"/>
                <a:gd name="connsiteX34" fmla="*/ 136371 w 187324"/>
                <a:gd name="connsiteY34" fmla="*/ 132238 h 148480"/>
                <a:gd name="connsiteX35" fmla="*/ 107045 w 187324"/>
                <a:gd name="connsiteY35" fmla="*/ 65064 h 148480"/>
                <a:gd name="connsiteX36" fmla="*/ 153649 w 187324"/>
                <a:gd name="connsiteY36" fmla="*/ 17889 h 148480"/>
                <a:gd name="connsiteX37" fmla="*/ 182521 w 187324"/>
                <a:gd name="connsiteY37" fmla="*/ 6802 h 148480"/>
                <a:gd name="connsiteX38" fmla="*/ 187522 w 187324"/>
                <a:gd name="connsiteY38" fmla="*/ 2454 h 148480"/>
                <a:gd name="connsiteX39" fmla="*/ 184567 w 187324"/>
                <a:gd name="connsiteY39" fmla="*/ 63 h 148480"/>
                <a:gd name="connsiteX40" fmla="*/ 163197 w 187324"/>
                <a:gd name="connsiteY40" fmla="*/ 715 h 148480"/>
                <a:gd name="connsiteX41" fmla="*/ 137963 w 187324"/>
                <a:gd name="connsiteY41" fmla="*/ 63 h 148480"/>
                <a:gd name="connsiteX42" fmla="*/ 133643 w 187324"/>
                <a:gd name="connsiteY42" fmla="*/ 4411 h 148480"/>
                <a:gd name="connsiteX43" fmla="*/ 136371 w 187324"/>
                <a:gd name="connsiteY43" fmla="*/ 6802 h 148480"/>
                <a:gd name="connsiteX44" fmla="*/ 145465 w 187324"/>
                <a:gd name="connsiteY44" fmla="*/ 13541 h 148480"/>
                <a:gd name="connsiteX45" fmla="*/ 141145 w 187324"/>
                <a:gd name="connsiteY45" fmla="*/ 21367 h 148480"/>
                <a:gd name="connsiteX46" fmla="*/ 104317 w 187324"/>
                <a:gd name="connsiteY46" fmla="*/ 59194 h 1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324" h="148480">
                  <a:moveTo>
                    <a:pt x="104317" y="59194"/>
                  </a:moveTo>
                  <a:lnTo>
                    <a:pt x="85221" y="15933"/>
                  </a:lnTo>
                  <a:cubicBezTo>
                    <a:pt x="84539" y="14193"/>
                    <a:pt x="84084" y="13324"/>
                    <a:pt x="84084" y="13106"/>
                  </a:cubicBezTo>
                  <a:cubicBezTo>
                    <a:pt x="84084" y="11802"/>
                    <a:pt x="87949" y="7672"/>
                    <a:pt x="97497" y="6802"/>
                  </a:cubicBezTo>
                  <a:cubicBezTo>
                    <a:pt x="99770" y="6585"/>
                    <a:pt x="102044" y="6367"/>
                    <a:pt x="102044" y="2671"/>
                  </a:cubicBezTo>
                  <a:cubicBezTo>
                    <a:pt x="102044" y="63"/>
                    <a:pt x="99316" y="63"/>
                    <a:pt x="98634" y="63"/>
                  </a:cubicBezTo>
                  <a:cubicBezTo>
                    <a:pt x="89313" y="63"/>
                    <a:pt x="79537" y="715"/>
                    <a:pt x="69989" y="715"/>
                  </a:cubicBezTo>
                  <a:cubicBezTo>
                    <a:pt x="64306" y="715"/>
                    <a:pt x="50211" y="63"/>
                    <a:pt x="44528" y="63"/>
                  </a:cubicBezTo>
                  <a:cubicBezTo>
                    <a:pt x="43164" y="63"/>
                    <a:pt x="40436" y="63"/>
                    <a:pt x="40436" y="4411"/>
                  </a:cubicBezTo>
                  <a:cubicBezTo>
                    <a:pt x="40436" y="6802"/>
                    <a:pt x="42709" y="6802"/>
                    <a:pt x="45664" y="6802"/>
                  </a:cubicBezTo>
                  <a:cubicBezTo>
                    <a:pt x="59304" y="6802"/>
                    <a:pt x="60669" y="8976"/>
                    <a:pt x="62715" y="13759"/>
                  </a:cubicBezTo>
                  <a:lnTo>
                    <a:pt x="89540" y="74411"/>
                  </a:lnTo>
                  <a:lnTo>
                    <a:pt x="41572" y="123760"/>
                  </a:lnTo>
                  <a:lnTo>
                    <a:pt x="38617" y="126151"/>
                  </a:lnTo>
                  <a:cubicBezTo>
                    <a:pt x="27477" y="137673"/>
                    <a:pt x="16793" y="141151"/>
                    <a:pt x="5198" y="141804"/>
                  </a:cubicBezTo>
                  <a:cubicBezTo>
                    <a:pt x="2243" y="142021"/>
                    <a:pt x="197" y="142021"/>
                    <a:pt x="197" y="146151"/>
                  </a:cubicBezTo>
                  <a:cubicBezTo>
                    <a:pt x="197" y="146369"/>
                    <a:pt x="197" y="148543"/>
                    <a:pt x="3152" y="148543"/>
                  </a:cubicBezTo>
                  <a:cubicBezTo>
                    <a:pt x="9973" y="148543"/>
                    <a:pt x="17475" y="147891"/>
                    <a:pt x="24522" y="147891"/>
                  </a:cubicBezTo>
                  <a:cubicBezTo>
                    <a:pt x="32933" y="147891"/>
                    <a:pt x="41800" y="148543"/>
                    <a:pt x="49984" y="148543"/>
                  </a:cubicBezTo>
                  <a:cubicBezTo>
                    <a:pt x="51348" y="148543"/>
                    <a:pt x="54076" y="148543"/>
                    <a:pt x="54076" y="144195"/>
                  </a:cubicBezTo>
                  <a:cubicBezTo>
                    <a:pt x="54076" y="142021"/>
                    <a:pt x="51802" y="141804"/>
                    <a:pt x="51348" y="141804"/>
                  </a:cubicBezTo>
                  <a:cubicBezTo>
                    <a:pt x="49302" y="141586"/>
                    <a:pt x="42254" y="141151"/>
                    <a:pt x="42254" y="135064"/>
                  </a:cubicBezTo>
                  <a:cubicBezTo>
                    <a:pt x="42254" y="131586"/>
                    <a:pt x="45664" y="128108"/>
                    <a:pt x="48392" y="125282"/>
                  </a:cubicBezTo>
                  <a:lnTo>
                    <a:pt x="71581" y="101803"/>
                  </a:lnTo>
                  <a:lnTo>
                    <a:pt x="92041" y="80499"/>
                  </a:lnTo>
                  <a:lnTo>
                    <a:pt x="115002" y="132456"/>
                  </a:lnTo>
                  <a:cubicBezTo>
                    <a:pt x="115911" y="134847"/>
                    <a:pt x="116139" y="135064"/>
                    <a:pt x="116139" y="135499"/>
                  </a:cubicBezTo>
                  <a:cubicBezTo>
                    <a:pt x="116139" y="137238"/>
                    <a:pt x="111819" y="140934"/>
                    <a:pt x="102953" y="141804"/>
                  </a:cubicBezTo>
                  <a:cubicBezTo>
                    <a:pt x="100452" y="142021"/>
                    <a:pt x="98406" y="142238"/>
                    <a:pt x="98406" y="145934"/>
                  </a:cubicBezTo>
                  <a:cubicBezTo>
                    <a:pt x="98406" y="148543"/>
                    <a:pt x="100907" y="148543"/>
                    <a:pt x="101816" y="148543"/>
                  </a:cubicBezTo>
                  <a:cubicBezTo>
                    <a:pt x="108182" y="148543"/>
                    <a:pt x="124095" y="147891"/>
                    <a:pt x="130461" y="147891"/>
                  </a:cubicBezTo>
                  <a:cubicBezTo>
                    <a:pt x="136144" y="147891"/>
                    <a:pt x="150012" y="148543"/>
                    <a:pt x="155695" y="148543"/>
                  </a:cubicBezTo>
                  <a:cubicBezTo>
                    <a:pt x="157286" y="148543"/>
                    <a:pt x="160014" y="148543"/>
                    <a:pt x="160014" y="144412"/>
                  </a:cubicBezTo>
                  <a:cubicBezTo>
                    <a:pt x="160014" y="141804"/>
                    <a:pt x="157741" y="141804"/>
                    <a:pt x="155922" y="141804"/>
                  </a:cubicBezTo>
                  <a:cubicBezTo>
                    <a:pt x="140691" y="141586"/>
                    <a:pt x="140236" y="140934"/>
                    <a:pt x="136371" y="132238"/>
                  </a:cubicBezTo>
                  <a:cubicBezTo>
                    <a:pt x="127505" y="112021"/>
                    <a:pt x="112274" y="78107"/>
                    <a:pt x="107045" y="65064"/>
                  </a:cubicBezTo>
                  <a:cubicBezTo>
                    <a:pt x="122504" y="49846"/>
                    <a:pt x="146374" y="23976"/>
                    <a:pt x="153649" y="17889"/>
                  </a:cubicBezTo>
                  <a:cubicBezTo>
                    <a:pt x="160242" y="12672"/>
                    <a:pt x="168880" y="7454"/>
                    <a:pt x="182521" y="6802"/>
                  </a:cubicBezTo>
                  <a:cubicBezTo>
                    <a:pt x="185476" y="6585"/>
                    <a:pt x="187522" y="6585"/>
                    <a:pt x="187522" y="2454"/>
                  </a:cubicBezTo>
                  <a:cubicBezTo>
                    <a:pt x="187522" y="2237"/>
                    <a:pt x="187522" y="63"/>
                    <a:pt x="184567" y="63"/>
                  </a:cubicBezTo>
                  <a:cubicBezTo>
                    <a:pt x="177747" y="63"/>
                    <a:pt x="170245" y="715"/>
                    <a:pt x="163197" y="715"/>
                  </a:cubicBezTo>
                  <a:cubicBezTo>
                    <a:pt x="154786" y="715"/>
                    <a:pt x="146147" y="63"/>
                    <a:pt x="137963" y="63"/>
                  </a:cubicBezTo>
                  <a:cubicBezTo>
                    <a:pt x="136599" y="63"/>
                    <a:pt x="133643" y="63"/>
                    <a:pt x="133643" y="4411"/>
                  </a:cubicBezTo>
                  <a:cubicBezTo>
                    <a:pt x="133643" y="5932"/>
                    <a:pt x="134780" y="6585"/>
                    <a:pt x="136371" y="6802"/>
                  </a:cubicBezTo>
                  <a:cubicBezTo>
                    <a:pt x="138417" y="7019"/>
                    <a:pt x="145465" y="7454"/>
                    <a:pt x="145465" y="13541"/>
                  </a:cubicBezTo>
                  <a:cubicBezTo>
                    <a:pt x="145465" y="16585"/>
                    <a:pt x="142964" y="19411"/>
                    <a:pt x="141145" y="21367"/>
                  </a:cubicBezTo>
                  <a:lnTo>
                    <a:pt x="104317" y="5919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42" name="Freeform: Shape 141">
              <a:extLst>
                <a:ext uri="{FF2B5EF4-FFF2-40B4-BE49-F238E27FC236}">
                  <a16:creationId xmlns:a16="http://schemas.microsoft.com/office/drawing/2014/main" id="{FA50E93B-1916-B048-7A8D-0271B1FB0104}"/>
                </a:ext>
              </a:extLst>
            </p:cNvPr>
            <p:cNvSpPr/>
            <p:nvPr>
              <p:custDataLst>
                <p:tags r:id="rId62"/>
              </p:custDataLst>
            </p:nvPr>
          </p:nvSpPr>
          <p:spPr>
            <a:xfrm>
              <a:off x="9016598" y="5744054"/>
              <a:ext cx="48217" cy="102414"/>
            </a:xfrm>
            <a:custGeom>
              <a:avLst/>
              <a:gdLst>
                <a:gd name="connsiteX0" fmla="*/ 44286 w 48217"/>
                <a:gd name="connsiteY0" fmla="*/ 5847 h 102414"/>
                <a:gd name="connsiteX1" fmla="*/ 37920 w 48217"/>
                <a:gd name="connsiteY1" fmla="*/ 64 h 102414"/>
                <a:gd name="connsiteX2" fmla="*/ 29009 w 48217"/>
                <a:gd name="connsiteY2" fmla="*/ 8434 h 102414"/>
                <a:gd name="connsiteX3" fmla="*/ 35374 w 48217"/>
                <a:gd name="connsiteY3" fmla="*/ 14217 h 102414"/>
                <a:gd name="connsiteX4" fmla="*/ 44286 w 48217"/>
                <a:gd name="connsiteY4" fmla="*/ 5847 h 102414"/>
                <a:gd name="connsiteX5" fmla="*/ 11822 w 48217"/>
                <a:gd name="connsiteY5" fmla="*/ 83152 h 102414"/>
                <a:gd name="connsiteX6" fmla="*/ 10390 w 48217"/>
                <a:gd name="connsiteY6" fmla="*/ 89544 h 102414"/>
                <a:gd name="connsiteX7" fmla="*/ 25508 w 48217"/>
                <a:gd name="connsiteY7" fmla="*/ 102478 h 102414"/>
                <a:gd name="connsiteX8" fmla="*/ 48423 w 48217"/>
                <a:gd name="connsiteY8" fmla="*/ 79196 h 102414"/>
                <a:gd name="connsiteX9" fmla="*/ 45877 w 48217"/>
                <a:gd name="connsiteY9" fmla="*/ 77217 h 102414"/>
                <a:gd name="connsiteX10" fmla="*/ 42854 w 48217"/>
                <a:gd name="connsiteY10" fmla="*/ 79804 h 102414"/>
                <a:gd name="connsiteX11" fmla="*/ 25985 w 48217"/>
                <a:gd name="connsiteY11" fmla="*/ 98218 h 102414"/>
                <a:gd name="connsiteX12" fmla="*/ 22007 w 48217"/>
                <a:gd name="connsiteY12" fmla="*/ 92891 h 102414"/>
                <a:gd name="connsiteX13" fmla="*/ 24553 w 48217"/>
                <a:gd name="connsiteY13" fmla="*/ 83152 h 102414"/>
                <a:gd name="connsiteX14" fmla="*/ 29645 w 48217"/>
                <a:gd name="connsiteY14" fmla="*/ 70978 h 102414"/>
                <a:gd name="connsiteX15" fmla="*/ 37443 w 48217"/>
                <a:gd name="connsiteY15" fmla="*/ 51652 h 102414"/>
                <a:gd name="connsiteX16" fmla="*/ 38398 w 48217"/>
                <a:gd name="connsiteY16" fmla="*/ 46782 h 102414"/>
                <a:gd name="connsiteX17" fmla="*/ 23280 w 48217"/>
                <a:gd name="connsiteY17" fmla="*/ 33847 h 102414"/>
                <a:gd name="connsiteX18" fmla="*/ 205 w 48217"/>
                <a:gd name="connsiteY18" fmla="*/ 57130 h 102414"/>
                <a:gd name="connsiteX19" fmla="*/ 2911 w 48217"/>
                <a:gd name="connsiteY19" fmla="*/ 59108 h 102414"/>
                <a:gd name="connsiteX20" fmla="*/ 5775 w 48217"/>
                <a:gd name="connsiteY20" fmla="*/ 56674 h 102414"/>
                <a:gd name="connsiteX21" fmla="*/ 22803 w 48217"/>
                <a:gd name="connsiteY21" fmla="*/ 38108 h 102414"/>
                <a:gd name="connsiteX22" fmla="*/ 26781 w 48217"/>
                <a:gd name="connsiteY22" fmla="*/ 43434 h 102414"/>
                <a:gd name="connsiteX23" fmla="*/ 21848 w 48217"/>
                <a:gd name="connsiteY23" fmla="*/ 58652 h 102414"/>
                <a:gd name="connsiteX24" fmla="*/ 11822 w 48217"/>
                <a:gd name="connsiteY24" fmla="*/ 83152 h 102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17" h="102414">
                  <a:moveTo>
                    <a:pt x="44286" y="5847"/>
                  </a:moveTo>
                  <a:cubicBezTo>
                    <a:pt x="44286" y="3412"/>
                    <a:pt x="42376" y="64"/>
                    <a:pt x="37920" y="64"/>
                  </a:cubicBezTo>
                  <a:cubicBezTo>
                    <a:pt x="33624" y="64"/>
                    <a:pt x="29009" y="4021"/>
                    <a:pt x="29009" y="8434"/>
                  </a:cubicBezTo>
                  <a:cubicBezTo>
                    <a:pt x="29009" y="11021"/>
                    <a:pt x="31078" y="14217"/>
                    <a:pt x="35374" y="14217"/>
                  </a:cubicBezTo>
                  <a:cubicBezTo>
                    <a:pt x="39989" y="14217"/>
                    <a:pt x="44286" y="9956"/>
                    <a:pt x="44286" y="5847"/>
                  </a:cubicBezTo>
                  <a:close/>
                  <a:moveTo>
                    <a:pt x="11822" y="83152"/>
                  </a:moveTo>
                  <a:cubicBezTo>
                    <a:pt x="11186" y="85130"/>
                    <a:pt x="10390" y="86957"/>
                    <a:pt x="10390" y="89544"/>
                  </a:cubicBezTo>
                  <a:cubicBezTo>
                    <a:pt x="10390" y="96696"/>
                    <a:pt x="16755" y="102478"/>
                    <a:pt x="25508" y="102478"/>
                  </a:cubicBezTo>
                  <a:cubicBezTo>
                    <a:pt x="41421" y="102478"/>
                    <a:pt x="48423" y="81478"/>
                    <a:pt x="48423" y="79196"/>
                  </a:cubicBezTo>
                  <a:cubicBezTo>
                    <a:pt x="48423" y="77217"/>
                    <a:pt x="46355" y="77217"/>
                    <a:pt x="45877" y="77217"/>
                  </a:cubicBezTo>
                  <a:cubicBezTo>
                    <a:pt x="43649" y="77217"/>
                    <a:pt x="43490" y="78130"/>
                    <a:pt x="42854" y="79804"/>
                  </a:cubicBezTo>
                  <a:cubicBezTo>
                    <a:pt x="39193" y="91978"/>
                    <a:pt x="32192" y="98218"/>
                    <a:pt x="25985" y="98218"/>
                  </a:cubicBezTo>
                  <a:cubicBezTo>
                    <a:pt x="22803" y="98218"/>
                    <a:pt x="22007" y="96239"/>
                    <a:pt x="22007" y="92891"/>
                  </a:cubicBezTo>
                  <a:cubicBezTo>
                    <a:pt x="22007" y="89391"/>
                    <a:pt x="23121" y="86500"/>
                    <a:pt x="24553" y="83152"/>
                  </a:cubicBezTo>
                  <a:cubicBezTo>
                    <a:pt x="26144" y="79043"/>
                    <a:pt x="27895" y="74935"/>
                    <a:pt x="29645" y="70978"/>
                  </a:cubicBezTo>
                  <a:cubicBezTo>
                    <a:pt x="31078" y="67326"/>
                    <a:pt x="36806" y="53478"/>
                    <a:pt x="37443" y="51652"/>
                  </a:cubicBezTo>
                  <a:cubicBezTo>
                    <a:pt x="37920" y="50130"/>
                    <a:pt x="38398" y="48304"/>
                    <a:pt x="38398" y="46782"/>
                  </a:cubicBezTo>
                  <a:cubicBezTo>
                    <a:pt x="38398" y="39630"/>
                    <a:pt x="32032" y="33847"/>
                    <a:pt x="23280" y="33847"/>
                  </a:cubicBezTo>
                  <a:cubicBezTo>
                    <a:pt x="7526" y="33847"/>
                    <a:pt x="205" y="54543"/>
                    <a:pt x="205" y="57130"/>
                  </a:cubicBezTo>
                  <a:cubicBezTo>
                    <a:pt x="205" y="59108"/>
                    <a:pt x="2433" y="59108"/>
                    <a:pt x="2911" y="59108"/>
                  </a:cubicBezTo>
                  <a:cubicBezTo>
                    <a:pt x="5139" y="59108"/>
                    <a:pt x="5298" y="58348"/>
                    <a:pt x="5775" y="56674"/>
                  </a:cubicBezTo>
                  <a:cubicBezTo>
                    <a:pt x="9913" y="43586"/>
                    <a:pt x="16915" y="38108"/>
                    <a:pt x="22803" y="38108"/>
                  </a:cubicBezTo>
                  <a:cubicBezTo>
                    <a:pt x="25349" y="38108"/>
                    <a:pt x="26781" y="39326"/>
                    <a:pt x="26781" y="43434"/>
                  </a:cubicBezTo>
                  <a:cubicBezTo>
                    <a:pt x="26781" y="46934"/>
                    <a:pt x="25826" y="49217"/>
                    <a:pt x="21848" y="58652"/>
                  </a:cubicBezTo>
                  <a:lnTo>
                    <a:pt x="11822" y="83152"/>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43" name="Freeform: Shape 142">
              <a:extLst>
                <a:ext uri="{FF2B5EF4-FFF2-40B4-BE49-F238E27FC236}">
                  <a16:creationId xmlns:a16="http://schemas.microsoft.com/office/drawing/2014/main" id="{696C18E1-1EF1-C659-B812-84A5B603F921}"/>
                </a:ext>
              </a:extLst>
            </p:cNvPr>
            <p:cNvSpPr/>
            <p:nvPr>
              <p:custDataLst>
                <p:tags r:id="rId63"/>
              </p:custDataLst>
            </p:nvPr>
          </p:nvSpPr>
          <p:spPr>
            <a:xfrm>
              <a:off x="9089806" y="5649292"/>
              <a:ext cx="31145" cy="217393"/>
            </a:xfrm>
            <a:custGeom>
              <a:avLst/>
              <a:gdLst>
                <a:gd name="connsiteX0" fmla="*/ 31354 w 31145"/>
                <a:gd name="connsiteY0" fmla="*/ 63 h 217393"/>
                <a:gd name="connsiteX1" fmla="*/ 209 w 31145"/>
                <a:gd name="connsiteY1" fmla="*/ 63 h 217393"/>
                <a:gd name="connsiteX2" fmla="*/ 209 w 31145"/>
                <a:gd name="connsiteY2" fmla="*/ 8759 h 217393"/>
                <a:gd name="connsiteX3" fmla="*/ 22260 w 31145"/>
                <a:gd name="connsiteY3" fmla="*/ 8759 h 217393"/>
                <a:gd name="connsiteX4" fmla="*/ 22260 w 31145"/>
                <a:gd name="connsiteY4" fmla="*/ 208761 h 217393"/>
                <a:gd name="connsiteX5" fmla="*/ 209 w 31145"/>
                <a:gd name="connsiteY5" fmla="*/ 208761 h 217393"/>
                <a:gd name="connsiteX6" fmla="*/ 209 w 31145"/>
                <a:gd name="connsiteY6" fmla="*/ 217457 h 217393"/>
                <a:gd name="connsiteX7" fmla="*/ 31354 w 31145"/>
                <a:gd name="connsiteY7" fmla="*/ 217457 h 217393"/>
                <a:gd name="connsiteX8" fmla="*/ 31354 w 31145"/>
                <a:gd name="connsiteY8" fmla="*/ 6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45" h="217393">
                  <a:moveTo>
                    <a:pt x="31354" y="63"/>
                  </a:moveTo>
                  <a:lnTo>
                    <a:pt x="209" y="63"/>
                  </a:lnTo>
                  <a:lnTo>
                    <a:pt x="209" y="8759"/>
                  </a:lnTo>
                  <a:lnTo>
                    <a:pt x="22260" y="8759"/>
                  </a:lnTo>
                  <a:lnTo>
                    <a:pt x="22260" y="208761"/>
                  </a:lnTo>
                  <a:lnTo>
                    <a:pt x="209" y="208761"/>
                  </a:lnTo>
                  <a:lnTo>
                    <a:pt x="209" y="217457"/>
                  </a:lnTo>
                  <a:lnTo>
                    <a:pt x="31354" y="217457"/>
                  </a:lnTo>
                  <a:lnTo>
                    <a:pt x="31354"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45" name="Freeform: Shape 144">
              <a:extLst>
                <a:ext uri="{FF2B5EF4-FFF2-40B4-BE49-F238E27FC236}">
                  <a16:creationId xmlns:a16="http://schemas.microsoft.com/office/drawing/2014/main" id="{1C480041-568C-A031-B0E4-97D53445077C}"/>
                </a:ext>
              </a:extLst>
            </p:cNvPr>
            <p:cNvSpPr/>
            <p:nvPr>
              <p:custDataLst>
                <p:tags r:id="rId64"/>
              </p:custDataLst>
            </p:nvPr>
          </p:nvSpPr>
          <p:spPr>
            <a:xfrm>
              <a:off x="9157979" y="5632403"/>
              <a:ext cx="70337" cy="101044"/>
            </a:xfrm>
            <a:custGeom>
              <a:avLst/>
              <a:gdLst>
                <a:gd name="connsiteX0" fmla="*/ 70549 w 70337"/>
                <a:gd name="connsiteY0" fmla="*/ 73408 h 101044"/>
                <a:gd name="connsiteX1" fmla="*/ 65139 w 70337"/>
                <a:gd name="connsiteY1" fmla="*/ 73408 h 101044"/>
                <a:gd name="connsiteX2" fmla="*/ 61001 w 70337"/>
                <a:gd name="connsiteY2" fmla="*/ 87256 h 101044"/>
                <a:gd name="connsiteX3" fmla="*/ 45247 w 70337"/>
                <a:gd name="connsiteY3" fmla="*/ 88169 h 101044"/>
                <a:gd name="connsiteX4" fmla="*/ 15966 w 70337"/>
                <a:gd name="connsiteY4" fmla="*/ 88169 h 101044"/>
                <a:gd name="connsiteX5" fmla="*/ 47793 w 70337"/>
                <a:gd name="connsiteY5" fmla="*/ 62603 h 101044"/>
                <a:gd name="connsiteX6" fmla="*/ 70549 w 70337"/>
                <a:gd name="connsiteY6" fmla="*/ 29733 h 101044"/>
                <a:gd name="connsiteX7" fmla="*/ 33312 w 70337"/>
                <a:gd name="connsiteY7" fmla="*/ 59 h 101044"/>
                <a:gd name="connsiteX8" fmla="*/ 211 w 70337"/>
                <a:gd name="connsiteY8" fmla="*/ 27299 h 101044"/>
                <a:gd name="connsiteX9" fmla="*/ 8646 w 70337"/>
                <a:gd name="connsiteY9" fmla="*/ 35820 h 101044"/>
                <a:gd name="connsiteX10" fmla="*/ 17080 w 70337"/>
                <a:gd name="connsiteY10" fmla="*/ 27755 h 101044"/>
                <a:gd name="connsiteX11" fmla="*/ 7691 w 70337"/>
                <a:gd name="connsiteY11" fmla="*/ 19690 h 101044"/>
                <a:gd name="connsiteX12" fmla="*/ 30925 w 70337"/>
                <a:gd name="connsiteY12" fmla="*/ 5537 h 101044"/>
                <a:gd name="connsiteX13" fmla="*/ 55113 w 70337"/>
                <a:gd name="connsiteY13" fmla="*/ 29733 h 101044"/>
                <a:gd name="connsiteX14" fmla="*/ 40154 w 70337"/>
                <a:gd name="connsiteY14" fmla="*/ 58951 h 101044"/>
                <a:gd name="connsiteX15" fmla="*/ 1803 w 70337"/>
                <a:gd name="connsiteY15" fmla="*/ 95169 h 101044"/>
                <a:gd name="connsiteX16" fmla="*/ 211 w 70337"/>
                <a:gd name="connsiteY16" fmla="*/ 101104 h 101044"/>
                <a:gd name="connsiteX17" fmla="*/ 65775 w 70337"/>
                <a:gd name="connsiteY17" fmla="*/ 101104 h 101044"/>
                <a:gd name="connsiteX18" fmla="*/ 70549 w 70337"/>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337" h="101044">
                  <a:moveTo>
                    <a:pt x="70549" y="73408"/>
                  </a:moveTo>
                  <a:lnTo>
                    <a:pt x="65139" y="73408"/>
                  </a:lnTo>
                  <a:cubicBezTo>
                    <a:pt x="64661" y="76756"/>
                    <a:pt x="63070" y="85734"/>
                    <a:pt x="61001" y="87256"/>
                  </a:cubicBezTo>
                  <a:cubicBezTo>
                    <a:pt x="59728" y="88169"/>
                    <a:pt x="47475" y="88169"/>
                    <a:pt x="45247" y="88169"/>
                  </a:cubicBezTo>
                  <a:lnTo>
                    <a:pt x="15966" y="88169"/>
                  </a:lnTo>
                  <a:cubicBezTo>
                    <a:pt x="32675" y="74017"/>
                    <a:pt x="38245" y="69756"/>
                    <a:pt x="47793" y="62603"/>
                  </a:cubicBezTo>
                  <a:cubicBezTo>
                    <a:pt x="59569" y="53625"/>
                    <a:pt x="70549" y="44190"/>
                    <a:pt x="70549" y="29733"/>
                  </a:cubicBezTo>
                  <a:cubicBezTo>
                    <a:pt x="70549" y="11320"/>
                    <a:pt x="53681" y="59"/>
                    <a:pt x="33312" y="59"/>
                  </a:cubicBezTo>
                  <a:cubicBezTo>
                    <a:pt x="13579" y="59"/>
                    <a:pt x="211" y="13298"/>
                    <a:pt x="211" y="27299"/>
                  </a:cubicBezTo>
                  <a:cubicBezTo>
                    <a:pt x="211" y="35060"/>
                    <a:pt x="7054" y="35820"/>
                    <a:pt x="8646" y="35820"/>
                  </a:cubicBezTo>
                  <a:cubicBezTo>
                    <a:pt x="12465" y="35820"/>
                    <a:pt x="17080" y="33233"/>
                    <a:pt x="17080" y="27755"/>
                  </a:cubicBezTo>
                  <a:cubicBezTo>
                    <a:pt x="17080" y="25016"/>
                    <a:pt x="15966" y="19690"/>
                    <a:pt x="7691" y="19690"/>
                  </a:cubicBezTo>
                  <a:cubicBezTo>
                    <a:pt x="12624" y="8885"/>
                    <a:pt x="23445" y="5537"/>
                    <a:pt x="30925" y="5537"/>
                  </a:cubicBezTo>
                  <a:cubicBezTo>
                    <a:pt x="46838" y="5537"/>
                    <a:pt x="55113" y="17407"/>
                    <a:pt x="55113" y="29733"/>
                  </a:cubicBezTo>
                  <a:cubicBezTo>
                    <a:pt x="55113" y="42973"/>
                    <a:pt x="45247" y="53473"/>
                    <a:pt x="40154" y="58951"/>
                  </a:cubicBezTo>
                  <a:lnTo>
                    <a:pt x="1803" y="95169"/>
                  </a:lnTo>
                  <a:cubicBezTo>
                    <a:pt x="211" y="96539"/>
                    <a:pt x="211" y="96843"/>
                    <a:pt x="211" y="101104"/>
                  </a:cubicBezTo>
                  <a:lnTo>
                    <a:pt x="65775" y="101104"/>
                  </a:lnTo>
                  <a:lnTo>
                    <a:pt x="70549" y="73408"/>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grpSp>
      <p:grpSp>
        <p:nvGrpSpPr>
          <p:cNvPr id="170" name="Group 169">
            <a:extLst>
              <a:ext uri="{FF2B5EF4-FFF2-40B4-BE49-F238E27FC236}">
                <a16:creationId xmlns:a16="http://schemas.microsoft.com/office/drawing/2014/main" id="{6718BFDC-2CE3-2A4F-E6F9-C0348F011E1A}"/>
              </a:ext>
            </a:extLst>
          </p:cNvPr>
          <p:cNvGrpSpPr>
            <a:grpSpLocks noChangeAspect="1"/>
          </p:cNvGrpSpPr>
          <p:nvPr>
            <p:custDataLst>
              <p:tags r:id="rId4"/>
            </p:custDataLst>
          </p:nvPr>
        </p:nvGrpSpPr>
        <p:grpSpPr>
          <a:xfrm>
            <a:off x="1072262" y="5671352"/>
            <a:ext cx="1578646" cy="348254"/>
            <a:chOff x="3328957" y="6629953"/>
            <a:chExt cx="1578646" cy="348254"/>
          </a:xfrm>
        </p:grpSpPr>
        <p:sp>
          <p:nvSpPr>
            <p:cNvPr id="171" name="Freeform: Shape 170">
              <a:extLst>
                <a:ext uri="{FF2B5EF4-FFF2-40B4-BE49-F238E27FC236}">
                  <a16:creationId xmlns:a16="http://schemas.microsoft.com/office/drawing/2014/main" id="{EE4F70A6-3AA6-0406-2854-498A94BE8D9B}"/>
                </a:ext>
              </a:extLst>
            </p:cNvPr>
            <p:cNvSpPr/>
            <p:nvPr>
              <p:custDataLst>
                <p:tags r:id="rId21"/>
              </p:custDataLst>
            </p:nvPr>
          </p:nvSpPr>
          <p:spPr>
            <a:xfrm>
              <a:off x="3328957" y="6699187"/>
              <a:ext cx="123706" cy="204971"/>
            </a:xfrm>
            <a:custGeom>
              <a:avLst/>
              <a:gdLst>
                <a:gd name="connsiteX0" fmla="*/ 123784 w 123706"/>
                <a:gd name="connsiteY0" fmla="*/ 31264 h 204971"/>
                <a:gd name="connsiteX1" fmla="*/ 92921 w 123706"/>
                <a:gd name="connsiteY1" fmla="*/ 63 h 204971"/>
                <a:gd name="connsiteX2" fmla="*/ 65462 w 123706"/>
                <a:gd name="connsiteY2" fmla="*/ 9628 h 204971"/>
                <a:gd name="connsiteX3" fmla="*/ 36188 w 123706"/>
                <a:gd name="connsiteY3" fmla="*/ 58138 h 204971"/>
                <a:gd name="connsiteX4" fmla="*/ 105 w 123706"/>
                <a:gd name="connsiteY4" fmla="*/ 202757 h 204971"/>
                <a:gd name="connsiteX5" fmla="*/ 2829 w 123706"/>
                <a:gd name="connsiteY5" fmla="*/ 205034 h 204971"/>
                <a:gd name="connsiteX6" fmla="*/ 5552 w 123706"/>
                <a:gd name="connsiteY6" fmla="*/ 203896 h 204971"/>
                <a:gd name="connsiteX7" fmla="*/ 21437 w 123706"/>
                <a:gd name="connsiteY7" fmla="*/ 141038 h 204971"/>
                <a:gd name="connsiteX8" fmla="*/ 52300 w 123706"/>
                <a:gd name="connsiteY8" fmla="*/ 163129 h 204971"/>
                <a:gd name="connsiteX9" fmla="*/ 96098 w 123706"/>
                <a:gd name="connsiteY9" fmla="*/ 145137 h 204971"/>
                <a:gd name="connsiteX10" fmla="*/ 114253 w 123706"/>
                <a:gd name="connsiteY10" fmla="*/ 103232 h 204971"/>
                <a:gd name="connsiteX11" fmla="*/ 97686 w 123706"/>
                <a:gd name="connsiteY11" fmla="*/ 69298 h 204971"/>
                <a:gd name="connsiteX12" fmla="*/ 123784 w 123706"/>
                <a:gd name="connsiteY12" fmla="*/ 31264 h 204971"/>
                <a:gd name="connsiteX13" fmla="*/ 82936 w 123706"/>
                <a:gd name="connsiteY13" fmla="*/ 69070 h 204971"/>
                <a:gd name="connsiteX14" fmla="*/ 72043 w 123706"/>
                <a:gd name="connsiteY14" fmla="*/ 70664 h 204971"/>
                <a:gd name="connsiteX15" fmla="*/ 62058 w 123706"/>
                <a:gd name="connsiteY15" fmla="*/ 69753 h 204971"/>
                <a:gd name="connsiteX16" fmla="*/ 73178 w 123706"/>
                <a:gd name="connsiteY16" fmla="*/ 67931 h 204971"/>
                <a:gd name="connsiteX17" fmla="*/ 82936 w 123706"/>
                <a:gd name="connsiteY17" fmla="*/ 69070 h 204971"/>
                <a:gd name="connsiteX18" fmla="*/ 111075 w 123706"/>
                <a:gd name="connsiteY18" fmla="*/ 26026 h 204971"/>
                <a:gd name="connsiteX19" fmla="*/ 90652 w 123706"/>
                <a:gd name="connsiteY19" fmla="*/ 65426 h 204971"/>
                <a:gd name="connsiteX20" fmla="*/ 73178 w 123706"/>
                <a:gd name="connsiteY20" fmla="*/ 62693 h 204971"/>
                <a:gd name="connsiteX21" fmla="*/ 55704 w 123706"/>
                <a:gd name="connsiteY21" fmla="*/ 69981 h 204971"/>
                <a:gd name="connsiteX22" fmla="*/ 71362 w 123706"/>
                <a:gd name="connsiteY22" fmla="*/ 75675 h 204971"/>
                <a:gd name="connsiteX23" fmla="*/ 89971 w 123706"/>
                <a:gd name="connsiteY23" fmla="*/ 72714 h 204971"/>
                <a:gd name="connsiteX24" fmla="*/ 99956 w 123706"/>
                <a:gd name="connsiteY24" fmla="*/ 98449 h 204971"/>
                <a:gd name="connsiteX25" fmla="*/ 88609 w 123706"/>
                <a:gd name="connsiteY25" fmla="*/ 137621 h 204971"/>
                <a:gd name="connsiteX26" fmla="*/ 51619 w 123706"/>
                <a:gd name="connsiteY26" fmla="*/ 158119 h 204971"/>
                <a:gd name="connsiteX27" fmla="*/ 25749 w 123706"/>
                <a:gd name="connsiteY27" fmla="*/ 128739 h 204971"/>
                <a:gd name="connsiteX28" fmla="*/ 26884 w 123706"/>
                <a:gd name="connsiteY28" fmla="*/ 118719 h 204971"/>
                <a:gd name="connsiteX29" fmla="*/ 41407 w 123706"/>
                <a:gd name="connsiteY29" fmla="*/ 61099 h 204971"/>
                <a:gd name="connsiteX30" fmla="*/ 89971 w 123706"/>
                <a:gd name="connsiteY30" fmla="*/ 5301 h 204971"/>
                <a:gd name="connsiteX31" fmla="*/ 111075 w 123706"/>
                <a:gd name="connsiteY31" fmla="*/ 26026 h 20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706" h="204971">
                  <a:moveTo>
                    <a:pt x="123784" y="31264"/>
                  </a:moveTo>
                  <a:cubicBezTo>
                    <a:pt x="123784" y="14183"/>
                    <a:pt x="111302" y="63"/>
                    <a:pt x="92921" y="63"/>
                  </a:cubicBezTo>
                  <a:cubicBezTo>
                    <a:pt x="79759" y="63"/>
                    <a:pt x="73405" y="3707"/>
                    <a:pt x="65462" y="9628"/>
                  </a:cubicBezTo>
                  <a:cubicBezTo>
                    <a:pt x="52981" y="18738"/>
                    <a:pt x="40499" y="40829"/>
                    <a:pt x="36188" y="58138"/>
                  </a:cubicBezTo>
                  <a:lnTo>
                    <a:pt x="105" y="202757"/>
                  </a:lnTo>
                  <a:cubicBezTo>
                    <a:pt x="-121" y="203668"/>
                    <a:pt x="1013" y="205034"/>
                    <a:pt x="2829" y="205034"/>
                  </a:cubicBezTo>
                  <a:cubicBezTo>
                    <a:pt x="4644" y="205034"/>
                    <a:pt x="5325" y="204579"/>
                    <a:pt x="5552" y="203896"/>
                  </a:cubicBezTo>
                  <a:lnTo>
                    <a:pt x="21437" y="141038"/>
                  </a:lnTo>
                  <a:cubicBezTo>
                    <a:pt x="25749" y="154702"/>
                    <a:pt x="35734" y="163129"/>
                    <a:pt x="52300" y="163129"/>
                  </a:cubicBezTo>
                  <a:cubicBezTo>
                    <a:pt x="68866" y="163129"/>
                    <a:pt x="85886" y="155158"/>
                    <a:pt x="96098" y="145137"/>
                  </a:cubicBezTo>
                  <a:cubicBezTo>
                    <a:pt x="106991" y="134661"/>
                    <a:pt x="114253" y="120085"/>
                    <a:pt x="114253" y="103232"/>
                  </a:cubicBezTo>
                  <a:cubicBezTo>
                    <a:pt x="114253" y="86834"/>
                    <a:pt x="105856" y="74991"/>
                    <a:pt x="97686" y="69298"/>
                  </a:cubicBezTo>
                  <a:cubicBezTo>
                    <a:pt x="110849" y="61782"/>
                    <a:pt x="123784" y="47662"/>
                    <a:pt x="123784" y="31264"/>
                  </a:cubicBezTo>
                  <a:close/>
                  <a:moveTo>
                    <a:pt x="82936" y="69070"/>
                  </a:moveTo>
                  <a:cubicBezTo>
                    <a:pt x="79986" y="70209"/>
                    <a:pt x="77489" y="70664"/>
                    <a:pt x="72043" y="70664"/>
                  </a:cubicBezTo>
                  <a:cubicBezTo>
                    <a:pt x="68866" y="70664"/>
                    <a:pt x="64327" y="70892"/>
                    <a:pt x="62058" y="69753"/>
                  </a:cubicBezTo>
                  <a:cubicBezTo>
                    <a:pt x="62512" y="67476"/>
                    <a:pt x="70681" y="67931"/>
                    <a:pt x="73178" y="67931"/>
                  </a:cubicBezTo>
                  <a:cubicBezTo>
                    <a:pt x="77943" y="67931"/>
                    <a:pt x="79986" y="67931"/>
                    <a:pt x="82936" y="69070"/>
                  </a:cubicBezTo>
                  <a:close/>
                  <a:moveTo>
                    <a:pt x="111075" y="26026"/>
                  </a:moveTo>
                  <a:cubicBezTo>
                    <a:pt x="111075" y="41968"/>
                    <a:pt x="102452" y="58366"/>
                    <a:pt x="90652" y="65426"/>
                  </a:cubicBezTo>
                  <a:cubicBezTo>
                    <a:pt x="84524" y="63148"/>
                    <a:pt x="79986" y="62693"/>
                    <a:pt x="73178" y="62693"/>
                  </a:cubicBezTo>
                  <a:cubicBezTo>
                    <a:pt x="68412" y="62693"/>
                    <a:pt x="55704" y="62465"/>
                    <a:pt x="55704" y="69981"/>
                  </a:cubicBezTo>
                  <a:cubicBezTo>
                    <a:pt x="55477" y="76358"/>
                    <a:pt x="67278" y="75675"/>
                    <a:pt x="71362" y="75675"/>
                  </a:cubicBezTo>
                  <a:cubicBezTo>
                    <a:pt x="79759" y="75675"/>
                    <a:pt x="83163" y="75447"/>
                    <a:pt x="89971" y="72714"/>
                  </a:cubicBezTo>
                  <a:cubicBezTo>
                    <a:pt x="98594" y="80913"/>
                    <a:pt x="99729" y="87973"/>
                    <a:pt x="99956" y="98449"/>
                  </a:cubicBezTo>
                  <a:cubicBezTo>
                    <a:pt x="100410" y="111658"/>
                    <a:pt x="94963" y="128739"/>
                    <a:pt x="88609" y="137621"/>
                  </a:cubicBezTo>
                  <a:cubicBezTo>
                    <a:pt x="79759" y="149920"/>
                    <a:pt x="64554" y="158119"/>
                    <a:pt x="51619" y="158119"/>
                  </a:cubicBezTo>
                  <a:cubicBezTo>
                    <a:pt x="34372" y="158119"/>
                    <a:pt x="25749" y="144909"/>
                    <a:pt x="25749" y="128739"/>
                  </a:cubicBezTo>
                  <a:cubicBezTo>
                    <a:pt x="25749" y="126462"/>
                    <a:pt x="25749" y="123046"/>
                    <a:pt x="26884" y="118719"/>
                  </a:cubicBezTo>
                  <a:lnTo>
                    <a:pt x="41407" y="61099"/>
                  </a:lnTo>
                  <a:cubicBezTo>
                    <a:pt x="46400" y="41513"/>
                    <a:pt x="62739" y="5301"/>
                    <a:pt x="89971" y="5301"/>
                  </a:cubicBezTo>
                  <a:cubicBezTo>
                    <a:pt x="103133" y="5301"/>
                    <a:pt x="111075" y="12361"/>
                    <a:pt x="111075" y="2602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2" name="Freeform: Shape 171">
              <a:extLst>
                <a:ext uri="{FF2B5EF4-FFF2-40B4-BE49-F238E27FC236}">
                  <a16:creationId xmlns:a16="http://schemas.microsoft.com/office/drawing/2014/main" id="{E825E2F1-B37F-2153-AE4D-97D95E01F683}"/>
                </a:ext>
              </a:extLst>
            </p:cNvPr>
            <p:cNvSpPr/>
            <p:nvPr>
              <p:custDataLst>
                <p:tags r:id="rId22"/>
              </p:custDataLst>
            </p:nvPr>
          </p:nvSpPr>
          <p:spPr>
            <a:xfrm>
              <a:off x="3467852" y="6788281"/>
              <a:ext cx="57822" cy="105856"/>
            </a:xfrm>
            <a:custGeom>
              <a:avLst/>
              <a:gdLst>
                <a:gd name="connsiteX0" fmla="*/ 35983 w 57822"/>
                <a:gd name="connsiteY0" fmla="*/ 4528 h 105856"/>
                <a:gd name="connsiteX1" fmla="*/ 31217 w 57822"/>
                <a:gd name="connsiteY1" fmla="*/ 64 h 105856"/>
                <a:gd name="connsiteX2" fmla="*/ 82 w 57822"/>
                <a:gd name="connsiteY2" fmla="*/ 10267 h 105856"/>
                <a:gd name="connsiteX3" fmla="*/ 82 w 57822"/>
                <a:gd name="connsiteY3" fmla="*/ 16007 h 105856"/>
                <a:gd name="connsiteX4" fmla="*/ 23116 w 57822"/>
                <a:gd name="connsiteY4" fmla="*/ 11543 h 105856"/>
                <a:gd name="connsiteX5" fmla="*/ 23116 w 57822"/>
                <a:gd name="connsiteY5" fmla="*/ 92848 h 105856"/>
                <a:gd name="connsiteX6" fmla="*/ 7231 w 57822"/>
                <a:gd name="connsiteY6" fmla="*/ 100181 h 105856"/>
                <a:gd name="connsiteX7" fmla="*/ 1194 w 57822"/>
                <a:gd name="connsiteY7" fmla="*/ 100181 h 105856"/>
                <a:gd name="connsiteX8" fmla="*/ 1194 w 57822"/>
                <a:gd name="connsiteY8" fmla="*/ 105921 h 105856"/>
                <a:gd name="connsiteX9" fmla="*/ 29470 w 57822"/>
                <a:gd name="connsiteY9" fmla="*/ 105283 h 105856"/>
                <a:gd name="connsiteX10" fmla="*/ 57905 w 57822"/>
                <a:gd name="connsiteY10" fmla="*/ 105921 h 105856"/>
                <a:gd name="connsiteX11" fmla="*/ 57905 w 57822"/>
                <a:gd name="connsiteY11" fmla="*/ 100181 h 105856"/>
                <a:gd name="connsiteX12" fmla="*/ 51868 w 57822"/>
                <a:gd name="connsiteY12" fmla="*/ 100181 h 105856"/>
                <a:gd name="connsiteX13" fmla="*/ 35983 w 57822"/>
                <a:gd name="connsiteY13" fmla="*/ 92848 h 105856"/>
                <a:gd name="connsiteX14" fmla="*/ 35983 w 57822"/>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822" h="105856">
                  <a:moveTo>
                    <a:pt x="35983" y="4528"/>
                  </a:moveTo>
                  <a:cubicBezTo>
                    <a:pt x="35983" y="224"/>
                    <a:pt x="35665" y="64"/>
                    <a:pt x="31217" y="64"/>
                  </a:cubicBezTo>
                  <a:cubicBezTo>
                    <a:pt x="21051" y="10108"/>
                    <a:pt x="6595" y="10267"/>
                    <a:pt x="82" y="10267"/>
                  </a:cubicBezTo>
                  <a:lnTo>
                    <a:pt x="82" y="16007"/>
                  </a:lnTo>
                  <a:cubicBezTo>
                    <a:pt x="3895" y="16007"/>
                    <a:pt x="14379" y="16007"/>
                    <a:pt x="23116" y="11543"/>
                  </a:cubicBezTo>
                  <a:lnTo>
                    <a:pt x="23116" y="92848"/>
                  </a:lnTo>
                  <a:cubicBezTo>
                    <a:pt x="23116" y="98109"/>
                    <a:pt x="23116" y="100181"/>
                    <a:pt x="7231" y="100181"/>
                  </a:cubicBezTo>
                  <a:lnTo>
                    <a:pt x="1194" y="100181"/>
                  </a:lnTo>
                  <a:lnTo>
                    <a:pt x="1194" y="105921"/>
                  </a:lnTo>
                  <a:cubicBezTo>
                    <a:pt x="4054" y="105761"/>
                    <a:pt x="23593" y="105283"/>
                    <a:pt x="29470" y="105283"/>
                  </a:cubicBezTo>
                  <a:cubicBezTo>
                    <a:pt x="34395" y="105283"/>
                    <a:pt x="54410" y="105761"/>
                    <a:pt x="57905" y="105921"/>
                  </a:cubicBezTo>
                  <a:lnTo>
                    <a:pt x="57905" y="100181"/>
                  </a:lnTo>
                  <a:lnTo>
                    <a:pt x="51868" y="100181"/>
                  </a:lnTo>
                  <a:cubicBezTo>
                    <a:pt x="35983" y="100181"/>
                    <a:pt x="35983" y="98109"/>
                    <a:pt x="35983" y="92848"/>
                  </a:cubicBezTo>
                  <a:lnTo>
                    <a:pt x="35983" y="4528"/>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3" name="Freeform: Shape 172">
              <a:extLst>
                <a:ext uri="{FF2B5EF4-FFF2-40B4-BE49-F238E27FC236}">
                  <a16:creationId xmlns:a16="http://schemas.microsoft.com/office/drawing/2014/main" id="{C279BE6A-5C6D-A965-E392-FEA0CB10F9A7}"/>
                </a:ext>
              </a:extLst>
            </p:cNvPr>
            <p:cNvSpPr/>
            <p:nvPr>
              <p:custDataLst>
                <p:tags r:id="rId23"/>
              </p:custDataLst>
            </p:nvPr>
          </p:nvSpPr>
          <p:spPr>
            <a:xfrm>
              <a:off x="3628085" y="6776393"/>
              <a:ext cx="150910" cy="53292"/>
            </a:xfrm>
            <a:custGeom>
              <a:avLst/>
              <a:gdLst>
                <a:gd name="connsiteX0" fmla="*/ 143284 w 150910"/>
                <a:gd name="connsiteY0" fmla="*/ 9173 h 53292"/>
                <a:gd name="connsiteX1" fmla="*/ 151000 w 150910"/>
                <a:gd name="connsiteY1" fmla="*/ 4618 h 53292"/>
                <a:gd name="connsiteX2" fmla="*/ 143511 w 150910"/>
                <a:gd name="connsiteY2" fmla="*/ 63 h 53292"/>
                <a:gd name="connsiteX3" fmla="*/ 7578 w 150910"/>
                <a:gd name="connsiteY3" fmla="*/ 63 h 53292"/>
                <a:gd name="connsiteX4" fmla="*/ 90 w 150910"/>
                <a:gd name="connsiteY4" fmla="*/ 4618 h 53292"/>
                <a:gd name="connsiteX5" fmla="*/ 7805 w 150910"/>
                <a:gd name="connsiteY5" fmla="*/ 9173 h 53292"/>
                <a:gd name="connsiteX6" fmla="*/ 143284 w 150910"/>
                <a:gd name="connsiteY6" fmla="*/ 9173 h 53292"/>
                <a:gd name="connsiteX7" fmla="*/ 143511 w 150910"/>
                <a:gd name="connsiteY7" fmla="*/ 53355 h 53292"/>
                <a:gd name="connsiteX8" fmla="*/ 151000 w 150910"/>
                <a:gd name="connsiteY8" fmla="*/ 48801 h 53292"/>
                <a:gd name="connsiteX9" fmla="*/ 143284 w 150910"/>
                <a:gd name="connsiteY9" fmla="*/ 44246 h 53292"/>
                <a:gd name="connsiteX10" fmla="*/ 7805 w 150910"/>
                <a:gd name="connsiteY10" fmla="*/ 44246 h 53292"/>
                <a:gd name="connsiteX11" fmla="*/ 90 w 150910"/>
                <a:gd name="connsiteY11" fmla="*/ 48801 h 53292"/>
                <a:gd name="connsiteX12" fmla="*/ 7578 w 150910"/>
                <a:gd name="connsiteY12" fmla="*/ 53355 h 53292"/>
                <a:gd name="connsiteX13" fmla="*/ 143511 w 150910"/>
                <a:gd name="connsiteY13" fmla="*/ 53355 h 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910" h="53292">
                  <a:moveTo>
                    <a:pt x="143284" y="9173"/>
                  </a:moveTo>
                  <a:cubicBezTo>
                    <a:pt x="146688" y="9173"/>
                    <a:pt x="151000" y="9173"/>
                    <a:pt x="151000" y="4618"/>
                  </a:cubicBezTo>
                  <a:cubicBezTo>
                    <a:pt x="151000" y="63"/>
                    <a:pt x="146688" y="63"/>
                    <a:pt x="143511" y="63"/>
                  </a:cubicBezTo>
                  <a:lnTo>
                    <a:pt x="7578" y="63"/>
                  </a:lnTo>
                  <a:cubicBezTo>
                    <a:pt x="4401" y="63"/>
                    <a:pt x="90" y="63"/>
                    <a:pt x="90" y="4618"/>
                  </a:cubicBezTo>
                  <a:cubicBezTo>
                    <a:pt x="90" y="9173"/>
                    <a:pt x="4401" y="9173"/>
                    <a:pt x="7805" y="9173"/>
                  </a:cubicBezTo>
                  <a:lnTo>
                    <a:pt x="143284" y="9173"/>
                  </a:lnTo>
                  <a:close/>
                  <a:moveTo>
                    <a:pt x="143511" y="53355"/>
                  </a:moveTo>
                  <a:cubicBezTo>
                    <a:pt x="146688" y="53355"/>
                    <a:pt x="151000" y="53355"/>
                    <a:pt x="151000" y="48801"/>
                  </a:cubicBezTo>
                  <a:cubicBezTo>
                    <a:pt x="151000" y="44246"/>
                    <a:pt x="146688" y="44246"/>
                    <a:pt x="143284" y="44246"/>
                  </a:cubicBezTo>
                  <a:lnTo>
                    <a:pt x="7805" y="44246"/>
                  </a:lnTo>
                  <a:cubicBezTo>
                    <a:pt x="4401" y="44246"/>
                    <a:pt x="90" y="44246"/>
                    <a:pt x="90" y="48801"/>
                  </a:cubicBezTo>
                  <a:cubicBezTo>
                    <a:pt x="90" y="53355"/>
                    <a:pt x="4401" y="53355"/>
                    <a:pt x="7578" y="53355"/>
                  </a:cubicBezTo>
                  <a:lnTo>
                    <a:pt x="143511" y="5335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4" name="Freeform: Shape 173">
              <a:extLst>
                <a:ext uri="{FF2B5EF4-FFF2-40B4-BE49-F238E27FC236}">
                  <a16:creationId xmlns:a16="http://schemas.microsoft.com/office/drawing/2014/main" id="{A2204ED2-0372-4954-D036-2C57D8EB7758}"/>
                </a:ext>
              </a:extLst>
            </p:cNvPr>
            <p:cNvSpPr/>
            <p:nvPr>
              <p:custDataLst>
                <p:tags r:id="rId24"/>
              </p:custDataLst>
            </p:nvPr>
          </p:nvSpPr>
          <p:spPr>
            <a:xfrm>
              <a:off x="3893268" y="6637446"/>
              <a:ext cx="122793" cy="115262"/>
            </a:xfrm>
            <a:custGeom>
              <a:avLst/>
              <a:gdLst>
                <a:gd name="connsiteX0" fmla="*/ 122894 w 122793"/>
                <a:gd name="connsiteY0" fmla="*/ 2131 h 115262"/>
                <a:gd name="connsiteX1" fmla="*/ 120829 w 122793"/>
                <a:gd name="connsiteY1" fmla="*/ 58 h 115262"/>
                <a:gd name="connsiteX2" fmla="*/ 117970 w 122793"/>
                <a:gd name="connsiteY2" fmla="*/ 1971 h 115262"/>
                <a:gd name="connsiteX3" fmla="*/ 106374 w 122793"/>
                <a:gd name="connsiteY3" fmla="*/ 14247 h 115262"/>
                <a:gd name="connsiteX4" fmla="*/ 76509 w 122793"/>
                <a:gd name="connsiteY4" fmla="*/ 58 h 115262"/>
                <a:gd name="connsiteX5" fmla="*/ 101 w 122793"/>
                <a:gd name="connsiteY5" fmla="*/ 70363 h 115262"/>
                <a:gd name="connsiteX6" fmla="*/ 48869 w 122793"/>
                <a:gd name="connsiteY6" fmla="*/ 115320 h 115262"/>
                <a:gd name="connsiteX7" fmla="*/ 89059 w 122793"/>
                <a:gd name="connsiteY7" fmla="*/ 99697 h 115262"/>
                <a:gd name="connsiteX8" fmla="*/ 105103 w 122793"/>
                <a:gd name="connsiteY8" fmla="*/ 73870 h 115262"/>
                <a:gd name="connsiteX9" fmla="*/ 102402 w 122793"/>
                <a:gd name="connsiteY9" fmla="*/ 71798 h 115262"/>
                <a:gd name="connsiteX10" fmla="*/ 99543 w 122793"/>
                <a:gd name="connsiteY10" fmla="*/ 74349 h 115262"/>
                <a:gd name="connsiteX11" fmla="*/ 51570 w 122793"/>
                <a:gd name="connsiteY11" fmla="*/ 109581 h 115262"/>
                <a:gd name="connsiteX12" fmla="*/ 15987 w 122793"/>
                <a:gd name="connsiteY12" fmla="*/ 75305 h 115262"/>
                <a:gd name="connsiteX13" fmla="*/ 35367 w 122793"/>
                <a:gd name="connsiteY13" fmla="*/ 25406 h 115262"/>
                <a:gd name="connsiteX14" fmla="*/ 78098 w 122793"/>
                <a:gd name="connsiteY14" fmla="*/ 5797 h 115262"/>
                <a:gd name="connsiteX15" fmla="*/ 107327 w 122793"/>
                <a:gd name="connsiteY15" fmla="*/ 37044 h 115262"/>
                <a:gd name="connsiteX16" fmla="*/ 106850 w 122793"/>
                <a:gd name="connsiteY16" fmla="*/ 43580 h 115262"/>
                <a:gd name="connsiteX17" fmla="*/ 109710 w 122793"/>
                <a:gd name="connsiteY17" fmla="*/ 45653 h 115262"/>
                <a:gd name="connsiteX18" fmla="*/ 113046 w 122793"/>
                <a:gd name="connsiteY18" fmla="*/ 42145 h 115262"/>
                <a:gd name="connsiteX19" fmla="*/ 122894 w 122793"/>
                <a:gd name="connsiteY19" fmla="*/ 2131 h 11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2793" h="115262">
                  <a:moveTo>
                    <a:pt x="122894" y="2131"/>
                  </a:moveTo>
                  <a:cubicBezTo>
                    <a:pt x="122894" y="1333"/>
                    <a:pt x="122418" y="58"/>
                    <a:pt x="120829" y="58"/>
                  </a:cubicBezTo>
                  <a:cubicBezTo>
                    <a:pt x="119717" y="58"/>
                    <a:pt x="119400" y="377"/>
                    <a:pt x="117970" y="1971"/>
                  </a:cubicBezTo>
                  <a:lnTo>
                    <a:pt x="106374" y="14247"/>
                  </a:lnTo>
                  <a:cubicBezTo>
                    <a:pt x="104944" y="12334"/>
                    <a:pt x="96048" y="58"/>
                    <a:pt x="76509" y="58"/>
                  </a:cubicBezTo>
                  <a:cubicBezTo>
                    <a:pt x="37908" y="58"/>
                    <a:pt x="101" y="34334"/>
                    <a:pt x="101" y="70363"/>
                  </a:cubicBezTo>
                  <a:cubicBezTo>
                    <a:pt x="101" y="96349"/>
                    <a:pt x="20434" y="115320"/>
                    <a:pt x="48869" y="115320"/>
                  </a:cubicBezTo>
                  <a:cubicBezTo>
                    <a:pt x="57447" y="115320"/>
                    <a:pt x="72697" y="113567"/>
                    <a:pt x="89059" y="99697"/>
                  </a:cubicBezTo>
                  <a:cubicBezTo>
                    <a:pt x="101608" y="89016"/>
                    <a:pt x="105103" y="75146"/>
                    <a:pt x="105103" y="73870"/>
                  </a:cubicBezTo>
                  <a:cubicBezTo>
                    <a:pt x="105103" y="71798"/>
                    <a:pt x="103197" y="71798"/>
                    <a:pt x="102402" y="71798"/>
                  </a:cubicBezTo>
                  <a:cubicBezTo>
                    <a:pt x="100337" y="71798"/>
                    <a:pt x="100020" y="72595"/>
                    <a:pt x="99543" y="74349"/>
                  </a:cubicBezTo>
                  <a:cubicBezTo>
                    <a:pt x="93030" y="96190"/>
                    <a:pt x="70791" y="109581"/>
                    <a:pt x="51570" y="109581"/>
                  </a:cubicBezTo>
                  <a:cubicBezTo>
                    <a:pt x="34731" y="109581"/>
                    <a:pt x="15987" y="100494"/>
                    <a:pt x="15987" y="75305"/>
                  </a:cubicBezTo>
                  <a:cubicBezTo>
                    <a:pt x="15987" y="70682"/>
                    <a:pt x="17099" y="45493"/>
                    <a:pt x="35367" y="25406"/>
                  </a:cubicBezTo>
                  <a:cubicBezTo>
                    <a:pt x="46327" y="13131"/>
                    <a:pt x="63007" y="5797"/>
                    <a:pt x="78098" y="5797"/>
                  </a:cubicBezTo>
                  <a:cubicBezTo>
                    <a:pt x="96525" y="5797"/>
                    <a:pt x="107327" y="19189"/>
                    <a:pt x="107327" y="37044"/>
                  </a:cubicBezTo>
                  <a:cubicBezTo>
                    <a:pt x="107327" y="41508"/>
                    <a:pt x="106850" y="42624"/>
                    <a:pt x="106850" y="43580"/>
                  </a:cubicBezTo>
                  <a:cubicBezTo>
                    <a:pt x="106850" y="45653"/>
                    <a:pt x="108915" y="45653"/>
                    <a:pt x="109710" y="45653"/>
                  </a:cubicBezTo>
                  <a:cubicBezTo>
                    <a:pt x="112251" y="45653"/>
                    <a:pt x="112251" y="45175"/>
                    <a:pt x="113046" y="42145"/>
                  </a:cubicBezTo>
                  <a:lnTo>
                    <a:pt x="122894" y="213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5" name="Freeform: Shape 174">
              <a:extLst>
                <a:ext uri="{FF2B5EF4-FFF2-40B4-BE49-F238E27FC236}">
                  <a16:creationId xmlns:a16="http://schemas.microsoft.com/office/drawing/2014/main" id="{03FEB7BF-AB98-6E1D-151E-065A255E09E3}"/>
                </a:ext>
              </a:extLst>
            </p:cNvPr>
            <p:cNvSpPr/>
            <p:nvPr>
              <p:custDataLst>
                <p:tags r:id="rId25"/>
              </p:custDataLst>
            </p:nvPr>
          </p:nvSpPr>
          <p:spPr>
            <a:xfrm>
              <a:off x="4034397" y="6637446"/>
              <a:ext cx="120728" cy="115262"/>
            </a:xfrm>
            <a:custGeom>
              <a:avLst/>
              <a:gdLst>
                <a:gd name="connsiteX0" fmla="*/ 120836 w 120728"/>
                <a:gd name="connsiteY0" fmla="*/ 44377 h 115262"/>
                <a:gd name="connsiteX1" fmla="*/ 74768 w 120728"/>
                <a:gd name="connsiteY1" fmla="*/ 58 h 115262"/>
                <a:gd name="connsiteX2" fmla="*/ 107 w 120728"/>
                <a:gd name="connsiteY2" fmla="*/ 71639 h 115262"/>
                <a:gd name="connsiteX3" fmla="*/ 46334 w 120728"/>
                <a:gd name="connsiteY3" fmla="*/ 115320 h 115262"/>
                <a:gd name="connsiteX4" fmla="*/ 120836 w 120728"/>
                <a:gd name="connsiteY4" fmla="*/ 44377 h 115262"/>
                <a:gd name="connsiteX5" fmla="*/ 47604 w 120728"/>
                <a:gd name="connsiteY5" fmla="*/ 110059 h 115262"/>
                <a:gd name="connsiteX6" fmla="*/ 16469 w 120728"/>
                <a:gd name="connsiteY6" fmla="*/ 74986 h 115262"/>
                <a:gd name="connsiteX7" fmla="*/ 33308 w 120728"/>
                <a:gd name="connsiteY7" fmla="*/ 26044 h 115262"/>
                <a:gd name="connsiteX8" fmla="*/ 73497 w 120728"/>
                <a:gd name="connsiteY8" fmla="*/ 5160 h 115262"/>
                <a:gd name="connsiteX9" fmla="*/ 105268 w 120728"/>
                <a:gd name="connsiteY9" fmla="*/ 38798 h 115262"/>
                <a:gd name="connsiteX10" fmla="*/ 85570 w 120728"/>
                <a:gd name="connsiteY10" fmla="*/ 90769 h 115262"/>
                <a:gd name="connsiteX11" fmla="*/ 47604 w 120728"/>
                <a:gd name="connsiteY11" fmla="*/ 110059 h 11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728" h="115262">
                  <a:moveTo>
                    <a:pt x="120836" y="44377"/>
                  </a:moveTo>
                  <a:cubicBezTo>
                    <a:pt x="120836" y="19348"/>
                    <a:pt x="102885" y="58"/>
                    <a:pt x="74768" y="58"/>
                  </a:cubicBezTo>
                  <a:cubicBezTo>
                    <a:pt x="36802" y="58"/>
                    <a:pt x="107" y="35769"/>
                    <a:pt x="107" y="71639"/>
                  </a:cubicBezTo>
                  <a:cubicBezTo>
                    <a:pt x="107" y="97306"/>
                    <a:pt x="19011" y="115320"/>
                    <a:pt x="46334" y="115320"/>
                  </a:cubicBezTo>
                  <a:cubicBezTo>
                    <a:pt x="84141" y="115320"/>
                    <a:pt x="120836" y="80566"/>
                    <a:pt x="120836" y="44377"/>
                  </a:cubicBezTo>
                  <a:close/>
                  <a:moveTo>
                    <a:pt x="47604" y="110059"/>
                  </a:moveTo>
                  <a:cubicBezTo>
                    <a:pt x="30766" y="110059"/>
                    <a:pt x="16469" y="98581"/>
                    <a:pt x="16469" y="74986"/>
                  </a:cubicBezTo>
                  <a:cubicBezTo>
                    <a:pt x="16469" y="66856"/>
                    <a:pt x="18693" y="44218"/>
                    <a:pt x="33308" y="26044"/>
                  </a:cubicBezTo>
                  <a:cubicBezTo>
                    <a:pt x="43951" y="12971"/>
                    <a:pt x="59360" y="5160"/>
                    <a:pt x="73497" y="5160"/>
                  </a:cubicBezTo>
                  <a:cubicBezTo>
                    <a:pt x="90018" y="5160"/>
                    <a:pt x="105268" y="15681"/>
                    <a:pt x="105268" y="38798"/>
                  </a:cubicBezTo>
                  <a:cubicBezTo>
                    <a:pt x="105268" y="50435"/>
                    <a:pt x="100344" y="73711"/>
                    <a:pt x="85570" y="90769"/>
                  </a:cubicBezTo>
                  <a:cubicBezTo>
                    <a:pt x="74451" y="103523"/>
                    <a:pt x="59995" y="110059"/>
                    <a:pt x="47604" y="110059"/>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6" name="Freeform: Shape 175">
              <a:extLst>
                <a:ext uri="{FF2B5EF4-FFF2-40B4-BE49-F238E27FC236}">
                  <a16:creationId xmlns:a16="http://schemas.microsoft.com/office/drawing/2014/main" id="{70D8A346-030B-8934-84E5-99D85170B4D1}"/>
                </a:ext>
              </a:extLst>
            </p:cNvPr>
            <p:cNvSpPr/>
            <p:nvPr>
              <p:custDataLst>
                <p:tags r:id="rId26"/>
              </p:custDataLst>
            </p:nvPr>
          </p:nvSpPr>
          <p:spPr>
            <a:xfrm>
              <a:off x="4178902" y="6640634"/>
              <a:ext cx="124222" cy="112073"/>
            </a:xfrm>
            <a:custGeom>
              <a:avLst/>
              <a:gdLst>
                <a:gd name="connsiteX0" fmla="*/ 101144 w 124222"/>
                <a:gd name="connsiteY0" fmla="*/ 19029 h 112073"/>
                <a:gd name="connsiteX1" fmla="*/ 120683 w 124222"/>
                <a:gd name="connsiteY1" fmla="*/ 5797 h 112073"/>
                <a:gd name="connsiteX2" fmla="*/ 124337 w 124222"/>
                <a:gd name="connsiteY2" fmla="*/ 2290 h 112073"/>
                <a:gd name="connsiteX3" fmla="*/ 122113 w 124222"/>
                <a:gd name="connsiteY3" fmla="*/ 58 h 112073"/>
                <a:gd name="connsiteX4" fmla="*/ 109404 w 124222"/>
                <a:gd name="connsiteY4" fmla="*/ 696 h 112073"/>
                <a:gd name="connsiteX5" fmla="*/ 92884 w 124222"/>
                <a:gd name="connsiteY5" fmla="*/ 58 h 112073"/>
                <a:gd name="connsiteX6" fmla="*/ 89707 w 124222"/>
                <a:gd name="connsiteY6" fmla="*/ 3565 h 112073"/>
                <a:gd name="connsiteX7" fmla="*/ 92566 w 124222"/>
                <a:gd name="connsiteY7" fmla="*/ 5797 h 112073"/>
                <a:gd name="connsiteX8" fmla="*/ 99079 w 124222"/>
                <a:gd name="connsiteY8" fmla="*/ 10420 h 112073"/>
                <a:gd name="connsiteX9" fmla="*/ 96220 w 124222"/>
                <a:gd name="connsiteY9" fmla="*/ 16797 h 112073"/>
                <a:gd name="connsiteX10" fmla="*/ 44116 w 124222"/>
                <a:gd name="connsiteY10" fmla="*/ 93958 h 112073"/>
                <a:gd name="connsiteX11" fmla="*/ 29660 w 124222"/>
                <a:gd name="connsiteY11" fmla="*/ 12493 h 112073"/>
                <a:gd name="connsiteX12" fmla="*/ 29343 w 124222"/>
                <a:gd name="connsiteY12" fmla="*/ 10102 h 112073"/>
                <a:gd name="connsiteX13" fmla="*/ 39350 w 124222"/>
                <a:gd name="connsiteY13" fmla="*/ 5797 h 112073"/>
                <a:gd name="connsiteX14" fmla="*/ 44116 w 124222"/>
                <a:gd name="connsiteY14" fmla="*/ 2290 h 112073"/>
                <a:gd name="connsiteX15" fmla="*/ 41415 w 124222"/>
                <a:gd name="connsiteY15" fmla="*/ 58 h 112073"/>
                <a:gd name="connsiteX16" fmla="*/ 20923 w 124222"/>
                <a:gd name="connsiteY16" fmla="*/ 696 h 112073"/>
                <a:gd name="connsiteX17" fmla="*/ 3291 w 124222"/>
                <a:gd name="connsiteY17" fmla="*/ 58 h 112073"/>
                <a:gd name="connsiteX18" fmla="*/ 114 w 124222"/>
                <a:gd name="connsiteY18" fmla="*/ 3565 h 112073"/>
                <a:gd name="connsiteX19" fmla="*/ 4085 w 124222"/>
                <a:gd name="connsiteY19" fmla="*/ 5797 h 112073"/>
                <a:gd name="connsiteX20" fmla="*/ 13934 w 124222"/>
                <a:gd name="connsiteY20" fmla="*/ 10899 h 112073"/>
                <a:gd name="connsiteX21" fmla="*/ 31249 w 124222"/>
                <a:gd name="connsiteY21" fmla="*/ 107827 h 112073"/>
                <a:gd name="connsiteX22" fmla="*/ 35061 w 124222"/>
                <a:gd name="connsiteY22" fmla="*/ 112132 h 112073"/>
                <a:gd name="connsiteX23" fmla="*/ 40462 w 124222"/>
                <a:gd name="connsiteY23" fmla="*/ 108625 h 112073"/>
                <a:gd name="connsiteX24" fmla="*/ 101144 w 124222"/>
                <a:gd name="connsiteY24" fmla="*/ 19029 h 11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222" h="112073">
                  <a:moveTo>
                    <a:pt x="101144" y="19029"/>
                  </a:moveTo>
                  <a:cubicBezTo>
                    <a:pt x="107022" y="10420"/>
                    <a:pt x="112105" y="6435"/>
                    <a:pt x="120683" y="5797"/>
                  </a:cubicBezTo>
                  <a:cubicBezTo>
                    <a:pt x="122589" y="5638"/>
                    <a:pt x="124337" y="5478"/>
                    <a:pt x="124337" y="2290"/>
                  </a:cubicBezTo>
                  <a:cubicBezTo>
                    <a:pt x="124337" y="1812"/>
                    <a:pt x="124019" y="58"/>
                    <a:pt x="122113" y="58"/>
                  </a:cubicBezTo>
                  <a:cubicBezTo>
                    <a:pt x="118300" y="58"/>
                    <a:pt x="113376" y="696"/>
                    <a:pt x="109404" y="696"/>
                  </a:cubicBezTo>
                  <a:cubicBezTo>
                    <a:pt x="104321" y="696"/>
                    <a:pt x="97649" y="58"/>
                    <a:pt x="92884" y="58"/>
                  </a:cubicBezTo>
                  <a:cubicBezTo>
                    <a:pt x="91454" y="58"/>
                    <a:pt x="89707" y="536"/>
                    <a:pt x="89707" y="3565"/>
                  </a:cubicBezTo>
                  <a:cubicBezTo>
                    <a:pt x="89707" y="5638"/>
                    <a:pt x="91931" y="5797"/>
                    <a:pt x="92566" y="5797"/>
                  </a:cubicBezTo>
                  <a:cubicBezTo>
                    <a:pt x="97649" y="6116"/>
                    <a:pt x="99079" y="8029"/>
                    <a:pt x="99079" y="10420"/>
                  </a:cubicBezTo>
                  <a:cubicBezTo>
                    <a:pt x="99079" y="12652"/>
                    <a:pt x="97967" y="14247"/>
                    <a:pt x="96220" y="16797"/>
                  </a:cubicBezTo>
                  <a:lnTo>
                    <a:pt x="44116" y="93958"/>
                  </a:lnTo>
                  <a:lnTo>
                    <a:pt x="29660" y="12493"/>
                  </a:lnTo>
                  <a:cubicBezTo>
                    <a:pt x="29343" y="11058"/>
                    <a:pt x="29343" y="10739"/>
                    <a:pt x="29343" y="10102"/>
                  </a:cubicBezTo>
                  <a:cubicBezTo>
                    <a:pt x="29343" y="5797"/>
                    <a:pt x="38238" y="5797"/>
                    <a:pt x="39350" y="5797"/>
                  </a:cubicBezTo>
                  <a:cubicBezTo>
                    <a:pt x="42051" y="5797"/>
                    <a:pt x="44116" y="5797"/>
                    <a:pt x="44116" y="2290"/>
                  </a:cubicBezTo>
                  <a:cubicBezTo>
                    <a:pt x="44116" y="2131"/>
                    <a:pt x="43957" y="58"/>
                    <a:pt x="41415" y="58"/>
                  </a:cubicBezTo>
                  <a:cubicBezTo>
                    <a:pt x="36809" y="58"/>
                    <a:pt x="25530" y="696"/>
                    <a:pt x="20923" y="696"/>
                  </a:cubicBezTo>
                  <a:cubicBezTo>
                    <a:pt x="16952" y="696"/>
                    <a:pt x="7262" y="58"/>
                    <a:pt x="3291" y="58"/>
                  </a:cubicBezTo>
                  <a:cubicBezTo>
                    <a:pt x="1861" y="58"/>
                    <a:pt x="114" y="536"/>
                    <a:pt x="114" y="3565"/>
                  </a:cubicBezTo>
                  <a:cubicBezTo>
                    <a:pt x="114" y="5797"/>
                    <a:pt x="2338" y="5797"/>
                    <a:pt x="4085" y="5797"/>
                  </a:cubicBezTo>
                  <a:cubicBezTo>
                    <a:pt x="12981" y="5797"/>
                    <a:pt x="13140" y="6754"/>
                    <a:pt x="13934" y="10899"/>
                  </a:cubicBezTo>
                  <a:lnTo>
                    <a:pt x="31249" y="107827"/>
                  </a:lnTo>
                  <a:cubicBezTo>
                    <a:pt x="31884" y="111175"/>
                    <a:pt x="32043" y="112132"/>
                    <a:pt x="35061" y="112132"/>
                  </a:cubicBezTo>
                  <a:cubicBezTo>
                    <a:pt x="38080" y="112132"/>
                    <a:pt x="38874" y="111016"/>
                    <a:pt x="40462" y="108625"/>
                  </a:cubicBezTo>
                  <a:lnTo>
                    <a:pt x="101144" y="1902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7" name="Freeform: Shape 176">
              <a:extLst>
                <a:ext uri="{FF2B5EF4-FFF2-40B4-BE49-F238E27FC236}">
                  <a16:creationId xmlns:a16="http://schemas.microsoft.com/office/drawing/2014/main" id="{6172A5A3-3201-8E78-4BBB-67F4EBEBB52A}"/>
                </a:ext>
              </a:extLst>
            </p:cNvPr>
            <p:cNvSpPr/>
            <p:nvPr>
              <p:custDataLst>
                <p:tags r:id="rId27"/>
              </p:custDataLst>
            </p:nvPr>
          </p:nvSpPr>
          <p:spPr>
            <a:xfrm>
              <a:off x="4330867" y="6629953"/>
              <a:ext cx="41301" cy="159262"/>
            </a:xfrm>
            <a:custGeom>
              <a:avLst/>
              <a:gdLst>
                <a:gd name="connsiteX0" fmla="*/ 38245 w 41301"/>
                <a:gd name="connsiteY0" fmla="*/ 58 h 159262"/>
                <a:gd name="connsiteX1" fmla="*/ 120 w 41301"/>
                <a:gd name="connsiteY1" fmla="*/ 79610 h 159262"/>
                <a:gd name="connsiteX2" fmla="*/ 38245 w 41301"/>
                <a:gd name="connsiteY2" fmla="*/ 159321 h 159262"/>
                <a:gd name="connsiteX3" fmla="*/ 41422 w 41301"/>
                <a:gd name="connsiteY3" fmla="*/ 157408 h 159262"/>
                <a:gd name="connsiteX4" fmla="*/ 39833 w 41301"/>
                <a:gd name="connsiteY4" fmla="*/ 155016 h 159262"/>
                <a:gd name="connsiteX5" fmla="*/ 10922 w 41301"/>
                <a:gd name="connsiteY5" fmla="*/ 79769 h 159262"/>
                <a:gd name="connsiteX6" fmla="*/ 40310 w 41301"/>
                <a:gd name="connsiteY6" fmla="*/ 3884 h 159262"/>
                <a:gd name="connsiteX7" fmla="*/ 41422 w 41301"/>
                <a:gd name="connsiteY7" fmla="*/ 1971 h 159262"/>
                <a:gd name="connsiteX8" fmla="*/ 38245 w 41301"/>
                <a:gd name="connsiteY8" fmla="*/ 58 h 15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01" h="159262">
                  <a:moveTo>
                    <a:pt x="38245" y="58"/>
                  </a:moveTo>
                  <a:cubicBezTo>
                    <a:pt x="8063" y="21421"/>
                    <a:pt x="120" y="55218"/>
                    <a:pt x="120" y="79610"/>
                  </a:cubicBezTo>
                  <a:cubicBezTo>
                    <a:pt x="120" y="102088"/>
                    <a:pt x="6792" y="137002"/>
                    <a:pt x="38245" y="159321"/>
                  </a:cubicBezTo>
                  <a:cubicBezTo>
                    <a:pt x="39516" y="159321"/>
                    <a:pt x="41422" y="159321"/>
                    <a:pt x="41422" y="157408"/>
                  </a:cubicBezTo>
                  <a:cubicBezTo>
                    <a:pt x="41422" y="156451"/>
                    <a:pt x="40945" y="156132"/>
                    <a:pt x="39833" y="155016"/>
                  </a:cubicBezTo>
                  <a:cubicBezTo>
                    <a:pt x="18706" y="135886"/>
                    <a:pt x="10922" y="108784"/>
                    <a:pt x="10922" y="79769"/>
                  </a:cubicBezTo>
                  <a:cubicBezTo>
                    <a:pt x="10922" y="36725"/>
                    <a:pt x="27284" y="15681"/>
                    <a:pt x="40310" y="3884"/>
                  </a:cubicBezTo>
                  <a:cubicBezTo>
                    <a:pt x="40945" y="3246"/>
                    <a:pt x="41422" y="2768"/>
                    <a:pt x="41422" y="1971"/>
                  </a:cubicBezTo>
                  <a:cubicBezTo>
                    <a:pt x="41422" y="58"/>
                    <a:pt x="39516" y="58"/>
                    <a:pt x="38245" y="5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8" name="Freeform: Shape 177">
              <a:extLst>
                <a:ext uri="{FF2B5EF4-FFF2-40B4-BE49-F238E27FC236}">
                  <a16:creationId xmlns:a16="http://schemas.microsoft.com/office/drawing/2014/main" id="{0B578F87-79E1-1F0F-D9BA-39BA4D23F3EA}"/>
                </a:ext>
              </a:extLst>
            </p:cNvPr>
            <p:cNvSpPr/>
            <p:nvPr>
              <p:custDataLst>
                <p:tags r:id="rId28"/>
              </p:custDataLst>
            </p:nvPr>
          </p:nvSpPr>
          <p:spPr>
            <a:xfrm>
              <a:off x="4392729" y="6640634"/>
              <a:ext cx="126287" cy="108885"/>
            </a:xfrm>
            <a:custGeom>
              <a:avLst/>
              <a:gdLst>
                <a:gd name="connsiteX0" fmla="*/ 98612 w 126287"/>
                <a:gd name="connsiteY0" fmla="*/ 19189 h 108885"/>
                <a:gd name="connsiteX1" fmla="*/ 108302 w 126287"/>
                <a:gd name="connsiteY1" fmla="*/ 10739 h 108885"/>
                <a:gd name="connsiteX2" fmla="*/ 122758 w 126287"/>
                <a:gd name="connsiteY2" fmla="*/ 5797 h 108885"/>
                <a:gd name="connsiteX3" fmla="*/ 126411 w 126287"/>
                <a:gd name="connsiteY3" fmla="*/ 2290 h 108885"/>
                <a:gd name="connsiteX4" fmla="*/ 124187 w 126287"/>
                <a:gd name="connsiteY4" fmla="*/ 58 h 108885"/>
                <a:gd name="connsiteX5" fmla="*/ 111320 w 126287"/>
                <a:gd name="connsiteY5" fmla="*/ 696 h 108885"/>
                <a:gd name="connsiteX6" fmla="*/ 94800 w 126287"/>
                <a:gd name="connsiteY6" fmla="*/ 58 h 108885"/>
                <a:gd name="connsiteX7" fmla="*/ 91622 w 126287"/>
                <a:gd name="connsiteY7" fmla="*/ 3565 h 108885"/>
                <a:gd name="connsiteX8" fmla="*/ 94482 w 126287"/>
                <a:gd name="connsiteY8" fmla="*/ 5797 h 108885"/>
                <a:gd name="connsiteX9" fmla="*/ 99089 w 126287"/>
                <a:gd name="connsiteY9" fmla="*/ 8826 h 108885"/>
                <a:gd name="connsiteX10" fmla="*/ 97023 w 126287"/>
                <a:gd name="connsiteY10" fmla="*/ 12971 h 108885"/>
                <a:gd name="connsiteX11" fmla="*/ 94323 w 126287"/>
                <a:gd name="connsiteY11" fmla="*/ 16478 h 108885"/>
                <a:gd name="connsiteX12" fmla="*/ 54610 w 126287"/>
                <a:gd name="connsiteY12" fmla="*/ 58088 h 108885"/>
                <a:gd name="connsiteX13" fmla="*/ 33641 w 126287"/>
                <a:gd name="connsiteY13" fmla="*/ 11377 h 108885"/>
                <a:gd name="connsiteX14" fmla="*/ 32529 w 126287"/>
                <a:gd name="connsiteY14" fmla="*/ 8667 h 108885"/>
                <a:gd name="connsiteX15" fmla="*/ 41107 w 126287"/>
                <a:gd name="connsiteY15" fmla="*/ 5797 h 108885"/>
                <a:gd name="connsiteX16" fmla="*/ 45237 w 126287"/>
                <a:gd name="connsiteY16" fmla="*/ 2290 h 108885"/>
                <a:gd name="connsiteX17" fmla="*/ 42696 w 126287"/>
                <a:gd name="connsiteY17" fmla="*/ 58 h 108885"/>
                <a:gd name="connsiteX18" fmla="*/ 21410 w 126287"/>
                <a:gd name="connsiteY18" fmla="*/ 696 h 108885"/>
                <a:gd name="connsiteX19" fmla="*/ 3300 w 126287"/>
                <a:gd name="connsiteY19" fmla="*/ 58 h 108885"/>
                <a:gd name="connsiteX20" fmla="*/ 123 w 126287"/>
                <a:gd name="connsiteY20" fmla="*/ 3565 h 108885"/>
                <a:gd name="connsiteX21" fmla="*/ 4412 w 126287"/>
                <a:gd name="connsiteY21" fmla="*/ 5797 h 108885"/>
                <a:gd name="connsiteX22" fmla="*/ 15850 w 126287"/>
                <a:gd name="connsiteY22" fmla="*/ 10739 h 108885"/>
                <a:gd name="connsiteX23" fmla="*/ 40472 w 126287"/>
                <a:gd name="connsiteY23" fmla="*/ 65262 h 108885"/>
                <a:gd name="connsiteX24" fmla="*/ 33324 w 126287"/>
                <a:gd name="connsiteY24" fmla="*/ 94436 h 108885"/>
                <a:gd name="connsiteX25" fmla="*/ 18709 w 126287"/>
                <a:gd name="connsiteY25" fmla="*/ 103204 h 108885"/>
                <a:gd name="connsiteX26" fmla="*/ 13943 w 126287"/>
                <a:gd name="connsiteY26" fmla="*/ 106552 h 108885"/>
                <a:gd name="connsiteX27" fmla="*/ 16485 w 126287"/>
                <a:gd name="connsiteY27" fmla="*/ 108943 h 108885"/>
                <a:gd name="connsiteX28" fmla="*/ 26334 w 126287"/>
                <a:gd name="connsiteY28" fmla="*/ 108465 h 108885"/>
                <a:gd name="connsiteX29" fmla="*/ 36818 w 126287"/>
                <a:gd name="connsiteY29" fmla="*/ 108306 h 108885"/>
                <a:gd name="connsiteX30" fmla="*/ 46985 w 126287"/>
                <a:gd name="connsiteY30" fmla="*/ 108465 h 108885"/>
                <a:gd name="connsiteX31" fmla="*/ 57628 w 126287"/>
                <a:gd name="connsiteY31" fmla="*/ 108943 h 108885"/>
                <a:gd name="connsiteX32" fmla="*/ 61123 w 126287"/>
                <a:gd name="connsiteY32" fmla="*/ 105436 h 108885"/>
                <a:gd name="connsiteX33" fmla="*/ 55722 w 126287"/>
                <a:gd name="connsiteY33" fmla="*/ 103204 h 108885"/>
                <a:gd name="connsiteX34" fmla="*/ 49685 w 126287"/>
                <a:gd name="connsiteY34" fmla="*/ 102885 h 108885"/>
                <a:gd name="connsiteX35" fmla="*/ 46191 w 126287"/>
                <a:gd name="connsiteY35" fmla="*/ 100653 h 108885"/>
                <a:gd name="connsiteX36" fmla="*/ 49209 w 126287"/>
                <a:gd name="connsiteY36" fmla="*/ 87740 h 108885"/>
                <a:gd name="connsiteX37" fmla="*/ 54133 w 126287"/>
                <a:gd name="connsiteY37" fmla="*/ 68131 h 108885"/>
                <a:gd name="connsiteX38" fmla="*/ 56357 w 126287"/>
                <a:gd name="connsiteY38" fmla="*/ 63827 h 108885"/>
                <a:gd name="connsiteX39" fmla="*/ 98612 w 126287"/>
                <a:gd name="connsiteY39" fmla="*/ 19189 h 108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6287" h="108885">
                  <a:moveTo>
                    <a:pt x="98612" y="19189"/>
                  </a:moveTo>
                  <a:cubicBezTo>
                    <a:pt x="101630" y="16000"/>
                    <a:pt x="104807" y="13131"/>
                    <a:pt x="108302" y="10739"/>
                  </a:cubicBezTo>
                  <a:cubicBezTo>
                    <a:pt x="114815" y="6275"/>
                    <a:pt x="120693" y="5957"/>
                    <a:pt x="122758" y="5797"/>
                  </a:cubicBezTo>
                  <a:cubicBezTo>
                    <a:pt x="124505" y="5638"/>
                    <a:pt x="126411" y="5638"/>
                    <a:pt x="126411" y="2290"/>
                  </a:cubicBezTo>
                  <a:cubicBezTo>
                    <a:pt x="126411" y="1174"/>
                    <a:pt x="125458" y="58"/>
                    <a:pt x="124187" y="58"/>
                  </a:cubicBezTo>
                  <a:cubicBezTo>
                    <a:pt x="120216" y="58"/>
                    <a:pt x="115450" y="696"/>
                    <a:pt x="111320" y="696"/>
                  </a:cubicBezTo>
                  <a:cubicBezTo>
                    <a:pt x="106237" y="696"/>
                    <a:pt x="99565" y="58"/>
                    <a:pt x="94800" y="58"/>
                  </a:cubicBezTo>
                  <a:cubicBezTo>
                    <a:pt x="94005" y="58"/>
                    <a:pt x="91622" y="58"/>
                    <a:pt x="91622" y="3565"/>
                  </a:cubicBezTo>
                  <a:cubicBezTo>
                    <a:pt x="91622" y="5638"/>
                    <a:pt x="93688" y="5797"/>
                    <a:pt x="94482" y="5797"/>
                  </a:cubicBezTo>
                  <a:cubicBezTo>
                    <a:pt x="99089" y="6116"/>
                    <a:pt x="99089" y="7870"/>
                    <a:pt x="99089" y="8826"/>
                  </a:cubicBezTo>
                  <a:cubicBezTo>
                    <a:pt x="99089" y="10261"/>
                    <a:pt x="98135" y="11536"/>
                    <a:pt x="97023" y="12971"/>
                  </a:cubicBezTo>
                  <a:cubicBezTo>
                    <a:pt x="96070" y="14406"/>
                    <a:pt x="95276" y="15522"/>
                    <a:pt x="94323" y="16478"/>
                  </a:cubicBezTo>
                  <a:lnTo>
                    <a:pt x="54610" y="58088"/>
                  </a:lnTo>
                  <a:lnTo>
                    <a:pt x="33641" y="11377"/>
                  </a:lnTo>
                  <a:cubicBezTo>
                    <a:pt x="32529" y="9145"/>
                    <a:pt x="32529" y="8826"/>
                    <a:pt x="32529" y="8667"/>
                  </a:cubicBezTo>
                  <a:cubicBezTo>
                    <a:pt x="32529" y="5797"/>
                    <a:pt x="40154" y="5797"/>
                    <a:pt x="41107" y="5797"/>
                  </a:cubicBezTo>
                  <a:cubicBezTo>
                    <a:pt x="43172" y="5797"/>
                    <a:pt x="45237" y="5797"/>
                    <a:pt x="45237" y="2290"/>
                  </a:cubicBezTo>
                  <a:cubicBezTo>
                    <a:pt x="45237" y="2131"/>
                    <a:pt x="45237" y="58"/>
                    <a:pt x="42696" y="58"/>
                  </a:cubicBezTo>
                  <a:cubicBezTo>
                    <a:pt x="37930" y="58"/>
                    <a:pt x="26175" y="696"/>
                    <a:pt x="21410" y="696"/>
                  </a:cubicBezTo>
                  <a:cubicBezTo>
                    <a:pt x="17438" y="696"/>
                    <a:pt x="7272" y="58"/>
                    <a:pt x="3300" y="58"/>
                  </a:cubicBezTo>
                  <a:cubicBezTo>
                    <a:pt x="2030" y="58"/>
                    <a:pt x="123" y="536"/>
                    <a:pt x="123" y="3565"/>
                  </a:cubicBezTo>
                  <a:cubicBezTo>
                    <a:pt x="123" y="5797"/>
                    <a:pt x="2188" y="5797"/>
                    <a:pt x="4412" y="5797"/>
                  </a:cubicBezTo>
                  <a:cubicBezTo>
                    <a:pt x="13626" y="5797"/>
                    <a:pt x="14261" y="7232"/>
                    <a:pt x="15850" y="10739"/>
                  </a:cubicBezTo>
                  <a:lnTo>
                    <a:pt x="40472" y="65262"/>
                  </a:lnTo>
                  <a:lnTo>
                    <a:pt x="33324" y="94436"/>
                  </a:lnTo>
                  <a:cubicBezTo>
                    <a:pt x="31258" y="102566"/>
                    <a:pt x="31100" y="103045"/>
                    <a:pt x="18709" y="103204"/>
                  </a:cubicBezTo>
                  <a:cubicBezTo>
                    <a:pt x="16009" y="103204"/>
                    <a:pt x="13943" y="103204"/>
                    <a:pt x="13943" y="106552"/>
                  </a:cubicBezTo>
                  <a:cubicBezTo>
                    <a:pt x="13943" y="108146"/>
                    <a:pt x="15055" y="108943"/>
                    <a:pt x="16485" y="108943"/>
                  </a:cubicBezTo>
                  <a:cubicBezTo>
                    <a:pt x="19503" y="108943"/>
                    <a:pt x="23157" y="108465"/>
                    <a:pt x="26334" y="108465"/>
                  </a:cubicBezTo>
                  <a:cubicBezTo>
                    <a:pt x="29352" y="108465"/>
                    <a:pt x="33959" y="108306"/>
                    <a:pt x="36818" y="108306"/>
                  </a:cubicBezTo>
                  <a:cubicBezTo>
                    <a:pt x="39995" y="108306"/>
                    <a:pt x="43649" y="108465"/>
                    <a:pt x="46985" y="108465"/>
                  </a:cubicBezTo>
                  <a:cubicBezTo>
                    <a:pt x="50321" y="108465"/>
                    <a:pt x="54292" y="108943"/>
                    <a:pt x="57628" y="108943"/>
                  </a:cubicBezTo>
                  <a:cubicBezTo>
                    <a:pt x="58581" y="108943"/>
                    <a:pt x="61123" y="108943"/>
                    <a:pt x="61123" y="105436"/>
                  </a:cubicBezTo>
                  <a:cubicBezTo>
                    <a:pt x="61123" y="103204"/>
                    <a:pt x="59217" y="103204"/>
                    <a:pt x="55722" y="103204"/>
                  </a:cubicBezTo>
                  <a:cubicBezTo>
                    <a:pt x="53180" y="103204"/>
                    <a:pt x="52545" y="103204"/>
                    <a:pt x="49685" y="102885"/>
                  </a:cubicBezTo>
                  <a:cubicBezTo>
                    <a:pt x="46667" y="102566"/>
                    <a:pt x="46191" y="102248"/>
                    <a:pt x="46191" y="100653"/>
                  </a:cubicBezTo>
                  <a:cubicBezTo>
                    <a:pt x="46191" y="99697"/>
                    <a:pt x="48097" y="92045"/>
                    <a:pt x="49209" y="87740"/>
                  </a:cubicBezTo>
                  <a:cubicBezTo>
                    <a:pt x="50480" y="82639"/>
                    <a:pt x="53816" y="68769"/>
                    <a:pt x="54133" y="68131"/>
                  </a:cubicBezTo>
                  <a:cubicBezTo>
                    <a:pt x="54769" y="65740"/>
                    <a:pt x="54769" y="65421"/>
                    <a:pt x="56357" y="63827"/>
                  </a:cubicBezTo>
                  <a:lnTo>
                    <a:pt x="98612" y="1918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79" name="Freeform: Shape 178">
              <a:extLst>
                <a:ext uri="{FF2B5EF4-FFF2-40B4-BE49-F238E27FC236}">
                  <a16:creationId xmlns:a16="http://schemas.microsoft.com/office/drawing/2014/main" id="{84CAEF5E-814C-4BCB-101D-1396297B3B3A}"/>
                </a:ext>
              </a:extLst>
            </p:cNvPr>
            <p:cNvSpPr/>
            <p:nvPr>
              <p:custDataLst>
                <p:tags r:id="rId29"/>
              </p:custDataLst>
            </p:nvPr>
          </p:nvSpPr>
          <p:spPr>
            <a:xfrm>
              <a:off x="4500516" y="6696341"/>
              <a:ext cx="39940" cy="77205"/>
            </a:xfrm>
            <a:custGeom>
              <a:avLst/>
              <a:gdLst>
                <a:gd name="connsiteX0" fmla="*/ 34735 w 39940"/>
                <a:gd name="connsiteY0" fmla="*/ 4956 h 77205"/>
                <a:gd name="connsiteX1" fmla="*/ 29743 w 39940"/>
                <a:gd name="connsiteY1" fmla="*/ 59 h 77205"/>
                <a:gd name="connsiteX2" fmla="*/ 22821 w 39940"/>
                <a:gd name="connsiteY2" fmla="*/ 6891 h 77205"/>
                <a:gd name="connsiteX3" fmla="*/ 27700 w 39940"/>
                <a:gd name="connsiteY3" fmla="*/ 11788 h 77205"/>
                <a:gd name="connsiteX4" fmla="*/ 34735 w 39940"/>
                <a:gd name="connsiteY4" fmla="*/ 4956 h 77205"/>
                <a:gd name="connsiteX5" fmla="*/ 40068 w 39940"/>
                <a:gd name="connsiteY5" fmla="*/ 59615 h 77205"/>
                <a:gd name="connsiteX6" fmla="*/ 37685 w 39940"/>
                <a:gd name="connsiteY6" fmla="*/ 58020 h 77205"/>
                <a:gd name="connsiteX7" fmla="*/ 34962 w 39940"/>
                <a:gd name="connsiteY7" fmla="*/ 60639 h 77205"/>
                <a:gd name="connsiteX8" fmla="*/ 22254 w 39940"/>
                <a:gd name="connsiteY8" fmla="*/ 73393 h 77205"/>
                <a:gd name="connsiteX9" fmla="*/ 18850 w 39940"/>
                <a:gd name="connsiteY9" fmla="*/ 69066 h 77205"/>
                <a:gd name="connsiteX10" fmla="*/ 20325 w 39940"/>
                <a:gd name="connsiteY10" fmla="*/ 63259 h 77205"/>
                <a:gd name="connsiteX11" fmla="*/ 22708 w 39940"/>
                <a:gd name="connsiteY11" fmla="*/ 57109 h 77205"/>
                <a:gd name="connsiteX12" fmla="*/ 29175 w 39940"/>
                <a:gd name="connsiteY12" fmla="*/ 41395 h 77205"/>
                <a:gd name="connsiteX13" fmla="*/ 30764 w 39940"/>
                <a:gd name="connsiteY13" fmla="*/ 35701 h 77205"/>
                <a:gd name="connsiteX14" fmla="*/ 18396 w 39940"/>
                <a:gd name="connsiteY14" fmla="*/ 25680 h 77205"/>
                <a:gd name="connsiteX15" fmla="*/ 128 w 39940"/>
                <a:gd name="connsiteY15" fmla="*/ 43331 h 77205"/>
                <a:gd name="connsiteX16" fmla="*/ 2511 w 39940"/>
                <a:gd name="connsiteY16" fmla="*/ 44925 h 77205"/>
                <a:gd name="connsiteX17" fmla="*/ 5121 w 39940"/>
                <a:gd name="connsiteY17" fmla="*/ 42648 h 77205"/>
                <a:gd name="connsiteX18" fmla="*/ 17942 w 39940"/>
                <a:gd name="connsiteY18" fmla="*/ 29552 h 77205"/>
                <a:gd name="connsiteX19" fmla="*/ 21346 w 39940"/>
                <a:gd name="connsiteY19" fmla="*/ 33879 h 77205"/>
                <a:gd name="connsiteX20" fmla="*/ 20665 w 39940"/>
                <a:gd name="connsiteY20" fmla="*/ 37979 h 77205"/>
                <a:gd name="connsiteX21" fmla="*/ 13177 w 39940"/>
                <a:gd name="connsiteY21" fmla="*/ 56085 h 77205"/>
                <a:gd name="connsiteX22" fmla="*/ 10680 w 39940"/>
                <a:gd name="connsiteY22" fmla="*/ 62120 h 77205"/>
                <a:gd name="connsiteX23" fmla="*/ 9432 w 39940"/>
                <a:gd name="connsiteY23" fmla="*/ 67244 h 77205"/>
                <a:gd name="connsiteX24" fmla="*/ 21800 w 39940"/>
                <a:gd name="connsiteY24" fmla="*/ 77265 h 77205"/>
                <a:gd name="connsiteX25" fmla="*/ 40068 w 39940"/>
                <a:gd name="connsiteY25" fmla="*/ 59615 h 7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40" h="77205">
                  <a:moveTo>
                    <a:pt x="34735" y="4956"/>
                  </a:moveTo>
                  <a:cubicBezTo>
                    <a:pt x="34735" y="2223"/>
                    <a:pt x="32693" y="59"/>
                    <a:pt x="29743" y="59"/>
                  </a:cubicBezTo>
                  <a:cubicBezTo>
                    <a:pt x="26566" y="59"/>
                    <a:pt x="22821" y="3134"/>
                    <a:pt x="22821" y="6891"/>
                  </a:cubicBezTo>
                  <a:cubicBezTo>
                    <a:pt x="22821" y="10080"/>
                    <a:pt x="25317" y="11788"/>
                    <a:pt x="27700" y="11788"/>
                  </a:cubicBezTo>
                  <a:cubicBezTo>
                    <a:pt x="31445" y="11788"/>
                    <a:pt x="34735" y="8372"/>
                    <a:pt x="34735" y="4956"/>
                  </a:cubicBezTo>
                  <a:close/>
                  <a:moveTo>
                    <a:pt x="40068" y="59615"/>
                  </a:moveTo>
                  <a:cubicBezTo>
                    <a:pt x="40068" y="58020"/>
                    <a:pt x="38139" y="58020"/>
                    <a:pt x="37685" y="58020"/>
                  </a:cubicBezTo>
                  <a:cubicBezTo>
                    <a:pt x="35756" y="58020"/>
                    <a:pt x="35643" y="58476"/>
                    <a:pt x="34962" y="60639"/>
                  </a:cubicBezTo>
                  <a:cubicBezTo>
                    <a:pt x="33033" y="66902"/>
                    <a:pt x="27927" y="73393"/>
                    <a:pt x="22254" y="73393"/>
                  </a:cubicBezTo>
                  <a:cubicBezTo>
                    <a:pt x="19644" y="73393"/>
                    <a:pt x="18850" y="71571"/>
                    <a:pt x="18850" y="69066"/>
                  </a:cubicBezTo>
                  <a:cubicBezTo>
                    <a:pt x="18850" y="66675"/>
                    <a:pt x="19417" y="65422"/>
                    <a:pt x="20325" y="63259"/>
                  </a:cubicBezTo>
                  <a:cubicBezTo>
                    <a:pt x="21233" y="60981"/>
                    <a:pt x="22140" y="58704"/>
                    <a:pt x="22708" y="57109"/>
                  </a:cubicBezTo>
                  <a:cubicBezTo>
                    <a:pt x="23162" y="56085"/>
                    <a:pt x="27587" y="45494"/>
                    <a:pt x="29175" y="41395"/>
                  </a:cubicBezTo>
                  <a:cubicBezTo>
                    <a:pt x="30083" y="39117"/>
                    <a:pt x="30764" y="37637"/>
                    <a:pt x="30764" y="35701"/>
                  </a:cubicBezTo>
                  <a:cubicBezTo>
                    <a:pt x="30764" y="30235"/>
                    <a:pt x="25544" y="25680"/>
                    <a:pt x="18396" y="25680"/>
                  </a:cubicBezTo>
                  <a:cubicBezTo>
                    <a:pt x="6482" y="25680"/>
                    <a:pt x="128" y="40256"/>
                    <a:pt x="128" y="43331"/>
                  </a:cubicBezTo>
                  <a:cubicBezTo>
                    <a:pt x="128" y="44925"/>
                    <a:pt x="1943" y="44925"/>
                    <a:pt x="2511" y="44925"/>
                  </a:cubicBezTo>
                  <a:cubicBezTo>
                    <a:pt x="4440" y="44925"/>
                    <a:pt x="4553" y="44356"/>
                    <a:pt x="5121" y="42648"/>
                  </a:cubicBezTo>
                  <a:cubicBezTo>
                    <a:pt x="7617" y="34563"/>
                    <a:pt x="13063" y="29552"/>
                    <a:pt x="17942" y="29552"/>
                  </a:cubicBezTo>
                  <a:cubicBezTo>
                    <a:pt x="20098" y="29552"/>
                    <a:pt x="21346" y="30805"/>
                    <a:pt x="21346" y="33879"/>
                  </a:cubicBezTo>
                  <a:cubicBezTo>
                    <a:pt x="21346" y="34335"/>
                    <a:pt x="21346" y="35815"/>
                    <a:pt x="20665" y="37979"/>
                  </a:cubicBezTo>
                  <a:cubicBezTo>
                    <a:pt x="19871" y="40028"/>
                    <a:pt x="14765" y="52213"/>
                    <a:pt x="13177" y="56085"/>
                  </a:cubicBezTo>
                  <a:cubicBezTo>
                    <a:pt x="12382" y="58020"/>
                    <a:pt x="12382" y="58248"/>
                    <a:pt x="10680" y="62120"/>
                  </a:cubicBezTo>
                  <a:cubicBezTo>
                    <a:pt x="10113" y="63714"/>
                    <a:pt x="9432" y="65308"/>
                    <a:pt x="9432" y="67244"/>
                  </a:cubicBezTo>
                  <a:cubicBezTo>
                    <a:pt x="9432" y="73165"/>
                    <a:pt x="14992" y="77265"/>
                    <a:pt x="21800" y="77265"/>
                  </a:cubicBezTo>
                  <a:cubicBezTo>
                    <a:pt x="33714" y="77265"/>
                    <a:pt x="40068" y="62461"/>
                    <a:pt x="40068" y="5961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0" name="Freeform: Shape 179">
              <a:extLst>
                <a:ext uri="{FF2B5EF4-FFF2-40B4-BE49-F238E27FC236}">
                  <a16:creationId xmlns:a16="http://schemas.microsoft.com/office/drawing/2014/main" id="{2AA24C2F-4E99-C34D-E731-E05D48640AF4}"/>
                </a:ext>
              </a:extLst>
            </p:cNvPr>
            <p:cNvSpPr/>
            <p:nvPr>
              <p:custDataLst>
                <p:tags r:id="rId30"/>
              </p:custDataLst>
            </p:nvPr>
          </p:nvSpPr>
          <p:spPr>
            <a:xfrm>
              <a:off x="4579871" y="6731186"/>
              <a:ext cx="20174" cy="49102"/>
            </a:xfrm>
            <a:custGeom>
              <a:avLst/>
              <a:gdLst>
                <a:gd name="connsiteX0" fmla="*/ 15858 w 20174"/>
                <a:gd name="connsiteY0" fmla="*/ 15841 h 49102"/>
                <a:gd name="connsiteX1" fmla="*/ 3467 w 20174"/>
                <a:gd name="connsiteY1" fmla="*/ 45015 h 49102"/>
                <a:gd name="connsiteX2" fmla="*/ 2355 w 20174"/>
                <a:gd name="connsiteY2" fmla="*/ 46928 h 49102"/>
                <a:gd name="connsiteX3" fmla="*/ 4579 w 20174"/>
                <a:gd name="connsiteY3" fmla="*/ 49160 h 49102"/>
                <a:gd name="connsiteX4" fmla="*/ 20305 w 20174"/>
                <a:gd name="connsiteY4" fmla="*/ 17435 h 49102"/>
                <a:gd name="connsiteX5" fmla="*/ 9186 w 20174"/>
                <a:gd name="connsiteY5" fmla="*/ 58 h 49102"/>
                <a:gd name="connsiteX6" fmla="*/ 131 w 20174"/>
                <a:gd name="connsiteY6" fmla="*/ 9145 h 49102"/>
                <a:gd name="connsiteX7" fmla="*/ 9345 w 20174"/>
                <a:gd name="connsiteY7" fmla="*/ 18392 h 49102"/>
                <a:gd name="connsiteX8" fmla="*/ 15858 w 20174"/>
                <a:gd name="connsiteY8" fmla="*/ 15841 h 4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4" h="49102">
                  <a:moveTo>
                    <a:pt x="15858" y="15841"/>
                  </a:moveTo>
                  <a:cubicBezTo>
                    <a:pt x="15858" y="24609"/>
                    <a:pt x="14269" y="34812"/>
                    <a:pt x="3467" y="45015"/>
                  </a:cubicBezTo>
                  <a:cubicBezTo>
                    <a:pt x="2832" y="45653"/>
                    <a:pt x="2355" y="46131"/>
                    <a:pt x="2355" y="46928"/>
                  </a:cubicBezTo>
                  <a:cubicBezTo>
                    <a:pt x="2355" y="48044"/>
                    <a:pt x="3626" y="49160"/>
                    <a:pt x="4579" y="49160"/>
                  </a:cubicBezTo>
                  <a:cubicBezTo>
                    <a:pt x="6803" y="49160"/>
                    <a:pt x="20305" y="36406"/>
                    <a:pt x="20305" y="17435"/>
                  </a:cubicBezTo>
                  <a:cubicBezTo>
                    <a:pt x="20305" y="7551"/>
                    <a:pt x="16493" y="58"/>
                    <a:pt x="9186" y="58"/>
                  </a:cubicBezTo>
                  <a:cubicBezTo>
                    <a:pt x="3944" y="58"/>
                    <a:pt x="131" y="4203"/>
                    <a:pt x="131" y="9145"/>
                  </a:cubicBezTo>
                  <a:cubicBezTo>
                    <a:pt x="131" y="14247"/>
                    <a:pt x="3785" y="18392"/>
                    <a:pt x="9345" y="18392"/>
                  </a:cubicBezTo>
                  <a:cubicBezTo>
                    <a:pt x="13157" y="18392"/>
                    <a:pt x="15699" y="15841"/>
                    <a:pt x="15858" y="1584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1" name="Freeform: Shape 180">
              <a:extLst>
                <a:ext uri="{FF2B5EF4-FFF2-40B4-BE49-F238E27FC236}">
                  <a16:creationId xmlns:a16="http://schemas.microsoft.com/office/drawing/2014/main" id="{80A838E6-FF3F-CBA1-5647-016673FE6FA7}"/>
                </a:ext>
              </a:extLst>
            </p:cNvPr>
            <p:cNvSpPr/>
            <p:nvPr>
              <p:custDataLst>
                <p:tags r:id="rId31"/>
              </p:custDataLst>
            </p:nvPr>
          </p:nvSpPr>
          <p:spPr>
            <a:xfrm>
              <a:off x="4623919" y="6640634"/>
              <a:ext cx="140266" cy="108885"/>
            </a:xfrm>
            <a:custGeom>
              <a:avLst/>
              <a:gdLst>
                <a:gd name="connsiteX0" fmla="*/ 80513 w 140266"/>
                <a:gd name="connsiteY0" fmla="*/ 48044 h 108885"/>
                <a:gd name="connsiteX1" fmla="*/ 95604 w 140266"/>
                <a:gd name="connsiteY1" fmla="*/ 32899 h 108885"/>
                <a:gd name="connsiteX2" fmla="*/ 136429 w 140266"/>
                <a:gd name="connsiteY2" fmla="*/ 5797 h 108885"/>
                <a:gd name="connsiteX3" fmla="*/ 140400 w 140266"/>
                <a:gd name="connsiteY3" fmla="*/ 2449 h 108885"/>
                <a:gd name="connsiteX4" fmla="*/ 138177 w 140266"/>
                <a:gd name="connsiteY4" fmla="*/ 58 h 108885"/>
                <a:gd name="connsiteX5" fmla="*/ 123244 w 140266"/>
                <a:gd name="connsiteY5" fmla="*/ 696 h 108885"/>
                <a:gd name="connsiteX6" fmla="*/ 104817 w 140266"/>
                <a:gd name="connsiteY6" fmla="*/ 58 h 108885"/>
                <a:gd name="connsiteX7" fmla="*/ 101640 w 140266"/>
                <a:gd name="connsiteY7" fmla="*/ 3565 h 108885"/>
                <a:gd name="connsiteX8" fmla="*/ 104023 w 140266"/>
                <a:gd name="connsiteY8" fmla="*/ 5797 h 108885"/>
                <a:gd name="connsiteX9" fmla="*/ 109424 w 140266"/>
                <a:gd name="connsiteY9" fmla="*/ 9783 h 108885"/>
                <a:gd name="connsiteX10" fmla="*/ 105453 w 140266"/>
                <a:gd name="connsiteY10" fmla="*/ 16319 h 108885"/>
                <a:gd name="connsiteX11" fmla="*/ 78130 w 140266"/>
                <a:gd name="connsiteY11" fmla="*/ 43261 h 108885"/>
                <a:gd name="connsiteX12" fmla="*/ 62086 w 140266"/>
                <a:gd name="connsiteY12" fmla="*/ 12015 h 108885"/>
                <a:gd name="connsiteX13" fmla="*/ 61292 w 140266"/>
                <a:gd name="connsiteY13" fmla="*/ 9783 h 108885"/>
                <a:gd name="connsiteX14" fmla="*/ 69711 w 140266"/>
                <a:gd name="connsiteY14" fmla="*/ 5797 h 108885"/>
                <a:gd name="connsiteX15" fmla="*/ 73047 w 140266"/>
                <a:gd name="connsiteY15" fmla="*/ 2290 h 108885"/>
                <a:gd name="connsiteX16" fmla="*/ 70346 w 140266"/>
                <a:gd name="connsiteY16" fmla="*/ 58 h 108885"/>
                <a:gd name="connsiteX17" fmla="*/ 59703 w 140266"/>
                <a:gd name="connsiteY17" fmla="*/ 536 h 108885"/>
                <a:gd name="connsiteX18" fmla="*/ 49378 w 140266"/>
                <a:gd name="connsiteY18" fmla="*/ 696 h 108885"/>
                <a:gd name="connsiteX19" fmla="*/ 40006 w 140266"/>
                <a:gd name="connsiteY19" fmla="*/ 536 h 108885"/>
                <a:gd name="connsiteX20" fmla="*/ 31427 w 140266"/>
                <a:gd name="connsiteY20" fmla="*/ 58 h 108885"/>
                <a:gd name="connsiteX21" fmla="*/ 28092 w 140266"/>
                <a:gd name="connsiteY21" fmla="*/ 3565 h 108885"/>
                <a:gd name="connsiteX22" fmla="*/ 32698 w 140266"/>
                <a:gd name="connsiteY22" fmla="*/ 5797 h 108885"/>
                <a:gd name="connsiteX23" fmla="*/ 44295 w 140266"/>
                <a:gd name="connsiteY23" fmla="*/ 10580 h 108885"/>
                <a:gd name="connsiteX24" fmla="*/ 66534 w 140266"/>
                <a:gd name="connsiteY24" fmla="*/ 54580 h 108885"/>
                <a:gd name="connsiteX25" fmla="*/ 57638 w 140266"/>
                <a:gd name="connsiteY25" fmla="*/ 63508 h 108885"/>
                <a:gd name="connsiteX26" fmla="*/ 44295 w 140266"/>
                <a:gd name="connsiteY26" fmla="*/ 76581 h 108885"/>
                <a:gd name="connsiteX27" fmla="*/ 4105 w 140266"/>
                <a:gd name="connsiteY27" fmla="*/ 103204 h 108885"/>
                <a:gd name="connsiteX28" fmla="*/ 134 w 140266"/>
                <a:gd name="connsiteY28" fmla="*/ 106711 h 108885"/>
                <a:gd name="connsiteX29" fmla="*/ 2357 w 140266"/>
                <a:gd name="connsiteY29" fmla="*/ 108943 h 108885"/>
                <a:gd name="connsiteX30" fmla="*/ 17131 w 140266"/>
                <a:gd name="connsiteY30" fmla="*/ 108306 h 108885"/>
                <a:gd name="connsiteX31" fmla="*/ 26503 w 140266"/>
                <a:gd name="connsiteY31" fmla="*/ 108465 h 108885"/>
                <a:gd name="connsiteX32" fmla="*/ 35558 w 140266"/>
                <a:gd name="connsiteY32" fmla="*/ 108943 h 108885"/>
                <a:gd name="connsiteX33" fmla="*/ 38894 w 140266"/>
                <a:gd name="connsiteY33" fmla="*/ 105595 h 108885"/>
                <a:gd name="connsiteX34" fmla="*/ 36034 w 140266"/>
                <a:gd name="connsiteY34" fmla="*/ 103204 h 108885"/>
                <a:gd name="connsiteX35" fmla="*/ 31110 w 140266"/>
                <a:gd name="connsiteY35" fmla="*/ 99219 h 108885"/>
                <a:gd name="connsiteX36" fmla="*/ 36670 w 140266"/>
                <a:gd name="connsiteY36" fmla="*/ 91088 h 108885"/>
                <a:gd name="connsiteX37" fmla="*/ 68917 w 140266"/>
                <a:gd name="connsiteY37" fmla="*/ 59363 h 108885"/>
                <a:gd name="connsiteX38" fmla="*/ 88138 w 140266"/>
                <a:gd name="connsiteY38" fmla="*/ 97146 h 108885"/>
                <a:gd name="connsiteX39" fmla="*/ 89091 w 140266"/>
                <a:gd name="connsiteY39" fmla="*/ 99219 h 108885"/>
                <a:gd name="connsiteX40" fmla="*/ 80672 w 140266"/>
                <a:gd name="connsiteY40" fmla="*/ 103204 h 108885"/>
                <a:gd name="connsiteX41" fmla="*/ 77177 w 140266"/>
                <a:gd name="connsiteY41" fmla="*/ 106711 h 108885"/>
                <a:gd name="connsiteX42" fmla="*/ 79878 w 140266"/>
                <a:gd name="connsiteY42" fmla="*/ 108943 h 108885"/>
                <a:gd name="connsiteX43" fmla="*/ 90521 w 140266"/>
                <a:gd name="connsiteY43" fmla="*/ 108465 h 108885"/>
                <a:gd name="connsiteX44" fmla="*/ 100846 w 140266"/>
                <a:gd name="connsiteY44" fmla="*/ 108306 h 108885"/>
                <a:gd name="connsiteX45" fmla="*/ 110218 w 140266"/>
                <a:gd name="connsiteY45" fmla="*/ 108465 h 108885"/>
                <a:gd name="connsiteX46" fmla="*/ 118796 w 140266"/>
                <a:gd name="connsiteY46" fmla="*/ 108943 h 108885"/>
                <a:gd name="connsiteX47" fmla="*/ 122132 w 140266"/>
                <a:gd name="connsiteY47" fmla="*/ 105436 h 108885"/>
                <a:gd name="connsiteX48" fmla="*/ 117526 w 140266"/>
                <a:gd name="connsiteY48" fmla="*/ 103204 h 108885"/>
                <a:gd name="connsiteX49" fmla="*/ 106088 w 140266"/>
                <a:gd name="connsiteY49" fmla="*/ 98740 h 108885"/>
                <a:gd name="connsiteX50" fmla="*/ 80513 w 140266"/>
                <a:gd name="connsiteY50" fmla="*/ 48044 h 108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0266" h="108885">
                  <a:moveTo>
                    <a:pt x="80513" y="48044"/>
                  </a:moveTo>
                  <a:lnTo>
                    <a:pt x="95604" y="32899"/>
                  </a:lnTo>
                  <a:cubicBezTo>
                    <a:pt x="115937" y="12812"/>
                    <a:pt x="122132" y="6594"/>
                    <a:pt x="136429" y="5797"/>
                  </a:cubicBezTo>
                  <a:cubicBezTo>
                    <a:pt x="138494" y="5638"/>
                    <a:pt x="140400" y="5638"/>
                    <a:pt x="140400" y="2449"/>
                  </a:cubicBezTo>
                  <a:cubicBezTo>
                    <a:pt x="140400" y="536"/>
                    <a:pt x="138653" y="58"/>
                    <a:pt x="138177" y="58"/>
                  </a:cubicBezTo>
                  <a:cubicBezTo>
                    <a:pt x="133570" y="58"/>
                    <a:pt x="128010" y="696"/>
                    <a:pt x="123244" y="696"/>
                  </a:cubicBezTo>
                  <a:cubicBezTo>
                    <a:pt x="119114" y="696"/>
                    <a:pt x="108948" y="58"/>
                    <a:pt x="104817" y="58"/>
                  </a:cubicBezTo>
                  <a:cubicBezTo>
                    <a:pt x="103547" y="58"/>
                    <a:pt x="101640" y="536"/>
                    <a:pt x="101640" y="3565"/>
                  </a:cubicBezTo>
                  <a:cubicBezTo>
                    <a:pt x="101640" y="3725"/>
                    <a:pt x="101640" y="5638"/>
                    <a:pt x="104023" y="5797"/>
                  </a:cubicBezTo>
                  <a:cubicBezTo>
                    <a:pt x="105453" y="5957"/>
                    <a:pt x="109424" y="6275"/>
                    <a:pt x="109424" y="9783"/>
                  </a:cubicBezTo>
                  <a:cubicBezTo>
                    <a:pt x="109424" y="12174"/>
                    <a:pt x="107041" y="14725"/>
                    <a:pt x="105453" y="16319"/>
                  </a:cubicBezTo>
                  <a:cubicBezTo>
                    <a:pt x="104182" y="17435"/>
                    <a:pt x="84008" y="37203"/>
                    <a:pt x="78130" y="43261"/>
                  </a:cubicBezTo>
                  <a:lnTo>
                    <a:pt x="62086" y="12015"/>
                  </a:lnTo>
                  <a:cubicBezTo>
                    <a:pt x="61768" y="11536"/>
                    <a:pt x="61292" y="10420"/>
                    <a:pt x="61292" y="9783"/>
                  </a:cubicBezTo>
                  <a:cubicBezTo>
                    <a:pt x="61292" y="8667"/>
                    <a:pt x="64310" y="6116"/>
                    <a:pt x="69711" y="5797"/>
                  </a:cubicBezTo>
                  <a:cubicBezTo>
                    <a:pt x="70823" y="5797"/>
                    <a:pt x="73047" y="5638"/>
                    <a:pt x="73047" y="2290"/>
                  </a:cubicBezTo>
                  <a:cubicBezTo>
                    <a:pt x="73047" y="2131"/>
                    <a:pt x="72888" y="58"/>
                    <a:pt x="70346" y="58"/>
                  </a:cubicBezTo>
                  <a:cubicBezTo>
                    <a:pt x="67011" y="58"/>
                    <a:pt x="63039" y="536"/>
                    <a:pt x="59703" y="536"/>
                  </a:cubicBezTo>
                  <a:cubicBezTo>
                    <a:pt x="56367" y="536"/>
                    <a:pt x="52714" y="696"/>
                    <a:pt x="49378" y="696"/>
                  </a:cubicBezTo>
                  <a:cubicBezTo>
                    <a:pt x="46677" y="696"/>
                    <a:pt x="42865" y="696"/>
                    <a:pt x="40006" y="536"/>
                  </a:cubicBezTo>
                  <a:cubicBezTo>
                    <a:pt x="37305" y="377"/>
                    <a:pt x="33969" y="58"/>
                    <a:pt x="31427" y="58"/>
                  </a:cubicBezTo>
                  <a:cubicBezTo>
                    <a:pt x="30633" y="58"/>
                    <a:pt x="28092" y="58"/>
                    <a:pt x="28092" y="3565"/>
                  </a:cubicBezTo>
                  <a:cubicBezTo>
                    <a:pt x="28092" y="5797"/>
                    <a:pt x="30157" y="5797"/>
                    <a:pt x="32698" y="5797"/>
                  </a:cubicBezTo>
                  <a:cubicBezTo>
                    <a:pt x="41912" y="5797"/>
                    <a:pt x="42706" y="7391"/>
                    <a:pt x="44295" y="10580"/>
                  </a:cubicBezTo>
                  <a:lnTo>
                    <a:pt x="66534" y="54580"/>
                  </a:lnTo>
                  <a:lnTo>
                    <a:pt x="57638" y="63508"/>
                  </a:lnTo>
                  <a:cubicBezTo>
                    <a:pt x="54620" y="66378"/>
                    <a:pt x="47154" y="73552"/>
                    <a:pt x="44295" y="76581"/>
                  </a:cubicBezTo>
                  <a:cubicBezTo>
                    <a:pt x="24915" y="95871"/>
                    <a:pt x="18402" y="102566"/>
                    <a:pt x="4105" y="103204"/>
                  </a:cubicBezTo>
                  <a:cubicBezTo>
                    <a:pt x="1881" y="103364"/>
                    <a:pt x="134" y="103364"/>
                    <a:pt x="134" y="106711"/>
                  </a:cubicBezTo>
                  <a:cubicBezTo>
                    <a:pt x="134" y="107349"/>
                    <a:pt x="610" y="108943"/>
                    <a:pt x="2357" y="108943"/>
                  </a:cubicBezTo>
                  <a:cubicBezTo>
                    <a:pt x="6964" y="108943"/>
                    <a:pt x="12365" y="108306"/>
                    <a:pt x="17131" y="108306"/>
                  </a:cubicBezTo>
                  <a:cubicBezTo>
                    <a:pt x="19831" y="108306"/>
                    <a:pt x="23803" y="108306"/>
                    <a:pt x="26503" y="108465"/>
                  </a:cubicBezTo>
                  <a:cubicBezTo>
                    <a:pt x="29362" y="108625"/>
                    <a:pt x="32857" y="108943"/>
                    <a:pt x="35558" y="108943"/>
                  </a:cubicBezTo>
                  <a:cubicBezTo>
                    <a:pt x="36352" y="108943"/>
                    <a:pt x="38894" y="108943"/>
                    <a:pt x="38894" y="105595"/>
                  </a:cubicBezTo>
                  <a:cubicBezTo>
                    <a:pt x="38894" y="103364"/>
                    <a:pt x="36987" y="103204"/>
                    <a:pt x="36034" y="103204"/>
                  </a:cubicBezTo>
                  <a:cubicBezTo>
                    <a:pt x="34446" y="103045"/>
                    <a:pt x="31110" y="102566"/>
                    <a:pt x="31110" y="99219"/>
                  </a:cubicBezTo>
                  <a:cubicBezTo>
                    <a:pt x="31110" y="96668"/>
                    <a:pt x="33175" y="94595"/>
                    <a:pt x="36670" y="91088"/>
                  </a:cubicBezTo>
                  <a:lnTo>
                    <a:pt x="68917" y="59363"/>
                  </a:lnTo>
                  <a:lnTo>
                    <a:pt x="88138" y="97146"/>
                  </a:lnTo>
                  <a:cubicBezTo>
                    <a:pt x="88932" y="98740"/>
                    <a:pt x="89091" y="99059"/>
                    <a:pt x="89091" y="99219"/>
                  </a:cubicBezTo>
                  <a:cubicBezTo>
                    <a:pt x="89091" y="100175"/>
                    <a:pt x="86232" y="102726"/>
                    <a:pt x="80672" y="103204"/>
                  </a:cubicBezTo>
                  <a:cubicBezTo>
                    <a:pt x="79242" y="103364"/>
                    <a:pt x="77177" y="103364"/>
                    <a:pt x="77177" y="106711"/>
                  </a:cubicBezTo>
                  <a:cubicBezTo>
                    <a:pt x="77177" y="106871"/>
                    <a:pt x="77336" y="108943"/>
                    <a:pt x="79878" y="108943"/>
                  </a:cubicBezTo>
                  <a:cubicBezTo>
                    <a:pt x="83213" y="108943"/>
                    <a:pt x="87185" y="108465"/>
                    <a:pt x="90521" y="108465"/>
                  </a:cubicBezTo>
                  <a:cubicBezTo>
                    <a:pt x="93857" y="108465"/>
                    <a:pt x="97510" y="108306"/>
                    <a:pt x="100846" y="108306"/>
                  </a:cubicBezTo>
                  <a:cubicBezTo>
                    <a:pt x="103547" y="108306"/>
                    <a:pt x="107359" y="108306"/>
                    <a:pt x="110218" y="108465"/>
                  </a:cubicBezTo>
                  <a:cubicBezTo>
                    <a:pt x="112919" y="108625"/>
                    <a:pt x="116255" y="108943"/>
                    <a:pt x="118796" y="108943"/>
                  </a:cubicBezTo>
                  <a:cubicBezTo>
                    <a:pt x="119591" y="108943"/>
                    <a:pt x="122132" y="108943"/>
                    <a:pt x="122132" y="105436"/>
                  </a:cubicBezTo>
                  <a:cubicBezTo>
                    <a:pt x="122132" y="103204"/>
                    <a:pt x="120067" y="103204"/>
                    <a:pt x="117526" y="103204"/>
                  </a:cubicBezTo>
                  <a:cubicBezTo>
                    <a:pt x="108312" y="103204"/>
                    <a:pt x="107518" y="101451"/>
                    <a:pt x="106088" y="98740"/>
                  </a:cubicBezTo>
                  <a:lnTo>
                    <a:pt x="80513" y="48044"/>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2" name="Freeform: Shape 181">
              <a:extLst>
                <a:ext uri="{FF2B5EF4-FFF2-40B4-BE49-F238E27FC236}">
                  <a16:creationId xmlns:a16="http://schemas.microsoft.com/office/drawing/2014/main" id="{ECA9DC1D-20DF-7293-4FC7-ED09EA3D340F}"/>
                </a:ext>
              </a:extLst>
            </p:cNvPr>
            <p:cNvSpPr/>
            <p:nvPr>
              <p:custDataLst>
                <p:tags r:id="rId32"/>
              </p:custDataLst>
            </p:nvPr>
          </p:nvSpPr>
          <p:spPr>
            <a:xfrm>
              <a:off x="4775125" y="6696341"/>
              <a:ext cx="39940" cy="77205"/>
            </a:xfrm>
            <a:custGeom>
              <a:avLst/>
              <a:gdLst>
                <a:gd name="connsiteX0" fmla="*/ 34747 w 39940"/>
                <a:gd name="connsiteY0" fmla="*/ 4956 h 77205"/>
                <a:gd name="connsiteX1" fmla="*/ 29755 w 39940"/>
                <a:gd name="connsiteY1" fmla="*/ 59 h 77205"/>
                <a:gd name="connsiteX2" fmla="*/ 22833 w 39940"/>
                <a:gd name="connsiteY2" fmla="*/ 6891 h 77205"/>
                <a:gd name="connsiteX3" fmla="*/ 27712 w 39940"/>
                <a:gd name="connsiteY3" fmla="*/ 11788 h 77205"/>
                <a:gd name="connsiteX4" fmla="*/ 34747 w 39940"/>
                <a:gd name="connsiteY4" fmla="*/ 4956 h 77205"/>
                <a:gd name="connsiteX5" fmla="*/ 40080 w 39940"/>
                <a:gd name="connsiteY5" fmla="*/ 59615 h 77205"/>
                <a:gd name="connsiteX6" fmla="*/ 37697 w 39940"/>
                <a:gd name="connsiteY6" fmla="*/ 58020 h 77205"/>
                <a:gd name="connsiteX7" fmla="*/ 34974 w 39940"/>
                <a:gd name="connsiteY7" fmla="*/ 60639 h 77205"/>
                <a:gd name="connsiteX8" fmla="*/ 22266 w 39940"/>
                <a:gd name="connsiteY8" fmla="*/ 73393 h 77205"/>
                <a:gd name="connsiteX9" fmla="*/ 18862 w 39940"/>
                <a:gd name="connsiteY9" fmla="*/ 69066 h 77205"/>
                <a:gd name="connsiteX10" fmla="*/ 20337 w 39940"/>
                <a:gd name="connsiteY10" fmla="*/ 63259 h 77205"/>
                <a:gd name="connsiteX11" fmla="*/ 22720 w 39940"/>
                <a:gd name="connsiteY11" fmla="*/ 57109 h 77205"/>
                <a:gd name="connsiteX12" fmla="*/ 29187 w 39940"/>
                <a:gd name="connsiteY12" fmla="*/ 41395 h 77205"/>
                <a:gd name="connsiteX13" fmla="*/ 30776 w 39940"/>
                <a:gd name="connsiteY13" fmla="*/ 35701 h 77205"/>
                <a:gd name="connsiteX14" fmla="*/ 18408 w 39940"/>
                <a:gd name="connsiteY14" fmla="*/ 25680 h 77205"/>
                <a:gd name="connsiteX15" fmla="*/ 140 w 39940"/>
                <a:gd name="connsiteY15" fmla="*/ 43331 h 77205"/>
                <a:gd name="connsiteX16" fmla="*/ 2523 w 39940"/>
                <a:gd name="connsiteY16" fmla="*/ 44925 h 77205"/>
                <a:gd name="connsiteX17" fmla="*/ 5133 w 39940"/>
                <a:gd name="connsiteY17" fmla="*/ 42648 h 77205"/>
                <a:gd name="connsiteX18" fmla="*/ 17954 w 39940"/>
                <a:gd name="connsiteY18" fmla="*/ 29552 h 77205"/>
                <a:gd name="connsiteX19" fmla="*/ 21358 w 39940"/>
                <a:gd name="connsiteY19" fmla="*/ 33879 h 77205"/>
                <a:gd name="connsiteX20" fmla="*/ 20677 w 39940"/>
                <a:gd name="connsiteY20" fmla="*/ 37979 h 77205"/>
                <a:gd name="connsiteX21" fmla="*/ 13189 w 39940"/>
                <a:gd name="connsiteY21" fmla="*/ 56085 h 77205"/>
                <a:gd name="connsiteX22" fmla="*/ 10692 w 39940"/>
                <a:gd name="connsiteY22" fmla="*/ 62120 h 77205"/>
                <a:gd name="connsiteX23" fmla="*/ 9444 w 39940"/>
                <a:gd name="connsiteY23" fmla="*/ 67244 h 77205"/>
                <a:gd name="connsiteX24" fmla="*/ 21812 w 39940"/>
                <a:gd name="connsiteY24" fmla="*/ 77265 h 77205"/>
                <a:gd name="connsiteX25" fmla="*/ 40080 w 39940"/>
                <a:gd name="connsiteY25" fmla="*/ 59615 h 7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40" h="77205">
                  <a:moveTo>
                    <a:pt x="34747" y="4956"/>
                  </a:moveTo>
                  <a:cubicBezTo>
                    <a:pt x="34747" y="2223"/>
                    <a:pt x="32705" y="59"/>
                    <a:pt x="29755" y="59"/>
                  </a:cubicBezTo>
                  <a:cubicBezTo>
                    <a:pt x="26578" y="59"/>
                    <a:pt x="22833" y="3134"/>
                    <a:pt x="22833" y="6891"/>
                  </a:cubicBezTo>
                  <a:cubicBezTo>
                    <a:pt x="22833" y="10080"/>
                    <a:pt x="25330" y="11788"/>
                    <a:pt x="27712" y="11788"/>
                  </a:cubicBezTo>
                  <a:cubicBezTo>
                    <a:pt x="31457" y="11788"/>
                    <a:pt x="34747" y="8372"/>
                    <a:pt x="34747" y="4956"/>
                  </a:cubicBezTo>
                  <a:close/>
                  <a:moveTo>
                    <a:pt x="40080" y="59615"/>
                  </a:moveTo>
                  <a:cubicBezTo>
                    <a:pt x="40080" y="58020"/>
                    <a:pt x="38151" y="58020"/>
                    <a:pt x="37697" y="58020"/>
                  </a:cubicBezTo>
                  <a:cubicBezTo>
                    <a:pt x="35768" y="58020"/>
                    <a:pt x="35655" y="58476"/>
                    <a:pt x="34974" y="60639"/>
                  </a:cubicBezTo>
                  <a:cubicBezTo>
                    <a:pt x="33045" y="66902"/>
                    <a:pt x="27939" y="73393"/>
                    <a:pt x="22266" y="73393"/>
                  </a:cubicBezTo>
                  <a:cubicBezTo>
                    <a:pt x="19656" y="73393"/>
                    <a:pt x="18862" y="71571"/>
                    <a:pt x="18862" y="69066"/>
                  </a:cubicBezTo>
                  <a:cubicBezTo>
                    <a:pt x="18862" y="66675"/>
                    <a:pt x="19429" y="65422"/>
                    <a:pt x="20337" y="63259"/>
                  </a:cubicBezTo>
                  <a:cubicBezTo>
                    <a:pt x="21245" y="60981"/>
                    <a:pt x="22152" y="58704"/>
                    <a:pt x="22720" y="57109"/>
                  </a:cubicBezTo>
                  <a:cubicBezTo>
                    <a:pt x="23174" y="56085"/>
                    <a:pt x="27599" y="45494"/>
                    <a:pt x="29187" y="41395"/>
                  </a:cubicBezTo>
                  <a:cubicBezTo>
                    <a:pt x="30095" y="39117"/>
                    <a:pt x="30776" y="37637"/>
                    <a:pt x="30776" y="35701"/>
                  </a:cubicBezTo>
                  <a:cubicBezTo>
                    <a:pt x="30776" y="30235"/>
                    <a:pt x="25556" y="25680"/>
                    <a:pt x="18408" y="25680"/>
                  </a:cubicBezTo>
                  <a:cubicBezTo>
                    <a:pt x="6494" y="25680"/>
                    <a:pt x="140" y="40256"/>
                    <a:pt x="140" y="43331"/>
                  </a:cubicBezTo>
                  <a:cubicBezTo>
                    <a:pt x="140" y="44925"/>
                    <a:pt x="1956" y="44925"/>
                    <a:pt x="2523" y="44925"/>
                  </a:cubicBezTo>
                  <a:cubicBezTo>
                    <a:pt x="4452" y="44925"/>
                    <a:pt x="4565" y="44356"/>
                    <a:pt x="5133" y="42648"/>
                  </a:cubicBezTo>
                  <a:cubicBezTo>
                    <a:pt x="7629" y="34563"/>
                    <a:pt x="13075" y="29552"/>
                    <a:pt x="17954" y="29552"/>
                  </a:cubicBezTo>
                  <a:cubicBezTo>
                    <a:pt x="20110" y="29552"/>
                    <a:pt x="21358" y="30805"/>
                    <a:pt x="21358" y="33879"/>
                  </a:cubicBezTo>
                  <a:cubicBezTo>
                    <a:pt x="21358" y="34335"/>
                    <a:pt x="21358" y="35815"/>
                    <a:pt x="20677" y="37979"/>
                  </a:cubicBezTo>
                  <a:cubicBezTo>
                    <a:pt x="19883" y="40028"/>
                    <a:pt x="14777" y="52213"/>
                    <a:pt x="13189" y="56085"/>
                  </a:cubicBezTo>
                  <a:cubicBezTo>
                    <a:pt x="12394" y="58020"/>
                    <a:pt x="12394" y="58248"/>
                    <a:pt x="10692" y="62120"/>
                  </a:cubicBezTo>
                  <a:cubicBezTo>
                    <a:pt x="10125" y="63714"/>
                    <a:pt x="9444" y="65308"/>
                    <a:pt x="9444" y="67244"/>
                  </a:cubicBezTo>
                  <a:cubicBezTo>
                    <a:pt x="9444" y="73165"/>
                    <a:pt x="15004" y="77265"/>
                    <a:pt x="21812" y="77265"/>
                  </a:cubicBezTo>
                  <a:cubicBezTo>
                    <a:pt x="33726" y="77265"/>
                    <a:pt x="40080" y="62461"/>
                    <a:pt x="40080" y="59615"/>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3" name="Freeform: Shape 182">
              <a:extLst>
                <a:ext uri="{FF2B5EF4-FFF2-40B4-BE49-F238E27FC236}">
                  <a16:creationId xmlns:a16="http://schemas.microsoft.com/office/drawing/2014/main" id="{9B329C9A-C016-1B26-6B08-DFF5082A962E}"/>
                </a:ext>
              </a:extLst>
            </p:cNvPr>
            <p:cNvSpPr/>
            <p:nvPr>
              <p:custDataLst>
                <p:tags r:id="rId33"/>
              </p:custDataLst>
            </p:nvPr>
          </p:nvSpPr>
          <p:spPr>
            <a:xfrm>
              <a:off x="4847966" y="6629953"/>
              <a:ext cx="41142" cy="159262"/>
            </a:xfrm>
            <a:custGeom>
              <a:avLst/>
              <a:gdLst>
                <a:gd name="connsiteX0" fmla="*/ 3161 w 41142"/>
                <a:gd name="connsiteY0" fmla="*/ 58 h 159262"/>
                <a:gd name="connsiteX1" fmla="*/ 143 w 41142"/>
                <a:gd name="connsiteY1" fmla="*/ 1971 h 159262"/>
                <a:gd name="connsiteX2" fmla="*/ 1573 w 41142"/>
                <a:gd name="connsiteY2" fmla="*/ 4362 h 159262"/>
                <a:gd name="connsiteX3" fmla="*/ 30484 w 41142"/>
                <a:gd name="connsiteY3" fmla="*/ 79610 h 159262"/>
                <a:gd name="connsiteX4" fmla="*/ 3003 w 41142"/>
                <a:gd name="connsiteY4" fmla="*/ 153741 h 159262"/>
                <a:gd name="connsiteX5" fmla="*/ 143 w 41142"/>
                <a:gd name="connsiteY5" fmla="*/ 157408 h 159262"/>
                <a:gd name="connsiteX6" fmla="*/ 2208 w 41142"/>
                <a:gd name="connsiteY6" fmla="*/ 159321 h 159262"/>
                <a:gd name="connsiteX7" fmla="*/ 29690 w 41142"/>
                <a:gd name="connsiteY7" fmla="*/ 128871 h 159262"/>
                <a:gd name="connsiteX8" fmla="*/ 41286 w 41142"/>
                <a:gd name="connsiteY8" fmla="*/ 79769 h 159262"/>
                <a:gd name="connsiteX9" fmla="*/ 3161 w 41142"/>
                <a:gd name="connsiteY9" fmla="*/ 58 h 15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2" h="159262">
                  <a:moveTo>
                    <a:pt x="3161" y="58"/>
                  </a:moveTo>
                  <a:cubicBezTo>
                    <a:pt x="2049" y="58"/>
                    <a:pt x="143" y="58"/>
                    <a:pt x="143" y="1971"/>
                  </a:cubicBezTo>
                  <a:cubicBezTo>
                    <a:pt x="143" y="2768"/>
                    <a:pt x="620" y="3246"/>
                    <a:pt x="1573" y="4362"/>
                  </a:cubicBezTo>
                  <a:cubicBezTo>
                    <a:pt x="15234" y="16957"/>
                    <a:pt x="30484" y="38479"/>
                    <a:pt x="30484" y="79610"/>
                  </a:cubicBezTo>
                  <a:cubicBezTo>
                    <a:pt x="30484" y="112929"/>
                    <a:pt x="20159" y="138118"/>
                    <a:pt x="3003" y="153741"/>
                  </a:cubicBezTo>
                  <a:cubicBezTo>
                    <a:pt x="302" y="156451"/>
                    <a:pt x="143" y="156611"/>
                    <a:pt x="143" y="157408"/>
                  </a:cubicBezTo>
                  <a:cubicBezTo>
                    <a:pt x="143" y="158205"/>
                    <a:pt x="620" y="159321"/>
                    <a:pt x="2208" y="159321"/>
                  </a:cubicBezTo>
                  <a:cubicBezTo>
                    <a:pt x="4115" y="159321"/>
                    <a:pt x="19206" y="148799"/>
                    <a:pt x="29690" y="128871"/>
                  </a:cubicBezTo>
                  <a:cubicBezTo>
                    <a:pt x="36679" y="115639"/>
                    <a:pt x="41286" y="98422"/>
                    <a:pt x="41286" y="79769"/>
                  </a:cubicBezTo>
                  <a:cubicBezTo>
                    <a:pt x="41286" y="57291"/>
                    <a:pt x="34614" y="22377"/>
                    <a:pt x="3161" y="5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4" name="Freeform: Shape 183">
              <a:extLst>
                <a:ext uri="{FF2B5EF4-FFF2-40B4-BE49-F238E27FC236}">
                  <a16:creationId xmlns:a16="http://schemas.microsoft.com/office/drawing/2014/main" id="{9E13B36A-7E17-406A-DABB-ED300ED33DC8}"/>
                </a:ext>
              </a:extLst>
            </p:cNvPr>
            <p:cNvSpPr/>
            <p:nvPr>
              <p:custDataLst>
                <p:tags r:id="rId34"/>
              </p:custDataLst>
            </p:nvPr>
          </p:nvSpPr>
          <p:spPr>
            <a:xfrm>
              <a:off x="3882148" y="6798485"/>
              <a:ext cx="1025455" cy="9109"/>
            </a:xfrm>
            <a:custGeom>
              <a:avLst/>
              <a:gdLst>
                <a:gd name="connsiteX0" fmla="*/ 0 w 1025455"/>
                <a:gd name="connsiteY0" fmla="*/ 0 h 9109"/>
                <a:gd name="connsiteX1" fmla="*/ 1025455 w 1025455"/>
                <a:gd name="connsiteY1" fmla="*/ 0 h 9109"/>
                <a:gd name="connsiteX2" fmla="*/ 1025455 w 1025455"/>
                <a:gd name="connsiteY2" fmla="*/ 9109 h 9109"/>
                <a:gd name="connsiteX3" fmla="*/ 0 w 1025455"/>
                <a:gd name="connsiteY3" fmla="*/ 9109 h 9109"/>
              </a:gdLst>
              <a:ahLst/>
              <a:cxnLst>
                <a:cxn ang="0">
                  <a:pos x="connsiteX0" y="connsiteY0"/>
                </a:cxn>
                <a:cxn ang="0">
                  <a:pos x="connsiteX1" y="connsiteY1"/>
                </a:cxn>
                <a:cxn ang="0">
                  <a:pos x="connsiteX2" y="connsiteY2"/>
                </a:cxn>
                <a:cxn ang="0">
                  <a:pos x="connsiteX3" y="connsiteY3"/>
                </a:cxn>
              </a:cxnLst>
              <a:rect l="l" t="t" r="r" b="b"/>
              <a:pathLst>
                <a:path w="1025455" h="9109">
                  <a:moveTo>
                    <a:pt x="0" y="0"/>
                  </a:moveTo>
                  <a:lnTo>
                    <a:pt x="1025455" y="0"/>
                  </a:lnTo>
                  <a:lnTo>
                    <a:pt x="1025455" y="9109"/>
                  </a:lnTo>
                  <a:lnTo>
                    <a:pt x="0" y="9109"/>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5" name="Freeform: Shape 184">
              <a:extLst>
                <a:ext uri="{FF2B5EF4-FFF2-40B4-BE49-F238E27FC236}">
                  <a16:creationId xmlns:a16="http://schemas.microsoft.com/office/drawing/2014/main" id="{846A7A6E-DBCE-323A-866C-81D8A850ED36}"/>
                </a:ext>
              </a:extLst>
            </p:cNvPr>
            <p:cNvSpPr/>
            <p:nvPr>
              <p:custDataLst>
                <p:tags r:id="rId35"/>
              </p:custDataLst>
            </p:nvPr>
          </p:nvSpPr>
          <p:spPr>
            <a:xfrm>
              <a:off x="4016030" y="6829626"/>
              <a:ext cx="124222" cy="112073"/>
            </a:xfrm>
            <a:custGeom>
              <a:avLst/>
              <a:gdLst>
                <a:gd name="connsiteX0" fmla="*/ 101137 w 124222"/>
                <a:gd name="connsiteY0" fmla="*/ 19038 h 112073"/>
                <a:gd name="connsiteX1" fmla="*/ 120676 w 124222"/>
                <a:gd name="connsiteY1" fmla="*/ 5805 h 112073"/>
                <a:gd name="connsiteX2" fmla="*/ 124329 w 124222"/>
                <a:gd name="connsiteY2" fmla="*/ 2298 h 112073"/>
                <a:gd name="connsiteX3" fmla="*/ 122105 w 124222"/>
                <a:gd name="connsiteY3" fmla="*/ 66 h 112073"/>
                <a:gd name="connsiteX4" fmla="*/ 109397 w 124222"/>
                <a:gd name="connsiteY4" fmla="*/ 704 h 112073"/>
                <a:gd name="connsiteX5" fmla="*/ 92877 w 124222"/>
                <a:gd name="connsiteY5" fmla="*/ 66 h 112073"/>
                <a:gd name="connsiteX6" fmla="*/ 89700 w 124222"/>
                <a:gd name="connsiteY6" fmla="*/ 3574 h 112073"/>
                <a:gd name="connsiteX7" fmla="*/ 92559 w 124222"/>
                <a:gd name="connsiteY7" fmla="*/ 5805 h 112073"/>
                <a:gd name="connsiteX8" fmla="*/ 99072 w 124222"/>
                <a:gd name="connsiteY8" fmla="*/ 10429 h 112073"/>
                <a:gd name="connsiteX9" fmla="*/ 96213 w 124222"/>
                <a:gd name="connsiteY9" fmla="*/ 16806 h 112073"/>
                <a:gd name="connsiteX10" fmla="*/ 44109 w 124222"/>
                <a:gd name="connsiteY10" fmla="*/ 93966 h 112073"/>
                <a:gd name="connsiteX11" fmla="*/ 29653 w 124222"/>
                <a:gd name="connsiteY11" fmla="*/ 12501 h 112073"/>
                <a:gd name="connsiteX12" fmla="*/ 29336 w 124222"/>
                <a:gd name="connsiteY12" fmla="*/ 10110 h 112073"/>
                <a:gd name="connsiteX13" fmla="*/ 39343 w 124222"/>
                <a:gd name="connsiteY13" fmla="*/ 5805 h 112073"/>
                <a:gd name="connsiteX14" fmla="*/ 44109 w 124222"/>
                <a:gd name="connsiteY14" fmla="*/ 2298 h 112073"/>
                <a:gd name="connsiteX15" fmla="*/ 41408 w 124222"/>
                <a:gd name="connsiteY15" fmla="*/ 66 h 112073"/>
                <a:gd name="connsiteX16" fmla="*/ 20916 w 124222"/>
                <a:gd name="connsiteY16" fmla="*/ 704 h 112073"/>
                <a:gd name="connsiteX17" fmla="*/ 3284 w 124222"/>
                <a:gd name="connsiteY17" fmla="*/ 66 h 112073"/>
                <a:gd name="connsiteX18" fmla="*/ 107 w 124222"/>
                <a:gd name="connsiteY18" fmla="*/ 3574 h 112073"/>
                <a:gd name="connsiteX19" fmla="*/ 4078 w 124222"/>
                <a:gd name="connsiteY19" fmla="*/ 5805 h 112073"/>
                <a:gd name="connsiteX20" fmla="*/ 13927 w 124222"/>
                <a:gd name="connsiteY20" fmla="*/ 10907 h 112073"/>
                <a:gd name="connsiteX21" fmla="*/ 31242 w 124222"/>
                <a:gd name="connsiteY21" fmla="*/ 107836 h 112073"/>
                <a:gd name="connsiteX22" fmla="*/ 35054 w 124222"/>
                <a:gd name="connsiteY22" fmla="*/ 112140 h 112073"/>
                <a:gd name="connsiteX23" fmla="*/ 40455 w 124222"/>
                <a:gd name="connsiteY23" fmla="*/ 108633 h 112073"/>
                <a:gd name="connsiteX24" fmla="*/ 101137 w 124222"/>
                <a:gd name="connsiteY24" fmla="*/ 19038 h 11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222" h="112073">
                  <a:moveTo>
                    <a:pt x="101137" y="19038"/>
                  </a:moveTo>
                  <a:cubicBezTo>
                    <a:pt x="107015" y="10429"/>
                    <a:pt x="112098" y="6443"/>
                    <a:pt x="120676" y="5805"/>
                  </a:cubicBezTo>
                  <a:cubicBezTo>
                    <a:pt x="122582" y="5646"/>
                    <a:pt x="124329" y="5487"/>
                    <a:pt x="124329" y="2298"/>
                  </a:cubicBezTo>
                  <a:cubicBezTo>
                    <a:pt x="124329" y="1820"/>
                    <a:pt x="124012" y="66"/>
                    <a:pt x="122105" y="66"/>
                  </a:cubicBezTo>
                  <a:cubicBezTo>
                    <a:pt x="118293" y="66"/>
                    <a:pt x="113369" y="704"/>
                    <a:pt x="109397" y="704"/>
                  </a:cubicBezTo>
                  <a:cubicBezTo>
                    <a:pt x="104314" y="704"/>
                    <a:pt x="97642" y="66"/>
                    <a:pt x="92877" y="66"/>
                  </a:cubicBezTo>
                  <a:cubicBezTo>
                    <a:pt x="91447" y="66"/>
                    <a:pt x="89700" y="545"/>
                    <a:pt x="89700" y="3574"/>
                  </a:cubicBezTo>
                  <a:cubicBezTo>
                    <a:pt x="89700" y="5646"/>
                    <a:pt x="91923" y="5805"/>
                    <a:pt x="92559" y="5805"/>
                  </a:cubicBezTo>
                  <a:cubicBezTo>
                    <a:pt x="97642" y="6124"/>
                    <a:pt x="99072" y="8037"/>
                    <a:pt x="99072" y="10429"/>
                  </a:cubicBezTo>
                  <a:cubicBezTo>
                    <a:pt x="99072" y="12661"/>
                    <a:pt x="97960" y="14255"/>
                    <a:pt x="96213" y="16806"/>
                  </a:cubicBezTo>
                  <a:lnTo>
                    <a:pt x="44109" y="93966"/>
                  </a:lnTo>
                  <a:lnTo>
                    <a:pt x="29653" y="12501"/>
                  </a:lnTo>
                  <a:cubicBezTo>
                    <a:pt x="29336" y="11066"/>
                    <a:pt x="29336" y="10748"/>
                    <a:pt x="29336" y="10110"/>
                  </a:cubicBezTo>
                  <a:cubicBezTo>
                    <a:pt x="29336" y="5805"/>
                    <a:pt x="38231" y="5805"/>
                    <a:pt x="39343" y="5805"/>
                  </a:cubicBezTo>
                  <a:cubicBezTo>
                    <a:pt x="42044" y="5805"/>
                    <a:pt x="44109" y="5805"/>
                    <a:pt x="44109" y="2298"/>
                  </a:cubicBezTo>
                  <a:cubicBezTo>
                    <a:pt x="44109" y="2139"/>
                    <a:pt x="43950" y="66"/>
                    <a:pt x="41408" y="66"/>
                  </a:cubicBezTo>
                  <a:cubicBezTo>
                    <a:pt x="36802" y="66"/>
                    <a:pt x="25523" y="704"/>
                    <a:pt x="20916" y="704"/>
                  </a:cubicBezTo>
                  <a:cubicBezTo>
                    <a:pt x="16945" y="704"/>
                    <a:pt x="7255" y="66"/>
                    <a:pt x="3284" y="66"/>
                  </a:cubicBezTo>
                  <a:cubicBezTo>
                    <a:pt x="1854" y="66"/>
                    <a:pt x="107" y="545"/>
                    <a:pt x="107" y="3574"/>
                  </a:cubicBezTo>
                  <a:cubicBezTo>
                    <a:pt x="107" y="5805"/>
                    <a:pt x="2331" y="5805"/>
                    <a:pt x="4078" y="5805"/>
                  </a:cubicBezTo>
                  <a:cubicBezTo>
                    <a:pt x="12974" y="5805"/>
                    <a:pt x="13133" y="6762"/>
                    <a:pt x="13927" y="10907"/>
                  </a:cubicBezTo>
                  <a:lnTo>
                    <a:pt x="31242" y="107836"/>
                  </a:lnTo>
                  <a:cubicBezTo>
                    <a:pt x="31877" y="111184"/>
                    <a:pt x="32036" y="112140"/>
                    <a:pt x="35054" y="112140"/>
                  </a:cubicBezTo>
                  <a:cubicBezTo>
                    <a:pt x="38072" y="112140"/>
                    <a:pt x="38867" y="111024"/>
                    <a:pt x="40455" y="108633"/>
                  </a:cubicBezTo>
                  <a:lnTo>
                    <a:pt x="101137" y="19038"/>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6" name="Freeform: Shape 185">
              <a:extLst>
                <a:ext uri="{FF2B5EF4-FFF2-40B4-BE49-F238E27FC236}">
                  <a16:creationId xmlns:a16="http://schemas.microsoft.com/office/drawing/2014/main" id="{8B8FA165-3BDB-E21F-9FB2-3749EF4940E1}"/>
                </a:ext>
              </a:extLst>
            </p:cNvPr>
            <p:cNvSpPr/>
            <p:nvPr>
              <p:custDataLst>
                <p:tags r:id="rId36"/>
              </p:custDataLst>
            </p:nvPr>
          </p:nvSpPr>
          <p:spPr>
            <a:xfrm>
              <a:off x="4158782" y="6824844"/>
              <a:ext cx="119616" cy="113668"/>
            </a:xfrm>
            <a:custGeom>
              <a:avLst/>
              <a:gdLst>
                <a:gd name="connsiteX0" fmla="*/ 23782 w 119616"/>
                <a:gd name="connsiteY0" fmla="*/ 94604 h 113668"/>
                <a:gd name="connsiteX1" fmla="*/ 3767 w 119616"/>
                <a:gd name="connsiteY1" fmla="*/ 107995 h 113668"/>
                <a:gd name="connsiteX2" fmla="*/ 113 w 119616"/>
                <a:gd name="connsiteY2" fmla="*/ 111343 h 113668"/>
                <a:gd name="connsiteX3" fmla="*/ 2337 w 119616"/>
                <a:gd name="connsiteY3" fmla="*/ 113734 h 113668"/>
                <a:gd name="connsiteX4" fmla="*/ 15998 w 119616"/>
                <a:gd name="connsiteY4" fmla="*/ 113097 h 113668"/>
                <a:gd name="connsiteX5" fmla="*/ 32360 w 119616"/>
                <a:gd name="connsiteY5" fmla="*/ 113734 h 113668"/>
                <a:gd name="connsiteX6" fmla="*/ 35537 w 119616"/>
                <a:gd name="connsiteY6" fmla="*/ 110227 h 113668"/>
                <a:gd name="connsiteX7" fmla="*/ 32837 w 119616"/>
                <a:gd name="connsiteY7" fmla="*/ 107995 h 113668"/>
                <a:gd name="connsiteX8" fmla="*/ 25847 w 119616"/>
                <a:gd name="connsiteY8" fmla="*/ 103212 h 113668"/>
                <a:gd name="connsiteX9" fmla="*/ 28230 w 119616"/>
                <a:gd name="connsiteY9" fmla="*/ 97154 h 113668"/>
                <a:gd name="connsiteX10" fmla="*/ 40938 w 119616"/>
                <a:gd name="connsiteY10" fmla="*/ 77386 h 113668"/>
                <a:gd name="connsiteX11" fmla="*/ 86370 w 119616"/>
                <a:gd name="connsiteY11" fmla="*/ 77386 h 113668"/>
                <a:gd name="connsiteX12" fmla="*/ 90183 w 119616"/>
                <a:gd name="connsiteY12" fmla="*/ 103850 h 113668"/>
                <a:gd name="connsiteX13" fmla="*/ 79222 w 119616"/>
                <a:gd name="connsiteY13" fmla="*/ 107995 h 113668"/>
                <a:gd name="connsiteX14" fmla="*/ 75092 w 119616"/>
                <a:gd name="connsiteY14" fmla="*/ 111502 h 113668"/>
                <a:gd name="connsiteX15" fmla="*/ 77633 w 119616"/>
                <a:gd name="connsiteY15" fmla="*/ 113734 h 113668"/>
                <a:gd name="connsiteX16" fmla="*/ 98125 w 119616"/>
                <a:gd name="connsiteY16" fmla="*/ 113097 h 113668"/>
                <a:gd name="connsiteX17" fmla="*/ 107497 w 119616"/>
                <a:gd name="connsiteY17" fmla="*/ 113256 h 113668"/>
                <a:gd name="connsiteX18" fmla="*/ 116552 w 119616"/>
                <a:gd name="connsiteY18" fmla="*/ 113734 h 113668"/>
                <a:gd name="connsiteX19" fmla="*/ 119729 w 119616"/>
                <a:gd name="connsiteY19" fmla="*/ 110386 h 113668"/>
                <a:gd name="connsiteX20" fmla="*/ 115281 w 119616"/>
                <a:gd name="connsiteY20" fmla="*/ 107995 h 113668"/>
                <a:gd name="connsiteX21" fmla="*/ 105274 w 119616"/>
                <a:gd name="connsiteY21" fmla="*/ 102894 h 113668"/>
                <a:gd name="connsiteX22" fmla="*/ 91295 w 119616"/>
                <a:gd name="connsiteY22" fmla="*/ 4530 h 113668"/>
                <a:gd name="connsiteX23" fmla="*/ 87482 w 119616"/>
                <a:gd name="connsiteY23" fmla="*/ 66 h 113668"/>
                <a:gd name="connsiteX24" fmla="*/ 82081 w 119616"/>
                <a:gd name="connsiteY24" fmla="*/ 3733 h 113668"/>
                <a:gd name="connsiteX25" fmla="*/ 23782 w 119616"/>
                <a:gd name="connsiteY25" fmla="*/ 94604 h 113668"/>
                <a:gd name="connsiteX26" fmla="*/ 44751 w 119616"/>
                <a:gd name="connsiteY26" fmla="*/ 71647 h 113668"/>
                <a:gd name="connsiteX27" fmla="*/ 78110 w 119616"/>
                <a:gd name="connsiteY27" fmla="*/ 19516 h 113668"/>
                <a:gd name="connsiteX28" fmla="*/ 85576 w 119616"/>
                <a:gd name="connsiteY28" fmla="*/ 71647 h 113668"/>
                <a:gd name="connsiteX29" fmla="*/ 44751 w 119616"/>
                <a:gd name="connsiteY29" fmla="*/ 71647 h 11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9616" h="113668">
                  <a:moveTo>
                    <a:pt x="23782" y="94604"/>
                  </a:moveTo>
                  <a:cubicBezTo>
                    <a:pt x="18222" y="103212"/>
                    <a:pt x="13139" y="107357"/>
                    <a:pt x="3767" y="107995"/>
                  </a:cubicBezTo>
                  <a:cubicBezTo>
                    <a:pt x="2178" y="108155"/>
                    <a:pt x="113" y="108155"/>
                    <a:pt x="113" y="111343"/>
                  </a:cubicBezTo>
                  <a:cubicBezTo>
                    <a:pt x="113" y="113097"/>
                    <a:pt x="1543" y="113734"/>
                    <a:pt x="2337" y="113734"/>
                  </a:cubicBezTo>
                  <a:cubicBezTo>
                    <a:pt x="6467" y="113734"/>
                    <a:pt x="11709" y="113097"/>
                    <a:pt x="15998" y="113097"/>
                  </a:cubicBezTo>
                  <a:cubicBezTo>
                    <a:pt x="21082" y="113097"/>
                    <a:pt x="27595" y="113734"/>
                    <a:pt x="32360" y="113734"/>
                  </a:cubicBezTo>
                  <a:cubicBezTo>
                    <a:pt x="33154" y="113734"/>
                    <a:pt x="35537" y="113734"/>
                    <a:pt x="35537" y="110227"/>
                  </a:cubicBezTo>
                  <a:cubicBezTo>
                    <a:pt x="35537" y="108155"/>
                    <a:pt x="33472" y="107995"/>
                    <a:pt x="32837" y="107995"/>
                  </a:cubicBezTo>
                  <a:cubicBezTo>
                    <a:pt x="31566" y="107836"/>
                    <a:pt x="25847" y="107517"/>
                    <a:pt x="25847" y="103212"/>
                  </a:cubicBezTo>
                  <a:cubicBezTo>
                    <a:pt x="25847" y="101299"/>
                    <a:pt x="27436" y="98589"/>
                    <a:pt x="28230" y="97154"/>
                  </a:cubicBezTo>
                  <a:lnTo>
                    <a:pt x="40938" y="77386"/>
                  </a:lnTo>
                  <a:lnTo>
                    <a:pt x="86370" y="77386"/>
                  </a:lnTo>
                  <a:lnTo>
                    <a:pt x="90183" y="103850"/>
                  </a:lnTo>
                  <a:cubicBezTo>
                    <a:pt x="89547" y="105444"/>
                    <a:pt x="88594" y="107995"/>
                    <a:pt x="79222" y="107995"/>
                  </a:cubicBezTo>
                  <a:cubicBezTo>
                    <a:pt x="77315" y="107995"/>
                    <a:pt x="75092" y="107995"/>
                    <a:pt x="75092" y="111502"/>
                  </a:cubicBezTo>
                  <a:cubicBezTo>
                    <a:pt x="75092" y="112140"/>
                    <a:pt x="75568" y="113734"/>
                    <a:pt x="77633" y="113734"/>
                  </a:cubicBezTo>
                  <a:cubicBezTo>
                    <a:pt x="82240" y="113734"/>
                    <a:pt x="93518" y="113097"/>
                    <a:pt x="98125" y="113097"/>
                  </a:cubicBezTo>
                  <a:cubicBezTo>
                    <a:pt x="100985" y="113097"/>
                    <a:pt x="104638" y="113256"/>
                    <a:pt x="107497" y="113256"/>
                  </a:cubicBezTo>
                  <a:cubicBezTo>
                    <a:pt x="110357" y="113415"/>
                    <a:pt x="113693" y="113734"/>
                    <a:pt x="116552" y="113734"/>
                  </a:cubicBezTo>
                  <a:cubicBezTo>
                    <a:pt x="118617" y="113734"/>
                    <a:pt x="119729" y="112459"/>
                    <a:pt x="119729" y="110386"/>
                  </a:cubicBezTo>
                  <a:cubicBezTo>
                    <a:pt x="119729" y="107995"/>
                    <a:pt x="117823" y="107995"/>
                    <a:pt x="115281" y="107995"/>
                  </a:cubicBezTo>
                  <a:cubicBezTo>
                    <a:pt x="106068" y="107995"/>
                    <a:pt x="105750" y="106720"/>
                    <a:pt x="105274" y="102894"/>
                  </a:cubicBezTo>
                  <a:lnTo>
                    <a:pt x="91295" y="4530"/>
                  </a:lnTo>
                  <a:cubicBezTo>
                    <a:pt x="90818" y="1182"/>
                    <a:pt x="90500" y="66"/>
                    <a:pt x="87482" y="66"/>
                  </a:cubicBezTo>
                  <a:cubicBezTo>
                    <a:pt x="84464" y="66"/>
                    <a:pt x="83511" y="1501"/>
                    <a:pt x="82081" y="3733"/>
                  </a:cubicBezTo>
                  <a:lnTo>
                    <a:pt x="23782" y="94604"/>
                  </a:lnTo>
                  <a:close/>
                  <a:moveTo>
                    <a:pt x="44751" y="71647"/>
                  </a:moveTo>
                  <a:lnTo>
                    <a:pt x="78110" y="19516"/>
                  </a:lnTo>
                  <a:lnTo>
                    <a:pt x="85576" y="71647"/>
                  </a:lnTo>
                  <a:lnTo>
                    <a:pt x="44751" y="7164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7" name="Freeform: Shape 186">
              <a:extLst>
                <a:ext uri="{FF2B5EF4-FFF2-40B4-BE49-F238E27FC236}">
                  <a16:creationId xmlns:a16="http://schemas.microsoft.com/office/drawing/2014/main" id="{7E3986EF-C320-4ADC-0354-41B6E3B90453}"/>
                </a:ext>
              </a:extLst>
            </p:cNvPr>
            <p:cNvSpPr/>
            <p:nvPr>
              <p:custDataLst>
                <p:tags r:id="rId37"/>
              </p:custDataLst>
            </p:nvPr>
          </p:nvSpPr>
          <p:spPr>
            <a:xfrm>
              <a:off x="4297481" y="6829626"/>
              <a:ext cx="123587" cy="112073"/>
            </a:xfrm>
            <a:custGeom>
              <a:avLst/>
              <a:gdLst>
                <a:gd name="connsiteX0" fmla="*/ 54447 w 123587"/>
                <a:gd name="connsiteY0" fmla="*/ 11226 h 112073"/>
                <a:gd name="connsiteX1" fmla="*/ 59371 w 123587"/>
                <a:gd name="connsiteY1" fmla="*/ 5805 h 112073"/>
                <a:gd name="connsiteX2" fmla="*/ 69538 w 123587"/>
                <a:gd name="connsiteY2" fmla="*/ 5805 h 112073"/>
                <a:gd name="connsiteX3" fmla="*/ 102579 w 123587"/>
                <a:gd name="connsiteY3" fmla="*/ 22226 h 112073"/>
                <a:gd name="connsiteX4" fmla="*/ 92095 w 123587"/>
                <a:gd name="connsiteY4" fmla="*/ 44545 h 112073"/>
                <a:gd name="connsiteX5" fmla="*/ 64772 w 123587"/>
                <a:gd name="connsiteY5" fmla="*/ 52197 h 112073"/>
                <a:gd name="connsiteX6" fmla="*/ 44280 w 123587"/>
                <a:gd name="connsiteY6" fmla="*/ 52197 h 112073"/>
                <a:gd name="connsiteX7" fmla="*/ 54447 w 123587"/>
                <a:gd name="connsiteY7" fmla="*/ 11226 h 112073"/>
                <a:gd name="connsiteX8" fmla="*/ 83199 w 123587"/>
                <a:gd name="connsiteY8" fmla="*/ 54748 h 112073"/>
                <a:gd name="connsiteX9" fmla="*/ 118941 w 123587"/>
                <a:gd name="connsiteY9" fmla="*/ 24617 h 112073"/>
                <a:gd name="connsiteX10" fmla="*/ 79704 w 123587"/>
                <a:gd name="connsiteY10" fmla="*/ 66 h 112073"/>
                <a:gd name="connsiteX11" fmla="*/ 30936 w 123587"/>
                <a:gd name="connsiteY11" fmla="*/ 66 h 112073"/>
                <a:gd name="connsiteX12" fmla="*/ 25853 w 123587"/>
                <a:gd name="connsiteY12" fmla="*/ 3574 h 112073"/>
                <a:gd name="connsiteX13" fmla="*/ 30936 w 123587"/>
                <a:gd name="connsiteY13" fmla="*/ 5805 h 112073"/>
                <a:gd name="connsiteX14" fmla="*/ 36973 w 123587"/>
                <a:gd name="connsiteY14" fmla="*/ 6124 h 112073"/>
                <a:gd name="connsiteX15" fmla="*/ 40626 w 123587"/>
                <a:gd name="connsiteY15" fmla="*/ 8356 h 112073"/>
                <a:gd name="connsiteX16" fmla="*/ 39991 w 123587"/>
                <a:gd name="connsiteY16" fmla="*/ 11864 h 112073"/>
                <a:gd name="connsiteX17" fmla="*/ 18864 w 123587"/>
                <a:gd name="connsiteY17" fmla="*/ 96517 h 112073"/>
                <a:gd name="connsiteX18" fmla="*/ 4885 w 123587"/>
                <a:gd name="connsiteY18" fmla="*/ 103212 h 112073"/>
                <a:gd name="connsiteX19" fmla="*/ 119 w 123587"/>
                <a:gd name="connsiteY19" fmla="*/ 106560 h 112073"/>
                <a:gd name="connsiteX20" fmla="*/ 2661 w 123587"/>
                <a:gd name="connsiteY20" fmla="*/ 108952 h 112073"/>
                <a:gd name="connsiteX21" fmla="*/ 12510 w 123587"/>
                <a:gd name="connsiteY21" fmla="*/ 108473 h 112073"/>
                <a:gd name="connsiteX22" fmla="*/ 22994 w 123587"/>
                <a:gd name="connsiteY22" fmla="*/ 108314 h 112073"/>
                <a:gd name="connsiteX23" fmla="*/ 33160 w 123587"/>
                <a:gd name="connsiteY23" fmla="*/ 108473 h 112073"/>
                <a:gd name="connsiteX24" fmla="*/ 43804 w 123587"/>
                <a:gd name="connsiteY24" fmla="*/ 108952 h 112073"/>
                <a:gd name="connsiteX25" fmla="*/ 47139 w 123587"/>
                <a:gd name="connsiteY25" fmla="*/ 105604 h 112073"/>
                <a:gd name="connsiteX26" fmla="*/ 41897 w 123587"/>
                <a:gd name="connsiteY26" fmla="*/ 103212 h 112073"/>
                <a:gd name="connsiteX27" fmla="*/ 35861 w 123587"/>
                <a:gd name="connsiteY27" fmla="*/ 102894 h 112073"/>
                <a:gd name="connsiteX28" fmla="*/ 32366 w 123587"/>
                <a:gd name="connsiteY28" fmla="*/ 100502 h 112073"/>
                <a:gd name="connsiteX29" fmla="*/ 33002 w 123587"/>
                <a:gd name="connsiteY29" fmla="*/ 96995 h 112073"/>
                <a:gd name="connsiteX30" fmla="*/ 43009 w 123587"/>
                <a:gd name="connsiteY30" fmla="*/ 56661 h 112073"/>
                <a:gd name="connsiteX31" fmla="*/ 64613 w 123587"/>
                <a:gd name="connsiteY31" fmla="*/ 56661 h 112073"/>
                <a:gd name="connsiteX32" fmla="*/ 84152 w 123587"/>
                <a:gd name="connsiteY32" fmla="*/ 71009 h 112073"/>
                <a:gd name="connsiteX33" fmla="*/ 81928 w 123587"/>
                <a:gd name="connsiteY33" fmla="*/ 82169 h 112073"/>
                <a:gd name="connsiteX34" fmla="*/ 79387 w 123587"/>
                <a:gd name="connsiteY34" fmla="*/ 94604 h 112073"/>
                <a:gd name="connsiteX35" fmla="*/ 102738 w 123587"/>
                <a:gd name="connsiteY35" fmla="*/ 112140 h 112073"/>
                <a:gd name="connsiteX36" fmla="*/ 123706 w 123587"/>
                <a:gd name="connsiteY36" fmla="*/ 93647 h 112073"/>
                <a:gd name="connsiteX37" fmla="*/ 121006 w 123587"/>
                <a:gd name="connsiteY37" fmla="*/ 91415 h 112073"/>
                <a:gd name="connsiteX38" fmla="*/ 118147 w 123587"/>
                <a:gd name="connsiteY38" fmla="*/ 94125 h 112073"/>
                <a:gd name="connsiteX39" fmla="*/ 103373 w 123587"/>
                <a:gd name="connsiteY39" fmla="*/ 107676 h 112073"/>
                <a:gd name="connsiteX40" fmla="*/ 96225 w 123587"/>
                <a:gd name="connsiteY40" fmla="*/ 97314 h 112073"/>
                <a:gd name="connsiteX41" fmla="*/ 97813 w 123587"/>
                <a:gd name="connsiteY41" fmla="*/ 80734 h 112073"/>
                <a:gd name="connsiteX42" fmla="*/ 98449 w 123587"/>
                <a:gd name="connsiteY42" fmla="*/ 73241 h 112073"/>
                <a:gd name="connsiteX43" fmla="*/ 94001 w 123587"/>
                <a:gd name="connsiteY43" fmla="*/ 61444 h 112073"/>
                <a:gd name="connsiteX44" fmla="*/ 83199 w 123587"/>
                <a:gd name="connsiteY44" fmla="*/ 54748 h 11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3587" h="112073">
                  <a:moveTo>
                    <a:pt x="54447" y="11226"/>
                  </a:moveTo>
                  <a:cubicBezTo>
                    <a:pt x="55559" y="6762"/>
                    <a:pt x="55876" y="6284"/>
                    <a:pt x="59371" y="5805"/>
                  </a:cubicBezTo>
                  <a:lnTo>
                    <a:pt x="69538" y="5805"/>
                  </a:lnTo>
                  <a:cubicBezTo>
                    <a:pt x="84311" y="5805"/>
                    <a:pt x="102579" y="5805"/>
                    <a:pt x="102579" y="22226"/>
                  </a:cubicBezTo>
                  <a:cubicBezTo>
                    <a:pt x="102579" y="28762"/>
                    <a:pt x="99561" y="38806"/>
                    <a:pt x="92095" y="44545"/>
                  </a:cubicBezTo>
                  <a:cubicBezTo>
                    <a:pt x="85582" y="49647"/>
                    <a:pt x="75733" y="52197"/>
                    <a:pt x="64772" y="52197"/>
                  </a:cubicBezTo>
                  <a:lnTo>
                    <a:pt x="44280" y="52197"/>
                  </a:lnTo>
                  <a:lnTo>
                    <a:pt x="54447" y="11226"/>
                  </a:lnTo>
                  <a:close/>
                  <a:moveTo>
                    <a:pt x="83199" y="54748"/>
                  </a:moveTo>
                  <a:cubicBezTo>
                    <a:pt x="102102" y="50284"/>
                    <a:pt x="118941" y="38806"/>
                    <a:pt x="118941" y="24617"/>
                  </a:cubicBezTo>
                  <a:cubicBezTo>
                    <a:pt x="118941" y="10907"/>
                    <a:pt x="102738" y="66"/>
                    <a:pt x="79704" y="66"/>
                  </a:cubicBezTo>
                  <a:lnTo>
                    <a:pt x="30936" y="66"/>
                  </a:lnTo>
                  <a:cubicBezTo>
                    <a:pt x="27918" y="66"/>
                    <a:pt x="25853" y="66"/>
                    <a:pt x="25853" y="3574"/>
                  </a:cubicBezTo>
                  <a:cubicBezTo>
                    <a:pt x="25853" y="5805"/>
                    <a:pt x="27759" y="5805"/>
                    <a:pt x="30936" y="5805"/>
                  </a:cubicBezTo>
                  <a:cubicBezTo>
                    <a:pt x="31095" y="5805"/>
                    <a:pt x="34114" y="5805"/>
                    <a:pt x="36973" y="6124"/>
                  </a:cubicBezTo>
                  <a:cubicBezTo>
                    <a:pt x="40309" y="6443"/>
                    <a:pt x="40626" y="6762"/>
                    <a:pt x="40626" y="8356"/>
                  </a:cubicBezTo>
                  <a:cubicBezTo>
                    <a:pt x="40626" y="8675"/>
                    <a:pt x="40626" y="9472"/>
                    <a:pt x="39991" y="11864"/>
                  </a:cubicBezTo>
                  <a:lnTo>
                    <a:pt x="18864" y="96517"/>
                  </a:lnTo>
                  <a:cubicBezTo>
                    <a:pt x="17593" y="101937"/>
                    <a:pt x="17275" y="103212"/>
                    <a:pt x="4885" y="103212"/>
                  </a:cubicBezTo>
                  <a:cubicBezTo>
                    <a:pt x="2184" y="103212"/>
                    <a:pt x="119" y="103212"/>
                    <a:pt x="119" y="106560"/>
                  </a:cubicBezTo>
                  <a:cubicBezTo>
                    <a:pt x="119" y="108155"/>
                    <a:pt x="1231" y="108952"/>
                    <a:pt x="2661" y="108952"/>
                  </a:cubicBezTo>
                  <a:cubicBezTo>
                    <a:pt x="5679" y="108952"/>
                    <a:pt x="9332" y="108473"/>
                    <a:pt x="12510" y="108473"/>
                  </a:cubicBezTo>
                  <a:cubicBezTo>
                    <a:pt x="15528" y="108473"/>
                    <a:pt x="20134" y="108314"/>
                    <a:pt x="22994" y="108314"/>
                  </a:cubicBezTo>
                  <a:cubicBezTo>
                    <a:pt x="26171" y="108314"/>
                    <a:pt x="29824" y="108473"/>
                    <a:pt x="33160" y="108473"/>
                  </a:cubicBezTo>
                  <a:cubicBezTo>
                    <a:pt x="36496" y="108473"/>
                    <a:pt x="40468" y="108952"/>
                    <a:pt x="43804" y="108952"/>
                  </a:cubicBezTo>
                  <a:cubicBezTo>
                    <a:pt x="44598" y="108952"/>
                    <a:pt x="47139" y="108952"/>
                    <a:pt x="47139" y="105604"/>
                  </a:cubicBezTo>
                  <a:cubicBezTo>
                    <a:pt x="47139" y="103212"/>
                    <a:pt x="45551" y="103212"/>
                    <a:pt x="41897" y="103212"/>
                  </a:cubicBezTo>
                  <a:cubicBezTo>
                    <a:pt x="39356" y="103212"/>
                    <a:pt x="38720" y="103212"/>
                    <a:pt x="35861" y="102894"/>
                  </a:cubicBezTo>
                  <a:cubicBezTo>
                    <a:pt x="32366" y="102415"/>
                    <a:pt x="32366" y="102096"/>
                    <a:pt x="32366" y="100502"/>
                  </a:cubicBezTo>
                  <a:cubicBezTo>
                    <a:pt x="32366" y="100343"/>
                    <a:pt x="32366" y="99386"/>
                    <a:pt x="33002" y="96995"/>
                  </a:cubicBezTo>
                  <a:lnTo>
                    <a:pt x="43009" y="56661"/>
                  </a:lnTo>
                  <a:lnTo>
                    <a:pt x="64613" y="56661"/>
                  </a:lnTo>
                  <a:cubicBezTo>
                    <a:pt x="78275" y="56661"/>
                    <a:pt x="84152" y="63516"/>
                    <a:pt x="84152" y="71009"/>
                  </a:cubicBezTo>
                  <a:cubicBezTo>
                    <a:pt x="84152" y="73082"/>
                    <a:pt x="82722" y="78502"/>
                    <a:pt x="81928" y="82169"/>
                  </a:cubicBezTo>
                  <a:cubicBezTo>
                    <a:pt x="80022" y="89502"/>
                    <a:pt x="79387" y="91893"/>
                    <a:pt x="79387" y="94604"/>
                  </a:cubicBezTo>
                  <a:cubicBezTo>
                    <a:pt x="79387" y="107198"/>
                    <a:pt x="90983" y="112140"/>
                    <a:pt x="102738" y="112140"/>
                  </a:cubicBezTo>
                  <a:cubicBezTo>
                    <a:pt x="117352" y="112140"/>
                    <a:pt x="123706" y="96517"/>
                    <a:pt x="123706" y="93647"/>
                  </a:cubicBezTo>
                  <a:cubicBezTo>
                    <a:pt x="123706" y="93169"/>
                    <a:pt x="123389" y="91415"/>
                    <a:pt x="121006" y="91415"/>
                  </a:cubicBezTo>
                  <a:cubicBezTo>
                    <a:pt x="118941" y="91415"/>
                    <a:pt x="118623" y="92531"/>
                    <a:pt x="118147" y="94125"/>
                  </a:cubicBezTo>
                  <a:cubicBezTo>
                    <a:pt x="115923" y="101140"/>
                    <a:pt x="110045" y="107676"/>
                    <a:pt x="103373" y="107676"/>
                  </a:cubicBezTo>
                  <a:cubicBezTo>
                    <a:pt x="99243" y="107676"/>
                    <a:pt x="96225" y="105923"/>
                    <a:pt x="96225" y="97314"/>
                  </a:cubicBezTo>
                  <a:cubicBezTo>
                    <a:pt x="96225" y="93328"/>
                    <a:pt x="97178" y="85038"/>
                    <a:pt x="97813" y="80734"/>
                  </a:cubicBezTo>
                  <a:cubicBezTo>
                    <a:pt x="98449" y="76430"/>
                    <a:pt x="98449" y="74835"/>
                    <a:pt x="98449" y="73241"/>
                  </a:cubicBezTo>
                  <a:cubicBezTo>
                    <a:pt x="98449" y="71328"/>
                    <a:pt x="98449" y="66226"/>
                    <a:pt x="94001" y="61444"/>
                  </a:cubicBezTo>
                  <a:cubicBezTo>
                    <a:pt x="90983" y="58096"/>
                    <a:pt x="86694" y="56023"/>
                    <a:pt x="83199" y="54748"/>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8" name="Freeform: Shape 187">
              <a:extLst>
                <a:ext uri="{FF2B5EF4-FFF2-40B4-BE49-F238E27FC236}">
                  <a16:creationId xmlns:a16="http://schemas.microsoft.com/office/drawing/2014/main" id="{A65F7F6E-243D-0BA6-AB1F-F9243AF88212}"/>
                </a:ext>
              </a:extLst>
            </p:cNvPr>
            <p:cNvSpPr/>
            <p:nvPr>
              <p:custDataLst>
                <p:tags r:id="rId38"/>
              </p:custDataLst>
            </p:nvPr>
          </p:nvSpPr>
          <p:spPr>
            <a:xfrm>
              <a:off x="4441994" y="6818945"/>
              <a:ext cx="41301" cy="159262"/>
            </a:xfrm>
            <a:custGeom>
              <a:avLst/>
              <a:gdLst>
                <a:gd name="connsiteX0" fmla="*/ 38250 w 41301"/>
                <a:gd name="connsiteY0" fmla="*/ 66 h 159262"/>
                <a:gd name="connsiteX1" fmla="*/ 125 w 41301"/>
                <a:gd name="connsiteY1" fmla="*/ 79618 h 159262"/>
                <a:gd name="connsiteX2" fmla="*/ 38250 w 41301"/>
                <a:gd name="connsiteY2" fmla="*/ 159329 h 159262"/>
                <a:gd name="connsiteX3" fmla="*/ 41427 w 41301"/>
                <a:gd name="connsiteY3" fmla="*/ 157416 h 159262"/>
                <a:gd name="connsiteX4" fmla="*/ 39838 w 41301"/>
                <a:gd name="connsiteY4" fmla="*/ 155025 h 159262"/>
                <a:gd name="connsiteX5" fmla="*/ 10927 w 41301"/>
                <a:gd name="connsiteY5" fmla="*/ 79777 h 159262"/>
                <a:gd name="connsiteX6" fmla="*/ 40315 w 41301"/>
                <a:gd name="connsiteY6" fmla="*/ 3892 h 159262"/>
                <a:gd name="connsiteX7" fmla="*/ 41427 w 41301"/>
                <a:gd name="connsiteY7" fmla="*/ 1979 h 159262"/>
                <a:gd name="connsiteX8" fmla="*/ 38250 w 41301"/>
                <a:gd name="connsiteY8" fmla="*/ 66 h 15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01" h="159262">
                  <a:moveTo>
                    <a:pt x="38250" y="66"/>
                  </a:moveTo>
                  <a:cubicBezTo>
                    <a:pt x="8068" y="21429"/>
                    <a:pt x="125" y="55226"/>
                    <a:pt x="125" y="79618"/>
                  </a:cubicBezTo>
                  <a:cubicBezTo>
                    <a:pt x="125" y="102096"/>
                    <a:pt x="6797" y="137010"/>
                    <a:pt x="38250" y="159329"/>
                  </a:cubicBezTo>
                  <a:cubicBezTo>
                    <a:pt x="39521" y="159329"/>
                    <a:pt x="41427" y="159329"/>
                    <a:pt x="41427" y="157416"/>
                  </a:cubicBezTo>
                  <a:cubicBezTo>
                    <a:pt x="41427" y="156459"/>
                    <a:pt x="40950" y="156141"/>
                    <a:pt x="39838" y="155025"/>
                  </a:cubicBezTo>
                  <a:cubicBezTo>
                    <a:pt x="18711" y="135894"/>
                    <a:pt x="10927" y="108792"/>
                    <a:pt x="10927" y="79777"/>
                  </a:cubicBezTo>
                  <a:cubicBezTo>
                    <a:pt x="10927" y="36733"/>
                    <a:pt x="27289" y="15690"/>
                    <a:pt x="40315" y="3892"/>
                  </a:cubicBezTo>
                  <a:cubicBezTo>
                    <a:pt x="40950" y="3255"/>
                    <a:pt x="41427" y="2776"/>
                    <a:pt x="41427" y="1979"/>
                  </a:cubicBezTo>
                  <a:cubicBezTo>
                    <a:pt x="41427" y="66"/>
                    <a:pt x="39521" y="66"/>
                    <a:pt x="38250" y="6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89" name="Freeform: Shape 188">
              <a:extLst>
                <a:ext uri="{FF2B5EF4-FFF2-40B4-BE49-F238E27FC236}">
                  <a16:creationId xmlns:a16="http://schemas.microsoft.com/office/drawing/2014/main" id="{10BA6A8B-DF56-01B6-51A8-AE6D55803FBF}"/>
                </a:ext>
              </a:extLst>
            </p:cNvPr>
            <p:cNvSpPr/>
            <p:nvPr>
              <p:custDataLst>
                <p:tags r:id="rId39"/>
              </p:custDataLst>
            </p:nvPr>
          </p:nvSpPr>
          <p:spPr>
            <a:xfrm>
              <a:off x="4502585" y="6829626"/>
              <a:ext cx="140266" cy="108885"/>
            </a:xfrm>
            <a:custGeom>
              <a:avLst/>
              <a:gdLst>
                <a:gd name="connsiteX0" fmla="*/ 80508 w 140266"/>
                <a:gd name="connsiteY0" fmla="*/ 48052 h 108885"/>
                <a:gd name="connsiteX1" fmla="*/ 95599 w 140266"/>
                <a:gd name="connsiteY1" fmla="*/ 32907 h 108885"/>
                <a:gd name="connsiteX2" fmla="*/ 136424 w 140266"/>
                <a:gd name="connsiteY2" fmla="*/ 5805 h 108885"/>
                <a:gd name="connsiteX3" fmla="*/ 140395 w 140266"/>
                <a:gd name="connsiteY3" fmla="*/ 2458 h 108885"/>
                <a:gd name="connsiteX4" fmla="*/ 138171 w 140266"/>
                <a:gd name="connsiteY4" fmla="*/ 66 h 108885"/>
                <a:gd name="connsiteX5" fmla="*/ 123239 w 140266"/>
                <a:gd name="connsiteY5" fmla="*/ 704 h 108885"/>
                <a:gd name="connsiteX6" fmla="*/ 104812 w 140266"/>
                <a:gd name="connsiteY6" fmla="*/ 66 h 108885"/>
                <a:gd name="connsiteX7" fmla="*/ 101635 w 140266"/>
                <a:gd name="connsiteY7" fmla="*/ 3574 h 108885"/>
                <a:gd name="connsiteX8" fmla="*/ 104018 w 140266"/>
                <a:gd name="connsiteY8" fmla="*/ 5805 h 108885"/>
                <a:gd name="connsiteX9" fmla="*/ 109419 w 140266"/>
                <a:gd name="connsiteY9" fmla="*/ 9791 h 108885"/>
                <a:gd name="connsiteX10" fmla="*/ 105448 w 140266"/>
                <a:gd name="connsiteY10" fmla="*/ 16327 h 108885"/>
                <a:gd name="connsiteX11" fmla="*/ 78125 w 140266"/>
                <a:gd name="connsiteY11" fmla="*/ 43270 h 108885"/>
                <a:gd name="connsiteX12" fmla="*/ 62081 w 140266"/>
                <a:gd name="connsiteY12" fmla="*/ 12023 h 108885"/>
                <a:gd name="connsiteX13" fmla="*/ 61286 w 140266"/>
                <a:gd name="connsiteY13" fmla="*/ 9791 h 108885"/>
                <a:gd name="connsiteX14" fmla="*/ 69706 w 140266"/>
                <a:gd name="connsiteY14" fmla="*/ 5805 h 108885"/>
                <a:gd name="connsiteX15" fmla="*/ 73042 w 140266"/>
                <a:gd name="connsiteY15" fmla="*/ 2298 h 108885"/>
                <a:gd name="connsiteX16" fmla="*/ 70341 w 140266"/>
                <a:gd name="connsiteY16" fmla="*/ 66 h 108885"/>
                <a:gd name="connsiteX17" fmla="*/ 59698 w 140266"/>
                <a:gd name="connsiteY17" fmla="*/ 545 h 108885"/>
                <a:gd name="connsiteX18" fmla="*/ 49373 w 140266"/>
                <a:gd name="connsiteY18" fmla="*/ 704 h 108885"/>
                <a:gd name="connsiteX19" fmla="*/ 40000 w 140266"/>
                <a:gd name="connsiteY19" fmla="*/ 545 h 108885"/>
                <a:gd name="connsiteX20" fmla="*/ 31422 w 140266"/>
                <a:gd name="connsiteY20" fmla="*/ 66 h 108885"/>
                <a:gd name="connsiteX21" fmla="*/ 28086 w 140266"/>
                <a:gd name="connsiteY21" fmla="*/ 3574 h 108885"/>
                <a:gd name="connsiteX22" fmla="*/ 32693 w 140266"/>
                <a:gd name="connsiteY22" fmla="*/ 5805 h 108885"/>
                <a:gd name="connsiteX23" fmla="*/ 44289 w 140266"/>
                <a:gd name="connsiteY23" fmla="*/ 10588 h 108885"/>
                <a:gd name="connsiteX24" fmla="*/ 66529 w 140266"/>
                <a:gd name="connsiteY24" fmla="*/ 54589 h 108885"/>
                <a:gd name="connsiteX25" fmla="*/ 57633 w 140266"/>
                <a:gd name="connsiteY25" fmla="*/ 63516 h 108885"/>
                <a:gd name="connsiteX26" fmla="*/ 44289 w 140266"/>
                <a:gd name="connsiteY26" fmla="*/ 76589 h 108885"/>
                <a:gd name="connsiteX27" fmla="*/ 4100 w 140266"/>
                <a:gd name="connsiteY27" fmla="*/ 103212 h 108885"/>
                <a:gd name="connsiteX28" fmla="*/ 128 w 140266"/>
                <a:gd name="connsiteY28" fmla="*/ 106720 h 108885"/>
                <a:gd name="connsiteX29" fmla="*/ 2352 w 140266"/>
                <a:gd name="connsiteY29" fmla="*/ 108952 h 108885"/>
                <a:gd name="connsiteX30" fmla="*/ 17125 w 140266"/>
                <a:gd name="connsiteY30" fmla="*/ 108314 h 108885"/>
                <a:gd name="connsiteX31" fmla="*/ 26498 w 140266"/>
                <a:gd name="connsiteY31" fmla="*/ 108473 h 108885"/>
                <a:gd name="connsiteX32" fmla="*/ 35552 w 140266"/>
                <a:gd name="connsiteY32" fmla="*/ 108952 h 108885"/>
                <a:gd name="connsiteX33" fmla="*/ 38888 w 140266"/>
                <a:gd name="connsiteY33" fmla="*/ 105604 h 108885"/>
                <a:gd name="connsiteX34" fmla="*/ 36029 w 140266"/>
                <a:gd name="connsiteY34" fmla="*/ 103212 h 108885"/>
                <a:gd name="connsiteX35" fmla="*/ 31104 w 140266"/>
                <a:gd name="connsiteY35" fmla="*/ 99227 h 108885"/>
                <a:gd name="connsiteX36" fmla="*/ 36664 w 140266"/>
                <a:gd name="connsiteY36" fmla="*/ 91096 h 108885"/>
                <a:gd name="connsiteX37" fmla="*/ 68911 w 140266"/>
                <a:gd name="connsiteY37" fmla="*/ 59371 h 108885"/>
                <a:gd name="connsiteX38" fmla="*/ 88133 w 140266"/>
                <a:gd name="connsiteY38" fmla="*/ 97154 h 108885"/>
                <a:gd name="connsiteX39" fmla="*/ 89086 w 140266"/>
                <a:gd name="connsiteY39" fmla="*/ 99227 h 108885"/>
                <a:gd name="connsiteX40" fmla="*/ 80667 w 140266"/>
                <a:gd name="connsiteY40" fmla="*/ 103212 h 108885"/>
                <a:gd name="connsiteX41" fmla="*/ 77172 w 140266"/>
                <a:gd name="connsiteY41" fmla="*/ 106720 h 108885"/>
                <a:gd name="connsiteX42" fmla="*/ 79872 w 140266"/>
                <a:gd name="connsiteY42" fmla="*/ 108952 h 108885"/>
                <a:gd name="connsiteX43" fmla="*/ 90515 w 140266"/>
                <a:gd name="connsiteY43" fmla="*/ 108473 h 108885"/>
                <a:gd name="connsiteX44" fmla="*/ 100841 w 140266"/>
                <a:gd name="connsiteY44" fmla="*/ 108314 h 108885"/>
                <a:gd name="connsiteX45" fmla="*/ 110213 w 140266"/>
                <a:gd name="connsiteY45" fmla="*/ 108473 h 108885"/>
                <a:gd name="connsiteX46" fmla="*/ 118791 w 140266"/>
                <a:gd name="connsiteY46" fmla="*/ 108952 h 108885"/>
                <a:gd name="connsiteX47" fmla="*/ 122127 w 140266"/>
                <a:gd name="connsiteY47" fmla="*/ 105444 h 108885"/>
                <a:gd name="connsiteX48" fmla="*/ 117520 w 140266"/>
                <a:gd name="connsiteY48" fmla="*/ 103212 h 108885"/>
                <a:gd name="connsiteX49" fmla="*/ 106083 w 140266"/>
                <a:gd name="connsiteY49" fmla="*/ 98749 h 108885"/>
                <a:gd name="connsiteX50" fmla="*/ 80508 w 140266"/>
                <a:gd name="connsiteY50" fmla="*/ 48052 h 108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0266" h="108885">
                  <a:moveTo>
                    <a:pt x="80508" y="48052"/>
                  </a:moveTo>
                  <a:lnTo>
                    <a:pt x="95599" y="32907"/>
                  </a:lnTo>
                  <a:cubicBezTo>
                    <a:pt x="115932" y="12820"/>
                    <a:pt x="122127" y="6603"/>
                    <a:pt x="136424" y="5805"/>
                  </a:cubicBezTo>
                  <a:cubicBezTo>
                    <a:pt x="138489" y="5646"/>
                    <a:pt x="140395" y="5646"/>
                    <a:pt x="140395" y="2458"/>
                  </a:cubicBezTo>
                  <a:cubicBezTo>
                    <a:pt x="140395" y="545"/>
                    <a:pt x="138648" y="66"/>
                    <a:pt x="138171" y="66"/>
                  </a:cubicBezTo>
                  <a:cubicBezTo>
                    <a:pt x="133564" y="66"/>
                    <a:pt x="128005" y="704"/>
                    <a:pt x="123239" y="704"/>
                  </a:cubicBezTo>
                  <a:cubicBezTo>
                    <a:pt x="119109" y="704"/>
                    <a:pt x="108942" y="66"/>
                    <a:pt x="104812" y="66"/>
                  </a:cubicBezTo>
                  <a:cubicBezTo>
                    <a:pt x="103541" y="66"/>
                    <a:pt x="101635" y="545"/>
                    <a:pt x="101635" y="3574"/>
                  </a:cubicBezTo>
                  <a:cubicBezTo>
                    <a:pt x="101635" y="3733"/>
                    <a:pt x="101635" y="5646"/>
                    <a:pt x="104018" y="5805"/>
                  </a:cubicBezTo>
                  <a:cubicBezTo>
                    <a:pt x="105448" y="5965"/>
                    <a:pt x="109419" y="6284"/>
                    <a:pt x="109419" y="9791"/>
                  </a:cubicBezTo>
                  <a:cubicBezTo>
                    <a:pt x="109419" y="12182"/>
                    <a:pt x="107036" y="14733"/>
                    <a:pt x="105448" y="16327"/>
                  </a:cubicBezTo>
                  <a:cubicBezTo>
                    <a:pt x="104177" y="17443"/>
                    <a:pt x="84002" y="37212"/>
                    <a:pt x="78125" y="43270"/>
                  </a:cubicBezTo>
                  <a:lnTo>
                    <a:pt x="62081" y="12023"/>
                  </a:lnTo>
                  <a:cubicBezTo>
                    <a:pt x="61763" y="11545"/>
                    <a:pt x="61286" y="10429"/>
                    <a:pt x="61286" y="9791"/>
                  </a:cubicBezTo>
                  <a:cubicBezTo>
                    <a:pt x="61286" y="8675"/>
                    <a:pt x="64305" y="6124"/>
                    <a:pt x="69706" y="5805"/>
                  </a:cubicBezTo>
                  <a:cubicBezTo>
                    <a:pt x="70818" y="5805"/>
                    <a:pt x="73042" y="5646"/>
                    <a:pt x="73042" y="2298"/>
                  </a:cubicBezTo>
                  <a:cubicBezTo>
                    <a:pt x="73042" y="2139"/>
                    <a:pt x="72883" y="66"/>
                    <a:pt x="70341" y="66"/>
                  </a:cubicBezTo>
                  <a:cubicBezTo>
                    <a:pt x="67005" y="66"/>
                    <a:pt x="63034" y="545"/>
                    <a:pt x="59698" y="545"/>
                  </a:cubicBezTo>
                  <a:cubicBezTo>
                    <a:pt x="56362" y="545"/>
                    <a:pt x="52708" y="704"/>
                    <a:pt x="49373" y="704"/>
                  </a:cubicBezTo>
                  <a:cubicBezTo>
                    <a:pt x="46672" y="704"/>
                    <a:pt x="42860" y="704"/>
                    <a:pt x="40000" y="545"/>
                  </a:cubicBezTo>
                  <a:cubicBezTo>
                    <a:pt x="37300" y="385"/>
                    <a:pt x="33964" y="66"/>
                    <a:pt x="31422" y="66"/>
                  </a:cubicBezTo>
                  <a:cubicBezTo>
                    <a:pt x="30628" y="66"/>
                    <a:pt x="28086" y="66"/>
                    <a:pt x="28086" y="3574"/>
                  </a:cubicBezTo>
                  <a:cubicBezTo>
                    <a:pt x="28086" y="5805"/>
                    <a:pt x="30151" y="5805"/>
                    <a:pt x="32693" y="5805"/>
                  </a:cubicBezTo>
                  <a:cubicBezTo>
                    <a:pt x="41906" y="5805"/>
                    <a:pt x="42701" y="7400"/>
                    <a:pt x="44289" y="10588"/>
                  </a:cubicBezTo>
                  <a:lnTo>
                    <a:pt x="66529" y="54589"/>
                  </a:lnTo>
                  <a:lnTo>
                    <a:pt x="57633" y="63516"/>
                  </a:lnTo>
                  <a:cubicBezTo>
                    <a:pt x="54615" y="66386"/>
                    <a:pt x="47149" y="73560"/>
                    <a:pt x="44289" y="76589"/>
                  </a:cubicBezTo>
                  <a:cubicBezTo>
                    <a:pt x="24909" y="95879"/>
                    <a:pt x="18396" y="102575"/>
                    <a:pt x="4100" y="103212"/>
                  </a:cubicBezTo>
                  <a:cubicBezTo>
                    <a:pt x="1876" y="103372"/>
                    <a:pt x="128" y="103372"/>
                    <a:pt x="128" y="106720"/>
                  </a:cubicBezTo>
                  <a:cubicBezTo>
                    <a:pt x="128" y="107357"/>
                    <a:pt x="605" y="108952"/>
                    <a:pt x="2352" y="108952"/>
                  </a:cubicBezTo>
                  <a:cubicBezTo>
                    <a:pt x="6959" y="108952"/>
                    <a:pt x="12360" y="108314"/>
                    <a:pt x="17125" y="108314"/>
                  </a:cubicBezTo>
                  <a:cubicBezTo>
                    <a:pt x="19826" y="108314"/>
                    <a:pt x="23797" y="108314"/>
                    <a:pt x="26498" y="108473"/>
                  </a:cubicBezTo>
                  <a:cubicBezTo>
                    <a:pt x="29357" y="108633"/>
                    <a:pt x="32852" y="108952"/>
                    <a:pt x="35552" y="108952"/>
                  </a:cubicBezTo>
                  <a:cubicBezTo>
                    <a:pt x="36347" y="108952"/>
                    <a:pt x="38888" y="108952"/>
                    <a:pt x="38888" y="105604"/>
                  </a:cubicBezTo>
                  <a:cubicBezTo>
                    <a:pt x="38888" y="103372"/>
                    <a:pt x="36982" y="103212"/>
                    <a:pt x="36029" y="103212"/>
                  </a:cubicBezTo>
                  <a:cubicBezTo>
                    <a:pt x="34440" y="103053"/>
                    <a:pt x="31104" y="102575"/>
                    <a:pt x="31104" y="99227"/>
                  </a:cubicBezTo>
                  <a:cubicBezTo>
                    <a:pt x="31104" y="96676"/>
                    <a:pt x="33170" y="94604"/>
                    <a:pt x="36664" y="91096"/>
                  </a:cubicBezTo>
                  <a:lnTo>
                    <a:pt x="68911" y="59371"/>
                  </a:lnTo>
                  <a:lnTo>
                    <a:pt x="88133" y="97154"/>
                  </a:lnTo>
                  <a:cubicBezTo>
                    <a:pt x="88927" y="98749"/>
                    <a:pt x="89086" y="99067"/>
                    <a:pt x="89086" y="99227"/>
                  </a:cubicBezTo>
                  <a:cubicBezTo>
                    <a:pt x="89086" y="100183"/>
                    <a:pt x="86226" y="102734"/>
                    <a:pt x="80667" y="103212"/>
                  </a:cubicBezTo>
                  <a:cubicBezTo>
                    <a:pt x="79237" y="103372"/>
                    <a:pt x="77172" y="103372"/>
                    <a:pt x="77172" y="106720"/>
                  </a:cubicBezTo>
                  <a:cubicBezTo>
                    <a:pt x="77172" y="106879"/>
                    <a:pt x="77331" y="108952"/>
                    <a:pt x="79872" y="108952"/>
                  </a:cubicBezTo>
                  <a:cubicBezTo>
                    <a:pt x="83208" y="108952"/>
                    <a:pt x="87179" y="108473"/>
                    <a:pt x="90515" y="108473"/>
                  </a:cubicBezTo>
                  <a:cubicBezTo>
                    <a:pt x="93851" y="108473"/>
                    <a:pt x="97505" y="108314"/>
                    <a:pt x="100841" y="108314"/>
                  </a:cubicBezTo>
                  <a:cubicBezTo>
                    <a:pt x="103541" y="108314"/>
                    <a:pt x="107354" y="108314"/>
                    <a:pt x="110213" y="108473"/>
                  </a:cubicBezTo>
                  <a:cubicBezTo>
                    <a:pt x="112914" y="108633"/>
                    <a:pt x="116250" y="108952"/>
                    <a:pt x="118791" y="108952"/>
                  </a:cubicBezTo>
                  <a:cubicBezTo>
                    <a:pt x="119585" y="108952"/>
                    <a:pt x="122127" y="108952"/>
                    <a:pt x="122127" y="105444"/>
                  </a:cubicBezTo>
                  <a:cubicBezTo>
                    <a:pt x="122127" y="103212"/>
                    <a:pt x="120062" y="103212"/>
                    <a:pt x="117520" y="103212"/>
                  </a:cubicBezTo>
                  <a:cubicBezTo>
                    <a:pt x="108307" y="103212"/>
                    <a:pt x="107513" y="101459"/>
                    <a:pt x="106083" y="98749"/>
                  </a:cubicBezTo>
                  <a:lnTo>
                    <a:pt x="80508" y="48052"/>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0" name="Freeform: Shape 189">
              <a:extLst>
                <a:ext uri="{FF2B5EF4-FFF2-40B4-BE49-F238E27FC236}">
                  <a16:creationId xmlns:a16="http://schemas.microsoft.com/office/drawing/2014/main" id="{0EC02A53-9462-7135-DB60-88924C49FD53}"/>
                </a:ext>
              </a:extLst>
            </p:cNvPr>
            <p:cNvSpPr/>
            <p:nvPr>
              <p:custDataLst>
                <p:tags r:id="rId40"/>
              </p:custDataLst>
            </p:nvPr>
          </p:nvSpPr>
          <p:spPr>
            <a:xfrm>
              <a:off x="4653791" y="6885333"/>
              <a:ext cx="39940" cy="77205"/>
            </a:xfrm>
            <a:custGeom>
              <a:avLst/>
              <a:gdLst>
                <a:gd name="connsiteX0" fmla="*/ 34742 w 39940"/>
                <a:gd name="connsiteY0" fmla="*/ 4964 h 77205"/>
                <a:gd name="connsiteX1" fmla="*/ 29749 w 39940"/>
                <a:gd name="connsiteY1" fmla="*/ 67 h 77205"/>
                <a:gd name="connsiteX2" fmla="*/ 22828 w 39940"/>
                <a:gd name="connsiteY2" fmla="*/ 6900 h 77205"/>
                <a:gd name="connsiteX3" fmla="*/ 27707 w 39940"/>
                <a:gd name="connsiteY3" fmla="*/ 11796 h 77205"/>
                <a:gd name="connsiteX4" fmla="*/ 34742 w 39940"/>
                <a:gd name="connsiteY4" fmla="*/ 4964 h 77205"/>
                <a:gd name="connsiteX5" fmla="*/ 40075 w 39940"/>
                <a:gd name="connsiteY5" fmla="*/ 59623 h 77205"/>
                <a:gd name="connsiteX6" fmla="*/ 37692 w 39940"/>
                <a:gd name="connsiteY6" fmla="*/ 58029 h 77205"/>
                <a:gd name="connsiteX7" fmla="*/ 34969 w 39940"/>
                <a:gd name="connsiteY7" fmla="*/ 60648 h 77205"/>
                <a:gd name="connsiteX8" fmla="*/ 22261 w 39940"/>
                <a:gd name="connsiteY8" fmla="*/ 73401 h 77205"/>
                <a:gd name="connsiteX9" fmla="*/ 18857 w 39940"/>
                <a:gd name="connsiteY9" fmla="*/ 69074 h 77205"/>
                <a:gd name="connsiteX10" fmla="*/ 20332 w 39940"/>
                <a:gd name="connsiteY10" fmla="*/ 63267 h 77205"/>
                <a:gd name="connsiteX11" fmla="*/ 22715 w 39940"/>
                <a:gd name="connsiteY11" fmla="*/ 57118 h 77205"/>
                <a:gd name="connsiteX12" fmla="*/ 29182 w 39940"/>
                <a:gd name="connsiteY12" fmla="*/ 41403 h 77205"/>
                <a:gd name="connsiteX13" fmla="*/ 30771 w 39940"/>
                <a:gd name="connsiteY13" fmla="*/ 35710 h 77205"/>
                <a:gd name="connsiteX14" fmla="*/ 18403 w 39940"/>
                <a:gd name="connsiteY14" fmla="*/ 25689 h 77205"/>
                <a:gd name="connsiteX15" fmla="*/ 135 w 39940"/>
                <a:gd name="connsiteY15" fmla="*/ 43339 h 77205"/>
                <a:gd name="connsiteX16" fmla="*/ 2518 w 39940"/>
                <a:gd name="connsiteY16" fmla="*/ 44933 h 77205"/>
                <a:gd name="connsiteX17" fmla="*/ 5127 w 39940"/>
                <a:gd name="connsiteY17" fmla="*/ 42656 h 77205"/>
                <a:gd name="connsiteX18" fmla="*/ 17949 w 39940"/>
                <a:gd name="connsiteY18" fmla="*/ 29560 h 77205"/>
                <a:gd name="connsiteX19" fmla="*/ 21353 w 39940"/>
                <a:gd name="connsiteY19" fmla="*/ 33888 h 77205"/>
                <a:gd name="connsiteX20" fmla="*/ 20672 w 39940"/>
                <a:gd name="connsiteY20" fmla="*/ 37987 h 77205"/>
                <a:gd name="connsiteX21" fmla="*/ 13183 w 39940"/>
                <a:gd name="connsiteY21" fmla="*/ 56093 h 77205"/>
                <a:gd name="connsiteX22" fmla="*/ 10687 w 39940"/>
                <a:gd name="connsiteY22" fmla="*/ 62128 h 77205"/>
                <a:gd name="connsiteX23" fmla="*/ 9439 w 39940"/>
                <a:gd name="connsiteY23" fmla="*/ 67252 h 77205"/>
                <a:gd name="connsiteX24" fmla="*/ 21807 w 39940"/>
                <a:gd name="connsiteY24" fmla="*/ 77273 h 77205"/>
                <a:gd name="connsiteX25" fmla="*/ 40075 w 39940"/>
                <a:gd name="connsiteY25" fmla="*/ 59623 h 7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40" h="77205">
                  <a:moveTo>
                    <a:pt x="34742" y="4964"/>
                  </a:moveTo>
                  <a:cubicBezTo>
                    <a:pt x="34742" y="2231"/>
                    <a:pt x="32700" y="67"/>
                    <a:pt x="29749" y="67"/>
                  </a:cubicBezTo>
                  <a:cubicBezTo>
                    <a:pt x="26572" y="67"/>
                    <a:pt x="22828" y="3142"/>
                    <a:pt x="22828" y="6900"/>
                  </a:cubicBezTo>
                  <a:cubicBezTo>
                    <a:pt x="22828" y="10088"/>
                    <a:pt x="25324" y="11796"/>
                    <a:pt x="27707" y="11796"/>
                  </a:cubicBezTo>
                  <a:cubicBezTo>
                    <a:pt x="31451" y="11796"/>
                    <a:pt x="34742" y="8380"/>
                    <a:pt x="34742" y="4964"/>
                  </a:cubicBezTo>
                  <a:close/>
                  <a:moveTo>
                    <a:pt x="40075" y="59623"/>
                  </a:moveTo>
                  <a:cubicBezTo>
                    <a:pt x="40075" y="58029"/>
                    <a:pt x="38146" y="58029"/>
                    <a:pt x="37692" y="58029"/>
                  </a:cubicBezTo>
                  <a:cubicBezTo>
                    <a:pt x="35763" y="58029"/>
                    <a:pt x="35650" y="58484"/>
                    <a:pt x="34969" y="60648"/>
                  </a:cubicBezTo>
                  <a:cubicBezTo>
                    <a:pt x="33040" y="66911"/>
                    <a:pt x="27934" y="73401"/>
                    <a:pt x="22261" y="73401"/>
                  </a:cubicBezTo>
                  <a:cubicBezTo>
                    <a:pt x="19651" y="73401"/>
                    <a:pt x="18857" y="71580"/>
                    <a:pt x="18857" y="69074"/>
                  </a:cubicBezTo>
                  <a:cubicBezTo>
                    <a:pt x="18857" y="66683"/>
                    <a:pt x="19424" y="65430"/>
                    <a:pt x="20332" y="63267"/>
                  </a:cubicBezTo>
                  <a:cubicBezTo>
                    <a:pt x="21239" y="60989"/>
                    <a:pt x="22147" y="58712"/>
                    <a:pt x="22715" y="57118"/>
                  </a:cubicBezTo>
                  <a:cubicBezTo>
                    <a:pt x="23168" y="56093"/>
                    <a:pt x="27594" y="45503"/>
                    <a:pt x="29182" y="41403"/>
                  </a:cubicBezTo>
                  <a:cubicBezTo>
                    <a:pt x="30090" y="39126"/>
                    <a:pt x="30771" y="37645"/>
                    <a:pt x="30771" y="35710"/>
                  </a:cubicBezTo>
                  <a:cubicBezTo>
                    <a:pt x="30771" y="30244"/>
                    <a:pt x="25551" y="25689"/>
                    <a:pt x="18403" y="25689"/>
                  </a:cubicBezTo>
                  <a:cubicBezTo>
                    <a:pt x="6489" y="25689"/>
                    <a:pt x="135" y="40264"/>
                    <a:pt x="135" y="43339"/>
                  </a:cubicBezTo>
                  <a:cubicBezTo>
                    <a:pt x="135" y="44933"/>
                    <a:pt x="1950" y="44933"/>
                    <a:pt x="2518" y="44933"/>
                  </a:cubicBezTo>
                  <a:cubicBezTo>
                    <a:pt x="4446" y="44933"/>
                    <a:pt x="4560" y="44364"/>
                    <a:pt x="5127" y="42656"/>
                  </a:cubicBezTo>
                  <a:cubicBezTo>
                    <a:pt x="7623" y="34571"/>
                    <a:pt x="13070" y="29560"/>
                    <a:pt x="17949" y="29560"/>
                  </a:cubicBezTo>
                  <a:cubicBezTo>
                    <a:pt x="20105" y="29560"/>
                    <a:pt x="21353" y="30813"/>
                    <a:pt x="21353" y="33888"/>
                  </a:cubicBezTo>
                  <a:cubicBezTo>
                    <a:pt x="21353" y="34343"/>
                    <a:pt x="21353" y="35823"/>
                    <a:pt x="20672" y="37987"/>
                  </a:cubicBezTo>
                  <a:cubicBezTo>
                    <a:pt x="19878" y="40037"/>
                    <a:pt x="14772" y="52221"/>
                    <a:pt x="13183" y="56093"/>
                  </a:cubicBezTo>
                  <a:cubicBezTo>
                    <a:pt x="12389" y="58029"/>
                    <a:pt x="12389" y="58256"/>
                    <a:pt x="10687" y="62128"/>
                  </a:cubicBezTo>
                  <a:cubicBezTo>
                    <a:pt x="10120" y="63722"/>
                    <a:pt x="9439" y="65317"/>
                    <a:pt x="9439" y="67252"/>
                  </a:cubicBezTo>
                  <a:cubicBezTo>
                    <a:pt x="9439" y="73174"/>
                    <a:pt x="14999" y="77273"/>
                    <a:pt x="21807" y="77273"/>
                  </a:cubicBezTo>
                  <a:cubicBezTo>
                    <a:pt x="33721" y="77273"/>
                    <a:pt x="40075" y="62470"/>
                    <a:pt x="40075" y="59623"/>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1" name="Freeform: Shape 190">
              <a:extLst>
                <a:ext uri="{FF2B5EF4-FFF2-40B4-BE49-F238E27FC236}">
                  <a16:creationId xmlns:a16="http://schemas.microsoft.com/office/drawing/2014/main" id="{4C010CE4-63B1-4FE3-D97E-EC0843DB2E6C}"/>
                </a:ext>
              </a:extLst>
            </p:cNvPr>
            <p:cNvSpPr/>
            <p:nvPr>
              <p:custDataLst>
                <p:tags r:id="rId41"/>
              </p:custDataLst>
            </p:nvPr>
          </p:nvSpPr>
          <p:spPr>
            <a:xfrm>
              <a:off x="4726633" y="6818945"/>
              <a:ext cx="41142" cy="159262"/>
            </a:xfrm>
            <a:custGeom>
              <a:avLst/>
              <a:gdLst>
                <a:gd name="connsiteX0" fmla="*/ 3156 w 41142"/>
                <a:gd name="connsiteY0" fmla="*/ 66 h 159262"/>
                <a:gd name="connsiteX1" fmla="*/ 138 w 41142"/>
                <a:gd name="connsiteY1" fmla="*/ 1979 h 159262"/>
                <a:gd name="connsiteX2" fmla="*/ 1568 w 41142"/>
                <a:gd name="connsiteY2" fmla="*/ 4371 h 159262"/>
                <a:gd name="connsiteX3" fmla="*/ 30479 w 41142"/>
                <a:gd name="connsiteY3" fmla="*/ 79618 h 159262"/>
                <a:gd name="connsiteX4" fmla="*/ 2997 w 41142"/>
                <a:gd name="connsiteY4" fmla="*/ 153749 h 159262"/>
                <a:gd name="connsiteX5" fmla="*/ 138 w 41142"/>
                <a:gd name="connsiteY5" fmla="*/ 157416 h 159262"/>
                <a:gd name="connsiteX6" fmla="*/ 2203 w 41142"/>
                <a:gd name="connsiteY6" fmla="*/ 159329 h 159262"/>
                <a:gd name="connsiteX7" fmla="*/ 29684 w 41142"/>
                <a:gd name="connsiteY7" fmla="*/ 128879 h 159262"/>
                <a:gd name="connsiteX8" fmla="*/ 41281 w 41142"/>
                <a:gd name="connsiteY8" fmla="*/ 79777 h 159262"/>
                <a:gd name="connsiteX9" fmla="*/ 3156 w 41142"/>
                <a:gd name="connsiteY9" fmla="*/ 66 h 15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2" h="159262">
                  <a:moveTo>
                    <a:pt x="3156" y="66"/>
                  </a:moveTo>
                  <a:cubicBezTo>
                    <a:pt x="2044" y="66"/>
                    <a:pt x="138" y="66"/>
                    <a:pt x="138" y="1979"/>
                  </a:cubicBezTo>
                  <a:cubicBezTo>
                    <a:pt x="138" y="2776"/>
                    <a:pt x="614" y="3255"/>
                    <a:pt x="1568" y="4371"/>
                  </a:cubicBezTo>
                  <a:cubicBezTo>
                    <a:pt x="15229" y="16965"/>
                    <a:pt x="30479" y="38487"/>
                    <a:pt x="30479" y="79618"/>
                  </a:cubicBezTo>
                  <a:cubicBezTo>
                    <a:pt x="30479" y="112937"/>
                    <a:pt x="20153" y="138126"/>
                    <a:pt x="2997" y="153749"/>
                  </a:cubicBezTo>
                  <a:cubicBezTo>
                    <a:pt x="297" y="156459"/>
                    <a:pt x="138" y="156619"/>
                    <a:pt x="138" y="157416"/>
                  </a:cubicBezTo>
                  <a:cubicBezTo>
                    <a:pt x="138" y="158213"/>
                    <a:pt x="614" y="159329"/>
                    <a:pt x="2203" y="159329"/>
                  </a:cubicBezTo>
                  <a:cubicBezTo>
                    <a:pt x="4109" y="159329"/>
                    <a:pt x="19200" y="148807"/>
                    <a:pt x="29684" y="128879"/>
                  </a:cubicBezTo>
                  <a:cubicBezTo>
                    <a:pt x="36674" y="115647"/>
                    <a:pt x="41281" y="98430"/>
                    <a:pt x="41281" y="79777"/>
                  </a:cubicBezTo>
                  <a:cubicBezTo>
                    <a:pt x="41281" y="57299"/>
                    <a:pt x="34609" y="22385"/>
                    <a:pt x="3156" y="66"/>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grpSp>
      <p:grpSp>
        <p:nvGrpSpPr>
          <p:cNvPr id="192" name="Group 191">
            <a:extLst>
              <a:ext uri="{FF2B5EF4-FFF2-40B4-BE49-F238E27FC236}">
                <a16:creationId xmlns:a16="http://schemas.microsoft.com/office/drawing/2014/main" id="{0B22FE6A-7113-F909-5AB0-93DDA810D769}"/>
              </a:ext>
            </a:extLst>
          </p:cNvPr>
          <p:cNvGrpSpPr>
            <a:grpSpLocks noChangeAspect="1"/>
          </p:cNvGrpSpPr>
          <p:nvPr>
            <p:custDataLst>
              <p:tags r:id="rId5"/>
            </p:custDataLst>
          </p:nvPr>
        </p:nvGrpSpPr>
        <p:grpSpPr>
          <a:xfrm>
            <a:off x="3214275" y="5723505"/>
            <a:ext cx="1928256" cy="222052"/>
            <a:chOff x="3498001" y="6807690"/>
            <a:chExt cx="1928256" cy="222052"/>
          </a:xfrm>
        </p:grpSpPr>
        <p:sp>
          <p:nvSpPr>
            <p:cNvPr id="193" name="Freeform: Shape 192">
              <a:extLst>
                <a:ext uri="{FF2B5EF4-FFF2-40B4-BE49-F238E27FC236}">
                  <a16:creationId xmlns:a16="http://schemas.microsoft.com/office/drawing/2014/main" id="{EB4CBF12-ADD4-65FB-ACC5-2799A524EC9A}"/>
                </a:ext>
              </a:extLst>
            </p:cNvPr>
            <p:cNvSpPr/>
            <p:nvPr>
              <p:custDataLst>
                <p:tags r:id="rId6"/>
              </p:custDataLst>
            </p:nvPr>
          </p:nvSpPr>
          <p:spPr>
            <a:xfrm>
              <a:off x="3498001" y="6817460"/>
              <a:ext cx="124880" cy="199847"/>
            </a:xfrm>
            <a:custGeom>
              <a:avLst/>
              <a:gdLst>
                <a:gd name="connsiteX0" fmla="*/ 124957 w 124880"/>
                <a:gd name="connsiteY0" fmla="*/ 30484 h 199847"/>
                <a:gd name="connsiteX1" fmla="*/ 93802 w 124880"/>
                <a:gd name="connsiteY1" fmla="*/ 63 h 199847"/>
                <a:gd name="connsiteX2" fmla="*/ 66082 w 124880"/>
                <a:gd name="connsiteY2" fmla="*/ 9389 h 199847"/>
                <a:gd name="connsiteX3" fmla="*/ 36530 w 124880"/>
                <a:gd name="connsiteY3" fmla="*/ 56686 h 199847"/>
                <a:gd name="connsiteX4" fmla="*/ 106 w 124880"/>
                <a:gd name="connsiteY4" fmla="*/ 197689 h 199847"/>
                <a:gd name="connsiteX5" fmla="*/ 2855 w 124880"/>
                <a:gd name="connsiteY5" fmla="*/ 199910 h 199847"/>
                <a:gd name="connsiteX6" fmla="*/ 5604 w 124880"/>
                <a:gd name="connsiteY6" fmla="*/ 198800 h 199847"/>
                <a:gd name="connsiteX7" fmla="*/ 21640 w 124880"/>
                <a:gd name="connsiteY7" fmla="*/ 137513 h 199847"/>
                <a:gd name="connsiteX8" fmla="*/ 52795 w 124880"/>
                <a:gd name="connsiteY8" fmla="*/ 159052 h 199847"/>
                <a:gd name="connsiteX9" fmla="*/ 97009 w 124880"/>
                <a:gd name="connsiteY9" fmla="*/ 141510 h 199847"/>
                <a:gd name="connsiteX10" fmla="*/ 115336 w 124880"/>
                <a:gd name="connsiteY10" fmla="*/ 100652 h 199847"/>
                <a:gd name="connsiteX11" fmla="*/ 98612 w 124880"/>
                <a:gd name="connsiteY11" fmla="*/ 67567 h 199847"/>
                <a:gd name="connsiteX12" fmla="*/ 124957 w 124880"/>
                <a:gd name="connsiteY12" fmla="*/ 30484 h 199847"/>
                <a:gd name="connsiteX13" fmla="*/ 83722 w 124880"/>
                <a:gd name="connsiteY13" fmla="*/ 67345 h 199847"/>
                <a:gd name="connsiteX14" fmla="*/ 72726 w 124880"/>
                <a:gd name="connsiteY14" fmla="*/ 68899 h 199847"/>
                <a:gd name="connsiteX15" fmla="*/ 62646 w 124880"/>
                <a:gd name="connsiteY15" fmla="*/ 68011 h 199847"/>
                <a:gd name="connsiteX16" fmla="*/ 73871 w 124880"/>
                <a:gd name="connsiteY16" fmla="*/ 66234 h 199847"/>
                <a:gd name="connsiteX17" fmla="*/ 83722 w 124880"/>
                <a:gd name="connsiteY17" fmla="*/ 67345 h 199847"/>
                <a:gd name="connsiteX18" fmla="*/ 112129 w 124880"/>
                <a:gd name="connsiteY18" fmla="*/ 25377 h 199847"/>
                <a:gd name="connsiteX19" fmla="*/ 91511 w 124880"/>
                <a:gd name="connsiteY19" fmla="*/ 63792 h 199847"/>
                <a:gd name="connsiteX20" fmla="*/ 73871 w 124880"/>
                <a:gd name="connsiteY20" fmla="*/ 61127 h 199847"/>
                <a:gd name="connsiteX21" fmla="*/ 56232 w 124880"/>
                <a:gd name="connsiteY21" fmla="*/ 68233 h 199847"/>
                <a:gd name="connsiteX22" fmla="*/ 72039 w 124880"/>
                <a:gd name="connsiteY22" fmla="*/ 73784 h 199847"/>
                <a:gd name="connsiteX23" fmla="*/ 90824 w 124880"/>
                <a:gd name="connsiteY23" fmla="*/ 70897 h 199847"/>
                <a:gd name="connsiteX24" fmla="*/ 100903 w 124880"/>
                <a:gd name="connsiteY24" fmla="*/ 95989 h 199847"/>
                <a:gd name="connsiteX25" fmla="*/ 89449 w 124880"/>
                <a:gd name="connsiteY25" fmla="*/ 134182 h 199847"/>
                <a:gd name="connsiteX26" fmla="*/ 52108 w 124880"/>
                <a:gd name="connsiteY26" fmla="*/ 154167 h 199847"/>
                <a:gd name="connsiteX27" fmla="*/ 25992 w 124880"/>
                <a:gd name="connsiteY27" fmla="*/ 125522 h 199847"/>
                <a:gd name="connsiteX28" fmla="*/ 27138 w 124880"/>
                <a:gd name="connsiteY28" fmla="*/ 115752 h 199847"/>
                <a:gd name="connsiteX29" fmla="*/ 41799 w 124880"/>
                <a:gd name="connsiteY29" fmla="*/ 59573 h 199847"/>
                <a:gd name="connsiteX30" fmla="*/ 90824 w 124880"/>
                <a:gd name="connsiteY30" fmla="*/ 5170 h 199847"/>
                <a:gd name="connsiteX31" fmla="*/ 112129 w 124880"/>
                <a:gd name="connsiteY31" fmla="*/ 25377 h 1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880" h="199847">
                  <a:moveTo>
                    <a:pt x="124957" y="30484"/>
                  </a:moveTo>
                  <a:cubicBezTo>
                    <a:pt x="124957" y="13830"/>
                    <a:pt x="112358" y="63"/>
                    <a:pt x="93802" y="63"/>
                  </a:cubicBezTo>
                  <a:cubicBezTo>
                    <a:pt x="80515" y="63"/>
                    <a:pt x="74100" y="3616"/>
                    <a:pt x="66082" y="9389"/>
                  </a:cubicBezTo>
                  <a:cubicBezTo>
                    <a:pt x="53483" y="18271"/>
                    <a:pt x="40883" y="39810"/>
                    <a:pt x="36530" y="56686"/>
                  </a:cubicBezTo>
                  <a:lnTo>
                    <a:pt x="106" y="197689"/>
                  </a:lnTo>
                  <a:cubicBezTo>
                    <a:pt x="-123" y="198578"/>
                    <a:pt x="1022" y="199910"/>
                    <a:pt x="2855" y="199910"/>
                  </a:cubicBezTo>
                  <a:cubicBezTo>
                    <a:pt x="4687" y="199910"/>
                    <a:pt x="5375" y="199466"/>
                    <a:pt x="5604" y="198800"/>
                  </a:cubicBezTo>
                  <a:lnTo>
                    <a:pt x="21640" y="137513"/>
                  </a:lnTo>
                  <a:cubicBezTo>
                    <a:pt x="25992" y="150836"/>
                    <a:pt x="36072" y="159052"/>
                    <a:pt x="52795" y="159052"/>
                  </a:cubicBezTo>
                  <a:cubicBezTo>
                    <a:pt x="69519" y="159052"/>
                    <a:pt x="86700" y="151280"/>
                    <a:pt x="97009" y="141510"/>
                  </a:cubicBezTo>
                  <a:cubicBezTo>
                    <a:pt x="108005" y="131296"/>
                    <a:pt x="115336" y="117084"/>
                    <a:pt x="115336" y="100652"/>
                  </a:cubicBezTo>
                  <a:cubicBezTo>
                    <a:pt x="115336" y="84665"/>
                    <a:pt x="106860" y="73118"/>
                    <a:pt x="98612" y="67567"/>
                  </a:cubicBezTo>
                  <a:cubicBezTo>
                    <a:pt x="111899" y="60239"/>
                    <a:pt x="124957" y="46472"/>
                    <a:pt x="124957" y="30484"/>
                  </a:cubicBezTo>
                  <a:close/>
                  <a:moveTo>
                    <a:pt x="83722" y="67345"/>
                  </a:moveTo>
                  <a:cubicBezTo>
                    <a:pt x="80744" y="68455"/>
                    <a:pt x="78224" y="68899"/>
                    <a:pt x="72726" y="68899"/>
                  </a:cubicBezTo>
                  <a:cubicBezTo>
                    <a:pt x="69519" y="68899"/>
                    <a:pt x="64937" y="69121"/>
                    <a:pt x="62646" y="68011"/>
                  </a:cubicBezTo>
                  <a:cubicBezTo>
                    <a:pt x="63104" y="65790"/>
                    <a:pt x="71351" y="66234"/>
                    <a:pt x="73871" y="66234"/>
                  </a:cubicBezTo>
                  <a:cubicBezTo>
                    <a:pt x="78682" y="66234"/>
                    <a:pt x="80744" y="66234"/>
                    <a:pt x="83722" y="67345"/>
                  </a:cubicBezTo>
                  <a:close/>
                  <a:moveTo>
                    <a:pt x="112129" y="25377"/>
                  </a:moveTo>
                  <a:cubicBezTo>
                    <a:pt x="112129" y="40920"/>
                    <a:pt x="103423" y="56908"/>
                    <a:pt x="91511" y="63792"/>
                  </a:cubicBezTo>
                  <a:cubicBezTo>
                    <a:pt x="85326" y="61571"/>
                    <a:pt x="80744" y="61127"/>
                    <a:pt x="73871" y="61127"/>
                  </a:cubicBezTo>
                  <a:cubicBezTo>
                    <a:pt x="69060" y="61127"/>
                    <a:pt x="56232" y="60905"/>
                    <a:pt x="56232" y="68233"/>
                  </a:cubicBezTo>
                  <a:cubicBezTo>
                    <a:pt x="56003" y="74450"/>
                    <a:pt x="67915" y="73784"/>
                    <a:pt x="72039" y="73784"/>
                  </a:cubicBezTo>
                  <a:cubicBezTo>
                    <a:pt x="80515" y="73784"/>
                    <a:pt x="83951" y="73562"/>
                    <a:pt x="90824" y="70897"/>
                  </a:cubicBezTo>
                  <a:cubicBezTo>
                    <a:pt x="99529" y="78891"/>
                    <a:pt x="100674" y="85775"/>
                    <a:pt x="100903" y="95989"/>
                  </a:cubicBezTo>
                  <a:cubicBezTo>
                    <a:pt x="101362" y="108868"/>
                    <a:pt x="95863" y="125522"/>
                    <a:pt x="89449" y="134182"/>
                  </a:cubicBezTo>
                  <a:cubicBezTo>
                    <a:pt x="80515" y="146173"/>
                    <a:pt x="65166" y="154167"/>
                    <a:pt x="52108" y="154167"/>
                  </a:cubicBezTo>
                  <a:cubicBezTo>
                    <a:pt x="34698" y="154167"/>
                    <a:pt x="25992" y="141288"/>
                    <a:pt x="25992" y="125522"/>
                  </a:cubicBezTo>
                  <a:cubicBezTo>
                    <a:pt x="25992" y="123302"/>
                    <a:pt x="25992" y="119971"/>
                    <a:pt x="27138" y="115752"/>
                  </a:cubicBezTo>
                  <a:lnTo>
                    <a:pt x="41799" y="59573"/>
                  </a:lnTo>
                  <a:cubicBezTo>
                    <a:pt x="46839" y="40476"/>
                    <a:pt x="63333" y="5170"/>
                    <a:pt x="90824" y="5170"/>
                  </a:cubicBezTo>
                  <a:cubicBezTo>
                    <a:pt x="104111" y="5170"/>
                    <a:pt x="112129" y="12054"/>
                    <a:pt x="112129" y="25377"/>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4" name="Freeform: Shape 193">
              <a:extLst>
                <a:ext uri="{FF2B5EF4-FFF2-40B4-BE49-F238E27FC236}">
                  <a16:creationId xmlns:a16="http://schemas.microsoft.com/office/drawing/2014/main" id="{803CDD17-DFC8-E1A0-B8CE-29BCEF242ED0}"/>
                </a:ext>
              </a:extLst>
            </p:cNvPr>
            <p:cNvSpPr/>
            <p:nvPr>
              <p:custDataLst>
                <p:tags r:id="rId7"/>
              </p:custDataLst>
            </p:nvPr>
          </p:nvSpPr>
          <p:spPr>
            <a:xfrm>
              <a:off x="3629072" y="6904327"/>
              <a:ext cx="74406" cy="106318"/>
            </a:xfrm>
            <a:custGeom>
              <a:avLst/>
              <a:gdLst>
                <a:gd name="connsiteX0" fmla="*/ 74489 w 74406"/>
                <a:gd name="connsiteY0" fmla="*/ 53690 h 106318"/>
                <a:gd name="connsiteX1" fmla="*/ 65028 w 74406"/>
                <a:gd name="connsiteY1" fmla="*/ 13432 h 106318"/>
                <a:gd name="connsiteX2" fmla="*/ 37286 w 74406"/>
                <a:gd name="connsiteY2" fmla="*/ 64 h 106318"/>
                <a:gd name="connsiteX3" fmla="*/ 82 w 74406"/>
                <a:gd name="connsiteY3" fmla="*/ 53690 h 106318"/>
                <a:gd name="connsiteX4" fmla="*/ 37286 w 74406"/>
                <a:gd name="connsiteY4" fmla="*/ 106383 h 106318"/>
                <a:gd name="connsiteX5" fmla="*/ 74489 w 74406"/>
                <a:gd name="connsiteY5" fmla="*/ 53690 h 106318"/>
                <a:gd name="connsiteX6" fmla="*/ 37286 w 74406"/>
                <a:gd name="connsiteY6" fmla="*/ 102031 h 106318"/>
                <a:gd name="connsiteX7" fmla="*/ 16920 w 74406"/>
                <a:gd name="connsiteY7" fmla="*/ 85088 h 106318"/>
                <a:gd name="connsiteX8" fmla="*/ 14675 w 74406"/>
                <a:gd name="connsiteY8" fmla="*/ 51669 h 106318"/>
                <a:gd name="connsiteX9" fmla="*/ 17080 w 74406"/>
                <a:gd name="connsiteY9" fmla="*/ 19960 h 106318"/>
                <a:gd name="connsiteX10" fmla="*/ 37286 w 74406"/>
                <a:gd name="connsiteY10" fmla="*/ 4416 h 106318"/>
                <a:gd name="connsiteX11" fmla="*/ 57170 w 74406"/>
                <a:gd name="connsiteY11" fmla="*/ 18561 h 106318"/>
                <a:gd name="connsiteX12" fmla="*/ 59897 w 74406"/>
                <a:gd name="connsiteY12" fmla="*/ 51669 h 106318"/>
                <a:gd name="connsiteX13" fmla="*/ 57812 w 74406"/>
                <a:gd name="connsiteY13" fmla="*/ 84466 h 106318"/>
                <a:gd name="connsiteX14" fmla="*/ 37286 w 74406"/>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406" h="106318">
                  <a:moveTo>
                    <a:pt x="74489" y="53690"/>
                  </a:moveTo>
                  <a:cubicBezTo>
                    <a:pt x="74489" y="36592"/>
                    <a:pt x="72405" y="24312"/>
                    <a:pt x="65028" y="13432"/>
                  </a:cubicBezTo>
                  <a:cubicBezTo>
                    <a:pt x="60057" y="6282"/>
                    <a:pt x="50115" y="64"/>
                    <a:pt x="37286" y="64"/>
                  </a:cubicBezTo>
                  <a:cubicBezTo>
                    <a:pt x="82" y="64"/>
                    <a:pt x="82" y="42498"/>
                    <a:pt x="82" y="53690"/>
                  </a:cubicBezTo>
                  <a:cubicBezTo>
                    <a:pt x="82" y="64881"/>
                    <a:pt x="82" y="106383"/>
                    <a:pt x="37286" y="106383"/>
                  </a:cubicBezTo>
                  <a:cubicBezTo>
                    <a:pt x="74489" y="106383"/>
                    <a:pt x="74489" y="64881"/>
                    <a:pt x="74489" y="53690"/>
                  </a:cubicBezTo>
                  <a:close/>
                  <a:moveTo>
                    <a:pt x="37286" y="102031"/>
                  </a:moveTo>
                  <a:cubicBezTo>
                    <a:pt x="29909" y="102031"/>
                    <a:pt x="20127" y="97834"/>
                    <a:pt x="16920" y="85088"/>
                  </a:cubicBezTo>
                  <a:cubicBezTo>
                    <a:pt x="14675" y="75917"/>
                    <a:pt x="14675" y="63172"/>
                    <a:pt x="14675" y="51669"/>
                  </a:cubicBezTo>
                  <a:cubicBezTo>
                    <a:pt x="14675" y="40322"/>
                    <a:pt x="14675" y="28509"/>
                    <a:pt x="17080" y="19960"/>
                  </a:cubicBezTo>
                  <a:cubicBezTo>
                    <a:pt x="20448" y="7681"/>
                    <a:pt x="30711" y="4416"/>
                    <a:pt x="37286" y="4416"/>
                  </a:cubicBezTo>
                  <a:cubicBezTo>
                    <a:pt x="45945" y="4416"/>
                    <a:pt x="54284" y="9546"/>
                    <a:pt x="57170" y="18561"/>
                  </a:cubicBezTo>
                  <a:cubicBezTo>
                    <a:pt x="59736" y="26955"/>
                    <a:pt x="59897" y="38146"/>
                    <a:pt x="59897" y="51669"/>
                  </a:cubicBezTo>
                  <a:cubicBezTo>
                    <a:pt x="59897" y="63172"/>
                    <a:pt x="59897" y="74674"/>
                    <a:pt x="57812" y="84466"/>
                  </a:cubicBezTo>
                  <a:cubicBezTo>
                    <a:pt x="54605" y="98611"/>
                    <a:pt x="43700" y="102031"/>
                    <a:pt x="37286" y="102031"/>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5" name="Freeform: Shape 194">
              <a:extLst>
                <a:ext uri="{FF2B5EF4-FFF2-40B4-BE49-F238E27FC236}">
                  <a16:creationId xmlns:a16="http://schemas.microsoft.com/office/drawing/2014/main" id="{A1644125-DD99-B87D-4A31-17F0B1A940F6}"/>
                </a:ext>
              </a:extLst>
            </p:cNvPr>
            <p:cNvSpPr/>
            <p:nvPr>
              <p:custDataLst>
                <p:tags r:id="rId8"/>
              </p:custDataLst>
            </p:nvPr>
          </p:nvSpPr>
          <p:spPr>
            <a:xfrm>
              <a:off x="3799967" y="6892736"/>
              <a:ext cx="152341" cy="51960"/>
            </a:xfrm>
            <a:custGeom>
              <a:avLst/>
              <a:gdLst>
                <a:gd name="connsiteX0" fmla="*/ 144642 w 152341"/>
                <a:gd name="connsiteY0" fmla="*/ 8945 h 51960"/>
                <a:gd name="connsiteX1" fmla="*/ 152431 w 152341"/>
                <a:gd name="connsiteY1" fmla="*/ 4504 h 51960"/>
                <a:gd name="connsiteX2" fmla="*/ 144872 w 152341"/>
                <a:gd name="connsiteY2" fmla="*/ 63 h 51960"/>
                <a:gd name="connsiteX3" fmla="*/ 7649 w 152341"/>
                <a:gd name="connsiteY3" fmla="*/ 63 h 51960"/>
                <a:gd name="connsiteX4" fmla="*/ 90 w 152341"/>
                <a:gd name="connsiteY4" fmla="*/ 4504 h 51960"/>
                <a:gd name="connsiteX5" fmla="*/ 7878 w 152341"/>
                <a:gd name="connsiteY5" fmla="*/ 8945 h 51960"/>
                <a:gd name="connsiteX6" fmla="*/ 144642 w 152341"/>
                <a:gd name="connsiteY6" fmla="*/ 8945 h 51960"/>
                <a:gd name="connsiteX7" fmla="*/ 144872 w 152341"/>
                <a:gd name="connsiteY7" fmla="*/ 52023 h 51960"/>
                <a:gd name="connsiteX8" fmla="*/ 152431 w 152341"/>
                <a:gd name="connsiteY8" fmla="*/ 47582 h 51960"/>
                <a:gd name="connsiteX9" fmla="*/ 144642 w 152341"/>
                <a:gd name="connsiteY9" fmla="*/ 43141 h 51960"/>
                <a:gd name="connsiteX10" fmla="*/ 7878 w 152341"/>
                <a:gd name="connsiteY10" fmla="*/ 43141 h 51960"/>
                <a:gd name="connsiteX11" fmla="*/ 90 w 152341"/>
                <a:gd name="connsiteY11" fmla="*/ 47582 h 51960"/>
                <a:gd name="connsiteX12" fmla="*/ 7649 w 152341"/>
                <a:gd name="connsiteY12" fmla="*/ 52023 h 51960"/>
                <a:gd name="connsiteX13" fmla="*/ 144872 w 152341"/>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341" h="51960">
                  <a:moveTo>
                    <a:pt x="144642" y="8945"/>
                  </a:moveTo>
                  <a:cubicBezTo>
                    <a:pt x="148079" y="8945"/>
                    <a:pt x="152431" y="8945"/>
                    <a:pt x="152431" y="4504"/>
                  </a:cubicBezTo>
                  <a:cubicBezTo>
                    <a:pt x="152431" y="63"/>
                    <a:pt x="148079" y="63"/>
                    <a:pt x="144872" y="63"/>
                  </a:cubicBezTo>
                  <a:lnTo>
                    <a:pt x="7649" y="63"/>
                  </a:lnTo>
                  <a:cubicBezTo>
                    <a:pt x="4442" y="63"/>
                    <a:pt x="90" y="63"/>
                    <a:pt x="90" y="4504"/>
                  </a:cubicBezTo>
                  <a:cubicBezTo>
                    <a:pt x="90" y="8945"/>
                    <a:pt x="4442" y="8945"/>
                    <a:pt x="7878" y="8945"/>
                  </a:cubicBezTo>
                  <a:lnTo>
                    <a:pt x="144642" y="8945"/>
                  </a:lnTo>
                  <a:close/>
                  <a:moveTo>
                    <a:pt x="144872" y="52023"/>
                  </a:moveTo>
                  <a:cubicBezTo>
                    <a:pt x="148079" y="52023"/>
                    <a:pt x="152431" y="52023"/>
                    <a:pt x="152431" y="47582"/>
                  </a:cubicBezTo>
                  <a:cubicBezTo>
                    <a:pt x="152431" y="43141"/>
                    <a:pt x="148079" y="43141"/>
                    <a:pt x="144642" y="43141"/>
                  </a:cubicBezTo>
                  <a:lnTo>
                    <a:pt x="7878" y="43141"/>
                  </a:lnTo>
                  <a:cubicBezTo>
                    <a:pt x="4442" y="43141"/>
                    <a:pt x="90" y="43141"/>
                    <a:pt x="90" y="47582"/>
                  </a:cubicBezTo>
                  <a:cubicBezTo>
                    <a:pt x="90" y="52023"/>
                    <a:pt x="4442" y="52023"/>
                    <a:pt x="7649" y="52023"/>
                  </a:cubicBezTo>
                  <a:lnTo>
                    <a:pt x="144872" y="5202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6" name="Freeform: Shape 195">
              <a:extLst>
                <a:ext uri="{FF2B5EF4-FFF2-40B4-BE49-F238E27FC236}">
                  <a16:creationId xmlns:a16="http://schemas.microsoft.com/office/drawing/2014/main" id="{DA121945-77B0-7417-7BEF-046809295BEE}"/>
                </a:ext>
              </a:extLst>
            </p:cNvPr>
            <p:cNvSpPr/>
            <p:nvPr>
              <p:custDataLst>
                <p:tags r:id="rId9"/>
              </p:custDataLst>
            </p:nvPr>
          </p:nvSpPr>
          <p:spPr>
            <a:xfrm>
              <a:off x="4037654" y="6823233"/>
              <a:ext cx="166265" cy="150995"/>
            </a:xfrm>
            <a:custGeom>
              <a:avLst/>
              <a:gdLst>
                <a:gd name="connsiteX0" fmla="*/ 153587 w 166265"/>
                <a:gd name="connsiteY0" fmla="*/ 99320 h 150995"/>
                <a:gd name="connsiteX1" fmla="*/ 154733 w 166265"/>
                <a:gd name="connsiteY1" fmla="*/ 96211 h 150995"/>
                <a:gd name="connsiteX2" fmla="*/ 151984 w 166265"/>
                <a:gd name="connsiteY2" fmla="*/ 93769 h 150995"/>
                <a:gd name="connsiteX3" fmla="*/ 149006 w 166265"/>
                <a:gd name="connsiteY3" fmla="*/ 96433 h 150995"/>
                <a:gd name="connsiteX4" fmla="*/ 86465 w 166265"/>
                <a:gd name="connsiteY4" fmla="*/ 144175 h 150995"/>
                <a:gd name="connsiteX5" fmla="*/ 53019 w 166265"/>
                <a:gd name="connsiteY5" fmla="*/ 144175 h 150995"/>
                <a:gd name="connsiteX6" fmla="*/ 47979 w 166265"/>
                <a:gd name="connsiteY6" fmla="*/ 143953 h 150995"/>
                <a:gd name="connsiteX7" fmla="*/ 45001 w 166265"/>
                <a:gd name="connsiteY7" fmla="*/ 141732 h 150995"/>
                <a:gd name="connsiteX8" fmla="*/ 46146 w 166265"/>
                <a:gd name="connsiteY8" fmla="*/ 136625 h 150995"/>
                <a:gd name="connsiteX9" fmla="*/ 61724 w 166265"/>
                <a:gd name="connsiteY9" fmla="*/ 76005 h 150995"/>
                <a:gd name="connsiteX10" fmla="*/ 84404 w 166265"/>
                <a:gd name="connsiteY10" fmla="*/ 76005 h 150995"/>
                <a:gd name="connsiteX11" fmla="*/ 103876 w 166265"/>
                <a:gd name="connsiteY11" fmla="*/ 86219 h 150995"/>
                <a:gd name="connsiteX12" fmla="*/ 102272 w 166265"/>
                <a:gd name="connsiteY12" fmla="*/ 97100 h 150995"/>
                <a:gd name="connsiteX13" fmla="*/ 101585 w 166265"/>
                <a:gd name="connsiteY13" fmla="*/ 99542 h 150995"/>
                <a:gd name="connsiteX14" fmla="*/ 104563 w 166265"/>
                <a:gd name="connsiteY14" fmla="*/ 101985 h 150995"/>
                <a:gd name="connsiteX15" fmla="*/ 107999 w 166265"/>
                <a:gd name="connsiteY15" fmla="*/ 97544 h 150995"/>
                <a:gd name="connsiteX16" fmla="*/ 121057 w 166265"/>
                <a:gd name="connsiteY16" fmla="*/ 45583 h 150995"/>
                <a:gd name="connsiteX17" fmla="*/ 118308 w 166265"/>
                <a:gd name="connsiteY17" fmla="*/ 43141 h 150995"/>
                <a:gd name="connsiteX18" fmla="*/ 115101 w 166265"/>
                <a:gd name="connsiteY18" fmla="*/ 47138 h 150995"/>
                <a:gd name="connsiteX19" fmla="*/ 85091 w 166265"/>
                <a:gd name="connsiteY19" fmla="*/ 69121 h 150995"/>
                <a:gd name="connsiteX20" fmla="*/ 63557 w 166265"/>
                <a:gd name="connsiteY20" fmla="*/ 69121 h 150995"/>
                <a:gd name="connsiteX21" fmla="*/ 77302 w 166265"/>
                <a:gd name="connsiteY21" fmla="*/ 15606 h 150995"/>
                <a:gd name="connsiteX22" fmla="*/ 89673 w 166265"/>
                <a:gd name="connsiteY22" fmla="*/ 6946 h 150995"/>
                <a:gd name="connsiteX23" fmla="*/ 121974 w 166265"/>
                <a:gd name="connsiteY23" fmla="*/ 6946 h 150995"/>
                <a:gd name="connsiteX24" fmla="*/ 156795 w 166265"/>
                <a:gd name="connsiteY24" fmla="*/ 31594 h 150995"/>
                <a:gd name="connsiteX25" fmla="*/ 155878 w 166265"/>
                <a:gd name="connsiteY25" fmla="*/ 43363 h 150995"/>
                <a:gd name="connsiteX26" fmla="*/ 155649 w 166265"/>
                <a:gd name="connsiteY26" fmla="*/ 47360 h 150995"/>
                <a:gd name="connsiteX27" fmla="*/ 158398 w 166265"/>
                <a:gd name="connsiteY27" fmla="*/ 50025 h 150995"/>
                <a:gd name="connsiteX28" fmla="*/ 161605 w 166265"/>
                <a:gd name="connsiteY28" fmla="*/ 44473 h 150995"/>
                <a:gd name="connsiteX29" fmla="*/ 166187 w 166265"/>
                <a:gd name="connsiteY29" fmla="*/ 6058 h 150995"/>
                <a:gd name="connsiteX30" fmla="*/ 160002 w 166265"/>
                <a:gd name="connsiteY30" fmla="*/ 63 h 150995"/>
                <a:gd name="connsiteX31" fmla="*/ 44314 w 166265"/>
                <a:gd name="connsiteY31" fmla="*/ 63 h 150995"/>
                <a:gd name="connsiteX32" fmla="*/ 37441 w 166265"/>
                <a:gd name="connsiteY32" fmla="*/ 4504 h 150995"/>
                <a:gd name="connsiteX33" fmla="*/ 43855 w 166265"/>
                <a:gd name="connsiteY33" fmla="*/ 6946 h 150995"/>
                <a:gd name="connsiteX34" fmla="*/ 58746 w 166265"/>
                <a:gd name="connsiteY34" fmla="*/ 10943 h 150995"/>
                <a:gd name="connsiteX35" fmla="*/ 57601 w 166265"/>
                <a:gd name="connsiteY35" fmla="*/ 16273 h 150995"/>
                <a:gd name="connsiteX36" fmla="*/ 27361 w 166265"/>
                <a:gd name="connsiteY36" fmla="*/ 133738 h 150995"/>
                <a:gd name="connsiteX37" fmla="*/ 6514 w 166265"/>
                <a:gd name="connsiteY37" fmla="*/ 144175 h 150995"/>
                <a:gd name="connsiteX38" fmla="*/ 100 w 166265"/>
                <a:gd name="connsiteY38" fmla="*/ 148394 h 150995"/>
                <a:gd name="connsiteX39" fmla="*/ 6514 w 166265"/>
                <a:gd name="connsiteY39" fmla="*/ 151058 h 150995"/>
                <a:gd name="connsiteX40" fmla="*/ 125410 w 166265"/>
                <a:gd name="connsiteY40" fmla="*/ 151058 h 150995"/>
                <a:gd name="connsiteX41" fmla="*/ 132511 w 166265"/>
                <a:gd name="connsiteY41" fmla="*/ 147283 h 150995"/>
                <a:gd name="connsiteX42" fmla="*/ 153587 w 166265"/>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6265" h="150995">
                  <a:moveTo>
                    <a:pt x="153587" y="99320"/>
                  </a:moveTo>
                  <a:cubicBezTo>
                    <a:pt x="154045" y="98210"/>
                    <a:pt x="154733" y="96656"/>
                    <a:pt x="154733" y="96211"/>
                  </a:cubicBezTo>
                  <a:cubicBezTo>
                    <a:pt x="154733" y="95989"/>
                    <a:pt x="154733" y="93769"/>
                    <a:pt x="151984" y="93769"/>
                  </a:cubicBezTo>
                  <a:cubicBezTo>
                    <a:pt x="149922" y="93769"/>
                    <a:pt x="149464" y="95101"/>
                    <a:pt x="149006" y="96433"/>
                  </a:cubicBezTo>
                  <a:cubicBezTo>
                    <a:pt x="134115" y="129297"/>
                    <a:pt x="125639" y="144175"/>
                    <a:pt x="86465" y="144175"/>
                  </a:cubicBezTo>
                  <a:lnTo>
                    <a:pt x="53019" y="144175"/>
                  </a:lnTo>
                  <a:cubicBezTo>
                    <a:pt x="49812" y="144175"/>
                    <a:pt x="49353" y="144175"/>
                    <a:pt x="47979" y="143953"/>
                  </a:cubicBezTo>
                  <a:cubicBezTo>
                    <a:pt x="45688" y="143731"/>
                    <a:pt x="45001" y="143509"/>
                    <a:pt x="45001" y="141732"/>
                  </a:cubicBezTo>
                  <a:cubicBezTo>
                    <a:pt x="45001" y="141066"/>
                    <a:pt x="45001" y="140622"/>
                    <a:pt x="46146" y="136625"/>
                  </a:cubicBezTo>
                  <a:lnTo>
                    <a:pt x="61724" y="76005"/>
                  </a:lnTo>
                  <a:lnTo>
                    <a:pt x="84404" y="76005"/>
                  </a:lnTo>
                  <a:cubicBezTo>
                    <a:pt x="103876" y="76005"/>
                    <a:pt x="103876" y="80668"/>
                    <a:pt x="103876" y="86219"/>
                  </a:cubicBezTo>
                  <a:cubicBezTo>
                    <a:pt x="103876" y="87773"/>
                    <a:pt x="103876" y="90438"/>
                    <a:pt x="102272" y="97100"/>
                  </a:cubicBezTo>
                  <a:cubicBezTo>
                    <a:pt x="101814" y="98210"/>
                    <a:pt x="101585" y="98876"/>
                    <a:pt x="101585" y="99542"/>
                  </a:cubicBezTo>
                  <a:cubicBezTo>
                    <a:pt x="101585" y="100652"/>
                    <a:pt x="102501" y="101985"/>
                    <a:pt x="104563" y="101985"/>
                  </a:cubicBezTo>
                  <a:cubicBezTo>
                    <a:pt x="106396" y="101985"/>
                    <a:pt x="107083" y="100874"/>
                    <a:pt x="107999" y="97544"/>
                  </a:cubicBezTo>
                  <a:lnTo>
                    <a:pt x="121057" y="45583"/>
                  </a:lnTo>
                  <a:cubicBezTo>
                    <a:pt x="121057" y="44251"/>
                    <a:pt x="119912" y="43141"/>
                    <a:pt x="118308" y="43141"/>
                  </a:cubicBezTo>
                  <a:cubicBezTo>
                    <a:pt x="116246" y="43141"/>
                    <a:pt x="115788" y="44473"/>
                    <a:pt x="115101" y="47138"/>
                  </a:cubicBezTo>
                  <a:cubicBezTo>
                    <a:pt x="110290" y="64014"/>
                    <a:pt x="106167" y="69121"/>
                    <a:pt x="85091" y="69121"/>
                  </a:cubicBezTo>
                  <a:lnTo>
                    <a:pt x="63557" y="69121"/>
                  </a:lnTo>
                  <a:lnTo>
                    <a:pt x="77302" y="15606"/>
                  </a:lnTo>
                  <a:cubicBezTo>
                    <a:pt x="79364" y="7835"/>
                    <a:pt x="79593" y="6946"/>
                    <a:pt x="89673" y="6946"/>
                  </a:cubicBezTo>
                  <a:lnTo>
                    <a:pt x="121974" y="6946"/>
                  </a:lnTo>
                  <a:cubicBezTo>
                    <a:pt x="149922" y="6946"/>
                    <a:pt x="156795" y="13386"/>
                    <a:pt x="156795" y="31594"/>
                  </a:cubicBezTo>
                  <a:cubicBezTo>
                    <a:pt x="156795" y="36923"/>
                    <a:pt x="156795" y="37368"/>
                    <a:pt x="155878" y="43363"/>
                  </a:cubicBezTo>
                  <a:cubicBezTo>
                    <a:pt x="155878" y="44695"/>
                    <a:pt x="155649" y="46250"/>
                    <a:pt x="155649" y="47360"/>
                  </a:cubicBezTo>
                  <a:cubicBezTo>
                    <a:pt x="155649" y="48470"/>
                    <a:pt x="156336" y="50025"/>
                    <a:pt x="158398" y="50025"/>
                  </a:cubicBezTo>
                  <a:cubicBezTo>
                    <a:pt x="160918" y="50025"/>
                    <a:pt x="161147" y="48692"/>
                    <a:pt x="161605" y="44473"/>
                  </a:cubicBezTo>
                  <a:lnTo>
                    <a:pt x="166187" y="6058"/>
                  </a:lnTo>
                  <a:cubicBezTo>
                    <a:pt x="166874" y="63"/>
                    <a:pt x="165729" y="63"/>
                    <a:pt x="160002" y="63"/>
                  </a:cubicBezTo>
                  <a:lnTo>
                    <a:pt x="44314" y="63"/>
                  </a:lnTo>
                  <a:cubicBezTo>
                    <a:pt x="39732" y="63"/>
                    <a:pt x="37441" y="63"/>
                    <a:pt x="37441" y="4504"/>
                  </a:cubicBezTo>
                  <a:cubicBezTo>
                    <a:pt x="37441" y="6946"/>
                    <a:pt x="39503" y="6946"/>
                    <a:pt x="43855" y="6946"/>
                  </a:cubicBezTo>
                  <a:cubicBezTo>
                    <a:pt x="52332" y="6946"/>
                    <a:pt x="58746" y="6946"/>
                    <a:pt x="58746" y="10943"/>
                  </a:cubicBezTo>
                  <a:cubicBezTo>
                    <a:pt x="58746" y="11832"/>
                    <a:pt x="58746" y="12276"/>
                    <a:pt x="57601" y="16273"/>
                  </a:cubicBezTo>
                  <a:lnTo>
                    <a:pt x="27361" y="133738"/>
                  </a:lnTo>
                  <a:cubicBezTo>
                    <a:pt x="25070" y="142398"/>
                    <a:pt x="24612" y="144175"/>
                    <a:pt x="6514" y="144175"/>
                  </a:cubicBezTo>
                  <a:cubicBezTo>
                    <a:pt x="2620" y="144175"/>
                    <a:pt x="100" y="144175"/>
                    <a:pt x="100" y="148394"/>
                  </a:cubicBezTo>
                  <a:cubicBezTo>
                    <a:pt x="100" y="151058"/>
                    <a:pt x="2162" y="151058"/>
                    <a:pt x="6514" y="151058"/>
                  </a:cubicBezTo>
                  <a:lnTo>
                    <a:pt x="125410" y="151058"/>
                  </a:lnTo>
                  <a:cubicBezTo>
                    <a:pt x="130679" y="151058"/>
                    <a:pt x="130908" y="150836"/>
                    <a:pt x="132511" y="147283"/>
                  </a:cubicBezTo>
                  <a:lnTo>
                    <a:pt x="153587" y="99320"/>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7" name="Freeform: Shape 196">
              <a:extLst>
                <a:ext uri="{FF2B5EF4-FFF2-40B4-BE49-F238E27FC236}">
                  <a16:creationId xmlns:a16="http://schemas.microsoft.com/office/drawing/2014/main" id="{8BC58BCC-ECFD-5231-4919-5EAFB6FE14BD}"/>
                </a:ext>
              </a:extLst>
            </p:cNvPr>
            <p:cNvSpPr/>
            <p:nvPr>
              <p:custDataLst>
                <p:tags r:id="rId10"/>
              </p:custDataLst>
            </p:nvPr>
          </p:nvSpPr>
          <p:spPr>
            <a:xfrm>
              <a:off x="4238295" y="6807690"/>
              <a:ext cx="31384" cy="222052"/>
            </a:xfrm>
            <a:custGeom>
              <a:avLst/>
              <a:gdLst>
                <a:gd name="connsiteX0" fmla="*/ 31493 w 31384"/>
                <a:gd name="connsiteY0" fmla="*/ 222115 h 222052"/>
                <a:gd name="connsiteX1" fmla="*/ 31493 w 31384"/>
                <a:gd name="connsiteY1" fmla="*/ 213233 h 222052"/>
                <a:gd name="connsiteX2" fmla="*/ 9271 w 31384"/>
                <a:gd name="connsiteY2" fmla="*/ 213233 h 222052"/>
                <a:gd name="connsiteX3" fmla="*/ 9271 w 31384"/>
                <a:gd name="connsiteY3" fmla="*/ 8945 h 222052"/>
                <a:gd name="connsiteX4" fmla="*/ 31493 w 31384"/>
                <a:gd name="connsiteY4" fmla="*/ 8945 h 222052"/>
                <a:gd name="connsiteX5" fmla="*/ 31493 w 31384"/>
                <a:gd name="connsiteY5" fmla="*/ 63 h 222052"/>
                <a:gd name="connsiteX6" fmla="*/ 108 w 31384"/>
                <a:gd name="connsiteY6" fmla="*/ 63 h 222052"/>
                <a:gd name="connsiteX7" fmla="*/ 108 w 31384"/>
                <a:gd name="connsiteY7" fmla="*/ 222115 h 222052"/>
                <a:gd name="connsiteX8" fmla="*/ 31493 w 31384"/>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84" h="222052">
                  <a:moveTo>
                    <a:pt x="31493" y="222115"/>
                  </a:moveTo>
                  <a:lnTo>
                    <a:pt x="31493" y="213233"/>
                  </a:lnTo>
                  <a:lnTo>
                    <a:pt x="9271" y="213233"/>
                  </a:lnTo>
                  <a:lnTo>
                    <a:pt x="9271" y="8945"/>
                  </a:lnTo>
                  <a:lnTo>
                    <a:pt x="31493" y="8945"/>
                  </a:lnTo>
                  <a:lnTo>
                    <a:pt x="31493" y="63"/>
                  </a:lnTo>
                  <a:lnTo>
                    <a:pt x="108" y="63"/>
                  </a:lnTo>
                  <a:lnTo>
                    <a:pt x="108" y="222115"/>
                  </a:lnTo>
                  <a:lnTo>
                    <a:pt x="31493"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8" name="Freeform: Shape 197">
              <a:extLst>
                <a:ext uri="{FF2B5EF4-FFF2-40B4-BE49-F238E27FC236}">
                  <a16:creationId xmlns:a16="http://schemas.microsoft.com/office/drawing/2014/main" id="{3DC93D65-F1B8-EEED-04E7-2C0F4E592371}"/>
                </a:ext>
              </a:extLst>
            </p:cNvPr>
            <p:cNvSpPr/>
            <p:nvPr>
              <p:custDataLst>
                <p:tags r:id="rId11"/>
              </p:custDataLst>
            </p:nvPr>
          </p:nvSpPr>
          <p:spPr>
            <a:xfrm>
              <a:off x="4282916" y="6822567"/>
              <a:ext cx="166545" cy="151661"/>
            </a:xfrm>
            <a:custGeom>
              <a:avLst/>
              <a:gdLst>
                <a:gd name="connsiteX0" fmla="*/ 128857 w 166545"/>
                <a:gd name="connsiteY0" fmla="*/ 25377 h 151661"/>
                <a:gd name="connsiteX1" fmla="*/ 132064 w 166545"/>
                <a:gd name="connsiteY1" fmla="*/ 22268 h 151661"/>
                <a:gd name="connsiteX2" fmla="*/ 162074 w 166545"/>
                <a:gd name="connsiteY2" fmla="*/ 6946 h 151661"/>
                <a:gd name="connsiteX3" fmla="*/ 166656 w 166545"/>
                <a:gd name="connsiteY3" fmla="*/ 2727 h 151661"/>
                <a:gd name="connsiteX4" fmla="*/ 163678 w 166545"/>
                <a:gd name="connsiteY4" fmla="*/ 63 h 151661"/>
                <a:gd name="connsiteX5" fmla="*/ 144893 w 166545"/>
                <a:gd name="connsiteY5" fmla="*/ 729 h 151661"/>
                <a:gd name="connsiteX6" fmla="*/ 121984 w 166545"/>
                <a:gd name="connsiteY6" fmla="*/ 63 h 151661"/>
                <a:gd name="connsiteX7" fmla="*/ 117632 w 166545"/>
                <a:gd name="connsiteY7" fmla="*/ 4282 h 151661"/>
                <a:gd name="connsiteX8" fmla="*/ 121068 w 166545"/>
                <a:gd name="connsiteY8" fmla="*/ 6946 h 151661"/>
                <a:gd name="connsiteX9" fmla="*/ 129315 w 166545"/>
                <a:gd name="connsiteY9" fmla="*/ 12054 h 151661"/>
                <a:gd name="connsiteX10" fmla="*/ 123130 w 166545"/>
                <a:gd name="connsiteY10" fmla="*/ 22712 h 151661"/>
                <a:gd name="connsiteX11" fmla="*/ 69982 w 166545"/>
                <a:gd name="connsiteY11" fmla="*/ 82000 h 151661"/>
                <a:gd name="connsiteX12" fmla="*/ 44782 w 166545"/>
                <a:gd name="connsiteY12" fmla="*/ 16051 h 151661"/>
                <a:gd name="connsiteX13" fmla="*/ 43408 w 166545"/>
                <a:gd name="connsiteY13" fmla="*/ 12276 h 151661"/>
                <a:gd name="connsiteX14" fmla="*/ 56924 w 166545"/>
                <a:gd name="connsiteY14" fmla="*/ 6946 h 151661"/>
                <a:gd name="connsiteX15" fmla="*/ 62422 w 166545"/>
                <a:gd name="connsiteY15" fmla="*/ 2505 h 151661"/>
                <a:gd name="connsiteX16" fmla="*/ 58986 w 166545"/>
                <a:gd name="connsiteY16" fmla="*/ 63 h 151661"/>
                <a:gd name="connsiteX17" fmla="*/ 30121 w 166545"/>
                <a:gd name="connsiteY17" fmla="*/ 729 h 151661"/>
                <a:gd name="connsiteX18" fmla="*/ 4463 w 166545"/>
                <a:gd name="connsiteY18" fmla="*/ 63 h 151661"/>
                <a:gd name="connsiteX19" fmla="*/ 111 w 166545"/>
                <a:gd name="connsiteY19" fmla="*/ 4504 h 151661"/>
                <a:gd name="connsiteX20" fmla="*/ 5380 w 166545"/>
                <a:gd name="connsiteY20" fmla="*/ 6946 h 151661"/>
                <a:gd name="connsiteX21" fmla="*/ 22103 w 166545"/>
                <a:gd name="connsiteY21" fmla="*/ 14496 h 151661"/>
                <a:gd name="connsiteX22" fmla="*/ 50281 w 166545"/>
                <a:gd name="connsiteY22" fmla="*/ 87551 h 151661"/>
                <a:gd name="connsiteX23" fmla="*/ 51197 w 166545"/>
                <a:gd name="connsiteY23" fmla="*/ 91326 h 151661"/>
                <a:gd name="connsiteX24" fmla="*/ 40888 w 166545"/>
                <a:gd name="connsiteY24" fmla="*/ 131740 h 151661"/>
                <a:gd name="connsiteX25" fmla="*/ 19354 w 166545"/>
                <a:gd name="connsiteY25" fmla="*/ 144841 h 151661"/>
                <a:gd name="connsiteX26" fmla="*/ 13169 w 166545"/>
                <a:gd name="connsiteY26" fmla="*/ 149282 h 151661"/>
                <a:gd name="connsiteX27" fmla="*/ 16376 w 166545"/>
                <a:gd name="connsiteY27" fmla="*/ 151724 h 151661"/>
                <a:gd name="connsiteX28" fmla="*/ 45241 w 166545"/>
                <a:gd name="connsiteY28" fmla="*/ 151058 h 151661"/>
                <a:gd name="connsiteX29" fmla="*/ 74564 w 166545"/>
                <a:gd name="connsiteY29" fmla="*/ 151724 h 151661"/>
                <a:gd name="connsiteX30" fmla="*/ 78916 w 166545"/>
                <a:gd name="connsiteY30" fmla="*/ 147283 h 151661"/>
                <a:gd name="connsiteX31" fmla="*/ 72502 w 166545"/>
                <a:gd name="connsiteY31" fmla="*/ 144841 h 151661"/>
                <a:gd name="connsiteX32" fmla="*/ 63797 w 166545"/>
                <a:gd name="connsiteY32" fmla="*/ 144397 h 151661"/>
                <a:gd name="connsiteX33" fmla="*/ 57611 w 166545"/>
                <a:gd name="connsiteY33" fmla="*/ 140844 h 151661"/>
                <a:gd name="connsiteX34" fmla="*/ 60818 w 166545"/>
                <a:gd name="connsiteY34" fmla="*/ 126855 h 151661"/>
                <a:gd name="connsiteX35" fmla="*/ 68836 w 166545"/>
                <a:gd name="connsiteY35" fmla="*/ 95545 h 151661"/>
                <a:gd name="connsiteX36" fmla="*/ 72044 w 166545"/>
                <a:gd name="connsiteY36" fmla="*/ 88662 h 151661"/>
                <a:gd name="connsiteX37" fmla="*/ 128857 w 166545"/>
                <a:gd name="connsiteY37" fmla="*/ 25377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6545" h="151661">
                  <a:moveTo>
                    <a:pt x="128857" y="25377"/>
                  </a:moveTo>
                  <a:lnTo>
                    <a:pt x="132064" y="22268"/>
                  </a:lnTo>
                  <a:cubicBezTo>
                    <a:pt x="138937" y="15606"/>
                    <a:pt x="146496" y="8057"/>
                    <a:pt x="162074" y="6946"/>
                  </a:cubicBezTo>
                  <a:cubicBezTo>
                    <a:pt x="164594" y="6724"/>
                    <a:pt x="166656" y="6724"/>
                    <a:pt x="166656" y="2727"/>
                  </a:cubicBezTo>
                  <a:cubicBezTo>
                    <a:pt x="166656" y="951"/>
                    <a:pt x="165510" y="63"/>
                    <a:pt x="163678" y="63"/>
                  </a:cubicBezTo>
                  <a:cubicBezTo>
                    <a:pt x="157722" y="63"/>
                    <a:pt x="151078" y="729"/>
                    <a:pt x="144893" y="729"/>
                  </a:cubicBezTo>
                  <a:cubicBezTo>
                    <a:pt x="137333" y="729"/>
                    <a:pt x="129315" y="63"/>
                    <a:pt x="121984" y="63"/>
                  </a:cubicBezTo>
                  <a:cubicBezTo>
                    <a:pt x="120610" y="63"/>
                    <a:pt x="117632" y="63"/>
                    <a:pt x="117632" y="4282"/>
                  </a:cubicBezTo>
                  <a:cubicBezTo>
                    <a:pt x="117632" y="6724"/>
                    <a:pt x="119922" y="6946"/>
                    <a:pt x="121068" y="6946"/>
                  </a:cubicBezTo>
                  <a:cubicBezTo>
                    <a:pt x="122672" y="6946"/>
                    <a:pt x="129315" y="7390"/>
                    <a:pt x="129315" y="12054"/>
                  </a:cubicBezTo>
                  <a:cubicBezTo>
                    <a:pt x="129315" y="15828"/>
                    <a:pt x="124046" y="21602"/>
                    <a:pt x="123130" y="22712"/>
                  </a:cubicBezTo>
                  <a:lnTo>
                    <a:pt x="69982" y="82000"/>
                  </a:lnTo>
                  <a:lnTo>
                    <a:pt x="44782" y="16051"/>
                  </a:lnTo>
                  <a:cubicBezTo>
                    <a:pt x="43408" y="12942"/>
                    <a:pt x="43408" y="12498"/>
                    <a:pt x="43408" y="12276"/>
                  </a:cubicBezTo>
                  <a:cubicBezTo>
                    <a:pt x="43408" y="6946"/>
                    <a:pt x="54633" y="6946"/>
                    <a:pt x="56924" y="6946"/>
                  </a:cubicBezTo>
                  <a:cubicBezTo>
                    <a:pt x="60131" y="6946"/>
                    <a:pt x="62422" y="6946"/>
                    <a:pt x="62422" y="2505"/>
                  </a:cubicBezTo>
                  <a:cubicBezTo>
                    <a:pt x="62422" y="63"/>
                    <a:pt x="59673" y="63"/>
                    <a:pt x="58986" y="63"/>
                  </a:cubicBezTo>
                  <a:cubicBezTo>
                    <a:pt x="52571" y="63"/>
                    <a:pt x="36535" y="729"/>
                    <a:pt x="30121" y="729"/>
                  </a:cubicBezTo>
                  <a:cubicBezTo>
                    <a:pt x="24394" y="729"/>
                    <a:pt x="10191" y="63"/>
                    <a:pt x="4463" y="63"/>
                  </a:cubicBezTo>
                  <a:cubicBezTo>
                    <a:pt x="3089" y="63"/>
                    <a:pt x="111" y="63"/>
                    <a:pt x="111" y="4504"/>
                  </a:cubicBezTo>
                  <a:cubicBezTo>
                    <a:pt x="111" y="6946"/>
                    <a:pt x="2402" y="6946"/>
                    <a:pt x="5380" y="6946"/>
                  </a:cubicBezTo>
                  <a:cubicBezTo>
                    <a:pt x="19125" y="6946"/>
                    <a:pt x="20041" y="8945"/>
                    <a:pt x="22103" y="14496"/>
                  </a:cubicBezTo>
                  <a:lnTo>
                    <a:pt x="50281" y="87551"/>
                  </a:lnTo>
                  <a:cubicBezTo>
                    <a:pt x="50510" y="88218"/>
                    <a:pt x="51197" y="90660"/>
                    <a:pt x="51197" y="91326"/>
                  </a:cubicBezTo>
                  <a:cubicBezTo>
                    <a:pt x="51197" y="91992"/>
                    <a:pt x="42033" y="127743"/>
                    <a:pt x="40888" y="131740"/>
                  </a:cubicBezTo>
                  <a:cubicBezTo>
                    <a:pt x="37910" y="143953"/>
                    <a:pt x="37681" y="144619"/>
                    <a:pt x="19354" y="144841"/>
                  </a:cubicBezTo>
                  <a:cubicBezTo>
                    <a:pt x="15001" y="144841"/>
                    <a:pt x="13169" y="144841"/>
                    <a:pt x="13169" y="149282"/>
                  </a:cubicBezTo>
                  <a:cubicBezTo>
                    <a:pt x="13169" y="151724"/>
                    <a:pt x="15918" y="151724"/>
                    <a:pt x="16376" y="151724"/>
                  </a:cubicBezTo>
                  <a:cubicBezTo>
                    <a:pt x="22790" y="151724"/>
                    <a:pt x="38826" y="151058"/>
                    <a:pt x="45241" y="151058"/>
                  </a:cubicBezTo>
                  <a:cubicBezTo>
                    <a:pt x="51655" y="151058"/>
                    <a:pt x="68149" y="151724"/>
                    <a:pt x="74564" y="151724"/>
                  </a:cubicBezTo>
                  <a:cubicBezTo>
                    <a:pt x="76167" y="151724"/>
                    <a:pt x="78916" y="151724"/>
                    <a:pt x="78916" y="147283"/>
                  </a:cubicBezTo>
                  <a:cubicBezTo>
                    <a:pt x="78916" y="144841"/>
                    <a:pt x="76854" y="144841"/>
                    <a:pt x="72502" y="144841"/>
                  </a:cubicBezTo>
                  <a:cubicBezTo>
                    <a:pt x="72044" y="144841"/>
                    <a:pt x="67691" y="144841"/>
                    <a:pt x="63797" y="144397"/>
                  </a:cubicBezTo>
                  <a:cubicBezTo>
                    <a:pt x="58986" y="143953"/>
                    <a:pt x="57611" y="143509"/>
                    <a:pt x="57611" y="140844"/>
                  </a:cubicBezTo>
                  <a:cubicBezTo>
                    <a:pt x="57611" y="139290"/>
                    <a:pt x="59673" y="131518"/>
                    <a:pt x="60818" y="126855"/>
                  </a:cubicBezTo>
                  <a:lnTo>
                    <a:pt x="68836" y="95545"/>
                  </a:lnTo>
                  <a:cubicBezTo>
                    <a:pt x="69982" y="91326"/>
                    <a:pt x="70211" y="90660"/>
                    <a:pt x="72044" y="88662"/>
                  </a:cubicBezTo>
                  <a:lnTo>
                    <a:pt x="128857" y="25377"/>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199" name="Freeform: Shape 198">
              <a:extLst>
                <a:ext uri="{FF2B5EF4-FFF2-40B4-BE49-F238E27FC236}">
                  <a16:creationId xmlns:a16="http://schemas.microsoft.com/office/drawing/2014/main" id="{7852EDD8-EED3-002E-5EC6-DC2732B20003}"/>
                </a:ext>
              </a:extLst>
            </p:cNvPr>
            <p:cNvSpPr/>
            <p:nvPr>
              <p:custDataLst>
                <p:tags r:id="rId12"/>
              </p:custDataLst>
            </p:nvPr>
          </p:nvSpPr>
          <p:spPr>
            <a:xfrm>
              <a:off x="4415432" y="6904482"/>
              <a:ext cx="48589" cy="104608"/>
            </a:xfrm>
            <a:custGeom>
              <a:avLst/>
              <a:gdLst>
                <a:gd name="connsiteX0" fmla="*/ 44536 w 48589"/>
                <a:gd name="connsiteY0" fmla="*/ 5971 h 104608"/>
                <a:gd name="connsiteX1" fmla="*/ 38122 w 48589"/>
                <a:gd name="connsiteY1" fmla="*/ 64 h 104608"/>
                <a:gd name="connsiteX2" fmla="*/ 29142 w 48589"/>
                <a:gd name="connsiteY2" fmla="*/ 8613 h 104608"/>
                <a:gd name="connsiteX3" fmla="*/ 35556 w 48589"/>
                <a:gd name="connsiteY3" fmla="*/ 14520 h 104608"/>
                <a:gd name="connsiteX4" fmla="*/ 44536 w 48589"/>
                <a:gd name="connsiteY4" fmla="*/ 5971 h 104608"/>
                <a:gd name="connsiteX5" fmla="*/ 11823 w 48589"/>
                <a:gd name="connsiteY5" fmla="*/ 84933 h 104608"/>
                <a:gd name="connsiteX6" fmla="*/ 10380 w 48589"/>
                <a:gd name="connsiteY6" fmla="*/ 91461 h 104608"/>
                <a:gd name="connsiteX7" fmla="*/ 25614 w 48589"/>
                <a:gd name="connsiteY7" fmla="*/ 104673 h 104608"/>
                <a:gd name="connsiteX8" fmla="*/ 48706 w 48589"/>
                <a:gd name="connsiteY8" fmla="*/ 80891 h 104608"/>
                <a:gd name="connsiteX9" fmla="*/ 46140 w 48589"/>
                <a:gd name="connsiteY9" fmla="*/ 78871 h 104608"/>
                <a:gd name="connsiteX10" fmla="*/ 43093 w 48589"/>
                <a:gd name="connsiteY10" fmla="*/ 81513 h 104608"/>
                <a:gd name="connsiteX11" fmla="*/ 26095 w 48589"/>
                <a:gd name="connsiteY11" fmla="*/ 100321 h 104608"/>
                <a:gd name="connsiteX12" fmla="*/ 22086 w 48589"/>
                <a:gd name="connsiteY12" fmla="*/ 94881 h 104608"/>
                <a:gd name="connsiteX13" fmla="*/ 24652 w 48589"/>
                <a:gd name="connsiteY13" fmla="*/ 84933 h 104608"/>
                <a:gd name="connsiteX14" fmla="*/ 29783 w 48589"/>
                <a:gd name="connsiteY14" fmla="*/ 72498 h 104608"/>
                <a:gd name="connsiteX15" fmla="*/ 37641 w 48589"/>
                <a:gd name="connsiteY15" fmla="*/ 52757 h 104608"/>
                <a:gd name="connsiteX16" fmla="*/ 38603 w 48589"/>
                <a:gd name="connsiteY16" fmla="*/ 47783 h 104608"/>
                <a:gd name="connsiteX17" fmla="*/ 23369 w 48589"/>
                <a:gd name="connsiteY17" fmla="*/ 34571 h 104608"/>
                <a:gd name="connsiteX18" fmla="*/ 117 w 48589"/>
                <a:gd name="connsiteY18" fmla="*/ 58353 h 104608"/>
                <a:gd name="connsiteX19" fmla="*/ 2843 w 48589"/>
                <a:gd name="connsiteY19" fmla="*/ 60374 h 104608"/>
                <a:gd name="connsiteX20" fmla="*/ 5729 w 48589"/>
                <a:gd name="connsiteY20" fmla="*/ 57887 h 104608"/>
                <a:gd name="connsiteX21" fmla="*/ 22888 w 48589"/>
                <a:gd name="connsiteY21" fmla="*/ 38923 h 104608"/>
                <a:gd name="connsiteX22" fmla="*/ 26897 w 48589"/>
                <a:gd name="connsiteY22" fmla="*/ 44364 h 104608"/>
                <a:gd name="connsiteX23" fmla="*/ 21926 w 48589"/>
                <a:gd name="connsiteY23" fmla="*/ 59907 h 104608"/>
                <a:gd name="connsiteX24" fmla="*/ 11823 w 48589"/>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589" h="104608">
                  <a:moveTo>
                    <a:pt x="44536" y="5971"/>
                  </a:moveTo>
                  <a:cubicBezTo>
                    <a:pt x="44536" y="3484"/>
                    <a:pt x="42612" y="64"/>
                    <a:pt x="38122" y="64"/>
                  </a:cubicBezTo>
                  <a:cubicBezTo>
                    <a:pt x="33792" y="64"/>
                    <a:pt x="29142" y="4106"/>
                    <a:pt x="29142" y="8613"/>
                  </a:cubicBezTo>
                  <a:cubicBezTo>
                    <a:pt x="29142" y="11256"/>
                    <a:pt x="31226" y="14520"/>
                    <a:pt x="35556" y="14520"/>
                  </a:cubicBezTo>
                  <a:cubicBezTo>
                    <a:pt x="40207" y="14520"/>
                    <a:pt x="44536" y="10168"/>
                    <a:pt x="44536" y="5971"/>
                  </a:cubicBezTo>
                  <a:close/>
                  <a:moveTo>
                    <a:pt x="11823" y="84933"/>
                  </a:moveTo>
                  <a:cubicBezTo>
                    <a:pt x="11181" y="86953"/>
                    <a:pt x="10380" y="88819"/>
                    <a:pt x="10380" y="91461"/>
                  </a:cubicBezTo>
                  <a:cubicBezTo>
                    <a:pt x="10380" y="98767"/>
                    <a:pt x="16794" y="104673"/>
                    <a:pt x="25614" y="104673"/>
                  </a:cubicBezTo>
                  <a:cubicBezTo>
                    <a:pt x="41650" y="104673"/>
                    <a:pt x="48706" y="83223"/>
                    <a:pt x="48706" y="80891"/>
                  </a:cubicBezTo>
                  <a:cubicBezTo>
                    <a:pt x="48706" y="78871"/>
                    <a:pt x="46621" y="78871"/>
                    <a:pt x="46140" y="78871"/>
                  </a:cubicBezTo>
                  <a:cubicBezTo>
                    <a:pt x="43895" y="78871"/>
                    <a:pt x="43734" y="79803"/>
                    <a:pt x="43093" y="81513"/>
                  </a:cubicBezTo>
                  <a:cubicBezTo>
                    <a:pt x="39405" y="93948"/>
                    <a:pt x="32349" y="100321"/>
                    <a:pt x="26095" y="100321"/>
                  </a:cubicBezTo>
                  <a:cubicBezTo>
                    <a:pt x="22888" y="100321"/>
                    <a:pt x="22086" y="98300"/>
                    <a:pt x="22086" y="94881"/>
                  </a:cubicBezTo>
                  <a:cubicBezTo>
                    <a:pt x="22086" y="91306"/>
                    <a:pt x="23208" y="88352"/>
                    <a:pt x="24652" y="84933"/>
                  </a:cubicBezTo>
                  <a:cubicBezTo>
                    <a:pt x="26255" y="80736"/>
                    <a:pt x="28019" y="76539"/>
                    <a:pt x="29783" y="72498"/>
                  </a:cubicBezTo>
                  <a:cubicBezTo>
                    <a:pt x="31226" y="68767"/>
                    <a:pt x="36999" y="54622"/>
                    <a:pt x="37641" y="52757"/>
                  </a:cubicBezTo>
                  <a:cubicBezTo>
                    <a:pt x="38122" y="51203"/>
                    <a:pt x="38603" y="49338"/>
                    <a:pt x="38603" y="47783"/>
                  </a:cubicBezTo>
                  <a:cubicBezTo>
                    <a:pt x="38603" y="40478"/>
                    <a:pt x="32189" y="34571"/>
                    <a:pt x="23369" y="34571"/>
                  </a:cubicBezTo>
                  <a:cubicBezTo>
                    <a:pt x="7493" y="34571"/>
                    <a:pt x="117" y="55711"/>
                    <a:pt x="117" y="58353"/>
                  </a:cubicBezTo>
                  <a:cubicBezTo>
                    <a:pt x="117" y="60374"/>
                    <a:pt x="2362" y="60374"/>
                    <a:pt x="2843" y="60374"/>
                  </a:cubicBezTo>
                  <a:cubicBezTo>
                    <a:pt x="5088" y="60374"/>
                    <a:pt x="5248" y="59596"/>
                    <a:pt x="5729" y="57887"/>
                  </a:cubicBezTo>
                  <a:cubicBezTo>
                    <a:pt x="9899" y="44519"/>
                    <a:pt x="16954" y="38923"/>
                    <a:pt x="22888" y="38923"/>
                  </a:cubicBezTo>
                  <a:cubicBezTo>
                    <a:pt x="25453" y="38923"/>
                    <a:pt x="26897" y="40167"/>
                    <a:pt x="26897" y="44364"/>
                  </a:cubicBezTo>
                  <a:cubicBezTo>
                    <a:pt x="26897" y="47939"/>
                    <a:pt x="25934" y="50270"/>
                    <a:pt x="21926" y="59907"/>
                  </a:cubicBezTo>
                  <a:lnTo>
                    <a:pt x="11823"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0" name="Freeform: Shape 199">
              <a:extLst>
                <a:ext uri="{FF2B5EF4-FFF2-40B4-BE49-F238E27FC236}">
                  <a16:creationId xmlns:a16="http://schemas.microsoft.com/office/drawing/2014/main" id="{7FF4493F-5843-5D6A-27BF-223E2B015A45}"/>
                </a:ext>
              </a:extLst>
            </p:cNvPr>
            <p:cNvSpPr/>
            <p:nvPr>
              <p:custDataLst>
                <p:tags r:id="rId13"/>
              </p:custDataLst>
            </p:nvPr>
          </p:nvSpPr>
          <p:spPr>
            <a:xfrm>
              <a:off x="4489204" y="6807690"/>
              <a:ext cx="31384" cy="222052"/>
            </a:xfrm>
            <a:custGeom>
              <a:avLst/>
              <a:gdLst>
                <a:gd name="connsiteX0" fmla="*/ 31505 w 31384"/>
                <a:gd name="connsiteY0" fmla="*/ 63 h 222052"/>
                <a:gd name="connsiteX1" fmla="*/ 120 w 31384"/>
                <a:gd name="connsiteY1" fmla="*/ 63 h 222052"/>
                <a:gd name="connsiteX2" fmla="*/ 120 w 31384"/>
                <a:gd name="connsiteY2" fmla="*/ 8945 h 222052"/>
                <a:gd name="connsiteX3" fmla="*/ 22341 w 31384"/>
                <a:gd name="connsiteY3" fmla="*/ 8945 h 222052"/>
                <a:gd name="connsiteX4" fmla="*/ 22341 w 31384"/>
                <a:gd name="connsiteY4" fmla="*/ 213233 h 222052"/>
                <a:gd name="connsiteX5" fmla="*/ 120 w 31384"/>
                <a:gd name="connsiteY5" fmla="*/ 213233 h 222052"/>
                <a:gd name="connsiteX6" fmla="*/ 120 w 31384"/>
                <a:gd name="connsiteY6" fmla="*/ 222115 h 222052"/>
                <a:gd name="connsiteX7" fmla="*/ 31505 w 31384"/>
                <a:gd name="connsiteY7" fmla="*/ 222115 h 222052"/>
                <a:gd name="connsiteX8" fmla="*/ 31505 w 31384"/>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84" h="222052">
                  <a:moveTo>
                    <a:pt x="31505" y="63"/>
                  </a:moveTo>
                  <a:lnTo>
                    <a:pt x="120" y="63"/>
                  </a:lnTo>
                  <a:lnTo>
                    <a:pt x="120" y="8945"/>
                  </a:lnTo>
                  <a:lnTo>
                    <a:pt x="22341" y="8945"/>
                  </a:lnTo>
                  <a:lnTo>
                    <a:pt x="22341" y="213233"/>
                  </a:lnTo>
                  <a:lnTo>
                    <a:pt x="120" y="213233"/>
                  </a:lnTo>
                  <a:lnTo>
                    <a:pt x="120" y="222115"/>
                  </a:lnTo>
                  <a:lnTo>
                    <a:pt x="31505" y="222115"/>
                  </a:lnTo>
                  <a:lnTo>
                    <a:pt x="31505"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1" name="Freeform: Shape 200">
              <a:extLst>
                <a:ext uri="{FF2B5EF4-FFF2-40B4-BE49-F238E27FC236}">
                  <a16:creationId xmlns:a16="http://schemas.microsoft.com/office/drawing/2014/main" id="{D5D6FFAF-AF94-B097-6ECE-9CE273F0EA8F}"/>
                </a:ext>
              </a:extLst>
            </p:cNvPr>
            <p:cNvSpPr/>
            <p:nvPr>
              <p:custDataLst>
                <p:tags r:id="rId14"/>
              </p:custDataLst>
            </p:nvPr>
          </p:nvSpPr>
          <p:spPr>
            <a:xfrm>
              <a:off x="4617720" y="6914275"/>
              <a:ext cx="139971" cy="8882"/>
            </a:xfrm>
            <a:custGeom>
              <a:avLst/>
              <a:gdLst>
                <a:gd name="connsiteX0" fmla="*/ 132078 w 139971"/>
                <a:gd name="connsiteY0" fmla="*/ 8945 h 8882"/>
                <a:gd name="connsiteX1" fmla="*/ 140096 w 139971"/>
                <a:gd name="connsiteY1" fmla="*/ 4504 h 8882"/>
                <a:gd name="connsiteX2" fmla="*/ 132078 w 139971"/>
                <a:gd name="connsiteY2" fmla="*/ 63 h 8882"/>
                <a:gd name="connsiteX3" fmla="*/ 8143 w 139971"/>
                <a:gd name="connsiteY3" fmla="*/ 63 h 8882"/>
                <a:gd name="connsiteX4" fmla="*/ 125 w 139971"/>
                <a:gd name="connsiteY4" fmla="*/ 4504 h 8882"/>
                <a:gd name="connsiteX5" fmla="*/ 8143 w 139971"/>
                <a:gd name="connsiteY5" fmla="*/ 8945 h 8882"/>
                <a:gd name="connsiteX6" fmla="*/ 132078 w 139971"/>
                <a:gd name="connsiteY6" fmla="*/ 8945 h 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971" h="8882">
                  <a:moveTo>
                    <a:pt x="132078" y="8945"/>
                  </a:moveTo>
                  <a:cubicBezTo>
                    <a:pt x="135973" y="8945"/>
                    <a:pt x="140096" y="8945"/>
                    <a:pt x="140096" y="4504"/>
                  </a:cubicBezTo>
                  <a:cubicBezTo>
                    <a:pt x="140096" y="63"/>
                    <a:pt x="135973" y="63"/>
                    <a:pt x="132078" y="63"/>
                  </a:cubicBezTo>
                  <a:lnTo>
                    <a:pt x="8143" y="63"/>
                  </a:lnTo>
                  <a:cubicBezTo>
                    <a:pt x="4248" y="63"/>
                    <a:pt x="125" y="63"/>
                    <a:pt x="125" y="4504"/>
                  </a:cubicBezTo>
                  <a:cubicBezTo>
                    <a:pt x="125" y="8945"/>
                    <a:pt x="4248" y="8945"/>
                    <a:pt x="8143" y="8945"/>
                  </a:cubicBezTo>
                  <a:lnTo>
                    <a:pt x="132078" y="894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2" name="Freeform: Shape 201">
              <a:extLst>
                <a:ext uri="{FF2B5EF4-FFF2-40B4-BE49-F238E27FC236}">
                  <a16:creationId xmlns:a16="http://schemas.microsoft.com/office/drawing/2014/main" id="{30D84C10-7E27-1E70-D8A1-4BF43AC1BCC8}"/>
                </a:ext>
              </a:extLst>
            </p:cNvPr>
            <p:cNvSpPr/>
            <p:nvPr>
              <p:custDataLst>
                <p:tags r:id="rId15"/>
              </p:custDataLst>
            </p:nvPr>
          </p:nvSpPr>
          <p:spPr>
            <a:xfrm>
              <a:off x="4834634" y="6817460"/>
              <a:ext cx="124880" cy="199847"/>
            </a:xfrm>
            <a:custGeom>
              <a:avLst/>
              <a:gdLst>
                <a:gd name="connsiteX0" fmla="*/ 125015 w 124880"/>
                <a:gd name="connsiteY0" fmla="*/ 30484 h 199847"/>
                <a:gd name="connsiteX1" fmla="*/ 93860 w 124880"/>
                <a:gd name="connsiteY1" fmla="*/ 63 h 199847"/>
                <a:gd name="connsiteX2" fmla="*/ 66140 w 124880"/>
                <a:gd name="connsiteY2" fmla="*/ 9389 h 199847"/>
                <a:gd name="connsiteX3" fmla="*/ 36588 w 124880"/>
                <a:gd name="connsiteY3" fmla="*/ 56686 h 199847"/>
                <a:gd name="connsiteX4" fmla="*/ 164 w 124880"/>
                <a:gd name="connsiteY4" fmla="*/ 197689 h 199847"/>
                <a:gd name="connsiteX5" fmla="*/ 2913 w 124880"/>
                <a:gd name="connsiteY5" fmla="*/ 199910 h 199847"/>
                <a:gd name="connsiteX6" fmla="*/ 5662 w 124880"/>
                <a:gd name="connsiteY6" fmla="*/ 198800 h 199847"/>
                <a:gd name="connsiteX7" fmla="*/ 21698 w 124880"/>
                <a:gd name="connsiteY7" fmla="*/ 137513 h 199847"/>
                <a:gd name="connsiteX8" fmla="*/ 52854 w 124880"/>
                <a:gd name="connsiteY8" fmla="*/ 159052 h 199847"/>
                <a:gd name="connsiteX9" fmla="*/ 97067 w 124880"/>
                <a:gd name="connsiteY9" fmla="*/ 141510 h 199847"/>
                <a:gd name="connsiteX10" fmla="*/ 115394 w 124880"/>
                <a:gd name="connsiteY10" fmla="*/ 100652 h 199847"/>
                <a:gd name="connsiteX11" fmla="*/ 98671 w 124880"/>
                <a:gd name="connsiteY11" fmla="*/ 67567 h 199847"/>
                <a:gd name="connsiteX12" fmla="*/ 125015 w 124880"/>
                <a:gd name="connsiteY12" fmla="*/ 30484 h 199847"/>
                <a:gd name="connsiteX13" fmla="*/ 83780 w 124880"/>
                <a:gd name="connsiteY13" fmla="*/ 67345 h 199847"/>
                <a:gd name="connsiteX14" fmla="*/ 72784 w 124880"/>
                <a:gd name="connsiteY14" fmla="*/ 68899 h 199847"/>
                <a:gd name="connsiteX15" fmla="*/ 62704 w 124880"/>
                <a:gd name="connsiteY15" fmla="*/ 68011 h 199847"/>
                <a:gd name="connsiteX16" fmla="*/ 73929 w 124880"/>
                <a:gd name="connsiteY16" fmla="*/ 66234 h 199847"/>
                <a:gd name="connsiteX17" fmla="*/ 83780 w 124880"/>
                <a:gd name="connsiteY17" fmla="*/ 67345 h 199847"/>
                <a:gd name="connsiteX18" fmla="*/ 112187 w 124880"/>
                <a:gd name="connsiteY18" fmla="*/ 25377 h 199847"/>
                <a:gd name="connsiteX19" fmla="*/ 91569 w 124880"/>
                <a:gd name="connsiteY19" fmla="*/ 63792 h 199847"/>
                <a:gd name="connsiteX20" fmla="*/ 73929 w 124880"/>
                <a:gd name="connsiteY20" fmla="*/ 61127 h 199847"/>
                <a:gd name="connsiteX21" fmla="*/ 56290 w 124880"/>
                <a:gd name="connsiteY21" fmla="*/ 68233 h 199847"/>
                <a:gd name="connsiteX22" fmla="*/ 72097 w 124880"/>
                <a:gd name="connsiteY22" fmla="*/ 73784 h 199847"/>
                <a:gd name="connsiteX23" fmla="*/ 90882 w 124880"/>
                <a:gd name="connsiteY23" fmla="*/ 70897 h 199847"/>
                <a:gd name="connsiteX24" fmla="*/ 100961 w 124880"/>
                <a:gd name="connsiteY24" fmla="*/ 95989 h 199847"/>
                <a:gd name="connsiteX25" fmla="*/ 89507 w 124880"/>
                <a:gd name="connsiteY25" fmla="*/ 134182 h 199847"/>
                <a:gd name="connsiteX26" fmla="*/ 52166 w 124880"/>
                <a:gd name="connsiteY26" fmla="*/ 154167 h 199847"/>
                <a:gd name="connsiteX27" fmla="*/ 26051 w 124880"/>
                <a:gd name="connsiteY27" fmla="*/ 125522 h 199847"/>
                <a:gd name="connsiteX28" fmla="*/ 27196 w 124880"/>
                <a:gd name="connsiteY28" fmla="*/ 115752 h 199847"/>
                <a:gd name="connsiteX29" fmla="*/ 41857 w 124880"/>
                <a:gd name="connsiteY29" fmla="*/ 59573 h 199847"/>
                <a:gd name="connsiteX30" fmla="*/ 90882 w 124880"/>
                <a:gd name="connsiteY30" fmla="*/ 5170 h 199847"/>
                <a:gd name="connsiteX31" fmla="*/ 112187 w 124880"/>
                <a:gd name="connsiteY31" fmla="*/ 25377 h 1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880" h="199847">
                  <a:moveTo>
                    <a:pt x="125015" y="30484"/>
                  </a:moveTo>
                  <a:cubicBezTo>
                    <a:pt x="125015" y="13830"/>
                    <a:pt x="112416" y="63"/>
                    <a:pt x="93860" y="63"/>
                  </a:cubicBezTo>
                  <a:cubicBezTo>
                    <a:pt x="80573" y="63"/>
                    <a:pt x="74158" y="3616"/>
                    <a:pt x="66140" y="9389"/>
                  </a:cubicBezTo>
                  <a:cubicBezTo>
                    <a:pt x="53541" y="18271"/>
                    <a:pt x="40941" y="39810"/>
                    <a:pt x="36588" y="56686"/>
                  </a:cubicBezTo>
                  <a:lnTo>
                    <a:pt x="164" y="197689"/>
                  </a:lnTo>
                  <a:cubicBezTo>
                    <a:pt x="-65" y="198578"/>
                    <a:pt x="1080" y="199910"/>
                    <a:pt x="2913" y="199910"/>
                  </a:cubicBezTo>
                  <a:cubicBezTo>
                    <a:pt x="4746" y="199910"/>
                    <a:pt x="5433" y="199466"/>
                    <a:pt x="5662" y="198800"/>
                  </a:cubicBezTo>
                  <a:lnTo>
                    <a:pt x="21698" y="137513"/>
                  </a:lnTo>
                  <a:cubicBezTo>
                    <a:pt x="26051" y="150836"/>
                    <a:pt x="36130" y="159052"/>
                    <a:pt x="52854" y="159052"/>
                  </a:cubicBezTo>
                  <a:cubicBezTo>
                    <a:pt x="69577" y="159052"/>
                    <a:pt x="86758" y="151280"/>
                    <a:pt x="97067" y="141510"/>
                  </a:cubicBezTo>
                  <a:cubicBezTo>
                    <a:pt x="108063" y="131296"/>
                    <a:pt x="115394" y="117084"/>
                    <a:pt x="115394" y="100652"/>
                  </a:cubicBezTo>
                  <a:cubicBezTo>
                    <a:pt x="115394" y="84665"/>
                    <a:pt x="106918" y="73118"/>
                    <a:pt x="98671" y="67567"/>
                  </a:cubicBezTo>
                  <a:cubicBezTo>
                    <a:pt x="111958" y="60239"/>
                    <a:pt x="125015" y="46472"/>
                    <a:pt x="125015" y="30484"/>
                  </a:cubicBezTo>
                  <a:close/>
                  <a:moveTo>
                    <a:pt x="83780" y="67345"/>
                  </a:moveTo>
                  <a:cubicBezTo>
                    <a:pt x="80802" y="68455"/>
                    <a:pt x="78282" y="68899"/>
                    <a:pt x="72784" y="68899"/>
                  </a:cubicBezTo>
                  <a:cubicBezTo>
                    <a:pt x="69577" y="68899"/>
                    <a:pt x="64995" y="69121"/>
                    <a:pt x="62704" y="68011"/>
                  </a:cubicBezTo>
                  <a:cubicBezTo>
                    <a:pt x="63162" y="65790"/>
                    <a:pt x="71409" y="66234"/>
                    <a:pt x="73929" y="66234"/>
                  </a:cubicBezTo>
                  <a:cubicBezTo>
                    <a:pt x="78740" y="66234"/>
                    <a:pt x="80802" y="66234"/>
                    <a:pt x="83780" y="67345"/>
                  </a:cubicBezTo>
                  <a:close/>
                  <a:moveTo>
                    <a:pt x="112187" y="25377"/>
                  </a:moveTo>
                  <a:cubicBezTo>
                    <a:pt x="112187" y="40920"/>
                    <a:pt x="103481" y="56908"/>
                    <a:pt x="91569" y="63792"/>
                  </a:cubicBezTo>
                  <a:cubicBezTo>
                    <a:pt x="85384" y="61571"/>
                    <a:pt x="80802" y="61127"/>
                    <a:pt x="73929" y="61127"/>
                  </a:cubicBezTo>
                  <a:cubicBezTo>
                    <a:pt x="69119" y="61127"/>
                    <a:pt x="56290" y="60905"/>
                    <a:pt x="56290" y="68233"/>
                  </a:cubicBezTo>
                  <a:cubicBezTo>
                    <a:pt x="56061" y="74450"/>
                    <a:pt x="67973" y="73784"/>
                    <a:pt x="72097" y="73784"/>
                  </a:cubicBezTo>
                  <a:cubicBezTo>
                    <a:pt x="80573" y="73784"/>
                    <a:pt x="84009" y="73562"/>
                    <a:pt x="90882" y="70897"/>
                  </a:cubicBezTo>
                  <a:cubicBezTo>
                    <a:pt x="99587" y="78891"/>
                    <a:pt x="100732" y="85775"/>
                    <a:pt x="100961" y="95989"/>
                  </a:cubicBezTo>
                  <a:cubicBezTo>
                    <a:pt x="101420" y="108868"/>
                    <a:pt x="95922" y="125522"/>
                    <a:pt x="89507" y="134182"/>
                  </a:cubicBezTo>
                  <a:cubicBezTo>
                    <a:pt x="80573" y="146173"/>
                    <a:pt x="65224" y="154167"/>
                    <a:pt x="52166" y="154167"/>
                  </a:cubicBezTo>
                  <a:cubicBezTo>
                    <a:pt x="34756" y="154167"/>
                    <a:pt x="26051" y="141288"/>
                    <a:pt x="26051" y="125522"/>
                  </a:cubicBezTo>
                  <a:cubicBezTo>
                    <a:pt x="26051" y="123302"/>
                    <a:pt x="26051" y="119971"/>
                    <a:pt x="27196" y="115752"/>
                  </a:cubicBezTo>
                  <a:lnTo>
                    <a:pt x="41857" y="59573"/>
                  </a:lnTo>
                  <a:cubicBezTo>
                    <a:pt x="46897" y="40476"/>
                    <a:pt x="63391" y="5170"/>
                    <a:pt x="90882" y="5170"/>
                  </a:cubicBezTo>
                  <a:cubicBezTo>
                    <a:pt x="104169" y="5170"/>
                    <a:pt x="112187" y="12054"/>
                    <a:pt x="112187" y="25377"/>
                  </a:cubicBez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3" name="Freeform: Shape 202">
              <a:extLst>
                <a:ext uri="{FF2B5EF4-FFF2-40B4-BE49-F238E27FC236}">
                  <a16:creationId xmlns:a16="http://schemas.microsoft.com/office/drawing/2014/main" id="{77AD98F2-BDEB-A289-2224-BAC0E1F7C226}"/>
                </a:ext>
              </a:extLst>
            </p:cNvPr>
            <p:cNvSpPr/>
            <p:nvPr>
              <p:custDataLst>
                <p:tags r:id="rId16"/>
              </p:custDataLst>
            </p:nvPr>
          </p:nvSpPr>
          <p:spPr>
            <a:xfrm>
              <a:off x="4974846" y="6904327"/>
              <a:ext cx="58370" cy="103209"/>
            </a:xfrm>
            <a:custGeom>
              <a:avLst/>
              <a:gdLst>
                <a:gd name="connsiteX0" fmla="*/ 36382 w 58370"/>
                <a:gd name="connsiteY0" fmla="*/ 4416 h 103209"/>
                <a:gd name="connsiteX1" fmla="*/ 31571 w 58370"/>
                <a:gd name="connsiteY1" fmla="*/ 64 h 103209"/>
                <a:gd name="connsiteX2" fmla="*/ 140 w 58370"/>
                <a:gd name="connsiteY2" fmla="*/ 10012 h 103209"/>
                <a:gd name="connsiteX3" fmla="*/ 140 w 58370"/>
                <a:gd name="connsiteY3" fmla="*/ 15608 h 103209"/>
                <a:gd name="connsiteX4" fmla="*/ 23393 w 58370"/>
                <a:gd name="connsiteY4" fmla="*/ 11256 h 103209"/>
                <a:gd name="connsiteX5" fmla="*/ 23393 w 58370"/>
                <a:gd name="connsiteY5" fmla="*/ 90528 h 103209"/>
                <a:gd name="connsiteX6" fmla="*/ 7357 w 58370"/>
                <a:gd name="connsiteY6" fmla="*/ 97678 h 103209"/>
                <a:gd name="connsiteX7" fmla="*/ 1263 w 58370"/>
                <a:gd name="connsiteY7" fmla="*/ 97678 h 103209"/>
                <a:gd name="connsiteX8" fmla="*/ 1263 w 58370"/>
                <a:gd name="connsiteY8" fmla="*/ 103274 h 103209"/>
                <a:gd name="connsiteX9" fmla="*/ 29807 w 58370"/>
                <a:gd name="connsiteY9" fmla="*/ 102652 h 103209"/>
                <a:gd name="connsiteX10" fmla="*/ 58511 w 58370"/>
                <a:gd name="connsiteY10" fmla="*/ 103274 h 103209"/>
                <a:gd name="connsiteX11" fmla="*/ 58511 w 58370"/>
                <a:gd name="connsiteY11" fmla="*/ 97678 h 103209"/>
                <a:gd name="connsiteX12" fmla="*/ 52418 w 58370"/>
                <a:gd name="connsiteY12" fmla="*/ 97678 h 103209"/>
                <a:gd name="connsiteX13" fmla="*/ 36382 w 58370"/>
                <a:gd name="connsiteY13" fmla="*/ 90528 h 103209"/>
                <a:gd name="connsiteX14" fmla="*/ 36382 w 58370"/>
                <a:gd name="connsiteY14" fmla="*/ 4416 h 10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370" h="103209">
                  <a:moveTo>
                    <a:pt x="36382" y="4416"/>
                  </a:moveTo>
                  <a:cubicBezTo>
                    <a:pt x="36382" y="220"/>
                    <a:pt x="36061" y="64"/>
                    <a:pt x="31571" y="64"/>
                  </a:cubicBezTo>
                  <a:cubicBezTo>
                    <a:pt x="21308" y="9857"/>
                    <a:pt x="6715" y="10012"/>
                    <a:pt x="140" y="10012"/>
                  </a:cubicBezTo>
                  <a:lnTo>
                    <a:pt x="140" y="15608"/>
                  </a:lnTo>
                  <a:cubicBezTo>
                    <a:pt x="3989" y="15608"/>
                    <a:pt x="14573" y="15608"/>
                    <a:pt x="23393" y="11256"/>
                  </a:cubicBezTo>
                  <a:lnTo>
                    <a:pt x="23393" y="90528"/>
                  </a:lnTo>
                  <a:cubicBezTo>
                    <a:pt x="23393" y="95658"/>
                    <a:pt x="23393" y="97678"/>
                    <a:pt x="7357" y="97678"/>
                  </a:cubicBezTo>
                  <a:lnTo>
                    <a:pt x="1263" y="97678"/>
                  </a:lnTo>
                  <a:lnTo>
                    <a:pt x="1263" y="103274"/>
                  </a:lnTo>
                  <a:cubicBezTo>
                    <a:pt x="4149" y="103119"/>
                    <a:pt x="23874" y="102652"/>
                    <a:pt x="29807" y="102652"/>
                  </a:cubicBezTo>
                  <a:cubicBezTo>
                    <a:pt x="34778" y="102652"/>
                    <a:pt x="54984" y="103119"/>
                    <a:pt x="58511" y="103274"/>
                  </a:cubicBezTo>
                  <a:lnTo>
                    <a:pt x="58511" y="97678"/>
                  </a:lnTo>
                  <a:lnTo>
                    <a:pt x="52418" y="97678"/>
                  </a:lnTo>
                  <a:cubicBezTo>
                    <a:pt x="36382" y="97678"/>
                    <a:pt x="36382" y="95658"/>
                    <a:pt x="36382" y="90528"/>
                  </a:cubicBezTo>
                  <a:lnTo>
                    <a:pt x="36382" y="4416"/>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4" name="Freeform: Shape 203">
              <a:extLst>
                <a:ext uri="{FF2B5EF4-FFF2-40B4-BE49-F238E27FC236}">
                  <a16:creationId xmlns:a16="http://schemas.microsoft.com/office/drawing/2014/main" id="{7DA16134-0F0E-E199-C22B-EB4C101C4042}"/>
                </a:ext>
              </a:extLst>
            </p:cNvPr>
            <p:cNvSpPr/>
            <p:nvPr>
              <p:custDataLst>
                <p:tags r:id="rId17"/>
              </p:custDataLst>
            </p:nvPr>
          </p:nvSpPr>
          <p:spPr>
            <a:xfrm>
              <a:off x="5087170" y="6807690"/>
              <a:ext cx="31384" cy="222052"/>
            </a:xfrm>
            <a:custGeom>
              <a:avLst/>
              <a:gdLst>
                <a:gd name="connsiteX0" fmla="*/ 31530 w 31384"/>
                <a:gd name="connsiteY0" fmla="*/ 222115 h 222052"/>
                <a:gd name="connsiteX1" fmla="*/ 31530 w 31384"/>
                <a:gd name="connsiteY1" fmla="*/ 213233 h 222052"/>
                <a:gd name="connsiteX2" fmla="*/ 9308 w 31384"/>
                <a:gd name="connsiteY2" fmla="*/ 213233 h 222052"/>
                <a:gd name="connsiteX3" fmla="*/ 9308 w 31384"/>
                <a:gd name="connsiteY3" fmla="*/ 8945 h 222052"/>
                <a:gd name="connsiteX4" fmla="*/ 31530 w 31384"/>
                <a:gd name="connsiteY4" fmla="*/ 8945 h 222052"/>
                <a:gd name="connsiteX5" fmla="*/ 31530 w 31384"/>
                <a:gd name="connsiteY5" fmla="*/ 63 h 222052"/>
                <a:gd name="connsiteX6" fmla="*/ 145 w 31384"/>
                <a:gd name="connsiteY6" fmla="*/ 63 h 222052"/>
                <a:gd name="connsiteX7" fmla="*/ 145 w 31384"/>
                <a:gd name="connsiteY7" fmla="*/ 222115 h 222052"/>
                <a:gd name="connsiteX8" fmla="*/ 31530 w 31384"/>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84" h="222052">
                  <a:moveTo>
                    <a:pt x="31530" y="222115"/>
                  </a:moveTo>
                  <a:lnTo>
                    <a:pt x="31530" y="213233"/>
                  </a:lnTo>
                  <a:lnTo>
                    <a:pt x="9308" y="213233"/>
                  </a:lnTo>
                  <a:lnTo>
                    <a:pt x="9308" y="8945"/>
                  </a:lnTo>
                  <a:lnTo>
                    <a:pt x="31530" y="8945"/>
                  </a:lnTo>
                  <a:lnTo>
                    <a:pt x="31530" y="63"/>
                  </a:lnTo>
                  <a:lnTo>
                    <a:pt x="145" y="63"/>
                  </a:lnTo>
                  <a:lnTo>
                    <a:pt x="145" y="222115"/>
                  </a:lnTo>
                  <a:lnTo>
                    <a:pt x="31530" y="222115"/>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5" name="Freeform: Shape 204">
              <a:extLst>
                <a:ext uri="{FF2B5EF4-FFF2-40B4-BE49-F238E27FC236}">
                  <a16:creationId xmlns:a16="http://schemas.microsoft.com/office/drawing/2014/main" id="{A4B0F5DC-7012-319E-CD4F-EF72B34A644F}"/>
                </a:ext>
              </a:extLst>
            </p:cNvPr>
            <p:cNvSpPr/>
            <p:nvPr>
              <p:custDataLst>
                <p:tags r:id="rId18"/>
              </p:custDataLst>
            </p:nvPr>
          </p:nvSpPr>
          <p:spPr>
            <a:xfrm>
              <a:off x="5129958" y="6822567"/>
              <a:ext cx="188766" cy="151661"/>
            </a:xfrm>
            <a:custGeom>
              <a:avLst/>
              <a:gdLst>
                <a:gd name="connsiteX0" fmla="*/ 105069 w 188766"/>
                <a:gd name="connsiteY0" fmla="*/ 60461 h 151661"/>
                <a:gd name="connsiteX1" fmla="*/ 85826 w 188766"/>
                <a:gd name="connsiteY1" fmla="*/ 16273 h 151661"/>
                <a:gd name="connsiteX2" fmla="*/ 84680 w 188766"/>
                <a:gd name="connsiteY2" fmla="*/ 13386 h 151661"/>
                <a:gd name="connsiteX3" fmla="*/ 98196 w 188766"/>
                <a:gd name="connsiteY3" fmla="*/ 6946 h 151661"/>
                <a:gd name="connsiteX4" fmla="*/ 102778 w 188766"/>
                <a:gd name="connsiteY4" fmla="*/ 2727 h 151661"/>
                <a:gd name="connsiteX5" fmla="*/ 99342 w 188766"/>
                <a:gd name="connsiteY5" fmla="*/ 63 h 151661"/>
                <a:gd name="connsiteX6" fmla="*/ 70477 w 188766"/>
                <a:gd name="connsiteY6" fmla="*/ 729 h 151661"/>
                <a:gd name="connsiteX7" fmla="*/ 44819 w 188766"/>
                <a:gd name="connsiteY7" fmla="*/ 63 h 151661"/>
                <a:gd name="connsiteX8" fmla="*/ 40696 w 188766"/>
                <a:gd name="connsiteY8" fmla="*/ 4504 h 151661"/>
                <a:gd name="connsiteX9" fmla="*/ 45965 w 188766"/>
                <a:gd name="connsiteY9" fmla="*/ 6946 h 151661"/>
                <a:gd name="connsiteX10" fmla="*/ 63146 w 188766"/>
                <a:gd name="connsiteY10" fmla="*/ 14052 h 151661"/>
                <a:gd name="connsiteX11" fmla="*/ 90178 w 188766"/>
                <a:gd name="connsiteY11" fmla="*/ 76005 h 151661"/>
                <a:gd name="connsiteX12" fmla="*/ 41841 w 188766"/>
                <a:gd name="connsiteY12" fmla="*/ 126411 h 151661"/>
                <a:gd name="connsiteX13" fmla="*/ 38863 w 188766"/>
                <a:gd name="connsiteY13" fmla="*/ 128853 h 151661"/>
                <a:gd name="connsiteX14" fmla="*/ 5188 w 188766"/>
                <a:gd name="connsiteY14" fmla="*/ 144841 h 151661"/>
                <a:gd name="connsiteX15" fmla="*/ 148 w 188766"/>
                <a:gd name="connsiteY15" fmla="*/ 149282 h 151661"/>
                <a:gd name="connsiteX16" fmla="*/ 3126 w 188766"/>
                <a:gd name="connsiteY16" fmla="*/ 151724 h 151661"/>
                <a:gd name="connsiteX17" fmla="*/ 24660 w 188766"/>
                <a:gd name="connsiteY17" fmla="*/ 151058 h 151661"/>
                <a:gd name="connsiteX18" fmla="*/ 50317 w 188766"/>
                <a:gd name="connsiteY18" fmla="*/ 151724 h 151661"/>
                <a:gd name="connsiteX19" fmla="*/ 54441 w 188766"/>
                <a:gd name="connsiteY19" fmla="*/ 147283 h 151661"/>
                <a:gd name="connsiteX20" fmla="*/ 51692 w 188766"/>
                <a:gd name="connsiteY20" fmla="*/ 144841 h 151661"/>
                <a:gd name="connsiteX21" fmla="*/ 42529 w 188766"/>
                <a:gd name="connsiteY21" fmla="*/ 137957 h 151661"/>
                <a:gd name="connsiteX22" fmla="*/ 48714 w 188766"/>
                <a:gd name="connsiteY22" fmla="*/ 127965 h 151661"/>
                <a:gd name="connsiteX23" fmla="*/ 72081 w 188766"/>
                <a:gd name="connsiteY23" fmla="*/ 103983 h 151661"/>
                <a:gd name="connsiteX24" fmla="*/ 92698 w 188766"/>
                <a:gd name="connsiteY24" fmla="*/ 82222 h 151661"/>
                <a:gd name="connsiteX25" fmla="*/ 115836 w 188766"/>
                <a:gd name="connsiteY25" fmla="*/ 135293 h 151661"/>
                <a:gd name="connsiteX26" fmla="*/ 116981 w 188766"/>
                <a:gd name="connsiteY26" fmla="*/ 138401 h 151661"/>
                <a:gd name="connsiteX27" fmla="*/ 103694 w 188766"/>
                <a:gd name="connsiteY27" fmla="*/ 144841 h 151661"/>
                <a:gd name="connsiteX28" fmla="*/ 99113 w 188766"/>
                <a:gd name="connsiteY28" fmla="*/ 149060 h 151661"/>
                <a:gd name="connsiteX29" fmla="*/ 102549 w 188766"/>
                <a:gd name="connsiteY29" fmla="*/ 151724 h 151661"/>
                <a:gd name="connsiteX30" fmla="*/ 131414 w 188766"/>
                <a:gd name="connsiteY30" fmla="*/ 151058 h 151661"/>
                <a:gd name="connsiteX31" fmla="*/ 156842 w 188766"/>
                <a:gd name="connsiteY31" fmla="*/ 151724 h 151661"/>
                <a:gd name="connsiteX32" fmla="*/ 161195 w 188766"/>
                <a:gd name="connsiteY32" fmla="*/ 147506 h 151661"/>
                <a:gd name="connsiteX33" fmla="*/ 157071 w 188766"/>
                <a:gd name="connsiteY33" fmla="*/ 144841 h 151661"/>
                <a:gd name="connsiteX34" fmla="*/ 137370 w 188766"/>
                <a:gd name="connsiteY34" fmla="*/ 135071 h 151661"/>
                <a:gd name="connsiteX35" fmla="*/ 107818 w 188766"/>
                <a:gd name="connsiteY35" fmla="*/ 66456 h 151661"/>
                <a:gd name="connsiteX36" fmla="*/ 154780 w 188766"/>
                <a:gd name="connsiteY36" fmla="*/ 18271 h 151661"/>
                <a:gd name="connsiteX37" fmla="*/ 183874 w 188766"/>
                <a:gd name="connsiteY37" fmla="*/ 6946 h 151661"/>
                <a:gd name="connsiteX38" fmla="*/ 188914 w 188766"/>
                <a:gd name="connsiteY38" fmla="*/ 2505 h 151661"/>
                <a:gd name="connsiteX39" fmla="*/ 185936 w 188766"/>
                <a:gd name="connsiteY39" fmla="*/ 63 h 151661"/>
                <a:gd name="connsiteX40" fmla="*/ 164402 w 188766"/>
                <a:gd name="connsiteY40" fmla="*/ 729 h 151661"/>
                <a:gd name="connsiteX41" fmla="*/ 138973 w 188766"/>
                <a:gd name="connsiteY41" fmla="*/ 63 h 151661"/>
                <a:gd name="connsiteX42" fmla="*/ 134621 w 188766"/>
                <a:gd name="connsiteY42" fmla="*/ 4504 h 151661"/>
                <a:gd name="connsiteX43" fmla="*/ 137370 w 188766"/>
                <a:gd name="connsiteY43" fmla="*/ 6946 h 151661"/>
                <a:gd name="connsiteX44" fmla="*/ 146533 w 188766"/>
                <a:gd name="connsiteY44" fmla="*/ 13830 h 151661"/>
                <a:gd name="connsiteX45" fmla="*/ 142181 w 188766"/>
                <a:gd name="connsiteY45" fmla="*/ 21824 h 151661"/>
                <a:gd name="connsiteX46" fmla="*/ 105069 w 188766"/>
                <a:gd name="connsiteY46" fmla="*/ 60461 h 15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8766" h="151661">
                  <a:moveTo>
                    <a:pt x="105069" y="60461"/>
                  </a:moveTo>
                  <a:lnTo>
                    <a:pt x="85826" y="16273"/>
                  </a:lnTo>
                  <a:cubicBezTo>
                    <a:pt x="85138" y="14496"/>
                    <a:pt x="84680" y="13608"/>
                    <a:pt x="84680" y="13386"/>
                  </a:cubicBezTo>
                  <a:cubicBezTo>
                    <a:pt x="84680" y="12054"/>
                    <a:pt x="88575" y="7835"/>
                    <a:pt x="98196" y="6946"/>
                  </a:cubicBezTo>
                  <a:cubicBezTo>
                    <a:pt x="100487" y="6724"/>
                    <a:pt x="102778" y="6502"/>
                    <a:pt x="102778" y="2727"/>
                  </a:cubicBezTo>
                  <a:cubicBezTo>
                    <a:pt x="102778" y="63"/>
                    <a:pt x="100029" y="63"/>
                    <a:pt x="99342" y="63"/>
                  </a:cubicBezTo>
                  <a:cubicBezTo>
                    <a:pt x="89949" y="63"/>
                    <a:pt x="80099" y="729"/>
                    <a:pt x="70477" y="729"/>
                  </a:cubicBezTo>
                  <a:cubicBezTo>
                    <a:pt x="64750" y="729"/>
                    <a:pt x="50547" y="63"/>
                    <a:pt x="44819" y="63"/>
                  </a:cubicBezTo>
                  <a:cubicBezTo>
                    <a:pt x="43445" y="63"/>
                    <a:pt x="40696" y="63"/>
                    <a:pt x="40696" y="4504"/>
                  </a:cubicBezTo>
                  <a:cubicBezTo>
                    <a:pt x="40696" y="6946"/>
                    <a:pt x="42987" y="6946"/>
                    <a:pt x="45965" y="6946"/>
                  </a:cubicBezTo>
                  <a:cubicBezTo>
                    <a:pt x="59710" y="6946"/>
                    <a:pt x="61084" y="9167"/>
                    <a:pt x="63146" y="14052"/>
                  </a:cubicBezTo>
                  <a:lnTo>
                    <a:pt x="90178" y="76005"/>
                  </a:lnTo>
                  <a:lnTo>
                    <a:pt x="41841" y="126411"/>
                  </a:lnTo>
                  <a:lnTo>
                    <a:pt x="38863" y="128853"/>
                  </a:lnTo>
                  <a:cubicBezTo>
                    <a:pt x="27638" y="140622"/>
                    <a:pt x="16871" y="144175"/>
                    <a:pt x="5188" y="144841"/>
                  </a:cubicBezTo>
                  <a:cubicBezTo>
                    <a:pt x="2209" y="145063"/>
                    <a:pt x="148" y="145063"/>
                    <a:pt x="148" y="149282"/>
                  </a:cubicBezTo>
                  <a:cubicBezTo>
                    <a:pt x="148" y="149504"/>
                    <a:pt x="148" y="151724"/>
                    <a:pt x="3126" y="151724"/>
                  </a:cubicBezTo>
                  <a:cubicBezTo>
                    <a:pt x="9998" y="151724"/>
                    <a:pt x="17558" y="151058"/>
                    <a:pt x="24660" y="151058"/>
                  </a:cubicBezTo>
                  <a:cubicBezTo>
                    <a:pt x="33136" y="151058"/>
                    <a:pt x="42070" y="151724"/>
                    <a:pt x="50317" y="151724"/>
                  </a:cubicBezTo>
                  <a:cubicBezTo>
                    <a:pt x="51692" y="151724"/>
                    <a:pt x="54441" y="151724"/>
                    <a:pt x="54441" y="147283"/>
                  </a:cubicBezTo>
                  <a:cubicBezTo>
                    <a:pt x="54441" y="145063"/>
                    <a:pt x="52150" y="144841"/>
                    <a:pt x="51692" y="144841"/>
                  </a:cubicBezTo>
                  <a:cubicBezTo>
                    <a:pt x="49630" y="144619"/>
                    <a:pt x="42529" y="144175"/>
                    <a:pt x="42529" y="137957"/>
                  </a:cubicBezTo>
                  <a:cubicBezTo>
                    <a:pt x="42529" y="134404"/>
                    <a:pt x="45965" y="130852"/>
                    <a:pt x="48714" y="127965"/>
                  </a:cubicBezTo>
                  <a:lnTo>
                    <a:pt x="72081" y="103983"/>
                  </a:lnTo>
                  <a:lnTo>
                    <a:pt x="92698" y="82222"/>
                  </a:lnTo>
                  <a:lnTo>
                    <a:pt x="115836" y="135293"/>
                  </a:lnTo>
                  <a:cubicBezTo>
                    <a:pt x="116752" y="137735"/>
                    <a:pt x="116981" y="137957"/>
                    <a:pt x="116981" y="138401"/>
                  </a:cubicBezTo>
                  <a:cubicBezTo>
                    <a:pt x="116981" y="140178"/>
                    <a:pt x="112629" y="143953"/>
                    <a:pt x="103694" y="144841"/>
                  </a:cubicBezTo>
                  <a:cubicBezTo>
                    <a:pt x="101174" y="145063"/>
                    <a:pt x="99113" y="145285"/>
                    <a:pt x="99113" y="149060"/>
                  </a:cubicBezTo>
                  <a:cubicBezTo>
                    <a:pt x="99113" y="151724"/>
                    <a:pt x="101633" y="151724"/>
                    <a:pt x="102549" y="151724"/>
                  </a:cubicBezTo>
                  <a:cubicBezTo>
                    <a:pt x="108963" y="151724"/>
                    <a:pt x="124999" y="151058"/>
                    <a:pt x="131414" y="151058"/>
                  </a:cubicBezTo>
                  <a:cubicBezTo>
                    <a:pt x="137141" y="151058"/>
                    <a:pt x="151115" y="151724"/>
                    <a:pt x="156842" y="151724"/>
                  </a:cubicBezTo>
                  <a:cubicBezTo>
                    <a:pt x="158446" y="151724"/>
                    <a:pt x="161195" y="151724"/>
                    <a:pt x="161195" y="147506"/>
                  </a:cubicBezTo>
                  <a:cubicBezTo>
                    <a:pt x="161195" y="144841"/>
                    <a:pt x="158904" y="144841"/>
                    <a:pt x="157071" y="144841"/>
                  </a:cubicBezTo>
                  <a:cubicBezTo>
                    <a:pt x="141723" y="144619"/>
                    <a:pt x="141264" y="143953"/>
                    <a:pt x="137370" y="135071"/>
                  </a:cubicBezTo>
                  <a:cubicBezTo>
                    <a:pt x="128436" y="114420"/>
                    <a:pt x="113087" y="79780"/>
                    <a:pt x="107818" y="66456"/>
                  </a:cubicBezTo>
                  <a:cubicBezTo>
                    <a:pt x="123396" y="50913"/>
                    <a:pt x="147450" y="24489"/>
                    <a:pt x="154780" y="18271"/>
                  </a:cubicBezTo>
                  <a:cubicBezTo>
                    <a:pt x="161424" y="12942"/>
                    <a:pt x="170129" y="7613"/>
                    <a:pt x="183874" y="6946"/>
                  </a:cubicBezTo>
                  <a:cubicBezTo>
                    <a:pt x="186852" y="6724"/>
                    <a:pt x="188914" y="6724"/>
                    <a:pt x="188914" y="2505"/>
                  </a:cubicBezTo>
                  <a:cubicBezTo>
                    <a:pt x="188914" y="2283"/>
                    <a:pt x="188914" y="63"/>
                    <a:pt x="185936" y="63"/>
                  </a:cubicBezTo>
                  <a:cubicBezTo>
                    <a:pt x="179063" y="63"/>
                    <a:pt x="171504" y="729"/>
                    <a:pt x="164402" y="729"/>
                  </a:cubicBezTo>
                  <a:cubicBezTo>
                    <a:pt x="155926" y="729"/>
                    <a:pt x="147221" y="63"/>
                    <a:pt x="138973" y="63"/>
                  </a:cubicBezTo>
                  <a:cubicBezTo>
                    <a:pt x="137599" y="63"/>
                    <a:pt x="134621" y="63"/>
                    <a:pt x="134621" y="4504"/>
                  </a:cubicBezTo>
                  <a:cubicBezTo>
                    <a:pt x="134621" y="6058"/>
                    <a:pt x="135766" y="6724"/>
                    <a:pt x="137370" y="6946"/>
                  </a:cubicBezTo>
                  <a:cubicBezTo>
                    <a:pt x="139432" y="7168"/>
                    <a:pt x="146533" y="7613"/>
                    <a:pt x="146533" y="13830"/>
                  </a:cubicBezTo>
                  <a:cubicBezTo>
                    <a:pt x="146533" y="16939"/>
                    <a:pt x="144013" y="19825"/>
                    <a:pt x="142181" y="21824"/>
                  </a:cubicBezTo>
                  <a:lnTo>
                    <a:pt x="105069" y="60461"/>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6" name="Freeform: Shape 205">
              <a:extLst>
                <a:ext uri="{FF2B5EF4-FFF2-40B4-BE49-F238E27FC236}">
                  <a16:creationId xmlns:a16="http://schemas.microsoft.com/office/drawing/2014/main" id="{9C78ED05-2BBB-1505-C249-7579E3490A59}"/>
                </a:ext>
              </a:extLst>
            </p:cNvPr>
            <p:cNvSpPr/>
            <p:nvPr>
              <p:custDataLst>
                <p:tags r:id="rId19"/>
              </p:custDataLst>
            </p:nvPr>
          </p:nvSpPr>
          <p:spPr>
            <a:xfrm>
              <a:off x="5321101" y="6904482"/>
              <a:ext cx="48589" cy="104608"/>
            </a:xfrm>
            <a:custGeom>
              <a:avLst/>
              <a:gdLst>
                <a:gd name="connsiteX0" fmla="*/ 44576 w 48589"/>
                <a:gd name="connsiteY0" fmla="*/ 5971 h 104608"/>
                <a:gd name="connsiteX1" fmla="*/ 38161 w 48589"/>
                <a:gd name="connsiteY1" fmla="*/ 64 h 104608"/>
                <a:gd name="connsiteX2" fmla="*/ 29181 w 48589"/>
                <a:gd name="connsiteY2" fmla="*/ 8613 h 104608"/>
                <a:gd name="connsiteX3" fmla="*/ 35595 w 48589"/>
                <a:gd name="connsiteY3" fmla="*/ 14520 h 104608"/>
                <a:gd name="connsiteX4" fmla="*/ 44576 w 48589"/>
                <a:gd name="connsiteY4" fmla="*/ 5971 h 104608"/>
                <a:gd name="connsiteX5" fmla="*/ 11862 w 48589"/>
                <a:gd name="connsiteY5" fmla="*/ 84933 h 104608"/>
                <a:gd name="connsiteX6" fmla="*/ 10419 w 48589"/>
                <a:gd name="connsiteY6" fmla="*/ 91461 h 104608"/>
                <a:gd name="connsiteX7" fmla="*/ 25653 w 48589"/>
                <a:gd name="connsiteY7" fmla="*/ 104673 h 104608"/>
                <a:gd name="connsiteX8" fmla="*/ 48745 w 48589"/>
                <a:gd name="connsiteY8" fmla="*/ 80891 h 104608"/>
                <a:gd name="connsiteX9" fmla="*/ 46179 w 48589"/>
                <a:gd name="connsiteY9" fmla="*/ 78871 h 104608"/>
                <a:gd name="connsiteX10" fmla="*/ 43132 w 48589"/>
                <a:gd name="connsiteY10" fmla="*/ 81513 h 104608"/>
                <a:gd name="connsiteX11" fmla="*/ 26134 w 48589"/>
                <a:gd name="connsiteY11" fmla="*/ 100321 h 104608"/>
                <a:gd name="connsiteX12" fmla="*/ 22125 w 48589"/>
                <a:gd name="connsiteY12" fmla="*/ 94881 h 104608"/>
                <a:gd name="connsiteX13" fmla="*/ 24691 w 48589"/>
                <a:gd name="connsiteY13" fmla="*/ 84933 h 104608"/>
                <a:gd name="connsiteX14" fmla="*/ 29823 w 48589"/>
                <a:gd name="connsiteY14" fmla="*/ 72498 h 104608"/>
                <a:gd name="connsiteX15" fmla="*/ 37680 w 48589"/>
                <a:gd name="connsiteY15" fmla="*/ 52757 h 104608"/>
                <a:gd name="connsiteX16" fmla="*/ 38642 w 48589"/>
                <a:gd name="connsiteY16" fmla="*/ 47783 h 104608"/>
                <a:gd name="connsiteX17" fmla="*/ 23408 w 48589"/>
                <a:gd name="connsiteY17" fmla="*/ 34571 h 104608"/>
                <a:gd name="connsiteX18" fmla="*/ 156 w 48589"/>
                <a:gd name="connsiteY18" fmla="*/ 58353 h 104608"/>
                <a:gd name="connsiteX19" fmla="*/ 2882 w 48589"/>
                <a:gd name="connsiteY19" fmla="*/ 60374 h 104608"/>
                <a:gd name="connsiteX20" fmla="*/ 5769 w 48589"/>
                <a:gd name="connsiteY20" fmla="*/ 57887 h 104608"/>
                <a:gd name="connsiteX21" fmla="*/ 22927 w 48589"/>
                <a:gd name="connsiteY21" fmla="*/ 38923 h 104608"/>
                <a:gd name="connsiteX22" fmla="*/ 26936 w 48589"/>
                <a:gd name="connsiteY22" fmla="*/ 44364 h 104608"/>
                <a:gd name="connsiteX23" fmla="*/ 21965 w 48589"/>
                <a:gd name="connsiteY23" fmla="*/ 59907 h 104608"/>
                <a:gd name="connsiteX24" fmla="*/ 11862 w 48589"/>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589" h="104608">
                  <a:moveTo>
                    <a:pt x="44576" y="5971"/>
                  </a:moveTo>
                  <a:cubicBezTo>
                    <a:pt x="44576" y="3484"/>
                    <a:pt x="42651" y="64"/>
                    <a:pt x="38161" y="64"/>
                  </a:cubicBezTo>
                  <a:cubicBezTo>
                    <a:pt x="33832" y="64"/>
                    <a:pt x="29181" y="4106"/>
                    <a:pt x="29181" y="8613"/>
                  </a:cubicBezTo>
                  <a:cubicBezTo>
                    <a:pt x="29181" y="11256"/>
                    <a:pt x="31266" y="14520"/>
                    <a:pt x="35595" y="14520"/>
                  </a:cubicBezTo>
                  <a:cubicBezTo>
                    <a:pt x="40246" y="14520"/>
                    <a:pt x="44576" y="10168"/>
                    <a:pt x="44576" y="5971"/>
                  </a:cubicBezTo>
                  <a:close/>
                  <a:moveTo>
                    <a:pt x="11862" y="84933"/>
                  </a:moveTo>
                  <a:cubicBezTo>
                    <a:pt x="11221" y="86953"/>
                    <a:pt x="10419" y="88819"/>
                    <a:pt x="10419" y="91461"/>
                  </a:cubicBezTo>
                  <a:cubicBezTo>
                    <a:pt x="10419" y="98767"/>
                    <a:pt x="16833" y="104673"/>
                    <a:pt x="25653" y="104673"/>
                  </a:cubicBezTo>
                  <a:cubicBezTo>
                    <a:pt x="41689" y="104673"/>
                    <a:pt x="48745" y="83223"/>
                    <a:pt x="48745" y="80891"/>
                  </a:cubicBezTo>
                  <a:cubicBezTo>
                    <a:pt x="48745" y="78871"/>
                    <a:pt x="46660" y="78871"/>
                    <a:pt x="46179" y="78871"/>
                  </a:cubicBezTo>
                  <a:cubicBezTo>
                    <a:pt x="43934" y="78871"/>
                    <a:pt x="43774" y="79803"/>
                    <a:pt x="43132" y="81513"/>
                  </a:cubicBezTo>
                  <a:cubicBezTo>
                    <a:pt x="39444" y="93948"/>
                    <a:pt x="32388" y="100321"/>
                    <a:pt x="26134" y="100321"/>
                  </a:cubicBezTo>
                  <a:cubicBezTo>
                    <a:pt x="22927" y="100321"/>
                    <a:pt x="22125" y="98300"/>
                    <a:pt x="22125" y="94881"/>
                  </a:cubicBezTo>
                  <a:cubicBezTo>
                    <a:pt x="22125" y="91306"/>
                    <a:pt x="23248" y="88352"/>
                    <a:pt x="24691" y="84933"/>
                  </a:cubicBezTo>
                  <a:cubicBezTo>
                    <a:pt x="26295" y="80736"/>
                    <a:pt x="28059" y="76539"/>
                    <a:pt x="29823" y="72498"/>
                  </a:cubicBezTo>
                  <a:cubicBezTo>
                    <a:pt x="31266" y="68767"/>
                    <a:pt x="37039" y="54622"/>
                    <a:pt x="37680" y="52757"/>
                  </a:cubicBezTo>
                  <a:cubicBezTo>
                    <a:pt x="38161" y="51203"/>
                    <a:pt x="38642" y="49338"/>
                    <a:pt x="38642" y="47783"/>
                  </a:cubicBezTo>
                  <a:cubicBezTo>
                    <a:pt x="38642" y="40478"/>
                    <a:pt x="32228" y="34571"/>
                    <a:pt x="23408" y="34571"/>
                  </a:cubicBezTo>
                  <a:cubicBezTo>
                    <a:pt x="7533" y="34571"/>
                    <a:pt x="156" y="55711"/>
                    <a:pt x="156" y="58353"/>
                  </a:cubicBezTo>
                  <a:cubicBezTo>
                    <a:pt x="156" y="60374"/>
                    <a:pt x="2401" y="60374"/>
                    <a:pt x="2882" y="60374"/>
                  </a:cubicBezTo>
                  <a:cubicBezTo>
                    <a:pt x="5127" y="60374"/>
                    <a:pt x="5287" y="59596"/>
                    <a:pt x="5769" y="57887"/>
                  </a:cubicBezTo>
                  <a:cubicBezTo>
                    <a:pt x="9938" y="44519"/>
                    <a:pt x="16994" y="38923"/>
                    <a:pt x="22927" y="38923"/>
                  </a:cubicBezTo>
                  <a:cubicBezTo>
                    <a:pt x="25493" y="38923"/>
                    <a:pt x="26936" y="40167"/>
                    <a:pt x="26936" y="44364"/>
                  </a:cubicBezTo>
                  <a:cubicBezTo>
                    <a:pt x="26936" y="47939"/>
                    <a:pt x="25974" y="50270"/>
                    <a:pt x="21965" y="59907"/>
                  </a:cubicBezTo>
                  <a:lnTo>
                    <a:pt x="11862" y="8493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sp>
          <p:nvSpPr>
            <p:cNvPr id="207" name="Freeform: Shape 206">
              <a:extLst>
                <a:ext uri="{FF2B5EF4-FFF2-40B4-BE49-F238E27FC236}">
                  <a16:creationId xmlns:a16="http://schemas.microsoft.com/office/drawing/2014/main" id="{EEDD8FD0-9A50-C2EC-FE46-FB76A34F23EB}"/>
                </a:ext>
              </a:extLst>
            </p:cNvPr>
            <p:cNvSpPr/>
            <p:nvPr>
              <p:custDataLst>
                <p:tags r:id="rId20"/>
              </p:custDataLst>
            </p:nvPr>
          </p:nvSpPr>
          <p:spPr>
            <a:xfrm>
              <a:off x="5394873" y="6807690"/>
              <a:ext cx="31384" cy="222052"/>
            </a:xfrm>
            <a:custGeom>
              <a:avLst/>
              <a:gdLst>
                <a:gd name="connsiteX0" fmla="*/ 31544 w 31384"/>
                <a:gd name="connsiteY0" fmla="*/ 63 h 222052"/>
                <a:gd name="connsiteX1" fmla="*/ 159 w 31384"/>
                <a:gd name="connsiteY1" fmla="*/ 63 h 222052"/>
                <a:gd name="connsiteX2" fmla="*/ 159 w 31384"/>
                <a:gd name="connsiteY2" fmla="*/ 8945 h 222052"/>
                <a:gd name="connsiteX3" fmla="*/ 22381 w 31384"/>
                <a:gd name="connsiteY3" fmla="*/ 8945 h 222052"/>
                <a:gd name="connsiteX4" fmla="*/ 22381 w 31384"/>
                <a:gd name="connsiteY4" fmla="*/ 213233 h 222052"/>
                <a:gd name="connsiteX5" fmla="*/ 159 w 31384"/>
                <a:gd name="connsiteY5" fmla="*/ 213233 h 222052"/>
                <a:gd name="connsiteX6" fmla="*/ 159 w 31384"/>
                <a:gd name="connsiteY6" fmla="*/ 222115 h 222052"/>
                <a:gd name="connsiteX7" fmla="*/ 31544 w 31384"/>
                <a:gd name="connsiteY7" fmla="*/ 222115 h 222052"/>
                <a:gd name="connsiteX8" fmla="*/ 31544 w 31384"/>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84" h="222052">
                  <a:moveTo>
                    <a:pt x="31544" y="63"/>
                  </a:moveTo>
                  <a:lnTo>
                    <a:pt x="159" y="63"/>
                  </a:lnTo>
                  <a:lnTo>
                    <a:pt x="159" y="8945"/>
                  </a:lnTo>
                  <a:lnTo>
                    <a:pt x="22381" y="8945"/>
                  </a:lnTo>
                  <a:lnTo>
                    <a:pt x="22381" y="213233"/>
                  </a:lnTo>
                  <a:lnTo>
                    <a:pt x="159" y="213233"/>
                  </a:lnTo>
                  <a:lnTo>
                    <a:pt x="159" y="222115"/>
                  </a:lnTo>
                  <a:lnTo>
                    <a:pt x="31544" y="222115"/>
                  </a:lnTo>
                  <a:lnTo>
                    <a:pt x="31544" y="63"/>
                  </a:lnTo>
                  <a:close/>
                </a:path>
              </a:pathLst>
            </a:custGeom>
            <a:solidFill>
              <a:schemeClr val="bg1"/>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prstClr val="white"/>
                </a:solidFill>
                <a:latin typeface="Aptos" panose="020B0004020202020204"/>
              </a:endParaRPr>
            </a:p>
          </p:txBody>
        </p:sp>
      </p:grpSp>
      <p:sp>
        <p:nvSpPr>
          <p:cNvPr id="209" name="TextBox 208">
            <a:extLst>
              <a:ext uri="{FF2B5EF4-FFF2-40B4-BE49-F238E27FC236}">
                <a16:creationId xmlns:a16="http://schemas.microsoft.com/office/drawing/2014/main" id="{094A6E24-AEB9-459F-E4C4-A94250FF622C}"/>
              </a:ext>
            </a:extLst>
          </p:cNvPr>
          <p:cNvSpPr txBox="1"/>
          <p:nvPr/>
        </p:nvSpPr>
        <p:spPr>
          <a:xfrm>
            <a:off x="6775986" y="2970779"/>
            <a:ext cx="3634380" cy="1323439"/>
          </a:xfrm>
          <a:prstGeom prst="rect">
            <a:avLst/>
          </a:prstGeom>
          <a:noFill/>
        </p:spPr>
        <p:txBody>
          <a:bodyPr wrap="square">
            <a:spAutoFit/>
          </a:bodyPr>
          <a:lstStyle/>
          <a:p>
            <a:r>
              <a:rPr lang="en-US" sz="1600">
                <a:solidFill>
                  <a:srgbClr val="FFFF00"/>
                </a:solidFill>
              </a:rPr>
              <a:t>An implication of this is that when two variables are not correlated (i.e., have a covariance of zero), </a:t>
            </a:r>
            <a:r>
              <a:rPr lang="en-US" sz="1600" b="1">
                <a:solidFill>
                  <a:schemeClr val="bg1"/>
                </a:solidFill>
                <a:highlight>
                  <a:srgbClr val="000000"/>
                </a:highlight>
              </a:rPr>
              <a:t>the regression of either variable on the other yields a slope coefficient equal to zero</a:t>
            </a:r>
            <a:r>
              <a:rPr lang="en-US" sz="1600">
                <a:solidFill>
                  <a:srgbClr val="FFFF00"/>
                </a:solidFill>
              </a:rPr>
              <a:t>. </a:t>
            </a:r>
          </a:p>
        </p:txBody>
      </p:sp>
      <p:sp>
        <p:nvSpPr>
          <p:cNvPr id="210" name="Right Brace 209">
            <a:extLst>
              <a:ext uri="{FF2B5EF4-FFF2-40B4-BE49-F238E27FC236}">
                <a16:creationId xmlns:a16="http://schemas.microsoft.com/office/drawing/2014/main" id="{E5B990E7-6E09-E995-8C18-4402A19872D3}"/>
              </a:ext>
            </a:extLst>
          </p:cNvPr>
          <p:cNvSpPr/>
          <p:nvPr/>
        </p:nvSpPr>
        <p:spPr>
          <a:xfrm>
            <a:off x="6306125" y="1994704"/>
            <a:ext cx="289929" cy="4024901"/>
          </a:xfrm>
          <a:prstGeom prst="rightBrace">
            <a:avLst>
              <a:gd name="adj1" fmla="val 0"/>
              <a:gd name="adj2" fmla="val 40464"/>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custDataLst>
      <p:tags r:id="rId2"/>
    </p:custDataLst>
    <p:extLst>
      <p:ext uri="{BB962C8B-B14F-4D97-AF65-F5344CB8AC3E}">
        <p14:creationId xmlns:p14="http://schemas.microsoft.com/office/powerpoint/2010/main" val="3609213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7337">
        <p:fade/>
      </p:transition>
    </mc:Choice>
    <mc:Fallback xmlns="">
      <p:transition spd="med" advTm="733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0"/>
                                        </p:tgtEl>
                                        <p:attrNameLst>
                                          <p:attrName>style.visibility</p:attrName>
                                        </p:attrNameLst>
                                      </p:cBhvr>
                                      <p:to>
                                        <p:strVal val="visible"/>
                                      </p:to>
                                    </p:set>
                                    <p:animEffect transition="in" filter="fade">
                                      <p:cBhvr>
                                        <p:cTn id="17" dur="500"/>
                                        <p:tgtEl>
                                          <p:spTgt spid="170"/>
                                        </p:tgtEl>
                                      </p:cBhvr>
                                    </p:animEffect>
                                  </p:childTnLst>
                                </p:cTn>
                              </p:par>
                              <p:par>
                                <p:cTn id="18" presetID="10" presetClass="entr" presetSubtype="0" fill="hold" nodeType="withEffect">
                                  <p:stCondLst>
                                    <p:cond delay="0"/>
                                  </p:stCondLst>
                                  <p:childTnLst>
                                    <p:set>
                                      <p:cBhvr>
                                        <p:cTn id="19" dur="1" fill="hold">
                                          <p:stCondLst>
                                            <p:cond delay="0"/>
                                          </p:stCondLst>
                                        </p:cTn>
                                        <p:tgtEl>
                                          <p:spTgt spid="192"/>
                                        </p:tgtEl>
                                        <p:attrNameLst>
                                          <p:attrName>style.visibility</p:attrName>
                                        </p:attrNameLst>
                                      </p:cBhvr>
                                      <p:to>
                                        <p:strVal val="visible"/>
                                      </p:to>
                                    </p:set>
                                    <p:animEffect transition="in" filter="fade">
                                      <p:cBhvr>
                                        <p:cTn id="20" dur="500"/>
                                        <p:tgtEl>
                                          <p:spTgt spid="19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0"/>
                                        </p:tgtEl>
                                        <p:attrNameLst>
                                          <p:attrName>style.visibility</p:attrName>
                                        </p:attrNameLst>
                                      </p:cBhvr>
                                      <p:to>
                                        <p:strVal val="visible"/>
                                      </p:to>
                                    </p:set>
                                    <p:animEffect transition="in" filter="fade">
                                      <p:cBhvr>
                                        <p:cTn id="25" dur="500"/>
                                        <p:tgtEl>
                                          <p:spTgt spid="2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9"/>
                                        </p:tgtEl>
                                        <p:attrNameLst>
                                          <p:attrName>style.visibility</p:attrName>
                                        </p:attrNameLst>
                                      </p:cBhvr>
                                      <p:to>
                                        <p:strVal val="visible"/>
                                      </p:to>
                                    </p:set>
                                    <p:animEffect transition="in" filter="fade">
                                      <p:cBhvr>
                                        <p:cTn id="28"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9" grpId="0"/>
      <p:bldP spid="2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660FE-C430-C043-3BA7-820431A3B30E}"/>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E7E99DC5-FD4A-07CA-E9C4-78DDCE1DB0E6}"/>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3C6CFB4F-A904-A151-3CCB-09AA1FD226F9}"/>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FC5D3D47-A84E-B7BC-32B1-AF59A51F807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2BCE5CAB-0E80-B897-80B0-1824BF7438F3}"/>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F622DB0D-3212-2AB7-8B8A-EFDB0FE61570}"/>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D1BC72C5-D6F7-9721-B60B-7D06787ADBE3}"/>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B6D70230-612E-4B59-BCD0-D26530F620BF}"/>
              </a:ext>
            </a:extLst>
          </p:cNvPr>
          <p:cNvSpPr/>
          <p:nvPr/>
        </p:nvSpPr>
        <p:spPr>
          <a:xfrm>
            <a:off x="1632828" y="499398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653E275F-10F0-112A-579D-9ED47C3E77D5}"/>
              </a:ext>
            </a:extLst>
          </p:cNvPr>
          <p:cNvSpPr/>
          <p:nvPr/>
        </p:nvSpPr>
        <p:spPr>
          <a:xfrm>
            <a:off x="1740778" y="535447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BD7A8211-B6D3-F251-6A4F-2149A1873374}"/>
              </a:ext>
            </a:extLst>
          </p:cNvPr>
          <p:cNvSpPr/>
          <p:nvPr/>
        </p:nvSpPr>
        <p:spPr>
          <a:xfrm>
            <a:off x="1955090" y="501683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A3FACF0D-94DA-CD3C-2526-A12BDE5F2D71}"/>
              </a:ext>
            </a:extLst>
          </p:cNvPr>
          <p:cNvSpPr/>
          <p:nvPr/>
        </p:nvSpPr>
        <p:spPr>
          <a:xfrm>
            <a:off x="2000809" y="4904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E993D674-01C3-0392-3800-2D800D3BB720}"/>
              </a:ext>
            </a:extLst>
          </p:cNvPr>
          <p:cNvSpPr/>
          <p:nvPr/>
        </p:nvSpPr>
        <p:spPr>
          <a:xfrm>
            <a:off x="1912228" y="458244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798A0E6C-8348-FBCD-B093-34108CD02894}"/>
              </a:ext>
            </a:extLst>
          </p:cNvPr>
          <p:cNvSpPr/>
          <p:nvPr/>
        </p:nvSpPr>
        <p:spPr>
          <a:xfrm>
            <a:off x="2046528" y="46163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5844002C-BAB8-C929-236F-B0079BD3E986}"/>
              </a:ext>
            </a:extLst>
          </p:cNvPr>
          <p:cNvSpPr/>
          <p:nvPr/>
        </p:nvSpPr>
        <p:spPr>
          <a:xfrm>
            <a:off x="2000809" y="445628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AAF962C5-9AF9-6974-80B2-79C9CCD624D5}"/>
              </a:ext>
            </a:extLst>
          </p:cNvPr>
          <p:cNvSpPr/>
          <p:nvPr/>
        </p:nvSpPr>
        <p:spPr>
          <a:xfrm>
            <a:off x="2458328" y="482632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63AC2C1E-9D9E-90A8-D4D9-C0D423F5F642}"/>
              </a:ext>
            </a:extLst>
          </p:cNvPr>
          <p:cNvSpPr/>
          <p:nvPr/>
        </p:nvSpPr>
        <p:spPr>
          <a:xfrm>
            <a:off x="2553578" y="49042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D14DD0C6-2FCC-E141-55D3-416EF86EEF54}"/>
              </a:ext>
            </a:extLst>
          </p:cNvPr>
          <p:cNvSpPr/>
          <p:nvPr/>
        </p:nvSpPr>
        <p:spPr>
          <a:xfrm>
            <a:off x="2654856" y="429774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5B1EAF7A-C251-6203-6F9B-3001D7D55CE0}"/>
              </a:ext>
            </a:extLst>
          </p:cNvPr>
          <p:cNvSpPr/>
          <p:nvPr/>
        </p:nvSpPr>
        <p:spPr>
          <a:xfrm>
            <a:off x="2858110" y="40986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4643E15C-49EB-EFD4-D13B-E2332D82A1D1}"/>
              </a:ext>
            </a:extLst>
          </p:cNvPr>
          <p:cNvSpPr/>
          <p:nvPr/>
        </p:nvSpPr>
        <p:spPr>
          <a:xfrm>
            <a:off x="1786497" y="510488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0DA3FBAB-3238-72B0-27DB-B012B99921F4}"/>
              </a:ext>
            </a:extLst>
          </p:cNvPr>
          <p:cNvSpPr/>
          <p:nvPr/>
        </p:nvSpPr>
        <p:spPr>
          <a:xfrm>
            <a:off x="2903829" y="432060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51754B10-8B55-CDE6-5D05-836B072E258A}"/>
              </a:ext>
            </a:extLst>
          </p:cNvPr>
          <p:cNvSpPr/>
          <p:nvPr/>
        </p:nvSpPr>
        <p:spPr>
          <a:xfrm>
            <a:off x="2949548" y="390842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F0C4E7D2-F482-73DB-B41C-3248D5D4F5DE}"/>
              </a:ext>
            </a:extLst>
          </p:cNvPr>
          <p:cNvSpPr/>
          <p:nvPr/>
        </p:nvSpPr>
        <p:spPr>
          <a:xfrm>
            <a:off x="2880969" y="379720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611038DE-BCAE-2FE7-51D8-5F8884BDD538}"/>
              </a:ext>
            </a:extLst>
          </p:cNvPr>
          <p:cNvSpPr/>
          <p:nvPr/>
        </p:nvSpPr>
        <p:spPr>
          <a:xfrm>
            <a:off x="3144922" y="396830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DD638A27-0D3E-EA4B-E768-C9C939A3D8AC}"/>
              </a:ext>
            </a:extLst>
          </p:cNvPr>
          <p:cNvSpPr/>
          <p:nvPr/>
        </p:nvSpPr>
        <p:spPr>
          <a:xfrm>
            <a:off x="2350378" y="45023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B1BEA3F1-0EC7-559F-1FF6-73FB83968D48}"/>
              </a:ext>
            </a:extLst>
          </p:cNvPr>
          <p:cNvSpPr/>
          <p:nvPr/>
        </p:nvSpPr>
        <p:spPr>
          <a:xfrm>
            <a:off x="3264778" y="417039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285E0D13-367F-D4AE-6E17-FD206D32DF6A}"/>
              </a:ext>
            </a:extLst>
          </p:cNvPr>
          <p:cNvSpPr/>
          <p:nvPr/>
        </p:nvSpPr>
        <p:spPr>
          <a:xfrm>
            <a:off x="3092853" y="375148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E9942150-3451-F843-8859-01393639A5C3}"/>
              </a:ext>
            </a:extLst>
          </p:cNvPr>
          <p:cNvSpPr/>
          <p:nvPr/>
        </p:nvSpPr>
        <p:spPr>
          <a:xfrm>
            <a:off x="3219059" y="352209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C5A1829C-857D-491D-0D44-D1C8BF0B65AB}"/>
              </a:ext>
            </a:extLst>
          </p:cNvPr>
          <p:cNvSpPr/>
          <p:nvPr/>
        </p:nvSpPr>
        <p:spPr>
          <a:xfrm>
            <a:off x="2000809" y="383785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0617E6CA-F93B-7108-6E81-CD88FE43C8C4}"/>
              </a:ext>
            </a:extLst>
          </p:cNvPr>
          <p:cNvSpPr/>
          <p:nvPr/>
        </p:nvSpPr>
        <p:spPr>
          <a:xfrm>
            <a:off x="3312356" y="379213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636C0FB1-7395-6CC3-3652-79894C66B8C1}"/>
              </a:ext>
            </a:extLst>
          </p:cNvPr>
          <p:cNvSpPr/>
          <p:nvPr/>
        </p:nvSpPr>
        <p:spPr>
          <a:xfrm>
            <a:off x="1937628" y="529878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A8E3DDF0-6E5C-04F3-90F0-F21BFA66BFF0}"/>
              </a:ext>
            </a:extLst>
          </p:cNvPr>
          <p:cNvSpPr/>
          <p:nvPr/>
        </p:nvSpPr>
        <p:spPr>
          <a:xfrm>
            <a:off x="3475621" y="421611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55BCEAB8-D8CE-DCD7-6932-548375DC986F}"/>
              </a:ext>
            </a:extLst>
          </p:cNvPr>
          <p:cNvSpPr/>
          <p:nvPr/>
        </p:nvSpPr>
        <p:spPr>
          <a:xfrm>
            <a:off x="3460062" y="396830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FA2C08DD-96B0-1A08-BB83-C96916994FCD}"/>
              </a:ext>
            </a:extLst>
          </p:cNvPr>
          <p:cNvSpPr/>
          <p:nvPr/>
        </p:nvSpPr>
        <p:spPr>
          <a:xfrm>
            <a:off x="4411032" y="311655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E0555C29-2BA1-6645-F23D-7AA2840DC3BE}"/>
              </a:ext>
            </a:extLst>
          </p:cNvPr>
          <p:cNvSpPr/>
          <p:nvPr/>
        </p:nvSpPr>
        <p:spPr>
          <a:xfrm>
            <a:off x="3652525" y="365711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61E11A65-F412-82AB-E9F2-F9D03EFEBAA2}"/>
              </a:ext>
            </a:extLst>
          </p:cNvPr>
          <p:cNvSpPr/>
          <p:nvPr/>
        </p:nvSpPr>
        <p:spPr>
          <a:xfrm>
            <a:off x="3694116" y="34515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E91D9B4A-866B-F6FE-6B7F-7228DCDEB3A6}"/>
              </a:ext>
            </a:extLst>
          </p:cNvPr>
          <p:cNvSpPr/>
          <p:nvPr/>
        </p:nvSpPr>
        <p:spPr>
          <a:xfrm>
            <a:off x="3937878" y="354495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6CC8053D-E38A-F4C9-31FA-7C1FD6659B4A}"/>
              </a:ext>
            </a:extLst>
          </p:cNvPr>
          <p:cNvSpPr/>
          <p:nvPr/>
        </p:nvSpPr>
        <p:spPr>
          <a:xfrm>
            <a:off x="4109328" y="334424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207CDBE1-5E01-D147-B470-D3D211EED398}"/>
              </a:ext>
            </a:extLst>
          </p:cNvPr>
          <p:cNvSpPr/>
          <p:nvPr/>
        </p:nvSpPr>
        <p:spPr>
          <a:xfrm>
            <a:off x="4222913" y="318955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964A93F2-22F6-4881-0B29-FF52A5595E7C}"/>
              </a:ext>
            </a:extLst>
          </p:cNvPr>
          <p:cNvSpPr/>
          <p:nvPr/>
        </p:nvSpPr>
        <p:spPr>
          <a:xfrm>
            <a:off x="4411032" y="329946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C37594E3-B6CB-CB9F-59E3-3DD2B7DFBEBD}"/>
              </a:ext>
            </a:extLst>
          </p:cNvPr>
          <p:cNvSpPr/>
          <p:nvPr/>
        </p:nvSpPr>
        <p:spPr>
          <a:xfrm>
            <a:off x="2252112" y="540019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ACDE5F2B-36A5-C18E-F63F-EE044244207F}"/>
              </a:ext>
            </a:extLst>
          </p:cNvPr>
          <p:cNvGrpSpPr/>
          <p:nvPr/>
        </p:nvGrpSpPr>
        <p:grpSpPr>
          <a:xfrm>
            <a:off x="1031769" y="2780546"/>
            <a:ext cx="278796" cy="2825415"/>
            <a:chOff x="1031769" y="2780546"/>
            <a:chExt cx="278796" cy="2825415"/>
          </a:xfrm>
        </p:grpSpPr>
        <p:cxnSp>
          <p:nvCxnSpPr>
            <p:cNvPr id="213" name="Straight Connector 212">
              <a:extLst>
                <a:ext uri="{FF2B5EF4-FFF2-40B4-BE49-F238E27FC236}">
                  <a16:creationId xmlns:a16="http://schemas.microsoft.com/office/drawing/2014/main" id="{4026E51D-406F-E897-9F60-A0055ACB2A48}"/>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519EED5D-A570-8094-DC04-9D1A4F3DF46B}"/>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7354D8F7-184C-5EC5-F2DB-605EECF49088}"/>
              </a:ext>
            </a:extLst>
          </p:cNvPr>
          <p:cNvGrpSpPr/>
          <p:nvPr/>
        </p:nvGrpSpPr>
        <p:grpSpPr>
          <a:xfrm>
            <a:off x="1310565" y="5139950"/>
            <a:ext cx="4030977" cy="313948"/>
            <a:chOff x="1310565" y="5139950"/>
            <a:chExt cx="4030977" cy="313948"/>
          </a:xfrm>
        </p:grpSpPr>
        <p:cxnSp>
          <p:nvCxnSpPr>
            <p:cNvPr id="214" name="Straight Connector 213">
              <a:extLst>
                <a:ext uri="{FF2B5EF4-FFF2-40B4-BE49-F238E27FC236}">
                  <a16:creationId xmlns:a16="http://schemas.microsoft.com/office/drawing/2014/main" id="{1ADDD6C8-A0C2-B853-FA14-4FE3B8891B57}"/>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F6D8854F-18FA-64B1-9663-750FF301D723}"/>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256" name="Straight Connector 255">
            <a:extLst>
              <a:ext uri="{FF2B5EF4-FFF2-40B4-BE49-F238E27FC236}">
                <a16:creationId xmlns:a16="http://schemas.microsoft.com/office/drawing/2014/main" id="{A7D3107B-F627-C85E-C66B-9BBF87A95BF8}"/>
              </a:ext>
            </a:extLst>
          </p:cNvPr>
          <p:cNvCxnSpPr>
            <a:endCxn id="217" idx="2"/>
          </p:cNvCxnSpPr>
          <p:nvPr/>
        </p:nvCxnSpPr>
        <p:spPr>
          <a:xfrm>
            <a:off x="1310565" y="5016839"/>
            <a:ext cx="322263" cy="1"/>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ABBCAB20-23F5-C9FD-8926-AD002E90B14D}"/>
              </a:ext>
            </a:extLst>
          </p:cNvPr>
          <p:cNvCxnSpPr>
            <a:cxnSpLocks/>
            <a:stCxn id="217" idx="4"/>
          </p:cNvCxnSpPr>
          <p:nvPr/>
        </p:nvCxnSpPr>
        <p:spPr>
          <a:xfrm flipH="1">
            <a:off x="1655687" y="5039699"/>
            <a:ext cx="1" cy="137914"/>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8D3F90B5-870F-7650-D8DF-FCAE76F75080}"/>
              </a:ext>
            </a:extLst>
          </p:cNvPr>
          <p:cNvCxnSpPr>
            <a:cxnSpLocks/>
            <a:endCxn id="218" idx="2"/>
          </p:cNvCxnSpPr>
          <p:nvPr/>
        </p:nvCxnSpPr>
        <p:spPr>
          <a:xfrm>
            <a:off x="1321995" y="5377332"/>
            <a:ext cx="418783" cy="0"/>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61" name="Straight Connector 260">
            <a:extLst>
              <a:ext uri="{FF2B5EF4-FFF2-40B4-BE49-F238E27FC236}">
                <a16:creationId xmlns:a16="http://schemas.microsoft.com/office/drawing/2014/main" id="{36FF7BCF-33E9-6FA1-A3B1-529E02C5D98C}"/>
              </a:ext>
            </a:extLst>
          </p:cNvPr>
          <p:cNvCxnSpPr>
            <a:cxnSpLocks/>
            <a:endCxn id="218" idx="0"/>
          </p:cNvCxnSpPr>
          <p:nvPr/>
        </p:nvCxnSpPr>
        <p:spPr>
          <a:xfrm>
            <a:off x="1763638" y="5173427"/>
            <a:ext cx="0" cy="181045"/>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65" name="Straight Connector 264">
            <a:extLst>
              <a:ext uri="{FF2B5EF4-FFF2-40B4-BE49-F238E27FC236}">
                <a16:creationId xmlns:a16="http://schemas.microsoft.com/office/drawing/2014/main" id="{A817581A-A22C-5408-870E-98100F8BD87D}"/>
              </a:ext>
            </a:extLst>
          </p:cNvPr>
          <p:cNvCxnSpPr>
            <a:cxnSpLocks/>
            <a:endCxn id="227" idx="2"/>
          </p:cNvCxnSpPr>
          <p:nvPr/>
        </p:nvCxnSpPr>
        <p:spPr>
          <a:xfrm flipV="1">
            <a:off x="1321995" y="4320603"/>
            <a:ext cx="1332861" cy="6532"/>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66" name="Straight Connector 265">
            <a:extLst>
              <a:ext uri="{FF2B5EF4-FFF2-40B4-BE49-F238E27FC236}">
                <a16:creationId xmlns:a16="http://schemas.microsoft.com/office/drawing/2014/main" id="{9F570127-8783-4F37-45BA-C223FCB8A7BD}"/>
              </a:ext>
            </a:extLst>
          </p:cNvPr>
          <p:cNvCxnSpPr>
            <a:cxnSpLocks/>
            <a:stCxn id="227" idx="4"/>
          </p:cNvCxnSpPr>
          <p:nvPr/>
        </p:nvCxnSpPr>
        <p:spPr>
          <a:xfrm flipH="1">
            <a:off x="2677715" y="4343462"/>
            <a:ext cx="1" cy="829965"/>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71" name="Straight Connector 270">
            <a:extLst>
              <a:ext uri="{FF2B5EF4-FFF2-40B4-BE49-F238E27FC236}">
                <a16:creationId xmlns:a16="http://schemas.microsoft.com/office/drawing/2014/main" id="{044BA3C6-3E0F-DB1E-B969-1B94C4176030}"/>
              </a:ext>
            </a:extLst>
          </p:cNvPr>
          <p:cNvCxnSpPr>
            <a:cxnSpLocks/>
            <a:endCxn id="249" idx="2"/>
          </p:cNvCxnSpPr>
          <p:nvPr/>
        </p:nvCxnSpPr>
        <p:spPr>
          <a:xfrm flipV="1">
            <a:off x="1304808" y="3322324"/>
            <a:ext cx="3106224" cy="0"/>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72" name="Straight Connector 271">
            <a:extLst>
              <a:ext uri="{FF2B5EF4-FFF2-40B4-BE49-F238E27FC236}">
                <a16:creationId xmlns:a16="http://schemas.microsoft.com/office/drawing/2014/main" id="{B405AD6A-EC03-8E90-B4E3-A0610FC9544D}"/>
              </a:ext>
            </a:extLst>
          </p:cNvPr>
          <p:cNvCxnSpPr>
            <a:cxnSpLocks/>
            <a:stCxn id="249" idx="4"/>
          </p:cNvCxnSpPr>
          <p:nvPr/>
        </p:nvCxnSpPr>
        <p:spPr>
          <a:xfrm>
            <a:off x="4433892" y="3345183"/>
            <a:ext cx="3251" cy="1805424"/>
          </a:xfrm>
          <a:prstGeom prst="line">
            <a:avLst/>
          </a:prstGeom>
          <a:ln w="9525">
            <a:solidFill>
              <a:srgbClr val="FF0000">
                <a:alpha val="60000"/>
              </a:srgbClr>
            </a:solidFill>
            <a:prstDash val="sysDash"/>
          </a:ln>
        </p:spPr>
        <p:style>
          <a:lnRef idx="2">
            <a:schemeClr val="accent1"/>
          </a:lnRef>
          <a:fillRef idx="0">
            <a:schemeClr val="accent1"/>
          </a:fillRef>
          <a:effectRef idx="1">
            <a:schemeClr val="accent1"/>
          </a:effectRef>
          <a:fontRef idx="minor">
            <a:schemeClr val="tx1"/>
          </a:fontRef>
        </p:style>
      </p:cxnSp>
      <p:cxnSp>
        <p:nvCxnSpPr>
          <p:cNvPr id="280" name="Connector: Elbow 279">
            <a:extLst>
              <a:ext uri="{FF2B5EF4-FFF2-40B4-BE49-F238E27FC236}">
                <a16:creationId xmlns:a16="http://schemas.microsoft.com/office/drawing/2014/main" id="{1CE7037A-A15A-DB8D-EFC2-1AA4711C1115}"/>
              </a:ext>
            </a:extLst>
          </p:cNvPr>
          <p:cNvCxnSpPr>
            <a:cxnSpLocks/>
            <a:stCxn id="243" idx="6"/>
          </p:cNvCxnSpPr>
          <p:nvPr/>
        </p:nvCxnSpPr>
        <p:spPr>
          <a:xfrm flipV="1">
            <a:off x="4456751" y="2924713"/>
            <a:ext cx="1415531" cy="214702"/>
          </a:xfrm>
          <a:prstGeom prst="bentConnector3">
            <a:avLst>
              <a:gd name="adj1" fmla="val 50000"/>
            </a:avLst>
          </a:prstGeom>
          <a:ln w="635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282" name="Group 281">
            <a:extLst>
              <a:ext uri="{FF2B5EF4-FFF2-40B4-BE49-F238E27FC236}">
                <a16:creationId xmlns:a16="http://schemas.microsoft.com/office/drawing/2014/main" id="{EC40EFC9-EBC5-1F3A-1DF4-481A2B273F89}"/>
              </a:ext>
            </a:extLst>
          </p:cNvPr>
          <p:cNvGrpSpPr>
            <a:grpSpLocks noChangeAspect="1"/>
          </p:cNvGrpSpPr>
          <p:nvPr>
            <p:custDataLst>
              <p:tags r:id="rId2"/>
            </p:custDataLst>
          </p:nvPr>
        </p:nvGrpSpPr>
        <p:grpSpPr>
          <a:xfrm>
            <a:off x="6011169" y="3189559"/>
            <a:ext cx="1952483" cy="215651"/>
            <a:chOff x="4198150" y="4021320"/>
            <a:chExt cx="2657046" cy="293470"/>
          </a:xfrm>
          <a:solidFill>
            <a:schemeClr val="tx1"/>
          </a:solidFill>
        </p:grpSpPr>
        <p:sp>
          <p:nvSpPr>
            <p:cNvPr id="283" name="Freeform: Shape 282">
              <a:extLst>
                <a:ext uri="{FF2B5EF4-FFF2-40B4-BE49-F238E27FC236}">
                  <a16:creationId xmlns:a16="http://schemas.microsoft.com/office/drawing/2014/main" id="{ACF5AFBE-8376-4B27-97CF-9124C494109C}"/>
                </a:ext>
              </a:extLst>
            </p:cNvPr>
            <p:cNvSpPr/>
            <p:nvPr>
              <p:custDataLst>
                <p:tags r:id="rId20"/>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72552582-3BD4-0E5B-1EEF-6E604F4B6B54}"/>
                </a:ext>
              </a:extLst>
            </p:cNvPr>
            <p:cNvSpPr/>
            <p:nvPr>
              <p:custDataLst>
                <p:tags r:id="rId21"/>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DC532468-5377-CCC0-1F35-56C8BCD29F8F}"/>
                </a:ext>
              </a:extLst>
            </p:cNvPr>
            <p:cNvSpPr/>
            <p:nvPr>
              <p:custDataLst>
                <p:tags r:id="rId22"/>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A121013A-4066-7C07-E136-CDCBF1A160DD}"/>
                </a:ext>
              </a:extLst>
            </p:cNvPr>
            <p:cNvSpPr/>
            <p:nvPr>
              <p:custDataLst>
                <p:tags r:id="rId23"/>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a:p>
          </p:txBody>
        </p:sp>
        <p:sp>
          <p:nvSpPr>
            <p:cNvPr id="287" name="Freeform: Shape 286">
              <a:extLst>
                <a:ext uri="{FF2B5EF4-FFF2-40B4-BE49-F238E27FC236}">
                  <a16:creationId xmlns:a16="http://schemas.microsoft.com/office/drawing/2014/main" id="{E0BC2389-FB42-D167-8879-51A30E277089}"/>
                </a:ext>
              </a:extLst>
            </p:cNvPr>
            <p:cNvSpPr/>
            <p:nvPr>
              <p:custDataLst>
                <p:tags r:id="rId24"/>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a:p>
          </p:txBody>
        </p:sp>
        <p:sp>
          <p:nvSpPr>
            <p:cNvPr id="288" name="Freeform: Shape 287">
              <a:extLst>
                <a:ext uri="{FF2B5EF4-FFF2-40B4-BE49-F238E27FC236}">
                  <a16:creationId xmlns:a16="http://schemas.microsoft.com/office/drawing/2014/main" id="{F19EA170-36BF-665D-C17B-482B2CB78EC2}"/>
                </a:ext>
              </a:extLst>
            </p:cNvPr>
            <p:cNvSpPr/>
            <p:nvPr>
              <p:custDataLst>
                <p:tags r:id="rId25"/>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a:p>
          </p:txBody>
        </p:sp>
        <p:sp>
          <p:nvSpPr>
            <p:cNvPr id="289" name="Freeform: Shape 288">
              <a:extLst>
                <a:ext uri="{FF2B5EF4-FFF2-40B4-BE49-F238E27FC236}">
                  <a16:creationId xmlns:a16="http://schemas.microsoft.com/office/drawing/2014/main" id="{82B85623-A2B1-8DB1-9902-26E1E21C175A}"/>
                </a:ext>
              </a:extLst>
            </p:cNvPr>
            <p:cNvSpPr/>
            <p:nvPr>
              <p:custDataLst>
                <p:tags r:id="rId26"/>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a:p>
          </p:txBody>
        </p:sp>
        <p:sp>
          <p:nvSpPr>
            <p:cNvPr id="290" name="Freeform: Shape 289">
              <a:extLst>
                <a:ext uri="{FF2B5EF4-FFF2-40B4-BE49-F238E27FC236}">
                  <a16:creationId xmlns:a16="http://schemas.microsoft.com/office/drawing/2014/main" id="{C471D369-FD51-50C3-3B1C-2605CFE92B4E}"/>
                </a:ext>
              </a:extLst>
            </p:cNvPr>
            <p:cNvSpPr/>
            <p:nvPr>
              <p:custDataLst>
                <p:tags r:id="rId27"/>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a:p>
          </p:txBody>
        </p:sp>
        <p:sp>
          <p:nvSpPr>
            <p:cNvPr id="291" name="Freeform: Shape 290">
              <a:extLst>
                <a:ext uri="{FF2B5EF4-FFF2-40B4-BE49-F238E27FC236}">
                  <a16:creationId xmlns:a16="http://schemas.microsoft.com/office/drawing/2014/main" id="{A2EB4064-1AF8-CC6C-61F2-F5829117337D}"/>
                </a:ext>
              </a:extLst>
            </p:cNvPr>
            <p:cNvSpPr/>
            <p:nvPr>
              <p:custDataLst>
                <p:tags r:id="rId28"/>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a:p>
          </p:txBody>
        </p:sp>
        <p:sp>
          <p:nvSpPr>
            <p:cNvPr id="292" name="Freeform: Shape 291">
              <a:extLst>
                <a:ext uri="{FF2B5EF4-FFF2-40B4-BE49-F238E27FC236}">
                  <a16:creationId xmlns:a16="http://schemas.microsoft.com/office/drawing/2014/main" id="{76F4F05A-F7C3-AF15-CFFB-9A610E35FA24}"/>
                </a:ext>
              </a:extLst>
            </p:cNvPr>
            <p:cNvSpPr/>
            <p:nvPr>
              <p:custDataLst>
                <p:tags r:id="rId29"/>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a:p>
          </p:txBody>
        </p:sp>
        <p:sp>
          <p:nvSpPr>
            <p:cNvPr id="293" name="Freeform: Shape 292">
              <a:extLst>
                <a:ext uri="{FF2B5EF4-FFF2-40B4-BE49-F238E27FC236}">
                  <a16:creationId xmlns:a16="http://schemas.microsoft.com/office/drawing/2014/main" id="{80BDB562-0B77-06CE-284E-DA32B54EE678}"/>
                </a:ext>
              </a:extLst>
            </p:cNvPr>
            <p:cNvSpPr/>
            <p:nvPr>
              <p:custDataLst>
                <p:tags r:id="rId30"/>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a:p>
          </p:txBody>
        </p:sp>
        <p:sp>
          <p:nvSpPr>
            <p:cNvPr id="294" name="Freeform: Shape 293">
              <a:extLst>
                <a:ext uri="{FF2B5EF4-FFF2-40B4-BE49-F238E27FC236}">
                  <a16:creationId xmlns:a16="http://schemas.microsoft.com/office/drawing/2014/main" id="{4007F678-7545-2977-769D-DE37CF1F47D2}"/>
                </a:ext>
              </a:extLst>
            </p:cNvPr>
            <p:cNvSpPr/>
            <p:nvPr>
              <p:custDataLst>
                <p:tags r:id="rId31"/>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a:p>
          </p:txBody>
        </p:sp>
        <p:sp>
          <p:nvSpPr>
            <p:cNvPr id="295" name="Freeform: Shape 294">
              <a:extLst>
                <a:ext uri="{FF2B5EF4-FFF2-40B4-BE49-F238E27FC236}">
                  <a16:creationId xmlns:a16="http://schemas.microsoft.com/office/drawing/2014/main" id="{84E993E8-415A-6719-1235-161B0CCC640D}"/>
                </a:ext>
              </a:extLst>
            </p:cNvPr>
            <p:cNvSpPr/>
            <p:nvPr>
              <p:custDataLst>
                <p:tags r:id="rId32"/>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a:p>
          </p:txBody>
        </p:sp>
      </p:grpSp>
      <p:grpSp>
        <p:nvGrpSpPr>
          <p:cNvPr id="296" name="Group 295">
            <a:extLst>
              <a:ext uri="{FF2B5EF4-FFF2-40B4-BE49-F238E27FC236}">
                <a16:creationId xmlns:a16="http://schemas.microsoft.com/office/drawing/2014/main" id="{58F6B70D-1BA0-311C-5EE5-C854750E1A59}"/>
              </a:ext>
            </a:extLst>
          </p:cNvPr>
          <p:cNvGrpSpPr>
            <a:grpSpLocks noChangeAspect="1"/>
          </p:cNvGrpSpPr>
          <p:nvPr>
            <p:custDataLst>
              <p:tags r:id="rId3"/>
            </p:custDataLst>
          </p:nvPr>
        </p:nvGrpSpPr>
        <p:grpSpPr>
          <a:xfrm>
            <a:off x="5974968" y="2810451"/>
            <a:ext cx="1756106" cy="222052"/>
            <a:chOff x="4316190" y="3772390"/>
            <a:chExt cx="1756106" cy="222052"/>
          </a:xfrm>
        </p:grpSpPr>
        <p:sp>
          <p:nvSpPr>
            <p:cNvPr id="297" name="Freeform: Shape 296">
              <a:extLst>
                <a:ext uri="{FF2B5EF4-FFF2-40B4-BE49-F238E27FC236}">
                  <a16:creationId xmlns:a16="http://schemas.microsoft.com/office/drawing/2014/main" id="{69ADE64A-8103-C94E-0625-300A5BE80E26}"/>
                </a:ext>
              </a:extLst>
            </p:cNvPr>
            <p:cNvSpPr/>
            <p:nvPr>
              <p:custDataLst>
                <p:tags r:id="rId4"/>
              </p:custDataLst>
            </p:nvPr>
          </p:nvSpPr>
          <p:spPr>
            <a:xfrm>
              <a:off x="4316190" y="3772390"/>
              <a:ext cx="52837" cy="222052"/>
            </a:xfrm>
            <a:custGeom>
              <a:avLst/>
              <a:gdLst>
                <a:gd name="connsiteX0" fmla="*/ 52914 w 52837"/>
                <a:gd name="connsiteY0" fmla="*/ 219895 h 222052"/>
                <a:gd name="connsiteX1" fmla="*/ 49042 w 52837"/>
                <a:gd name="connsiteY1" fmla="*/ 215009 h 222052"/>
                <a:gd name="connsiteX2" fmla="*/ 13286 w 52837"/>
                <a:gd name="connsiteY2" fmla="*/ 111089 h 222052"/>
                <a:gd name="connsiteX3" fmla="*/ 49953 w 52837"/>
                <a:gd name="connsiteY3" fmla="*/ 6058 h 222052"/>
                <a:gd name="connsiteX4" fmla="*/ 52914 w 52837"/>
                <a:gd name="connsiteY4" fmla="*/ 2283 h 222052"/>
                <a:gd name="connsiteX5" fmla="*/ 50636 w 52837"/>
                <a:gd name="connsiteY5" fmla="*/ 63 h 222052"/>
                <a:gd name="connsiteX6" fmla="*/ 14425 w 52837"/>
                <a:gd name="connsiteY6" fmla="*/ 43363 h 222052"/>
                <a:gd name="connsiteX7" fmla="*/ 77 w 52837"/>
                <a:gd name="connsiteY7" fmla="*/ 111089 h 222052"/>
                <a:gd name="connsiteX8" fmla="*/ 15108 w 52837"/>
                <a:gd name="connsiteY8" fmla="*/ 180369 h 222052"/>
                <a:gd name="connsiteX9" fmla="*/ 50636 w 52837"/>
                <a:gd name="connsiteY9" fmla="*/ 222115 h 222052"/>
                <a:gd name="connsiteX10" fmla="*/ 52914 w 52837"/>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2914" y="219895"/>
                  </a:moveTo>
                  <a:cubicBezTo>
                    <a:pt x="52914" y="219228"/>
                    <a:pt x="52914" y="218784"/>
                    <a:pt x="49042" y="215009"/>
                  </a:cubicBezTo>
                  <a:cubicBezTo>
                    <a:pt x="20574" y="187031"/>
                    <a:pt x="13286" y="145063"/>
                    <a:pt x="13286" y="111089"/>
                  </a:cubicBezTo>
                  <a:cubicBezTo>
                    <a:pt x="13286" y="72452"/>
                    <a:pt x="21940" y="33815"/>
                    <a:pt x="49953" y="6058"/>
                  </a:cubicBezTo>
                  <a:cubicBezTo>
                    <a:pt x="52914" y="3394"/>
                    <a:pt x="52914" y="2949"/>
                    <a:pt x="52914" y="2283"/>
                  </a:cubicBezTo>
                  <a:cubicBezTo>
                    <a:pt x="52914" y="729"/>
                    <a:pt x="52003" y="63"/>
                    <a:pt x="50636" y="63"/>
                  </a:cubicBezTo>
                  <a:cubicBezTo>
                    <a:pt x="48359" y="63"/>
                    <a:pt x="27862" y="15162"/>
                    <a:pt x="14425" y="43363"/>
                  </a:cubicBezTo>
                  <a:cubicBezTo>
                    <a:pt x="2810" y="67789"/>
                    <a:pt x="77" y="92437"/>
                    <a:pt x="77" y="111089"/>
                  </a:cubicBezTo>
                  <a:cubicBezTo>
                    <a:pt x="77" y="128409"/>
                    <a:pt x="2582" y="155277"/>
                    <a:pt x="15108" y="180369"/>
                  </a:cubicBezTo>
                  <a:cubicBezTo>
                    <a:pt x="28773" y="207682"/>
                    <a:pt x="48359" y="222115"/>
                    <a:pt x="50636" y="222115"/>
                  </a:cubicBezTo>
                  <a:cubicBezTo>
                    <a:pt x="52003" y="222115"/>
                    <a:pt x="52914" y="221449"/>
                    <a:pt x="52914" y="219895"/>
                  </a:cubicBezTo>
                  <a:close/>
                </a:path>
              </a:pathLst>
            </a:custGeom>
            <a:solidFill>
              <a:srgbClr val="000000"/>
            </a:solidFill>
            <a:ln w="22836" cap="flat">
              <a:noFill/>
              <a:prstDash val="solid"/>
              <a:miter/>
            </a:ln>
          </p:spPr>
          <p:txBody>
            <a:bodyPr rtlCol="0" anchor="ctr"/>
            <a:lstStyle/>
            <a:p>
              <a:endParaRPr lang="en-GB"/>
            </a:p>
          </p:txBody>
        </p:sp>
        <p:sp>
          <p:nvSpPr>
            <p:cNvPr id="298" name="Freeform: Shape 297">
              <a:extLst>
                <a:ext uri="{FF2B5EF4-FFF2-40B4-BE49-F238E27FC236}">
                  <a16:creationId xmlns:a16="http://schemas.microsoft.com/office/drawing/2014/main" id="{7276ADBD-FB38-2CD2-4ADA-44A31055D209}"/>
                </a:ext>
              </a:extLst>
            </p:cNvPr>
            <p:cNvSpPr/>
            <p:nvPr>
              <p:custDataLst>
                <p:tags r:id="rId5"/>
              </p:custDataLst>
            </p:nvPr>
          </p:nvSpPr>
          <p:spPr>
            <a:xfrm>
              <a:off x="4388816" y="3840782"/>
              <a:ext cx="113417" cy="100589"/>
            </a:xfrm>
            <a:custGeom>
              <a:avLst/>
              <a:gdLst>
                <a:gd name="connsiteX0" fmla="*/ 69543 w 113417"/>
                <a:gd name="connsiteY0" fmla="*/ 31150 h 100589"/>
                <a:gd name="connsiteX1" fmla="*/ 92090 w 113417"/>
                <a:gd name="connsiteY1" fmla="*/ 4948 h 100589"/>
                <a:gd name="connsiteX2" fmla="*/ 103477 w 113417"/>
                <a:gd name="connsiteY2" fmla="*/ 7835 h 100589"/>
                <a:gd name="connsiteX3" fmla="*/ 92545 w 113417"/>
                <a:gd name="connsiteY3" fmla="*/ 19825 h 100589"/>
                <a:gd name="connsiteX4" fmla="*/ 101200 w 113417"/>
                <a:gd name="connsiteY4" fmla="*/ 27597 h 100589"/>
                <a:gd name="connsiteX5" fmla="*/ 113498 w 113417"/>
                <a:gd name="connsiteY5" fmla="*/ 14718 h 100589"/>
                <a:gd name="connsiteX6" fmla="*/ 92318 w 113417"/>
                <a:gd name="connsiteY6" fmla="*/ 63 h 100589"/>
                <a:gd name="connsiteX7" fmla="*/ 68404 w 113417"/>
                <a:gd name="connsiteY7" fmla="*/ 16939 h 100589"/>
                <a:gd name="connsiteX8" fmla="*/ 43808 w 113417"/>
                <a:gd name="connsiteY8" fmla="*/ 63 h 100589"/>
                <a:gd name="connsiteX9" fmla="*/ 7141 w 113417"/>
                <a:gd name="connsiteY9" fmla="*/ 34259 h 100589"/>
                <a:gd name="connsiteX10" fmla="*/ 9874 w 113417"/>
                <a:gd name="connsiteY10" fmla="*/ 36479 h 100589"/>
                <a:gd name="connsiteX11" fmla="*/ 12834 w 113417"/>
                <a:gd name="connsiteY11" fmla="*/ 34037 h 100589"/>
                <a:gd name="connsiteX12" fmla="*/ 43352 w 113417"/>
                <a:gd name="connsiteY12" fmla="*/ 4948 h 100589"/>
                <a:gd name="connsiteX13" fmla="*/ 55651 w 113417"/>
                <a:gd name="connsiteY13" fmla="*/ 19825 h 100589"/>
                <a:gd name="connsiteX14" fmla="*/ 43352 w 113417"/>
                <a:gd name="connsiteY14" fmla="*/ 72674 h 100589"/>
                <a:gd name="connsiteX15" fmla="*/ 21716 w 113417"/>
                <a:gd name="connsiteY15" fmla="*/ 95767 h 100589"/>
                <a:gd name="connsiteX16" fmla="*/ 10329 w 113417"/>
                <a:gd name="connsiteY16" fmla="*/ 92881 h 100589"/>
                <a:gd name="connsiteX17" fmla="*/ 21033 w 113417"/>
                <a:gd name="connsiteY17" fmla="*/ 80890 h 100589"/>
                <a:gd name="connsiteX18" fmla="*/ 12607 w 113417"/>
                <a:gd name="connsiteY18" fmla="*/ 73118 h 100589"/>
                <a:gd name="connsiteX19" fmla="*/ 81 w 113417"/>
                <a:gd name="connsiteY19" fmla="*/ 85997 h 100589"/>
                <a:gd name="connsiteX20" fmla="*/ 21489 w 113417"/>
                <a:gd name="connsiteY20" fmla="*/ 100652 h 100589"/>
                <a:gd name="connsiteX21" fmla="*/ 45402 w 113417"/>
                <a:gd name="connsiteY21" fmla="*/ 83776 h 100589"/>
                <a:gd name="connsiteX22" fmla="*/ 69999 w 113417"/>
                <a:gd name="connsiteY22" fmla="*/ 100652 h 100589"/>
                <a:gd name="connsiteX23" fmla="*/ 106438 w 113417"/>
                <a:gd name="connsiteY23" fmla="*/ 66456 h 100589"/>
                <a:gd name="connsiteX24" fmla="*/ 103705 w 113417"/>
                <a:gd name="connsiteY24" fmla="*/ 64236 h 100589"/>
                <a:gd name="connsiteX25" fmla="*/ 100744 w 113417"/>
                <a:gd name="connsiteY25" fmla="*/ 66678 h 100589"/>
                <a:gd name="connsiteX26" fmla="*/ 70454 w 113417"/>
                <a:gd name="connsiteY26" fmla="*/ 95767 h 100589"/>
                <a:gd name="connsiteX27" fmla="*/ 57928 w 113417"/>
                <a:gd name="connsiteY27" fmla="*/ 81112 h 100589"/>
                <a:gd name="connsiteX28" fmla="*/ 61800 w 113417"/>
                <a:gd name="connsiteY28" fmla="*/ 61571 h 100589"/>
                <a:gd name="connsiteX29" fmla="*/ 69543 w 113417"/>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417" h="100589">
                  <a:moveTo>
                    <a:pt x="69543" y="31150"/>
                  </a:moveTo>
                  <a:cubicBezTo>
                    <a:pt x="70910" y="25377"/>
                    <a:pt x="76148" y="4948"/>
                    <a:pt x="92090" y="4948"/>
                  </a:cubicBezTo>
                  <a:cubicBezTo>
                    <a:pt x="93229" y="4948"/>
                    <a:pt x="98695" y="4948"/>
                    <a:pt x="103477" y="7835"/>
                  </a:cubicBezTo>
                  <a:cubicBezTo>
                    <a:pt x="97100" y="8945"/>
                    <a:pt x="92545" y="14496"/>
                    <a:pt x="92545" y="19825"/>
                  </a:cubicBezTo>
                  <a:cubicBezTo>
                    <a:pt x="92545" y="23378"/>
                    <a:pt x="95051" y="27597"/>
                    <a:pt x="101200" y="27597"/>
                  </a:cubicBezTo>
                  <a:cubicBezTo>
                    <a:pt x="106210" y="27597"/>
                    <a:pt x="113498" y="23600"/>
                    <a:pt x="113498" y="14718"/>
                  </a:cubicBezTo>
                  <a:cubicBezTo>
                    <a:pt x="113498" y="3172"/>
                    <a:pt x="100061" y="63"/>
                    <a:pt x="92318" y="63"/>
                  </a:cubicBezTo>
                  <a:cubicBezTo>
                    <a:pt x="79108" y="63"/>
                    <a:pt x="71137" y="11832"/>
                    <a:pt x="68404" y="16939"/>
                  </a:cubicBezTo>
                  <a:cubicBezTo>
                    <a:pt x="62711" y="2283"/>
                    <a:pt x="50412" y="63"/>
                    <a:pt x="43808" y="63"/>
                  </a:cubicBezTo>
                  <a:cubicBezTo>
                    <a:pt x="20122" y="63"/>
                    <a:pt x="7141" y="28708"/>
                    <a:pt x="7141" y="34259"/>
                  </a:cubicBezTo>
                  <a:cubicBezTo>
                    <a:pt x="7141" y="36479"/>
                    <a:pt x="9418" y="36479"/>
                    <a:pt x="9874" y="36479"/>
                  </a:cubicBezTo>
                  <a:cubicBezTo>
                    <a:pt x="11696" y="36479"/>
                    <a:pt x="12379" y="36035"/>
                    <a:pt x="12834" y="34037"/>
                  </a:cubicBezTo>
                  <a:cubicBezTo>
                    <a:pt x="20578" y="10499"/>
                    <a:pt x="35609" y="4948"/>
                    <a:pt x="43352" y="4948"/>
                  </a:cubicBezTo>
                  <a:cubicBezTo>
                    <a:pt x="47679" y="4948"/>
                    <a:pt x="55651" y="6946"/>
                    <a:pt x="55651" y="19825"/>
                  </a:cubicBezTo>
                  <a:cubicBezTo>
                    <a:pt x="55651" y="26709"/>
                    <a:pt x="51779" y="41587"/>
                    <a:pt x="43352" y="72674"/>
                  </a:cubicBezTo>
                  <a:cubicBezTo>
                    <a:pt x="39708" y="86441"/>
                    <a:pt x="31737" y="95767"/>
                    <a:pt x="21716" y="95767"/>
                  </a:cubicBezTo>
                  <a:cubicBezTo>
                    <a:pt x="20350" y="95767"/>
                    <a:pt x="15112" y="95767"/>
                    <a:pt x="10329" y="92881"/>
                  </a:cubicBezTo>
                  <a:cubicBezTo>
                    <a:pt x="16023" y="91770"/>
                    <a:pt x="21033" y="87107"/>
                    <a:pt x="21033" y="80890"/>
                  </a:cubicBezTo>
                  <a:cubicBezTo>
                    <a:pt x="21033" y="74894"/>
                    <a:pt x="16023" y="73118"/>
                    <a:pt x="12607" y="73118"/>
                  </a:cubicBezTo>
                  <a:cubicBezTo>
                    <a:pt x="5774" y="73118"/>
                    <a:pt x="81" y="78891"/>
                    <a:pt x="81" y="85997"/>
                  </a:cubicBezTo>
                  <a:cubicBezTo>
                    <a:pt x="81" y="96211"/>
                    <a:pt x="11468" y="100652"/>
                    <a:pt x="21489" y="100652"/>
                  </a:cubicBezTo>
                  <a:cubicBezTo>
                    <a:pt x="36520" y="100652"/>
                    <a:pt x="44719" y="85109"/>
                    <a:pt x="45402" y="83776"/>
                  </a:cubicBezTo>
                  <a:cubicBezTo>
                    <a:pt x="48135" y="91992"/>
                    <a:pt x="56334" y="100652"/>
                    <a:pt x="69999" y="100652"/>
                  </a:cubicBezTo>
                  <a:cubicBezTo>
                    <a:pt x="93456" y="100652"/>
                    <a:pt x="106438" y="72008"/>
                    <a:pt x="106438" y="66456"/>
                  </a:cubicBezTo>
                  <a:cubicBezTo>
                    <a:pt x="106438" y="64236"/>
                    <a:pt x="104388" y="64236"/>
                    <a:pt x="103705" y="64236"/>
                  </a:cubicBezTo>
                  <a:cubicBezTo>
                    <a:pt x="101655" y="64236"/>
                    <a:pt x="101200" y="65124"/>
                    <a:pt x="100744" y="66678"/>
                  </a:cubicBezTo>
                  <a:cubicBezTo>
                    <a:pt x="93229" y="90438"/>
                    <a:pt x="77742" y="95767"/>
                    <a:pt x="70454" y="95767"/>
                  </a:cubicBezTo>
                  <a:cubicBezTo>
                    <a:pt x="61572" y="95767"/>
                    <a:pt x="57928" y="88662"/>
                    <a:pt x="57928" y="81112"/>
                  </a:cubicBezTo>
                  <a:cubicBezTo>
                    <a:pt x="57928" y="76227"/>
                    <a:pt x="59295" y="71342"/>
                    <a:pt x="61800" y="61571"/>
                  </a:cubicBezTo>
                  <a:lnTo>
                    <a:pt x="69543" y="31150"/>
                  </a:lnTo>
                  <a:close/>
                </a:path>
              </a:pathLst>
            </a:custGeom>
            <a:solidFill>
              <a:srgbClr val="000000"/>
            </a:solidFill>
            <a:ln w="22836" cap="flat">
              <a:noFill/>
              <a:prstDash val="solid"/>
              <a:miter/>
            </a:ln>
          </p:spPr>
          <p:txBody>
            <a:bodyPr rtlCol="0" anchor="ctr"/>
            <a:lstStyle/>
            <a:p>
              <a:endParaRPr lang="en-GB"/>
            </a:p>
          </p:txBody>
        </p:sp>
        <p:sp>
          <p:nvSpPr>
            <p:cNvPr id="299" name="Freeform: Shape 298">
              <a:extLst>
                <a:ext uri="{FF2B5EF4-FFF2-40B4-BE49-F238E27FC236}">
                  <a16:creationId xmlns:a16="http://schemas.microsoft.com/office/drawing/2014/main" id="{82A8B440-D646-11BF-065A-330E328FACE6}"/>
                </a:ext>
              </a:extLst>
            </p:cNvPr>
            <p:cNvSpPr/>
            <p:nvPr>
              <p:custDataLst>
                <p:tags r:id="rId6"/>
              </p:custDataLst>
            </p:nvPr>
          </p:nvSpPr>
          <p:spPr>
            <a:xfrm>
              <a:off x="4519868" y="3869182"/>
              <a:ext cx="48304" cy="104608"/>
            </a:xfrm>
            <a:custGeom>
              <a:avLst/>
              <a:gdLst>
                <a:gd name="connsiteX0" fmla="*/ 44246 w 48304"/>
                <a:gd name="connsiteY0" fmla="*/ 5971 h 104608"/>
                <a:gd name="connsiteX1" fmla="*/ 37869 w 48304"/>
                <a:gd name="connsiteY1" fmla="*/ 64 h 104608"/>
                <a:gd name="connsiteX2" fmla="*/ 28942 w 48304"/>
                <a:gd name="connsiteY2" fmla="*/ 8613 h 104608"/>
                <a:gd name="connsiteX3" fmla="*/ 35319 w 48304"/>
                <a:gd name="connsiteY3" fmla="*/ 14520 h 104608"/>
                <a:gd name="connsiteX4" fmla="*/ 44246 w 48304"/>
                <a:gd name="connsiteY4" fmla="*/ 5971 h 104608"/>
                <a:gd name="connsiteX5" fmla="*/ 11724 w 48304"/>
                <a:gd name="connsiteY5" fmla="*/ 84933 h 104608"/>
                <a:gd name="connsiteX6" fmla="*/ 10289 w 48304"/>
                <a:gd name="connsiteY6" fmla="*/ 91461 h 104608"/>
                <a:gd name="connsiteX7" fmla="*/ 25434 w 48304"/>
                <a:gd name="connsiteY7" fmla="*/ 104673 h 104608"/>
                <a:gd name="connsiteX8" fmla="*/ 48391 w 48304"/>
                <a:gd name="connsiteY8" fmla="*/ 80891 h 104608"/>
                <a:gd name="connsiteX9" fmla="*/ 45840 w 48304"/>
                <a:gd name="connsiteY9" fmla="*/ 78871 h 104608"/>
                <a:gd name="connsiteX10" fmla="*/ 42811 w 48304"/>
                <a:gd name="connsiteY10" fmla="*/ 81513 h 104608"/>
                <a:gd name="connsiteX11" fmla="*/ 25913 w 48304"/>
                <a:gd name="connsiteY11" fmla="*/ 100321 h 104608"/>
                <a:gd name="connsiteX12" fmla="*/ 21927 w 48304"/>
                <a:gd name="connsiteY12" fmla="*/ 94881 h 104608"/>
                <a:gd name="connsiteX13" fmla="*/ 24478 w 48304"/>
                <a:gd name="connsiteY13" fmla="*/ 84933 h 104608"/>
                <a:gd name="connsiteX14" fmla="*/ 29579 w 48304"/>
                <a:gd name="connsiteY14" fmla="*/ 72498 h 104608"/>
                <a:gd name="connsiteX15" fmla="*/ 37391 w 48304"/>
                <a:gd name="connsiteY15" fmla="*/ 52757 h 104608"/>
                <a:gd name="connsiteX16" fmla="*/ 38348 w 48304"/>
                <a:gd name="connsiteY16" fmla="*/ 47783 h 104608"/>
                <a:gd name="connsiteX17" fmla="*/ 23202 w 48304"/>
                <a:gd name="connsiteY17" fmla="*/ 34571 h 104608"/>
                <a:gd name="connsiteX18" fmla="*/ 86 w 48304"/>
                <a:gd name="connsiteY18" fmla="*/ 58353 h 104608"/>
                <a:gd name="connsiteX19" fmla="*/ 2796 w 48304"/>
                <a:gd name="connsiteY19" fmla="*/ 60374 h 104608"/>
                <a:gd name="connsiteX20" fmla="*/ 5666 w 48304"/>
                <a:gd name="connsiteY20" fmla="*/ 57887 h 104608"/>
                <a:gd name="connsiteX21" fmla="*/ 22724 w 48304"/>
                <a:gd name="connsiteY21" fmla="*/ 38923 h 104608"/>
                <a:gd name="connsiteX22" fmla="*/ 26710 w 48304"/>
                <a:gd name="connsiteY22" fmla="*/ 44364 h 104608"/>
                <a:gd name="connsiteX23" fmla="*/ 21768 w 48304"/>
                <a:gd name="connsiteY23" fmla="*/ 59907 h 104608"/>
                <a:gd name="connsiteX24" fmla="*/ 11724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246" y="5971"/>
                  </a:moveTo>
                  <a:cubicBezTo>
                    <a:pt x="44246" y="3484"/>
                    <a:pt x="42333" y="64"/>
                    <a:pt x="37869" y="64"/>
                  </a:cubicBezTo>
                  <a:cubicBezTo>
                    <a:pt x="33565" y="64"/>
                    <a:pt x="28942" y="4106"/>
                    <a:pt x="28942" y="8613"/>
                  </a:cubicBezTo>
                  <a:cubicBezTo>
                    <a:pt x="28942" y="11256"/>
                    <a:pt x="31014" y="14520"/>
                    <a:pt x="35319" y="14520"/>
                  </a:cubicBezTo>
                  <a:cubicBezTo>
                    <a:pt x="39942" y="14520"/>
                    <a:pt x="44246" y="10168"/>
                    <a:pt x="44246" y="5971"/>
                  </a:cubicBezTo>
                  <a:close/>
                  <a:moveTo>
                    <a:pt x="11724" y="84933"/>
                  </a:moveTo>
                  <a:cubicBezTo>
                    <a:pt x="11086" y="86953"/>
                    <a:pt x="10289" y="88819"/>
                    <a:pt x="10289" y="91461"/>
                  </a:cubicBezTo>
                  <a:cubicBezTo>
                    <a:pt x="10289" y="98767"/>
                    <a:pt x="16666" y="104673"/>
                    <a:pt x="25434" y="104673"/>
                  </a:cubicBezTo>
                  <a:cubicBezTo>
                    <a:pt x="41377" y="104673"/>
                    <a:pt x="48391" y="83223"/>
                    <a:pt x="48391" y="80891"/>
                  </a:cubicBezTo>
                  <a:cubicBezTo>
                    <a:pt x="48391" y="78871"/>
                    <a:pt x="46319" y="78871"/>
                    <a:pt x="45840" y="78871"/>
                  </a:cubicBezTo>
                  <a:cubicBezTo>
                    <a:pt x="43609" y="78871"/>
                    <a:pt x="43449" y="79803"/>
                    <a:pt x="42811" y="81513"/>
                  </a:cubicBezTo>
                  <a:cubicBezTo>
                    <a:pt x="39145" y="93948"/>
                    <a:pt x="32130" y="100321"/>
                    <a:pt x="25913" y="100321"/>
                  </a:cubicBezTo>
                  <a:cubicBezTo>
                    <a:pt x="22724" y="100321"/>
                    <a:pt x="21927" y="98300"/>
                    <a:pt x="21927" y="94881"/>
                  </a:cubicBezTo>
                  <a:cubicBezTo>
                    <a:pt x="21927" y="91306"/>
                    <a:pt x="23043" y="88352"/>
                    <a:pt x="24478" y="84933"/>
                  </a:cubicBezTo>
                  <a:cubicBezTo>
                    <a:pt x="26072" y="80736"/>
                    <a:pt x="27826" y="76539"/>
                    <a:pt x="29579" y="72498"/>
                  </a:cubicBezTo>
                  <a:cubicBezTo>
                    <a:pt x="31014" y="68767"/>
                    <a:pt x="36753" y="54622"/>
                    <a:pt x="37391" y="52757"/>
                  </a:cubicBezTo>
                  <a:cubicBezTo>
                    <a:pt x="37869" y="51203"/>
                    <a:pt x="38348" y="49338"/>
                    <a:pt x="38348" y="47783"/>
                  </a:cubicBezTo>
                  <a:cubicBezTo>
                    <a:pt x="38348" y="40478"/>
                    <a:pt x="31971" y="34571"/>
                    <a:pt x="23202" y="34571"/>
                  </a:cubicBezTo>
                  <a:cubicBezTo>
                    <a:pt x="7420" y="34571"/>
                    <a:pt x="86" y="55711"/>
                    <a:pt x="86" y="58353"/>
                  </a:cubicBezTo>
                  <a:cubicBezTo>
                    <a:pt x="86" y="60374"/>
                    <a:pt x="2318" y="60374"/>
                    <a:pt x="2796" y="60374"/>
                  </a:cubicBezTo>
                  <a:cubicBezTo>
                    <a:pt x="5028" y="60374"/>
                    <a:pt x="5188" y="59596"/>
                    <a:pt x="5666" y="57887"/>
                  </a:cubicBezTo>
                  <a:cubicBezTo>
                    <a:pt x="9811" y="44519"/>
                    <a:pt x="16826" y="38923"/>
                    <a:pt x="22724" y="38923"/>
                  </a:cubicBezTo>
                  <a:cubicBezTo>
                    <a:pt x="25275" y="38923"/>
                    <a:pt x="26710" y="40167"/>
                    <a:pt x="26710" y="44364"/>
                  </a:cubicBezTo>
                  <a:cubicBezTo>
                    <a:pt x="26710" y="47939"/>
                    <a:pt x="25753" y="50270"/>
                    <a:pt x="21768" y="59907"/>
                  </a:cubicBezTo>
                  <a:lnTo>
                    <a:pt x="11724" y="84933"/>
                  </a:lnTo>
                  <a:close/>
                </a:path>
              </a:pathLst>
            </a:custGeom>
            <a:solidFill>
              <a:srgbClr val="000000"/>
            </a:solidFill>
            <a:ln w="22836" cap="flat">
              <a:noFill/>
              <a:prstDash val="solid"/>
              <a:miter/>
            </a:ln>
          </p:spPr>
          <p:txBody>
            <a:bodyPr rtlCol="0" anchor="ctr"/>
            <a:lstStyle/>
            <a:p>
              <a:endParaRPr lang="en-GB"/>
            </a:p>
          </p:txBody>
        </p:sp>
        <p:sp>
          <p:nvSpPr>
            <p:cNvPr id="300" name="Freeform: Shape 299">
              <a:extLst>
                <a:ext uri="{FF2B5EF4-FFF2-40B4-BE49-F238E27FC236}">
                  <a16:creationId xmlns:a16="http://schemas.microsoft.com/office/drawing/2014/main" id="{CD95BB45-4F9A-85EE-389B-13B40416045A}"/>
                </a:ext>
              </a:extLst>
            </p:cNvPr>
            <p:cNvSpPr/>
            <p:nvPr>
              <p:custDataLst>
                <p:tags r:id="rId7"/>
              </p:custDataLst>
            </p:nvPr>
          </p:nvSpPr>
          <p:spPr>
            <a:xfrm>
              <a:off x="4607784" y="3915391"/>
              <a:ext cx="26646" cy="66393"/>
            </a:xfrm>
            <a:custGeom>
              <a:avLst/>
              <a:gdLst>
                <a:gd name="connsiteX0" fmla="*/ 26736 w 26646"/>
                <a:gd name="connsiteY0" fmla="*/ 23378 h 66393"/>
                <a:gd name="connsiteX1" fmla="*/ 12160 w 26646"/>
                <a:gd name="connsiteY1" fmla="*/ 63 h 66393"/>
                <a:gd name="connsiteX2" fmla="*/ 90 w 26646"/>
                <a:gd name="connsiteY2" fmla="*/ 11832 h 66393"/>
                <a:gd name="connsiteX3" fmla="*/ 12160 w 26646"/>
                <a:gd name="connsiteY3" fmla="*/ 23600 h 66393"/>
                <a:gd name="connsiteX4" fmla="*/ 20131 w 26646"/>
                <a:gd name="connsiteY4" fmla="*/ 20714 h 66393"/>
                <a:gd name="connsiteX5" fmla="*/ 21270 w 26646"/>
                <a:gd name="connsiteY5" fmla="*/ 20047 h 66393"/>
                <a:gd name="connsiteX6" fmla="*/ 21725 w 26646"/>
                <a:gd name="connsiteY6" fmla="*/ 23378 h 66393"/>
                <a:gd name="connsiteX7" fmla="*/ 6239 w 26646"/>
                <a:gd name="connsiteY7" fmla="*/ 60461 h 66393"/>
                <a:gd name="connsiteX8" fmla="*/ 3734 w 26646"/>
                <a:gd name="connsiteY8" fmla="*/ 64014 h 66393"/>
                <a:gd name="connsiteX9" fmla="*/ 6011 w 26646"/>
                <a:gd name="connsiteY9" fmla="*/ 66456 h 66393"/>
                <a:gd name="connsiteX10" fmla="*/ 26736 w 2664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46" h="66393">
                  <a:moveTo>
                    <a:pt x="26736" y="23378"/>
                  </a:moveTo>
                  <a:cubicBezTo>
                    <a:pt x="26736" y="8723"/>
                    <a:pt x="21042" y="63"/>
                    <a:pt x="12160" y="63"/>
                  </a:cubicBezTo>
                  <a:cubicBezTo>
                    <a:pt x="4645" y="63"/>
                    <a:pt x="90" y="5614"/>
                    <a:pt x="90" y="11832"/>
                  </a:cubicBezTo>
                  <a:cubicBezTo>
                    <a:pt x="90" y="17827"/>
                    <a:pt x="4645" y="23600"/>
                    <a:pt x="12160" y="23600"/>
                  </a:cubicBezTo>
                  <a:cubicBezTo>
                    <a:pt x="14893" y="23600"/>
                    <a:pt x="17854" y="22712"/>
                    <a:pt x="20131" y="20714"/>
                  </a:cubicBezTo>
                  <a:cubicBezTo>
                    <a:pt x="20814" y="20270"/>
                    <a:pt x="21042" y="20047"/>
                    <a:pt x="21270" y="20047"/>
                  </a:cubicBezTo>
                  <a:cubicBezTo>
                    <a:pt x="21498" y="20047"/>
                    <a:pt x="21725" y="20270"/>
                    <a:pt x="21725" y="23378"/>
                  </a:cubicBezTo>
                  <a:cubicBezTo>
                    <a:pt x="21725" y="39810"/>
                    <a:pt x="13754" y="53133"/>
                    <a:pt x="6239" y="60461"/>
                  </a:cubicBezTo>
                  <a:cubicBezTo>
                    <a:pt x="3734" y="62904"/>
                    <a:pt x="3734" y="63348"/>
                    <a:pt x="3734" y="64014"/>
                  </a:cubicBezTo>
                  <a:cubicBezTo>
                    <a:pt x="3734" y="65568"/>
                    <a:pt x="4872" y="66456"/>
                    <a:pt x="6011" y="66456"/>
                  </a:cubicBezTo>
                  <a:cubicBezTo>
                    <a:pt x="8516" y="66456"/>
                    <a:pt x="26736" y="49358"/>
                    <a:pt x="26736" y="23378"/>
                  </a:cubicBezTo>
                  <a:close/>
                </a:path>
              </a:pathLst>
            </a:custGeom>
            <a:solidFill>
              <a:srgbClr val="000000"/>
            </a:solidFill>
            <a:ln w="22836" cap="flat">
              <a:noFill/>
              <a:prstDash val="solid"/>
              <a:miter/>
            </a:ln>
          </p:spPr>
          <p:txBody>
            <a:bodyPr rtlCol="0" anchor="ctr"/>
            <a:lstStyle/>
            <a:p>
              <a:endParaRPr lang="en-GB"/>
            </a:p>
          </p:txBody>
        </p:sp>
        <p:sp>
          <p:nvSpPr>
            <p:cNvPr id="301" name="Freeform: Shape 300">
              <a:extLst>
                <a:ext uri="{FF2B5EF4-FFF2-40B4-BE49-F238E27FC236}">
                  <a16:creationId xmlns:a16="http://schemas.microsoft.com/office/drawing/2014/main" id="{3533A096-170A-8A34-9A4D-DA5616F6D2E4}"/>
                </a:ext>
              </a:extLst>
            </p:cNvPr>
            <p:cNvSpPr/>
            <p:nvPr>
              <p:custDataLst>
                <p:tags r:id="rId8"/>
              </p:custDataLst>
            </p:nvPr>
          </p:nvSpPr>
          <p:spPr>
            <a:xfrm>
              <a:off x="4696022" y="3840782"/>
              <a:ext cx="104990" cy="143667"/>
            </a:xfrm>
            <a:custGeom>
              <a:avLst/>
              <a:gdLst>
                <a:gd name="connsiteX0" fmla="*/ 104174 w 104990"/>
                <a:gd name="connsiteY0" fmla="*/ 13608 h 143667"/>
                <a:gd name="connsiteX1" fmla="*/ 105085 w 104990"/>
                <a:gd name="connsiteY1" fmla="*/ 8501 h 143667"/>
                <a:gd name="connsiteX2" fmla="*/ 98480 w 104990"/>
                <a:gd name="connsiteY2" fmla="*/ 2505 h 143667"/>
                <a:gd name="connsiteX3" fmla="*/ 90509 w 104990"/>
                <a:gd name="connsiteY3" fmla="*/ 7168 h 143667"/>
                <a:gd name="connsiteX4" fmla="*/ 87321 w 104990"/>
                <a:gd name="connsiteY4" fmla="*/ 19159 h 143667"/>
                <a:gd name="connsiteX5" fmla="*/ 82766 w 104990"/>
                <a:gd name="connsiteY5" fmla="*/ 36923 h 143667"/>
                <a:gd name="connsiteX6" fmla="*/ 72517 w 104990"/>
                <a:gd name="connsiteY6" fmla="*/ 76893 h 143667"/>
                <a:gd name="connsiteX7" fmla="*/ 46782 w 104990"/>
                <a:gd name="connsiteY7" fmla="*/ 95767 h 143667"/>
                <a:gd name="connsiteX8" fmla="*/ 32662 w 104990"/>
                <a:gd name="connsiteY8" fmla="*/ 77781 h 143667"/>
                <a:gd name="connsiteX9" fmla="*/ 44277 w 104990"/>
                <a:gd name="connsiteY9" fmla="*/ 34259 h 143667"/>
                <a:gd name="connsiteX10" fmla="*/ 48832 w 104990"/>
                <a:gd name="connsiteY10" fmla="*/ 18271 h 143667"/>
                <a:gd name="connsiteX11" fmla="*/ 30156 w 104990"/>
                <a:gd name="connsiteY11" fmla="*/ 63 h 143667"/>
                <a:gd name="connsiteX12" fmla="*/ 94 w 104990"/>
                <a:gd name="connsiteY12" fmla="*/ 34259 h 143667"/>
                <a:gd name="connsiteX13" fmla="*/ 2827 w 104990"/>
                <a:gd name="connsiteY13" fmla="*/ 36479 h 143667"/>
                <a:gd name="connsiteX14" fmla="*/ 6471 w 104990"/>
                <a:gd name="connsiteY14" fmla="*/ 32482 h 143667"/>
                <a:gd name="connsiteX15" fmla="*/ 29473 w 104990"/>
                <a:gd name="connsiteY15" fmla="*/ 4948 h 143667"/>
                <a:gd name="connsiteX16" fmla="*/ 35167 w 104990"/>
                <a:gd name="connsiteY16" fmla="*/ 12054 h 143667"/>
                <a:gd name="connsiteX17" fmla="*/ 31295 w 104990"/>
                <a:gd name="connsiteY17" fmla="*/ 27597 h 143667"/>
                <a:gd name="connsiteX18" fmla="*/ 18086 w 104990"/>
                <a:gd name="connsiteY18" fmla="*/ 74228 h 143667"/>
                <a:gd name="connsiteX19" fmla="*/ 45871 w 104990"/>
                <a:gd name="connsiteY19" fmla="*/ 100652 h 143667"/>
                <a:gd name="connsiteX20" fmla="*/ 68873 w 104990"/>
                <a:gd name="connsiteY20" fmla="*/ 90660 h 143667"/>
                <a:gd name="connsiteX21" fmla="*/ 54070 w 104990"/>
                <a:gd name="connsiteY21" fmla="*/ 124856 h 143667"/>
                <a:gd name="connsiteX22" fmla="*/ 29018 w 104990"/>
                <a:gd name="connsiteY22" fmla="*/ 138845 h 143667"/>
                <a:gd name="connsiteX23" fmla="*/ 11709 w 104990"/>
                <a:gd name="connsiteY23" fmla="*/ 129519 h 143667"/>
                <a:gd name="connsiteX24" fmla="*/ 21502 w 104990"/>
                <a:gd name="connsiteY24" fmla="*/ 126855 h 143667"/>
                <a:gd name="connsiteX25" fmla="*/ 26057 w 104990"/>
                <a:gd name="connsiteY25" fmla="*/ 117750 h 143667"/>
                <a:gd name="connsiteX26" fmla="*/ 17630 w 104990"/>
                <a:gd name="connsiteY26" fmla="*/ 109979 h 143667"/>
                <a:gd name="connsiteX27" fmla="*/ 4877 w 104990"/>
                <a:gd name="connsiteY27" fmla="*/ 124412 h 143667"/>
                <a:gd name="connsiteX28" fmla="*/ 29018 w 104990"/>
                <a:gd name="connsiteY28" fmla="*/ 143731 h 143667"/>
                <a:gd name="connsiteX29" fmla="*/ 82310 w 104990"/>
                <a:gd name="connsiteY29" fmla="*/ 98432 h 143667"/>
                <a:gd name="connsiteX30" fmla="*/ 104174 w 104990"/>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4990" h="143667">
                  <a:moveTo>
                    <a:pt x="104174" y="13608"/>
                  </a:moveTo>
                  <a:cubicBezTo>
                    <a:pt x="105085" y="10499"/>
                    <a:pt x="105085" y="10055"/>
                    <a:pt x="105085" y="8501"/>
                  </a:cubicBezTo>
                  <a:cubicBezTo>
                    <a:pt x="105085" y="4504"/>
                    <a:pt x="101896" y="2505"/>
                    <a:pt x="98480" y="2505"/>
                  </a:cubicBezTo>
                  <a:cubicBezTo>
                    <a:pt x="96203" y="2505"/>
                    <a:pt x="92559" y="3838"/>
                    <a:pt x="90509" y="7168"/>
                  </a:cubicBezTo>
                  <a:cubicBezTo>
                    <a:pt x="90054" y="8279"/>
                    <a:pt x="88232" y="15162"/>
                    <a:pt x="87321" y="19159"/>
                  </a:cubicBezTo>
                  <a:cubicBezTo>
                    <a:pt x="85726" y="24933"/>
                    <a:pt x="84132" y="30928"/>
                    <a:pt x="82766" y="36923"/>
                  </a:cubicBezTo>
                  <a:lnTo>
                    <a:pt x="72517" y="76893"/>
                  </a:lnTo>
                  <a:cubicBezTo>
                    <a:pt x="71606" y="80224"/>
                    <a:pt x="61813" y="95767"/>
                    <a:pt x="46782" y="95767"/>
                  </a:cubicBezTo>
                  <a:cubicBezTo>
                    <a:pt x="35167" y="95767"/>
                    <a:pt x="32662" y="85997"/>
                    <a:pt x="32662" y="77781"/>
                  </a:cubicBezTo>
                  <a:cubicBezTo>
                    <a:pt x="32662" y="67567"/>
                    <a:pt x="36533" y="53799"/>
                    <a:pt x="44277" y="34259"/>
                  </a:cubicBezTo>
                  <a:cubicBezTo>
                    <a:pt x="47921" y="25155"/>
                    <a:pt x="48832" y="22712"/>
                    <a:pt x="48832" y="18271"/>
                  </a:cubicBezTo>
                  <a:cubicBezTo>
                    <a:pt x="48832" y="8279"/>
                    <a:pt x="41544" y="63"/>
                    <a:pt x="30156" y="63"/>
                  </a:cubicBezTo>
                  <a:cubicBezTo>
                    <a:pt x="8521" y="63"/>
                    <a:pt x="94" y="32260"/>
                    <a:pt x="94" y="34259"/>
                  </a:cubicBezTo>
                  <a:cubicBezTo>
                    <a:pt x="94" y="36479"/>
                    <a:pt x="2371" y="36479"/>
                    <a:pt x="2827" y="36479"/>
                  </a:cubicBezTo>
                  <a:cubicBezTo>
                    <a:pt x="5104" y="36479"/>
                    <a:pt x="5332" y="36035"/>
                    <a:pt x="6471" y="32482"/>
                  </a:cubicBezTo>
                  <a:cubicBezTo>
                    <a:pt x="12620" y="11609"/>
                    <a:pt x="21730" y="4948"/>
                    <a:pt x="29473" y="4948"/>
                  </a:cubicBezTo>
                  <a:cubicBezTo>
                    <a:pt x="31295" y="4948"/>
                    <a:pt x="35167" y="4948"/>
                    <a:pt x="35167" y="12054"/>
                  </a:cubicBezTo>
                  <a:cubicBezTo>
                    <a:pt x="35167" y="17605"/>
                    <a:pt x="32889" y="23378"/>
                    <a:pt x="31295" y="27597"/>
                  </a:cubicBezTo>
                  <a:cubicBezTo>
                    <a:pt x="22185" y="51135"/>
                    <a:pt x="18086" y="63792"/>
                    <a:pt x="18086" y="74228"/>
                  </a:cubicBezTo>
                  <a:cubicBezTo>
                    <a:pt x="18086" y="93991"/>
                    <a:pt x="32434" y="100652"/>
                    <a:pt x="45871" y="100652"/>
                  </a:cubicBezTo>
                  <a:cubicBezTo>
                    <a:pt x="54753" y="100652"/>
                    <a:pt x="62496" y="96878"/>
                    <a:pt x="68873" y="90660"/>
                  </a:cubicBezTo>
                  <a:cubicBezTo>
                    <a:pt x="65913" y="102207"/>
                    <a:pt x="63180" y="113087"/>
                    <a:pt x="54070" y="124856"/>
                  </a:cubicBezTo>
                  <a:cubicBezTo>
                    <a:pt x="48148" y="132406"/>
                    <a:pt x="39494" y="138845"/>
                    <a:pt x="29018" y="138845"/>
                  </a:cubicBezTo>
                  <a:cubicBezTo>
                    <a:pt x="25829" y="138845"/>
                    <a:pt x="15581" y="138179"/>
                    <a:pt x="11709" y="129519"/>
                  </a:cubicBezTo>
                  <a:cubicBezTo>
                    <a:pt x="15353" y="129519"/>
                    <a:pt x="18314" y="129519"/>
                    <a:pt x="21502" y="126855"/>
                  </a:cubicBezTo>
                  <a:cubicBezTo>
                    <a:pt x="23780" y="124856"/>
                    <a:pt x="26057" y="121969"/>
                    <a:pt x="26057" y="117750"/>
                  </a:cubicBezTo>
                  <a:cubicBezTo>
                    <a:pt x="26057" y="110867"/>
                    <a:pt x="19908" y="109979"/>
                    <a:pt x="17630" y="109979"/>
                  </a:cubicBezTo>
                  <a:cubicBezTo>
                    <a:pt x="12392" y="109979"/>
                    <a:pt x="4877" y="113531"/>
                    <a:pt x="4877" y="124412"/>
                  </a:cubicBezTo>
                  <a:cubicBezTo>
                    <a:pt x="4877" y="135515"/>
                    <a:pt x="14897" y="143731"/>
                    <a:pt x="29018" y="143731"/>
                  </a:cubicBezTo>
                  <a:cubicBezTo>
                    <a:pt x="52476" y="143731"/>
                    <a:pt x="75933" y="123524"/>
                    <a:pt x="82310" y="98432"/>
                  </a:cubicBezTo>
                  <a:lnTo>
                    <a:pt x="104174" y="13608"/>
                  </a:lnTo>
                  <a:close/>
                </a:path>
              </a:pathLst>
            </a:custGeom>
            <a:solidFill>
              <a:srgbClr val="000000"/>
            </a:solidFill>
            <a:ln w="22836" cap="flat">
              <a:noFill/>
              <a:prstDash val="solid"/>
              <a:miter/>
            </a:ln>
          </p:spPr>
          <p:txBody>
            <a:bodyPr rtlCol="0" anchor="ctr"/>
            <a:lstStyle/>
            <a:p>
              <a:endParaRPr lang="en-GB"/>
            </a:p>
          </p:txBody>
        </p:sp>
        <p:sp>
          <p:nvSpPr>
            <p:cNvPr id="302" name="Freeform: Shape 301">
              <a:extLst>
                <a:ext uri="{FF2B5EF4-FFF2-40B4-BE49-F238E27FC236}">
                  <a16:creationId xmlns:a16="http://schemas.microsoft.com/office/drawing/2014/main" id="{3880A967-3AF5-EAD0-4D52-D01291479A06}"/>
                </a:ext>
              </a:extLst>
            </p:cNvPr>
            <p:cNvSpPr/>
            <p:nvPr>
              <p:custDataLst>
                <p:tags r:id="rId9"/>
              </p:custDataLst>
            </p:nvPr>
          </p:nvSpPr>
          <p:spPr>
            <a:xfrm>
              <a:off x="4808570" y="3869182"/>
              <a:ext cx="48304" cy="104608"/>
            </a:xfrm>
            <a:custGeom>
              <a:avLst/>
              <a:gdLst>
                <a:gd name="connsiteX0" fmla="*/ 44259 w 48304"/>
                <a:gd name="connsiteY0" fmla="*/ 5971 h 104608"/>
                <a:gd name="connsiteX1" fmla="*/ 37882 w 48304"/>
                <a:gd name="connsiteY1" fmla="*/ 64 h 104608"/>
                <a:gd name="connsiteX2" fmla="*/ 28954 w 48304"/>
                <a:gd name="connsiteY2" fmla="*/ 8613 h 104608"/>
                <a:gd name="connsiteX3" fmla="*/ 35331 w 48304"/>
                <a:gd name="connsiteY3" fmla="*/ 14520 h 104608"/>
                <a:gd name="connsiteX4" fmla="*/ 44259 w 48304"/>
                <a:gd name="connsiteY4" fmla="*/ 5971 h 104608"/>
                <a:gd name="connsiteX5" fmla="*/ 11737 w 48304"/>
                <a:gd name="connsiteY5" fmla="*/ 84933 h 104608"/>
                <a:gd name="connsiteX6" fmla="*/ 10302 w 48304"/>
                <a:gd name="connsiteY6" fmla="*/ 91461 h 104608"/>
                <a:gd name="connsiteX7" fmla="*/ 25447 w 48304"/>
                <a:gd name="connsiteY7" fmla="*/ 104673 h 104608"/>
                <a:gd name="connsiteX8" fmla="*/ 48404 w 48304"/>
                <a:gd name="connsiteY8" fmla="*/ 80891 h 104608"/>
                <a:gd name="connsiteX9" fmla="*/ 45853 w 48304"/>
                <a:gd name="connsiteY9" fmla="*/ 78871 h 104608"/>
                <a:gd name="connsiteX10" fmla="*/ 42824 w 48304"/>
                <a:gd name="connsiteY10" fmla="*/ 81513 h 104608"/>
                <a:gd name="connsiteX11" fmla="*/ 25925 w 48304"/>
                <a:gd name="connsiteY11" fmla="*/ 100321 h 104608"/>
                <a:gd name="connsiteX12" fmla="*/ 21940 w 48304"/>
                <a:gd name="connsiteY12" fmla="*/ 94881 h 104608"/>
                <a:gd name="connsiteX13" fmla="*/ 24491 w 48304"/>
                <a:gd name="connsiteY13" fmla="*/ 84933 h 104608"/>
                <a:gd name="connsiteX14" fmla="*/ 29592 w 48304"/>
                <a:gd name="connsiteY14" fmla="*/ 72498 h 104608"/>
                <a:gd name="connsiteX15" fmla="*/ 37404 w 48304"/>
                <a:gd name="connsiteY15" fmla="*/ 52757 h 104608"/>
                <a:gd name="connsiteX16" fmla="*/ 38360 w 48304"/>
                <a:gd name="connsiteY16" fmla="*/ 47783 h 104608"/>
                <a:gd name="connsiteX17" fmla="*/ 23215 w 48304"/>
                <a:gd name="connsiteY17" fmla="*/ 34571 h 104608"/>
                <a:gd name="connsiteX18" fmla="*/ 99 w 48304"/>
                <a:gd name="connsiteY18" fmla="*/ 58353 h 104608"/>
                <a:gd name="connsiteX19" fmla="*/ 2809 w 48304"/>
                <a:gd name="connsiteY19" fmla="*/ 60374 h 104608"/>
                <a:gd name="connsiteX20" fmla="*/ 5679 w 48304"/>
                <a:gd name="connsiteY20" fmla="*/ 57887 h 104608"/>
                <a:gd name="connsiteX21" fmla="*/ 22737 w 48304"/>
                <a:gd name="connsiteY21" fmla="*/ 38923 h 104608"/>
                <a:gd name="connsiteX22" fmla="*/ 26722 w 48304"/>
                <a:gd name="connsiteY22" fmla="*/ 44364 h 104608"/>
                <a:gd name="connsiteX23" fmla="*/ 21780 w 48304"/>
                <a:gd name="connsiteY23" fmla="*/ 59907 h 104608"/>
                <a:gd name="connsiteX24" fmla="*/ 11737 w 48304"/>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304" h="104608">
                  <a:moveTo>
                    <a:pt x="44259" y="5971"/>
                  </a:moveTo>
                  <a:cubicBezTo>
                    <a:pt x="44259" y="3484"/>
                    <a:pt x="42346" y="64"/>
                    <a:pt x="37882" y="64"/>
                  </a:cubicBezTo>
                  <a:cubicBezTo>
                    <a:pt x="33578" y="64"/>
                    <a:pt x="28954" y="4106"/>
                    <a:pt x="28954" y="8613"/>
                  </a:cubicBezTo>
                  <a:cubicBezTo>
                    <a:pt x="28954" y="11256"/>
                    <a:pt x="31027" y="14520"/>
                    <a:pt x="35331" y="14520"/>
                  </a:cubicBezTo>
                  <a:cubicBezTo>
                    <a:pt x="39954" y="14520"/>
                    <a:pt x="44259" y="10168"/>
                    <a:pt x="44259" y="5971"/>
                  </a:cubicBezTo>
                  <a:close/>
                  <a:moveTo>
                    <a:pt x="11737" y="84933"/>
                  </a:moveTo>
                  <a:cubicBezTo>
                    <a:pt x="11099" y="86953"/>
                    <a:pt x="10302" y="88819"/>
                    <a:pt x="10302" y="91461"/>
                  </a:cubicBezTo>
                  <a:cubicBezTo>
                    <a:pt x="10302" y="98767"/>
                    <a:pt x="16679" y="104673"/>
                    <a:pt x="25447" y="104673"/>
                  </a:cubicBezTo>
                  <a:cubicBezTo>
                    <a:pt x="41389" y="104673"/>
                    <a:pt x="48404" y="83223"/>
                    <a:pt x="48404" y="80891"/>
                  </a:cubicBezTo>
                  <a:cubicBezTo>
                    <a:pt x="48404" y="78871"/>
                    <a:pt x="46331" y="78871"/>
                    <a:pt x="45853" y="78871"/>
                  </a:cubicBezTo>
                  <a:cubicBezTo>
                    <a:pt x="43621" y="78871"/>
                    <a:pt x="43462" y="79803"/>
                    <a:pt x="42824" y="81513"/>
                  </a:cubicBezTo>
                  <a:cubicBezTo>
                    <a:pt x="39157" y="93948"/>
                    <a:pt x="32143" y="100321"/>
                    <a:pt x="25925" y="100321"/>
                  </a:cubicBezTo>
                  <a:cubicBezTo>
                    <a:pt x="22737" y="100321"/>
                    <a:pt x="21940" y="98300"/>
                    <a:pt x="21940" y="94881"/>
                  </a:cubicBezTo>
                  <a:cubicBezTo>
                    <a:pt x="21940" y="91306"/>
                    <a:pt x="23056" y="88352"/>
                    <a:pt x="24491" y="84933"/>
                  </a:cubicBezTo>
                  <a:cubicBezTo>
                    <a:pt x="26085" y="80736"/>
                    <a:pt x="27838" y="76539"/>
                    <a:pt x="29592" y="72498"/>
                  </a:cubicBezTo>
                  <a:cubicBezTo>
                    <a:pt x="31027" y="68767"/>
                    <a:pt x="36766" y="54622"/>
                    <a:pt x="37404" y="52757"/>
                  </a:cubicBezTo>
                  <a:cubicBezTo>
                    <a:pt x="37882" y="51203"/>
                    <a:pt x="38360" y="49338"/>
                    <a:pt x="38360" y="47783"/>
                  </a:cubicBezTo>
                  <a:cubicBezTo>
                    <a:pt x="38360" y="40478"/>
                    <a:pt x="31983" y="34571"/>
                    <a:pt x="23215" y="34571"/>
                  </a:cubicBezTo>
                  <a:cubicBezTo>
                    <a:pt x="7432" y="34571"/>
                    <a:pt x="99" y="55711"/>
                    <a:pt x="99" y="58353"/>
                  </a:cubicBezTo>
                  <a:cubicBezTo>
                    <a:pt x="99" y="60374"/>
                    <a:pt x="2331" y="60374"/>
                    <a:pt x="2809" y="60374"/>
                  </a:cubicBezTo>
                  <a:cubicBezTo>
                    <a:pt x="5041" y="60374"/>
                    <a:pt x="5200" y="59596"/>
                    <a:pt x="5679" y="57887"/>
                  </a:cubicBezTo>
                  <a:cubicBezTo>
                    <a:pt x="9824" y="44519"/>
                    <a:pt x="16838" y="38923"/>
                    <a:pt x="22737" y="38923"/>
                  </a:cubicBezTo>
                  <a:cubicBezTo>
                    <a:pt x="25288" y="38923"/>
                    <a:pt x="26722" y="40167"/>
                    <a:pt x="26722" y="44364"/>
                  </a:cubicBezTo>
                  <a:cubicBezTo>
                    <a:pt x="26722" y="47939"/>
                    <a:pt x="25766" y="50270"/>
                    <a:pt x="21780" y="59907"/>
                  </a:cubicBezTo>
                  <a:lnTo>
                    <a:pt x="11737" y="84933"/>
                  </a:lnTo>
                  <a:close/>
                </a:path>
              </a:pathLst>
            </a:custGeom>
            <a:solidFill>
              <a:srgbClr val="000000"/>
            </a:solidFill>
            <a:ln w="22836" cap="flat">
              <a:noFill/>
              <a:prstDash val="solid"/>
              <a:miter/>
            </a:ln>
          </p:spPr>
          <p:txBody>
            <a:bodyPr rtlCol="0" anchor="ctr"/>
            <a:lstStyle/>
            <a:p>
              <a:endParaRPr lang="en-GB"/>
            </a:p>
          </p:txBody>
        </p:sp>
        <p:sp>
          <p:nvSpPr>
            <p:cNvPr id="303" name="Freeform: Shape 302">
              <a:extLst>
                <a:ext uri="{FF2B5EF4-FFF2-40B4-BE49-F238E27FC236}">
                  <a16:creationId xmlns:a16="http://schemas.microsoft.com/office/drawing/2014/main" id="{445ACAF3-248C-7AD1-463C-5EF484C026FA}"/>
                </a:ext>
              </a:extLst>
            </p:cNvPr>
            <p:cNvSpPr/>
            <p:nvPr>
              <p:custDataLst>
                <p:tags r:id="rId10"/>
              </p:custDataLst>
            </p:nvPr>
          </p:nvSpPr>
          <p:spPr>
            <a:xfrm>
              <a:off x="4889882" y="3772390"/>
              <a:ext cx="52837" cy="222052"/>
            </a:xfrm>
            <a:custGeom>
              <a:avLst/>
              <a:gdLst>
                <a:gd name="connsiteX0" fmla="*/ 52939 w 52837"/>
                <a:gd name="connsiteY0" fmla="*/ 111089 h 222052"/>
                <a:gd name="connsiteX1" fmla="*/ 37908 w 52837"/>
                <a:gd name="connsiteY1" fmla="*/ 41809 h 222052"/>
                <a:gd name="connsiteX2" fmla="*/ 2380 w 52837"/>
                <a:gd name="connsiteY2" fmla="*/ 63 h 222052"/>
                <a:gd name="connsiteX3" fmla="*/ 102 w 52837"/>
                <a:gd name="connsiteY3" fmla="*/ 2283 h 222052"/>
                <a:gd name="connsiteX4" fmla="*/ 4429 w 52837"/>
                <a:gd name="connsiteY4" fmla="*/ 7390 h 222052"/>
                <a:gd name="connsiteX5" fmla="*/ 39730 w 52837"/>
                <a:gd name="connsiteY5" fmla="*/ 111089 h 222052"/>
                <a:gd name="connsiteX6" fmla="*/ 3063 w 52837"/>
                <a:gd name="connsiteY6" fmla="*/ 216120 h 222052"/>
                <a:gd name="connsiteX7" fmla="*/ 102 w 52837"/>
                <a:gd name="connsiteY7" fmla="*/ 219895 h 222052"/>
                <a:gd name="connsiteX8" fmla="*/ 2380 w 52837"/>
                <a:gd name="connsiteY8" fmla="*/ 222115 h 222052"/>
                <a:gd name="connsiteX9" fmla="*/ 38591 w 52837"/>
                <a:gd name="connsiteY9" fmla="*/ 178815 h 222052"/>
                <a:gd name="connsiteX10" fmla="*/ 52939 w 52837"/>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22052">
                  <a:moveTo>
                    <a:pt x="52939" y="111089"/>
                  </a:moveTo>
                  <a:cubicBezTo>
                    <a:pt x="52939" y="93769"/>
                    <a:pt x="50434" y="66901"/>
                    <a:pt x="37908" y="41809"/>
                  </a:cubicBezTo>
                  <a:cubicBezTo>
                    <a:pt x="24243" y="14496"/>
                    <a:pt x="4657" y="63"/>
                    <a:pt x="2380" y="63"/>
                  </a:cubicBezTo>
                  <a:cubicBezTo>
                    <a:pt x="1013" y="63"/>
                    <a:pt x="102" y="951"/>
                    <a:pt x="102" y="2283"/>
                  </a:cubicBezTo>
                  <a:cubicBezTo>
                    <a:pt x="102" y="2949"/>
                    <a:pt x="102" y="3394"/>
                    <a:pt x="4429" y="7390"/>
                  </a:cubicBezTo>
                  <a:cubicBezTo>
                    <a:pt x="26749" y="29374"/>
                    <a:pt x="39730" y="64680"/>
                    <a:pt x="39730" y="111089"/>
                  </a:cubicBezTo>
                  <a:cubicBezTo>
                    <a:pt x="39730" y="149060"/>
                    <a:pt x="31303" y="188141"/>
                    <a:pt x="3063" y="216120"/>
                  </a:cubicBezTo>
                  <a:cubicBezTo>
                    <a:pt x="102" y="218784"/>
                    <a:pt x="102" y="219228"/>
                    <a:pt x="102" y="219895"/>
                  </a:cubicBezTo>
                  <a:cubicBezTo>
                    <a:pt x="102" y="221227"/>
                    <a:pt x="1013" y="222115"/>
                    <a:pt x="2380" y="222115"/>
                  </a:cubicBezTo>
                  <a:cubicBezTo>
                    <a:pt x="4657" y="222115"/>
                    <a:pt x="25154" y="207016"/>
                    <a:pt x="38591" y="178815"/>
                  </a:cubicBezTo>
                  <a:cubicBezTo>
                    <a:pt x="50206" y="154389"/>
                    <a:pt x="52939" y="129741"/>
                    <a:pt x="52939" y="111089"/>
                  </a:cubicBezTo>
                  <a:close/>
                </a:path>
              </a:pathLst>
            </a:custGeom>
            <a:solidFill>
              <a:srgbClr val="000000"/>
            </a:solidFill>
            <a:ln w="22836" cap="flat">
              <a:noFill/>
              <a:prstDash val="solid"/>
              <a:miter/>
            </a:ln>
          </p:spPr>
          <p:txBody>
            <a:bodyPr rtlCol="0" anchor="ctr"/>
            <a:lstStyle/>
            <a:p>
              <a:endParaRPr lang="en-GB"/>
            </a:p>
          </p:txBody>
        </p:sp>
        <p:sp>
          <p:nvSpPr>
            <p:cNvPr id="304" name="Freeform: Shape 303">
              <a:extLst>
                <a:ext uri="{FF2B5EF4-FFF2-40B4-BE49-F238E27FC236}">
                  <a16:creationId xmlns:a16="http://schemas.microsoft.com/office/drawing/2014/main" id="{5B7561ED-CF60-A7EB-733D-ECCB589C36AE}"/>
                </a:ext>
              </a:extLst>
            </p:cNvPr>
            <p:cNvSpPr/>
            <p:nvPr>
              <p:custDataLst>
                <p:tags r:id="rId11"/>
              </p:custDataLst>
            </p:nvPr>
          </p:nvSpPr>
          <p:spPr>
            <a:xfrm>
              <a:off x="5048316" y="3843224"/>
              <a:ext cx="24141" cy="95704"/>
            </a:xfrm>
            <a:custGeom>
              <a:avLst/>
              <a:gdLst>
                <a:gd name="connsiteX0" fmla="*/ 24250 w 24141"/>
                <a:gd name="connsiteY0" fmla="*/ 11832 h 95704"/>
                <a:gd name="connsiteX1" fmla="*/ 12179 w 24141"/>
                <a:gd name="connsiteY1" fmla="*/ 63 h 95704"/>
                <a:gd name="connsiteX2" fmla="*/ 109 w 24141"/>
                <a:gd name="connsiteY2" fmla="*/ 11832 h 95704"/>
                <a:gd name="connsiteX3" fmla="*/ 12179 w 24141"/>
                <a:gd name="connsiteY3" fmla="*/ 23600 h 95704"/>
                <a:gd name="connsiteX4" fmla="*/ 24250 w 24141"/>
                <a:gd name="connsiteY4" fmla="*/ 11832 h 95704"/>
                <a:gd name="connsiteX5" fmla="*/ 24250 w 24141"/>
                <a:gd name="connsiteY5" fmla="*/ 83999 h 95704"/>
                <a:gd name="connsiteX6" fmla="*/ 12179 w 24141"/>
                <a:gd name="connsiteY6" fmla="*/ 72230 h 95704"/>
                <a:gd name="connsiteX7" fmla="*/ 109 w 24141"/>
                <a:gd name="connsiteY7" fmla="*/ 83999 h 95704"/>
                <a:gd name="connsiteX8" fmla="*/ 12179 w 24141"/>
                <a:gd name="connsiteY8" fmla="*/ 95767 h 95704"/>
                <a:gd name="connsiteX9" fmla="*/ 24250 w 24141"/>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41" h="95704">
                  <a:moveTo>
                    <a:pt x="24250" y="11832"/>
                  </a:moveTo>
                  <a:cubicBezTo>
                    <a:pt x="24250" y="5392"/>
                    <a:pt x="18784" y="63"/>
                    <a:pt x="12179" y="63"/>
                  </a:cubicBezTo>
                  <a:cubicBezTo>
                    <a:pt x="5575" y="63"/>
                    <a:pt x="109" y="5392"/>
                    <a:pt x="109" y="11832"/>
                  </a:cubicBezTo>
                  <a:cubicBezTo>
                    <a:pt x="109" y="18271"/>
                    <a:pt x="5575" y="23600"/>
                    <a:pt x="12179" y="23600"/>
                  </a:cubicBezTo>
                  <a:cubicBezTo>
                    <a:pt x="18784" y="23600"/>
                    <a:pt x="24250" y="18271"/>
                    <a:pt x="24250" y="11832"/>
                  </a:cubicBezTo>
                  <a:close/>
                  <a:moveTo>
                    <a:pt x="24250" y="83999"/>
                  </a:moveTo>
                  <a:cubicBezTo>
                    <a:pt x="24250" y="77559"/>
                    <a:pt x="18784" y="72230"/>
                    <a:pt x="12179" y="72230"/>
                  </a:cubicBezTo>
                  <a:cubicBezTo>
                    <a:pt x="5575" y="72230"/>
                    <a:pt x="109" y="77559"/>
                    <a:pt x="109" y="83999"/>
                  </a:cubicBezTo>
                  <a:cubicBezTo>
                    <a:pt x="109" y="90438"/>
                    <a:pt x="5575" y="95767"/>
                    <a:pt x="12179" y="95767"/>
                  </a:cubicBezTo>
                  <a:cubicBezTo>
                    <a:pt x="18784" y="95767"/>
                    <a:pt x="24250" y="90438"/>
                    <a:pt x="24250" y="83999"/>
                  </a:cubicBezTo>
                  <a:close/>
                </a:path>
              </a:pathLst>
            </a:custGeom>
            <a:solidFill>
              <a:srgbClr val="000000"/>
            </a:solidFill>
            <a:ln w="22836" cap="flat">
              <a:noFill/>
              <a:prstDash val="solid"/>
              <a:miter/>
            </a:ln>
          </p:spPr>
          <p:txBody>
            <a:bodyPr rtlCol="0" anchor="ctr"/>
            <a:lstStyle/>
            <a:p>
              <a:endParaRPr lang="en-GB"/>
            </a:p>
          </p:txBody>
        </p:sp>
        <p:sp>
          <p:nvSpPr>
            <p:cNvPr id="305" name="Freeform: Shape 304">
              <a:extLst>
                <a:ext uri="{FF2B5EF4-FFF2-40B4-BE49-F238E27FC236}">
                  <a16:creationId xmlns:a16="http://schemas.microsoft.com/office/drawing/2014/main" id="{22AC1C3B-A8C3-B150-3C1B-F9E652B558EF}"/>
                </a:ext>
              </a:extLst>
            </p:cNvPr>
            <p:cNvSpPr/>
            <p:nvPr>
              <p:custDataLst>
                <p:tags r:id="rId12"/>
              </p:custDataLst>
            </p:nvPr>
          </p:nvSpPr>
          <p:spPr>
            <a:xfrm>
              <a:off x="5161859" y="3792152"/>
              <a:ext cx="60124" cy="149219"/>
            </a:xfrm>
            <a:custGeom>
              <a:avLst/>
              <a:gdLst>
                <a:gd name="connsiteX0" fmla="*/ 58190 w 60124"/>
                <a:gd name="connsiteY0" fmla="*/ 8057 h 149219"/>
                <a:gd name="connsiteX1" fmla="*/ 49763 w 60124"/>
                <a:gd name="connsiteY1" fmla="*/ 63 h 149219"/>
                <a:gd name="connsiteX2" fmla="*/ 37465 w 60124"/>
                <a:gd name="connsiteY2" fmla="*/ 11832 h 149219"/>
                <a:gd name="connsiteX3" fmla="*/ 46119 w 60124"/>
                <a:gd name="connsiteY3" fmla="*/ 19825 h 149219"/>
                <a:gd name="connsiteX4" fmla="*/ 58190 w 60124"/>
                <a:gd name="connsiteY4" fmla="*/ 8057 h 149219"/>
                <a:gd name="connsiteX5" fmla="*/ 40881 w 60124"/>
                <a:gd name="connsiteY5" fmla="*/ 91548 h 149219"/>
                <a:gd name="connsiteX6" fmla="*/ 45891 w 60124"/>
                <a:gd name="connsiteY6" fmla="*/ 78669 h 149219"/>
                <a:gd name="connsiteX7" fmla="*/ 48852 w 60124"/>
                <a:gd name="connsiteY7" fmla="*/ 66901 h 149219"/>
                <a:gd name="connsiteX8" fmla="*/ 30177 w 60124"/>
                <a:gd name="connsiteY8" fmla="*/ 48692 h 149219"/>
                <a:gd name="connsiteX9" fmla="*/ 114 w 60124"/>
                <a:gd name="connsiteY9" fmla="*/ 82888 h 149219"/>
                <a:gd name="connsiteX10" fmla="*/ 2847 w 60124"/>
                <a:gd name="connsiteY10" fmla="*/ 85109 h 149219"/>
                <a:gd name="connsiteX11" fmla="*/ 6491 w 60124"/>
                <a:gd name="connsiteY11" fmla="*/ 81112 h 149219"/>
                <a:gd name="connsiteX12" fmla="*/ 29494 w 60124"/>
                <a:gd name="connsiteY12" fmla="*/ 53577 h 149219"/>
                <a:gd name="connsiteX13" fmla="*/ 35187 w 60124"/>
                <a:gd name="connsiteY13" fmla="*/ 60683 h 149219"/>
                <a:gd name="connsiteX14" fmla="*/ 32682 w 60124"/>
                <a:gd name="connsiteY14" fmla="*/ 72230 h 149219"/>
                <a:gd name="connsiteX15" fmla="*/ 16968 w 60124"/>
                <a:gd name="connsiteY15" fmla="*/ 113309 h 149219"/>
                <a:gd name="connsiteX16" fmla="*/ 11729 w 60124"/>
                <a:gd name="connsiteY16" fmla="*/ 131074 h 149219"/>
                <a:gd name="connsiteX17" fmla="*/ 30405 w 60124"/>
                <a:gd name="connsiteY17" fmla="*/ 149282 h 149219"/>
                <a:gd name="connsiteX18" fmla="*/ 60239 w 60124"/>
                <a:gd name="connsiteY18" fmla="*/ 115086 h 149219"/>
                <a:gd name="connsiteX19" fmla="*/ 57506 w 60124"/>
                <a:gd name="connsiteY19" fmla="*/ 112865 h 149219"/>
                <a:gd name="connsiteX20" fmla="*/ 54090 w 60124"/>
                <a:gd name="connsiteY20" fmla="*/ 116862 h 149219"/>
                <a:gd name="connsiteX21" fmla="*/ 30860 w 60124"/>
                <a:gd name="connsiteY21" fmla="*/ 144397 h 149219"/>
                <a:gd name="connsiteX22" fmla="*/ 25394 w 60124"/>
                <a:gd name="connsiteY22" fmla="*/ 137069 h 149219"/>
                <a:gd name="connsiteX23" fmla="*/ 31999 w 60124"/>
                <a:gd name="connsiteY23" fmla="*/ 114864 h 149219"/>
                <a:gd name="connsiteX24" fmla="*/ 40881 w 60124"/>
                <a:gd name="connsiteY24" fmla="*/ 91548 h 14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24" h="149219">
                  <a:moveTo>
                    <a:pt x="58190" y="8057"/>
                  </a:moveTo>
                  <a:cubicBezTo>
                    <a:pt x="58190" y="3616"/>
                    <a:pt x="55001" y="63"/>
                    <a:pt x="49763" y="63"/>
                  </a:cubicBezTo>
                  <a:cubicBezTo>
                    <a:pt x="43614" y="63"/>
                    <a:pt x="37465" y="5836"/>
                    <a:pt x="37465" y="11832"/>
                  </a:cubicBezTo>
                  <a:cubicBezTo>
                    <a:pt x="37465" y="16051"/>
                    <a:pt x="40653" y="19825"/>
                    <a:pt x="46119" y="19825"/>
                  </a:cubicBezTo>
                  <a:cubicBezTo>
                    <a:pt x="51357" y="19825"/>
                    <a:pt x="58190" y="14718"/>
                    <a:pt x="58190" y="8057"/>
                  </a:cubicBezTo>
                  <a:close/>
                  <a:moveTo>
                    <a:pt x="40881" y="91548"/>
                  </a:moveTo>
                  <a:cubicBezTo>
                    <a:pt x="43614" y="85109"/>
                    <a:pt x="43614" y="84665"/>
                    <a:pt x="45891" y="78669"/>
                  </a:cubicBezTo>
                  <a:cubicBezTo>
                    <a:pt x="47713" y="74228"/>
                    <a:pt x="48852" y="71120"/>
                    <a:pt x="48852" y="66901"/>
                  </a:cubicBezTo>
                  <a:cubicBezTo>
                    <a:pt x="48852" y="56908"/>
                    <a:pt x="41564" y="48692"/>
                    <a:pt x="30177" y="48692"/>
                  </a:cubicBezTo>
                  <a:cubicBezTo>
                    <a:pt x="8769" y="48692"/>
                    <a:pt x="114" y="80890"/>
                    <a:pt x="114" y="82888"/>
                  </a:cubicBezTo>
                  <a:cubicBezTo>
                    <a:pt x="114" y="85109"/>
                    <a:pt x="2392" y="85109"/>
                    <a:pt x="2847" y="85109"/>
                  </a:cubicBezTo>
                  <a:cubicBezTo>
                    <a:pt x="5125" y="85109"/>
                    <a:pt x="5353" y="84665"/>
                    <a:pt x="6491" y="81112"/>
                  </a:cubicBezTo>
                  <a:cubicBezTo>
                    <a:pt x="12640" y="60239"/>
                    <a:pt x="21750" y="53577"/>
                    <a:pt x="29494" y="53577"/>
                  </a:cubicBezTo>
                  <a:cubicBezTo>
                    <a:pt x="31316" y="53577"/>
                    <a:pt x="35187" y="53577"/>
                    <a:pt x="35187" y="60683"/>
                  </a:cubicBezTo>
                  <a:cubicBezTo>
                    <a:pt x="35187" y="65346"/>
                    <a:pt x="33593" y="70009"/>
                    <a:pt x="32682" y="72230"/>
                  </a:cubicBezTo>
                  <a:cubicBezTo>
                    <a:pt x="30860" y="78003"/>
                    <a:pt x="20612" y="103761"/>
                    <a:pt x="16968" y="113309"/>
                  </a:cubicBezTo>
                  <a:cubicBezTo>
                    <a:pt x="14690" y="119083"/>
                    <a:pt x="11729" y="126411"/>
                    <a:pt x="11729" y="131074"/>
                  </a:cubicBezTo>
                  <a:cubicBezTo>
                    <a:pt x="11729" y="141510"/>
                    <a:pt x="19473" y="149282"/>
                    <a:pt x="30405" y="149282"/>
                  </a:cubicBezTo>
                  <a:cubicBezTo>
                    <a:pt x="51813" y="149282"/>
                    <a:pt x="60239" y="117084"/>
                    <a:pt x="60239" y="115086"/>
                  </a:cubicBezTo>
                  <a:cubicBezTo>
                    <a:pt x="60239" y="112865"/>
                    <a:pt x="58190" y="112865"/>
                    <a:pt x="57506" y="112865"/>
                  </a:cubicBezTo>
                  <a:cubicBezTo>
                    <a:pt x="55229" y="112865"/>
                    <a:pt x="55229" y="113531"/>
                    <a:pt x="54090" y="116862"/>
                  </a:cubicBezTo>
                  <a:cubicBezTo>
                    <a:pt x="49991" y="130852"/>
                    <a:pt x="42475" y="144397"/>
                    <a:pt x="30860" y="144397"/>
                  </a:cubicBezTo>
                  <a:cubicBezTo>
                    <a:pt x="26988" y="144397"/>
                    <a:pt x="25394" y="142176"/>
                    <a:pt x="25394" y="137069"/>
                  </a:cubicBezTo>
                  <a:cubicBezTo>
                    <a:pt x="25394" y="131518"/>
                    <a:pt x="26761" y="128409"/>
                    <a:pt x="31999" y="114864"/>
                  </a:cubicBezTo>
                  <a:lnTo>
                    <a:pt x="40881" y="91548"/>
                  </a:lnTo>
                  <a:close/>
                </a:path>
              </a:pathLst>
            </a:custGeom>
            <a:solidFill>
              <a:srgbClr val="000000"/>
            </a:solidFill>
            <a:ln w="22836" cap="flat">
              <a:noFill/>
              <a:prstDash val="solid"/>
              <a:miter/>
            </a:ln>
          </p:spPr>
          <p:txBody>
            <a:bodyPr rtlCol="0" anchor="ctr"/>
            <a:lstStyle/>
            <a:p>
              <a:endParaRPr lang="en-GB"/>
            </a:p>
          </p:txBody>
        </p:sp>
        <p:sp>
          <p:nvSpPr>
            <p:cNvPr id="306" name="Freeform: Shape 305">
              <a:extLst>
                <a:ext uri="{FF2B5EF4-FFF2-40B4-BE49-F238E27FC236}">
                  <a16:creationId xmlns:a16="http://schemas.microsoft.com/office/drawing/2014/main" id="{D048AA8A-CC76-4A2B-32A6-E2EFE8035675}"/>
                </a:ext>
              </a:extLst>
            </p:cNvPr>
            <p:cNvSpPr/>
            <p:nvPr>
              <p:custDataLst>
                <p:tags r:id="rId13"/>
              </p:custDataLst>
            </p:nvPr>
          </p:nvSpPr>
          <p:spPr>
            <a:xfrm>
              <a:off x="5316563" y="3843224"/>
              <a:ext cx="24141" cy="95704"/>
            </a:xfrm>
            <a:custGeom>
              <a:avLst/>
              <a:gdLst>
                <a:gd name="connsiteX0" fmla="*/ 24262 w 24141"/>
                <a:gd name="connsiteY0" fmla="*/ 11832 h 95704"/>
                <a:gd name="connsiteX1" fmla="*/ 12191 w 24141"/>
                <a:gd name="connsiteY1" fmla="*/ 63 h 95704"/>
                <a:gd name="connsiteX2" fmla="*/ 121 w 24141"/>
                <a:gd name="connsiteY2" fmla="*/ 11832 h 95704"/>
                <a:gd name="connsiteX3" fmla="*/ 12191 w 24141"/>
                <a:gd name="connsiteY3" fmla="*/ 23600 h 95704"/>
                <a:gd name="connsiteX4" fmla="*/ 24262 w 24141"/>
                <a:gd name="connsiteY4" fmla="*/ 11832 h 95704"/>
                <a:gd name="connsiteX5" fmla="*/ 24262 w 24141"/>
                <a:gd name="connsiteY5" fmla="*/ 83999 h 95704"/>
                <a:gd name="connsiteX6" fmla="*/ 12191 w 24141"/>
                <a:gd name="connsiteY6" fmla="*/ 72230 h 95704"/>
                <a:gd name="connsiteX7" fmla="*/ 121 w 24141"/>
                <a:gd name="connsiteY7" fmla="*/ 83999 h 95704"/>
                <a:gd name="connsiteX8" fmla="*/ 12191 w 24141"/>
                <a:gd name="connsiteY8" fmla="*/ 95767 h 95704"/>
                <a:gd name="connsiteX9" fmla="*/ 24262 w 24141"/>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41" h="95704">
                  <a:moveTo>
                    <a:pt x="24262" y="11832"/>
                  </a:moveTo>
                  <a:cubicBezTo>
                    <a:pt x="24262" y="5392"/>
                    <a:pt x="18796" y="63"/>
                    <a:pt x="12191" y="63"/>
                  </a:cubicBezTo>
                  <a:cubicBezTo>
                    <a:pt x="5586" y="63"/>
                    <a:pt x="121" y="5392"/>
                    <a:pt x="121" y="11832"/>
                  </a:cubicBezTo>
                  <a:cubicBezTo>
                    <a:pt x="121" y="18271"/>
                    <a:pt x="5586" y="23600"/>
                    <a:pt x="12191" y="23600"/>
                  </a:cubicBezTo>
                  <a:cubicBezTo>
                    <a:pt x="18796" y="23600"/>
                    <a:pt x="24262" y="18271"/>
                    <a:pt x="24262" y="11832"/>
                  </a:cubicBezTo>
                  <a:close/>
                  <a:moveTo>
                    <a:pt x="24262" y="83999"/>
                  </a:moveTo>
                  <a:cubicBezTo>
                    <a:pt x="24262" y="77559"/>
                    <a:pt x="18796" y="72230"/>
                    <a:pt x="12191" y="72230"/>
                  </a:cubicBezTo>
                  <a:cubicBezTo>
                    <a:pt x="5586" y="72230"/>
                    <a:pt x="121" y="77559"/>
                    <a:pt x="121" y="83999"/>
                  </a:cubicBezTo>
                  <a:cubicBezTo>
                    <a:pt x="121" y="90438"/>
                    <a:pt x="5586" y="95767"/>
                    <a:pt x="12191" y="95767"/>
                  </a:cubicBezTo>
                  <a:cubicBezTo>
                    <a:pt x="18796" y="95767"/>
                    <a:pt x="24262" y="90438"/>
                    <a:pt x="24262" y="83999"/>
                  </a:cubicBezTo>
                  <a:close/>
                </a:path>
              </a:pathLst>
            </a:custGeom>
            <a:solidFill>
              <a:srgbClr val="000000"/>
            </a:solidFill>
            <a:ln w="22836" cap="flat">
              <a:noFill/>
              <a:prstDash val="solid"/>
              <a:miter/>
            </a:ln>
          </p:spPr>
          <p:txBody>
            <a:bodyPr rtlCol="0" anchor="ctr"/>
            <a:lstStyle/>
            <a:p>
              <a:endParaRPr lang="en-GB"/>
            </a:p>
          </p:txBody>
        </p:sp>
        <p:sp>
          <p:nvSpPr>
            <p:cNvPr id="307" name="Freeform: Shape 306">
              <a:extLst>
                <a:ext uri="{FF2B5EF4-FFF2-40B4-BE49-F238E27FC236}">
                  <a16:creationId xmlns:a16="http://schemas.microsoft.com/office/drawing/2014/main" id="{343D28F3-8906-3B8C-051C-2EE9EC8384C9}"/>
                </a:ext>
              </a:extLst>
            </p:cNvPr>
            <p:cNvSpPr/>
            <p:nvPr>
              <p:custDataLst>
                <p:tags r:id="rId14"/>
              </p:custDataLst>
            </p:nvPr>
          </p:nvSpPr>
          <p:spPr>
            <a:xfrm>
              <a:off x="5443770" y="3791042"/>
              <a:ext cx="75156" cy="147886"/>
            </a:xfrm>
            <a:custGeom>
              <a:avLst/>
              <a:gdLst>
                <a:gd name="connsiteX0" fmla="*/ 46814 w 75156"/>
                <a:gd name="connsiteY0" fmla="*/ 5836 h 147886"/>
                <a:gd name="connsiteX1" fmla="*/ 41576 w 75156"/>
                <a:gd name="connsiteY1" fmla="*/ 63 h 147886"/>
                <a:gd name="connsiteX2" fmla="*/ 126 w 75156"/>
                <a:gd name="connsiteY2" fmla="*/ 14274 h 147886"/>
                <a:gd name="connsiteX3" fmla="*/ 126 w 75156"/>
                <a:gd name="connsiteY3" fmla="*/ 21158 h 147886"/>
                <a:gd name="connsiteX4" fmla="*/ 29961 w 75156"/>
                <a:gd name="connsiteY4" fmla="*/ 15384 h 147886"/>
                <a:gd name="connsiteX5" fmla="*/ 29961 w 75156"/>
                <a:gd name="connsiteY5" fmla="*/ 130407 h 147886"/>
                <a:gd name="connsiteX6" fmla="*/ 8780 w 75156"/>
                <a:gd name="connsiteY6" fmla="*/ 141066 h 147886"/>
                <a:gd name="connsiteX7" fmla="*/ 1493 w 75156"/>
                <a:gd name="connsiteY7" fmla="*/ 141066 h 147886"/>
                <a:gd name="connsiteX8" fmla="*/ 1493 w 75156"/>
                <a:gd name="connsiteY8" fmla="*/ 147950 h 147886"/>
                <a:gd name="connsiteX9" fmla="*/ 38387 w 75156"/>
                <a:gd name="connsiteY9" fmla="*/ 147283 h 147886"/>
                <a:gd name="connsiteX10" fmla="*/ 75282 w 75156"/>
                <a:gd name="connsiteY10" fmla="*/ 147950 h 147886"/>
                <a:gd name="connsiteX11" fmla="*/ 75282 w 75156"/>
                <a:gd name="connsiteY11" fmla="*/ 141066 h 147886"/>
                <a:gd name="connsiteX12" fmla="*/ 67994 w 75156"/>
                <a:gd name="connsiteY12" fmla="*/ 141066 h 147886"/>
                <a:gd name="connsiteX13" fmla="*/ 46814 w 75156"/>
                <a:gd name="connsiteY13" fmla="*/ 130407 h 147886"/>
                <a:gd name="connsiteX14" fmla="*/ 46814 w 75156"/>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156" h="147886">
                  <a:moveTo>
                    <a:pt x="46814" y="5836"/>
                  </a:moveTo>
                  <a:cubicBezTo>
                    <a:pt x="46814" y="507"/>
                    <a:pt x="46814" y="63"/>
                    <a:pt x="41576" y="63"/>
                  </a:cubicBezTo>
                  <a:cubicBezTo>
                    <a:pt x="27456" y="14274"/>
                    <a:pt x="7414" y="14274"/>
                    <a:pt x="126" y="14274"/>
                  </a:cubicBezTo>
                  <a:lnTo>
                    <a:pt x="126" y="21158"/>
                  </a:lnTo>
                  <a:cubicBezTo>
                    <a:pt x="4681" y="21158"/>
                    <a:pt x="18118" y="21158"/>
                    <a:pt x="29961" y="15384"/>
                  </a:cubicBezTo>
                  <a:lnTo>
                    <a:pt x="29961" y="130407"/>
                  </a:lnTo>
                  <a:cubicBezTo>
                    <a:pt x="29961" y="138401"/>
                    <a:pt x="29278" y="141066"/>
                    <a:pt x="8780" y="141066"/>
                  </a:cubicBezTo>
                  <a:lnTo>
                    <a:pt x="1493" y="141066"/>
                  </a:lnTo>
                  <a:lnTo>
                    <a:pt x="1493" y="147950"/>
                  </a:lnTo>
                  <a:cubicBezTo>
                    <a:pt x="9464" y="147283"/>
                    <a:pt x="29278" y="147283"/>
                    <a:pt x="38387" y="147283"/>
                  </a:cubicBezTo>
                  <a:cubicBezTo>
                    <a:pt x="47497" y="147283"/>
                    <a:pt x="67311" y="147283"/>
                    <a:pt x="75282" y="147950"/>
                  </a:cubicBezTo>
                  <a:lnTo>
                    <a:pt x="75282" y="141066"/>
                  </a:lnTo>
                  <a:lnTo>
                    <a:pt x="67994" y="141066"/>
                  </a:lnTo>
                  <a:cubicBezTo>
                    <a:pt x="47497" y="141066"/>
                    <a:pt x="46814" y="138623"/>
                    <a:pt x="46814" y="130407"/>
                  </a:cubicBezTo>
                  <a:lnTo>
                    <a:pt x="46814" y="5836"/>
                  </a:lnTo>
                  <a:close/>
                </a:path>
              </a:pathLst>
            </a:custGeom>
            <a:solidFill>
              <a:srgbClr val="000000"/>
            </a:solidFill>
            <a:ln w="22836" cap="flat">
              <a:noFill/>
              <a:prstDash val="solid"/>
              <a:miter/>
            </a:ln>
          </p:spPr>
          <p:txBody>
            <a:bodyPr rtlCol="0" anchor="ctr"/>
            <a:lstStyle/>
            <a:p>
              <a:endParaRPr lang="en-GB"/>
            </a:p>
          </p:txBody>
        </p:sp>
        <p:sp>
          <p:nvSpPr>
            <p:cNvPr id="308" name="Freeform: Shape 307">
              <a:extLst>
                <a:ext uri="{FF2B5EF4-FFF2-40B4-BE49-F238E27FC236}">
                  <a16:creationId xmlns:a16="http://schemas.microsoft.com/office/drawing/2014/main" id="{A10DA460-D312-F75F-6CC5-255BE5D22E01}"/>
                </a:ext>
              </a:extLst>
            </p:cNvPr>
            <p:cNvSpPr/>
            <p:nvPr>
              <p:custDataLst>
                <p:tags r:id="rId15"/>
              </p:custDataLst>
            </p:nvPr>
          </p:nvSpPr>
          <p:spPr>
            <a:xfrm>
              <a:off x="5556960" y="3915391"/>
              <a:ext cx="26646" cy="66393"/>
            </a:xfrm>
            <a:custGeom>
              <a:avLst/>
              <a:gdLst>
                <a:gd name="connsiteX0" fmla="*/ 26777 w 26646"/>
                <a:gd name="connsiteY0" fmla="*/ 23378 h 66393"/>
                <a:gd name="connsiteX1" fmla="*/ 12202 w 26646"/>
                <a:gd name="connsiteY1" fmla="*/ 63 h 66393"/>
                <a:gd name="connsiteX2" fmla="*/ 131 w 26646"/>
                <a:gd name="connsiteY2" fmla="*/ 11832 h 66393"/>
                <a:gd name="connsiteX3" fmla="*/ 12202 w 26646"/>
                <a:gd name="connsiteY3" fmla="*/ 23600 h 66393"/>
                <a:gd name="connsiteX4" fmla="*/ 20173 w 26646"/>
                <a:gd name="connsiteY4" fmla="*/ 20714 h 66393"/>
                <a:gd name="connsiteX5" fmla="*/ 21312 w 26646"/>
                <a:gd name="connsiteY5" fmla="*/ 20047 h 66393"/>
                <a:gd name="connsiteX6" fmla="*/ 21767 w 26646"/>
                <a:gd name="connsiteY6" fmla="*/ 23378 h 66393"/>
                <a:gd name="connsiteX7" fmla="*/ 6280 w 26646"/>
                <a:gd name="connsiteY7" fmla="*/ 60461 h 66393"/>
                <a:gd name="connsiteX8" fmla="*/ 3775 w 26646"/>
                <a:gd name="connsiteY8" fmla="*/ 64014 h 66393"/>
                <a:gd name="connsiteX9" fmla="*/ 6053 w 26646"/>
                <a:gd name="connsiteY9" fmla="*/ 66456 h 66393"/>
                <a:gd name="connsiteX10" fmla="*/ 26777 w 2664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46" h="66393">
                  <a:moveTo>
                    <a:pt x="26777" y="23378"/>
                  </a:moveTo>
                  <a:cubicBezTo>
                    <a:pt x="26777" y="8723"/>
                    <a:pt x="21084" y="63"/>
                    <a:pt x="12202" y="63"/>
                  </a:cubicBezTo>
                  <a:cubicBezTo>
                    <a:pt x="4686" y="63"/>
                    <a:pt x="131" y="5614"/>
                    <a:pt x="131" y="11832"/>
                  </a:cubicBezTo>
                  <a:cubicBezTo>
                    <a:pt x="131" y="17827"/>
                    <a:pt x="4686" y="23600"/>
                    <a:pt x="12202" y="23600"/>
                  </a:cubicBezTo>
                  <a:cubicBezTo>
                    <a:pt x="14935" y="23600"/>
                    <a:pt x="17895" y="22712"/>
                    <a:pt x="20173" y="20714"/>
                  </a:cubicBezTo>
                  <a:cubicBezTo>
                    <a:pt x="20856" y="20270"/>
                    <a:pt x="21084" y="20047"/>
                    <a:pt x="21312" y="20047"/>
                  </a:cubicBezTo>
                  <a:cubicBezTo>
                    <a:pt x="21539" y="20047"/>
                    <a:pt x="21767" y="20270"/>
                    <a:pt x="21767" y="23378"/>
                  </a:cubicBezTo>
                  <a:cubicBezTo>
                    <a:pt x="21767" y="39810"/>
                    <a:pt x="13796" y="53133"/>
                    <a:pt x="6280" y="60461"/>
                  </a:cubicBezTo>
                  <a:cubicBezTo>
                    <a:pt x="3775" y="62904"/>
                    <a:pt x="3775" y="63348"/>
                    <a:pt x="3775" y="64014"/>
                  </a:cubicBezTo>
                  <a:cubicBezTo>
                    <a:pt x="3775" y="65568"/>
                    <a:pt x="4914" y="66456"/>
                    <a:pt x="6053" y="66456"/>
                  </a:cubicBezTo>
                  <a:cubicBezTo>
                    <a:pt x="8558" y="66456"/>
                    <a:pt x="26777" y="49358"/>
                    <a:pt x="26777" y="23378"/>
                  </a:cubicBezTo>
                  <a:close/>
                </a:path>
              </a:pathLst>
            </a:custGeom>
            <a:solidFill>
              <a:srgbClr val="000000"/>
            </a:solidFill>
            <a:ln w="22836" cap="flat">
              <a:noFill/>
              <a:prstDash val="solid"/>
              <a:miter/>
            </a:ln>
          </p:spPr>
          <p:txBody>
            <a:bodyPr rtlCol="0" anchor="ctr"/>
            <a:lstStyle/>
            <a:p>
              <a:endParaRPr lang="en-GB"/>
            </a:p>
          </p:txBody>
        </p:sp>
        <p:sp>
          <p:nvSpPr>
            <p:cNvPr id="309" name="Freeform: Shape 308">
              <a:extLst>
                <a:ext uri="{FF2B5EF4-FFF2-40B4-BE49-F238E27FC236}">
                  <a16:creationId xmlns:a16="http://schemas.microsoft.com/office/drawing/2014/main" id="{C50091F1-3EBA-07A4-A676-124C75952BEE}"/>
                </a:ext>
              </a:extLst>
            </p:cNvPr>
            <p:cNvSpPr/>
            <p:nvPr>
              <p:custDataLst>
                <p:tags r:id="rId16"/>
              </p:custDataLst>
            </p:nvPr>
          </p:nvSpPr>
          <p:spPr>
            <a:xfrm>
              <a:off x="5658180" y="3915391"/>
              <a:ext cx="24141" cy="23537"/>
            </a:xfrm>
            <a:custGeom>
              <a:avLst/>
              <a:gdLst>
                <a:gd name="connsiteX0" fmla="*/ 24277 w 24141"/>
                <a:gd name="connsiteY0" fmla="*/ 11832 h 23537"/>
                <a:gd name="connsiteX1" fmla="*/ 12206 w 24141"/>
                <a:gd name="connsiteY1" fmla="*/ 63 h 23537"/>
                <a:gd name="connsiteX2" fmla="*/ 136 w 24141"/>
                <a:gd name="connsiteY2" fmla="*/ 11832 h 23537"/>
                <a:gd name="connsiteX3" fmla="*/ 12206 w 24141"/>
                <a:gd name="connsiteY3" fmla="*/ 23600 h 23537"/>
                <a:gd name="connsiteX4" fmla="*/ 24277 w 24141"/>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1" h="23537">
                  <a:moveTo>
                    <a:pt x="24277" y="11832"/>
                  </a:moveTo>
                  <a:cubicBezTo>
                    <a:pt x="24277" y="5392"/>
                    <a:pt x="18811" y="63"/>
                    <a:pt x="12206" y="63"/>
                  </a:cubicBezTo>
                  <a:cubicBezTo>
                    <a:pt x="5601" y="63"/>
                    <a:pt x="136" y="5392"/>
                    <a:pt x="136" y="11832"/>
                  </a:cubicBezTo>
                  <a:cubicBezTo>
                    <a:pt x="136" y="18271"/>
                    <a:pt x="5601" y="23600"/>
                    <a:pt x="12206" y="23600"/>
                  </a:cubicBezTo>
                  <a:cubicBezTo>
                    <a:pt x="18811" y="23600"/>
                    <a:pt x="24277" y="18271"/>
                    <a:pt x="24277" y="11832"/>
                  </a:cubicBezTo>
                  <a:close/>
                </a:path>
              </a:pathLst>
            </a:custGeom>
            <a:solidFill>
              <a:srgbClr val="000000"/>
            </a:solidFill>
            <a:ln w="22836" cap="flat">
              <a:noFill/>
              <a:prstDash val="solid"/>
              <a:miter/>
            </a:ln>
          </p:spPr>
          <p:txBody>
            <a:bodyPr rtlCol="0" anchor="ctr"/>
            <a:lstStyle/>
            <a:p>
              <a:endParaRPr lang="en-GB"/>
            </a:p>
          </p:txBody>
        </p:sp>
        <p:sp>
          <p:nvSpPr>
            <p:cNvPr id="310" name="Freeform: Shape 309">
              <a:extLst>
                <a:ext uri="{FF2B5EF4-FFF2-40B4-BE49-F238E27FC236}">
                  <a16:creationId xmlns:a16="http://schemas.microsoft.com/office/drawing/2014/main" id="{7AFCEDA4-18E7-F4C3-D07F-39332E37FC67}"/>
                </a:ext>
              </a:extLst>
            </p:cNvPr>
            <p:cNvSpPr/>
            <p:nvPr>
              <p:custDataLst>
                <p:tags r:id="rId17"/>
              </p:custDataLst>
            </p:nvPr>
          </p:nvSpPr>
          <p:spPr>
            <a:xfrm>
              <a:off x="5759400" y="3915391"/>
              <a:ext cx="24141" cy="23537"/>
            </a:xfrm>
            <a:custGeom>
              <a:avLst/>
              <a:gdLst>
                <a:gd name="connsiteX0" fmla="*/ 24281 w 24141"/>
                <a:gd name="connsiteY0" fmla="*/ 11832 h 23537"/>
                <a:gd name="connsiteX1" fmla="*/ 12211 w 24141"/>
                <a:gd name="connsiteY1" fmla="*/ 63 h 23537"/>
                <a:gd name="connsiteX2" fmla="*/ 140 w 24141"/>
                <a:gd name="connsiteY2" fmla="*/ 11832 h 23537"/>
                <a:gd name="connsiteX3" fmla="*/ 12211 w 24141"/>
                <a:gd name="connsiteY3" fmla="*/ 23600 h 23537"/>
                <a:gd name="connsiteX4" fmla="*/ 24281 w 24141"/>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1" h="23537">
                  <a:moveTo>
                    <a:pt x="24281" y="11832"/>
                  </a:moveTo>
                  <a:cubicBezTo>
                    <a:pt x="24281" y="5392"/>
                    <a:pt x="18815" y="63"/>
                    <a:pt x="12211" y="63"/>
                  </a:cubicBezTo>
                  <a:cubicBezTo>
                    <a:pt x="5606" y="63"/>
                    <a:pt x="140" y="5392"/>
                    <a:pt x="140" y="11832"/>
                  </a:cubicBezTo>
                  <a:cubicBezTo>
                    <a:pt x="140" y="18271"/>
                    <a:pt x="5606" y="23600"/>
                    <a:pt x="12211" y="23600"/>
                  </a:cubicBezTo>
                  <a:cubicBezTo>
                    <a:pt x="18815" y="23600"/>
                    <a:pt x="24281" y="18271"/>
                    <a:pt x="24281" y="11832"/>
                  </a:cubicBezTo>
                  <a:close/>
                </a:path>
              </a:pathLst>
            </a:custGeom>
            <a:solidFill>
              <a:srgbClr val="000000"/>
            </a:solidFill>
            <a:ln w="22836" cap="flat">
              <a:noFill/>
              <a:prstDash val="solid"/>
              <a:miter/>
            </a:ln>
          </p:spPr>
          <p:txBody>
            <a:bodyPr rtlCol="0" anchor="ctr"/>
            <a:lstStyle/>
            <a:p>
              <a:endParaRPr lang="en-GB"/>
            </a:p>
          </p:txBody>
        </p:sp>
        <p:sp>
          <p:nvSpPr>
            <p:cNvPr id="311" name="Freeform: Shape 310">
              <a:extLst>
                <a:ext uri="{FF2B5EF4-FFF2-40B4-BE49-F238E27FC236}">
                  <a16:creationId xmlns:a16="http://schemas.microsoft.com/office/drawing/2014/main" id="{C6779C4E-1F6A-AC66-7F3B-9FBA4A71EAA3}"/>
                </a:ext>
              </a:extLst>
            </p:cNvPr>
            <p:cNvSpPr/>
            <p:nvPr>
              <p:custDataLst>
                <p:tags r:id="rId18"/>
              </p:custDataLst>
            </p:nvPr>
          </p:nvSpPr>
          <p:spPr>
            <a:xfrm>
              <a:off x="5860620" y="3915391"/>
              <a:ext cx="24141" cy="23537"/>
            </a:xfrm>
            <a:custGeom>
              <a:avLst/>
              <a:gdLst>
                <a:gd name="connsiteX0" fmla="*/ 24285 w 24141"/>
                <a:gd name="connsiteY0" fmla="*/ 11832 h 23537"/>
                <a:gd name="connsiteX1" fmla="*/ 12215 w 24141"/>
                <a:gd name="connsiteY1" fmla="*/ 63 h 23537"/>
                <a:gd name="connsiteX2" fmla="*/ 144 w 24141"/>
                <a:gd name="connsiteY2" fmla="*/ 11832 h 23537"/>
                <a:gd name="connsiteX3" fmla="*/ 12215 w 24141"/>
                <a:gd name="connsiteY3" fmla="*/ 23600 h 23537"/>
                <a:gd name="connsiteX4" fmla="*/ 24285 w 24141"/>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1" h="23537">
                  <a:moveTo>
                    <a:pt x="24285" y="11832"/>
                  </a:moveTo>
                  <a:cubicBezTo>
                    <a:pt x="24285" y="5392"/>
                    <a:pt x="18820" y="63"/>
                    <a:pt x="12215" y="63"/>
                  </a:cubicBezTo>
                  <a:cubicBezTo>
                    <a:pt x="5610" y="63"/>
                    <a:pt x="144" y="5392"/>
                    <a:pt x="144" y="11832"/>
                  </a:cubicBezTo>
                  <a:cubicBezTo>
                    <a:pt x="144" y="18271"/>
                    <a:pt x="5610" y="23600"/>
                    <a:pt x="12215" y="23600"/>
                  </a:cubicBezTo>
                  <a:cubicBezTo>
                    <a:pt x="18820" y="23600"/>
                    <a:pt x="24285" y="18271"/>
                    <a:pt x="24285" y="11832"/>
                  </a:cubicBezTo>
                  <a:close/>
                </a:path>
              </a:pathLst>
            </a:custGeom>
            <a:solidFill>
              <a:srgbClr val="000000"/>
            </a:solidFill>
            <a:ln w="22836" cap="flat">
              <a:noFill/>
              <a:prstDash val="solid"/>
              <a:miter/>
            </a:ln>
          </p:spPr>
          <p:txBody>
            <a:bodyPr rtlCol="0" anchor="ctr"/>
            <a:lstStyle/>
            <a:p>
              <a:endParaRPr lang="en-GB"/>
            </a:p>
          </p:txBody>
        </p:sp>
        <p:sp>
          <p:nvSpPr>
            <p:cNvPr id="312" name="Freeform: Shape 311">
              <a:extLst>
                <a:ext uri="{FF2B5EF4-FFF2-40B4-BE49-F238E27FC236}">
                  <a16:creationId xmlns:a16="http://schemas.microsoft.com/office/drawing/2014/main" id="{E29DDBA2-ACC2-1473-0CC7-5E6DF6F04585}"/>
                </a:ext>
              </a:extLst>
            </p:cNvPr>
            <p:cNvSpPr/>
            <p:nvPr>
              <p:custDataLst>
                <p:tags r:id="rId19"/>
              </p:custDataLst>
            </p:nvPr>
          </p:nvSpPr>
          <p:spPr>
            <a:xfrm>
              <a:off x="5948858" y="3840782"/>
              <a:ext cx="123438" cy="100589"/>
            </a:xfrm>
            <a:custGeom>
              <a:avLst/>
              <a:gdLst>
                <a:gd name="connsiteX0" fmla="*/ 13586 w 123438"/>
                <a:gd name="connsiteY0" fmla="*/ 85109 h 100589"/>
                <a:gd name="connsiteX1" fmla="*/ 11536 w 123438"/>
                <a:gd name="connsiteY1" fmla="*/ 94657 h 100589"/>
                <a:gd name="connsiteX2" fmla="*/ 18141 w 123438"/>
                <a:gd name="connsiteY2" fmla="*/ 100652 h 100589"/>
                <a:gd name="connsiteX3" fmla="*/ 26567 w 123438"/>
                <a:gd name="connsiteY3" fmla="*/ 94435 h 100589"/>
                <a:gd name="connsiteX4" fmla="*/ 30895 w 123438"/>
                <a:gd name="connsiteY4" fmla="*/ 78003 h 100589"/>
                <a:gd name="connsiteX5" fmla="*/ 35905 w 123438"/>
                <a:gd name="connsiteY5" fmla="*/ 58018 h 100589"/>
                <a:gd name="connsiteX6" fmla="*/ 39777 w 123438"/>
                <a:gd name="connsiteY6" fmla="*/ 43141 h 100589"/>
                <a:gd name="connsiteX7" fmla="*/ 42737 w 123438"/>
                <a:gd name="connsiteY7" fmla="*/ 32038 h 100589"/>
                <a:gd name="connsiteX8" fmla="*/ 79860 w 123438"/>
                <a:gd name="connsiteY8" fmla="*/ 4948 h 100589"/>
                <a:gd name="connsiteX9" fmla="*/ 92158 w 123438"/>
                <a:gd name="connsiteY9" fmla="*/ 20492 h 100589"/>
                <a:gd name="connsiteX10" fmla="*/ 77355 w 123438"/>
                <a:gd name="connsiteY10" fmla="*/ 72230 h 100589"/>
                <a:gd name="connsiteX11" fmla="*/ 75077 w 123438"/>
                <a:gd name="connsiteY11" fmla="*/ 82444 h 100589"/>
                <a:gd name="connsiteX12" fmla="*/ 93752 w 123438"/>
                <a:gd name="connsiteY12" fmla="*/ 100652 h 100589"/>
                <a:gd name="connsiteX13" fmla="*/ 123587 w 123438"/>
                <a:gd name="connsiteY13" fmla="*/ 66456 h 100589"/>
                <a:gd name="connsiteX14" fmla="*/ 120854 w 123438"/>
                <a:gd name="connsiteY14" fmla="*/ 64236 h 100589"/>
                <a:gd name="connsiteX15" fmla="*/ 117438 w 123438"/>
                <a:gd name="connsiteY15" fmla="*/ 68233 h 100589"/>
                <a:gd name="connsiteX16" fmla="*/ 94208 w 123438"/>
                <a:gd name="connsiteY16" fmla="*/ 95767 h 100589"/>
                <a:gd name="connsiteX17" fmla="*/ 88742 w 123438"/>
                <a:gd name="connsiteY17" fmla="*/ 88440 h 100589"/>
                <a:gd name="connsiteX18" fmla="*/ 92841 w 123438"/>
                <a:gd name="connsiteY18" fmla="*/ 72674 h 100589"/>
                <a:gd name="connsiteX19" fmla="*/ 106734 w 123438"/>
                <a:gd name="connsiteY19" fmla="*/ 23822 h 100589"/>
                <a:gd name="connsiteX20" fmla="*/ 80543 w 123438"/>
                <a:gd name="connsiteY20" fmla="*/ 63 h 100589"/>
                <a:gd name="connsiteX21" fmla="*/ 45015 w 123438"/>
                <a:gd name="connsiteY21" fmla="*/ 19381 h 100589"/>
                <a:gd name="connsiteX22" fmla="*/ 24062 w 123438"/>
                <a:gd name="connsiteY22" fmla="*/ 63 h 100589"/>
                <a:gd name="connsiteX23" fmla="*/ 6981 w 123438"/>
                <a:gd name="connsiteY23" fmla="*/ 12720 h 100589"/>
                <a:gd name="connsiteX24" fmla="*/ 149 w 123438"/>
                <a:gd name="connsiteY24" fmla="*/ 34259 h 100589"/>
                <a:gd name="connsiteX25" fmla="*/ 2882 w 123438"/>
                <a:gd name="connsiteY25" fmla="*/ 36479 h 100589"/>
                <a:gd name="connsiteX26" fmla="*/ 6753 w 123438"/>
                <a:gd name="connsiteY26" fmla="*/ 31372 h 100589"/>
                <a:gd name="connsiteX27" fmla="*/ 23379 w 123438"/>
                <a:gd name="connsiteY27" fmla="*/ 4948 h 100589"/>
                <a:gd name="connsiteX28" fmla="*/ 30439 w 123438"/>
                <a:gd name="connsiteY28" fmla="*/ 15162 h 100589"/>
                <a:gd name="connsiteX29" fmla="*/ 26795 w 123438"/>
                <a:gd name="connsiteY29" fmla="*/ 33815 h 100589"/>
                <a:gd name="connsiteX30" fmla="*/ 13586 w 123438"/>
                <a:gd name="connsiteY30" fmla="*/ 85109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3438" h="100589">
                  <a:moveTo>
                    <a:pt x="13586" y="85109"/>
                  </a:moveTo>
                  <a:cubicBezTo>
                    <a:pt x="12903" y="88440"/>
                    <a:pt x="11536" y="93547"/>
                    <a:pt x="11536" y="94657"/>
                  </a:cubicBezTo>
                  <a:cubicBezTo>
                    <a:pt x="11536" y="98654"/>
                    <a:pt x="14725" y="100652"/>
                    <a:pt x="18141" y="100652"/>
                  </a:cubicBezTo>
                  <a:cubicBezTo>
                    <a:pt x="20874" y="100652"/>
                    <a:pt x="24973" y="98876"/>
                    <a:pt x="26567" y="94435"/>
                  </a:cubicBezTo>
                  <a:cubicBezTo>
                    <a:pt x="26795" y="93991"/>
                    <a:pt x="29528" y="83554"/>
                    <a:pt x="30895" y="78003"/>
                  </a:cubicBezTo>
                  <a:lnTo>
                    <a:pt x="35905" y="58018"/>
                  </a:lnTo>
                  <a:cubicBezTo>
                    <a:pt x="37271" y="53133"/>
                    <a:pt x="38638" y="48248"/>
                    <a:pt x="39777" y="43141"/>
                  </a:cubicBezTo>
                  <a:cubicBezTo>
                    <a:pt x="40688" y="39366"/>
                    <a:pt x="42510" y="32927"/>
                    <a:pt x="42737" y="32038"/>
                  </a:cubicBezTo>
                  <a:cubicBezTo>
                    <a:pt x="46154" y="25155"/>
                    <a:pt x="58224" y="4948"/>
                    <a:pt x="79860" y="4948"/>
                  </a:cubicBezTo>
                  <a:cubicBezTo>
                    <a:pt x="90108" y="4948"/>
                    <a:pt x="92158" y="13164"/>
                    <a:pt x="92158" y="20492"/>
                  </a:cubicBezTo>
                  <a:cubicBezTo>
                    <a:pt x="92158" y="34259"/>
                    <a:pt x="80999" y="62682"/>
                    <a:pt x="77355" y="72230"/>
                  </a:cubicBezTo>
                  <a:cubicBezTo>
                    <a:pt x="75305" y="77337"/>
                    <a:pt x="75077" y="80002"/>
                    <a:pt x="75077" y="82444"/>
                  </a:cubicBezTo>
                  <a:cubicBezTo>
                    <a:pt x="75077" y="92881"/>
                    <a:pt x="83048" y="100652"/>
                    <a:pt x="93752" y="100652"/>
                  </a:cubicBezTo>
                  <a:cubicBezTo>
                    <a:pt x="115161" y="100652"/>
                    <a:pt x="123587" y="68233"/>
                    <a:pt x="123587" y="66456"/>
                  </a:cubicBezTo>
                  <a:cubicBezTo>
                    <a:pt x="123587" y="64236"/>
                    <a:pt x="121537" y="64236"/>
                    <a:pt x="120854" y="64236"/>
                  </a:cubicBezTo>
                  <a:cubicBezTo>
                    <a:pt x="118577" y="64236"/>
                    <a:pt x="118577" y="64902"/>
                    <a:pt x="117438" y="68233"/>
                  </a:cubicBezTo>
                  <a:cubicBezTo>
                    <a:pt x="112883" y="83332"/>
                    <a:pt x="105367" y="95767"/>
                    <a:pt x="94208" y="95767"/>
                  </a:cubicBezTo>
                  <a:cubicBezTo>
                    <a:pt x="90336" y="95767"/>
                    <a:pt x="88742" y="93547"/>
                    <a:pt x="88742" y="88440"/>
                  </a:cubicBezTo>
                  <a:cubicBezTo>
                    <a:pt x="88742" y="82888"/>
                    <a:pt x="90792" y="77559"/>
                    <a:pt x="92841" y="72674"/>
                  </a:cubicBezTo>
                  <a:cubicBezTo>
                    <a:pt x="97169" y="60905"/>
                    <a:pt x="106734" y="36479"/>
                    <a:pt x="106734" y="23822"/>
                  </a:cubicBezTo>
                  <a:cubicBezTo>
                    <a:pt x="106734" y="8945"/>
                    <a:pt x="96941" y="63"/>
                    <a:pt x="80543" y="63"/>
                  </a:cubicBezTo>
                  <a:cubicBezTo>
                    <a:pt x="60046" y="63"/>
                    <a:pt x="48886" y="14274"/>
                    <a:pt x="45015" y="19381"/>
                  </a:cubicBezTo>
                  <a:cubicBezTo>
                    <a:pt x="43876" y="6946"/>
                    <a:pt x="34538" y="63"/>
                    <a:pt x="24062" y="63"/>
                  </a:cubicBezTo>
                  <a:cubicBezTo>
                    <a:pt x="13586" y="63"/>
                    <a:pt x="9259" y="8723"/>
                    <a:pt x="6981" y="12720"/>
                  </a:cubicBezTo>
                  <a:cubicBezTo>
                    <a:pt x="3337" y="20270"/>
                    <a:pt x="149" y="33371"/>
                    <a:pt x="149" y="34259"/>
                  </a:cubicBezTo>
                  <a:cubicBezTo>
                    <a:pt x="149" y="36479"/>
                    <a:pt x="2426" y="36479"/>
                    <a:pt x="2882" y="36479"/>
                  </a:cubicBezTo>
                  <a:cubicBezTo>
                    <a:pt x="5159" y="36479"/>
                    <a:pt x="5387" y="36257"/>
                    <a:pt x="6753" y="31372"/>
                  </a:cubicBezTo>
                  <a:cubicBezTo>
                    <a:pt x="10625" y="15606"/>
                    <a:pt x="15180" y="4948"/>
                    <a:pt x="23379" y="4948"/>
                  </a:cubicBezTo>
                  <a:cubicBezTo>
                    <a:pt x="27934" y="4948"/>
                    <a:pt x="30439" y="7835"/>
                    <a:pt x="30439" y="15162"/>
                  </a:cubicBezTo>
                  <a:cubicBezTo>
                    <a:pt x="30439" y="19825"/>
                    <a:pt x="29756" y="22268"/>
                    <a:pt x="26795" y="33815"/>
                  </a:cubicBezTo>
                  <a:lnTo>
                    <a:pt x="13586" y="85109"/>
                  </a:lnTo>
                  <a:close/>
                </a:path>
              </a:pathLst>
            </a:custGeom>
            <a:solidFill>
              <a:srgbClr val="000000"/>
            </a:solidFill>
            <a:ln w="22836" cap="flat">
              <a:noFill/>
              <a:prstDash val="solid"/>
              <a:miter/>
            </a:ln>
          </p:spPr>
          <p:txBody>
            <a:bodyPr rtlCol="0" anchor="ctr"/>
            <a:lstStyle/>
            <a:p>
              <a:endParaRPr lang="en-GB"/>
            </a:p>
          </p:txBody>
        </p:sp>
      </p:grpSp>
      <p:cxnSp>
        <p:nvCxnSpPr>
          <p:cNvPr id="314" name="Straight Connector 313">
            <a:extLst>
              <a:ext uri="{FF2B5EF4-FFF2-40B4-BE49-F238E27FC236}">
                <a16:creationId xmlns:a16="http://schemas.microsoft.com/office/drawing/2014/main" id="{D2AF700F-7215-868D-2934-3CFA3CEFBABE}"/>
              </a:ext>
            </a:extLst>
          </p:cNvPr>
          <p:cNvCxnSpPr/>
          <p:nvPr/>
        </p:nvCxnSpPr>
        <p:spPr>
          <a:xfrm flipV="1">
            <a:off x="1321995" y="3116555"/>
            <a:ext cx="3008705" cy="22279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5" name="Connector: Elbow 314">
            <a:extLst>
              <a:ext uri="{FF2B5EF4-FFF2-40B4-BE49-F238E27FC236}">
                <a16:creationId xmlns:a16="http://schemas.microsoft.com/office/drawing/2014/main" id="{1AB76FCD-F2EC-5CBA-115C-C0C498249E55}"/>
              </a:ext>
            </a:extLst>
          </p:cNvPr>
          <p:cNvCxnSpPr>
            <a:cxnSpLocks/>
          </p:cNvCxnSpPr>
          <p:nvPr/>
        </p:nvCxnSpPr>
        <p:spPr>
          <a:xfrm flipV="1">
            <a:off x="3452122" y="3304537"/>
            <a:ext cx="2420160" cy="469805"/>
          </a:xfrm>
          <a:prstGeom prst="bentConnector3">
            <a:avLst>
              <a:gd name="adj1" fmla="val 70466"/>
            </a:avLst>
          </a:prstGeom>
          <a:ln w="6350">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2" name="TextBox 321">
                <a:extLst>
                  <a:ext uri="{FF2B5EF4-FFF2-40B4-BE49-F238E27FC236}">
                    <a16:creationId xmlns:a16="http://schemas.microsoft.com/office/drawing/2014/main" id="{93BAF4DB-63F0-7F2B-C4F0-B86540155008}"/>
                  </a:ext>
                </a:extLst>
              </p:cNvPr>
              <p:cNvSpPr txBox="1"/>
              <p:nvPr/>
            </p:nvSpPr>
            <p:spPr>
              <a:xfrm>
                <a:off x="5879041" y="3522072"/>
                <a:ext cx="5519890" cy="2308324"/>
              </a:xfrm>
              <a:prstGeom prst="rect">
                <a:avLst/>
              </a:prstGeom>
              <a:noFill/>
            </p:spPr>
            <p:txBody>
              <a:bodyPr wrap="square">
                <a:spAutoFit/>
              </a:bodyPr>
              <a:lstStyle/>
              <a:p>
                <a:pPr marL="342900"/>
                <a:r>
                  <a:rPr lang="en-US" sz="1600"/>
                  <a:t>From a sample, we look to obtain </a:t>
                </a:r>
                <a:r>
                  <a:rPr lang="en-US" sz="1600" b="1">
                    <a:highlight>
                      <a:srgbClr val="FFC000"/>
                    </a:highlight>
                  </a:rPr>
                  <a:t>estimates</a:t>
                </a:r>
                <a:r>
                  <a:rPr lang="en-US" sz="1600"/>
                  <a:t> of the regression parameters β0​ and β1.</a:t>
                </a:r>
                <a:br>
                  <a:rPr lang="en-US" sz="1600"/>
                </a:br>
                <a:endParaRPr lang="en-US" sz="1600"/>
              </a:p>
              <a:p>
                <a:pPr marL="342900"/>
                <a14:m>
                  <m:oMath xmlns:m="http://schemas.openxmlformats.org/officeDocument/2006/math">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𝑢</m:t>
                        </m:r>
                      </m:e>
                      <m:sub>
                        <m:r>
                          <a:rPr lang="en-US" sz="1600" i="1" dirty="0" err="1">
                            <a:latin typeface="Cambria Math" panose="02040503050406030204" pitchFamily="18" charset="0"/>
                          </a:rPr>
                          <m:t>𝑖</m:t>
                        </m:r>
                      </m:sub>
                    </m:sSub>
                  </m:oMath>
                </a14:m>
                <a:r>
                  <a:rPr lang="en-US" sz="1600"/>
                  <a:t>​ is the error term for observation </a:t>
                </a:r>
                <a14:m>
                  <m:oMath xmlns:m="http://schemas.openxmlformats.org/officeDocument/2006/math">
                    <m:r>
                      <a:rPr lang="en-US" sz="1600" i="1" dirty="0" smtClean="0">
                        <a:latin typeface="Cambria Math" panose="02040503050406030204" pitchFamily="18" charset="0"/>
                      </a:rPr>
                      <m:t>𝑖</m:t>
                    </m:r>
                  </m:oMath>
                </a14:m>
                <a:r>
                  <a:rPr lang="en-US" sz="1600"/>
                  <a:t>, which aggregates all factors other than </a:t>
                </a:r>
                <a14:m>
                  <m:oMath xmlns:m="http://schemas.openxmlformats.org/officeDocument/2006/math">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𝑋</m:t>
                        </m:r>
                      </m:e>
                      <m:sub>
                        <m:r>
                          <a:rPr lang="en-US" sz="1600" i="1" dirty="0" err="1" smtClean="0">
                            <a:latin typeface="Cambria Math" panose="02040503050406030204" pitchFamily="18" charset="0"/>
                          </a:rPr>
                          <m:t>𝑖</m:t>
                        </m:r>
                      </m:sub>
                    </m:sSub>
                  </m:oMath>
                </a14:m>
                <a:r>
                  <a:rPr lang="en-US" sz="1600"/>
                  <a:t>​ that affect</a:t>
                </a:r>
                <a14:m>
                  <m:oMath xmlns:m="http://schemas.openxmlformats.org/officeDocument/2006/math">
                    <m:r>
                      <a:rPr lang="en-US" sz="1600" i="1" dirty="0" smtClean="0">
                        <a:latin typeface="Cambria Math" panose="02040503050406030204" pitchFamily="18" charset="0"/>
                      </a:rPr>
                      <m:t> </m:t>
                    </m:r>
                    <m:sSub>
                      <m:sSubPr>
                        <m:ctrlPr>
                          <a:rPr lang="en-US" sz="1600" i="1" dirty="0" err="1" smtClean="0">
                            <a:latin typeface="Cambria Math" panose="02040503050406030204" pitchFamily="18" charset="0"/>
                          </a:rPr>
                        </m:ctrlPr>
                      </m:sSubPr>
                      <m:e>
                        <m:r>
                          <a:rPr lang="en-US" sz="1600" i="1" dirty="0" err="1" smtClean="0">
                            <a:latin typeface="Cambria Math" panose="02040503050406030204" pitchFamily="18" charset="0"/>
                          </a:rPr>
                          <m:t>𝑌</m:t>
                        </m:r>
                      </m:e>
                      <m:sub>
                        <m:r>
                          <a:rPr lang="en-US" sz="1600" i="1" dirty="0" err="1" smtClean="0">
                            <a:latin typeface="Cambria Math" panose="02040503050406030204" pitchFamily="18" charset="0"/>
                          </a:rPr>
                          <m:t>𝑖</m:t>
                        </m:r>
                      </m:sub>
                    </m:sSub>
                  </m:oMath>
                </a14:m>
                <a:r>
                  <a:rPr lang="en-US" sz="1600"/>
                  <a:t>.</a:t>
                </a:r>
              </a:p>
              <a:p>
                <a:endParaRPr lang="en-US" sz="1600"/>
              </a:p>
              <a:p>
                <a:r>
                  <a:rPr lang="en-US" sz="1600" b="1">
                    <a:solidFill>
                      <a:srgbClr val="FF0000"/>
                    </a:solidFill>
                  </a:rPr>
                  <a:t>How can these sample data be used to obtain estimates of the intercept and slope of the population regression function?</a:t>
                </a:r>
              </a:p>
            </p:txBody>
          </p:sp>
        </mc:Choice>
        <mc:Fallback xmlns="">
          <p:sp>
            <p:nvSpPr>
              <p:cNvPr id="322" name="TextBox 321">
                <a:extLst>
                  <a:ext uri="{FF2B5EF4-FFF2-40B4-BE49-F238E27FC236}">
                    <a16:creationId xmlns:a16="http://schemas.microsoft.com/office/drawing/2014/main" id="{93BAF4DB-63F0-7F2B-C4F0-B86540155008}"/>
                  </a:ext>
                </a:extLst>
              </p:cNvPr>
              <p:cNvSpPr txBox="1">
                <a:spLocks noRot="1" noChangeAspect="1" noMove="1" noResize="1" noEditPoints="1" noAdjustHandles="1" noChangeArrowheads="1" noChangeShapeType="1" noTextEdit="1"/>
              </p:cNvSpPr>
              <p:nvPr/>
            </p:nvSpPr>
            <p:spPr>
              <a:xfrm>
                <a:off x="5879041" y="3522072"/>
                <a:ext cx="5519890" cy="2308324"/>
              </a:xfrm>
              <a:prstGeom prst="rect">
                <a:avLst/>
              </a:prstGeom>
              <a:blipFill>
                <a:blip r:embed="rId35"/>
                <a:stretch>
                  <a:fillRect l="-552" t="-794"/>
                </a:stretch>
              </a:blipFill>
            </p:spPr>
            <p:txBody>
              <a:bodyPr/>
              <a:lstStyle/>
              <a:p>
                <a:r>
                  <a:rPr lang="en-US">
                    <a:noFill/>
                  </a:rPr>
                  <a:t> </a:t>
                </a:r>
              </a:p>
            </p:txBody>
          </p:sp>
        </mc:Fallback>
      </mc:AlternateContent>
      <p:sp>
        <p:nvSpPr>
          <p:cNvPr id="324" name="Freeform: Shape 323">
            <a:extLst>
              <a:ext uri="{FF2B5EF4-FFF2-40B4-BE49-F238E27FC236}">
                <a16:creationId xmlns:a16="http://schemas.microsoft.com/office/drawing/2014/main" id="{4A4F4038-E0A0-442E-D2EE-36ED2CEF1CA3}"/>
              </a:ext>
            </a:extLst>
          </p:cNvPr>
          <p:cNvSpPr/>
          <p:nvPr/>
        </p:nvSpPr>
        <p:spPr>
          <a:xfrm>
            <a:off x="5975474" y="3690819"/>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
        <p:nvSpPr>
          <p:cNvPr id="325" name="Freeform: Shape 324">
            <a:extLst>
              <a:ext uri="{FF2B5EF4-FFF2-40B4-BE49-F238E27FC236}">
                <a16:creationId xmlns:a16="http://schemas.microsoft.com/office/drawing/2014/main" id="{E843364F-8E3C-F7CA-64FC-FE8CD5294907}"/>
              </a:ext>
            </a:extLst>
          </p:cNvPr>
          <p:cNvSpPr/>
          <p:nvPr/>
        </p:nvSpPr>
        <p:spPr>
          <a:xfrm>
            <a:off x="5975474" y="4460689"/>
            <a:ext cx="174680" cy="174680"/>
          </a:xfrm>
          <a:custGeom>
            <a:avLst/>
            <a:gdLst>
              <a:gd name="connsiteX0" fmla="*/ 124152 w 248304"/>
              <a:gd name="connsiteY0" fmla="*/ 0 h 248304"/>
              <a:gd name="connsiteX1" fmla="*/ 0 w 248304"/>
              <a:gd name="connsiteY1" fmla="*/ 124152 h 248304"/>
              <a:gd name="connsiteX2" fmla="*/ 124152 w 248304"/>
              <a:gd name="connsiteY2" fmla="*/ 248305 h 248304"/>
              <a:gd name="connsiteX3" fmla="*/ 248305 w 248304"/>
              <a:gd name="connsiteY3" fmla="*/ 124152 h 248304"/>
              <a:gd name="connsiteX4" fmla="*/ 124152 w 248304"/>
              <a:gd name="connsiteY4" fmla="*/ 0 h 248304"/>
              <a:gd name="connsiteX5" fmla="*/ 106501 w 248304"/>
              <a:gd name="connsiteY5" fmla="*/ 174699 h 248304"/>
              <a:gd name="connsiteX6" fmla="*/ 52398 w 248304"/>
              <a:gd name="connsiteY6" fmla="*/ 120590 h 248304"/>
              <a:gd name="connsiteX7" fmla="*/ 70783 w 248304"/>
              <a:gd name="connsiteY7" fmla="*/ 102204 h 248304"/>
              <a:gd name="connsiteX8" fmla="*/ 106501 w 248304"/>
              <a:gd name="connsiteY8" fmla="*/ 137922 h 248304"/>
              <a:gd name="connsiteX9" fmla="*/ 179654 w 248304"/>
              <a:gd name="connsiteY9" fmla="*/ 64775 h 248304"/>
              <a:gd name="connsiteX10" fmla="*/ 198039 w 248304"/>
              <a:gd name="connsiteY10" fmla="*/ 83160 h 2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04" h="248304">
                <a:moveTo>
                  <a:pt x="124152" y="0"/>
                </a:moveTo>
                <a:cubicBezTo>
                  <a:pt x="55585" y="0"/>
                  <a:pt x="0" y="55585"/>
                  <a:pt x="0" y="124152"/>
                </a:cubicBezTo>
                <a:cubicBezTo>
                  <a:pt x="0" y="192719"/>
                  <a:pt x="55585" y="248305"/>
                  <a:pt x="124152" y="248305"/>
                </a:cubicBezTo>
                <a:cubicBezTo>
                  <a:pt x="192720" y="248305"/>
                  <a:pt x="248305" y="192719"/>
                  <a:pt x="248305" y="124152"/>
                </a:cubicBezTo>
                <a:cubicBezTo>
                  <a:pt x="248227" y="55617"/>
                  <a:pt x="192688" y="77"/>
                  <a:pt x="124152" y="0"/>
                </a:cubicBezTo>
                <a:close/>
                <a:moveTo>
                  <a:pt x="106501" y="174699"/>
                </a:moveTo>
                <a:lnTo>
                  <a:pt x="52398" y="120590"/>
                </a:lnTo>
                <a:lnTo>
                  <a:pt x="70783" y="102204"/>
                </a:lnTo>
                <a:lnTo>
                  <a:pt x="106501" y="137922"/>
                </a:lnTo>
                <a:lnTo>
                  <a:pt x="179654" y="64775"/>
                </a:lnTo>
                <a:lnTo>
                  <a:pt x="198039" y="83160"/>
                </a:lnTo>
                <a:close/>
              </a:path>
            </a:pathLst>
          </a:custGeom>
          <a:solidFill>
            <a:srgbClr val="FF0000"/>
          </a:solidFill>
          <a:ln w="5358" cap="flat">
            <a:noFill/>
            <a:prstDash val="solid"/>
            <a:miter/>
          </a:ln>
        </p:spPr>
        <p:txBody>
          <a:bodyPr rtlCol="0" anchor="ctr"/>
          <a:lstStyle/>
          <a:p>
            <a:endParaRPr lang="en-US" noProof="0"/>
          </a:p>
        </p:txBody>
      </p:sp>
    </p:spTree>
    <p:custDataLst>
      <p:tags r:id="rId1"/>
    </p:custDataLst>
    <p:extLst>
      <p:ext uri="{BB962C8B-B14F-4D97-AF65-F5344CB8AC3E}">
        <p14:creationId xmlns:p14="http://schemas.microsoft.com/office/powerpoint/2010/main" val="811515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278">
        <p159:morph option="byObject"/>
      </p:transition>
    </mc:Choice>
    <mc:Fallback xmlns="">
      <p:transition spd="slow" advTm="162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2"/>
                                        </p:tgtEl>
                                        <p:attrNameLst>
                                          <p:attrName>style.visibility</p:attrName>
                                        </p:attrNameLst>
                                      </p:cBhvr>
                                      <p:to>
                                        <p:strVal val="visible"/>
                                      </p:to>
                                    </p:set>
                                    <p:animEffect transition="in" filter="fade">
                                      <p:cBhvr>
                                        <p:cTn id="7" dur="500"/>
                                        <p:tgtEl>
                                          <p:spTgt spid="3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3"/>
                                        </p:tgtEl>
                                        <p:attrNameLst>
                                          <p:attrName>style.visibility</p:attrName>
                                        </p:attrNameLst>
                                      </p:cBhvr>
                                      <p:to>
                                        <p:strVal val="visible"/>
                                      </p:to>
                                    </p:set>
                                    <p:animEffect transition="in" filter="fade">
                                      <p:cBhvr>
                                        <p:cTn id="15" dur="500"/>
                                        <p:tgtEl>
                                          <p:spTgt spid="3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6"/>
                                        </p:tgtEl>
                                        <p:attrNameLst>
                                          <p:attrName>style.visibility</p:attrName>
                                        </p:attrNameLst>
                                      </p:cBhvr>
                                      <p:to>
                                        <p:strVal val="visible"/>
                                      </p:to>
                                    </p:set>
                                    <p:animEffect transition="in" filter="fade">
                                      <p:cBhvr>
                                        <p:cTn id="20" dur="500"/>
                                        <p:tgtEl>
                                          <p:spTgt spid="25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7"/>
                                        </p:tgtEl>
                                        <p:attrNameLst>
                                          <p:attrName>style.visibility</p:attrName>
                                        </p:attrNameLst>
                                      </p:cBhvr>
                                      <p:to>
                                        <p:strVal val="visible"/>
                                      </p:to>
                                    </p:set>
                                    <p:animEffect transition="in" filter="fade">
                                      <p:cBhvr>
                                        <p:cTn id="25" dur="500"/>
                                        <p:tgtEl>
                                          <p:spTgt spid="25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7"/>
                                        </p:tgtEl>
                                        <p:attrNameLst>
                                          <p:attrName>style.visibility</p:attrName>
                                        </p:attrNameLst>
                                      </p:cBhvr>
                                      <p:to>
                                        <p:strVal val="visible"/>
                                      </p:to>
                                    </p:set>
                                    <p:animEffect transition="in" filter="fade">
                                      <p:cBhvr>
                                        <p:cTn id="30" dur="500"/>
                                        <p:tgtEl>
                                          <p:spTgt spid="2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60"/>
                                        </p:tgtEl>
                                        <p:attrNameLst>
                                          <p:attrName>style.visibility</p:attrName>
                                        </p:attrNameLst>
                                      </p:cBhvr>
                                      <p:to>
                                        <p:strVal val="visible"/>
                                      </p:to>
                                    </p:set>
                                    <p:animEffect transition="in" filter="fade">
                                      <p:cBhvr>
                                        <p:cTn id="35" dur="500"/>
                                        <p:tgtEl>
                                          <p:spTgt spid="2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61"/>
                                        </p:tgtEl>
                                        <p:attrNameLst>
                                          <p:attrName>style.visibility</p:attrName>
                                        </p:attrNameLst>
                                      </p:cBhvr>
                                      <p:to>
                                        <p:strVal val="visible"/>
                                      </p:to>
                                    </p:set>
                                    <p:animEffect transition="in" filter="fade">
                                      <p:cBhvr>
                                        <p:cTn id="40" dur="500"/>
                                        <p:tgtEl>
                                          <p:spTgt spid="26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8"/>
                                        </p:tgtEl>
                                        <p:attrNameLst>
                                          <p:attrName>style.visibility</p:attrName>
                                        </p:attrNameLst>
                                      </p:cBhvr>
                                      <p:to>
                                        <p:strVal val="visible"/>
                                      </p:to>
                                    </p:set>
                                    <p:animEffect transition="in" filter="fade">
                                      <p:cBhvr>
                                        <p:cTn id="45" dur="500"/>
                                        <p:tgtEl>
                                          <p:spTgt spid="2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65"/>
                                        </p:tgtEl>
                                        <p:attrNameLst>
                                          <p:attrName>style.visibility</p:attrName>
                                        </p:attrNameLst>
                                      </p:cBhvr>
                                      <p:to>
                                        <p:strVal val="visible"/>
                                      </p:to>
                                    </p:set>
                                    <p:animEffect transition="in" filter="fade">
                                      <p:cBhvr>
                                        <p:cTn id="50" dur="500"/>
                                        <p:tgtEl>
                                          <p:spTgt spid="26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66"/>
                                        </p:tgtEl>
                                        <p:attrNameLst>
                                          <p:attrName>style.visibility</p:attrName>
                                        </p:attrNameLst>
                                      </p:cBhvr>
                                      <p:to>
                                        <p:strVal val="visible"/>
                                      </p:to>
                                    </p:set>
                                    <p:animEffect transition="in" filter="fade">
                                      <p:cBhvr>
                                        <p:cTn id="55" dur="500"/>
                                        <p:tgtEl>
                                          <p:spTgt spid="26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27"/>
                                        </p:tgtEl>
                                        <p:attrNameLst>
                                          <p:attrName>style.visibility</p:attrName>
                                        </p:attrNameLst>
                                      </p:cBhvr>
                                      <p:to>
                                        <p:strVal val="visible"/>
                                      </p:to>
                                    </p:set>
                                    <p:animEffect transition="in" filter="fade">
                                      <p:cBhvr>
                                        <p:cTn id="60" dur="500"/>
                                        <p:tgtEl>
                                          <p:spTgt spid="22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71"/>
                                        </p:tgtEl>
                                        <p:attrNameLst>
                                          <p:attrName>style.visibility</p:attrName>
                                        </p:attrNameLst>
                                      </p:cBhvr>
                                      <p:to>
                                        <p:strVal val="visible"/>
                                      </p:to>
                                    </p:set>
                                    <p:animEffect transition="in" filter="fade">
                                      <p:cBhvr>
                                        <p:cTn id="65" dur="500"/>
                                        <p:tgtEl>
                                          <p:spTgt spid="27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72"/>
                                        </p:tgtEl>
                                        <p:attrNameLst>
                                          <p:attrName>style.visibility</p:attrName>
                                        </p:attrNameLst>
                                      </p:cBhvr>
                                      <p:to>
                                        <p:strVal val="visible"/>
                                      </p:to>
                                    </p:set>
                                    <p:animEffect transition="in" filter="fade">
                                      <p:cBhvr>
                                        <p:cTn id="70" dur="500"/>
                                        <p:tgtEl>
                                          <p:spTgt spid="27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9"/>
                                        </p:tgtEl>
                                        <p:attrNameLst>
                                          <p:attrName>style.visibility</p:attrName>
                                        </p:attrNameLst>
                                      </p:cBhvr>
                                      <p:to>
                                        <p:strVal val="visible"/>
                                      </p:to>
                                    </p:set>
                                    <p:animEffect transition="in" filter="fade">
                                      <p:cBhvr>
                                        <p:cTn id="75" dur="500"/>
                                        <p:tgtEl>
                                          <p:spTgt spid="24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9"/>
                                        </p:tgtEl>
                                        <p:attrNameLst>
                                          <p:attrName>style.visibility</p:attrName>
                                        </p:attrNameLst>
                                      </p:cBhvr>
                                      <p:to>
                                        <p:strVal val="visible"/>
                                      </p:to>
                                    </p:set>
                                    <p:animEffect transition="in" filter="fade">
                                      <p:cBhvr>
                                        <p:cTn id="78" dur="500"/>
                                        <p:tgtEl>
                                          <p:spTgt spid="21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20"/>
                                        </p:tgtEl>
                                        <p:attrNameLst>
                                          <p:attrName>style.visibility</p:attrName>
                                        </p:attrNameLst>
                                      </p:cBhvr>
                                      <p:to>
                                        <p:strVal val="visible"/>
                                      </p:to>
                                    </p:set>
                                    <p:animEffect transition="in" filter="fade">
                                      <p:cBhvr>
                                        <p:cTn id="81" dur="500"/>
                                        <p:tgtEl>
                                          <p:spTgt spid="22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21"/>
                                        </p:tgtEl>
                                        <p:attrNameLst>
                                          <p:attrName>style.visibility</p:attrName>
                                        </p:attrNameLst>
                                      </p:cBhvr>
                                      <p:to>
                                        <p:strVal val="visible"/>
                                      </p:to>
                                    </p:set>
                                    <p:animEffect transition="in" filter="fade">
                                      <p:cBhvr>
                                        <p:cTn id="84" dur="500"/>
                                        <p:tgtEl>
                                          <p:spTgt spid="22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22"/>
                                        </p:tgtEl>
                                        <p:attrNameLst>
                                          <p:attrName>style.visibility</p:attrName>
                                        </p:attrNameLst>
                                      </p:cBhvr>
                                      <p:to>
                                        <p:strVal val="visible"/>
                                      </p:to>
                                    </p:set>
                                    <p:animEffect transition="in" filter="fade">
                                      <p:cBhvr>
                                        <p:cTn id="87" dur="500"/>
                                        <p:tgtEl>
                                          <p:spTgt spid="22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23"/>
                                        </p:tgtEl>
                                        <p:attrNameLst>
                                          <p:attrName>style.visibility</p:attrName>
                                        </p:attrNameLst>
                                      </p:cBhvr>
                                      <p:to>
                                        <p:strVal val="visible"/>
                                      </p:to>
                                    </p:set>
                                    <p:animEffect transition="in" filter="fade">
                                      <p:cBhvr>
                                        <p:cTn id="90" dur="500"/>
                                        <p:tgtEl>
                                          <p:spTgt spid="22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4"/>
                                        </p:tgtEl>
                                        <p:attrNameLst>
                                          <p:attrName>style.visibility</p:attrName>
                                        </p:attrNameLst>
                                      </p:cBhvr>
                                      <p:to>
                                        <p:strVal val="visible"/>
                                      </p:to>
                                    </p:set>
                                    <p:animEffect transition="in" filter="fade">
                                      <p:cBhvr>
                                        <p:cTn id="93" dur="500"/>
                                        <p:tgtEl>
                                          <p:spTgt spid="22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25"/>
                                        </p:tgtEl>
                                        <p:attrNameLst>
                                          <p:attrName>style.visibility</p:attrName>
                                        </p:attrNameLst>
                                      </p:cBhvr>
                                      <p:to>
                                        <p:strVal val="visible"/>
                                      </p:to>
                                    </p:set>
                                    <p:animEffect transition="in" filter="fade">
                                      <p:cBhvr>
                                        <p:cTn id="96" dur="500"/>
                                        <p:tgtEl>
                                          <p:spTgt spid="2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34"/>
                                        </p:tgtEl>
                                        <p:attrNameLst>
                                          <p:attrName>style.visibility</p:attrName>
                                        </p:attrNameLst>
                                      </p:cBhvr>
                                      <p:to>
                                        <p:strVal val="visible"/>
                                      </p:to>
                                    </p:set>
                                    <p:animEffect transition="in" filter="fade">
                                      <p:cBhvr>
                                        <p:cTn id="99" dur="500"/>
                                        <p:tgtEl>
                                          <p:spTgt spid="2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40"/>
                                        </p:tgtEl>
                                        <p:attrNameLst>
                                          <p:attrName>style.visibility</p:attrName>
                                        </p:attrNameLst>
                                      </p:cBhvr>
                                      <p:to>
                                        <p:strVal val="visible"/>
                                      </p:to>
                                    </p:set>
                                    <p:animEffect transition="in" filter="fade">
                                      <p:cBhvr>
                                        <p:cTn id="102" dur="500"/>
                                        <p:tgtEl>
                                          <p:spTgt spid="24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52"/>
                                        </p:tgtEl>
                                        <p:attrNameLst>
                                          <p:attrName>style.visibility</p:attrName>
                                        </p:attrNameLst>
                                      </p:cBhvr>
                                      <p:to>
                                        <p:strVal val="visible"/>
                                      </p:to>
                                    </p:set>
                                    <p:animEffect transition="in" filter="fade">
                                      <p:cBhvr>
                                        <p:cTn id="105" dur="500"/>
                                        <p:tgtEl>
                                          <p:spTgt spid="25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29"/>
                                        </p:tgtEl>
                                        <p:attrNameLst>
                                          <p:attrName>style.visibility</p:attrName>
                                        </p:attrNameLst>
                                      </p:cBhvr>
                                      <p:to>
                                        <p:strVal val="visible"/>
                                      </p:to>
                                    </p:set>
                                    <p:animEffect transition="in" filter="fade">
                                      <p:cBhvr>
                                        <p:cTn id="108" dur="500"/>
                                        <p:tgtEl>
                                          <p:spTgt spid="22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38"/>
                                        </p:tgtEl>
                                        <p:attrNameLst>
                                          <p:attrName>style.visibility</p:attrName>
                                        </p:attrNameLst>
                                      </p:cBhvr>
                                      <p:to>
                                        <p:strVal val="visible"/>
                                      </p:to>
                                    </p:set>
                                    <p:animEffect transition="in" filter="fade">
                                      <p:cBhvr>
                                        <p:cTn id="111" dur="500"/>
                                        <p:tgtEl>
                                          <p:spTgt spid="2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28"/>
                                        </p:tgtEl>
                                        <p:attrNameLst>
                                          <p:attrName>style.visibility</p:attrName>
                                        </p:attrNameLst>
                                      </p:cBhvr>
                                      <p:to>
                                        <p:strVal val="visible"/>
                                      </p:to>
                                    </p:set>
                                    <p:animEffect transition="in" filter="fade">
                                      <p:cBhvr>
                                        <p:cTn id="114" dur="500"/>
                                        <p:tgtEl>
                                          <p:spTgt spid="22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30"/>
                                        </p:tgtEl>
                                        <p:attrNameLst>
                                          <p:attrName>style.visibility</p:attrName>
                                        </p:attrNameLst>
                                      </p:cBhvr>
                                      <p:to>
                                        <p:strVal val="visible"/>
                                      </p:to>
                                    </p:set>
                                    <p:animEffect transition="in" filter="fade">
                                      <p:cBhvr>
                                        <p:cTn id="117" dur="500"/>
                                        <p:tgtEl>
                                          <p:spTgt spid="23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31"/>
                                        </p:tgtEl>
                                        <p:attrNameLst>
                                          <p:attrName>style.visibility</p:attrName>
                                        </p:attrNameLst>
                                      </p:cBhvr>
                                      <p:to>
                                        <p:strVal val="visible"/>
                                      </p:to>
                                    </p:set>
                                    <p:animEffect transition="in" filter="fade">
                                      <p:cBhvr>
                                        <p:cTn id="120" dur="500"/>
                                        <p:tgtEl>
                                          <p:spTgt spid="23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32"/>
                                        </p:tgtEl>
                                        <p:attrNameLst>
                                          <p:attrName>style.visibility</p:attrName>
                                        </p:attrNameLst>
                                      </p:cBhvr>
                                      <p:to>
                                        <p:strVal val="visible"/>
                                      </p:to>
                                    </p:set>
                                    <p:animEffect transition="in" filter="fade">
                                      <p:cBhvr>
                                        <p:cTn id="123" dur="500"/>
                                        <p:tgtEl>
                                          <p:spTgt spid="23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33"/>
                                        </p:tgtEl>
                                        <p:attrNameLst>
                                          <p:attrName>style.visibility</p:attrName>
                                        </p:attrNameLst>
                                      </p:cBhvr>
                                      <p:to>
                                        <p:strVal val="visible"/>
                                      </p:to>
                                    </p:set>
                                    <p:animEffect transition="in" filter="fade">
                                      <p:cBhvr>
                                        <p:cTn id="126" dur="500"/>
                                        <p:tgtEl>
                                          <p:spTgt spid="23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35"/>
                                        </p:tgtEl>
                                        <p:attrNameLst>
                                          <p:attrName>style.visibility</p:attrName>
                                        </p:attrNameLst>
                                      </p:cBhvr>
                                      <p:to>
                                        <p:strVal val="visible"/>
                                      </p:to>
                                    </p:set>
                                    <p:animEffect transition="in" filter="fade">
                                      <p:cBhvr>
                                        <p:cTn id="129" dur="500"/>
                                        <p:tgtEl>
                                          <p:spTgt spid="23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236"/>
                                        </p:tgtEl>
                                        <p:attrNameLst>
                                          <p:attrName>style.visibility</p:attrName>
                                        </p:attrNameLst>
                                      </p:cBhvr>
                                      <p:to>
                                        <p:strVal val="visible"/>
                                      </p:to>
                                    </p:set>
                                    <p:animEffect transition="in" filter="fade">
                                      <p:cBhvr>
                                        <p:cTn id="132" dur="500"/>
                                        <p:tgtEl>
                                          <p:spTgt spid="23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237"/>
                                        </p:tgtEl>
                                        <p:attrNameLst>
                                          <p:attrName>style.visibility</p:attrName>
                                        </p:attrNameLst>
                                      </p:cBhvr>
                                      <p:to>
                                        <p:strVal val="visible"/>
                                      </p:to>
                                    </p:set>
                                    <p:animEffect transition="in" filter="fade">
                                      <p:cBhvr>
                                        <p:cTn id="135" dur="500"/>
                                        <p:tgtEl>
                                          <p:spTgt spid="23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239"/>
                                        </p:tgtEl>
                                        <p:attrNameLst>
                                          <p:attrName>style.visibility</p:attrName>
                                        </p:attrNameLst>
                                      </p:cBhvr>
                                      <p:to>
                                        <p:strVal val="visible"/>
                                      </p:to>
                                    </p:set>
                                    <p:animEffect transition="in" filter="fade">
                                      <p:cBhvr>
                                        <p:cTn id="138" dur="500"/>
                                        <p:tgtEl>
                                          <p:spTgt spid="23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241"/>
                                        </p:tgtEl>
                                        <p:attrNameLst>
                                          <p:attrName>style.visibility</p:attrName>
                                        </p:attrNameLst>
                                      </p:cBhvr>
                                      <p:to>
                                        <p:strVal val="visible"/>
                                      </p:to>
                                    </p:set>
                                    <p:animEffect transition="in" filter="fade">
                                      <p:cBhvr>
                                        <p:cTn id="141" dur="500"/>
                                        <p:tgtEl>
                                          <p:spTgt spid="241"/>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242"/>
                                        </p:tgtEl>
                                        <p:attrNameLst>
                                          <p:attrName>style.visibility</p:attrName>
                                        </p:attrNameLst>
                                      </p:cBhvr>
                                      <p:to>
                                        <p:strVal val="visible"/>
                                      </p:to>
                                    </p:set>
                                    <p:animEffect transition="in" filter="fade">
                                      <p:cBhvr>
                                        <p:cTn id="144" dur="500"/>
                                        <p:tgtEl>
                                          <p:spTgt spid="242"/>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44"/>
                                        </p:tgtEl>
                                        <p:attrNameLst>
                                          <p:attrName>style.visibility</p:attrName>
                                        </p:attrNameLst>
                                      </p:cBhvr>
                                      <p:to>
                                        <p:strVal val="visible"/>
                                      </p:to>
                                    </p:set>
                                    <p:animEffect transition="in" filter="fade">
                                      <p:cBhvr>
                                        <p:cTn id="147" dur="500"/>
                                        <p:tgtEl>
                                          <p:spTgt spid="24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245"/>
                                        </p:tgtEl>
                                        <p:attrNameLst>
                                          <p:attrName>style.visibility</p:attrName>
                                        </p:attrNameLst>
                                      </p:cBhvr>
                                      <p:to>
                                        <p:strVal val="visible"/>
                                      </p:to>
                                    </p:set>
                                    <p:animEffect transition="in" filter="fade">
                                      <p:cBhvr>
                                        <p:cTn id="150" dur="500"/>
                                        <p:tgtEl>
                                          <p:spTgt spid="24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246"/>
                                        </p:tgtEl>
                                        <p:attrNameLst>
                                          <p:attrName>style.visibility</p:attrName>
                                        </p:attrNameLst>
                                      </p:cBhvr>
                                      <p:to>
                                        <p:strVal val="visible"/>
                                      </p:to>
                                    </p:set>
                                    <p:animEffect transition="in" filter="fade">
                                      <p:cBhvr>
                                        <p:cTn id="153" dur="500"/>
                                        <p:tgtEl>
                                          <p:spTgt spid="24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247"/>
                                        </p:tgtEl>
                                        <p:attrNameLst>
                                          <p:attrName>style.visibility</p:attrName>
                                        </p:attrNameLst>
                                      </p:cBhvr>
                                      <p:to>
                                        <p:strVal val="visible"/>
                                      </p:to>
                                    </p:set>
                                    <p:animEffect transition="in" filter="fade">
                                      <p:cBhvr>
                                        <p:cTn id="156" dur="500"/>
                                        <p:tgtEl>
                                          <p:spTgt spid="24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248"/>
                                        </p:tgtEl>
                                        <p:attrNameLst>
                                          <p:attrName>style.visibility</p:attrName>
                                        </p:attrNameLst>
                                      </p:cBhvr>
                                      <p:to>
                                        <p:strVal val="visible"/>
                                      </p:to>
                                    </p:set>
                                    <p:animEffect transition="in" filter="fade">
                                      <p:cBhvr>
                                        <p:cTn id="159" dur="500"/>
                                        <p:tgtEl>
                                          <p:spTgt spid="248"/>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243"/>
                                        </p:tgtEl>
                                        <p:attrNameLst>
                                          <p:attrName>style.visibility</p:attrName>
                                        </p:attrNameLst>
                                      </p:cBhvr>
                                      <p:to>
                                        <p:strVal val="visible"/>
                                      </p:to>
                                    </p:set>
                                    <p:animEffect transition="in" filter="fade">
                                      <p:cBhvr>
                                        <p:cTn id="162" dur="500"/>
                                        <p:tgtEl>
                                          <p:spTgt spid="243"/>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296"/>
                                        </p:tgtEl>
                                        <p:attrNameLst>
                                          <p:attrName>style.visibility</p:attrName>
                                        </p:attrNameLst>
                                      </p:cBhvr>
                                      <p:to>
                                        <p:strVal val="visible"/>
                                      </p:to>
                                    </p:set>
                                    <p:animEffect transition="in" filter="fade">
                                      <p:cBhvr>
                                        <p:cTn id="167" dur="500"/>
                                        <p:tgtEl>
                                          <p:spTgt spid="296"/>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282"/>
                                        </p:tgtEl>
                                        <p:attrNameLst>
                                          <p:attrName>style.visibility</p:attrName>
                                        </p:attrNameLst>
                                      </p:cBhvr>
                                      <p:to>
                                        <p:strVal val="visible"/>
                                      </p:to>
                                    </p:set>
                                    <p:animEffect transition="in" filter="fade">
                                      <p:cBhvr>
                                        <p:cTn id="172" dur="500"/>
                                        <p:tgtEl>
                                          <p:spTgt spid="282"/>
                                        </p:tgtEl>
                                      </p:cBhvr>
                                    </p:animEffect>
                                  </p:childTnLst>
                                </p:cTn>
                              </p:par>
                              <p:par>
                                <p:cTn id="173" presetID="10" presetClass="entr" presetSubtype="0" fill="hold" nodeType="withEffect">
                                  <p:stCondLst>
                                    <p:cond delay="0"/>
                                  </p:stCondLst>
                                  <p:childTnLst>
                                    <p:set>
                                      <p:cBhvr>
                                        <p:cTn id="174" dur="1" fill="hold">
                                          <p:stCondLst>
                                            <p:cond delay="0"/>
                                          </p:stCondLst>
                                        </p:cTn>
                                        <p:tgtEl>
                                          <p:spTgt spid="280"/>
                                        </p:tgtEl>
                                        <p:attrNameLst>
                                          <p:attrName>style.visibility</p:attrName>
                                        </p:attrNameLst>
                                      </p:cBhvr>
                                      <p:to>
                                        <p:strVal val="visible"/>
                                      </p:to>
                                    </p:set>
                                    <p:animEffect transition="in" filter="fade">
                                      <p:cBhvr>
                                        <p:cTn id="175" dur="500"/>
                                        <p:tgtEl>
                                          <p:spTgt spid="280"/>
                                        </p:tgtEl>
                                      </p:cBhvr>
                                    </p:animEffect>
                                  </p:childTnLst>
                                </p:cTn>
                              </p:par>
                              <p:par>
                                <p:cTn id="176" presetID="10" presetClass="entr" presetSubtype="0" fill="hold" nodeType="withEffect">
                                  <p:stCondLst>
                                    <p:cond delay="0"/>
                                  </p:stCondLst>
                                  <p:childTnLst>
                                    <p:set>
                                      <p:cBhvr>
                                        <p:cTn id="177" dur="1" fill="hold">
                                          <p:stCondLst>
                                            <p:cond delay="0"/>
                                          </p:stCondLst>
                                        </p:cTn>
                                        <p:tgtEl>
                                          <p:spTgt spid="314"/>
                                        </p:tgtEl>
                                        <p:attrNameLst>
                                          <p:attrName>style.visibility</p:attrName>
                                        </p:attrNameLst>
                                      </p:cBhvr>
                                      <p:to>
                                        <p:strVal val="visible"/>
                                      </p:to>
                                    </p:set>
                                    <p:animEffect transition="in" filter="fade">
                                      <p:cBhvr>
                                        <p:cTn id="178" dur="500"/>
                                        <p:tgtEl>
                                          <p:spTgt spid="314"/>
                                        </p:tgtEl>
                                      </p:cBhvr>
                                    </p:animEffect>
                                  </p:childTnLst>
                                </p:cTn>
                              </p:par>
                              <p:par>
                                <p:cTn id="179" presetID="10" presetClass="entr" presetSubtype="0" fill="hold" nodeType="withEffect">
                                  <p:stCondLst>
                                    <p:cond delay="0"/>
                                  </p:stCondLst>
                                  <p:childTnLst>
                                    <p:set>
                                      <p:cBhvr>
                                        <p:cTn id="180" dur="1" fill="hold">
                                          <p:stCondLst>
                                            <p:cond delay="0"/>
                                          </p:stCondLst>
                                        </p:cTn>
                                        <p:tgtEl>
                                          <p:spTgt spid="315"/>
                                        </p:tgtEl>
                                        <p:attrNameLst>
                                          <p:attrName>style.visibility</p:attrName>
                                        </p:attrNameLst>
                                      </p:cBhvr>
                                      <p:to>
                                        <p:strVal val="visible"/>
                                      </p:to>
                                    </p:set>
                                    <p:animEffect transition="in" filter="fade">
                                      <p:cBhvr>
                                        <p:cTn id="181" dur="500"/>
                                        <p:tgtEl>
                                          <p:spTgt spid="315"/>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324"/>
                                        </p:tgtEl>
                                        <p:attrNameLst>
                                          <p:attrName>style.visibility</p:attrName>
                                        </p:attrNameLst>
                                      </p:cBhvr>
                                      <p:to>
                                        <p:strVal val="visible"/>
                                      </p:to>
                                    </p:set>
                                    <p:animEffect transition="in" filter="fade">
                                      <p:cBhvr>
                                        <p:cTn id="186" dur="500"/>
                                        <p:tgtEl>
                                          <p:spTgt spid="324"/>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325"/>
                                        </p:tgtEl>
                                        <p:attrNameLst>
                                          <p:attrName>style.visibility</p:attrName>
                                        </p:attrNameLst>
                                      </p:cBhvr>
                                      <p:to>
                                        <p:strVal val="visible"/>
                                      </p:to>
                                    </p:set>
                                    <p:animEffect transition="in" filter="fade">
                                      <p:cBhvr>
                                        <p:cTn id="189" dur="500"/>
                                        <p:tgtEl>
                                          <p:spTgt spid="32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322"/>
                                        </p:tgtEl>
                                        <p:attrNameLst>
                                          <p:attrName>style.visibility</p:attrName>
                                        </p:attrNameLst>
                                      </p:cBhvr>
                                      <p:to>
                                        <p:strVal val="visible"/>
                                      </p:to>
                                    </p:set>
                                    <p:animEffect transition="in" filter="fade">
                                      <p:cBhvr>
                                        <p:cTn id="192"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17" grpId="0" animBg="1"/>
      <p:bldP spid="218" grpId="0" animBg="1"/>
      <p:bldP spid="219" grpId="0" animBg="1"/>
      <p:bldP spid="220" grpId="0" animBg="1"/>
      <p:bldP spid="221" grpId="0" animBg="1"/>
      <p:bldP spid="222" grpId="0" animBg="1"/>
      <p:bldP spid="223" grpId="0" animBg="1"/>
      <p:bldP spid="224" grpId="0" animBg="1"/>
      <p:bldP spid="225"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7" grpId="0" animBg="1"/>
      <p:bldP spid="248" grpId="0" animBg="1"/>
      <p:bldP spid="249" grpId="0" animBg="1"/>
      <p:bldP spid="252" grpId="0" animBg="1"/>
      <p:bldP spid="322" grpId="0"/>
      <p:bldP spid="324" grpId="0" animBg="1"/>
      <p:bldP spid="3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FAA64-FA6D-97CF-C7A8-900A1B250517}"/>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2FE6590E-9C41-367D-F89B-76F9D7B2C4AD}"/>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E47A3FB1-4E1E-56BA-C152-E2AAF1CEE007}"/>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006BBE82-C011-75CB-4104-96DD5082D1E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2FE0563B-CD7C-B89C-7759-77CED763EBE4}"/>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0523B18E-ADCF-1D0F-68B0-F0DD68A0715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1D608551-D08E-CBD7-6579-FD7F2E40D4D7}"/>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DAA2AA18-70EF-EB88-B606-600FE625DEB2}"/>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5828515C-758F-67B7-049C-A52B558C0011}"/>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ECBD0C9F-D826-63C6-379A-EC638CC36D8B}"/>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57FFD9B4-F638-8762-7C5E-49D696EE7F65}"/>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ACAC0FBA-9D93-53C7-1DA1-394C0E334F1F}"/>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BAF14976-FCA4-97E6-75F7-96FD9E2ED2BB}"/>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AA3B79FA-C7C1-156E-3DD6-E544DAF87446}"/>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29E510E0-47A6-691C-6089-B86DC4DF3168}"/>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51AEF3AD-1EA3-BC64-01C0-DC087A5B3440}"/>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74D7D923-A6E2-6ADD-DE6C-E00403CA8ACE}"/>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D90E0E38-D775-983C-262C-DA3E3C057FB2}"/>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9BA3244A-62C5-88E5-D792-59CE02475166}"/>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EB430543-B35D-E2BB-AA82-8718233B22A0}"/>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21A269B5-5670-F2A6-6817-5708D522F11B}"/>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FD086083-7CA8-D341-5B25-E1DA976EBCC0}"/>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ED80400D-8B91-AA81-2696-B9F21C639EF7}"/>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94F29DE5-BB89-F809-CBC0-5BEFDD2C358F}"/>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E5EBC67F-F8A3-737B-20B7-D0DA563921B3}"/>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70ACA08A-7D3F-B9C9-2175-428448FCED68}"/>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BB4D2A9D-CC4F-0EC5-8503-45535BD0AAEA}"/>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2C8934AA-4EC7-A86C-F11E-E86B00D45E45}"/>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5CB1DEEB-2E58-D120-618C-DAD2DAA62A16}"/>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64734CA8-E698-11A6-53DA-D88106083134}"/>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CC3C764D-5844-52B8-6C86-3FBF2DD4B79F}"/>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EAAE1E05-D25D-B77E-83B6-E790F3310246}"/>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42D4E867-766B-C9BE-831D-4EA8B341A93E}"/>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85A9813E-58F2-BB9D-D867-94DC9AD9E99A}"/>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026690FC-5428-6483-C1F0-08C99D700EE6}"/>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5641E8B9-359C-29A1-4E89-FE099C193B99}"/>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FFF29F44-CFDE-0BA3-2EB0-595BF9E5D2F4}"/>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79D4F718-17E1-CE57-D878-589264BA6848}"/>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915230DF-BA6B-B484-29FD-203DC1D72E56}"/>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9684A62D-D326-1404-3E83-8802CEA9CE83}"/>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94FD24F0-A3D0-F821-747B-6E25AEDCE0F0}"/>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1556B1FF-E0A9-E8D9-796A-021BEAB7979B}"/>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56AE248A-AA5D-BC43-D50B-70A634515A68}"/>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3BC58215-255F-7EB7-6D90-237EA07EA02C}"/>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21F23FB7-D8DD-03DC-40D9-89E8D74C2D73}"/>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980B3D25-519C-901E-EA63-923369922377}"/>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A5E89FFF-20C6-B604-773E-0E815BB85E4C}"/>
              </a:ext>
            </a:extLst>
          </p:cNvPr>
          <p:cNvCxnSpPr>
            <a:cxnSpLocks/>
          </p:cNvCxnSpPr>
          <p:nvPr/>
        </p:nvCxnSpPr>
        <p:spPr>
          <a:xfrm flipV="1">
            <a:off x="4048129" y="3052408"/>
            <a:ext cx="3008705" cy="222794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902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34">
        <p159:morph option="byObject"/>
      </p:transition>
    </mc:Choice>
    <mc:Fallback xmlns="">
      <p:transition spd="slow" advTm="634">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8DD28-7374-58C1-8259-6BB9A74AFB28}"/>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53BCF99F-7A32-865E-5402-EF5EA3067A4C}"/>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C4D18C5B-F3CD-0EE5-10C4-54A4F5499E48}"/>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C0D421B3-9C92-9967-C084-A026EFD99DFB}"/>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AED91165-D392-E0A9-C135-7EE2A2C8D69A}"/>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1A149999-DA83-8510-88A9-3D0F69004CFD}"/>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AF3AA1A0-D7CD-D5B9-C81D-C31DC8AFC3A3}"/>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45589A22-C1C2-2414-FBCC-E82795925FF2}"/>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15C68B2E-FCA1-F573-04E8-E3266F718238}"/>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96605357-45AC-4DBB-D7B4-D704F8E2E7CF}"/>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C6456F17-0340-1062-85C9-1BFB6EDFCB1C}"/>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1971C2C5-CCBB-B9D6-9FDF-34B686B8985C}"/>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87E19D72-C673-9545-11B3-03129CDB6B2E}"/>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E0AC2A70-4771-2F50-BFD6-43D38A24F0FA}"/>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A3EE6A2F-307E-A349-AAD8-9E74D64CC1B7}"/>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55CB9729-27C5-4063-D3FF-48D812C40CCF}"/>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1416EF05-3ED9-87C6-E0D6-565797559829}"/>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9B38E90A-FD81-C61F-A14C-968CCB728EC6}"/>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CE7CB5A3-8114-951B-874B-5B3CA9E4E1C0}"/>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09AB07BF-557B-BB0D-9B53-F7A4695D6234}"/>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55957EE8-A59A-77A0-5B1A-E904F253005A}"/>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9CFC706E-8D31-A137-8C7D-015AF2865A8F}"/>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5B272443-5AE2-E74E-9305-ED13DE1DCEEB}"/>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F3C43A15-D134-EF08-7AC7-C8429AC6470D}"/>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053EE03F-D05F-B97F-1AB2-EC39C2B4DFFC}"/>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9201F12B-C0A7-0952-190D-26A3FD37AD50}"/>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8B37ABBA-52EC-B668-D681-2189D94712EE}"/>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C8290396-2C0F-AC0E-8122-EAD73851A6CC}"/>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5189CA86-DA87-2324-C1FA-AD088F17911D}"/>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0B482241-9E6F-9CD6-5B25-9AF4B5185938}"/>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83629299-35AE-9A33-C7D8-24625B7F0620}"/>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7F4D786C-7BA2-0DFD-5947-A9873A802B19}"/>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7C4DADAC-D0E3-EBED-AE47-034F99835E0C}"/>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6F1384B9-2D57-773D-781C-53E6FE826089}"/>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214504B3-85BD-A7D9-2E33-74C3575C3A76}"/>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97C7D4AD-73DA-24BA-A43D-49C3C2A81ADA}"/>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01844482-CE5F-CA97-589A-6BE0BD520480}"/>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21B9D18C-F2A3-7271-FCAD-14D60DF1F345}"/>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62873BE9-E023-D459-3E62-443386DFA977}"/>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6D62DE34-3D55-6D21-B3C6-D24DBDD4BCAC}"/>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5DEF51AA-2B3A-14C5-BCC0-F5B913E413DC}"/>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EB52849B-143F-3C70-AC62-C7F55F9ABF00}"/>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CF433152-7435-12A3-E56D-FA70DBFC71CC}"/>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16EDAF3C-FFF5-F506-EFCE-D21982EDAE01}"/>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4AF01CFB-14A6-C86E-0EEB-F2BE7A78AFE2}"/>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641D8CE1-317E-4E81-A598-BB4D3767E2AF}"/>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3519DC1E-650E-FB56-BAF5-D90611613497}"/>
              </a:ext>
            </a:extLst>
          </p:cNvPr>
          <p:cNvCxnSpPr>
            <a:cxnSpLocks/>
          </p:cNvCxnSpPr>
          <p:nvPr/>
        </p:nvCxnSpPr>
        <p:spPr>
          <a:xfrm flipV="1">
            <a:off x="3946712" y="3052408"/>
            <a:ext cx="3110122" cy="190028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459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Tm="317">
        <p159:morph option="byObject"/>
      </p:transition>
    </mc:Choice>
    <mc:Fallback xmlns="">
      <p:transition spd="slow" advTm="317">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35AF-1988-D28B-4A46-D0E644AD03FC}"/>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92F55181-98B0-3FE8-E371-CB5D8CBEDE34}"/>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883C545D-BC4B-46F6-31AD-98FD05B64F4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DB965AAC-F876-5CEB-062A-F1934494545D}"/>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F676C2EE-D6D5-6EA9-F5F3-3F534E5C3B02}"/>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552A42BA-C962-E694-D6A7-AFD34A122F61}"/>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BDF92420-8091-AC4F-480E-30932F645B6B}"/>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8DB9D9CD-5887-BECA-3135-EB1F940A92F7}"/>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5EF4D8B0-DA26-4FA8-85CC-011878B34A41}"/>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7DEE093C-A07B-36C8-1A46-90A577C16083}"/>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42C048C5-6F2C-B373-6E19-C229EABD2F18}"/>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72C7F231-39B7-80BD-68AD-17CA2D868EC0}"/>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4C1DD778-B75A-5533-1A0C-5C49D6B9315A}"/>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4C337CA0-C1CE-571D-0900-A87C0996E580}"/>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2AC376A8-8833-6BF6-E178-EBACB5DE513B}"/>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3562F4B8-4CB9-2249-0300-94CE97F7D949}"/>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474465A4-FEE2-29DE-86D6-F846DE1E15A2}"/>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766F4355-A557-93DD-CD38-CF6B2DA584AA}"/>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E2D67568-D784-216C-4CAA-E934D1C73DE1}"/>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EE555B78-6394-A2C5-2D49-ED5528780342}"/>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DB0BE63C-7453-8EC6-DF44-D3E9182511FE}"/>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3FCE7800-215B-C2C8-3E57-2EA71F219FDB}"/>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F6B24A67-CB61-561E-4A68-56917859AE62}"/>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B6B7315B-2C97-C79E-77CF-C79A414B1188}"/>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E538B86C-658B-EB21-DC80-31F64FEC47CC}"/>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F0B585AA-2364-BAD0-010C-3EE705890D7E}"/>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B27BA1A5-4F6B-7A76-87EA-050C00B7D329}"/>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7C5A40E7-B257-2B46-CD5B-001DC3741C6D}"/>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6957575E-980B-1CA2-E6BD-6AFBD5EDEA35}"/>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DADD2281-2695-AF5C-CFDA-2161AA4BA8FC}"/>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45FE6BBC-811B-1027-9CBC-5D20F075AB6E}"/>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71592287-1AAC-050C-9B3B-6751B9CB9B8D}"/>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7B937089-4565-7023-5B67-AF718BC48C5C}"/>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E11CE707-AA54-3CD5-C9E6-34F4BE503F89}"/>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AB652E8A-DCE5-C37D-8140-F128C99F472F}"/>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2BC04CFA-E660-44DE-D649-A131C9873869}"/>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20D7D911-FFB4-6877-B876-1DE4C1032E74}"/>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CC2F3CEE-6F1B-ED6F-F409-E4DF569C237D}"/>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BF1ACA32-D1DC-DD85-0C12-B6B0C4897DE1}"/>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C96668F8-BB0F-67C4-B668-9F4B5FBBFC97}"/>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027E50AE-BB54-67D0-FC32-A0AA2C2393D8}"/>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BF6A86F5-59F6-1DAC-56F8-D82162CAFEA4}"/>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E8259578-5EEF-0CF3-4D58-2AE6B7C53D68}"/>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14CE66FE-D30A-6E58-D0E2-6EA7E169E34D}"/>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D4D63800-CE91-758B-0520-BBDA832B8FAE}"/>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7D86B801-4FDD-2C9D-F886-52B80CA7BA5A}"/>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FE8D04DD-1AE6-D068-B3EE-1A5D645EC3B6}"/>
              </a:ext>
            </a:extLst>
          </p:cNvPr>
          <p:cNvCxnSpPr>
            <a:cxnSpLocks/>
          </p:cNvCxnSpPr>
          <p:nvPr/>
        </p:nvCxnSpPr>
        <p:spPr>
          <a:xfrm flipV="1">
            <a:off x="3946712" y="3881303"/>
            <a:ext cx="3597088" cy="107139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3298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Tm="585">
        <p159:morph option="byObject"/>
      </p:transition>
    </mc:Choice>
    <mc:Fallback xmlns="">
      <p:transition spd="slow" advTm="585">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4FCDE-7FA8-E6E5-5D1B-50D7AC1D7F1F}"/>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88A1ED74-83BA-AEFB-D527-94052BDBB7A5}"/>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1B9AD8B0-A459-19C1-FB62-3F7F1900864C}"/>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2BFB2191-5FE2-AC3F-4361-06B17F1DAEC3}"/>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D899C831-DED2-C6A8-D60C-2F6A1C8BB119}"/>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CBC54EA6-6D40-6797-7015-3A89D1AEF5C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B4CCED2E-F49E-6E1A-4572-41FA85A28502}"/>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171954A9-194C-9736-18D9-7CB1BB242EFD}"/>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C0AA4DA3-BF80-286F-4CC7-601E79A1D9AD}"/>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C1B8BF21-CFD5-BFE7-4E72-8F4C1C850DCA}"/>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C781C0DD-BC7F-E8B1-FFDC-BA264468E9F3}"/>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2EA51334-0E3A-B5EF-2901-1063BE1A8C8E}"/>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5F8904C1-B4A6-7904-9E62-D29CEE188023}"/>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8CF206B1-31D9-ACA3-CFCB-7D0853333C80}"/>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23C017C1-8320-4D7B-6106-6F7E68B65318}"/>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C60E27D9-B9D3-5FBD-6F44-B71746DD1129}"/>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A9F1B479-25D7-7D6F-2927-22CACA5D0370}"/>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5C7D3D21-C52A-651B-03A6-1AE3206B7879}"/>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91FFFADA-9CC3-9847-1A83-B4A7A8948885}"/>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ECFA9FDE-3203-866D-91F7-9AF34759B4A2}"/>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4CCEC8F9-7BD2-B078-7D28-3FE82ECE4C45}"/>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D08CE83A-6631-408A-D17C-023DB3FED624}"/>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C0CB3565-E0C0-ACA1-1E9E-67CE102DE7D5}"/>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49E1CAE6-B972-7AAF-32FC-1B3DE0140AEE}"/>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21DF3696-B634-11FF-6BD7-8283B3963E03}"/>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CC4CE081-746E-A46E-9F88-ED83E313BEAB}"/>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864E7B1E-001B-A299-F99D-DF648ADF141F}"/>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6A3347F6-4619-F3EE-F7E6-C902A5DAA467}"/>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2648DD1A-AB20-B7F5-D82F-ACC81D5664C4}"/>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F4F1F778-9D5E-1DD5-7049-6B4F727B1868}"/>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C23E3073-C0A0-60CC-F278-301A187B3CAF}"/>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04018610-560F-6D96-5D01-57DE73628C48}"/>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B34C5F94-5D75-DFA1-0AF5-0654212DE2F1}"/>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744DD0AD-99AC-A094-7A0A-7DF5A1CD8AA5}"/>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7E5D576E-C8A6-7413-5EE5-80DDADE44B9A}"/>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6A83863D-7AA4-6B4C-A975-935C2614D26F}"/>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E31806EC-BBCA-62F2-468C-2326A3130186}"/>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BABA226D-75B1-507D-2542-0C0B221AFD29}"/>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E2FC62AD-CEB7-E89E-0113-B01F3023D73A}"/>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5619A2A9-371D-24D2-3AF1-589DD879C03B}"/>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4224C213-6DD8-3557-93AB-77B4C62A892F}"/>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F58BF9BD-A6C4-BD67-85F8-7CEE6E901C11}"/>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289FB0CF-B73F-D09D-7981-29E4DF7882DD}"/>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DCD5F290-52C5-2CAF-8CF4-997C90A9BE12}"/>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6A52ADDE-2E6A-E4EC-1EDB-1073235D5E47}"/>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FE87D23D-4E26-2CD7-B924-2BC3CA9DAFAD}"/>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25F31F84-6328-3D05-61DC-0F0398BF6644}"/>
              </a:ext>
            </a:extLst>
          </p:cNvPr>
          <p:cNvCxnSpPr>
            <a:cxnSpLocks/>
          </p:cNvCxnSpPr>
          <p:nvPr/>
        </p:nvCxnSpPr>
        <p:spPr>
          <a:xfrm flipV="1">
            <a:off x="3946712" y="2693540"/>
            <a:ext cx="2149288" cy="225915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1997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Tm="334">
        <p159:morph option="byObject"/>
      </p:transition>
    </mc:Choice>
    <mc:Fallback xmlns="">
      <p:transition spd="slow" advTm="334">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BF2B-52E4-4535-AC56-EE7CDA5A4113}"/>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806C3C54-D575-F74D-13F8-BFCE2B8A73FF}"/>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5159EDE1-D2EE-8014-5FD8-1A728D95B8B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FCA4D50F-E58A-F211-DCDA-B88906E9DD9F}"/>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073AF287-56E2-478B-A4FD-8D07C5182536}"/>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512F0033-CE04-F067-61FC-71482588ED43}"/>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8F6D7A0F-FF53-27D4-7D09-BE7F1C1D632D}"/>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A5D81B23-9374-FBB0-0F39-0E41BBD9F4D4}"/>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5FCFC10A-A99E-AA0F-1419-E9B370F3790B}"/>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14EC3037-F507-5698-6730-7F446A12E001}"/>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306A61A1-4390-01AE-61D1-64FBB880B65C}"/>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49D844F7-C92F-6188-924D-63A88AEB2A27}"/>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80491C6D-112F-8100-81C2-D8D614D3214F}"/>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50554520-7955-4BFE-2D9F-1680CD74BC38}"/>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AA2764A4-8C5D-5616-6FC1-513939950591}"/>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C1166176-61BC-CDB1-E39B-EB68E7594C78}"/>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B4C16AED-9E3B-DC9D-41B3-354A18CA245B}"/>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25894669-FA0E-8D0C-5989-7FDDA37987AE}"/>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E27DD684-30A6-CCAB-58B1-691837E76AB8}"/>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4519A43E-E056-B86C-41AD-E91EAAB79873}"/>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677D5DDE-4992-E641-C37E-A8043CCB9729}"/>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99791D20-69DC-D1DD-2DBD-72712BD10341}"/>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287AB1DA-8345-380B-5D0E-B890D4297CA1}"/>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536A8514-3025-4F93-53E1-AC1A3F2216E9}"/>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427C057F-FC06-6866-D4EE-7598E156CED2}"/>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BBEDBBD8-6F00-195E-7A5F-6EEA1299F554}"/>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8E4678B3-3FD2-19D4-9F6C-81A8C88637D2}"/>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30F3732F-20E8-A91D-11C9-0022E093679C}"/>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BB17F040-8509-318E-07A5-4B5E9B629483}"/>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51B72F41-0FC1-47CF-64EF-BD9F2274571D}"/>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2DB79B4C-72E4-944A-A7E6-E92AA1791078}"/>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3F41153E-F70B-4260-C0E8-55862D89D0D0}"/>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9FED2405-B8B1-A587-2C1B-3C8D8C78890C}"/>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A43694ED-ED0C-D0CB-9F31-17456DA6901C}"/>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359AAD16-2F90-99F6-BE23-E0F38D8774DE}"/>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66F3ECC1-2081-50B4-CCA6-F657B367D07B}"/>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1BCC6319-7C4B-7AB1-4807-96F45AC8D7F8}"/>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7E08C61F-4B08-494B-1E0F-5B5B2B5B7E0F}"/>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B6928FDE-628A-8575-BFC5-EFC7EA8F44A4}"/>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C57EDA42-8EC0-9376-3E4E-092987E98166}"/>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A910293F-A0E8-1ABC-8ECF-35B333211369}"/>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0C66A357-EEE8-B63B-D86A-9E1B00AD9C7D}"/>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C37C3382-9EEB-FCA2-1483-6988865934BE}"/>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1E2ED861-B263-97C8-3AE9-322D8A54E0CA}"/>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9E7C7334-DF7D-6A83-4888-70E598E1C0B7}"/>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B67DDC39-7FDB-DAD7-C30C-9F76EEC99299}"/>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DE8E9423-202B-7A37-E166-47157D0B210F}"/>
              </a:ext>
            </a:extLst>
          </p:cNvPr>
          <p:cNvCxnSpPr>
            <a:cxnSpLocks/>
          </p:cNvCxnSpPr>
          <p:nvPr/>
        </p:nvCxnSpPr>
        <p:spPr>
          <a:xfrm flipV="1">
            <a:off x="4000500" y="3429000"/>
            <a:ext cx="3084168" cy="147797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6294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Tm="499">
        <p159:morph option="byObject"/>
      </p:transition>
    </mc:Choice>
    <mc:Fallback xmlns="">
      <p:transition spd="slow" advTm="499">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EBB8-B819-A251-489D-F8D2D7AFEE8C}"/>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EC90C1E6-606E-713E-464D-37A8F846E5A3}"/>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E878B27D-E102-7411-5FCD-030636997339}"/>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E9ED52A4-F582-AB2F-4180-043DDB2FD5F2}"/>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ACA9862B-E919-6354-ED62-ACE6789394FD}"/>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F2C9E693-E9A1-0171-3536-FE4F357977C1}"/>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E5FA6D7D-25F6-8E67-EE92-28A7ED5C22DF}"/>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62256388-FF9B-ABA3-7022-8513E1DB0EA9}"/>
              </a:ext>
            </a:extLst>
          </p:cNvPr>
          <p:cNvSpPr/>
          <p:nvPr/>
        </p:nvSpPr>
        <p:spPr>
          <a:xfrm>
            <a:off x="4101708" y="49069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33D6865F-C071-5FEF-6FDC-4D37EA8C6727}"/>
              </a:ext>
            </a:extLst>
          </p:cNvPr>
          <p:cNvSpPr/>
          <p:nvPr/>
        </p:nvSpPr>
        <p:spPr>
          <a:xfrm>
            <a:off x="4209658" y="526746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2C78BBFB-4024-1104-B6B3-1954B0A935C4}"/>
              </a:ext>
            </a:extLst>
          </p:cNvPr>
          <p:cNvSpPr/>
          <p:nvPr/>
        </p:nvSpPr>
        <p:spPr>
          <a:xfrm>
            <a:off x="4423970" y="492983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D11A4EB0-EA2E-D359-1D64-B4701CF80B61}"/>
              </a:ext>
            </a:extLst>
          </p:cNvPr>
          <p:cNvSpPr/>
          <p:nvPr/>
        </p:nvSpPr>
        <p:spPr>
          <a:xfrm>
            <a:off x="4469689" y="481723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E6E6CDFA-0A82-D706-55D5-2DFF14FC2E9F}"/>
              </a:ext>
            </a:extLst>
          </p:cNvPr>
          <p:cNvSpPr/>
          <p:nvPr/>
        </p:nvSpPr>
        <p:spPr>
          <a:xfrm>
            <a:off x="4381108" y="449543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3B780F74-31EC-D75B-CB38-132363E61EC4}"/>
              </a:ext>
            </a:extLst>
          </p:cNvPr>
          <p:cNvSpPr/>
          <p:nvPr/>
        </p:nvSpPr>
        <p:spPr>
          <a:xfrm>
            <a:off x="4515408" y="45293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8D66F5E0-F800-4B68-0C93-471E55116A81}"/>
              </a:ext>
            </a:extLst>
          </p:cNvPr>
          <p:cNvSpPr/>
          <p:nvPr/>
        </p:nvSpPr>
        <p:spPr>
          <a:xfrm>
            <a:off x="4469689" y="436927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7ABD6A55-C1D3-50FB-DDB3-75C95029B5F3}"/>
              </a:ext>
            </a:extLst>
          </p:cNvPr>
          <p:cNvSpPr/>
          <p:nvPr/>
        </p:nvSpPr>
        <p:spPr>
          <a:xfrm>
            <a:off x="4927208" y="473931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8DBD0721-E690-14E2-88F1-367808FAA0ED}"/>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EAE7C08E-B261-C10B-7FB3-D4CEB3E80CAC}"/>
              </a:ext>
            </a:extLst>
          </p:cNvPr>
          <p:cNvSpPr/>
          <p:nvPr/>
        </p:nvSpPr>
        <p:spPr>
          <a:xfrm>
            <a:off x="5123736" y="421073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469A9310-F5AF-C462-02A4-885AD5715B33}"/>
              </a:ext>
            </a:extLst>
          </p:cNvPr>
          <p:cNvSpPr/>
          <p:nvPr/>
        </p:nvSpPr>
        <p:spPr>
          <a:xfrm>
            <a:off x="5326990" y="401162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BA590604-A3C5-98CE-2E76-6F9557E3836B}"/>
              </a:ext>
            </a:extLst>
          </p:cNvPr>
          <p:cNvSpPr/>
          <p:nvPr/>
        </p:nvSpPr>
        <p:spPr>
          <a:xfrm>
            <a:off x="4255377" y="501788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9CFE1279-049C-624B-9AB8-4149C157022E}"/>
              </a:ext>
            </a:extLst>
          </p:cNvPr>
          <p:cNvSpPr/>
          <p:nvPr/>
        </p:nvSpPr>
        <p:spPr>
          <a:xfrm>
            <a:off x="5372709" y="42335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11AA57AA-EEB0-CFAD-FACF-42FFA0E132F0}"/>
              </a:ext>
            </a:extLst>
          </p:cNvPr>
          <p:cNvSpPr/>
          <p:nvPr/>
        </p:nvSpPr>
        <p:spPr>
          <a:xfrm>
            <a:off x="5418428" y="382142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058F2487-C374-1BC3-218D-1D14AE1B7CB9}"/>
              </a:ext>
            </a:extLst>
          </p:cNvPr>
          <p:cNvSpPr/>
          <p:nvPr/>
        </p:nvSpPr>
        <p:spPr>
          <a:xfrm>
            <a:off x="5349849" y="371019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253799A1-39A5-AD07-CB1C-B60CCF57F05B}"/>
              </a:ext>
            </a:extLst>
          </p:cNvPr>
          <p:cNvSpPr/>
          <p:nvPr/>
        </p:nvSpPr>
        <p:spPr>
          <a:xfrm>
            <a:off x="561380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3D8B4D8A-1338-04C6-5EFD-D0A33C7E94DA}"/>
              </a:ext>
            </a:extLst>
          </p:cNvPr>
          <p:cNvSpPr/>
          <p:nvPr/>
        </p:nvSpPr>
        <p:spPr>
          <a:xfrm>
            <a:off x="4819258" y="441530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E54CD204-7F61-AA12-86AF-8F2773543CC6}"/>
              </a:ext>
            </a:extLst>
          </p:cNvPr>
          <p:cNvSpPr/>
          <p:nvPr/>
        </p:nvSpPr>
        <p:spPr>
          <a:xfrm>
            <a:off x="5733658" y="408338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16936362-A1CF-C1AF-CCAB-E95ECC69019A}"/>
              </a:ext>
            </a:extLst>
          </p:cNvPr>
          <p:cNvSpPr/>
          <p:nvPr/>
        </p:nvSpPr>
        <p:spPr>
          <a:xfrm>
            <a:off x="5561733" y="3664477"/>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9F70AAB6-AF33-CCFA-7BC9-C861764D03EB}"/>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EBA80883-6A6F-57D3-3F04-64EC17687464}"/>
              </a:ext>
            </a:extLst>
          </p:cNvPr>
          <p:cNvSpPr/>
          <p:nvPr/>
        </p:nvSpPr>
        <p:spPr>
          <a:xfrm>
            <a:off x="4469689" y="3750851"/>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120FA352-5A08-7C31-A5D4-3EFB0F077571}"/>
              </a:ext>
            </a:extLst>
          </p:cNvPr>
          <p:cNvSpPr/>
          <p:nvPr/>
        </p:nvSpPr>
        <p:spPr>
          <a:xfrm>
            <a:off x="5781236" y="3705132"/>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14E12697-252F-BA5A-2586-0F284B7ECB01}"/>
              </a:ext>
            </a:extLst>
          </p:cNvPr>
          <p:cNvSpPr/>
          <p:nvPr/>
        </p:nvSpPr>
        <p:spPr>
          <a:xfrm>
            <a:off x="4406508" y="5211774"/>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F5965045-8005-FF7D-FA16-04625B1DCB27}"/>
              </a:ext>
            </a:extLst>
          </p:cNvPr>
          <p:cNvSpPr/>
          <p:nvPr/>
        </p:nvSpPr>
        <p:spPr>
          <a:xfrm>
            <a:off x="5944501" y="412910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438CC757-DE13-CC28-F403-6A1946D07829}"/>
              </a:ext>
            </a:extLst>
          </p:cNvPr>
          <p:cNvSpPr/>
          <p:nvPr/>
        </p:nvSpPr>
        <p:spPr>
          <a:xfrm>
            <a:off x="5928942" y="388130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2D4225B2-D666-D13A-D6BB-33826A12A2E6}"/>
              </a:ext>
            </a:extLst>
          </p:cNvPr>
          <p:cNvSpPr/>
          <p:nvPr/>
        </p:nvSpPr>
        <p:spPr>
          <a:xfrm>
            <a:off x="6879912" y="302954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BF72E280-FA4B-80ED-9E2F-61F7844A26FD}"/>
              </a:ext>
            </a:extLst>
          </p:cNvPr>
          <p:cNvSpPr/>
          <p:nvPr/>
        </p:nvSpPr>
        <p:spPr>
          <a:xfrm>
            <a:off x="6121405" y="3570110"/>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A2286769-9A04-553F-A31F-C4C9D243F131}"/>
              </a:ext>
            </a:extLst>
          </p:cNvPr>
          <p:cNvSpPr/>
          <p:nvPr/>
        </p:nvSpPr>
        <p:spPr>
          <a:xfrm>
            <a:off x="6162996" y="336451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C355CF6C-37C5-A1B5-2ADA-DB0E869FC4D3}"/>
              </a:ext>
            </a:extLst>
          </p:cNvPr>
          <p:cNvSpPr/>
          <p:nvPr/>
        </p:nvSpPr>
        <p:spPr>
          <a:xfrm>
            <a:off x="6406758" y="345794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AE25E852-9ACF-045C-08AC-49418C71B8F0}"/>
              </a:ext>
            </a:extLst>
          </p:cNvPr>
          <p:cNvSpPr/>
          <p:nvPr/>
        </p:nvSpPr>
        <p:spPr>
          <a:xfrm>
            <a:off x="6578208" y="3257236"/>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F3A7C15D-6307-1B4C-56B7-A23CB7862457}"/>
              </a:ext>
            </a:extLst>
          </p:cNvPr>
          <p:cNvSpPr/>
          <p:nvPr/>
        </p:nvSpPr>
        <p:spPr>
          <a:xfrm>
            <a:off x="6691793" y="3102553"/>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AB573B00-2970-12E9-D900-020B40F6D2E8}"/>
              </a:ext>
            </a:extLst>
          </p:cNvPr>
          <p:cNvSpPr/>
          <p:nvPr/>
        </p:nvSpPr>
        <p:spPr>
          <a:xfrm>
            <a:off x="6879912" y="3212458"/>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406E150A-BAFC-BC4F-E10E-DEE45B2578F2}"/>
              </a:ext>
            </a:extLst>
          </p:cNvPr>
          <p:cNvSpPr/>
          <p:nvPr/>
        </p:nvSpPr>
        <p:spPr>
          <a:xfrm>
            <a:off x="4720992" y="5313185"/>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8DC28932-C45C-9D7D-714C-4B67B86F138D}"/>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88064936-CB6A-85B1-FB9B-F88D13EF6FEB}"/>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797F01DF-1274-24DD-FBBD-1E52CF1F8C37}"/>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435809FB-99A0-B674-F776-297468B7C0D2}"/>
              </a:ext>
            </a:extLst>
          </p:cNvPr>
          <p:cNvGrpSpPr/>
          <p:nvPr/>
        </p:nvGrpSpPr>
        <p:grpSpPr>
          <a:xfrm>
            <a:off x="3779445" y="5052944"/>
            <a:ext cx="4030977" cy="313948"/>
            <a:chOff x="1310565" y="5139950"/>
            <a:chExt cx="4030977" cy="313948"/>
          </a:xfrm>
        </p:grpSpPr>
        <p:cxnSp>
          <p:nvCxnSpPr>
            <p:cNvPr id="214" name="Straight Connector 213">
              <a:extLst>
                <a:ext uri="{FF2B5EF4-FFF2-40B4-BE49-F238E27FC236}">
                  <a16:creationId xmlns:a16="http://schemas.microsoft.com/office/drawing/2014/main" id="{2BB61411-CA60-3CD4-F3A5-37DA7252EB69}"/>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1F56CFBD-11AD-2476-D970-9619CA6C8D37}"/>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1EFCDF49-0075-6B33-252E-3DF4AB2A76CA}"/>
              </a:ext>
            </a:extLst>
          </p:cNvPr>
          <p:cNvCxnSpPr>
            <a:cxnSpLocks/>
          </p:cNvCxnSpPr>
          <p:nvPr/>
        </p:nvCxnSpPr>
        <p:spPr>
          <a:xfrm flipV="1">
            <a:off x="4301096" y="2931459"/>
            <a:ext cx="2105662" cy="248770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2FCE976F-13F9-3F6B-F920-4B5702241CD0}"/>
              </a:ext>
            </a:extLst>
          </p:cNvPr>
          <p:cNvCxnSpPr>
            <a:cxnSpLocks/>
          </p:cNvCxnSpPr>
          <p:nvPr/>
        </p:nvCxnSpPr>
        <p:spPr>
          <a:xfrm flipV="1">
            <a:off x="4101708" y="3029549"/>
            <a:ext cx="2982960" cy="2133420"/>
          </a:xfrm>
          <a:prstGeom prst="line">
            <a:avLst/>
          </a:prstGeom>
          <a:ln>
            <a:solidFill>
              <a:srgbClr val="FF0000">
                <a:alpha val="40000"/>
              </a:srgbClr>
            </a:solidFill>
            <a:prstDash val="lg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2CA492D-B5CA-5C6C-B6C3-E79F552670D6}"/>
              </a:ext>
            </a:extLst>
          </p:cNvPr>
          <p:cNvCxnSpPr>
            <a:cxnSpLocks/>
          </p:cNvCxnSpPr>
          <p:nvPr/>
        </p:nvCxnSpPr>
        <p:spPr>
          <a:xfrm flipV="1">
            <a:off x="4147427" y="3821422"/>
            <a:ext cx="3201391" cy="593572"/>
          </a:xfrm>
          <a:prstGeom prst="line">
            <a:avLst/>
          </a:prstGeom>
          <a:ln>
            <a:solidFill>
              <a:srgbClr val="FF0000">
                <a:alpha val="40000"/>
              </a:srgbClr>
            </a:solidFill>
            <a:prstDash val="lg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39B730A-C8EA-4211-D0D4-4887CEF96B2A}"/>
              </a:ext>
            </a:extLst>
          </p:cNvPr>
          <p:cNvCxnSpPr>
            <a:cxnSpLocks/>
            <a:stCxn id="218" idx="1"/>
          </p:cNvCxnSpPr>
          <p:nvPr/>
        </p:nvCxnSpPr>
        <p:spPr>
          <a:xfrm flipV="1">
            <a:off x="4216353" y="3029549"/>
            <a:ext cx="1773867" cy="2244612"/>
          </a:xfrm>
          <a:prstGeom prst="line">
            <a:avLst/>
          </a:prstGeom>
          <a:ln>
            <a:solidFill>
              <a:srgbClr val="FF0000">
                <a:alpha val="40000"/>
              </a:srgbClr>
            </a:solidFill>
            <a:prstDash val="lgDash"/>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876759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advTm="2023">
        <p159:morph option="byObject"/>
      </p:transition>
    </mc:Choice>
    <mc:Fallback xmlns="">
      <p:transition spd="slow" advTm="202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5A78-8D82-8FD9-5E40-D0CB13AEE447}"/>
            </a:ext>
          </a:extLst>
        </p:cNvPr>
        <p:cNvGrpSpPr/>
        <p:nvPr/>
      </p:nvGrpSpPr>
      <p:grpSpPr>
        <a:xfrm>
          <a:off x="0" y="0"/>
          <a:ext cx="0" cy="0"/>
          <a:chOff x="0" y="0"/>
          <a:chExt cx="0" cy="0"/>
        </a:xfrm>
      </p:grpSpPr>
      <p:sp>
        <p:nvSpPr>
          <p:cNvPr id="2" name="Date Placeholder 3 1">
            <a:extLst>
              <a:ext uri="{FF2B5EF4-FFF2-40B4-BE49-F238E27FC236}">
                <a16:creationId xmlns:a16="http://schemas.microsoft.com/office/drawing/2014/main" id="{42BCB5C1-84D0-A686-8405-CCDEA7A7085A}"/>
              </a:ext>
            </a:extLst>
          </p:cNvPr>
          <p:cNvSpPr>
            <a:spLocks noGrp="1"/>
          </p:cNvSpPr>
          <p:nvPr>
            <p:ph type="dt" sz="half" idx="10"/>
          </p:nvPr>
        </p:nvSpPr>
        <p:spPr>
          <a:xfrm>
            <a:off x="11003616" y="136525"/>
            <a:ext cx="11175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Slide Number Placeholder 2">
            <a:extLst>
              <a:ext uri="{FF2B5EF4-FFF2-40B4-BE49-F238E27FC236}">
                <a16:creationId xmlns:a16="http://schemas.microsoft.com/office/drawing/2014/main" id="{40D3621F-AD31-AA27-878D-EE5493E82D5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8" name="Date Placeholder 3 2">
            <a:extLst>
              <a:ext uri="{FF2B5EF4-FFF2-40B4-BE49-F238E27FC236}">
                <a16:creationId xmlns:a16="http://schemas.microsoft.com/office/drawing/2014/main" id="{4D2C5F0D-789D-6C72-3C59-AFCF83C911A7}"/>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1" name="Título 1">
            <a:extLst>
              <a:ext uri="{FF2B5EF4-FFF2-40B4-BE49-F238E27FC236}">
                <a16:creationId xmlns:a16="http://schemas.microsoft.com/office/drawing/2014/main" id="{D562BE8B-0293-EE29-1261-A5B1B10A26FF}"/>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34" name="Footer Placeholder 4">
            <a:extLst>
              <a:ext uri="{FF2B5EF4-FFF2-40B4-BE49-F238E27FC236}">
                <a16:creationId xmlns:a16="http://schemas.microsoft.com/office/drawing/2014/main" id="{B9F2C595-BCD9-3AD7-227B-2FB74830E1C9}"/>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5" name="TextBox 24">
            <a:extLst>
              <a:ext uri="{FF2B5EF4-FFF2-40B4-BE49-F238E27FC236}">
                <a16:creationId xmlns:a16="http://schemas.microsoft.com/office/drawing/2014/main" id="{03CCDEE0-95DF-2AEA-DC7A-2BF062DB7DF7}"/>
              </a:ext>
            </a:extLst>
          </p:cNvPr>
          <p:cNvSpPr txBox="1"/>
          <p:nvPr/>
        </p:nvSpPr>
        <p:spPr>
          <a:xfrm>
            <a:off x="891589" y="1695031"/>
            <a:ext cx="4775785" cy="584775"/>
          </a:xfrm>
          <a:prstGeom prst="rect">
            <a:avLst/>
          </a:prstGeom>
          <a:noFill/>
        </p:spPr>
        <p:txBody>
          <a:bodyPr wrap="square">
            <a:spAutoFit/>
          </a:bodyPr>
          <a:lstStyle/>
          <a:p>
            <a:r>
              <a:rPr lang="en-US" sz="1600" b="1">
                <a:solidFill>
                  <a:srgbClr val="FF0000"/>
                </a:solidFill>
              </a:rPr>
              <a:t>Adjusted Values and Residuals: Ordinary Least Squares (OLS) Estimator</a:t>
            </a:r>
            <a:endParaRPr lang="es-ES" sz="1600" b="1">
              <a:solidFill>
                <a:srgbClr val="FF0000"/>
              </a:solidFill>
            </a:endParaRPr>
          </a:p>
        </p:txBody>
      </p:sp>
      <p:sp>
        <p:nvSpPr>
          <p:cNvPr id="217" name="Oval 216">
            <a:extLst>
              <a:ext uri="{FF2B5EF4-FFF2-40B4-BE49-F238E27FC236}">
                <a16:creationId xmlns:a16="http://schemas.microsoft.com/office/drawing/2014/main" id="{F3345C8C-5DE5-894E-ACF7-43FAAEA0DCC9}"/>
              </a:ext>
            </a:extLst>
          </p:cNvPr>
          <p:cNvSpPr/>
          <p:nvPr/>
        </p:nvSpPr>
        <p:spPr>
          <a:xfrm>
            <a:off x="4101708" y="490697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E417EB9A-7164-655B-F6A6-A22EF7CEDBBE}"/>
              </a:ext>
            </a:extLst>
          </p:cNvPr>
          <p:cNvSpPr/>
          <p:nvPr/>
        </p:nvSpPr>
        <p:spPr>
          <a:xfrm>
            <a:off x="4209658" y="5267466"/>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87E0092F-CB1B-CA12-6415-AE3BB9DD2710}"/>
              </a:ext>
            </a:extLst>
          </p:cNvPr>
          <p:cNvSpPr/>
          <p:nvPr/>
        </p:nvSpPr>
        <p:spPr>
          <a:xfrm>
            <a:off x="4423970" y="4929833"/>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7333DA67-1446-701F-CA7E-674B81DB4A67}"/>
              </a:ext>
            </a:extLst>
          </p:cNvPr>
          <p:cNvSpPr/>
          <p:nvPr/>
        </p:nvSpPr>
        <p:spPr>
          <a:xfrm>
            <a:off x="4469689" y="4817230"/>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36DAE67B-1107-3CAA-173B-98303DB2FE71}"/>
              </a:ext>
            </a:extLst>
          </p:cNvPr>
          <p:cNvSpPr/>
          <p:nvPr/>
        </p:nvSpPr>
        <p:spPr>
          <a:xfrm>
            <a:off x="4381108" y="4495435"/>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5EC05189-8891-6657-7884-5D7D58B5D76E}"/>
              </a:ext>
            </a:extLst>
          </p:cNvPr>
          <p:cNvSpPr/>
          <p:nvPr/>
        </p:nvSpPr>
        <p:spPr>
          <a:xfrm>
            <a:off x="4515408" y="452932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47E477C5-6366-5789-5150-059327A79C9F}"/>
              </a:ext>
            </a:extLst>
          </p:cNvPr>
          <p:cNvSpPr/>
          <p:nvPr/>
        </p:nvSpPr>
        <p:spPr>
          <a:xfrm>
            <a:off x="4469689" y="4369275"/>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054EEB49-35C5-7A05-12CB-D86CD60D97E6}"/>
              </a:ext>
            </a:extLst>
          </p:cNvPr>
          <p:cNvSpPr/>
          <p:nvPr/>
        </p:nvSpPr>
        <p:spPr>
          <a:xfrm>
            <a:off x="4927208" y="473931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C5BF1B98-5EAE-AE71-E204-946E9A3A248E}"/>
              </a:ext>
            </a:extLst>
          </p:cNvPr>
          <p:cNvSpPr/>
          <p:nvPr/>
        </p:nvSpPr>
        <p:spPr>
          <a:xfrm>
            <a:off x="5022458" y="481722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420F14F2-5DB3-94B4-BE4A-C30C28237690}"/>
              </a:ext>
            </a:extLst>
          </p:cNvPr>
          <p:cNvSpPr/>
          <p:nvPr/>
        </p:nvSpPr>
        <p:spPr>
          <a:xfrm>
            <a:off x="5123736" y="4210737"/>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7434D331-4D1C-7226-DF0D-1588F0D19615}"/>
              </a:ext>
            </a:extLst>
          </p:cNvPr>
          <p:cNvSpPr/>
          <p:nvPr/>
        </p:nvSpPr>
        <p:spPr>
          <a:xfrm>
            <a:off x="5326990" y="401162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4E6A1EAA-7712-4388-1F1A-E7541EEAC7E7}"/>
              </a:ext>
            </a:extLst>
          </p:cNvPr>
          <p:cNvSpPr/>
          <p:nvPr/>
        </p:nvSpPr>
        <p:spPr>
          <a:xfrm>
            <a:off x="4255377" y="5017882"/>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CC4A2D70-9401-3704-AD31-3CFDE3D7DBE7}"/>
              </a:ext>
            </a:extLst>
          </p:cNvPr>
          <p:cNvSpPr/>
          <p:nvPr/>
        </p:nvSpPr>
        <p:spPr>
          <a:xfrm>
            <a:off x="5372709" y="4233596"/>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9ED7D526-B8B3-F2CD-83B2-B0D65316BFCC}"/>
              </a:ext>
            </a:extLst>
          </p:cNvPr>
          <p:cNvSpPr/>
          <p:nvPr/>
        </p:nvSpPr>
        <p:spPr>
          <a:xfrm>
            <a:off x="5418428" y="3821422"/>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47F1FABB-8221-4B05-B4C5-E7F5EB3F6B46}"/>
              </a:ext>
            </a:extLst>
          </p:cNvPr>
          <p:cNvSpPr/>
          <p:nvPr/>
        </p:nvSpPr>
        <p:spPr>
          <a:xfrm>
            <a:off x="5349849" y="3710196"/>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00CB298C-FB0C-8B88-1EF0-6D5AD24CB2A6}"/>
              </a:ext>
            </a:extLst>
          </p:cNvPr>
          <p:cNvSpPr/>
          <p:nvPr/>
        </p:nvSpPr>
        <p:spPr>
          <a:xfrm>
            <a:off x="5613802" y="3881303"/>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A0EB77B5-B3AF-01D3-2005-F855A8C4A1D0}"/>
              </a:ext>
            </a:extLst>
          </p:cNvPr>
          <p:cNvSpPr/>
          <p:nvPr/>
        </p:nvSpPr>
        <p:spPr>
          <a:xfrm>
            <a:off x="4819258" y="441530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131A1396-10BF-AFCB-00C3-7F031EB3DADD}"/>
              </a:ext>
            </a:extLst>
          </p:cNvPr>
          <p:cNvSpPr/>
          <p:nvPr/>
        </p:nvSpPr>
        <p:spPr>
          <a:xfrm>
            <a:off x="5733658" y="4083387"/>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B8CB8398-A6D4-7ADC-773B-295BAFEC2059}"/>
              </a:ext>
            </a:extLst>
          </p:cNvPr>
          <p:cNvSpPr/>
          <p:nvPr/>
        </p:nvSpPr>
        <p:spPr>
          <a:xfrm>
            <a:off x="5561733" y="3664477"/>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260C3DB0-FAC6-CEAF-AFF0-4E486DCA3217}"/>
              </a:ext>
            </a:extLst>
          </p:cNvPr>
          <p:cNvSpPr/>
          <p:nvPr/>
        </p:nvSpPr>
        <p:spPr>
          <a:xfrm>
            <a:off x="5687939" y="3435089"/>
            <a:ext cx="45719" cy="45719"/>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FBC3490A-96A4-9844-149F-ACFD1FCEF3DB}"/>
              </a:ext>
            </a:extLst>
          </p:cNvPr>
          <p:cNvSpPr/>
          <p:nvPr/>
        </p:nvSpPr>
        <p:spPr>
          <a:xfrm>
            <a:off x="4469689" y="3750851"/>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809370A5-EB30-7CC2-BE9D-E619E8533C96}"/>
              </a:ext>
            </a:extLst>
          </p:cNvPr>
          <p:cNvSpPr/>
          <p:nvPr/>
        </p:nvSpPr>
        <p:spPr>
          <a:xfrm>
            <a:off x="5781236" y="3705132"/>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56FB9201-DD07-4DE3-F434-09D942EF74E8}"/>
              </a:ext>
            </a:extLst>
          </p:cNvPr>
          <p:cNvSpPr/>
          <p:nvPr/>
        </p:nvSpPr>
        <p:spPr>
          <a:xfrm>
            <a:off x="4406508" y="5211774"/>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E8233F5D-71A8-4CC2-2C35-4EB6ECF837FC}"/>
              </a:ext>
            </a:extLst>
          </p:cNvPr>
          <p:cNvSpPr/>
          <p:nvPr/>
        </p:nvSpPr>
        <p:spPr>
          <a:xfrm>
            <a:off x="5944501" y="4129106"/>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06117B4A-57F8-7308-7123-A79678F9BD79}"/>
              </a:ext>
            </a:extLst>
          </p:cNvPr>
          <p:cNvSpPr/>
          <p:nvPr/>
        </p:nvSpPr>
        <p:spPr>
          <a:xfrm>
            <a:off x="5928942" y="3881303"/>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8CB2D380-2B19-1D8D-1AB7-3473BE8FA038}"/>
              </a:ext>
            </a:extLst>
          </p:cNvPr>
          <p:cNvSpPr/>
          <p:nvPr/>
        </p:nvSpPr>
        <p:spPr>
          <a:xfrm>
            <a:off x="6879912" y="3029549"/>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DE074675-9756-394B-D059-55033EFE9D66}"/>
              </a:ext>
            </a:extLst>
          </p:cNvPr>
          <p:cNvSpPr/>
          <p:nvPr/>
        </p:nvSpPr>
        <p:spPr>
          <a:xfrm>
            <a:off x="6121405" y="3570110"/>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A454C3C4-1ACD-2BE7-D3B1-CDF914D20824}"/>
              </a:ext>
            </a:extLst>
          </p:cNvPr>
          <p:cNvSpPr/>
          <p:nvPr/>
        </p:nvSpPr>
        <p:spPr>
          <a:xfrm>
            <a:off x="6162996" y="3364518"/>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36AB9AD1-C220-4F83-CB5D-C9215CB85306}"/>
              </a:ext>
            </a:extLst>
          </p:cNvPr>
          <p:cNvSpPr/>
          <p:nvPr/>
        </p:nvSpPr>
        <p:spPr>
          <a:xfrm>
            <a:off x="6406758" y="3457948"/>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C53A340B-FAC5-20D2-05E3-3CDAE4491C66}"/>
              </a:ext>
            </a:extLst>
          </p:cNvPr>
          <p:cNvSpPr/>
          <p:nvPr/>
        </p:nvSpPr>
        <p:spPr>
          <a:xfrm>
            <a:off x="6578208" y="3257236"/>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3387E4FE-991F-36B6-EC6A-A4D4D37FC081}"/>
              </a:ext>
            </a:extLst>
          </p:cNvPr>
          <p:cNvSpPr/>
          <p:nvPr/>
        </p:nvSpPr>
        <p:spPr>
          <a:xfrm>
            <a:off x="6691793" y="3102553"/>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A25FC058-0CBE-8020-CC41-AF8CF85019B4}"/>
              </a:ext>
            </a:extLst>
          </p:cNvPr>
          <p:cNvSpPr/>
          <p:nvPr/>
        </p:nvSpPr>
        <p:spPr>
          <a:xfrm>
            <a:off x="6879912" y="3212458"/>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7D7AD2C8-835C-F6B3-E2E2-B379E2956C4A}"/>
              </a:ext>
            </a:extLst>
          </p:cNvPr>
          <p:cNvSpPr/>
          <p:nvPr/>
        </p:nvSpPr>
        <p:spPr>
          <a:xfrm>
            <a:off x="4720992" y="5313185"/>
            <a:ext cx="45719" cy="45719"/>
          </a:xfrm>
          <a:prstGeom prst="ellipse">
            <a:avLst/>
          </a:prstGeom>
          <a:solidFill>
            <a:srgbClr val="7F7F7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931EB1E3-6051-FF39-F5E7-7BCC8B83E074}"/>
              </a:ext>
            </a:extLst>
          </p:cNvPr>
          <p:cNvGrpSpPr/>
          <p:nvPr/>
        </p:nvGrpSpPr>
        <p:grpSpPr>
          <a:xfrm>
            <a:off x="3500649" y="2693540"/>
            <a:ext cx="278796" cy="2825415"/>
            <a:chOff x="1031769" y="2780546"/>
            <a:chExt cx="278796" cy="2825415"/>
          </a:xfrm>
        </p:grpSpPr>
        <p:cxnSp>
          <p:nvCxnSpPr>
            <p:cNvPr id="213" name="Straight Connector 212">
              <a:extLst>
                <a:ext uri="{FF2B5EF4-FFF2-40B4-BE49-F238E27FC236}">
                  <a16:creationId xmlns:a16="http://schemas.microsoft.com/office/drawing/2014/main" id="{8137D73E-054B-440E-011C-F82DE788979A}"/>
                </a:ext>
              </a:extLst>
            </p:cNvPr>
            <p:cNvCxnSpPr/>
            <p:nvPr/>
          </p:nvCxnSpPr>
          <p:spPr>
            <a:xfrm>
              <a:off x="1310565" y="2780546"/>
              <a:ext cx="0" cy="2825415"/>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3" name="TextBox 252">
              <a:extLst>
                <a:ext uri="{FF2B5EF4-FFF2-40B4-BE49-F238E27FC236}">
                  <a16:creationId xmlns:a16="http://schemas.microsoft.com/office/drawing/2014/main" id="{241A80F8-9A4B-B2C1-FA90-A6203F3BAF2F}"/>
                </a:ext>
              </a:extLst>
            </p:cNvPr>
            <p:cNvSpPr txBox="1"/>
            <p:nvPr/>
          </p:nvSpPr>
          <p:spPr>
            <a:xfrm rot="16200000">
              <a:off x="799697" y="3026857"/>
              <a:ext cx="725754" cy="261610"/>
            </a:xfrm>
            <a:prstGeom prst="rect">
              <a:avLst/>
            </a:prstGeom>
            <a:noFill/>
          </p:spPr>
          <p:txBody>
            <a:bodyPr wrap="square">
              <a:spAutoFit/>
            </a:bodyPr>
            <a:lstStyle/>
            <a:p>
              <a:pPr lvl="0">
                <a:defRPr/>
              </a:pPr>
              <a:r>
                <a:rPr lang="en-US" sz="1100" b="1">
                  <a:highlight>
                    <a:srgbClr val="FFC000"/>
                  </a:highlight>
                </a:rPr>
                <a:t>Savings</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grpSp>
        <p:nvGrpSpPr>
          <p:cNvPr id="333" name="Group 332">
            <a:extLst>
              <a:ext uri="{FF2B5EF4-FFF2-40B4-BE49-F238E27FC236}">
                <a16:creationId xmlns:a16="http://schemas.microsoft.com/office/drawing/2014/main" id="{0E86534A-1798-461A-CA01-F5BF1E86FEBC}"/>
              </a:ext>
            </a:extLst>
          </p:cNvPr>
          <p:cNvGrpSpPr/>
          <p:nvPr/>
        </p:nvGrpSpPr>
        <p:grpSpPr>
          <a:xfrm>
            <a:off x="3779445" y="5465694"/>
            <a:ext cx="4030977" cy="313948"/>
            <a:chOff x="1310565" y="5139950"/>
            <a:chExt cx="4030977" cy="313948"/>
          </a:xfrm>
        </p:grpSpPr>
        <p:cxnSp>
          <p:nvCxnSpPr>
            <p:cNvPr id="214" name="Straight Connector 213">
              <a:extLst>
                <a:ext uri="{FF2B5EF4-FFF2-40B4-BE49-F238E27FC236}">
                  <a16:creationId xmlns:a16="http://schemas.microsoft.com/office/drawing/2014/main" id="{6A603D64-29C5-6E76-20CD-CFA4E3371C43}"/>
                </a:ext>
              </a:extLst>
            </p:cNvPr>
            <p:cNvCxnSpPr>
              <a:cxnSpLocks/>
            </p:cNvCxnSpPr>
            <p:nvPr/>
          </p:nvCxnSpPr>
          <p:spPr>
            <a:xfrm flipH="1">
              <a:off x="1310565" y="5139950"/>
              <a:ext cx="4021931" cy="46037"/>
            </a:xfrm>
            <a:prstGeom prst="line">
              <a:avLst/>
            </a:prstGeom>
            <a:ln w="9525">
              <a:solidFill>
                <a:schemeClr val="tx1">
                  <a:lumMod val="50000"/>
                  <a:lumOff val="5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54" name="TextBox 253">
              <a:extLst>
                <a:ext uri="{FF2B5EF4-FFF2-40B4-BE49-F238E27FC236}">
                  <a16:creationId xmlns:a16="http://schemas.microsoft.com/office/drawing/2014/main" id="{451039B2-A7D9-A4EF-DF98-B68C022488FF}"/>
                </a:ext>
              </a:extLst>
            </p:cNvPr>
            <p:cNvSpPr txBox="1"/>
            <p:nvPr/>
          </p:nvSpPr>
          <p:spPr>
            <a:xfrm>
              <a:off x="4615788" y="5192288"/>
              <a:ext cx="725754" cy="261610"/>
            </a:xfrm>
            <a:prstGeom prst="rect">
              <a:avLst/>
            </a:prstGeom>
            <a:noFill/>
          </p:spPr>
          <p:txBody>
            <a:bodyPr wrap="square">
              <a:spAutoFit/>
            </a:bodyPr>
            <a:lstStyle/>
            <a:p>
              <a:pPr lvl="0">
                <a:defRPr/>
              </a:pPr>
              <a:r>
                <a:rPr lang="en-US" sz="1100" b="1">
                  <a:highlight>
                    <a:srgbClr val="FFC000"/>
                  </a:highlight>
                </a:rPr>
                <a:t>Income</a:t>
              </a:r>
              <a:endParaRPr kumimoji="0" lang="es-CO" sz="1100" b="0" i="0" u="sng" strike="noStrike" kern="1200" cap="none" spc="0" normalizeH="0" baseline="0" noProof="0">
                <a:ln>
                  <a:noFill/>
                </a:ln>
                <a:effectLst/>
                <a:highlight>
                  <a:srgbClr val="FFC000"/>
                </a:highlight>
                <a:uLnTx/>
                <a:uFillTx/>
                <a:latin typeface="Aptos" panose="020B0004020202020204"/>
              </a:endParaRPr>
            </a:p>
          </p:txBody>
        </p:sp>
      </p:grpSp>
      <p:cxnSp>
        <p:nvCxnSpPr>
          <p:cNvPr id="3" name="Straight Connector 2">
            <a:extLst>
              <a:ext uri="{FF2B5EF4-FFF2-40B4-BE49-F238E27FC236}">
                <a16:creationId xmlns:a16="http://schemas.microsoft.com/office/drawing/2014/main" id="{6BF0C6A6-2C7C-51C8-ADBB-06AC09827F4E}"/>
              </a:ext>
            </a:extLst>
          </p:cNvPr>
          <p:cNvCxnSpPr>
            <a:cxnSpLocks/>
          </p:cNvCxnSpPr>
          <p:nvPr/>
        </p:nvCxnSpPr>
        <p:spPr>
          <a:xfrm flipV="1">
            <a:off x="4147427" y="2864224"/>
            <a:ext cx="2778204" cy="24032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Right Brace 12">
            <a:extLst>
              <a:ext uri="{FF2B5EF4-FFF2-40B4-BE49-F238E27FC236}">
                <a16:creationId xmlns:a16="http://schemas.microsoft.com/office/drawing/2014/main" id="{FD6C0885-08FA-514D-963A-48D5D491FE93}"/>
              </a:ext>
            </a:extLst>
          </p:cNvPr>
          <p:cNvSpPr/>
          <p:nvPr/>
        </p:nvSpPr>
        <p:spPr>
          <a:xfrm rot="10800000">
            <a:off x="4882043" y="4840465"/>
            <a:ext cx="133396" cy="648246"/>
          </a:xfrm>
          <a:prstGeom prst="rightBrace">
            <a:avLst>
              <a:gd name="adj1" fmla="val 31583"/>
              <a:gd name="adj2" fmla="val 52684"/>
            </a:avLst>
          </a:prstGeom>
          <a:ln w="63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7671FA32-FCD6-2F81-12D2-A21647976790}"/>
              </a:ext>
            </a:extLst>
          </p:cNvPr>
          <p:cNvCxnSpPr>
            <a:cxnSpLocks/>
            <a:endCxn id="225" idx="0"/>
          </p:cNvCxnSpPr>
          <p:nvPr/>
        </p:nvCxnSpPr>
        <p:spPr>
          <a:xfrm>
            <a:off x="5045317" y="4495435"/>
            <a:ext cx="1" cy="321794"/>
          </a:xfrm>
          <a:prstGeom prst="line">
            <a:avLst/>
          </a:prstGeom>
          <a:ln w="9525">
            <a:solidFill>
              <a:schemeClr val="bg1">
                <a:lumMod val="65000"/>
                <a:alpha val="4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B63708A-4362-59D4-5E7F-59352C64246A}"/>
              </a:ext>
            </a:extLst>
          </p:cNvPr>
          <p:cNvCxnSpPr>
            <a:cxnSpLocks/>
            <a:stCxn id="225" idx="4"/>
          </p:cNvCxnSpPr>
          <p:nvPr/>
        </p:nvCxnSpPr>
        <p:spPr>
          <a:xfrm flipH="1">
            <a:off x="5045317" y="4862948"/>
            <a:ext cx="1" cy="625764"/>
          </a:xfrm>
          <a:prstGeom prst="line">
            <a:avLst/>
          </a:prstGeom>
          <a:ln w="9525">
            <a:solidFill>
              <a:schemeClr val="bg1">
                <a:lumMod val="65000"/>
                <a:alpha val="40000"/>
              </a:schemeClr>
            </a:solidFill>
            <a:prstDash val="sysDash"/>
          </a:ln>
        </p:spPr>
        <p:style>
          <a:lnRef idx="2">
            <a:schemeClr val="accent1"/>
          </a:lnRef>
          <a:fillRef idx="0">
            <a:schemeClr val="accent1"/>
          </a:fillRef>
          <a:effectRef idx="1">
            <a:schemeClr val="accent1"/>
          </a:effectRef>
          <a:fontRef idx="minor">
            <a:schemeClr val="tx1"/>
          </a:fontRef>
        </p:style>
      </p:cxnSp>
      <p:pic>
        <p:nvPicPr>
          <p:cNvPr id="30" name="Picture 29" descr="\documentclass{article}&#10;\usepackage{amsmath}&#10;\pagestyle{empty}&#10;\begin{document}&#10;&#10;&#10;$y_1$&#10;&#10;\end{document}" title="IguanaTex Picture Display">
            <a:extLst>
              <a:ext uri="{FF2B5EF4-FFF2-40B4-BE49-F238E27FC236}">
                <a16:creationId xmlns:a16="http://schemas.microsoft.com/office/drawing/2014/main" id="{28CC86F8-384A-0BD9-0307-03C6431EA9E5}"/>
              </a:ext>
            </a:extLst>
          </p:cNvPr>
          <p:cNvPicPr>
            <a:picLocks noChangeAspect="1"/>
          </p:cNvPicPr>
          <p:nvPr>
            <p:custDataLst>
              <p:tags r:id="rId2"/>
            </p:custDataLst>
          </p:nvPr>
        </p:nvPicPr>
        <p:blipFill>
          <a:blip r:embed="rId36">
            <a:extLst>
              <a:ext uri="{28A0092B-C50C-407E-A947-70E740481C1C}">
                <a14:useLocalDpi xmlns:a14="http://schemas.microsoft.com/office/drawing/2010/main" val="0"/>
              </a:ext>
            </a:extLst>
          </a:blip>
          <a:stretch>
            <a:fillRect/>
          </a:stretch>
        </p:blipFill>
        <p:spPr>
          <a:xfrm>
            <a:off x="4718158" y="5094068"/>
            <a:ext cx="133172" cy="107950"/>
          </a:xfrm>
          <a:prstGeom prst="rect">
            <a:avLst/>
          </a:prstGeom>
        </p:spPr>
      </p:pic>
      <p:pic>
        <p:nvPicPr>
          <p:cNvPr id="33" name="Picture 32" descr="\documentclass{article}&#10;\usepackage{amsmath}&#10;\pagestyle{empty}&#10;\begin{document}&#10;&#10;&#10;$x_1$&#10;&#10;\end{document}" title="IguanaTex Picture Display">
            <a:extLst>
              <a:ext uri="{FF2B5EF4-FFF2-40B4-BE49-F238E27FC236}">
                <a16:creationId xmlns:a16="http://schemas.microsoft.com/office/drawing/2014/main" id="{5ED14A35-14A3-9BB9-3049-1C30ECD12A74}"/>
              </a:ext>
            </a:extLst>
          </p:cNvPr>
          <p:cNvPicPr>
            <a:picLocks noChangeAspect="1"/>
          </p:cNvPicPr>
          <p:nvPr>
            <p:custDataLst>
              <p:tags r:id="rId3"/>
            </p:custDataLst>
          </p:nvPr>
        </p:nvPicPr>
        <p:blipFill>
          <a:blip r:embed="rId37">
            <a:extLst>
              <a:ext uri="{28A0092B-C50C-407E-A947-70E740481C1C}">
                <a14:useLocalDpi xmlns:a14="http://schemas.microsoft.com/office/drawing/2010/main" val="0"/>
              </a:ext>
            </a:extLst>
          </a:blip>
          <a:stretch>
            <a:fillRect/>
          </a:stretch>
        </p:blipFill>
        <p:spPr>
          <a:xfrm>
            <a:off x="4983822" y="5564546"/>
            <a:ext cx="147296" cy="98870"/>
          </a:xfrm>
          <a:prstGeom prst="rect">
            <a:avLst/>
          </a:prstGeom>
        </p:spPr>
      </p:pic>
      <p:sp>
        <p:nvSpPr>
          <p:cNvPr id="35" name="Right Brace 34">
            <a:extLst>
              <a:ext uri="{FF2B5EF4-FFF2-40B4-BE49-F238E27FC236}">
                <a16:creationId xmlns:a16="http://schemas.microsoft.com/office/drawing/2014/main" id="{58BCE361-A966-3239-3D90-D4148629753F}"/>
              </a:ext>
            </a:extLst>
          </p:cNvPr>
          <p:cNvSpPr/>
          <p:nvPr/>
        </p:nvSpPr>
        <p:spPr>
          <a:xfrm>
            <a:off x="5072732" y="4493106"/>
            <a:ext cx="114099" cy="995606"/>
          </a:xfrm>
          <a:prstGeom prst="rightBrace">
            <a:avLst>
              <a:gd name="adj1" fmla="val 31583"/>
              <a:gd name="adj2" fmla="val 52684"/>
            </a:avLst>
          </a:prstGeom>
          <a:ln w="63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38" name="Picture 37" descr="\documentclass{article}&#10;\usepackage{amsmath}&#10;\pagestyle{empty}&#10;\begin{document}&#10;&#10;&#10;$\hat{y}_1$&#10;&#10;\end{document}" title="IguanaTex Picture Display">
            <a:extLst>
              <a:ext uri="{FF2B5EF4-FFF2-40B4-BE49-F238E27FC236}">
                <a16:creationId xmlns:a16="http://schemas.microsoft.com/office/drawing/2014/main" id="{C7C85698-F34F-749B-9E73-0680071D8361}"/>
              </a:ext>
            </a:extLst>
          </p:cNvPr>
          <p:cNvPicPr>
            <a:picLocks noChangeAspect="1"/>
          </p:cNvPicPr>
          <p:nvPr>
            <p:custDataLst>
              <p:tags r:id="rId4"/>
            </p:custDataLst>
          </p:nvPr>
        </p:nvPicPr>
        <p:blipFill>
          <a:blip r:embed="rId38">
            <a:extLst>
              <a:ext uri="{28A0092B-C50C-407E-A947-70E740481C1C}">
                <a14:useLocalDpi xmlns:a14="http://schemas.microsoft.com/office/drawing/2010/main" val="0"/>
              </a:ext>
            </a:extLst>
          </a:blip>
          <a:stretch>
            <a:fillRect/>
          </a:stretch>
        </p:blipFill>
        <p:spPr>
          <a:xfrm>
            <a:off x="5226401" y="4915747"/>
            <a:ext cx="133172" cy="150323"/>
          </a:xfrm>
          <a:prstGeom prst="rect">
            <a:avLst/>
          </a:prstGeom>
        </p:spPr>
      </p:pic>
      <p:cxnSp>
        <p:nvCxnSpPr>
          <p:cNvPr id="39" name="Straight Connector 38">
            <a:extLst>
              <a:ext uri="{FF2B5EF4-FFF2-40B4-BE49-F238E27FC236}">
                <a16:creationId xmlns:a16="http://schemas.microsoft.com/office/drawing/2014/main" id="{EEF7197C-BD1F-317C-B4A7-83D11A66BB1A}"/>
              </a:ext>
            </a:extLst>
          </p:cNvPr>
          <p:cNvCxnSpPr>
            <a:cxnSpLocks/>
          </p:cNvCxnSpPr>
          <p:nvPr/>
        </p:nvCxnSpPr>
        <p:spPr>
          <a:xfrm>
            <a:off x="5703476" y="3476907"/>
            <a:ext cx="1" cy="2011680"/>
          </a:xfrm>
          <a:prstGeom prst="line">
            <a:avLst/>
          </a:prstGeom>
          <a:ln w="9525">
            <a:solidFill>
              <a:schemeClr val="bg1">
                <a:lumMod val="65000"/>
                <a:alpha val="4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0" name="Right Brace 39">
            <a:extLst>
              <a:ext uri="{FF2B5EF4-FFF2-40B4-BE49-F238E27FC236}">
                <a16:creationId xmlns:a16="http://schemas.microsoft.com/office/drawing/2014/main" id="{C66684B9-6E89-A997-5A99-2131A292E28D}"/>
              </a:ext>
            </a:extLst>
          </p:cNvPr>
          <p:cNvSpPr/>
          <p:nvPr/>
        </p:nvSpPr>
        <p:spPr>
          <a:xfrm flipH="1">
            <a:off x="5558141" y="3449363"/>
            <a:ext cx="127544" cy="2039224"/>
          </a:xfrm>
          <a:prstGeom prst="rightBrace">
            <a:avLst>
              <a:gd name="adj1" fmla="val 31583"/>
              <a:gd name="adj2" fmla="val 52684"/>
            </a:avLst>
          </a:prstGeom>
          <a:ln w="63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47" name="Picture 46" descr="\documentclass{article}&#10;\usepackage{amsmath}&#10;\pagestyle{empty}&#10;\begin{document}&#10;&#10;&#10;$y_2$&#10;&#10;\end{document}" title="IguanaTex Picture Display">
            <a:extLst>
              <a:ext uri="{FF2B5EF4-FFF2-40B4-BE49-F238E27FC236}">
                <a16:creationId xmlns:a16="http://schemas.microsoft.com/office/drawing/2014/main" id="{672BF0D3-0D5A-0DD6-63E8-72A78715E151}"/>
              </a:ext>
            </a:extLst>
          </p:cNvPr>
          <p:cNvPicPr>
            <a:picLocks noChangeAspect="1"/>
          </p:cNvPicPr>
          <p:nvPr>
            <p:custDataLst>
              <p:tags r:id="rId5"/>
            </p:custDataLst>
          </p:nvPr>
        </p:nvPicPr>
        <p:blipFill>
          <a:blip r:embed="rId39">
            <a:extLst>
              <a:ext uri="{28A0092B-C50C-407E-A947-70E740481C1C}">
                <a14:useLocalDpi xmlns:a14="http://schemas.microsoft.com/office/drawing/2010/main" val="0"/>
              </a:ext>
            </a:extLst>
          </a:blip>
          <a:stretch>
            <a:fillRect/>
          </a:stretch>
        </p:blipFill>
        <p:spPr>
          <a:xfrm>
            <a:off x="5383280" y="4471466"/>
            <a:ext cx="137207" cy="107950"/>
          </a:xfrm>
          <a:prstGeom prst="rect">
            <a:avLst/>
          </a:prstGeom>
        </p:spPr>
      </p:pic>
      <p:sp>
        <p:nvSpPr>
          <p:cNvPr id="42" name="Right Brace 41">
            <a:extLst>
              <a:ext uri="{FF2B5EF4-FFF2-40B4-BE49-F238E27FC236}">
                <a16:creationId xmlns:a16="http://schemas.microsoft.com/office/drawing/2014/main" id="{6988A362-B6D6-1BA6-F9A6-3AC7926292A7}"/>
              </a:ext>
            </a:extLst>
          </p:cNvPr>
          <p:cNvSpPr/>
          <p:nvPr/>
        </p:nvSpPr>
        <p:spPr>
          <a:xfrm rot="10800000" flipH="1">
            <a:off x="5710541" y="3927021"/>
            <a:ext cx="127544" cy="1561566"/>
          </a:xfrm>
          <a:prstGeom prst="rightBrace">
            <a:avLst>
              <a:gd name="adj1" fmla="val 31583"/>
              <a:gd name="adj2" fmla="val 52684"/>
            </a:avLst>
          </a:prstGeom>
          <a:ln w="63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49" name="Picture 48" descr="\documentclass{article}&#10;\usepackage{amsmath}&#10;\pagestyle{empty}&#10;\begin{document}&#10;&#10;&#10;$\hat{y}_2$&#10;&#10;\end{document}" title="IguanaTex Picture Display">
            <a:extLst>
              <a:ext uri="{FF2B5EF4-FFF2-40B4-BE49-F238E27FC236}">
                <a16:creationId xmlns:a16="http://schemas.microsoft.com/office/drawing/2014/main" id="{64AD36D5-E5FA-CBC6-47F6-C69A84280D17}"/>
              </a:ext>
            </a:extLst>
          </p:cNvPr>
          <p:cNvPicPr>
            <a:picLocks noChangeAspect="1"/>
          </p:cNvPicPr>
          <p:nvPr>
            <p:custDataLst>
              <p:tags r:id="rId6"/>
            </p:custDataLst>
          </p:nvPr>
        </p:nvPicPr>
        <p:blipFill>
          <a:blip r:embed="rId40">
            <a:extLst>
              <a:ext uri="{28A0092B-C50C-407E-A947-70E740481C1C}">
                <a14:useLocalDpi xmlns:a14="http://schemas.microsoft.com/office/drawing/2010/main" val="0"/>
              </a:ext>
            </a:extLst>
          </a:blip>
          <a:stretch>
            <a:fillRect/>
          </a:stretch>
        </p:blipFill>
        <p:spPr>
          <a:xfrm>
            <a:off x="5871118" y="4588992"/>
            <a:ext cx="137207" cy="150323"/>
          </a:xfrm>
          <a:prstGeom prst="rect">
            <a:avLst/>
          </a:prstGeom>
        </p:spPr>
      </p:pic>
      <p:sp>
        <p:nvSpPr>
          <p:cNvPr id="44" name="Right Brace 43">
            <a:extLst>
              <a:ext uri="{FF2B5EF4-FFF2-40B4-BE49-F238E27FC236}">
                <a16:creationId xmlns:a16="http://schemas.microsoft.com/office/drawing/2014/main" id="{DB6E0A48-4690-5F5D-7F2E-71C52C9EA926}"/>
              </a:ext>
            </a:extLst>
          </p:cNvPr>
          <p:cNvSpPr/>
          <p:nvPr/>
        </p:nvSpPr>
        <p:spPr>
          <a:xfrm rot="10800000" flipH="1">
            <a:off x="5735729" y="3451425"/>
            <a:ext cx="127544" cy="452453"/>
          </a:xfrm>
          <a:prstGeom prst="rightBrace">
            <a:avLst>
              <a:gd name="adj1" fmla="val 31583"/>
              <a:gd name="adj2" fmla="val 76894"/>
            </a:avLst>
          </a:prstGeom>
          <a:ln w="63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51" name="Picture 50" descr="\documentclass{article}&#10;\usepackage{amsmath}&#10;\pagestyle{empty}&#10;\begin{document}&#10;&#10;&#10;$\hat{u}_2$&#10;&#10;\end{document}" title="IguanaTex Picture Display">
            <a:extLst>
              <a:ext uri="{FF2B5EF4-FFF2-40B4-BE49-F238E27FC236}">
                <a16:creationId xmlns:a16="http://schemas.microsoft.com/office/drawing/2014/main" id="{A254267C-426C-2F0E-226E-0F2BEF774F69}"/>
              </a:ext>
            </a:extLst>
          </p:cNvPr>
          <p:cNvPicPr>
            <a:picLocks noChangeAspect="1"/>
          </p:cNvPicPr>
          <p:nvPr>
            <p:custDataLst>
              <p:tags r:id="rId7"/>
            </p:custDataLst>
          </p:nvPr>
        </p:nvPicPr>
        <p:blipFill>
          <a:blip r:embed="rId41">
            <a:extLst>
              <a:ext uri="{28A0092B-C50C-407E-A947-70E740481C1C}">
                <a14:useLocalDpi xmlns:a14="http://schemas.microsoft.com/office/drawing/2010/main" val="0"/>
              </a:ext>
            </a:extLst>
          </a:blip>
          <a:stretch>
            <a:fillRect/>
          </a:stretch>
        </p:blipFill>
        <p:spPr>
          <a:xfrm>
            <a:off x="5881761" y="3465708"/>
            <a:ext cx="151332" cy="141243"/>
          </a:xfrm>
          <a:prstGeom prst="rect">
            <a:avLst/>
          </a:prstGeom>
        </p:spPr>
      </p:pic>
      <p:grpSp>
        <p:nvGrpSpPr>
          <p:cNvPr id="396" name="Group 395">
            <a:extLst>
              <a:ext uri="{FF2B5EF4-FFF2-40B4-BE49-F238E27FC236}">
                <a16:creationId xmlns:a16="http://schemas.microsoft.com/office/drawing/2014/main" id="{5E04691B-7367-D584-BFF1-5A77D229C4A0}"/>
              </a:ext>
            </a:extLst>
          </p:cNvPr>
          <p:cNvGrpSpPr/>
          <p:nvPr/>
        </p:nvGrpSpPr>
        <p:grpSpPr>
          <a:xfrm>
            <a:off x="5451884" y="4147837"/>
            <a:ext cx="3866712" cy="323629"/>
            <a:chOff x="5451884" y="4147837"/>
            <a:chExt cx="3866712" cy="323629"/>
          </a:xfrm>
        </p:grpSpPr>
        <p:cxnSp>
          <p:nvCxnSpPr>
            <p:cNvPr id="52" name="Connector: Elbow 51">
              <a:extLst>
                <a:ext uri="{FF2B5EF4-FFF2-40B4-BE49-F238E27FC236}">
                  <a16:creationId xmlns:a16="http://schemas.microsoft.com/office/drawing/2014/main" id="{46946DB5-0686-EE3D-E99E-68002C9F585B}"/>
                </a:ext>
              </a:extLst>
            </p:cNvPr>
            <p:cNvCxnSpPr>
              <a:cxnSpLocks/>
              <a:stCxn id="47" idx="0"/>
              <a:endCxn id="55" idx="1"/>
            </p:cNvCxnSpPr>
            <p:nvPr/>
          </p:nvCxnSpPr>
          <p:spPr>
            <a:xfrm rot="5400000" flipH="1" flipV="1">
              <a:off x="6710272" y="3020254"/>
              <a:ext cx="192824" cy="2709600"/>
            </a:xfrm>
            <a:prstGeom prst="bentConnector2">
              <a:avLst/>
            </a:prstGeom>
            <a:ln w="12700">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93137ACF-1FF5-CCF8-D752-F6F8CB279AC6}"/>
                </a:ext>
              </a:extLst>
            </p:cNvPr>
            <p:cNvSpPr txBox="1"/>
            <p:nvPr/>
          </p:nvSpPr>
          <p:spPr>
            <a:xfrm>
              <a:off x="8161484" y="4147837"/>
              <a:ext cx="1157112" cy="261610"/>
            </a:xfrm>
            <a:prstGeom prst="rect">
              <a:avLst/>
            </a:prstGeom>
            <a:noFill/>
          </p:spPr>
          <p:txBody>
            <a:bodyPr wrap="square">
              <a:spAutoFit/>
            </a:bodyPr>
            <a:lstStyle/>
            <a:p>
              <a:r>
                <a:rPr lang="en-US" sz="1050"/>
                <a:t>Observed value</a:t>
              </a:r>
              <a:endParaRPr lang="en-US" sz="1050" b="1">
                <a:solidFill>
                  <a:srgbClr val="FF0000"/>
                </a:solidFill>
              </a:endParaRPr>
            </a:p>
          </p:txBody>
        </p:sp>
      </p:grpSp>
      <p:grpSp>
        <p:nvGrpSpPr>
          <p:cNvPr id="397" name="Group 396">
            <a:extLst>
              <a:ext uri="{FF2B5EF4-FFF2-40B4-BE49-F238E27FC236}">
                <a16:creationId xmlns:a16="http://schemas.microsoft.com/office/drawing/2014/main" id="{7257EE4C-8B1C-C2DE-F7BB-69D28B6DED0A}"/>
              </a:ext>
            </a:extLst>
          </p:cNvPr>
          <p:cNvGrpSpPr/>
          <p:nvPr/>
        </p:nvGrpSpPr>
        <p:grpSpPr>
          <a:xfrm>
            <a:off x="6008325" y="4379462"/>
            <a:ext cx="3310271" cy="284692"/>
            <a:chOff x="6008325" y="4379462"/>
            <a:chExt cx="3310271" cy="284692"/>
          </a:xfrm>
        </p:grpSpPr>
        <p:sp>
          <p:nvSpPr>
            <p:cNvPr id="58" name="TextBox 57">
              <a:extLst>
                <a:ext uri="{FF2B5EF4-FFF2-40B4-BE49-F238E27FC236}">
                  <a16:creationId xmlns:a16="http://schemas.microsoft.com/office/drawing/2014/main" id="{58E6C174-26A6-D9F7-6CCE-B3B61647E205}"/>
                </a:ext>
              </a:extLst>
            </p:cNvPr>
            <p:cNvSpPr txBox="1"/>
            <p:nvPr/>
          </p:nvSpPr>
          <p:spPr>
            <a:xfrm>
              <a:off x="8161484" y="4379462"/>
              <a:ext cx="1157112" cy="261610"/>
            </a:xfrm>
            <a:prstGeom prst="rect">
              <a:avLst/>
            </a:prstGeom>
            <a:noFill/>
          </p:spPr>
          <p:txBody>
            <a:bodyPr wrap="square">
              <a:spAutoFit/>
            </a:bodyPr>
            <a:lstStyle/>
            <a:p>
              <a:r>
                <a:rPr lang="en-US" sz="1050"/>
                <a:t>Adjusted value</a:t>
              </a:r>
              <a:endParaRPr lang="en-US" sz="1050" b="1">
                <a:solidFill>
                  <a:srgbClr val="FF0000"/>
                </a:solidFill>
              </a:endParaRPr>
            </a:p>
          </p:txBody>
        </p:sp>
        <p:cxnSp>
          <p:nvCxnSpPr>
            <p:cNvPr id="59" name="Connector: Elbow 58">
              <a:extLst>
                <a:ext uri="{FF2B5EF4-FFF2-40B4-BE49-F238E27FC236}">
                  <a16:creationId xmlns:a16="http://schemas.microsoft.com/office/drawing/2014/main" id="{AE173C9D-1607-A9F8-D583-85BA379B8263}"/>
                </a:ext>
              </a:extLst>
            </p:cNvPr>
            <p:cNvCxnSpPr>
              <a:cxnSpLocks/>
              <a:stCxn id="49" idx="3"/>
              <a:endCxn id="58" idx="1"/>
            </p:cNvCxnSpPr>
            <p:nvPr/>
          </p:nvCxnSpPr>
          <p:spPr>
            <a:xfrm flipV="1">
              <a:off x="6008325" y="4510267"/>
              <a:ext cx="2153159" cy="153887"/>
            </a:xfrm>
            <a:prstGeom prst="bentConnector3">
              <a:avLst>
                <a:gd name="adj1" fmla="val 50000"/>
              </a:avLst>
            </a:prstGeom>
            <a:ln w="12700">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98" name="Group 197">
            <a:extLst>
              <a:ext uri="{FF2B5EF4-FFF2-40B4-BE49-F238E27FC236}">
                <a16:creationId xmlns:a16="http://schemas.microsoft.com/office/drawing/2014/main" id="{3AE822D9-AC9E-F151-C4C7-ECB37490FF06}"/>
              </a:ext>
            </a:extLst>
          </p:cNvPr>
          <p:cNvGrpSpPr>
            <a:grpSpLocks noChangeAspect="1"/>
          </p:cNvGrpSpPr>
          <p:nvPr>
            <p:custDataLst>
              <p:tags r:id="rId8"/>
            </p:custDataLst>
          </p:nvPr>
        </p:nvGrpSpPr>
        <p:grpSpPr>
          <a:xfrm>
            <a:off x="8235854" y="3697200"/>
            <a:ext cx="1157112" cy="221259"/>
            <a:chOff x="9897300" y="6882092"/>
            <a:chExt cx="2456341" cy="469694"/>
          </a:xfrm>
          <a:solidFill>
            <a:schemeClr val="tx1"/>
          </a:solidFill>
        </p:grpSpPr>
        <p:sp>
          <p:nvSpPr>
            <p:cNvPr id="199" name="Freeform: Shape 198">
              <a:extLst>
                <a:ext uri="{FF2B5EF4-FFF2-40B4-BE49-F238E27FC236}">
                  <a16:creationId xmlns:a16="http://schemas.microsoft.com/office/drawing/2014/main" id="{96BB63B2-2A89-8077-EC91-02C7D9B3B462}"/>
                </a:ext>
              </a:extLst>
            </p:cNvPr>
            <p:cNvSpPr/>
            <p:nvPr>
              <p:custDataLst>
                <p:tags r:id="rId21"/>
              </p:custDataLst>
            </p:nvPr>
          </p:nvSpPr>
          <p:spPr>
            <a:xfrm>
              <a:off x="9959013" y="6988678"/>
              <a:ext cx="105870" cy="62200"/>
            </a:xfrm>
            <a:custGeom>
              <a:avLst/>
              <a:gdLst>
                <a:gd name="connsiteX0" fmla="*/ 53211 w 105870"/>
                <a:gd name="connsiteY0" fmla="*/ 63 h 62200"/>
                <a:gd name="connsiteX1" fmla="*/ 77 w 105870"/>
                <a:gd name="connsiteY1" fmla="*/ 54994 h 62200"/>
                <a:gd name="connsiteX2" fmla="*/ 7215 w 105870"/>
                <a:gd name="connsiteY2" fmla="*/ 62264 h 62200"/>
                <a:gd name="connsiteX3" fmla="*/ 53211 w 105870"/>
                <a:gd name="connsiteY3" fmla="*/ 21066 h 62200"/>
                <a:gd name="connsiteX4" fmla="*/ 98811 w 105870"/>
                <a:gd name="connsiteY4" fmla="*/ 62264 h 62200"/>
                <a:gd name="connsiteX5" fmla="*/ 105948 w 105870"/>
                <a:gd name="connsiteY5" fmla="*/ 54994 h 62200"/>
                <a:gd name="connsiteX6" fmla="*/ 53211 w 105870"/>
                <a:gd name="connsiteY6" fmla="*/ 63 h 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70" h="62200">
                  <a:moveTo>
                    <a:pt x="53211" y="63"/>
                  </a:moveTo>
                  <a:lnTo>
                    <a:pt x="77" y="54994"/>
                  </a:lnTo>
                  <a:lnTo>
                    <a:pt x="7215" y="62264"/>
                  </a:lnTo>
                  <a:lnTo>
                    <a:pt x="53211" y="21066"/>
                  </a:lnTo>
                  <a:lnTo>
                    <a:pt x="98811" y="62264"/>
                  </a:lnTo>
                  <a:lnTo>
                    <a:pt x="105948" y="54994"/>
                  </a:lnTo>
                  <a:lnTo>
                    <a:pt x="53211" y="63"/>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0" name="Freeform: Shape 199">
              <a:extLst>
                <a:ext uri="{FF2B5EF4-FFF2-40B4-BE49-F238E27FC236}">
                  <a16:creationId xmlns:a16="http://schemas.microsoft.com/office/drawing/2014/main" id="{C1E3A57D-FA71-2EC0-08D3-8E46B7D4843B}"/>
                </a:ext>
              </a:extLst>
            </p:cNvPr>
            <p:cNvSpPr/>
            <p:nvPr>
              <p:custDataLst>
                <p:tags r:id="rId22"/>
              </p:custDataLst>
            </p:nvPr>
          </p:nvSpPr>
          <p:spPr>
            <a:xfrm>
              <a:off x="9897300" y="7090461"/>
              <a:ext cx="182795" cy="261325"/>
            </a:xfrm>
            <a:custGeom>
              <a:avLst/>
              <a:gdLst>
                <a:gd name="connsiteX0" fmla="*/ 181286 w 182795"/>
                <a:gd name="connsiteY0" fmla="*/ 24701 h 261325"/>
                <a:gd name="connsiteX1" fmla="*/ 182872 w 182795"/>
                <a:gd name="connsiteY1" fmla="*/ 15411 h 261325"/>
                <a:gd name="connsiteX2" fmla="*/ 171373 w 182795"/>
                <a:gd name="connsiteY2" fmla="*/ 4506 h 261325"/>
                <a:gd name="connsiteX3" fmla="*/ 157495 w 182795"/>
                <a:gd name="connsiteY3" fmla="*/ 12988 h 261325"/>
                <a:gd name="connsiteX4" fmla="*/ 151944 w 182795"/>
                <a:gd name="connsiteY4" fmla="*/ 34798 h 261325"/>
                <a:gd name="connsiteX5" fmla="*/ 144013 w 182795"/>
                <a:gd name="connsiteY5" fmla="*/ 67111 h 261325"/>
                <a:gd name="connsiteX6" fmla="*/ 126170 w 182795"/>
                <a:gd name="connsiteY6" fmla="*/ 139813 h 261325"/>
                <a:gd name="connsiteX7" fmla="*/ 81363 w 182795"/>
                <a:gd name="connsiteY7" fmla="*/ 174145 h 261325"/>
                <a:gd name="connsiteX8" fmla="*/ 56779 w 182795"/>
                <a:gd name="connsiteY8" fmla="*/ 141429 h 261325"/>
                <a:gd name="connsiteX9" fmla="*/ 77002 w 182795"/>
                <a:gd name="connsiteY9" fmla="*/ 62264 h 261325"/>
                <a:gd name="connsiteX10" fmla="*/ 84932 w 182795"/>
                <a:gd name="connsiteY10" fmla="*/ 33183 h 261325"/>
                <a:gd name="connsiteX11" fmla="*/ 52417 w 182795"/>
                <a:gd name="connsiteY11" fmla="*/ 63 h 261325"/>
                <a:gd name="connsiteX12" fmla="*/ 77 w 182795"/>
                <a:gd name="connsiteY12" fmla="*/ 62264 h 261325"/>
                <a:gd name="connsiteX13" fmla="*/ 4835 w 182795"/>
                <a:gd name="connsiteY13" fmla="*/ 66303 h 261325"/>
                <a:gd name="connsiteX14" fmla="*/ 11179 w 182795"/>
                <a:gd name="connsiteY14" fmla="*/ 59033 h 261325"/>
                <a:gd name="connsiteX15" fmla="*/ 51228 w 182795"/>
                <a:gd name="connsiteY15" fmla="*/ 8949 h 261325"/>
                <a:gd name="connsiteX16" fmla="*/ 61141 w 182795"/>
                <a:gd name="connsiteY16" fmla="*/ 21874 h 261325"/>
                <a:gd name="connsiteX17" fmla="*/ 54400 w 182795"/>
                <a:gd name="connsiteY17" fmla="*/ 50147 h 261325"/>
                <a:gd name="connsiteX18" fmla="*/ 31402 w 182795"/>
                <a:gd name="connsiteY18" fmla="*/ 134966 h 261325"/>
                <a:gd name="connsiteX19" fmla="*/ 79777 w 182795"/>
                <a:gd name="connsiteY19" fmla="*/ 183031 h 261325"/>
                <a:gd name="connsiteX20" fmla="*/ 119826 w 182795"/>
                <a:gd name="connsiteY20" fmla="*/ 164855 h 261325"/>
                <a:gd name="connsiteX21" fmla="*/ 94052 w 182795"/>
                <a:gd name="connsiteY21" fmla="*/ 227056 h 261325"/>
                <a:gd name="connsiteX22" fmla="*/ 50435 w 182795"/>
                <a:gd name="connsiteY22" fmla="*/ 252502 h 261325"/>
                <a:gd name="connsiteX23" fmla="*/ 20299 w 182795"/>
                <a:gd name="connsiteY23" fmla="*/ 235538 h 261325"/>
                <a:gd name="connsiteX24" fmla="*/ 37350 w 182795"/>
                <a:gd name="connsiteY24" fmla="*/ 230691 h 261325"/>
                <a:gd name="connsiteX25" fmla="*/ 45280 w 182795"/>
                <a:gd name="connsiteY25" fmla="*/ 214131 h 261325"/>
                <a:gd name="connsiteX26" fmla="*/ 30609 w 182795"/>
                <a:gd name="connsiteY26" fmla="*/ 199995 h 261325"/>
                <a:gd name="connsiteX27" fmla="*/ 8404 w 182795"/>
                <a:gd name="connsiteY27" fmla="*/ 226248 h 261325"/>
                <a:gd name="connsiteX28" fmla="*/ 50435 w 182795"/>
                <a:gd name="connsiteY28" fmla="*/ 261388 h 261325"/>
                <a:gd name="connsiteX29" fmla="*/ 143220 w 182795"/>
                <a:gd name="connsiteY29" fmla="*/ 178992 h 261325"/>
                <a:gd name="connsiteX30" fmla="*/ 181286 w 182795"/>
                <a:gd name="connsiteY30" fmla="*/ 24701 h 2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2795" h="261325">
                  <a:moveTo>
                    <a:pt x="181286" y="24701"/>
                  </a:moveTo>
                  <a:cubicBezTo>
                    <a:pt x="182872" y="19046"/>
                    <a:pt x="182872" y="18238"/>
                    <a:pt x="182872" y="15411"/>
                  </a:cubicBezTo>
                  <a:cubicBezTo>
                    <a:pt x="182872" y="8141"/>
                    <a:pt x="177321" y="4506"/>
                    <a:pt x="171373" y="4506"/>
                  </a:cubicBezTo>
                  <a:cubicBezTo>
                    <a:pt x="167408" y="4506"/>
                    <a:pt x="161064" y="6929"/>
                    <a:pt x="157495" y="12988"/>
                  </a:cubicBezTo>
                  <a:cubicBezTo>
                    <a:pt x="156702" y="15007"/>
                    <a:pt x="153530" y="27528"/>
                    <a:pt x="151944" y="34798"/>
                  </a:cubicBezTo>
                  <a:cubicBezTo>
                    <a:pt x="149168" y="45300"/>
                    <a:pt x="146393" y="56205"/>
                    <a:pt x="144013" y="67111"/>
                  </a:cubicBezTo>
                  <a:lnTo>
                    <a:pt x="126170" y="139813"/>
                  </a:lnTo>
                  <a:cubicBezTo>
                    <a:pt x="124584" y="145872"/>
                    <a:pt x="107534" y="174145"/>
                    <a:pt x="81363" y="174145"/>
                  </a:cubicBezTo>
                  <a:cubicBezTo>
                    <a:pt x="61141" y="174145"/>
                    <a:pt x="56779" y="156373"/>
                    <a:pt x="56779" y="141429"/>
                  </a:cubicBezTo>
                  <a:cubicBezTo>
                    <a:pt x="56779" y="122849"/>
                    <a:pt x="63520" y="97807"/>
                    <a:pt x="77002" y="62264"/>
                  </a:cubicBezTo>
                  <a:cubicBezTo>
                    <a:pt x="83346" y="45704"/>
                    <a:pt x="84932" y="41261"/>
                    <a:pt x="84932" y="33183"/>
                  </a:cubicBezTo>
                  <a:cubicBezTo>
                    <a:pt x="84932" y="15007"/>
                    <a:pt x="72243" y="63"/>
                    <a:pt x="52417" y="63"/>
                  </a:cubicBezTo>
                  <a:cubicBezTo>
                    <a:pt x="14748" y="63"/>
                    <a:pt x="77" y="58629"/>
                    <a:pt x="77" y="62264"/>
                  </a:cubicBezTo>
                  <a:cubicBezTo>
                    <a:pt x="77" y="66303"/>
                    <a:pt x="4042" y="66303"/>
                    <a:pt x="4835" y="66303"/>
                  </a:cubicBezTo>
                  <a:cubicBezTo>
                    <a:pt x="8800" y="66303"/>
                    <a:pt x="9197" y="65495"/>
                    <a:pt x="11179" y="59033"/>
                  </a:cubicBezTo>
                  <a:cubicBezTo>
                    <a:pt x="21885" y="21066"/>
                    <a:pt x="37746" y="8949"/>
                    <a:pt x="51228" y="8949"/>
                  </a:cubicBezTo>
                  <a:cubicBezTo>
                    <a:pt x="54400" y="8949"/>
                    <a:pt x="61141" y="8949"/>
                    <a:pt x="61141" y="21874"/>
                  </a:cubicBezTo>
                  <a:cubicBezTo>
                    <a:pt x="61141" y="31971"/>
                    <a:pt x="57176" y="42473"/>
                    <a:pt x="54400" y="50147"/>
                  </a:cubicBezTo>
                  <a:cubicBezTo>
                    <a:pt x="38539" y="92960"/>
                    <a:pt x="31402" y="115983"/>
                    <a:pt x="31402" y="134966"/>
                  </a:cubicBezTo>
                  <a:cubicBezTo>
                    <a:pt x="31402" y="170914"/>
                    <a:pt x="56382" y="183031"/>
                    <a:pt x="79777" y="183031"/>
                  </a:cubicBezTo>
                  <a:cubicBezTo>
                    <a:pt x="95241" y="183031"/>
                    <a:pt x="108723" y="176164"/>
                    <a:pt x="119826" y="164855"/>
                  </a:cubicBezTo>
                  <a:cubicBezTo>
                    <a:pt x="114671" y="185858"/>
                    <a:pt x="109913" y="205649"/>
                    <a:pt x="94052" y="227056"/>
                  </a:cubicBezTo>
                  <a:cubicBezTo>
                    <a:pt x="83742" y="240789"/>
                    <a:pt x="68675" y="252502"/>
                    <a:pt x="50435" y="252502"/>
                  </a:cubicBezTo>
                  <a:cubicBezTo>
                    <a:pt x="44883" y="252502"/>
                    <a:pt x="27040" y="251290"/>
                    <a:pt x="20299" y="235538"/>
                  </a:cubicBezTo>
                  <a:cubicBezTo>
                    <a:pt x="26644" y="235538"/>
                    <a:pt x="31798" y="235538"/>
                    <a:pt x="37350" y="230691"/>
                  </a:cubicBezTo>
                  <a:cubicBezTo>
                    <a:pt x="41315" y="227056"/>
                    <a:pt x="45280" y="221805"/>
                    <a:pt x="45280" y="214131"/>
                  </a:cubicBezTo>
                  <a:cubicBezTo>
                    <a:pt x="45280" y="201610"/>
                    <a:pt x="34574" y="199995"/>
                    <a:pt x="30609" y="199995"/>
                  </a:cubicBezTo>
                  <a:cubicBezTo>
                    <a:pt x="21489" y="199995"/>
                    <a:pt x="8404" y="206457"/>
                    <a:pt x="8404" y="226248"/>
                  </a:cubicBezTo>
                  <a:cubicBezTo>
                    <a:pt x="8404" y="246443"/>
                    <a:pt x="25850" y="261388"/>
                    <a:pt x="50435" y="261388"/>
                  </a:cubicBezTo>
                  <a:cubicBezTo>
                    <a:pt x="91276" y="261388"/>
                    <a:pt x="132118" y="224633"/>
                    <a:pt x="143220" y="178992"/>
                  </a:cubicBezTo>
                  <a:lnTo>
                    <a:pt x="181286" y="24701"/>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1" name="Freeform: Shape 200">
              <a:extLst>
                <a:ext uri="{FF2B5EF4-FFF2-40B4-BE49-F238E27FC236}">
                  <a16:creationId xmlns:a16="http://schemas.microsoft.com/office/drawing/2014/main" id="{D00EFF8B-8262-A78A-77DC-BAD2F1DD4E9A}"/>
                </a:ext>
              </a:extLst>
            </p:cNvPr>
            <p:cNvSpPr/>
            <p:nvPr>
              <p:custDataLst>
                <p:tags r:id="rId23"/>
              </p:custDataLst>
            </p:nvPr>
          </p:nvSpPr>
          <p:spPr>
            <a:xfrm>
              <a:off x="10093253" y="7142120"/>
              <a:ext cx="84101" cy="190278"/>
            </a:xfrm>
            <a:custGeom>
              <a:avLst/>
              <a:gdLst>
                <a:gd name="connsiteX0" fmla="*/ 76967 w 84101"/>
                <a:gd name="connsiteY0" fmla="*/ 10808 h 190278"/>
                <a:gd name="connsiteX1" fmla="*/ 65864 w 84101"/>
                <a:gd name="connsiteY1" fmla="*/ 64 h 190278"/>
                <a:gd name="connsiteX2" fmla="*/ 50321 w 84101"/>
                <a:gd name="connsiteY2" fmla="*/ 15614 h 190278"/>
                <a:gd name="connsiteX3" fmla="*/ 61423 w 84101"/>
                <a:gd name="connsiteY3" fmla="*/ 26358 h 190278"/>
                <a:gd name="connsiteX4" fmla="*/ 76967 w 84101"/>
                <a:gd name="connsiteY4" fmla="*/ 10808 h 190278"/>
                <a:gd name="connsiteX5" fmla="*/ 20344 w 84101"/>
                <a:gd name="connsiteY5" fmla="*/ 154436 h 190278"/>
                <a:gd name="connsiteX6" fmla="*/ 17846 w 84101"/>
                <a:gd name="connsiteY6" fmla="*/ 166311 h 190278"/>
                <a:gd name="connsiteX7" fmla="*/ 44214 w 84101"/>
                <a:gd name="connsiteY7" fmla="*/ 190343 h 190278"/>
                <a:gd name="connsiteX8" fmla="*/ 84183 w 84101"/>
                <a:gd name="connsiteY8" fmla="*/ 147085 h 190278"/>
                <a:gd name="connsiteX9" fmla="*/ 79742 w 84101"/>
                <a:gd name="connsiteY9" fmla="*/ 143409 h 190278"/>
                <a:gd name="connsiteX10" fmla="*/ 74469 w 84101"/>
                <a:gd name="connsiteY10" fmla="*/ 148216 h 190278"/>
                <a:gd name="connsiteX11" fmla="*/ 45047 w 84101"/>
                <a:gd name="connsiteY11" fmla="*/ 182426 h 190278"/>
                <a:gd name="connsiteX12" fmla="*/ 38108 w 84101"/>
                <a:gd name="connsiteY12" fmla="*/ 172531 h 190278"/>
                <a:gd name="connsiteX13" fmla="*/ 42549 w 84101"/>
                <a:gd name="connsiteY13" fmla="*/ 154436 h 190278"/>
                <a:gd name="connsiteX14" fmla="*/ 51431 w 84101"/>
                <a:gd name="connsiteY14" fmla="*/ 131817 h 190278"/>
                <a:gd name="connsiteX15" fmla="*/ 65032 w 84101"/>
                <a:gd name="connsiteY15" fmla="*/ 95910 h 190278"/>
                <a:gd name="connsiteX16" fmla="*/ 66697 w 84101"/>
                <a:gd name="connsiteY16" fmla="*/ 86863 h 190278"/>
                <a:gd name="connsiteX17" fmla="*/ 40328 w 84101"/>
                <a:gd name="connsiteY17" fmla="*/ 62831 h 190278"/>
                <a:gd name="connsiteX18" fmla="*/ 82 w 84101"/>
                <a:gd name="connsiteY18" fmla="*/ 106089 h 190278"/>
                <a:gd name="connsiteX19" fmla="*/ 4800 w 84101"/>
                <a:gd name="connsiteY19" fmla="*/ 109764 h 190278"/>
                <a:gd name="connsiteX20" fmla="*/ 9796 w 84101"/>
                <a:gd name="connsiteY20" fmla="*/ 105240 h 190278"/>
                <a:gd name="connsiteX21" fmla="*/ 39496 w 84101"/>
                <a:gd name="connsiteY21" fmla="*/ 70747 h 190278"/>
                <a:gd name="connsiteX22" fmla="*/ 46435 w 84101"/>
                <a:gd name="connsiteY22" fmla="*/ 80643 h 190278"/>
                <a:gd name="connsiteX23" fmla="*/ 37830 w 84101"/>
                <a:gd name="connsiteY23" fmla="*/ 108916 h 190278"/>
                <a:gd name="connsiteX24" fmla="*/ 20344 w 84101"/>
                <a:gd name="connsiteY24" fmla="*/ 154436 h 19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4101" h="190278">
                  <a:moveTo>
                    <a:pt x="76967" y="10808"/>
                  </a:moveTo>
                  <a:cubicBezTo>
                    <a:pt x="76967" y="6284"/>
                    <a:pt x="73636" y="64"/>
                    <a:pt x="65864" y="64"/>
                  </a:cubicBezTo>
                  <a:cubicBezTo>
                    <a:pt x="58370" y="64"/>
                    <a:pt x="50321" y="7415"/>
                    <a:pt x="50321" y="15614"/>
                  </a:cubicBezTo>
                  <a:cubicBezTo>
                    <a:pt x="50321" y="20421"/>
                    <a:pt x="53929" y="26358"/>
                    <a:pt x="61423" y="26358"/>
                  </a:cubicBezTo>
                  <a:cubicBezTo>
                    <a:pt x="69473" y="26358"/>
                    <a:pt x="76967" y="18442"/>
                    <a:pt x="76967" y="10808"/>
                  </a:cubicBezTo>
                  <a:close/>
                  <a:moveTo>
                    <a:pt x="20344" y="154436"/>
                  </a:moveTo>
                  <a:cubicBezTo>
                    <a:pt x="19233" y="158111"/>
                    <a:pt x="17846" y="161504"/>
                    <a:pt x="17846" y="166311"/>
                  </a:cubicBezTo>
                  <a:cubicBezTo>
                    <a:pt x="17846" y="179599"/>
                    <a:pt x="28948" y="190343"/>
                    <a:pt x="44214" y="190343"/>
                  </a:cubicBezTo>
                  <a:cubicBezTo>
                    <a:pt x="71971" y="190343"/>
                    <a:pt x="84183" y="151326"/>
                    <a:pt x="84183" y="147085"/>
                  </a:cubicBezTo>
                  <a:cubicBezTo>
                    <a:pt x="84183" y="143409"/>
                    <a:pt x="80575" y="143409"/>
                    <a:pt x="79742" y="143409"/>
                  </a:cubicBezTo>
                  <a:cubicBezTo>
                    <a:pt x="75857" y="143409"/>
                    <a:pt x="75579" y="145106"/>
                    <a:pt x="74469" y="148216"/>
                  </a:cubicBezTo>
                  <a:cubicBezTo>
                    <a:pt x="68085" y="170834"/>
                    <a:pt x="55872" y="182426"/>
                    <a:pt x="45047" y="182426"/>
                  </a:cubicBezTo>
                  <a:cubicBezTo>
                    <a:pt x="39496" y="182426"/>
                    <a:pt x="38108" y="178751"/>
                    <a:pt x="38108" y="172531"/>
                  </a:cubicBezTo>
                  <a:cubicBezTo>
                    <a:pt x="38108" y="166028"/>
                    <a:pt x="40051" y="160656"/>
                    <a:pt x="42549" y="154436"/>
                  </a:cubicBezTo>
                  <a:cubicBezTo>
                    <a:pt x="45325" y="146802"/>
                    <a:pt x="48378" y="139168"/>
                    <a:pt x="51431" y="131817"/>
                  </a:cubicBezTo>
                  <a:cubicBezTo>
                    <a:pt x="53929" y="125032"/>
                    <a:pt x="63921" y="99303"/>
                    <a:pt x="65032" y="95910"/>
                  </a:cubicBezTo>
                  <a:cubicBezTo>
                    <a:pt x="65864" y="93083"/>
                    <a:pt x="66697" y="89690"/>
                    <a:pt x="66697" y="86863"/>
                  </a:cubicBezTo>
                  <a:cubicBezTo>
                    <a:pt x="66697" y="73575"/>
                    <a:pt x="55594" y="62831"/>
                    <a:pt x="40328" y="62831"/>
                  </a:cubicBezTo>
                  <a:cubicBezTo>
                    <a:pt x="12850" y="62831"/>
                    <a:pt x="82" y="101282"/>
                    <a:pt x="82" y="106089"/>
                  </a:cubicBezTo>
                  <a:cubicBezTo>
                    <a:pt x="82" y="109764"/>
                    <a:pt x="3967" y="109764"/>
                    <a:pt x="4800" y="109764"/>
                  </a:cubicBezTo>
                  <a:cubicBezTo>
                    <a:pt x="8686" y="109764"/>
                    <a:pt x="8964" y="108351"/>
                    <a:pt x="9796" y="105240"/>
                  </a:cubicBezTo>
                  <a:cubicBezTo>
                    <a:pt x="17013" y="80926"/>
                    <a:pt x="29226" y="70747"/>
                    <a:pt x="39496" y="70747"/>
                  </a:cubicBezTo>
                  <a:cubicBezTo>
                    <a:pt x="43937" y="70747"/>
                    <a:pt x="46435" y="73009"/>
                    <a:pt x="46435" y="80643"/>
                  </a:cubicBezTo>
                  <a:cubicBezTo>
                    <a:pt x="46435" y="87146"/>
                    <a:pt x="44769" y="91387"/>
                    <a:pt x="37830" y="108916"/>
                  </a:cubicBezTo>
                  <a:lnTo>
                    <a:pt x="20344" y="154436"/>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2" name="Freeform: Shape 201">
              <a:extLst>
                <a:ext uri="{FF2B5EF4-FFF2-40B4-BE49-F238E27FC236}">
                  <a16:creationId xmlns:a16="http://schemas.microsoft.com/office/drawing/2014/main" id="{436C8386-7386-B18E-D75F-1E04818B77C2}"/>
                </a:ext>
              </a:extLst>
            </p:cNvPr>
            <p:cNvSpPr/>
            <p:nvPr>
              <p:custDataLst>
                <p:tags r:id="rId24"/>
              </p:custDataLst>
            </p:nvPr>
          </p:nvSpPr>
          <p:spPr>
            <a:xfrm>
              <a:off x="10344567" y="7120754"/>
              <a:ext cx="263685" cy="94513"/>
            </a:xfrm>
            <a:custGeom>
              <a:avLst/>
              <a:gdLst>
                <a:gd name="connsiteX0" fmla="*/ 250292 w 263685"/>
                <a:gd name="connsiteY0" fmla="*/ 16219 h 94513"/>
                <a:gd name="connsiteX1" fmla="*/ 263773 w 263685"/>
                <a:gd name="connsiteY1" fmla="*/ 8141 h 94513"/>
                <a:gd name="connsiteX2" fmla="*/ 250688 w 263685"/>
                <a:gd name="connsiteY2" fmla="*/ 63 h 94513"/>
                <a:gd name="connsiteX3" fmla="*/ 13173 w 263685"/>
                <a:gd name="connsiteY3" fmla="*/ 63 h 94513"/>
                <a:gd name="connsiteX4" fmla="*/ 88 w 263685"/>
                <a:gd name="connsiteY4" fmla="*/ 8141 h 94513"/>
                <a:gd name="connsiteX5" fmla="*/ 13569 w 263685"/>
                <a:gd name="connsiteY5" fmla="*/ 16219 h 94513"/>
                <a:gd name="connsiteX6" fmla="*/ 250292 w 263685"/>
                <a:gd name="connsiteY6" fmla="*/ 16219 h 94513"/>
                <a:gd name="connsiteX7" fmla="*/ 250688 w 263685"/>
                <a:gd name="connsiteY7" fmla="*/ 94576 h 94513"/>
                <a:gd name="connsiteX8" fmla="*/ 263773 w 263685"/>
                <a:gd name="connsiteY8" fmla="*/ 86498 h 94513"/>
                <a:gd name="connsiteX9" fmla="*/ 250292 w 263685"/>
                <a:gd name="connsiteY9" fmla="*/ 78420 h 94513"/>
                <a:gd name="connsiteX10" fmla="*/ 13569 w 263685"/>
                <a:gd name="connsiteY10" fmla="*/ 78420 h 94513"/>
                <a:gd name="connsiteX11" fmla="*/ 88 w 263685"/>
                <a:gd name="connsiteY11" fmla="*/ 86498 h 94513"/>
                <a:gd name="connsiteX12" fmla="*/ 13173 w 263685"/>
                <a:gd name="connsiteY12" fmla="*/ 94576 h 94513"/>
                <a:gd name="connsiteX13" fmla="*/ 250688 w 263685"/>
                <a:gd name="connsiteY13" fmla="*/ 94576 h 9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3685" h="94513">
                  <a:moveTo>
                    <a:pt x="250292" y="16219"/>
                  </a:moveTo>
                  <a:cubicBezTo>
                    <a:pt x="256239" y="16219"/>
                    <a:pt x="263773" y="16219"/>
                    <a:pt x="263773" y="8141"/>
                  </a:cubicBezTo>
                  <a:cubicBezTo>
                    <a:pt x="263773" y="63"/>
                    <a:pt x="256239" y="63"/>
                    <a:pt x="250688" y="63"/>
                  </a:cubicBezTo>
                  <a:lnTo>
                    <a:pt x="13173" y="63"/>
                  </a:lnTo>
                  <a:cubicBezTo>
                    <a:pt x="7622" y="63"/>
                    <a:pt x="88" y="63"/>
                    <a:pt x="88" y="8141"/>
                  </a:cubicBezTo>
                  <a:cubicBezTo>
                    <a:pt x="88" y="16219"/>
                    <a:pt x="7622" y="16219"/>
                    <a:pt x="13569" y="16219"/>
                  </a:cubicBezTo>
                  <a:lnTo>
                    <a:pt x="250292" y="16219"/>
                  </a:lnTo>
                  <a:close/>
                  <a:moveTo>
                    <a:pt x="250688" y="94576"/>
                  </a:moveTo>
                  <a:cubicBezTo>
                    <a:pt x="256239" y="94576"/>
                    <a:pt x="263773" y="94576"/>
                    <a:pt x="263773" y="86498"/>
                  </a:cubicBezTo>
                  <a:cubicBezTo>
                    <a:pt x="263773" y="78420"/>
                    <a:pt x="256239" y="78420"/>
                    <a:pt x="250292" y="78420"/>
                  </a:cubicBezTo>
                  <a:lnTo>
                    <a:pt x="13569" y="78420"/>
                  </a:lnTo>
                  <a:cubicBezTo>
                    <a:pt x="7622" y="78420"/>
                    <a:pt x="88" y="78420"/>
                    <a:pt x="88" y="86498"/>
                  </a:cubicBezTo>
                  <a:cubicBezTo>
                    <a:pt x="88" y="94576"/>
                    <a:pt x="7622" y="94576"/>
                    <a:pt x="13173" y="94576"/>
                  </a:cubicBezTo>
                  <a:lnTo>
                    <a:pt x="250688" y="94576"/>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3" name="Freeform: Shape 202">
              <a:extLst>
                <a:ext uri="{FF2B5EF4-FFF2-40B4-BE49-F238E27FC236}">
                  <a16:creationId xmlns:a16="http://schemas.microsoft.com/office/drawing/2014/main" id="{880D96B1-65D5-BC49-DCB1-82553F2AB836}"/>
                </a:ext>
              </a:extLst>
            </p:cNvPr>
            <p:cNvSpPr/>
            <p:nvPr>
              <p:custDataLst>
                <p:tags r:id="rId25"/>
              </p:custDataLst>
            </p:nvPr>
          </p:nvSpPr>
          <p:spPr>
            <a:xfrm>
              <a:off x="10888858" y="6882092"/>
              <a:ext cx="105870" cy="62200"/>
            </a:xfrm>
            <a:custGeom>
              <a:avLst/>
              <a:gdLst>
                <a:gd name="connsiteX0" fmla="*/ 53234 w 105870"/>
                <a:gd name="connsiteY0" fmla="*/ 60 h 62200"/>
                <a:gd name="connsiteX1" fmla="*/ 101 w 105870"/>
                <a:gd name="connsiteY1" fmla="*/ 54991 h 62200"/>
                <a:gd name="connsiteX2" fmla="*/ 7238 w 105870"/>
                <a:gd name="connsiteY2" fmla="*/ 62261 h 62200"/>
                <a:gd name="connsiteX3" fmla="*/ 53234 w 105870"/>
                <a:gd name="connsiteY3" fmla="*/ 21063 h 62200"/>
                <a:gd name="connsiteX4" fmla="*/ 98834 w 105870"/>
                <a:gd name="connsiteY4" fmla="*/ 62261 h 62200"/>
                <a:gd name="connsiteX5" fmla="*/ 105972 w 105870"/>
                <a:gd name="connsiteY5" fmla="*/ 54991 h 62200"/>
                <a:gd name="connsiteX6" fmla="*/ 53234 w 105870"/>
                <a:gd name="connsiteY6" fmla="*/ 60 h 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70" h="62200">
                  <a:moveTo>
                    <a:pt x="53234" y="60"/>
                  </a:moveTo>
                  <a:lnTo>
                    <a:pt x="101" y="54991"/>
                  </a:lnTo>
                  <a:lnTo>
                    <a:pt x="7238" y="62261"/>
                  </a:lnTo>
                  <a:lnTo>
                    <a:pt x="53234" y="21063"/>
                  </a:lnTo>
                  <a:lnTo>
                    <a:pt x="98834" y="62261"/>
                  </a:lnTo>
                  <a:lnTo>
                    <a:pt x="105972" y="54991"/>
                  </a:lnTo>
                  <a:lnTo>
                    <a:pt x="53234"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4" name="Freeform: Shape 203">
              <a:extLst>
                <a:ext uri="{FF2B5EF4-FFF2-40B4-BE49-F238E27FC236}">
                  <a16:creationId xmlns:a16="http://schemas.microsoft.com/office/drawing/2014/main" id="{8ED9F813-8C0A-830F-B275-4814EC746491}"/>
                </a:ext>
              </a:extLst>
            </p:cNvPr>
            <p:cNvSpPr/>
            <p:nvPr>
              <p:custDataLst>
                <p:tags r:id="rId26"/>
              </p:custDataLst>
            </p:nvPr>
          </p:nvSpPr>
          <p:spPr>
            <a:xfrm>
              <a:off x="10752754" y="6983831"/>
              <a:ext cx="216153" cy="363512"/>
            </a:xfrm>
            <a:custGeom>
              <a:avLst/>
              <a:gdLst>
                <a:gd name="connsiteX0" fmla="*/ 216252 w 216153"/>
                <a:gd name="connsiteY0" fmla="*/ 55397 h 363512"/>
                <a:gd name="connsiteX1" fmla="*/ 162325 w 216153"/>
                <a:gd name="connsiteY1" fmla="*/ 63 h 363512"/>
                <a:gd name="connsiteX2" fmla="*/ 114346 w 216153"/>
                <a:gd name="connsiteY2" fmla="*/ 17027 h 363512"/>
                <a:gd name="connsiteX3" fmla="*/ 63195 w 216153"/>
                <a:gd name="connsiteY3" fmla="*/ 103058 h 363512"/>
                <a:gd name="connsiteX4" fmla="*/ 148 w 216153"/>
                <a:gd name="connsiteY4" fmla="*/ 359536 h 363512"/>
                <a:gd name="connsiteX5" fmla="*/ 4907 w 216153"/>
                <a:gd name="connsiteY5" fmla="*/ 363575 h 363512"/>
                <a:gd name="connsiteX6" fmla="*/ 9665 w 216153"/>
                <a:gd name="connsiteY6" fmla="*/ 361556 h 363512"/>
                <a:gd name="connsiteX7" fmla="*/ 37421 w 216153"/>
                <a:gd name="connsiteY7" fmla="*/ 250079 h 363512"/>
                <a:gd name="connsiteX8" fmla="*/ 91348 w 216153"/>
                <a:gd name="connsiteY8" fmla="*/ 289257 h 363512"/>
                <a:gd name="connsiteX9" fmla="*/ 167876 w 216153"/>
                <a:gd name="connsiteY9" fmla="*/ 257349 h 363512"/>
                <a:gd name="connsiteX10" fmla="*/ 199598 w 216153"/>
                <a:gd name="connsiteY10" fmla="*/ 183031 h 363512"/>
                <a:gd name="connsiteX11" fmla="*/ 170652 w 216153"/>
                <a:gd name="connsiteY11" fmla="*/ 122849 h 363512"/>
                <a:gd name="connsiteX12" fmla="*/ 216252 w 216153"/>
                <a:gd name="connsiteY12" fmla="*/ 55397 h 363512"/>
                <a:gd name="connsiteX13" fmla="*/ 144878 w 216153"/>
                <a:gd name="connsiteY13" fmla="*/ 122445 h 363512"/>
                <a:gd name="connsiteX14" fmla="*/ 125845 w 216153"/>
                <a:gd name="connsiteY14" fmla="*/ 125273 h 363512"/>
                <a:gd name="connsiteX15" fmla="*/ 108398 w 216153"/>
                <a:gd name="connsiteY15" fmla="*/ 123657 h 363512"/>
                <a:gd name="connsiteX16" fmla="*/ 127828 w 216153"/>
                <a:gd name="connsiteY16" fmla="*/ 120426 h 363512"/>
                <a:gd name="connsiteX17" fmla="*/ 144878 w 216153"/>
                <a:gd name="connsiteY17" fmla="*/ 122445 h 363512"/>
                <a:gd name="connsiteX18" fmla="*/ 194047 w 216153"/>
                <a:gd name="connsiteY18" fmla="*/ 46108 h 363512"/>
                <a:gd name="connsiteX19" fmla="*/ 158360 w 216153"/>
                <a:gd name="connsiteY19" fmla="*/ 115983 h 363512"/>
                <a:gd name="connsiteX20" fmla="*/ 127828 w 216153"/>
                <a:gd name="connsiteY20" fmla="*/ 111136 h 363512"/>
                <a:gd name="connsiteX21" fmla="*/ 97296 w 216153"/>
                <a:gd name="connsiteY21" fmla="*/ 124061 h 363512"/>
                <a:gd name="connsiteX22" fmla="*/ 124656 w 216153"/>
                <a:gd name="connsiteY22" fmla="*/ 134158 h 363512"/>
                <a:gd name="connsiteX23" fmla="*/ 157170 w 216153"/>
                <a:gd name="connsiteY23" fmla="*/ 128908 h 363512"/>
                <a:gd name="connsiteX24" fmla="*/ 174617 w 216153"/>
                <a:gd name="connsiteY24" fmla="*/ 174549 h 363512"/>
                <a:gd name="connsiteX25" fmla="*/ 154791 w 216153"/>
                <a:gd name="connsiteY25" fmla="*/ 244020 h 363512"/>
                <a:gd name="connsiteX26" fmla="*/ 90159 w 216153"/>
                <a:gd name="connsiteY26" fmla="*/ 280371 h 363512"/>
                <a:gd name="connsiteX27" fmla="*/ 44955 w 216153"/>
                <a:gd name="connsiteY27" fmla="*/ 228268 h 363512"/>
                <a:gd name="connsiteX28" fmla="*/ 46938 w 216153"/>
                <a:gd name="connsiteY28" fmla="*/ 210496 h 363512"/>
                <a:gd name="connsiteX29" fmla="*/ 72315 w 216153"/>
                <a:gd name="connsiteY29" fmla="*/ 108309 h 363512"/>
                <a:gd name="connsiteX30" fmla="*/ 157170 w 216153"/>
                <a:gd name="connsiteY30" fmla="*/ 9353 h 363512"/>
                <a:gd name="connsiteX31" fmla="*/ 194047 w 216153"/>
                <a:gd name="connsiteY31" fmla="*/ 46108 h 36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6153" h="363512">
                  <a:moveTo>
                    <a:pt x="216252" y="55397"/>
                  </a:moveTo>
                  <a:cubicBezTo>
                    <a:pt x="216252" y="25105"/>
                    <a:pt x="194443" y="63"/>
                    <a:pt x="162325" y="63"/>
                  </a:cubicBezTo>
                  <a:cubicBezTo>
                    <a:pt x="139327" y="63"/>
                    <a:pt x="128224" y="6525"/>
                    <a:pt x="114346" y="17027"/>
                  </a:cubicBezTo>
                  <a:cubicBezTo>
                    <a:pt x="92538" y="33183"/>
                    <a:pt x="70729" y="72361"/>
                    <a:pt x="63195" y="103058"/>
                  </a:cubicBezTo>
                  <a:lnTo>
                    <a:pt x="148" y="359536"/>
                  </a:lnTo>
                  <a:cubicBezTo>
                    <a:pt x="-248" y="361152"/>
                    <a:pt x="1735" y="363575"/>
                    <a:pt x="4907" y="363575"/>
                  </a:cubicBezTo>
                  <a:cubicBezTo>
                    <a:pt x="8079" y="363575"/>
                    <a:pt x="9268" y="362767"/>
                    <a:pt x="9665" y="361556"/>
                  </a:cubicBezTo>
                  <a:lnTo>
                    <a:pt x="37421" y="250079"/>
                  </a:lnTo>
                  <a:cubicBezTo>
                    <a:pt x="44955" y="274313"/>
                    <a:pt x="62402" y="289257"/>
                    <a:pt x="91348" y="289257"/>
                  </a:cubicBezTo>
                  <a:cubicBezTo>
                    <a:pt x="120294" y="289257"/>
                    <a:pt x="150033" y="275120"/>
                    <a:pt x="167876" y="257349"/>
                  </a:cubicBezTo>
                  <a:cubicBezTo>
                    <a:pt x="186909" y="238769"/>
                    <a:pt x="199598" y="212919"/>
                    <a:pt x="199598" y="183031"/>
                  </a:cubicBezTo>
                  <a:cubicBezTo>
                    <a:pt x="199598" y="153950"/>
                    <a:pt x="184927" y="132947"/>
                    <a:pt x="170652" y="122849"/>
                  </a:cubicBezTo>
                  <a:cubicBezTo>
                    <a:pt x="193650" y="109520"/>
                    <a:pt x="216252" y="84478"/>
                    <a:pt x="216252" y="55397"/>
                  </a:cubicBezTo>
                  <a:close/>
                  <a:moveTo>
                    <a:pt x="144878" y="122445"/>
                  </a:moveTo>
                  <a:cubicBezTo>
                    <a:pt x="139723" y="124465"/>
                    <a:pt x="135362" y="125273"/>
                    <a:pt x="125845" y="125273"/>
                  </a:cubicBezTo>
                  <a:cubicBezTo>
                    <a:pt x="120294" y="125273"/>
                    <a:pt x="112364" y="125676"/>
                    <a:pt x="108398" y="123657"/>
                  </a:cubicBezTo>
                  <a:cubicBezTo>
                    <a:pt x="109191" y="119618"/>
                    <a:pt x="123466" y="120426"/>
                    <a:pt x="127828" y="120426"/>
                  </a:cubicBezTo>
                  <a:cubicBezTo>
                    <a:pt x="136155" y="120426"/>
                    <a:pt x="139723" y="120426"/>
                    <a:pt x="144878" y="122445"/>
                  </a:cubicBezTo>
                  <a:close/>
                  <a:moveTo>
                    <a:pt x="194047" y="46108"/>
                  </a:moveTo>
                  <a:cubicBezTo>
                    <a:pt x="194047" y="74381"/>
                    <a:pt x="178979" y="103462"/>
                    <a:pt x="158360" y="115983"/>
                  </a:cubicBezTo>
                  <a:cubicBezTo>
                    <a:pt x="147654" y="111944"/>
                    <a:pt x="139723" y="111136"/>
                    <a:pt x="127828" y="111136"/>
                  </a:cubicBezTo>
                  <a:cubicBezTo>
                    <a:pt x="119501" y="111136"/>
                    <a:pt x="97296" y="110732"/>
                    <a:pt x="97296" y="124061"/>
                  </a:cubicBezTo>
                  <a:cubicBezTo>
                    <a:pt x="96899" y="135370"/>
                    <a:pt x="117518" y="134158"/>
                    <a:pt x="124656" y="134158"/>
                  </a:cubicBezTo>
                  <a:cubicBezTo>
                    <a:pt x="139327" y="134158"/>
                    <a:pt x="145275" y="133755"/>
                    <a:pt x="157170" y="128908"/>
                  </a:cubicBezTo>
                  <a:cubicBezTo>
                    <a:pt x="172238" y="143448"/>
                    <a:pt x="174221" y="155969"/>
                    <a:pt x="174617" y="174549"/>
                  </a:cubicBezTo>
                  <a:cubicBezTo>
                    <a:pt x="175410" y="197975"/>
                    <a:pt x="165894" y="228268"/>
                    <a:pt x="154791" y="244020"/>
                  </a:cubicBezTo>
                  <a:cubicBezTo>
                    <a:pt x="139327" y="265831"/>
                    <a:pt x="112760" y="280371"/>
                    <a:pt x="90159" y="280371"/>
                  </a:cubicBezTo>
                  <a:cubicBezTo>
                    <a:pt x="60023" y="280371"/>
                    <a:pt x="44955" y="256945"/>
                    <a:pt x="44955" y="228268"/>
                  </a:cubicBezTo>
                  <a:cubicBezTo>
                    <a:pt x="44955" y="224229"/>
                    <a:pt x="44955" y="218170"/>
                    <a:pt x="46938" y="210496"/>
                  </a:cubicBezTo>
                  <a:lnTo>
                    <a:pt x="72315" y="108309"/>
                  </a:lnTo>
                  <a:cubicBezTo>
                    <a:pt x="81039" y="73573"/>
                    <a:pt x="109588" y="9353"/>
                    <a:pt x="157170" y="9353"/>
                  </a:cubicBezTo>
                  <a:cubicBezTo>
                    <a:pt x="180168" y="9353"/>
                    <a:pt x="194047" y="21874"/>
                    <a:pt x="194047" y="46108"/>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5" name="Freeform: Shape 204">
              <a:extLst>
                <a:ext uri="{FF2B5EF4-FFF2-40B4-BE49-F238E27FC236}">
                  <a16:creationId xmlns:a16="http://schemas.microsoft.com/office/drawing/2014/main" id="{448169FE-B6B4-6BC4-A869-42CAE10FBB84}"/>
                </a:ext>
              </a:extLst>
            </p:cNvPr>
            <p:cNvSpPr/>
            <p:nvPr>
              <p:custDataLst>
                <p:tags r:id="rId27"/>
              </p:custDataLst>
            </p:nvPr>
          </p:nvSpPr>
          <p:spPr>
            <a:xfrm>
              <a:off x="10979624" y="7141837"/>
              <a:ext cx="128789" cy="193388"/>
            </a:xfrm>
            <a:custGeom>
              <a:avLst/>
              <a:gdLst>
                <a:gd name="connsiteX0" fmla="*/ 128893 w 128789"/>
                <a:gd name="connsiteY0" fmla="*/ 97607 h 193388"/>
                <a:gd name="connsiteX1" fmla="*/ 112517 w 128789"/>
                <a:gd name="connsiteY1" fmla="*/ 24379 h 193388"/>
                <a:gd name="connsiteX2" fmla="*/ 64499 w 128789"/>
                <a:gd name="connsiteY2" fmla="*/ 64 h 193388"/>
                <a:gd name="connsiteX3" fmla="*/ 104 w 128789"/>
                <a:gd name="connsiteY3" fmla="*/ 97607 h 193388"/>
                <a:gd name="connsiteX4" fmla="*/ 64499 w 128789"/>
                <a:gd name="connsiteY4" fmla="*/ 193453 h 193388"/>
                <a:gd name="connsiteX5" fmla="*/ 128893 w 128789"/>
                <a:gd name="connsiteY5" fmla="*/ 97607 h 193388"/>
                <a:gd name="connsiteX6" fmla="*/ 64499 w 128789"/>
                <a:gd name="connsiteY6" fmla="*/ 185536 h 193388"/>
                <a:gd name="connsiteX7" fmla="*/ 29248 w 128789"/>
                <a:gd name="connsiteY7" fmla="*/ 154719 h 193388"/>
                <a:gd name="connsiteX8" fmla="*/ 25362 w 128789"/>
                <a:gd name="connsiteY8" fmla="*/ 93931 h 193388"/>
                <a:gd name="connsiteX9" fmla="*/ 29526 w 128789"/>
                <a:gd name="connsiteY9" fmla="*/ 36254 h 193388"/>
                <a:gd name="connsiteX10" fmla="*/ 64499 w 128789"/>
                <a:gd name="connsiteY10" fmla="*/ 7981 h 193388"/>
                <a:gd name="connsiteX11" fmla="*/ 98917 w 128789"/>
                <a:gd name="connsiteY11" fmla="*/ 33709 h 193388"/>
                <a:gd name="connsiteX12" fmla="*/ 103635 w 128789"/>
                <a:gd name="connsiteY12" fmla="*/ 93931 h 193388"/>
                <a:gd name="connsiteX13" fmla="*/ 100027 w 128789"/>
                <a:gd name="connsiteY13" fmla="*/ 153588 h 193388"/>
                <a:gd name="connsiteX14" fmla="*/ 64499 w 128789"/>
                <a:gd name="connsiteY14" fmla="*/ 185536 h 19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789" h="193388">
                  <a:moveTo>
                    <a:pt x="128893" y="97607"/>
                  </a:moveTo>
                  <a:cubicBezTo>
                    <a:pt x="128893" y="66506"/>
                    <a:pt x="125285" y="44170"/>
                    <a:pt x="112517" y="24379"/>
                  </a:cubicBezTo>
                  <a:cubicBezTo>
                    <a:pt x="103913" y="11374"/>
                    <a:pt x="86704" y="64"/>
                    <a:pt x="64499" y="64"/>
                  </a:cubicBezTo>
                  <a:cubicBezTo>
                    <a:pt x="104" y="64"/>
                    <a:pt x="104" y="77250"/>
                    <a:pt x="104" y="97607"/>
                  </a:cubicBezTo>
                  <a:cubicBezTo>
                    <a:pt x="104" y="117963"/>
                    <a:pt x="104" y="193453"/>
                    <a:pt x="64499" y="193453"/>
                  </a:cubicBezTo>
                  <a:cubicBezTo>
                    <a:pt x="128893" y="193453"/>
                    <a:pt x="128893" y="117963"/>
                    <a:pt x="128893" y="97607"/>
                  </a:cubicBezTo>
                  <a:close/>
                  <a:moveTo>
                    <a:pt x="64499" y="185536"/>
                  </a:moveTo>
                  <a:cubicBezTo>
                    <a:pt x="51731" y="185536"/>
                    <a:pt x="34799" y="177903"/>
                    <a:pt x="29248" y="154719"/>
                  </a:cubicBezTo>
                  <a:cubicBezTo>
                    <a:pt x="25362" y="138037"/>
                    <a:pt x="25362" y="114853"/>
                    <a:pt x="25362" y="93931"/>
                  </a:cubicBezTo>
                  <a:cubicBezTo>
                    <a:pt x="25362" y="73292"/>
                    <a:pt x="25362" y="51804"/>
                    <a:pt x="29526" y="36254"/>
                  </a:cubicBezTo>
                  <a:cubicBezTo>
                    <a:pt x="35354" y="13918"/>
                    <a:pt x="53119" y="7981"/>
                    <a:pt x="64499" y="7981"/>
                  </a:cubicBezTo>
                  <a:cubicBezTo>
                    <a:pt x="79487" y="7981"/>
                    <a:pt x="93920" y="17311"/>
                    <a:pt x="98917" y="33709"/>
                  </a:cubicBezTo>
                  <a:cubicBezTo>
                    <a:pt x="103358" y="48977"/>
                    <a:pt x="103635" y="69334"/>
                    <a:pt x="103635" y="93931"/>
                  </a:cubicBezTo>
                  <a:cubicBezTo>
                    <a:pt x="103635" y="114853"/>
                    <a:pt x="103635" y="135776"/>
                    <a:pt x="100027" y="153588"/>
                  </a:cubicBezTo>
                  <a:cubicBezTo>
                    <a:pt x="94476" y="179316"/>
                    <a:pt x="75601" y="185536"/>
                    <a:pt x="64499" y="185536"/>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6" name="Freeform: Shape 205">
              <a:extLst>
                <a:ext uri="{FF2B5EF4-FFF2-40B4-BE49-F238E27FC236}">
                  <a16:creationId xmlns:a16="http://schemas.microsoft.com/office/drawing/2014/main" id="{D84C4419-3A3C-5196-C19E-383D882A9F8F}"/>
                </a:ext>
              </a:extLst>
            </p:cNvPr>
            <p:cNvSpPr/>
            <p:nvPr>
              <p:custDataLst>
                <p:tags r:id="rId28"/>
              </p:custDataLst>
            </p:nvPr>
          </p:nvSpPr>
          <p:spPr>
            <a:xfrm>
              <a:off x="11253393" y="7033511"/>
              <a:ext cx="263685" cy="268999"/>
            </a:xfrm>
            <a:custGeom>
              <a:avLst/>
              <a:gdLst>
                <a:gd name="connsiteX0" fmla="*/ 140082 w 263685"/>
                <a:gd name="connsiteY0" fmla="*/ 142640 h 268999"/>
                <a:gd name="connsiteX1" fmla="*/ 250711 w 263685"/>
                <a:gd name="connsiteY1" fmla="*/ 142640 h 268999"/>
                <a:gd name="connsiteX2" fmla="*/ 263796 w 263685"/>
                <a:gd name="connsiteY2" fmla="*/ 134562 h 268999"/>
                <a:gd name="connsiteX3" fmla="*/ 250711 w 263685"/>
                <a:gd name="connsiteY3" fmla="*/ 126484 h 268999"/>
                <a:gd name="connsiteX4" fmla="*/ 140082 w 263685"/>
                <a:gd name="connsiteY4" fmla="*/ 126484 h 268999"/>
                <a:gd name="connsiteX5" fmla="*/ 140082 w 263685"/>
                <a:gd name="connsiteY5" fmla="*/ 13392 h 268999"/>
                <a:gd name="connsiteX6" fmla="*/ 132152 w 263685"/>
                <a:gd name="connsiteY6" fmla="*/ 63 h 268999"/>
                <a:gd name="connsiteX7" fmla="*/ 124221 w 263685"/>
                <a:gd name="connsiteY7" fmla="*/ 13392 h 268999"/>
                <a:gd name="connsiteX8" fmla="*/ 124221 w 263685"/>
                <a:gd name="connsiteY8" fmla="*/ 126484 h 268999"/>
                <a:gd name="connsiteX9" fmla="*/ 13196 w 263685"/>
                <a:gd name="connsiteY9" fmla="*/ 126484 h 268999"/>
                <a:gd name="connsiteX10" fmla="*/ 111 w 263685"/>
                <a:gd name="connsiteY10" fmla="*/ 134562 h 268999"/>
                <a:gd name="connsiteX11" fmla="*/ 13196 w 263685"/>
                <a:gd name="connsiteY11" fmla="*/ 142640 h 268999"/>
                <a:gd name="connsiteX12" fmla="*/ 124221 w 263685"/>
                <a:gd name="connsiteY12" fmla="*/ 142640 h 268999"/>
                <a:gd name="connsiteX13" fmla="*/ 124221 w 263685"/>
                <a:gd name="connsiteY13" fmla="*/ 255733 h 268999"/>
                <a:gd name="connsiteX14" fmla="*/ 132152 w 263685"/>
                <a:gd name="connsiteY14" fmla="*/ 269062 h 268999"/>
                <a:gd name="connsiteX15" fmla="*/ 140082 w 263685"/>
                <a:gd name="connsiteY15" fmla="*/ 255733 h 268999"/>
                <a:gd name="connsiteX16" fmla="*/ 140082 w 263685"/>
                <a:gd name="connsiteY16" fmla="*/ 142640 h 26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3685" h="268999">
                  <a:moveTo>
                    <a:pt x="140082" y="142640"/>
                  </a:moveTo>
                  <a:lnTo>
                    <a:pt x="250711" y="142640"/>
                  </a:lnTo>
                  <a:cubicBezTo>
                    <a:pt x="256262" y="142640"/>
                    <a:pt x="263796" y="142640"/>
                    <a:pt x="263796" y="134562"/>
                  </a:cubicBezTo>
                  <a:cubicBezTo>
                    <a:pt x="263796" y="126484"/>
                    <a:pt x="256262" y="126484"/>
                    <a:pt x="250711" y="126484"/>
                  </a:cubicBezTo>
                  <a:lnTo>
                    <a:pt x="140082" y="126484"/>
                  </a:lnTo>
                  <a:lnTo>
                    <a:pt x="140082" y="13392"/>
                  </a:lnTo>
                  <a:cubicBezTo>
                    <a:pt x="140082" y="7737"/>
                    <a:pt x="140082" y="63"/>
                    <a:pt x="132152" y="63"/>
                  </a:cubicBezTo>
                  <a:cubicBezTo>
                    <a:pt x="124221" y="63"/>
                    <a:pt x="124221" y="7737"/>
                    <a:pt x="124221" y="13392"/>
                  </a:cubicBezTo>
                  <a:lnTo>
                    <a:pt x="124221" y="126484"/>
                  </a:lnTo>
                  <a:lnTo>
                    <a:pt x="13196" y="126484"/>
                  </a:lnTo>
                  <a:cubicBezTo>
                    <a:pt x="7644" y="126484"/>
                    <a:pt x="111" y="126484"/>
                    <a:pt x="111" y="134562"/>
                  </a:cubicBezTo>
                  <a:cubicBezTo>
                    <a:pt x="111" y="142640"/>
                    <a:pt x="7644" y="142640"/>
                    <a:pt x="13196" y="142640"/>
                  </a:cubicBezTo>
                  <a:lnTo>
                    <a:pt x="124221" y="142640"/>
                  </a:lnTo>
                  <a:lnTo>
                    <a:pt x="124221" y="255733"/>
                  </a:lnTo>
                  <a:cubicBezTo>
                    <a:pt x="124221" y="261388"/>
                    <a:pt x="124221" y="269062"/>
                    <a:pt x="132152" y="269062"/>
                  </a:cubicBezTo>
                  <a:cubicBezTo>
                    <a:pt x="140082" y="269062"/>
                    <a:pt x="140082" y="261388"/>
                    <a:pt x="140082" y="255733"/>
                  </a:cubicBezTo>
                  <a:lnTo>
                    <a:pt x="140082" y="14264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7" name="Freeform: Shape 206">
              <a:extLst>
                <a:ext uri="{FF2B5EF4-FFF2-40B4-BE49-F238E27FC236}">
                  <a16:creationId xmlns:a16="http://schemas.microsoft.com/office/drawing/2014/main" id="{C6BB5206-ED17-5505-7AB6-09E88B04D323}"/>
                </a:ext>
              </a:extLst>
            </p:cNvPr>
            <p:cNvSpPr/>
            <p:nvPr>
              <p:custDataLst>
                <p:tags r:id="rId29"/>
              </p:custDataLst>
            </p:nvPr>
          </p:nvSpPr>
          <p:spPr>
            <a:xfrm>
              <a:off x="11775655" y="6882092"/>
              <a:ext cx="105870" cy="62200"/>
            </a:xfrm>
            <a:custGeom>
              <a:avLst/>
              <a:gdLst>
                <a:gd name="connsiteX0" fmla="*/ 53257 w 105870"/>
                <a:gd name="connsiteY0" fmla="*/ 60 h 62200"/>
                <a:gd name="connsiteX1" fmla="*/ 123 w 105870"/>
                <a:gd name="connsiteY1" fmla="*/ 54991 h 62200"/>
                <a:gd name="connsiteX2" fmla="*/ 7260 w 105870"/>
                <a:gd name="connsiteY2" fmla="*/ 62261 h 62200"/>
                <a:gd name="connsiteX3" fmla="*/ 53257 w 105870"/>
                <a:gd name="connsiteY3" fmla="*/ 21063 h 62200"/>
                <a:gd name="connsiteX4" fmla="*/ 98857 w 105870"/>
                <a:gd name="connsiteY4" fmla="*/ 62261 h 62200"/>
                <a:gd name="connsiteX5" fmla="*/ 105994 w 105870"/>
                <a:gd name="connsiteY5" fmla="*/ 54991 h 62200"/>
                <a:gd name="connsiteX6" fmla="*/ 53257 w 105870"/>
                <a:gd name="connsiteY6" fmla="*/ 60 h 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70" h="62200">
                  <a:moveTo>
                    <a:pt x="53257" y="60"/>
                  </a:moveTo>
                  <a:lnTo>
                    <a:pt x="123" y="54991"/>
                  </a:lnTo>
                  <a:lnTo>
                    <a:pt x="7260" y="62261"/>
                  </a:lnTo>
                  <a:lnTo>
                    <a:pt x="53257" y="21063"/>
                  </a:lnTo>
                  <a:lnTo>
                    <a:pt x="98857" y="62261"/>
                  </a:lnTo>
                  <a:lnTo>
                    <a:pt x="105994" y="54991"/>
                  </a:lnTo>
                  <a:lnTo>
                    <a:pt x="53257"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8" name="Freeform: Shape 207">
              <a:extLst>
                <a:ext uri="{FF2B5EF4-FFF2-40B4-BE49-F238E27FC236}">
                  <a16:creationId xmlns:a16="http://schemas.microsoft.com/office/drawing/2014/main" id="{C9AE6D27-320C-596F-65FC-FD1F944AAD85}"/>
                </a:ext>
              </a:extLst>
            </p:cNvPr>
            <p:cNvSpPr/>
            <p:nvPr>
              <p:custDataLst>
                <p:tags r:id="rId30"/>
              </p:custDataLst>
            </p:nvPr>
          </p:nvSpPr>
          <p:spPr>
            <a:xfrm>
              <a:off x="11639552" y="6983831"/>
              <a:ext cx="216153" cy="363512"/>
            </a:xfrm>
            <a:custGeom>
              <a:avLst/>
              <a:gdLst>
                <a:gd name="connsiteX0" fmla="*/ 216274 w 216153"/>
                <a:gd name="connsiteY0" fmla="*/ 55397 h 363512"/>
                <a:gd name="connsiteX1" fmla="*/ 162347 w 216153"/>
                <a:gd name="connsiteY1" fmla="*/ 63 h 363512"/>
                <a:gd name="connsiteX2" fmla="*/ 114368 w 216153"/>
                <a:gd name="connsiteY2" fmla="*/ 17027 h 363512"/>
                <a:gd name="connsiteX3" fmla="*/ 63217 w 216153"/>
                <a:gd name="connsiteY3" fmla="*/ 103058 h 363512"/>
                <a:gd name="connsiteX4" fmla="*/ 171 w 216153"/>
                <a:gd name="connsiteY4" fmla="*/ 359536 h 363512"/>
                <a:gd name="connsiteX5" fmla="*/ 4929 w 216153"/>
                <a:gd name="connsiteY5" fmla="*/ 363575 h 363512"/>
                <a:gd name="connsiteX6" fmla="*/ 9687 w 216153"/>
                <a:gd name="connsiteY6" fmla="*/ 361556 h 363512"/>
                <a:gd name="connsiteX7" fmla="*/ 37444 w 216153"/>
                <a:gd name="connsiteY7" fmla="*/ 250079 h 363512"/>
                <a:gd name="connsiteX8" fmla="*/ 91370 w 216153"/>
                <a:gd name="connsiteY8" fmla="*/ 289257 h 363512"/>
                <a:gd name="connsiteX9" fmla="*/ 167899 w 216153"/>
                <a:gd name="connsiteY9" fmla="*/ 257349 h 363512"/>
                <a:gd name="connsiteX10" fmla="*/ 199620 w 216153"/>
                <a:gd name="connsiteY10" fmla="*/ 183031 h 363512"/>
                <a:gd name="connsiteX11" fmla="*/ 170674 w 216153"/>
                <a:gd name="connsiteY11" fmla="*/ 122849 h 363512"/>
                <a:gd name="connsiteX12" fmla="*/ 216274 w 216153"/>
                <a:gd name="connsiteY12" fmla="*/ 55397 h 363512"/>
                <a:gd name="connsiteX13" fmla="*/ 144901 w 216153"/>
                <a:gd name="connsiteY13" fmla="*/ 122445 h 363512"/>
                <a:gd name="connsiteX14" fmla="*/ 125868 w 216153"/>
                <a:gd name="connsiteY14" fmla="*/ 125273 h 363512"/>
                <a:gd name="connsiteX15" fmla="*/ 108421 w 216153"/>
                <a:gd name="connsiteY15" fmla="*/ 123657 h 363512"/>
                <a:gd name="connsiteX16" fmla="*/ 127850 w 216153"/>
                <a:gd name="connsiteY16" fmla="*/ 120426 h 363512"/>
                <a:gd name="connsiteX17" fmla="*/ 144901 w 216153"/>
                <a:gd name="connsiteY17" fmla="*/ 122445 h 363512"/>
                <a:gd name="connsiteX18" fmla="*/ 194069 w 216153"/>
                <a:gd name="connsiteY18" fmla="*/ 46108 h 363512"/>
                <a:gd name="connsiteX19" fmla="*/ 158382 w 216153"/>
                <a:gd name="connsiteY19" fmla="*/ 115983 h 363512"/>
                <a:gd name="connsiteX20" fmla="*/ 127850 w 216153"/>
                <a:gd name="connsiteY20" fmla="*/ 111136 h 363512"/>
                <a:gd name="connsiteX21" fmla="*/ 97318 w 216153"/>
                <a:gd name="connsiteY21" fmla="*/ 124061 h 363512"/>
                <a:gd name="connsiteX22" fmla="*/ 124678 w 216153"/>
                <a:gd name="connsiteY22" fmla="*/ 134158 h 363512"/>
                <a:gd name="connsiteX23" fmla="*/ 157193 w 216153"/>
                <a:gd name="connsiteY23" fmla="*/ 128908 h 363512"/>
                <a:gd name="connsiteX24" fmla="*/ 174640 w 216153"/>
                <a:gd name="connsiteY24" fmla="*/ 174549 h 363512"/>
                <a:gd name="connsiteX25" fmla="*/ 154814 w 216153"/>
                <a:gd name="connsiteY25" fmla="*/ 244020 h 363512"/>
                <a:gd name="connsiteX26" fmla="*/ 90181 w 216153"/>
                <a:gd name="connsiteY26" fmla="*/ 280371 h 363512"/>
                <a:gd name="connsiteX27" fmla="*/ 44978 w 216153"/>
                <a:gd name="connsiteY27" fmla="*/ 228268 h 363512"/>
                <a:gd name="connsiteX28" fmla="*/ 46960 w 216153"/>
                <a:gd name="connsiteY28" fmla="*/ 210496 h 363512"/>
                <a:gd name="connsiteX29" fmla="*/ 72337 w 216153"/>
                <a:gd name="connsiteY29" fmla="*/ 108309 h 363512"/>
                <a:gd name="connsiteX30" fmla="*/ 157193 w 216153"/>
                <a:gd name="connsiteY30" fmla="*/ 9353 h 363512"/>
                <a:gd name="connsiteX31" fmla="*/ 194069 w 216153"/>
                <a:gd name="connsiteY31" fmla="*/ 46108 h 36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6153" h="363512">
                  <a:moveTo>
                    <a:pt x="216274" y="55397"/>
                  </a:moveTo>
                  <a:cubicBezTo>
                    <a:pt x="216274" y="25105"/>
                    <a:pt x="194465" y="63"/>
                    <a:pt x="162347" y="63"/>
                  </a:cubicBezTo>
                  <a:cubicBezTo>
                    <a:pt x="139349" y="63"/>
                    <a:pt x="128247" y="6525"/>
                    <a:pt x="114368" y="17027"/>
                  </a:cubicBezTo>
                  <a:cubicBezTo>
                    <a:pt x="92560" y="33183"/>
                    <a:pt x="70751" y="72361"/>
                    <a:pt x="63217" y="103058"/>
                  </a:cubicBezTo>
                  <a:lnTo>
                    <a:pt x="171" y="359536"/>
                  </a:lnTo>
                  <a:cubicBezTo>
                    <a:pt x="-226" y="361152"/>
                    <a:pt x="1757" y="363575"/>
                    <a:pt x="4929" y="363575"/>
                  </a:cubicBezTo>
                  <a:cubicBezTo>
                    <a:pt x="8101" y="363575"/>
                    <a:pt x="9291" y="362767"/>
                    <a:pt x="9687" y="361556"/>
                  </a:cubicBezTo>
                  <a:lnTo>
                    <a:pt x="37444" y="250079"/>
                  </a:lnTo>
                  <a:cubicBezTo>
                    <a:pt x="44978" y="274313"/>
                    <a:pt x="62424" y="289257"/>
                    <a:pt x="91370" y="289257"/>
                  </a:cubicBezTo>
                  <a:cubicBezTo>
                    <a:pt x="120316" y="289257"/>
                    <a:pt x="150055" y="275120"/>
                    <a:pt x="167899" y="257349"/>
                  </a:cubicBezTo>
                  <a:cubicBezTo>
                    <a:pt x="186932" y="238769"/>
                    <a:pt x="199620" y="212919"/>
                    <a:pt x="199620" y="183031"/>
                  </a:cubicBezTo>
                  <a:cubicBezTo>
                    <a:pt x="199620" y="153950"/>
                    <a:pt x="184949" y="132947"/>
                    <a:pt x="170674" y="122849"/>
                  </a:cubicBezTo>
                  <a:cubicBezTo>
                    <a:pt x="193672" y="109520"/>
                    <a:pt x="216274" y="84478"/>
                    <a:pt x="216274" y="55397"/>
                  </a:cubicBezTo>
                  <a:close/>
                  <a:moveTo>
                    <a:pt x="144901" y="122445"/>
                  </a:moveTo>
                  <a:cubicBezTo>
                    <a:pt x="139746" y="124465"/>
                    <a:pt x="135384" y="125273"/>
                    <a:pt x="125868" y="125273"/>
                  </a:cubicBezTo>
                  <a:cubicBezTo>
                    <a:pt x="120316" y="125273"/>
                    <a:pt x="112386" y="125676"/>
                    <a:pt x="108421" y="123657"/>
                  </a:cubicBezTo>
                  <a:cubicBezTo>
                    <a:pt x="109214" y="119618"/>
                    <a:pt x="123488" y="120426"/>
                    <a:pt x="127850" y="120426"/>
                  </a:cubicBezTo>
                  <a:cubicBezTo>
                    <a:pt x="136177" y="120426"/>
                    <a:pt x="139746" y="120426"/>
                    <a:pt x="144901" y="122445"/>
                  </a:cubicBezTo>
                  <a:close/>
                  <a:moveTo>
                    <a:pt x="194069" y="46108"/>
                  </a:moveTo>
                  <a:cubicBezTo>
                    <a:pt x="194069" y="74381"/>
                    <a:pt x="179001" y="103462"/>
                    <a:pt x="158382" y="115983"/>
                  </a:cubicBezTo>
                  <a:cubicBezTo>
                    <a:pt x="147676" y="111944"/>
                    <a:pt x="139746" y="111136"/>
                    <a:pt x="127850" y="111136"/>
                  </a:cubicBezTo>
                  <a:cubicBezTo>
                    <a:pt x="119523" y="111136"/>
                    <a:pt x="97318" y="110732"/>
                    <a:pt x="97318" y="124061"/>
                  </a:cubicBezTo>
                  <a:cubicBezTo>
                    <a:pt x="96922" y="135370"/>
                    <a:pt x="117541" y="134158"/>
                    <a:pt x="124678" y="134158"/>
                  </a:cubicBezTo>
                  <a:cubicBezTo>
                    <a:pt x="139349" y="134158"/>
                    <a:pt x="145297" y="133755"/>
                    <a:pt x="157193" y="128908"/>
                  </a:cubicBezTo>
                  <a:cubicBezTo>
                    <a:pt x="172260" y="143448"/>
                    <a:pt x="174243" y="155969"/>
                    <a:pt x="174640" y="174549"/>
                  </a:cubicBezTo>
                  <a:cubicBezTo>
                    <a:pt x="175433" y="197975"/>
                    <a:pt x="165916" y="228268"/>
                    <a:pt x="154814" y="244020"/>
                  </a:cubicBezTo>
                  <a:cubicBezTo>
                    <a:pt x="139349" y="265831"/>
                    <a:pt x="112782" y="280371"/>
                    <a:pt x="90181" y="280371"/>
                  </a:cubicBezTo>
                  <a:cubicBezTo>
                    <a:pt x="60045" y="280371"/>
                    <a:pt x="44978" y="256945"/>
                    <a:pt x="44978" y="228268"/>
                  </a:cubicBezTo>
                  <a:cubicBezTo>
                    <a:pt x="44978" y="224229"/>
                    <a:pt x="44978" y="218170"/>
                    <a:pt x="46960" y="210496"/>
                  </a:cubicBezTo>
                  <a:lnTo>
                    <a:pt x="72337" y="108309"/>
                  </a:lnTo>
                  <a:cubicBezTo>
                    <a:pt x="81061" y="73573"/>
                    <a:pt x="109610" y="9353"/>
                    <a:pt x="157193" y="9353"/>
                  </a:cubicBezTo>
                  <a:cubicBezTo>
                    <a:pt x="180191" y="9353"/>
                    <a:pt x="194069" y="21874"/>
                    <a:pt x="194069" y="46108"/>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09" name="Freeform: Shape 208">
              <a:extLst>
                <a:ext uri="{FF2B5EF4-FFF2-40B4-BE49-F238E27FC236}">
                  <a16:creationId xmlns:a16="http://schemas.microsoft.com/office/drawing/2014/main" id="{687A4049-A495-81CC-2D40-0632D8B46840}"/>
                </a:ext>
              </a:extLst>
            </p:cNvPr>
            <p:cNvSpPr/>
            <p:nvPr>
              <p:custDataLst>
                <p:tags r:id="rId31"/>
              </p:custDataLst>
            </p:nvPr>
          </p:nvSpPr>
          <p:spPr>
            <a:xfrm>
              <a:off x="11882243" y="7141837"/>
              <a:ext cx="101033" cy="187733"/>
            </a:xfrm>
            <a:custGeom>
              <a:avLst/>
              <a:gdLst>
                <a:gd name="connsiteX0" fmla="*/ 62856 w 101033"/>
                <a:gd name="connsiteY0" fmla="*/ 7981 h 187733"/>
                <a:gd name="connsiteX1" fmla="*/ 54529 w 101033"/>
                <a:gd name="connsiteY1" fmla="*/ 64 h 187733"/>
                <a:gd name="connsiteX2" fmla="*/ 126 w 101033"/>
                <a:gd name="connsiteY2" fmla="*/ 18159 h 187733"/>
                <a:gd name="connsiteX3" fmla="*/ 126 w 101033"/>
                <a:gd name="connsiteY3" fmla="*/ 28337 h 187733"/>
                <a:gd name="connsiteX4" fmla="*/ 40373 w 101033"/>
                <a:gd name="connsiteY4" fmla="*/ 20421 h 187733"/>
                <a:gd name="connsiteX5" fmla="*/ 40373 w 101033"/>
                <a:gd name="connsiteY5" fmla="*/ 164614 h 187733"/>
                <a:gd name="connsiteX6" fmla="*/ 12617 w 101033"/>
                <a:gd name="connsiteY6" fmla="*/ 177620 h 187733"/>
                <a:gd name="connsiteX7" fmla="*/ 2069 w 101033"/>
                <a:gd name="connsiteY7" fmla="*/ 177620 h 187733"/>
                <a:gd name="connsiteX8" fmla="*/ 2069 w 101033"/>
                <a:gd name="connsiteY8" fmla="*/ 187798 h 187733"/>
                <a:gd name="connsiteX9" fmla="*/ 51475 w 101033"/>
                <a:gd name="connsiteY9" fmla="*/ 186667 h 187733"/>
                <a:gd name="connsiteX10" fmla="*/ 101159 w 101033"/>
                <a:gd name="connsiteY10" fmla="*/ 187798 h 187733"/>
                <a:gd name="connsiteX11" fmla="*/ 101159 w 101033"/>
                <a:gd name="connsiteY11" fmla="*/ 177620 h 187733"/>
                <a:gd name="connsiteX12" fmla="*/ 90612 w 101033"/>
                <a:gd name="connsiteY12" fmla="*/ 177620 h 187733"/>
                <a:gd name="connsiteX13" fmla="*/ 62856 w 101033"/>
                <a:gd name="connsiteY13" fmla="*/ 164614 h 187733"/>
                <a:gd name="connsiteX14" fmla="*/ 62856 w 101033"/>
                <a:gd name="connsiteY14" fmla="*/ 7981 h 187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033" h="187733">
                  <a:moveTo>
                    <a:pt x="62856" y="7981"/>
                  </a:moveTo>
                  <a:cubicBezTo>
                    <a:pt x="62856" y="347"/>
                    <a:pt x="62300" y="64"/>
                    <a:pt x="54529" y="64"/>
                  </a:cubicBezTo>
                  <a:cubicBezTo>
                    <a:pt x="36765" y="17876"/>
                    <a:pt x="11506" y="18159"/>
                    <a:pt x="126" y="18159"/>
                  </a:cubicBezTo>
                  <a:lnTo>
                    <a:pt x="126" y="28337"/>
                  </a:lnTo>
                  <a:cubicBezTo>
                    <a:pt x="6788" y="28337"/>
                    <a:pt x="25107" y="28337"/>
                    <a:pt x="40373" y="20421"/>
                  </a:cubicBezTo>
                  <a:lnTo>
                    <a:pt x="40373" y="164614"/>
                  </a:lnTo>
                  <a:cubicBezTo>
                    <a:pt x="40373" y="173944"/>
                    <a:pt x="40373" y="177620"/>
                    <a:pt x="12617" y="177620"/>
                  </a:cubicBezTo>
                  <a:lnTo>
                    <a:pt x="2069" y="177620"/>
                  </a:lnTo>
                  <a:lnTo>
                    <a:pt x="2069" y="187798"/>
                  </a:lnTo>
                  <a:cubicBezTo>
                    <a:pt x="7065" y="187515"/>
                    <a:pt x="41206" y="186667"/>
                    <a:pt x="51475" y="186667"/>
                  </a:cubicBezTo>
                  <a:cubicBezTo>
                    <a:pt x="60080" y="186667"/>
                    <a:pt x="95053" y="187515"/>
                    <a:pt x="101159" y="187798"/>
                  </a:cubicBezTo>
                  <a:lnTo>
                    <a:pt x="101159" y="177620"/>
                  </a:lnTo>
                  <a:lnTo>
                    <a:pt x="90612" y="177620"/>
                  </a:lnTo>
                  <a:cubicBezTo>
                    <a:pt x="62856" y="177620"/>
                    <a:pt x="62856" y="173944"/>
                    <a:pt x="62856" y="164614"/>
                  </a:cubicBezTo>
                  <a:lnTo>
                    <a:pt x="62856" y="7981"/>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0" name="Freeform: Shape 209">
              <a:extLst>
                <a:ext uri="{FF2B5EF4-FFF2-40B4-BE49-F238E27FC236}">
                  <a16:creationId xmlns:a16="http://schemas.microsoft.com/office/drawing/2014/main" id="{76FF39B8-B432-E764-0081-B9F8DA3CAAE8}"/>
                </a:ext>
              </a:extLst>
            </p:cNvPr>
            <p:cNvSpPr/>
            <p:nvPr>
              <p:custDataLst>
                <p:tags r:id="rId32"/>
              </p:custDataLst>
            </p:nvPr>
          </p:nvSpPr>
          <p:spPr>
            <a:xfrm>
              <a:off x="12041371" y="7090461"/>
              <a:ext cx="197466" cy="182967"/>
            </a:xfrm>
            <a:custGeom>
              <a:avLst/>
              <a:gdLst>
                <a:gd name="connsiteX0" fmla="*/ 121069 w 197466"/>
                <a:gd name="connsiteY0" fmla="*/ 56609 h 182967"/>
                <a:gd name="connsiteX1" fmla="*/ 160325 w 197466"/>
                <a:gd name="connsiteY1" fmla="*/ 8949 h 182967"/>
                <a:gd name="connsiteX2" fmla="*/ 180151 w 197466"/>
                <a:gd name="connsiteY2" fmla="*/ 14199 h 182967"/>
                <a:gd name="connsiteX3" fmla="*/ 161118 w 197466"/>
                <a:gd name="connsiteY3" fmla="*/ 36010 h 182967"/>
                <a:gd name="connsiteX4" fmla="*/ 176185 w 197466"/>
                <a:gd name="connsiteY4" fmla="*/ 50147 h 182967"/>
                <a:gd name="connsiteX5" fmla="*/ 197597 w 197466"/>
                <a:gd name="connsiteY5" fmla="*/ 26720 h 182967"/>
                <a:gd name="connsiteX6" fmla="*/ 160721 w 197466"/>
                <a:gd name="connsiteY6" fmla="*/ 63 h 182967"/>
                <a:gd name="connsiteX7" fmla="*/ 119087 w 197466"/>
                <a:gd name="connsiteY7" fmla="*/ 30759 h 182967"/>
                <a:gd name="connsiteX8" fmla="*/ 76262 w 197466"/>
                <a:gd name="connsiteY8" fmla="*/ 63 h 182967"/>
                <a:gd name="connsiteX9" fmla="*/ 12423 w 197466"/>
                <a:gd name="connsiteY9" fmla="*/ 62264 h 182967"/>
                <a:gd name="connsiteX10" fmla="*/ 17181 w 197466"/>
                <a:gd name="connsiteY10" fmla="*/ 66303 h 182967"/>
                <a:gd name="connsiteX11" fmla="*/ 22336 w 197466"/>
                <a:gd name="connsiteY11" fmla="*/ 61860 h 182967"/>
                <a:gd name="connsiteX12" fmla="*/ 75469 w 197466"/>
                <a:gd name="connsiteY12" fmla="*/ 8949 h 182967"/>
                <a:gd name="connsiteX13" fmla="*/ 96881 w 197466"/>
                <a:gd name="connsiteY13" fmla="*/ 36010 h 182967"/>
                <a:gd name="connsiteX14" fmla="*/ 75469 w 197466"/>
                <a:gd name="connsiteY14" fmla="*/ 132139 h 182967"/>
                <a:gd name="connsiteX15" fmla="*/ 37800 w 197466"/>
                <a:gd name="connsiteY15" fmla="*/ 174145 h 182967"/>
                <a:gd name="connsiteX16" fmla="*/ 17974 w 197466"/>
                <a:gd name="connsiteY16" fmla="*/ 168894 h 182967"/>
                <a:gd name="connsiteX17" fmla="*/ 36610 w 197466"/>
                <a:gd name="connsiteY17" fmla="*/ 147083 h 182967"/>
                <a:gd name="connsiteX18" fmla="*/ 21939 w 197466"/>
                <a:gd name="connsiteY18" fmla="*/ 132947 h 182967"/>
                <a:gd name="connsiteX19" fmla="*/ 131 w 197466"/>
                <a:gd name="connsiteY19" fmla="*/ 156373 h 182967"/>
                <a:gd name="connsiteX20" fmla="*/ 37403 w 197466"/>
                <a:gd name="connsiteY20" fmla="*/ 183031 h 182967"/>
                <a:gd name="connsiteX21" fmla="*/ 79038 w 197466"/>
                <a:gd name="connsiteY21" fmla="*/ 152334 h 182967"/>
                <a:gd name="connsiteX22" fmla="*/ 121862 w 197466"/>
                <a:gd name="connsiteY22" fmla="*/ 183031 h 182967"/>
                <a:gd name="connsiteX23" fmla="*/ 185305 w 197466"/>
                <a:gd name="connsiteY23" fmla="*/ 120830 h 182967"/>
                <a:gd name="connsiteX24" fmla="*/ 180547 w 197466"/>
                <a:gd name="connsiteY24" fmla="*/ 116791 h 182967"/>
                <a:gd name="connsiteX25" fmla="*/ 175392 w 197466"/>
                <a:gd name="connsiteY25" fmla="*/ 121234 h 182967"/>
                <a:gd name="connsiteX26" fmla="*/ 122655 w 197466"/>
                <a:gd name="connsiteY26" fmla="*/ 174145 h 182967"/>
                <a:gd name="connsiteX27" fmla="*/ 100847 w 197466"/>
                <a:gd name="connsiteY27" fmla="*/ 147487 h 182967"/>
                <a:gd name="connsiteX28" fmla="*/ 107587 w 197466"/>
                <a:gd name="connsiteY28" fmla="*/ 111944 h 182967"/>
                <a:gd name="connsiteX29" fmla="*/ 121069 w 197466"/>
                <a:gd name="connsiteY29" fmla="*/ 56609 h 18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97466" h="182967">
                  <a:moveTo>
                    <a:pt x="121069" y="56609"/>
                  </a:moveTo>
                  <a:cubicBezTo>
                    <a:pt x="123448" y="46108"/>
                    <a:pt x="132568" y="8949"/>
                    <a:pt x="160325" y="8949"/>
                  </a:cubicBezTo>
                  <a:cubicBezTo>
                    <a:pt x="162307" y="8949"/>
                    <a:pt x="171824" y="8949"/>
                    <a:pt x="180151" y="14199"/>
                  </a:cubicBezTo>
                  <a:cubicBezTo>
                    <a:pt x="169048" y="16219"/>
                    <a:pt x="161118" y="26316"/>
                    <a:pt x="161118" y="36010"/>
                  </a:cubicBezTo>
                  <a:cubicBezTo>
                    <a:pt x="161118" y="42473"/>
                    <a:pt x="165479" y="50147"/>
                    <a:pt x="176185" y="50147"/>
                  </a:cubicBezTo>
                  <a:cubicBezTo>
                    <a:pt x="184909" y="50147"/>
                    <a:pt x="197597" y="42876"/>
                    <a:pt x="197597" y="26720"/>
                  </a:cubicBezTo>
                  <a:cubicBezTo>
                    <a:pt x="197597" y="5717"/>
                    <a:pt x="174203" y="63"/>
                    <a:pt x="160721" y="63"/>
                  </a:cubicBezTo>
                  <a:cubicBezTo>
                    <a:pt x="137723" y="63"/>
                    <a:pt x="123845" y="21470"/>
                    <a:pt x="119087" y="30759"/>
                  </a:cubicBezTo>
                  <a:cubicBezTo>
                    <a:pt x="109174" y="4102"/>
                    <a:pt x="87761" y="63"/>
                    <a:pt x="76262" y="63"/>
                  </a:cubicBezTo>
                  <a:cubicBezTo>
                    <a:pt x="35024" y="63"/>
                    <a:pt x="12423" y="52166"/>
                    <a:pt x="12423" y="62264"/>
                  </a:cubicBezTo>
                  <a:cubicBezTo>
                    <a:pt x="12423" y="66303"/>
                    <a:pt x="16388" y="66303"/>
                    <a:pt x="17181" y="66303"/>
                  </a:cubicBezTo>
                  <a:cubicBezTo>
                    <a:pt x="20353" y="66303"/>
                    <a:pt x="21543" y="65495"/>
                    <a:pt x="22336" y="61860"/>
                  </a:cubicBezTo>
                  <a:cubicBezTo>
                    <a:pt x="35817" y="19046"/>
                    <a:pt x="61988" y="8949"/>
                    <a:pt x="75469" y="8949"/>
                  </a:cubicBezTo>
                  <a:cubicBezTo>
                    <a:pt x="83003" y="8949"/>
                    <a:pt x="96881" y="12584"/>
                    <a:pt x="96881" y="36010"/>
                  </a:cubicBezTo>
                  <a:cubicBezTo>
                    <a:pt x="96881" y="48531"/>
                    <a:pt x="90141" y="75593"/>
                    <a:pt x="75469" y="132139"/>
                  </a:cubicBezTo>
                  <a:cubicBezTo>
                    <a:pt x="69125" y="157181"/>
                    <a:pt x="55247" y="174145"/>
                    <a:pt x="37800" y="174145"/>
                  </a:cubicBezTo>
                  <a:cubicBezTo>
                    <a:pt x="35421" y="174145"/>
                    <a:pt x="26301" y="174145"/>
                    <a:pt x="17974" y="168894"/>
                  </a:cubicBezTo>
                  <a:cubicBezTo>
                    <a:pt x="27887" y="166875"/>
                    <a:pt x="36610" y="158393"/>
                    <a:pt x="36610" y="147083"/>
                  </a:cubicBezTo>
                  <a:cubicBezTo>
                    <a:pt x="36610" y="136178"/>
                    <a:pt x="27887" y="132947"/>
                    <a:pt x="21939" y="132947"/>
                  </a:cubicBezTo>
                  <a:cubicBezTo>
                    <a:pt x="10044" y="132947"/>
                    <a:pt x="131" y="143448"/>
                    <a:pt x="131" y="156373"/>
                  </a:cubicBezTo>
                  <a:cubicBezTo>
                    <a:pt x="131" y="174953"/>
                    <a:pt x="19957" y="183031"/>
                    <a:pt x="37403" y="183031"/>
                  </a:cubicBezTo>
                  <a:cubicBezTo>
                    <a:pt x="63574" y="183031"/>
                    <a:pt x="77848" y="154757"/>
                    <a:pt x="79038" y="152334"/>
                  </a:cubicBezTo>
                  <a:cubicBezTo>
                    <a:pt x="83796" y="167278"/>
                    <a:pt x="98071" y="183031"/>
                    <a:pt x="121862" y="183031"/>
                  </a:cubicBezTo>
                  <a:cubicBezTo>
                    <a:pt x="162704" y="183031"/>
                    <a:pt x="185305" y="130927"/>
                    <a:pt x="185305" y="120830"/>
                  </a:cubicBezTo>
                  <a:cubicBezTo>
                    <a:pt x="185305" y="116791"/>
                    <a:pt x="181737" y="116791"/>
                    <a:pt x="180547" y="116791"/>
                  </a:cubicBezTo>
                  <a:cubicBezTo>
                    <a:pt x="176978" y="116791"/>
                    <a:pt x="176185" y="118406"/>
                    <a:pt x="175392" y="121234"/>
                  </a:cubicBezTo>
                  <a:cubicBezTo>
                    <a:pt x="162307" y="164451"/>
                    <a:pt x="135344" y="174145"/>
                    <a:pt x="122655" y="174145"/>
                  </a:cubicBezTo>
                  <a:cubicBezTo>
                    <a:pt x="107191" y="174145"/>
                    <a:pt x="100847" y="161220"/>
                    <a:pt x="100847" y="147487"/>
                  </a:cubicBezTo>
                  <a:cubicBezTo>
                    <a:pt x="100847" y="138601"/>
                    <a:pt x="103226" y="129716"/>
                    <a:pt x="107587" y="111944"/>
                  </a:cubicBezTo>
                  <a:lnTo>
                    <a:pt x="121069" y="5660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211" name="Freeform: Shape 210">
              <a:extLst>
                <a:ext uri="{FF2B5EF4-FFF2-40B4-BE49-F238E27FC236}">
                  <a16:creationId xmlns:a16="http://schemas.microsoft.com/office/drawing/2014/main" id="{BC85712C-58B8-E65C-8511-5F09D22092FE}"/>
                </a:ext>
              </a:extLst>
            </p:cNvPr>
            <p:cNvSpPr/>
            <p:nvPr>
              <p:custDataLst>
                <p:tags r:id="rId33"/>
              </p:custDataLst>
            </p:nvPr>
          </p:nvSpPr>
          <p:spPr>
            <a:xfrm>
              <a:off x="12269540" y="7142120"/>
              <a:ext cx="84101" cy="190278"/>
            </a:xfrm>
            <a:custGeom>
              <a:avLst/>
              <a:gdLst>
                <a:gd name="connsiteX0" fmla="*/ 77021 w 84101"/>
                <a:gd name="connsiteY0" fmla="*/ 10808 h 190278"/>
                <a:gd name="connsiteX1" fmla="*/ 65919 w 84101"/>
                <a:gd name="connsiteY1" fmla="*/ 64 h 190278"/>
                <a:gd name="connsiteX2" fmla="*/ 50375 w 84101"/>
                <a:gd name="connsiteY2" fmla="*/ 15614 h 190278"/>
                <a:gd name="connsiteX3" fmla="*/ 61478 w 84101"/>
                <a:gd name="connsiteY3" fmla="*/ 26358 h 190278"/>
                <a:gd name="connsiteX4" fmla="*/ 77021 w 84101"/>
                <a:gd name="connsiteY4" fmla="*/ 10808 h 190278"/>
                <a:gd name="connsiteX5" fmla="*/ 20398 w 84101"/>
                <a:gd name="connsiteY5" fmla="*/ 154436 h 190278"/>
                <a:gd name="connsiteX6" fmla="*/ 17900 w 84101"/>
                <a:gd name="connsiteY6" fmla="*/ 166311 h 190278"/>
                <a:gd name="connsiteX7" fmla="*/ 44269 w 84101"/>
                <a:gd name="connsiteY7" fmla="*/ 190343 h 190278"/>
                <a:gd name="connsiteX8" fmla="*/ 84238 w 84101"/>
                <a:gd name="connsiteY8" fmla="*/ 147085 h 190278"/>
                <a:gd name="connsiteX9" fmla="*/ 79797 w 84101"/>
                <a:gd name="connsiteY9" fmla="*/ 143409 h 190278"/>
                <a:gd name="connsiteX10" fmla="*/ 74523 w 84101"/>
                <a:gd name="connsiteY10" fmla="*/ 148216 h 190278"/>
                <a:gd name="connsiteX11" fmla="*/ 45102 w 84101"/>
                <a:gd name="connsiteY11" fmla="*/ 182426 h 190278"/>
                <a:gd name="connsiteX12" fmla="*/ 38163 w 84101"/>
                <a:gd name="connsiteY12" fmla="*/ 172531 h 190278"/>
                <a:gd name="connsiteX13" fmla="*/ 42604 w 84101"/>
                <a:gd name="connsiteY13" fmla="*/ 154436 h 190278"/>
                <a:gd name="connsiteX14" fmla="*/ 51486 w 84101"/>
                <a:gd name="connsiteY14" fmla="*/ 131817 h 190278"/>
                <a:gd name="connsiteX15" fmla="*/ 65086 w 84101"/>
                <a:gd name="connsiteY15" fmla="*/ 95910 h 190278"/>
                <a:gd name="connsiteX16" fmla="*/ 66752 w 84101"/>
                <a:gd name="connsiteY16" fmla="*/ 86863 h 190278"/>
                <a:gd name="connsiteX17" fmla="*/ 40383 w 84101"/>
                <a:gd name="connsiteY17" fmla="*/ 62831 h 190278"/>
                <a:gd name="connsiteX18" fmla="*/ 136 w 84101"/>
                <a:gd name="connsiteY18" fmla="*/ 106089 h 190278"/>
                <a:gd name="connsiteX19" fmla="*/ 4855 w 84101"/>
                <a:gd name="connsiteY19" fmla="*/ 109764 h 190278"/>
                <a:gd name="connsiteX20" fmla="*/ 9851 w 84101"/>
                <a:gd name="connsiteY20" fmla="*/ 105240 h 190278"/>
                <a:gd name="connsiteX21" fmla="*/ 39550 w 84101"/>
                <a:gd name="connsiteY21" fmla="*/ 70747 h 190278"/>
                <a:gd name="connsiteX22" fmla="*/ 46489 w 84101"/>
                <a:gd name="connsiteY22" fmla="*/ 80643 h 190278"/>
                <a:gd name="connsiteX23" fmla="*/ 37885 w 84101"/>
                <a:gd name="connsiteY23" fmla="*/ 108916 h 190278"/>
                <a:gd name="connsiteX24" fmla="*/ 20398 w 84101"/>
                <a:gd name="connsiteY24" fmla="*/ 154436 h 19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4101" h="190278">
                  <a:moveTo>
                    <a:pt x="77021" y="10808"/>
                  </a:moveTo>
                  <a:cubicBezTo>
                    <a:pt x="77021" y="6284"/>
                    <a:pt x="73691" y="64"/>
                    <a:pt x="65919" y="64"/>
                  </a:cubicBezTo>
                  <a:cubicBezTo>
                    <a:pt x="58425" y="64"/>
                    <a:pt x="50375" y="7415"/>
                    <a:pt x="50375" y="15614"/>
                  </a:cubicBezTo>
                  <a:cubicBezTo>
                    <a:pt x="50375" y="20421"/>
                    <a:pt x="53984" y="26358"/>
                    <a:pt x="61478" y="26358"/>
                  </a:cubicBezTo>
                  <a:cubicBezTo>
                    <a:pt x="69527" y="26358"/>
                    <a:pt x="77021" y="18442"/>
                    <a:pt x="77021" y="10808"/>
                  </a:cubicBezTo>
                  <a:close/>
                  <a:moveTo>
                    <a:pt x="20398" y="154436"/>
                  </a:moveTo>
                  <a:cubicBezTo>
                    <a:pt x="19288" y="158111"/>
                    <a:pt x="17900" y="161504"/>
                    <a:pt x="17900" y="166311"/>
                  </a:cubicBezTo>
                  <a:cubicBezTo>
                    <a:pt x="17900" y="179599"/>
                    <a:pt x="29003" y="190343"/>
                    <a:pt x="44269" y="190343"/>
                  </a:cubicBezTo>
                  <a:cubicBezTo>
                    <a:pt x="72025" y="190343"/>
                    <a:pt x="84238" y="151326"/>
                    <a:pt x="84238" y="147085"/>
                  </a:cubicBezTo>
                  <a:cubicBezTo>
                    <a:pt x="84238" y="143409"/>
                    <a:pt x="80630" y="143409"/>
                    <a:pt x="79797" y="143409"/>
                  </a:cubicBezTo>
                  <a:cubicBezTo>
                    <a:pt x="75911" y="143409"/>
                    <a:pt x="75634" y="145106"/>
                    <a:pt x="74523" y="148216"/>
                  </a:cubicBezTo>
                  <a:cubicBezTo>
                    <a:pt x="68139" y="170834"/>
                    <a:pt x="55927" y="182426"/>
                    <a:pt x="45102" y="182426"/>
                  </a:cubicBezTo>
                  <a:cubicBezTo>
                    <a:pt x="39550" y="182426"/>
                    <a:pt x="38163" y="178751"/>
                    <a:pt x="38163" y="172531"/>
                  </a:cubicBezTo>
                  <a:cubicBezTo>
                    <a:pt x="38163" y="166028"/>
                    <a:pt x="40105" y="160656"/>
                    <a:pt x="42604" y="154436"/>
                  </a:cubicBezTo>
                  <a:cubicBezTo>
                    <a:pt x="45379" y="146802"/>
                    <a:pt x="48432" y="139168"/>
                    <a:pt x="51486" y="131817"/>
                  </a:cubicBezTo>
                  <a:cubicBezTo>
                    <a:pt x="53984" y="125032"/>
                    <a:pt x="63976" y="99303"/>
                    <a:pt x="65086" y="95910"/>
                  </a:cubicBezTo>
                  <a:cubicBezTo>
                    <a:pt x="65919" y="93083"/>
                    <a:pt x="66752" y="89690"/>
                    <a:pt x="66752" y="86863"/>
                  </a:cubicBezTo>
                  <a:cubicBezTo>
                    <a:pt x="66752" y="73575"/>
                    <a:pt x="55649" y="62831"/>
                    <a:pt x="40383" y="62831"/>
                  </a:cubicBezTo>
                  <a:cubicBezTo>
                    <a:pt x="12904" y="62831"/>
                    <a:pt x="136" y="101282"/>
                    <a:pt x="136" y="106089"/>
                  </a:cubicBezTo>
                  <a:cubicBezTo>
                    <a:pt x="136" y="109764"/>
                    <a:pt x="4022" y="109764"/>
                    <a:pt x="4855" y="109764"/>
                  </a:cubicBezTo>
                  <a:cubicBezTo>
                    <a:pt x="8741" y="109764"/>
                    <a:pt x="9018" y="108351"/>
                    <a:pt x="9851" y="105240"/>
                  </a:cubicBezTo>
                  <a:cubicBezTo>
                    <a:pt x="17068" y="80926"/>
                    <a:pt x="29280" y="70747"/>
                    <a:pt x="39550" y="70747"/>
                  </a:cubicBezTo>
                  <a:cubicBezTo>
                    <a:pt x="43991" y="70747"/>
                    <a:pt x="46489" y="73009"/>
                    <a:pt x="46489" y="80643"/>
                  </a:cubicBezTo>
                  <a:cubicBezTo>
                    <a:pt x="46489" y="87146"/>
                    <a:pt x="44824" y="91387"/>
                    <a:pt x="37885" y="108916"/>
                  </a:cubicBezTo>
                  <a:lnTo>
                    <a:pt x="20398" y="154436"/>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cxnSp>
        <p:nvCxnSpPr>
          <p:cNvPr id="216" name="Connector: Elbow 215">
            <a:extLst>
              <a:ext uri="{FF2B5EF4-FFF2-40B4-BE49-F238E27FC236}">
                <a16:creationId xmlns:a16="http://schemas.microsoft.com/office/drawing/2014/main" id="{0286D43C-6D56-400E-0B3F-4130293F8531}"/>
              </a:ext>
            </a:extLst>
          </p:cNvPr>
          <p:cNvCxnSpPr>
            <a:cxnSpLocks/>
          </p:cNvCxnSpPr>
          <p:nvPr/>
        </p:nvCxnSpPr>
        <p:spPr>
          <a:xfrm>
            <a:off x="6479362" y="3253604"/>
            <a:ext cx="1698060" cy="613537"/>
          </a:xfrm>
          <a:prstGeom prst="bentConnector3">
            <a:avLst>
              <a:gd name="adj1" fmla="val 50000"/>
            </a:avLst>
          </a:prstGeom>
          <a:ln w="12700">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395" name="Group 394">
            <a:extLst>
              <a:ext uri="{FF2B5EF4-FFF2-40B4-BE49-F238E27FC236}">
                <a16:creationId xmlns:a16="http://schemas.microsoft.com/office/drawing/2014/main" id="{B438590C-5132-A324-0314-A57C640E6423}"/>
              </a:ext>
            </a:extLst>
          </p:cNvPr>
          <p:cNvGrpSpPr/>
          <p:nvPr/>
        </p:nvGrpSpPr>
        <p:grpSpPr>
          <a:xfrm>
            <a:off x="6033093" y="3536330"/>
            <a:ext cx="3752030" cy="664796"/>
            <a:chOff x="6033093" y="3536330"/>
            <a:chExt cx="3752030" cy="664796"/>
          </a:xfrm>
        </p:grpSpPr>
        <p:cxnSp>
          <p:nvCxnSpPr>
            <p:cNvPr id="62" name="Connector: Elbow 61">
              <a:extLst>
                <a:ext uri="{FF2B5EF4-FFF2-40B4-BE49-F238E27FC236}">
                  <a16:creationId xmlns:a16="http://schemas.microsoft.com/office/drawing/2014/main" id="{B2B2121A-0C39-87E8-9874-CE896679B0B4}"/>
                </a:ext>
              </a:extLst>
            </p:cNvPr>
            <p:cNvCxnSpPr>
              <a:cxnSpLocks/>
              <a:stCxn id="51" idx="3"/>
              <a:endCxn id="193" idx="1"/>
            </p:cNvCxnSpPr>
            <p:nvPr/>
          </p:nvCxnSpPr>
          <p:spPr>
            <a:xfrm>
              <a:off x="6033093" y="3536330"/>
              <a:ext cx="2144329" cy="533991"/>
            </a:xfrm>
            <a:prstGeom prst="bentConnector3">
              <a:avLst>
                <a:gd name="adj1" fmla="val 50000"/>
              </a:avLst>
            </a:prstGeom>
            <a:ln w="12700">
              <a:solidFill>
                <a:schemeClr val="bg1">
                  <a:lumMod val="8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93" name="TextBox 192">
              <a:extLst>
                <a:ext uri="{FF2B5EF4-FFF2-40B4-BE49-F238E27FC236}">
                  <a16:creationId xmlns:a16="http://schemas.microsoft.com/office/drawing/2014/main" id="{2BCD590A-4F93-2B70-2EBA-E5E4F3BD90DF}"/>
                </a:ext>
              </a:extLst>
            </p:cNvPr>
            <p:cNvSpPr txBox="1"/>
            <p:nvPr/>
          </p:nvSpPr>
          <p:spPr>
            <a:xfrm>
              <a:off x="8177422" y="3939516"/>
              <a:ext cx="1157112" cy="261610"/>
            </a:xfrm>
            <a:prstGeom prst="rect">
              <a:avLst/>
            </a:prstGeom>
            <a:noFill/>
          </p:spPr>
          <p:txBody>
            <a:bodyPr wrap="square">
              <a:spAutoFit/>
            </a:bodyPr>
            <a:lstStyle/>
            <a:p>
              <a:r>
                <a:rPr lang="en-US" sz="1050"/>
                <a:t>Residual</a:t>
              </a:r>
              <a:endParaRPr lang="en-US" sz="1050" b="1">
                <a:solidFill>
                  <a:srgbClr val="FF0000"/>
                </a:solidFill>
              </a:endParaRPr>
            </a:p>
          </p:txBody>
        </p:sp>
        <p:grpSp>
          <p:nvGrpSpPr>
            <p:cNvPr id="378" name="Group 377" descr="\documentclass{article}&#10;\usepackage{amsmath}&#10;\pagestyle{empty}&#10;\begin{document}&#10;&#10;&#10;$ \hat{u}_i = y_i -\hat{y}_i $&#10;\end{document}" title="IguanaTex Shape Display">
              <a:extLst>
                <a:ext uri="{FF2B5EF4-FFF2-40B4-BE49-F238E27FC236}">
                  <a16:creationId xmlns:a16="http://schemas.microsoft.com/office/drawing/2014/main" id="{58DF0525-5629-98A1-7A11-42C8CF32CA18}"/>
                </a:ext>
              </a:extLst>
            </p:cNvPr>
            <p:cNvGrpSpPr>
              <a:grpSpLocks noChangeAspect="1"/>
            </p:cNvGrpSpPr>
            <p:nvPr>
              <p:custDataLst>
                <p:tags r:id="rId10"/>
              </p:custDataLst>
            </p:nvPr>
          </p:nvGrpSpPr>
          <p:grpSpPr>
            <a:xfrm>
              <a:off x="8852069" y="3973719"/>
              <a:ext cx="933054" cy="167248"/>
              <a:chOff x="10296984" y="4954528"/>
              <a:chExt cx="933054" cy="167248"/>
            </a:xfrm>
          </p:grpSpPr>
          <p:sp>
            <p:nvSpPr>
              <p:cNvPr id="368" name="Freeform: Shape 367">
                <a:extLst>
                  <a:ext uri="{FF2B5EF4-FFF2-40B4-BE49-F238E27FC236}">
                    <a16:creationId xmlns:a16="http://schemas.microsoft.com/office/drawing/2014/main" id="{DBF880B2-A1CB-C9A3-E248-A37774141BF9}"/>
                  </a:ext>
                </a:extLst>
              </p:cNvPr>
              <p:cNvSpPr/>
              <p:nvPr>
                <p:custDataLst>
                  <p:tags r:id="rId11"/>
                </p:custDataLst>
              </p:nvPr>
            </p:nvSpPr>
            <p:spPr>
              <a:xfrm>
                <a:off x="10325218" y="4954528"/>
                <a:ext cx="49920" cy="28649"/>
              </a:xfrm>
              <a:custGeom>
                <a:avLst/>
                <a:gdLst>
                  <a:gd name="csX0" fmla="*/ 25131 w 49920"/>
                  <a:gd name="csY0" fmla="*/ 63 h 28649"/>
                  <a:gd name="csX1" fmla="*/ 77 w 49920"/>
                  <a:gd name="csY1" fmla="*/ 25364 h 28649"/>
                  <a:gd name="csX2" fmla="*/ 3443 w 49920"/>
                  <a:gd name="csY2" fmla="*/ 28713 h 28649"/>
                  <a:gd name="csX3" fmla="*/ 25131 w 49920"/>
                  <a:gd name="csY3" fmla="*/ 9737 h 28649"/>
                  <a:gd name="csX4" fmla="*/ 46633 w 49920"/>
                  <a:gd name="csY4" fmla="*/ 28713 h 28649"/>
                  <a:gd name="csX5" fmla="*/ 49998 w 49920"/>
                  <a:gd name="csY5" fmla="*/ 25364 h 28649"/>
                  <a:gd name="csX6" fmla="*/ 25131 w 49920"/>
                  <a:gd name="csY6" fmla="*/ 63 h 286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920" h="28649">
                    <a:moveTo>
                      <a:pt x="25131" y="63"/>
                    </a:moveTo>
                    <a:lnTo>
                      <a:pt x="77" y="25364"/>
                    </a:lnTo>
                    <a:lnTo>
                      <a:pt x="3443" y="28713"/>
                    </a:lnTo>
                    <a:lnTo>
                      <a:pt x="25131" y="9737"/>
                    </a:lnTo>
                    <a:lnTo>
                      <a:pt x="46633" y="28713"/>
                    </a:lnTo>
                    <a:lnTo>
                      <a:pt x="49998" y="25364"/>
                    </a:lnTo>
                    <a:lnTo>
                      <a:pt x="25131" y="63"/>
                    </a:lnTo>
                    <a:close/>
                  </a:path>
                </a:pathLst>
              </a:custGeom>
              <a:solidFill>
                <a:schemeClr val="tx1"/>
              </a:solidFill>
              <a:ln w="22911" cap="flat">
                <a:noFill/>
                <a:prstDash val="solid"/>
                <a:miter/>
              </a:ln>
            </p:spPr>
            <p:txBody>
              <a:bodyPr/>
              <a:lstStyle/>
              <a:p>
                <a:endParaRPr lang="en-US"/>
              </a:p>
            </p:txBody>
          </p:sp>
          <p:sp>
            <p:nvSpPr>
              <p:cNvPr id="369" name="Freeform: Shape 368">
                <a:extLst>
                  <a:ext uri="{FF2B5EF4-FFF2-40B4-BE49-F238E27FC236}">
                    <a16:creationId xmlns:a16="http://schemas.microsoft.com/office/drawing/2014/main" id="{AE335C17-B734-D8FA-C591-B1FE77DE8F06}"/>
                  </a:ext>
                </a:extLst>
              </p:cNvPr>
              <p:cNvSpPr/>
              <p:nvPr>
                <p:custDataLst>
                  <p:tags r:id="rId12"/>
                </p:custDataLst>
              </p:nvPr>
            </p:nvSpPr>
            <p:spPr>
              <a:xfrm>
                <a:off x="10296984" y="5001410"/>
                <a:ext cx="96102" cy="84275"/>
              </a:xfrm>
              <a:custGeom>
                <a:avLst/>
                <a:gdLst>
                  <a:gd name="csX0" fmla="*/ 60094 w 96102"/>
                  <a:gd name="csY0" fmla="*/ 71873 h 84275"/>
                  <a:gd name="csX1" fmla="*/ 76734 w 96102"/>
                  <a:gd name="csY1" fmla="*/ 84338 h 84275"/>
                  <a:gd name="csX2" fmla="*/ 90570 w 96102"/>
                  <a:gd name="csY2" fmla="*/ 74106 h 84275"/>
                  <a:gd name="csX3" fmla="*/ 96179 w 96102"/>
                  <a:gd name="csY3" fmla="*/ 55688 h 84275"/>
                  <a:gd name="csX4" fmla="*/ 93935 w 96102"/>
                  <a:gd name="csY4" fmla="*/ 53828 h 84275"/>
                  <a:gd name="csX5" fmla="*/ 91318 w 96102"/>
                  <a:gd name="csY5" fmla="*/ 57176 h 84275"/>
                  <a:gd name="csX6" fmla="*/ 77295 w 96102"/>
                  <a:gd name="csY6" fmla="*/ 80245 h 84275"/>
                  <a:gd name="csX7" fmla="*/ 71499 w 96102"/>
                  <a:gd name="csY7" fmla="*/ 71687 h 84275"/>
                  <a:gd name="csX8" fmla="*/ 75238 w 96102"/>
                  <a:gd name="csY8" fmla="*/ 52339 h 84275"/>
                  <a:gd name="csX9" fmla="*/ 80473 w 96102"/>
                  <a:gd name="csY9" fmla="*/ 32247 h 84275"/>
                  <a:gd name="csX10" fmla="*/ 83652 w 96102"/>
                  <a:gd name="csY10" fmla="*/ 19597 h 84275"/>
                  <a:gd name="csX11" fmla="*/ 86457 w 96102"/>
                  <a:gd name="csY11" fmla="*/ 7132 h 84275"/>
                  <a:gd name="csX12" fmla="*/ 81034 w 96102"/>
                  <a:gd name="csY12" fmla="*/ 2109 h 84275"/>
                  <a:gd name="csX13" fmla="*/ 73743 w 96102"/>
                  <a:gd name="csY13" fmla="*/ 8621 h 84275"/>
                  <a:gd name="csX14" fmla="*/ 59720 w 96102"/>
                  <a:gd name="csY14" fmla="*/ 64618 h 84275"/>
                  <a:gd name="csX15" fmla="*/ 38405 w 96102"/>
                  <a:gd name="csY15" fmla="*/ 80245 h 84275"/>
                  <a:gd name="csX16" fmla="*/ 26813 w 96102"/>
                  <a:gd name="csY16" fmla="*/ 64990 h 84275"/>
                  <a:gd name="csX17" fmla="*/ 36910 w 96102"/>
                  <a:gd name="csY17" fmla="*/ 27038 h 84275"/>
                  <a:gd name="csX18" fmla="*/ 40088 w 96102"/>
                  <a:gd name="csY18" fmla="*/ 15318 h 84275"/>
                  <a:gd name="csX19" fmla="*/ 24757 w 96102"/>
                  <a:gd name="csY19" fmla="*/ 63 h 84275"/>
                  <a:gd name="csX20" fmla="*/ 77 w 96102"/>
                  <a:gd name="csY20" fmla="*/ 28713 h 84275"/>
                  <a:gd name="csX21" fmla="*/ 2320 w 96102"/>
                  <a:gd name="csY21" fmla="*/ 30573 h 84275"/>
                  <a:gd name="csX22" fmla="*/ 5312 w 96102"/>
                  <a:gd name="csY22" fmla="*/ 27224 h 84275"/>
                  <a:gd name="csX23" fmla="*/ 24196 w 96102"/>
                  <a:gd name="csY23" fmla="*/ 4156 h 84275"/>
                  <a:gd name="csX24" fmla="*/ 28870 w 96102"/>
                  <a:gd name="csY24" fmla="*/ 10295 h 84275"/>
                  <a:gd name="csX25" fmla="*/ 25691 w 96102"/>
                  <a:gd name="csY25" fmla="*/ 22945 h 84275"/>
                  <a:gd name="csX26" fmla="*/ 14847 w 96102"/>
                  <a:gd name="csY26" fmla="*/ 62013 h 84275"/>
                  <a:gd name="csX27" fmla="*/ 37844 w 96102"/>
                  <a:gd name="csY27" fmla="*/ 84338 h 84275"/>
                  <a:gd name="csX28" fmla="*/ 60094 w 96102"/>
                  <a:gd name="csY28" fmla="*/ 71873 h 84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96102" h="84275">
                    <a:moveTo>
                      <a:pt x="60094" y="71873"/>
                    </a:moveTo>
                    <a:cubicBezTo>
                      <a:pt x="62151" y="79501"/>
                      <a:pt x="68694" y="84338"/>
                      <a:pt x="76734" y="84338"/>
                    </a:cubicBezTo>
                    <a:cubicBezTo>
                      <a:pt x="83278" y="84338"/>
                      <a:pt x="87578" y="80059"/>
                      <a:pt x="90570" y="74106"/>
                    </a:cubicBezTo>
                    <a:cubicBezTo>
                      <a:pt x="93748" y="67409"/>
                      <a:pt x="96179" y="56060"/>
                      <a:pt x="96179" y="55688"/>
                    </a:cubicBezTo>
                    <a:cubicBezTo>
                      <a:pt x="96179" y="53828"/>
                      <a:pt x="94496" y="53828"/>
                      <a:pt x="93935" y="53828"/>
                    </a:cubicBezTo>
                    <a:cubicBezTo>
                      <a:pt x="92066" y="53828"/>
                      <a:pt x="91879" y="54572"/>
                      <a:pt x="91318" y="57176"/>
                    </a:cubicBezTo>
                    <a:cubicBezTo>
                      <a:pt x="88700" y="67595"/>
                      <a:pt x="85148" y="80245"/>
                      <a:pt x="77295" y="80245"/>
                    </a:cubicBezTo>
                    <a:cubicBezTo>
                      <a:pt x="73369" y="80245"/>
                      <a:pt x="71499" y="77827"/>
                      <a:pt x="71499" y="71687"/>
                    </a:cubicBezTo>
                    <a:cubicBezTo>
                      <a:pt x="71499" y="67595"/>
                      <a:pt x="73743" y="58851"/>
                      <a:pt x="75238" y="52339"/>
                    </a:cubicBezTo>
                    <a:lnTo>
                      <a:pt x="80473" y="32247"/>
                    </a:lnTo>
                    <a:cubicBezTo>
                      <a:pt x="81034" y="29457"/>
                      <a:pt x="82904" y="22387"/>
                      <a:pt x="83652" y="19597"/>
                    </a:cubicBezTo>
                    <a:cubicBezTo>
                      <a:pt x="84587" y="15318"/>
                      <a:pt x="86457" y="8248"/>
                      <a:pt x="86457" y="7132"/>
                    </a:cubicBezTo>
                    <a:cubicBezTo>
                      <a:pt x="86457" y="3784"/>
                      <a:pt x="83839" y="2109"/>
                      <a:pt x="81034" y="2109"/>
                    </a:cubicBezTo>
                    <a:cubicBezTo>
                      <a:pt x="80100" y="2109"/>
                      <a:pt x="75238" y="2295"/>
                      <a:pt x="73743" y="8621"/>
                    </a:cubicBezTo>
                    <a:cubicBezTo>
                      <a:pt x="70190" y="22201"/>
                      <a:pt x="61964" y="54758"/>
                      <a:pt x="59720" y="64618"/>
                    </a:cubicBezTo>
                    <a:cubicBezTo>
                      <a:pt x="59533" y="65362"/>
                      <a:pt x="52054" y="80245"/>
                      <a:pt x="38405" y="80245"/>
                    </a:cubicBezTo>
                    <a:cubicBezTo>
                      <a:pt x="28683" y="80245"/>
                      <a:pt x="26813" y="71873"/>
                      <a:pt x="26813" y="64990"/>
                    </a:cubicBezTo>
                    <a:cubicBezTo>
                      <a:pt x="26813" y="54572"/>
                      <a:pt x="32048" y="39875"/>
                      <a:pt x="36910" y="27038"/>
                    </a:cubicBezTo>
                    <a:cubicBezTo>
                      <a:pt x="39153" y="21457"/>
                      <a:pt x="40088" y="18853"/>
                      <a:pt x="40088" y="15318"/>
                    </a:cubicBezTo>
                    <a:cubicBezTo>
                      <a:pt x="40088" y="6946"/>
                      <a:pt x="34105" y="63"/>
                      <a:pt x="24757" y="63"/>
                    </a:cubicBezTo>
                    <a:cubicBezTo>
                      <a:pt x="6995" y="63"/>
                      <a:pt x="77" y="27038"/>
                      <a:pt x="77" y="28713"/>
                    </a:cubicBezTo>
                    <a:cubicBezTo>
                      <a:pt x="77" y="30573"/>
                      <a:pt x="1946" y="30573"/>
                      <a:pt x="2320" y="30573"/>
                    </a:cubicBezTo>
                    <a:cubicBezTo>
                      <a:pt x="4190" y="30573"/>
                      <a:pt x="4377" y="30201"/>
                      <a:pt x="5312" y="27224"/>
                    </a:cubicBezTo>
                    <a:cubicBezTo>
                      <a:pt x="9986" y="11039"/>
                      <a:pt x="17091" y="4156"/>
                      <a:pt x="24196" y="4156"/>
                    </a:cubicBezTo>
                    <a:cubicBezTo>
                      <a:pt x="25878" y="4156"/>
                      <a:pt x="28870" y="4342"/>
                      <a:pt x="28870" y="10295"/>
                    </a:cubicBezTo>
                    <a:cubicBezTo>
                      <a:pt x="28870" y="14760"/>
                      <a:pt x="26813" y="20155"/>
                      <a:pt x="25691" y="22945"/>
                    </a:cubicBezTo>
                    <a:cubicBezTo>
                      <a:pt x="18774" y="41363"/>
                      <a:pt x="14847" y="52898"/>
                      <a:pt x="14847" y="62013"/>
                    </a:cubicBezTo>
                    <a:cubicBezTo>
                      <a:pt x="14847" y="79687"/>
                      <a:pt x="27748" y="84338"/>
                      <a:pt x="37844" y="84338"/>
                    </a:cubicBezTo>
                    <a:cubicBezTo>
                      <a:pt x="50184" y="84338"/>
                      <a:pt x="56915" y="75966"/>
                      <a:pt x="60094" y="71873"/>
                    </a:cubicBezTo>
                    <a:close/>
                  </a:path>
                </a:pathLst>
              </a:custGeom>
              <a:solidFill>
                <a:schemeClr val="tx1"/>
              </a:solidFill>
              <a:ln w="22911" cap="flat">
                <a:noFill/>
                <a:prstDash val="solid"/>
                <a:miter/>
              </a:ln>
            </p:spPr>
            <p:txBody>
              <a:bodyPr/>
              <a:lstStyle/>
              <a:p>
                <a:endParaRPr lang="en-US"/>
              </a:p>
            </p:txBody>
          </p:sp>
          <p:sp>
            <p:nvSpPr>
              <p:cNvPr id="370" name="Freeform: Shape 369">
                <a:extLst>
                  <a:ext uri="{FF2B5EF4-FFF2-40B4-BE49-F238E27FC236}">
                    <a16:creationId xmlns:a16="http://schemas.microsoft.com/office/drawing/2014/main" id="{140EE1CD-344F-D745-D402-9C9CA5ED8638}"/>
                  </a:ext>
                </a:extLst>
              </p:cNvPr>
              <p:cNvSpPr/>
              <p:nvPr>
                <p:custDataLst>
                  <p:tags r:id="rId13"/>
                </p:custDataLst>
              </p:nvPr>
            </p:nvSpPr>
            <p:spPr>
              <a:xfrm>
                <a:off x="10404745" y="5025204"/>
                <a:ext cx="39656" cy="87642"/>
              </a:xfrm>
              <a:custGeom>
                <a:avLst/>
                <a:gdLst>
                  <a:gd name="csX0" fmla="*/ 36336 w 39656"/>
                  <a:gd name="csY0" fmla="*/ 5013 h 87642"/>
                  <a:gd name="csX1" fmla="*/ 31101 w 39656"/>
                  <a:gd name="csY1" fmla="*/ 64 h 87642"/>
                  <a:gd name="csX2" fmla="*/ 23771 w 39656"/>
                  <a:gd name="csY2" fmla="*/ 7227 h 87642"/>
                  <a:gd name="csX3" fmla="*/ 29007 w 39656"/>
                  <a:gd name="csY3" fmla="*/ 12175 h 87642"/>
                  <a:gd name="csX4" fmla="*/ 36336 w 39656"/>
                  <a:gd name="csY4" fmla="*/ 5013 h 87642"/>
                  <a:gd name="csX5" fmla="*/ 9637 w 39656"/>
                  <a:gd name="csY5" fmla="*/ 71168 h 87642"/>
                  <a:gd name="csX6" fmla="*/ 8459 w 39656"/>
                  <a:gd name="csY6" fmla="*/ 76637 h 87642"/>
                  <a:gd name="csX7" fmla="*/ 20892 w 39656"/>
                  <a:gd name="csY7" fmla="*/ 87707 h 87642"/>
                  <a:gd name="csX8" fmla="*/ 39739 w 39656"/>
                  <a:gd name="csY8" fmla="*/ 67782 h 87642"/>
                  <a:gd name="csX9" fmla="*/ 37645 w 39656"/>
                  <a:gd name="csY9" fmla="*/ 66089 h 87642"/>
                  <a:gd name="csX10" fmla="*/ 35158 w 39656"/>
                  <a:gd name="csY10" fmla="*/ 68303 h 87642"/>
                  <a:gd name="csX11" fmla="*/ 21285 w 39656"/>
                  <a:gd name="csY11" fmla="*/ 84060 h 87642"/>
                  <a:gd name="csX12" fmla="*/ 18013 w 39656"/>
                  <a:gd name="csY12" fmla="*/ 79502 h 87642"/>
                  <a:gd name="csX13" fmla="*/ 20107 w 39656"/>
                  <a:gd name="csY13" fmla="*/ 71168 h 87642"/>
                  <a:gd name="csX14" fmla="*/ 24295 w 39656"/>
                  <a:gd name="csY14" fmla="*/ 60750 h 87642"/>
                  <a:gd name="csX15" fmla="*/ 30708 w 39656"/>
                  <a:gd name="csY15" fmla="*/ 44211 h 87642"/>
                  <a:gd name="csX16" fmla="*/ 31493 w 39656"/>
                  <a:gd name="csY16" fmla="*/ 40044 h 87642"/>
                  <a:gd name="csX17" fmla="*/ 19060 w 39656"/>
                  <a:gd name="csY17" fmla="*/ 28975 h 87642"/>
                  <a:gd name="csX18" fmla="*/ 82 w 39656"/>
                  <a:gd name="csY18" fmla="*/ 48899 h 87642"/>
                  <a:gd name="csX19" fmla="*/ 2307 w 39656"/>
                  <a:gd name="csY19" fmla="*/ 50592 h 87642"/>
                  <a:gd name="csX20" fmla="*/ 4663 w 39656"/>
                  <a:gd name="csY20" fmla="*/ 48509 h 87642"/>
                  <a:gd name="csX21" fmla="*/ 18667 w 39656"/>
                  <a:gd name="csY21" fmla="*/ 32621 h 87642"/>
                  <a:gd name="csX22" fmla="*/ 21939 w 39656"/>
                  <a:gd name="csY22" fmla="*/ 37179 h 87642"/>
                  <a:gd name="csX23" fmla="*/ 17882 w 39656"/>
                  <a:gd name="csY23" fmla="*/ 50201 h 87642"/>
                  <a:gd name="csX24" fmla="*/ 9637 w 39656"/>
                  <a:gd name="csY24" fmla="*/ 71168 h 87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39656" h="87642">
                    <a:moveTo>
                      <a:pt x="36336" y="5013"/>
                    </a:moveTo>
                    <a:cubicBezTo>
                      <a:pt x="36336" y="2929"/>
                      <a:pt x="34765" y="64"/>
                      <a:pt x="31101" y="64"/>
                    </a:cubicBezTo>
                    <a:cubicBezTo>
                      <a:pt x="27567" y="64"/>
                      <a:pt x="23771" y="3450"/>
                      <a:pt x="23771" y="7227"/>
                    </a:cubicBezTo>
                    <a:cubicBezTo>
                      <a:pt x="23771" y="9441"/>
                      <a:pt x="25473" y="12175"/>
                      <a:pt x="29007" y="12175"/>
                    </a:cubicBezTo>
                    <a:cubicBezTo>
                      <a:pt x="32802" y="12175"/>
                      <a:pt x="36336" y="8529"/>
                      <a:pt x="36336" y="5013"/>
                    </a:cubicBezTo>
                    <a:close/>
                    <a:moveTo>
                      <a:pt x="9637" y="71168"/>
                    </a:moveTo>
                    <a:cubicBezTo>
                      <a:pt x="9113" y="72861"/>
                      <a:pt x="8459" y="74424"/>
                      <a:pt x="8459" y="76637"/>
                    </a:cubicBezTo>
                    <a:cubicBezTo>
                      <a:pt x="8459" y="82758"/>
                      <a:pt x="13694" y="87707"/>
                      <a:pt x="20892" y="87707"/>
                    </a:cubicBezTo>
                    <a:cubicBezTo>
                      <a:pt x="33980" y="87707"/>
                      <a:pt x="39739" y="69735"/>
                      <a:pt x="39739" y="67782"/>
                    </a:cubicBezTo>
                    <a:cubicBezTo>
                      <a:pt x="39739" y="66089"/>
                      <a:pt x="38037" y="66089"/>
                      <a:pt x="37645" y="66089"/>
                    </a:cubicBezTo>
                    <a:cubicBezTo>
                      <a:pt x="35812" y="66089"/>
                      <a:pt x="35681" y="66870"/>
                      <a:pt x="35158" y="68303"/>
                    </a:cubicBezTo>
                    <a:cubicBezTo>
                      <a:pt x="32148" y="78721"/>
                      <a:pt x="26389" y="84060"/>
                      <a:pt x="21285" y="84060"/>
                    </a:cubicBezTo>
                    <a:cubicBezTo>
                      <a:pt x="18667" y="84060"/>
                      <a:pt x="18013" y="82367"/>
                      <a:pt x="18013" y="79502"/>
                    </a:cubicBezTo>
                    <a:cubicBezTo>
                      <a:pt x="18013" y="76507"/>
                      <a:pt x="18929" y="74033"/>
                      <a:pt x="20107" y="71168"/>
                    </a:cubicBezTo>
                    <a:cubicBezTo>
                      <a:pt x="21416" y="67652"/>
                      <a:pt x="22855" y="64136"/>
                      <a:pt x="24295" y="60750"/>
                    </a:cubicBezTo>
                    <a:cubicBezTo>
                      <a:pt x="25473" y="57624"/>
                      <a:pt x="30184" y="45774"/>
                      <a:pt x="30708" y="44211"/>
                    </a:cubicBezTo>
                    <a:cubicBezTo>
                      <a:pt x="31101" y="42909"/>
                      <a:pt x="31493" y="41346"/>
                      <a:pt x="31493" y="40044"/>
                    </a:cubicBezTo>
                    <a:cubicBezTo>
                      <a:pt x="31493" y="33923"/>
                      <a:pt x="26258" y="28975"/>
                      <a:pt x="19060" y="28975"/>
                    </a:cubicBezTo>
                    <a:cubicBezTo>
                      <a:pt x="6103" y="28975"/>
                      <a:pt x="82" y="46685"/>
                      <a:pt x="82" y="48899"/>
                    </a:cubicBezTo>
                    <a:cubicBezTo>
                      <a:pt x="82" y="50592"/>
                      <a:pt x="1915" y="50592"/>
                      <a:pt x="2307" y="50592"/>
                    </a:cubicBezTo>
                    <a:cubicBezTo>
                      <a:pt x="4140" y="50592"/>
                      <a:pt x="4271" y="49941"/>
                      <a:pt x="4663" y="48509"/>
                    </a:cubicBezTo>
                    <a:cubicBezTo>
                      <a:pt x="8066" y="37309"/>
                      <a:pt x="13825" y="32621"/>
                      <a:pt x="18667" y="32621"/>
                    </a:cubicBezTo>
                    <a:cubicBezTo>
                      <a:pt x="20761" y="32621"/>
                      <a:pt x="21939" y="33663"/>
                      <a:pt x="21939" y="37179"/>
                    </a:cubicBezTo>
                    <a:cubicBezTo>
                      <a:pt x="21939" y="40174"/>
                      <a:pt x="21154" y="42127"/>
                      <a:pt x="17882" y="50201"/>
                    </a:cubicBezTo>
                    <a:lnTo>
                      <a:pt x="9637" y="71168"/>
                    </a:lnTo>
                    <a:close/>
                  </a:path>
                </a:pathLst>
              </a:custGeom>
              <a:solidFill>
                <a:schemeClr val="tx1"/>
              </a:solidFill>
              <a:ln w="22911" cap="flat">
                <a:noFill/>
                <a:prstDash val="solid"/>
                <a:miter/>
              </a:ln>
            </p:spPr>
            <p:txBody>
              <a:bodyPr/>
              <a:lstStyle/>
              <a:p>
                <a:endParaRPr lang="en-US"/>
              </a:p>
            </p:txBody>
          </p:sp>
          <p:sp>
            <p:nvSpPr>
              <p:cNvPr id="371" name="Freeform: Shape 370">
                <a:extLst>
                  <a:ext uri="{FF2B5EF4-FFF2-40B4-BE49-F238E27FC236}">
                    <a16:creationId xmlns:a16="http://schemas.microsoft.com/office/drawing/2014/main" id="{07AD0C16-4F52-1E56-C8C9-40879621BA76}"/>
                  </a:ext>
                </a:extLst>
              </p:cNvPr>
              <p:cNvSpPr/>
              <p:nvPr>
                <p:custDataLst>
                  <p:tags r:id="rId14"/>
                </p:custDataLst>
              </p:nvPr>
            </p:nvSpPr>
            <p:spPr>
              <a:xfrm>
                <a:off x="10523246" y="5015362"/>
                <a:ext cx="124334" cy="43532"/>
              </a:xfrm>
              <a:custGeom>
                <a:avLst/>
                <a:gdLst>
                  <a:gd name="csX0" fmla="*/ 118066 w 124334"/>
                  <a:gd name="csY0" fmla="*/ 7504 h 43532"/>
                  <a:gd name="csX1" fmla="*/ 124423 w 124334"/>
                  <a:gd name="csY1" fmla="*/ 3784 h 43532"/>
                  <a:gd name="csX2" fmla="*/ 118253 w 124334"/>
                  <a:gd name="csY2" fmla="*/ 63 h 43532"/>
                  <a:gd name="csX3" fmla="*/ 6258 w 124334"/>
                  <a:gd name="csY3" fmla="*/ 63 h 43532"/>
                  <a:gd name="csX4" fmla="*/ 88 w 124334"/>
                  <a:gd name="csY4" fmla="*/ 3784 h 43532"/>
                  <a:gd name="csX5" fmla="*/ 6445 w 124334"/>
                  <a:gd name="csY5" fmla="*/ 7504 h 43532"/>
                  <a:gd name="csX6" fmla="*/ 118066 w 124334"/>
                  <a:gd name="csY6" fmla="*/ 7504 h 43532"/>
                  <a:gd name="csX7" fmla="*/ 118253 w 124334"/>
                  <a:gd name="csY7" fmla="*/ 43596 h 43532"/>
                  <a:gd name="csX8" fmla="*/ 124423 w 124334"/>
                  <a:gd name="csY8" fmla="*/ 39875 h 43532"/>
                  <a:gd name="csX9" fmla="*/ 118066 w 124334"/>
                  <a:gd name="csY9" fmla="*/ 36154 h 43532"/>
                  <a:gd name="csX10" fmla="*/ 6445 w 124334"/>
                  <a:gd name="csY10" fmla="*/ 36154 h 43532"/>
                  <a:gd name="csX11" fmla="*/ 88 w 124334"/>
                  <a:gd name="csY11" fmla="*/ 39875 h 43532"/>
                  <a:gd name="csX12" fmla="*/ 6258 w 124334"/>
                  <a:gd name="csY12" fmla="*/ 43596 h 43532"/>
                  <a:gd name="csX13" fmla="*/ 118253 w 124334"/>
                  <a:gd name="csY13" fmla="*/ 43596 h 435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4334" h="43532">
                    <a:moveTo>
                      <a:pt x="118066" y="7504"/>
                    </a:moveTo>
                    <a:cubicBezTo>
                      <a:pt x="120871" y="7504"/>
                      <a:pt x="124423" y="7504"/>
                      <a:pt x="124423" y="3784"/>
                    </a:cubicBezTo>
                    <a:cubicBezTo>
                      <a:pt x="124423" y="63"/>
                      <a:pt x="120871" y="63"/>
                      <a:pt x="118253" y="63"/>
                    </a:cubicBezTo>
                    <a:lnTo>
                      <a:pt x="6258" y="63"/>
                    </a:lnTo>
                    <a:cubicBezTo>
                      <a:pt x="3641" y="63"/>
                      <a:pt x="88" y="63"/>
                      <a:pt x="88" y="3784"/>
                    </a:cubicBezTo>
                    <a:cubicBezTo>
                      <a:pt x="88" y="7504"/>
                      <a:pt x="3641" y="7504"/>
                      <a:pt x="6445" y="7504"/>
                    </a:cubicBezTo>
                    <a:lnTo>
                      <a:pt x="118066" y="7504"/>
                    </a:lnTo>
                    <a:close/>
                    <a:moveTo>
                      <a:pt x="118253" y="43596"/>
                    </a:moveTo>
                    <a:cubicBezTo>
                      <a:pt x="120871" y="43596"/>
                      <a:pt x="124423" y="43596"/>
                      <a:pt x="124423" y="39875"/>
                    </a:cubicBezTo>
                    <a:cubicBezTo>
                      <a:pt x="124423" y="36154"/>
                      <a:pt x="120871" y="36154"/>
                      <a:pt x="118066" y="36154"/>
                    </a:cubicBezTo>
                    <a:lnTo>
                      <a:pt x="6445" y="36154"/>
                    </a:lnTo>
                    <a:cubicBezTo>
                      <a:pt x="3641" y="36154"/>
                      <a:pt x="88" y="36154"/>
                      <a:pt x="88" y="39875"/>
                    </a:cubicBezTo>
                    <a:cubicBezTo>
                      <a:pt x="88" y="43596"/>
                      <a:pt x="3641" y="43596"/>
                      <a:pt x="6258" y="43596"/>
                    </a:cubicBezTo>
                    <a:lnTo>
                      <a:pt x="118253" y="43596"/>
                    </a:lnTo>
                    <a:close/>
                  </a:path>
                </a:pathLst>
              </a:custGeom>
              <a:solidFill>
                <a:schemeClr val="tx1"/>
              </a:solidFill>
              <a:ln w="22911" cap="flat">
                <a:noFill/>
                <a:prstDash val="solid"/>
                <a:miter/>
              </a:ln>
            </p:spPr>
            <p:txBody>
              <a:bodyPr/>
              <a:lstStyle/>
              <a:p>
                <a:endParaRPr lang="en-US"/>
              </a:p>
            </p:txBody>
          </p:sp>
          <p:sp>
            <p:nvSpPr>
              <p:cNvPr id="372" name="Freeform: Shape 371">
                <a:extLst>
                  <a:ext uri="{FF2B5EF4-FFF2-40B4-BE49-F238E27FC236}">
                    <a16:creationId xmlns:a16="http://schemas.microsoft.com/office/drawing/2014/main" id="{3536FD04-D4BE-40A6-4094-7E0155E0BA88}"/>
                  </a:ext>
                </a:extLst>
              </p:cNvPr>
              <p:cNvSpPr/>
              <p:nvPr>
                <p:custDataLst>
                  <p:tags r:id="rId15"/>
                </p:custDataLst>
              </p:nvPr>
            </p:nvSpPr>
            <p:spPr>
              <a:xfrm>
                <a:off x="10715554" y="5001410"/>
                <a:ext cx="86192" cy="120366"/>
              </a:xfrm>
              <a:custGeom>
                <a:avLst/>
                <a:gdLst>
                  <a:gd name="csX0" fmla="*/ 85544 w 86192"/>
                  <a:gd name="csY0" fmla="*/ 11411 h 120366"/>
                  <a:gd name="csX1" fmla="*/ 86292 w 86192"/>
                  <a:gd name="csY1" fmla="*/ 7132 h 120366"/>
                  <a:gd name="csX2" fmla="*/ 80870 w 86192"/>
                  <a:gd name="csY2" fmla="*/ 2109 h 120366"/>
                  <a:gd name="csX3" fmla="*/ 74326 w 86192"/>
                  <a:gd name="csY3" fmla="*/ 6016 h 120366"/>
                  <a:gd name="csX4" fmla="*/ 71708 w 86192"/>
                  <a:gd name="csY4" fmla="*/ 16062 h 120366"/>
                  <a:gd name="csX5" fmla="*/ 67969 w 86192"/>
                  <a:gd name="csY5" fmla="*/ 30945 h 120366"/>
                  <a:gd name="csX6" fmla="*/ 59555 w 86192"/>
                  <a:gd name="csY6" fmla="*/ 64432 h 120366"/>
                  <a:gd name="csX7" fmla="*/ 38428 w 86192"/>
                  <a:gd name="csY7" fmla="*/ 80245 h 120366"/>
                  <a:gd name="csX8" fmla="*/ 26836 w 86192"/>
                  <a:gd name="csY8" fmla="*/ 65176 h 120366"/>
                  <a:gd name="csX9" fmla="*/ 36371 w 86192"/>
                  <a:gd name="csY9" fmla="*/ 28713 h 120366"/>
                  <a:gd name="csX10" fmla="*/ 40110 w 86192"/>
                  <a:gd name="csY10" fmla="*/ 15318 h 120366"/>
                  <a:gd name="csX11" fmla="*/ 24779 w 86192"/>
                  <a:gd name="csY11" fmla="*/ 63 h 120366"/>
                  <a:gd name="csX12" fmla="*/ 99 w 86192"/>
                  <a:gd name="csY12" fmla="*/ 28713 h 120366"/>
                  <a:gd name="csX13" fmla="*/ 2343 w 86192"/>
                  <a:gd name="csY13" fmla="*/ 30573 h 120366"/>
                  <a:gd name="csX14" fmla="*/ 5334 w 86192"/>
                  <a:gd name="csY14" fmla="*/ 27224 h 120366"/>
                  <a:gd name="csX15" fmla="*/ 24218 w 86192"/>
                  <a:gd name="csY15" fmla="*/ 4156 h 120366"/>
                  <a:gd name="csX16" fmla="*/ 28892 w 86192"/>
                  <a:gd name="csY16" fmla="*/ 10109 h 120366"/>
                  <a:gd name="csX17" fmla="*/ 25714 w 86192"/>
                  <a:gd name="csY17" fmla="*/ 23131 h 120366"/>
                  <a:gd name="csX18" fmla="*/ 14870 w 86192"/>
                  <a:gd name="csY18" fmla="*/ 62199 h 120366"/>
                  <a:gd name="csX19" fmla="*/ 37680 w 86192"/>
                  <a:gd name="csY19" fmla="*/ 84338 h 120366"/>
                  <a:gd name="csX20" fmla="*/ 56564 w 86192"/>
                  <a:gd name="csY20" fmla="*/ 75966 h 120366"/>
                  <a:gd name="csX21" fmla="*/ 44411 w 86192"/>
                  <a:gd name="csY21" fmla="*/ 104616 h 120366"/>
                  <a:gd name="csX22" fmla="*/ 23844 w 86192"/>
                  <a:gd name="csY22" fmla="*/ 116336 h 120366"/>
                  <a:gd name="csX23" fmla="*/ 9634 w 86192"/>
                  <a:gd name="csY23" fmla="*/ 108523 h 120366"/>
                  <a:gd name="csX24" fmla="*/ 17674 w 86192"/>
                  <a:gd name="csY24" fmla="*/ 106290 h 120366"/>
                  <a:gd name="csX25" fmla="*/ 21414 w 86192"/>
                  <a:gd name="csY25" fmla="*/ 98663 h 120366"/>
                  <a:gd name="csX26" fmla="*/ 14496 w 86192"/>
                  <a:gd name="csY26" fmla="*/ 92152 h 120366"/>
                  <a:gd name="csX27" fmla="*/ 4025 w 86192"/>
                  <a:gd name="csY27" fmla="*/ 104244 h 120366"/>
                  <a:gd name="csX28" fmla="*/ 23844 w 86192"/>
                  <a:gd name="csY28" fmla="*/ 120429 h 120366"/>
                  <a:gd name="csX29" fmla="*/ 67595 w 86192"/>
                  <a:gd name="csY29" fmla="*/ 82478 h 120366"/>
                  <a:gd name="csX30" fmla="*/ 85544 w 86192"/>
                  <a:gd name="csY30" fmla="*/ 11411 h 120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6192" h="120366">
                    <a:moveTo>
                      <a:pt x="85544" y="11411"/>
                    </a:moveTo>
                    <a:cubicBezTo>
                      <a:pt x="86292" y="8807"/>
                      <a:pt x="86292" y="8434"/>
                      <a:pt x="86292" y="7132"/>
                    </a:cubicBezTo>
                    <a:cubicBezTo>
                      <a:pt x="86292" y="3784"/>
                      <a:pt x="83674" y="2109"/>
                      <a:pt x="80870" y="2109"/>
                    </a:cubicBezTo>
                    <a:cubicBezTo>
                      <a:pt x="79000" y="2109"/>
                      <a:pt x="76009" y="3225"/>
                      <a:pt x="74326" y="6016"/>
                    </a:cubicBezTo>
                    <a:cubicBezTo>
                      <a:pt x="73952" y="6946"/>
                      <a:pt x="72456" y="12713"/>
                      <a:pt x="71708" y="16062"/>
                    </a:cubicBezTo>
                    <a:cubicBezTo>
                      <a:pt x="70399" y="20899"/>
                      <a:pt x="69091" y="25922"/>
                      <a:pt x="67969" y="30945"/>
                    </a:cubicBezTo>
                    <a:lnTo>
                      <a:pt x="59555" y="64432"/>
                    </a:lnTo>
                    <a:cubicBezTo>
                      <a:pt x="58807" y="67222"/>
                      <a:pt x="50768" y="80245"/>
                      <a:pt x="38428" y="80245"/>
                    </a:cubicBezTo>
                    <a:cubicBezTo>
                      <a:pt x="28892" y="80245"/>
                      <a:pt x="26836" y="72059"/>
                      <a:pt x="26836" y="65176"/>
                    </a:cubicBezTo>
                    <a:cubicBezTo>
                      <a:pt x="26836" y="56618"/>
                      <a:pt x="30014" y="45084"/>
                      <a:pt x="36371" y="28713"/>
                    </a:cubicBezTo>
                    <a:cubicBezTo>
                      <a:pt x="39363" y="21085"/>
                      <a:pt x="40110" y="19039"/>
                      <a:pt x="40110" y="15318"/>
                    </a:cubicBezTo>
                    <a:cubicBezTo>
                      <a:pt x="40110" y="6946"/>
                      <a:pt x="34127" y="63"/>
                      <a:pt x="24779" y="63"/>
                    </a:cubicBezTo>
                    <a:cubicBezTo>
                      <a:pt x="7017" y="63"/>
                      <a:pt x="99" y="27038"/>
                      <a:pt x="99" y="28713"/>
                    </a:cubicBezTo>
                    <a:cubicBezTo>
                      <a:pt x="99" y="30573"/>
                      <a:pt x="1969" y="30573"/>
                      <a:pt x="2343" y="30573"/>
                    </a:cubicBezTo>
                    <a:cubicBezTo>
                      <a:pt x="4212" y="30573"/>
                      <a:pt x="4399" y="30201"/>
                      <a:pt x="5334" y="27224"/>
                    </a:cubicBezTo>
                    <a:cubicBezTo>
                      <a:pt x="10382" y="9737"/>
                      <a:pt x="17861" y="4156"/>
                      <a:pt x="24218" y="4156"/>
                    </a:cubicBezTo>
                    <a:cubicBezTo>
                      <a:pt x="25714" y="4156"/>
                      <a:pt x="28892" y="4156"/>
                      <a:pt x="28892" y="10109"/>
                    </a:cubicBezTo>
                    <a:cubicBezTo>
                      <a:pt x="28892" y="14760"/>
                      <a:pt x="27023" y="19597"/>
                      <a:pt x="25714" y="23131"/>
                    </a:cubicBezTo>
                    <a:cubicBezTo>
                      <a:pt x="18235" y="42851"/>
                      <a:pt x="14870" y="53456"/>
                      <a:pt x="14870" y="62199"/>
                    </a:cubicBezTo>
                    <a:cubicBezTo>
                      <a:pt x="14870" y="78757"/>
                      <a:pt x="26649" y="84338"/>
                      <a:pt x="37680" y="84338"/>
                    </a:cubicBezTo>
                    <a:cubicBezTo>
                      <a:pt x="44972" y="84338"/>
                      <a:pt x="51329" y="81175"/>
                      <a:pt x="56564" y="75966"/>
                    </a:cubicBezTo>
                    <a:cubicBezTo>
                      <a:pt x="54133" y="85640"/>
                      <a:pt x="51889" y="94756"/>
                      <a:pt x="44411" y="104616"/>
                    </a:cubicBezTo>
                    <a:cubicBezTo>
                      <a:pt x="39550" y="110941"/>
                      <a:pt x="32445" y="116336"/>
                      <a:pt x="23844" y="116336"/>
                    </a:cubicBezTo>
                    <a:cubicBezTo>
                      <a:pt x="21227" y="116336"/>
                      <a:pt x="12813" y="115778"/>
                      <a:pt x="9634" y="108523"/>
                    </a:cubicBezTo>
                    <a:cubicBezTo>
                      <a:pt x="12626" y="108523"/>
                      <a:pt x="15057" y="108523"/>
                      <a:pt x="17674" y="106290"/>
                    </a:cubicBezTo>
                    <a:cubicBezTo>
                      <a:pt x="19544" y="104616"/>
                      <a:pt x="21414" y="102198"/>
                      <a:pt x="21414" y="98663"/>
                    </a:cubicBezTo>
                    <a:cubicBezTo>
                      <a:pt x="21414" y="92896"/>
                      <a:pt x="16365" y="92152"/>
                      <a:pt x="14496" y="92152"/>
                    </a:cubicBezTo>
                    <a:cubicBezTo>
                      <a:pt x="10195" y="92152"/>
                      <a:pt x="4025" y="95128"/>
                      <a:pt x="4025" y="104244"/>
                    </a:cubicBezTo>
                    <a:cubicBezTo>
                      <a:pt x="4025" y="113546"/>
                      <a:pt x="12252" y="120429"/>
                      <a:pt x="23844" y="120429"/>
                    </a:cubicBezTo>
                    <a:cubicBezTo>
                      <a:pt x="43102" y="120429"/>
                      <a:pt x="62360" y="103500"/>
                      <a:pt x="67595" y="82478"/>
                    </a:cubicBezTo>
                    <a:lnTo>
                      <a:pt x="85544" y="11411"/>
                    </a:lnTo>
                    <a:close/>
                  </a:path>
                </a:pathLst>
              </a:custGeom>
              <a:solidFill>
                <a:schemeClr val="tx1"/>
              </a:solidFill>
              <a:ln w="22911" cap="flat">
                <a:noFill/>
                <a:prstDash val="solid"/>
                <a:miter/>
              </a:ln>
            </p:spPr>
            <p:txBody>
              <a:bodyPr/>
              <a:lstStyle/>
              <a:p>
                <a:endParaRPr lang="en-US"/>
              </a:p>
            </p:txBody>
          </p:sp>
          <p:sp>
            <p:nvSpPr>
              <p:cNvPr id="373" name="Freeform: Shape 372">
                <a:extLst>
                  <a:ext uri="{FF2B5EF4-FFF2-40B4-BE49-F238E27FC236}">
                    <a16:creationId xmlns:a16="http://schemas.microsoft.com/office/drawing/2014/main" id="{E0917C96-4DE3-38AE-B5FC-68F1E591AF06}"/>
                  </a:ext>
                </a:extLst>
              </p:cNvPr>
              <p:cNvSpPr/>
              <p:nvPr>
                <p:custDataLst>
                  <p:tags r:id="rId16"/>
                </p:custDataLst>
              </p:nvPr>
            </p:nvSpPr>
            <p:spPr>
              <a:xfrm>
                <a:off x="10807951" y="5025204"/>
                <a:ext cx="39656" cy="87642"/>
              </a:xfrm>
              <a:custGeom>
                <a:avLst/>
                <a:gdLst>
                  <a:gd name="csX0" fmla="*/ 36357 w 39656"/>
                  <a:gd name="csY0" fmla="*/ 5013 h 87642"/>
                  <a:gd name="csX1" fmla="*/ 31122 w 39656"/>
                  <a:gd name="csY1" fmla="*/ 64 h 87642"/>
                  <a:gd name="csX2" fmla="*/ 23793 w 39656"/>
                  <a:gd name="csY2" fmla="*/ 7227 h 87642"/>
                  <a:gd name="csX3" fmla="*/ 29028 w 39656"/>
                  <a:gd name="csY3" fmla="*/ 12175 h 87642"/>
                  <a:gd name="csX4" fmla="*/ 36357 w 39656"/>
                  <a:gd name="csY4" fmla="*/ 5013 h 87642"/>
                  <a:gd name="csX5" fmla="*/ 9658 w 39656"/>
                  <a:gd name="csY5" fmla="*/ 71168 h 87642"/>
                  <a:gd name="csX6" fmla="*/ 8480 w 39656"/>
                  <a:gd name="csY6" fmla="*/ 76637 h 87642"/>
                  <a:gd name="csX7" fmla="*/ 20914 w 39656"/>
                  <a:gd name="csY7" fmla="*/ 87707 h 87642"/>
                  <a:gd name="csX8" fmla="*/ 39760 w 39656"/>
                  <a:gd name="csY8" fmla="*/ 67782 h 87642"/>
                  <a:gd name="csX9" fmla="*/ 37666 w 39656"/>
                  <a:gd name="csY9" fmla="*/ 66089 h 87642"/>
                  <a:gd name="csX10" fmla="*/ 35179 w 39656"/>
                  <a:gd name="csY10" fmla="*/ 68303 h 87642"/>
                  <a:gd name="csX11" fmla="*/ 21306 w 39656"/>
                  <a:gd name="csY11" fmla="*/ 84060 h 87642"/>
                  <a:gd name="csX12" fmla="*/ 18034 w 39656"/>
                  <a:gd name="csY12" fmla="*/ 79502 h 87642"/>
                  <a:gd name="csX13" fmla="*/ 20128 w 39656"/>
                  <a:gd name="csY13" fmla="*/ 71168 h 87642"/>
                  <a:gd name="csX14" fmla="*/ 24316 w 39656"/>
                  <a:gd name="csY14" fmla="*/ 60750 h 87642"/>
                  <a:gd name="csX15" fmla="*/ 30729 w 39656"/>
                  <a:gd name="csY15" fmla="*/ 44211 h 87642"/>
                  <a:gd name="csX16" fmla="*/ 31515 w 39656"/>
                  <a:gd name="csY16" fmla="*/ 40044 h 87642"/>
                  <a:gd name="csX17" fmla="*/ 19081 w 39656"/>
                  <a:gd name="csY17" fmla="*/ 28975 h 87642"/>
                  <a:gd name="csX18" fmla="*/ 104 w 39656"/>
                  <a:gd name="csY18" fmla="*/ 48899 h 87642"/>
                  <a:gd name="csX19" fmla="*/ 2329 w 39656"/>
                  <a:gd name="csY19" fmla="*/ 50592 h 87642"/>
                  <a:gd name="csX20" fmla="*/ 4685 w 39656"/>
                  <a:gd name="csY20" fmla="*/ 48509 h 87642"/>
                  <a:gd name="csX21" fmla="*/ 18689 w 39656"/>
                  <a:gd name="csY21" fmla="*/ 32621 h 87642"/>
                  <a:gd name="csX22" fmla="*/ 21961 w 39656"/>
                  <a:gd name="csY22" fmla="*/ 37179 h 87642"/>
                  <a:gd name="csX23" fmla="*/ 17903 w 39656"/>
                  <a:gd name="csY23" fmla="*/ 50201 h 87642"/>
                  <a:gd name="csX24" fmla="*/ 9658 w 39656"/>
                  <a:gd name="csY24" fmla="*/ 71168 h 87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39656" h="87642">
                    <a:moveTo>
                      <a:pt x="36357" y="5013"/>
                    </a:moveTo>
                    <a:cubicBezTo>
                      <a:pt x="36357" y="2929"/>
                      <a:pt x="34787" y="64"/>
                      <a:pt x="31122" y="64"/>
                    </a:cubicBezTo>
                    <a:cubicBezTo>
                      <a:pt x="27588" y="64"/>
                      <a:pt x="23793" y="3450"/>
                      <a:pt x="23793" y="7227"/>
                    </a:cubicBezTo>
                    <a:cubicBezTo>
                      <a:pt x="23793" y="9441"/>
                      <a:pt x="25494" y="12175"/>
                      <a:pt x="29028" y="12175"/>
                    </a:cubicBezTo>
                    <a:cubicBezTo>
                      <a:pt x="32824" y="12175"/>
                      <a:pt x="36357" y="8529"/>
                      <a:pt x="36357" y="5013"/>
                    </a:cubicBezTo>
                    <a:close/>
                    <a:moveTo>
                      <a:pt x="9658" y="71168"/>
                    </a:moveTo>
                    <a:cubicBezTo>
                      <a:pt x="9135" y="72861"/>
                      <a:pt x="8480" y="74424"/>
                      <a:pt x="8480" y="76637"/>
                    </a:cubicBezTo>
                    <a:cubicBezTo>
                      <a:pt x="8480" y="82758"/>
                      <a:pt x="13715" y="87707"/>
                      <a:pt x="20914" y="87707"/>
                    </a:cubicBezTo>
                    <a:cubicBezTo>
                      <a:pt x="34001" y="87707"/>
                      <a:pt x="39760" y="69735"/>
                      <a:pt x="39760" y="67782"/>
                    </a:cubicBezTo>
                    <a:cubicBezTo>
                      <a:pt x="39760" y="66089"/>
                      <a:pt x="38059" y="66089"/>
                      <a:pt x="37666" y="66089"/>
                    </a:cubicBezTo>
                    <a:cubicBezTo>
                      <a:pt x="35834" y="66089"/>
                      <a:pt x="35703" y="66870"/>
                      <a:pt x="35179" y="68303"/>
                    </a:cubicBezTo>
                    <a:cubicBezTo>
                      <a:pt x="32169" y="78721"/>
                      <a:pt x="26410" y="84060"/>
                      <a:pt x="21306" y="84060"/>
                    </a:cubicBezTo>
                    <a:cubicBezTo>
                      <a:pt x="18689" y="84060"/>
                      <a:pt x="18034" y="82367"/>
                      <a:pt x="18034" y="79502"/>
                    </a:cubicBezTo>
                    <a:cubicBezTo>
                      <a:pt x="18034" y="76507"/>
                      <a:pt x="18950" y="74033"/>
                      <a:pt x="20128" y="71168"/>
                    </a:cubicBezTo>
                    <a:cubicBezTo>
                      <a:pt x="21437" y="67652"/>
                      <a:pt x="22877" y="64136"/>
                      <a:pt x="24316" y="60750"/>
                    </a:cubicBezTo>
                    <a:cubicBezTo>
                      <a:pt x="25494" y="57624"/>
                      <a:pt x="30206" y="45774"/>
                      <a:pt x="30729" y="44211"/>
                    </a:cubicBezTo>
                    <a:cubicBezTo>
                      <a:pt x="31122" y="42909"/>
                      <a:pt x="31515" y="41346"/>
                      <a:pt x="31515" y="40044"/>
                    </a:cubicBezTo>
                    <a:cubicBezTo>
                      <a:pt x="31515" y="33923"/>
                      <a:pt x="26280" y="28975"/>
                      <a:pt x="19081" y="28975"/>
                    </a:cubicBezTo>
                    <a:cubicBezTo>
                      <a:pt x="6124" y="28975"/>
                      <a:pt x="104" y="46685"/>
                      <a:pt x="104" y="48899"/>
                    </a:cubicBezTo>
                    <a:cubicBezTo>
                      <a:pt x="104" y="50592"/>
                      <a:pt x="1936" y="50592"/>
                      <a:pt x="2329" y="50592"/>
                    </a:cubicBezTo>
                    <a:cubicBezTo>
                      <a:pt x="4161" y="50592"/>
                      <a:pt x="4292" y="49941"/>
                      <a:pt x="4685" y="48509"/>
                    </a:cubicBezTo>
                    <a:cubicBezTo>
                      <a:pt x="8087" y="37309"/>
                      <a:pt x="13846" y="32621"/>
                      <a:pt x="18689" y="32621"/>
                    </a:cubicBezTo>
                    <a:cubicBezTo>
                      <a:pt x="20783" y="32621"/>
                      <a:pt x="21961" y="33663"/>
                      <a:pt x="21961" y="37179"/>
                    </a:cubicBezTo>
                    <a:cubicBezTo>
                      <a:pt x="21961" y="40174"/>
                      <a:pt x="21175" y="42127"/>
                      <a:pt x="17903" y="50201"/>
                    </a:cubicBezTo>
                    <a:lnTo>
                      <a:pt x="9658" y="71168"/>
                    </a:lnTo>
                    <a:close/>
                  </a:path>
                </a:pathLst>
              </a:custGeom>
              <a:solidFill>
                <a:schemeClr val="tx1"/>
              </a:solidFill>
              <a:ln w="22911" cap="flat">
                <a:noFill/>
                <a:prstDash val="solid"/>
                <a:miter/>
              </a:ln>
            </p:spPr>
            <p:txBody>
              <a:bodyPr/>
              <a:lstStyle/>
              <a:p>
                <a:endParaRPr lang="en-US"/>
              </a:p>
            </p:txBody>
          </p:sp>
          <p:sp>
            <p:nvSpPr>
              <p:cNvPr id="374" name="Freeform: Shape 373">
                <a:extLst>
                  <a:ext uri="{FF2B5EF4-FFF2-40B4-BE49-F238E27FC236}">
                    <a16:creationId xmlns:a16="http://schemas.microsoft.com/office/drawing/2014/main" id="{29777C1A-CF4F-4CF2-F809-04606A545F2B}"/>
                  </a:ext>
                </a:extLst>
              </p:cNvPr>
              <p:cNvSpPr/>
              <p:nvPr>
                <p:custDataLst>
                  <p:tags r:id="rId17"/>
                </p:custDataLst>
              </p:nvPr>
            </p:nvSpPr>
            <p:spPr>
              <a:xfrm>
                <a:off x="10921113" y="5033408"/>
                <a:ext cx="114238" cy="7441"/>
              </a:xfrm>
              <a:custGeom>
                <a:avLst/>
                <a:gdLst>
                  <a:gd name="csX0" fmla="*/ 107804 w 114238"/>
                  <a:gd name="csY0" fmla="*/ 7504 h 7441"/>
                  <a:gd name="csX1" fmla="*/ 114348 w 114238"/>
                  <a:gd name="csY1" fmla="*/ 3784 h 7441"/>
                  <a:gd name="csX2" fmla="*/ 107804 w 114238"/>
                  <a:gd name="csY2" fmla="*/ 63 h 7441"/>
                  <a:gd name="csX3" fmla="*/ 6653 w 114238"/>
                  <a:gd name="csY3" fmla="*/ 63 h 7441"/>
                  <a:gd name="csX4" fmla="*/ 109 w 114238"/>
                  <a:gd name="csY4" fmla="*/ 3784 h 7441"/>
                  <a:gd name="csX5" fmla="*/ 6653 w 114238"/>
                  <a:gd name="csY5" fmla="*/ 7504 h 7441"/>
                  <a:gd name="csX6" fmla="*/ 107804 w 114238"/>
                  <a:gd name="csY6" fmla="*/ 7504 h 74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4238" h="7441">
                    <a:moveTo>
                      <a:pt x="107804" y="7504"/>
                    </a:moveTo>
                    <a:cubicBezTo>
                      <a:pt x="110982" y="7504"/>
                      <a:pt x="114348" y="7504"/>
                      <a:pt x="114348" y="3784"/>
                    </a:cubicBezTo>
                    <a:cubicBezTo>
                      <a:pt x="114348" y="63"/>
                      <a:pt x="110982" y="63"/>
                      <a:pt x="107804" y="63"/>
                    </a:cubicBezTo>
                    <a:lnTo>
                      <a:pt x="6653" y="63"/>
                    </a:lnTo>
                    <a:cubicBezTo>
                      <a:pt x="3475" y="63"/>
                      <a:pt x="109" y="63"/>
                      <a:pt x="109" y="3784"/>
                    </a:cubicBezTo>
                    <a:cubicBezTo>
                      <a:pt x="109" y="7504"/>
                      <a:pt x="3475" y="7504"/>
                      <a:pt x="6653" y="7504"/>
                    </a:cubicBezTo>
                    <a:lnTo>
                      <a:pt x="107804" y="7504"/>
                    </a:lnTo>
                    <a:close/>
                  </a:path>
                </a:pathLst>
              </a:custGeom>
              <a:solidFill>
                <a:schemeClr val="tx1"/>
              </a:solidFill>
              <a:ln w="22911" cap="flat">
                <a:noFill/>
                <a:prstDash val="solid"/>
                <a:miter/>
              </a:ln>
            </p:spPr>
            <p:txBody>
              <a:bodyPr/>
              <a:lstStyle/>
              <a:p>
                <a:endParaRPr lang="en-US"/>
              </a:p>
            </p:txBody>
          </p:sp>
          <p:sp>
            <p:nvSpPr>
              <p:cNvPr id="375" name="Freeform: Shape 374">
                <a:extLst>
                  <a:ext uri="{FF2B5EF4-FFF2-40B4-BE49-F238E27FC236}">
                    <a16:creationId xmlns:a16="http://schemas.microsoft.com/office/drawing/2014/main" id="{52AA22CE-2347-F9C5-3BF7-89CA5E7D9429}"/>
                  </a:ext>
                </a:extLst>
              </p:cNvPr>
              <p:cNvSpPr/>
              <p:nvPr>
                <p:custDataLst>
                  <p:tags r:id="rId18"/>
                </p:custDataLst>
              </p:nvPr>
            </p:nvSpPr>
            <p:spPr>
              <a:xfrm>
                <a:off x="11127085" y="4954528"/>
                <a:ext cx="49920" cy="28649"/>
              </a:xfrm>
              <a:custGeom>
                <a:avLst/>
                <a:gdLst>
                  <a:gd name="csX0" fmla="*/ 25174 w 49920"/>
                  <a:gd name="csY0" fmla="*/ 63 h 28649"/>
                  <a:gd name="csX1" fmla="*/ 120 w 49920"/>
                  <a:gd name="csY1" fmla="*/ 25364 h 28649"/>
                  <a:gd name="csX2" fmla="*/ 3486 w 49920"/>
                  <a:gd name="csY2" fmla="*/ 28713 h 28649"/>
                  <a:gd name="csX3" fmla="*/ 25174 w 49920"/>
                  <a:gd name="csY3" fmla="*/ 9737 h 28649"/>
                  <a:gd name="csX4" fmla="*/ 46675 w 49920"/>
                  <a:gd name="csY4" fmla="*/ 28713 h 28649"/>
                  <a:gd name="csX5" fmla="*/ 50041 w 49920"/>
                  <a:gd name="csY5" fmla="*/ 25364 h 28649"/>
                  <a:gd name="csX6" fmla="*/ 25174 w 49920"/>
                  <a:gd name="csY6" fmla="*/ 63 h 286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920" h="28649">
                    <a:moveTo>
                      <a:pt x="25174" y="63"/>
                    </a:moveTo>
                    <a:lnTo>
                      <a:pt x="120" y="25364"/>
                    </a:lnTo>
                    <a:lnTo>
                      <a:pt x="3486" y="28713"/>
                    </a:lnTo>
                    <a:lnTo>
                      <a:pt x="25174" y="9737"/>
                    </a:lnTo>
                    <a:lnTo>
                      <a:pt x="46675" y="28713"/>
                    </a:lnTo>
                    <a:lnTo>
                      <a:pt x="50041" y="25364"/>
                    </a:lnTo>
                    <a:lnTo>
                      <a:pt x="25174" y="63"/>
                    </a:lnTo>
                    <a:close/>
                  </a:path>
                </a:pathLst>
              </a:custGeom>
              <a:solidFill>
                <a:schemeClr val="tx1"/>
              </a:solidFill>
              <a:ln w="22911" cap="flat">
                <a:noFill/>
                <a:prstDash val="solid"/>
                <a:miter/>
              </a:ln>
            </p:spPr>
            <p:txBody>
              <a:bodyPr/>
              <a:lstStyle/>
              <a:p>
                <a:endParaRPr lang="en-US"/>
              </a:p>
            </p:txBody>
          </p:sp>
          <p:sp>
            <p:nvSpPr>
              <p:cNvPr id="376" name="Freeform: Shape 375">
                <a:extLst>
                  <a:ext uri="{FF2B5EF4-FFF2-40B4-BE49-F238E27FC236}">
                    <a16:creationId xmlns:a16="http://schemas.microsoft.com/office/drawing/2014/main" id="{3F8A9AE5-5B30-1777-B6CC-616243FF618D}"/>
                  </a:ext>
                </a:extLst>
              </p:cNvPr>
              <p:cNvSpPr/>
              <p:nvPr>
                <p:custDataLst>
                  <p:tags r:id="rId19"/>
                </p:custDataLst>
              </p:nvPr>
            </p:nvSpPr>
            <p:spPr>
              <a:xfrm>
                <a:off x="11097985" y="5001410"/>
                <a:ext cx="86192" cy="120366"/>
              </a:xfrm>
              <a:custGeom>
                <a:avLst/>
                <a:gdLst>
                  <a:gd name="csX0" fmla="*/ 85564 w 86192"/>
                  <a:gd name="csY0" fmla="*/ 11411 h 120366"/>
                  <a:gd name="csX1" fmla="*/ 86312 w 86192"/>
                  <a:gd name="csY1" fmla="*/ 7132 h 120366"/>
                  <a:gd name="csX2" fmla="*/ 80890 w 86192"/>
                  <a:gd name="csY2" fmla="*/ 2109 h 120366"/>
                  <a:gd name="csX3" fmla="*/ 74346 w 86192"/>
                  <a:gd name="csY3" fmla="*/ 6016 h 120366"/>
                  <a:gd name="csX4" fmla="*/ 71729 w 86192"/>
                  <a:gd name="csY4" fmla="*/ 16062 h 120366"/>
                  <a:gd name="csX5" fmla="*/ 67989 w 86192"/>
                  <a:gd name="csY5" fmla="*/ 30945 h 120366"/>
                  <a:gd name="csX6" fmla="*/ 59576 w 86192"/>
                  <a:gd name="csY6" fmla="*/ 64432 h 120366"/>
                  <a:gd name="csX7" fmla="*/ 38448 w 86192"/>
                  <a:gd name="csY7" fmla="*/ 80245 h 120366"/>
                  <a:gd name="csX8" fmla="*/ 26856 w 86192"/>
                  <a:gd name="csY8" fmla="*/ 65176 h 120366"/>
                  <a:gd name="csX9" fmla="*/ 36391 w 86192"/>
                  <a:gd name="csY9" fmla="*/ 28713 h 120366"/>
                  <a:gd name="csX10" fmla="*/ 40131 w 86192"/>
                  <a:gd name="csY10" fmla="*/ 15318 h 120366"/>
                  <a:gd name="csX11" fmla="*/ 24799 w 86192"/>
                  <a:gd name="csY11" fmla="*/ 63 h 120366"/>
                  <a:gd name="csX12" fmla="*/ 119 w 86192"/>
                  <a:gd name="csY12" fmla="*/ 28713 h 120366"/>
                  <a:gd name="csX13" fmla="*/ 2363 w 86192"/>
                  <a:gd name="csY13" fmla="*/ 30573 h 120366"/>
                  <a:gd name="csX14" fmla="*/ 5355 w 86192"/>
                  <a:gd name="csY14" fmla="*/ 27224 h 120366"/>
                  <a:gd name="csX15" fmla="*/ 24238 w 86192"/>
                  <a:gd name="csY15" fmla="*/ 4156 h 120366"/>
                  <a:gd name="csX16" fmla="*/ 28913 w 86192"/>
                  <a:gd name="csY16" fmla="*/ 10109 h 120366"/>
                  <a:gd name="csX17" fmla="*/ 25734 w 86192"/>
                  <a:gd name="csY17" fmla="*/ 23131 h 120366"/>
                  <a:gd name="csX18" fmla="*/ 14890 w 86192"/>
                  <a:gd name="csY18" fmla="*/ 62199 h 120366"/>
                  <a:gd name="csX19" fmla="*/ 37700 w 86192"/>
                  <a:gd name="csY19" fmla="*/ 84338 h 120366"/>
                  <a:gd name="csX20" fmla="*/ 56584 w 86192"/>
                  <a:gd name="csY20" fmla="*/ 75966 h 120366"/>
                  <a:gd name="csX21" fmla="*/ 44431 w 86192"/>
                  <a:gd name="csY21" fmla="*/ 104616 h 120366"/>
                  <a:gd name="csX22" fmla="*/ 23864 w 86192"/>
                  <a:gd name="csY22" fmla="*/ 116336 h 120366"/>
                  <a:gd name="csX23" fmla="*/ 9655 w 86192"/>
                  <a:gd name="csY23" fmla="*/ 108523 h 120366"/>
                  <a:gd name="csX24" fmla="*/ 17695 w 86192"/>
                  <a:gd name="csY24" fmla="*/ 106290 h 120366"/>
                  <a:gd name="csX25" fmla="*/ 21434 w 86192"/>
                  <a:gd name="csY25" fmla="*/ 98663 h 120366"/>
                  <a:gd name="csX26" fmla="*/ 14516 w 86192"/>
                  <a:gd name="csY26" fmla="*/ 92152 h 120366"/>
                  <a:gd name="csX27" fmla="*/ 4046 w 86192"/>
                  <a:gd name="csY27" fmla="*/ 104244 h 120366"/>
                  <a:gd name="csX28" fmla="*/ 23864 w 86192"/>
                  <a:gd name="csY28" fmla="*/ 120429 h 120366"/>
                  <a:gd name="csX29" fmla="*/ 67615 w 86192"/>
                  <a:gd name="csY29" fmla="*/ 82478 h 120366"/>
                  <a:gd name="csX30" fmla="*/ 85564 w 86192"/>
                  <a:gd name="csY30" fmla="*/ 11411 h 120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6192" h="120366">
                    <a:moveTo>
                      <a:pt x="85564" y="11411"/>
                    </a:moveTo>
                    <a:cubicBezTo>
                      <a:pt x="86312" y="8807"/>
                      <a:pt x="86312" y="8434"/>
                      <a:pt x="86312" y="7132"/>
                    </a:cubicBezTo>
                    <a:cubicBezTo>
                      <a:pt x="86312" y="3784"/>
                      <a:pt x="83695" y="2109"/>
                      <a:pt x="80890" y="2109"/>
                    </a:cubicBezTo>
                    <a:cubicBezTo>
                      <a:pt x="79020" y="2109"/>
                      <a:pt x="76029" y="3225"/>
                      <a:pt x="74346" y="6016"/>
                    </a:cubicBezTo>
                    <a:cubicBezTo>
                      <a:pt x="73972" y="6946"/>
                      <a:pt x="72476" y="12713"/>
                      <a:pt x="71729" y="16062"/>
                    </a:cubicBezTo>
                    <a:cubicBezTo>
                      <a:pt x="70420" y="20899"/>
                      <a:pt x="69111" y="25922"/>
                      <a:pt x="67989" y="30945"/>
                    </a:cubicBezTo>
                    <a:lnTo>
                      <a:pt x="59576" y="64432"/>
                    </a:lnTo>
                    <a:cubicBezTo>
                      <a:pt x="58828" y="67222"/>
                      <a:pt x="50788" y="80245"/>
                      <a:pt x="38448" y="80245"/>
                    </a:cubicBezTo>
                    <a:cubicBezTo>
                      <a:pt x="28913" y="80245"/>
                      <a:pt x="26856" y="72059"/>
                      <a:pt x="26856" y="65176"/>
                    </a:cubicBezTo>
                    <a:cubicBezTo>
                      <a:pt x="26856" y="56618"/>
                      <a:pt x="30034" y="45084"/>
                      <a:pt x="36391" y="28713"/>
                    </a:cubicBezTo>
                    <a:cubicBezTo>
                      <a:pt x="39383" y="21085"/>
                      <a:pt x="40131" y="19039"/>
                      <a:pt x="40131" y="15318"/>
                    </a:cubicBezTo>
                    <a:cubicBezTo>
                      <a:pt x="40131" y="6946"/>
                      <a:pt x="34148" y="63"/>
                      <a:pt x="24799" y="63"/>
                    </a:cubicBezTo>
                    <a:cubicBezTo>
                      <a:pt x="7037" y="63"/>
                      <a:pt x="119" y="27038"/>
                      <a:pt x="119" y="28713"/>
                    </a:cubicBezTo>
                    <a:cubicBezTo>
                      <a:pt x="119" y="30573"/>
                      <a:pt x="1989" y="30573"/>
                      <a:pt x="2363" y="30573"/>
                    </a:cubicBezTo>
                    <a:cubicBezTo>
                      <a:pt x="4233" y="30573"/>
                      <a:pt x="4420" y="30201"/>
                      <a:pt x="5355" y="27224"/>
                    </a:cubicBezTo>
                    <a:cubicBezTo>
                      <a:pt x="10403" y="9737"/>
                      <a:pt x="17881" y="4156"/>
                      <a:pt x="24238" y="4156"/>
                    </a:cubicBezTo>
                    <a:cubicBezTo>
                      <a:pt x="25734" y="4156"/>
                      <a:pt x="28913" y="4156"/>
                      <a:pt x="28913" y="10109"/>
                    </a:cubicBezTo>
                    <a:cubicBezTo>
                      <a:pt x="28913" y="14760"/>
                      <a:pt x="27043" y="19597"/>
                      <a:pt x="25734" y="23131"/>
                    </a:cubicBezTo>
                    <a:cubicBezTo>
                      <a:pt x="18255" y="42851"/>
                      <a:pt x="14890" y="53456"/>
                      <a:pt x="14890" y="62199"/>
                    </a:cubicBezTo>
                    <a:cubicBezTo>
                      <a:pt x="14890" y="78757"/>
                      <a:pt x="26669" y="84338"/>
                      <a:pt x="37700" y="84338"/>
                    </a:cubicBezTo>
                    <a:cubicBezTo>
                      <a:pt x="44992" y="84338"/>
                      <a:pt x="51349" y="81175"/>
                      <a:pt x="56584" y="75966"/>
                    </a:cubicBezTo>
                    <a:cubicBezTo>
                      <a:pt x="54154" y="85640"/>
                      <a:pt x="51910" y="94756"/>
                      <a:pt x="44431" y="104616"/>
                    </a:cubicBezTo>
                    <a:cubicBezTo>
                      <a:pt x="39570" y="110941"/>
                      <a:pt x="32465" y="116336"/>
                      <a:pt x="23864" y="116336"/>
                    </a:cubicBezTo>
                    <a:cubicBezTo>
                      <a:pt x="21247" y="116336"/>
                      <a:pt x="12833" y="115778"/>
                      <a:pt x="9655" y="108523"/>
                    </a:cubicBezTo>
                    <a:cubicBezTo>
                      <a:pt x="12646" y="108523"/>
                      <a:pt x="15077" y="108523"/>
                      <a:pt x="17695" y="106290"/>
                    </a:cubicBezTo>
                    <a:cubicBezTo>
                      <a:pt x="19564" y="104616"/>
                      <a:pt x="21434" y="102198"/>
                      <a:pt x="21434" y="98663"/>
                    </a:cubicBezTo>
                    <a:cubicBezTo>
                      <a:pt x="21434" y="92896"/>
                      <a:pt x="16386" y="92152"/>
                      <a:pt x="14516" y="92152"/>
                    </a:cubicBezTo>
                    <a:cubicBezTo>
                      <a:pt x="10216" y="92152"/>
                      <a:pt x="4046" y="95128"/>
                      <a:pt x="4046" y="104244"/>
                    </a:cubicBezTo>
                    <a:cubicBezTo>
                      <a:pt x="4046" y="113546"/>
                      <a:pt x="12272" y="120429"/>
                      <a:pt x="23864" y="120429"/>
                    </a:cubicBezTo>
                    <a:cubicBezTo>
                      <a:pt x="43122" y="120429"/>
                      <a:pt x="62380" y="103500"/>
                      <a:pt x="67615" y="82478"/>
                    </a:cubicBezTo>
                    <a:lnTo>
                      <a:pt x="85564" y="11411"/>
                    </a:lnTo>
                    <a:close/>
                  </a:path>
                </a:pathLst>
              </a:custGeom>
              <a:solidFill>
                <a:schemeClr val="tx1"/>
              </a:solidFill>
              <a:ln w="22911" cap="flat">
                <a:noFill/>
                <a:prstDash val="solid"/>
                <a:miter/>
              </a:ln>
            </p:spPr>
            <p:txBody>
              <a:bodyPr/>
              <a:lstStyle/>
              <a:p>
                <a:endParaRPr lang="en-US"/>
              </a:p>
            </p:txBody>
          </p:sp>
          <p:sp>
            <p:nvSpPr>
              <p:cNvPr id="377" name="Freeform: Shape 376">
                <a:extLst>
                  <a:ext uri="{FF2B5EF4-FFF2-40B4-BE49-F238E27FC236}">
                    <a16:creationId xmlns:a16="http://schemas.microsoft.com/office/drawing/2014/main" id="{06C8EF48-DCFD-3BFB-61AD-5287B16CB22C}"/>
                  </a:ext>
                </a:extLst>
              </p:cNvPr>
              <p:cNvSpPr/>
              <p:nvPr>
                <p:custDataLst>
                  <p:tags r:id="rId20"/>
                </p:custDataLst>
              </p:nvPr>
            </p:nvSpPr>
            <p:spPr>
              <a:xfrm>
                <a:off x="11190382" y="5025204"/>
                <a:ext cx="39656" cy="87642"/>
              </a:xfrm>
              <a:custGeom>
                <a:avLst/>
                <a:gdLst>
                  <a:gd name="csX0" fmla="*/ 36378 w 39656"/>
                  <a:gd name="csY0" fmla="*/ 5013 h 87642"/>
                  <a:gd name="csX1" fmla="*/ 31142 w 39656"/>
                  <a:gd name="csY1" fmla="*/ 64 h 87642"/>
                  <a:gd name="csX2" fmla="*/ 23813 w 39656"/>
                  <a:gd name="csY2" fmla="*/ 7227 h 87642"/>
                  <a:gd name="csX3" fmla="*/ 29048 w 39656"/>
                  <a:gd name="csY3" fmla="*/ 12175 h 87642"/>
                  <a:gd name="csX4" fmla="*/ 36378 w 39656"/>
                  <a:gd name="csY4" fmla="*/ 5013 h 87642"/>
                  <a:gd name="csX5" fmla="*/ 9678 w 39656"/>
                  <a:gd name="csY5" fmla="*/ 71168 h 87642"/>
                  <a:gd name="csX6" fmla="*/ 8500 w 39656"/>
                  <a:gd name="csY6" fmla="*/ 76637 h 87642"/>
                  <a:gd name="csX7" fmla="*/ 20934 w 39656"/>
                  <a:gd name="csY7" fmla="*/ 87707 h 87642"/>
                  <a:gd name="csX8" fmla="*/ 39780 w 39656"/>
                  <a:gd name="csY8" fmla="*/ 67782 h 87642"/>
                  <a:gd name="csX9" fmla="*/ 37686 w 39656"/>
                  <a:gd name="csY9" fmla="*/ 66089 h 87642"/>
                  <a:gd name="csX10" fmla="*/ 35200 w 39656"/>
                  <a:gd name="csY10" fmla="*/ 68303 h 87642"/>
                  <a:gd name="csX11" fmla="*/ 21327 w 39656"/>
                  <a:gd name="csY11" fmla="*/ 84060 h 87642"/>
                  <a:gd name="csX12" fmla="*/ 18055 w 39656"/>
                  <a:gd name="csY12" fmla="*/ 79502 h 87642"/>
                  <a:gd name="csX13" fmla="*/ 20149 w 39656"/>
                  <a:gd name="csY13" fmla="*/ 71168 h 87642"/>
                  <a:gd name="csX14" fmla="*/ 24337 w 39656"/>
                  <a:gd name="csY14" fmla="*/ 60750 h 87642"/>
                  <a:gd name="csX15" fmla="*/ 30750 w 39656"/>
                  <a:gd name="csY15" fmla="*/ 44211 h 87642"/>
                  <a:gd name="csX16" fmla="*/ 31535 w 39656"/>
                  <a:gd name="csY16" fmla="*/ 40044 h 87642"/>
                  <a:gd name="csX17" fmla="*/ 19102 w 39656"/>
                  <a:gd name="csY17" fmla="*/ 28975 h 87642"/>
                  <a:gd name="csX18" fmla="*/ 124 w 39656"/>
                  <a:gd name="csY18" fmla="*/ 48899 h 87642"/>
                  <a:gd name="csX19" fmla="*/ 2349 w 39656"/>
                  <a:gd name="csY19" fmla="*/ 50592 h 87642"/>
                  <a:gd name="csX20" fmla="*/ 4705 w 39656"/>
                  <a:gd name="csY20" fmla="*/ 48509 h 87642"/>
                  <a:gd name="csX21" fmla="*/ 18709 w 39656"/>
                  <a:gd name="csY21" fmla="*/ 32621 h 87642"/>
                  <a:gd name="csX22" fmla="*/ 21981 w 39656"/>
                  <a:gd name="csY22" fmla="*/ 37179 h 87642"/>
                  <a:gd name="csX23" fmla="*/ 17924 w 39656"/>
                  <a:gd name="csY23" fmla="*/ 50201 h 87642"/>
                  <a:gd name="csX24" fmla="*/ 9678 w 39656"/>
                  <a:gd name="csY24" fmla="*/ 71168 h 87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39656" h="87642">
                    <a:moveTo>
                      <a:pt x="36378" y="5013"/>
                    </a:moveTo>
                    <a:cubicBezTo>
                      <a:pt x="36378" y="2929"/>
                      <a:pt x="34807" y="64"/>
                      <a:pt x="31142" y="64"/>
                    </a:cubicBezTo>
                    <a:cubicBezTo>
                      <a:pt x="27609" y="64"/>
                      <a:pt x="23813" y="3450"/>
                      <a:pt x="23813" y="7227"/>
                    </a:cubicBezTo>
                    <a:cubicBezTo>
                      <a:pt x="23813" y="9441"/>
                      <a:pt x="25515" y="12175"/>
                      <a:pt x="29048" y="12175"/>
                    </a:cubicBezTo>
                    <a:cubicBezTo>
                      <a:pt x="32844" y="12175"/>
                      <a:pt x="36378" y="8529"/>
                      <a:pt x="36378" y="5013"/>
                    </a:cubicBezTo>
                    <a:close/>
                    <a:moveTo>
                      <a:pt x="9678" y="71168"/>
                    </a:moveTo>
                    <a:cubicBezTo>
                      <a:pt x="9155" y="72861"/>
                      <a:pt x="8500" y="74424"/>
                      <a:pt x="8500" y="76637"/>
                    </a:cubicBezTo>
                    <a:cubicBezTo>
                      <a:pt x="8500" y="82758"/>
                      <a:pt x="13736" y="87707"/>
                      <a:pt x="20934" y="87707"/>
                    </a:cubicBezTo>
                    <a:cubicBezTo>
                      <a:pt x="34022" y="87707"/>
                      <a:pt x="39780" y="69735"/>
                      <a:pt x="39780" y="67782"/>
                    </a:cubicBezTo>
                    <a:cubicBezTo>
                      <a:pt x="39780" y="66089"/>
                      <a:pt x="38079" y="66089"/>
                      <a:pt x="37686" y="66089"/>
                    </a:cubicBezTo>
                    <a:cubicBezTo>
                      <a:pt x="35854" y="66089"/>
                      <a:pt x="35723" y="66870"/>
                      <a:pt x="35200" y="68303"/>
                    </a:cubicBezTo>
                    <a:cubicBezTo>
                      <a:pt x="32190" y="78721"/>
                      <a:pt x="26431" y="84060"/>
                      <a:pt x="21327" y="84060"/>
                    </a:cubicBezTo>
                    <a:cubicBezTo>
                      <a:pt x="18709" y="84060"/>
                      <a:pt x="18055" y="82367"/>
                      <a:pt x="18055" y="79502"/>
                    </a:cubicBezTo>
                    <a:cubicBezTo>
                      <a:pt x="18055" y="76507"/>
                      <a:pt x="18971" y="74033"/>
                      <a:pt x="20149" y="71168"/>
                    </a:cubicBezTo>
                    <a:cubicBezTo>
                      <a:pt x="21457" y="67652"/>
                      <a:pt x="22897" y="64136"/>
                      <a:pt x="24337" y="60750"/>
                    </a:cubicBezTo>
                    <a:cubicBezTo>
                      <a:pt x="25515" y="57624"/>
                      <a:pt x="30226" y="45774"/>
                      <a:pt x="30750" y="44211"/>
                    </a:cubicBezTo>
                    <a:cubicBezTo>
                      <a:pt x="31142" y="42909"/>
                      <a:pt x="31535" y="41346"/>
                      <a:pt x="31535" y="40044"/>
                    </a:cubicBezTo>
                    <a:cubicBezTo>
                      <a:pt x="31535" y="33923"/>
                      <a:pt x="26300" y="28975"/>
                      <a:pt x="19102" y="28975"/>
                    </a:cubicBezTo>
                    <a:cubicBezTo>
                      <a:pt x="6145" y="28975"/>
                      <a:pt x="124" y="46685"/>
                      <a:pt x="124" y="48899"/>
                    </a:cubicBezTo>
                    <a:cubicBezTo>
                      <a:pt x="124" y="50592"/>
                      <a:pt x="1957" y="50592"/>
                      <a:pt x="2349" y="50592"/>
                    </a:cubicBezTo>
                    <a:cubicBezTo>
                      <a:pt x="4182" y="50592"/>
                      <a:pt x="4312" y="49941"/>
                      <a:pt x="4705" y="48509"/>
                    </a:cubicBezTo>
                    <a:cubicBezTo>
                      <a:pt x="8108" y="37309"/>
                      <a:pt x="13867" y="32621"/>
                      <a:pt x="18709" y="32621"/>
                    </a:cubicBezTo>
                    <a:cubicBezTo>
                      <a:pt x="20803" y="32621"/>
                      <a:pt x="21981" y="33663"/>
                      <a:pt x="21981" y="37179"/>
                    </a:cubicBezTo>
                    <a:cubicBezTo>
                      <a:pt x="21981" y="40174"/>
                      <a:pt x="21196" y="42127"/>
                      <a:pt x="17924" y="50201"/>
                    </a:cubicBezTo>
                    <a:lnTo>
                      <a:pt x="9678" y="71168"/>
                    </a:lnTo>
                    <a:close/>
                  </a:path>
                </a:pathLst>
              </a:custGeom>
              <a:solidFill>
                <a:schemeClr val="tx1"/>
              </a:solidFill>
              <a:ln w="22911" cap="flat">
                <a:noFill/>
                <a:prstDash val="solid"/>
                <a:miter/>
              </a:ln>
            </p:spPr>
            <p:txBody>
              <a:bodyPr/>
              <a:lstStyle/>
              <a:p>
                <a:endParaRPr lang="en-US"/>
              </a:p>
            </p:txBody>
          </p:sp>
        </p:grpSp>
      </p:grpSp>
      <p:pic>
        <p:nvPicPr>
          <p:cNvPr id="394" name="Picture 393" descr="\documentclass{article}&#10;\usepackage{amsmath}&#10;\pagestyle{empty}&#10;\begin{document}&#10;&#10;&#10;$x_2$&#10;&#10;\end{document}" title="IguanaTex Picture Display">
            <a:extLst>
              <a:ext uri="{FF2B5EF4-FFF2-40B4-BE49-F238E27FC236}">
                <a16:creationId xmlns:a16="http://schemas.microsoft.com/office/drawing/2014/main" id="{8EDD930E-FF95-465C-6A3A-5CFCC540EE5C}"/>
              </a:ext>
            </a:extLst>
          </p:cNvPr>
          <p:cNvPicPr>
            <a:picLocks noChangeAspect="1"/>
          </p:cNvPicPr>
          <p:nvPr>
            <p:custDataLst>
              <p:tags r:id="rId9"/>
            </p:custDataLst>
          </p:nvPr>
        </p:nvPicPr>
        <p:blipFill>
          <a:blip r:embed="rId42">
            <a:extLst>
              <a:ext uri="{28A0092B-C50C-407E-A947-70E740481C1C}">
                <a14:useLocalDpi xmlns:a14="http://schemas.microsoft.com/office/drawing/2010/main" val="0"/>
              </a:ext>
            </a:extLst>
          </a:blip>
          <a:stretch>
            <a:fillRect/>
          </a:stretch>
        </p:blipFill>
        <p:spPr>
          <a:xfrm>
            <a:off x="5621913" y="5564546"/>
            <a:ext cx="151331" cy="98870"/>
          </a:xfrm>
          <a:prstGeom prst="rect">
            <a:avLst/>
          </a:prstGeom>
        </p:spPr>
      </p:pic>
    </p:spTree>
    <p:custDataLst>
      <p:tags r:id="rId1"/>
    </p:custDataLst>
    <p:extLst>
      <p:ext uri="{BB962C8B-B14F-4D97-AF65-F5344CB8AC3E}">
        <p14:creationId xmlns:p14="http://schemas.microsoft.com/office/powerpoint/2010/main" val="2066488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358">
        <p159:morph option="byObject"/>
      </p:transition>
    </mc:Choice>
    <mc:Fallback xmlns="">
      <p:transition spd="slow" advTm="1135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94"/>
                                        </p:tgtEl>
                                        <p:attrNameLst>
                                          <p:attrName>style.visibility</p:attrName>
                                        </p:attrNameLst>
                                      </p:cBhvr>
                                      <p:to>
                                        <p:strVal val="visible"/>
                                      </p:to>
                                    </p:set>
                                    <p:animEffect transition="in" filter="fade">
                                      <p:cBhvr>
                                        <p:cTn id="38" dur="500"/>
                                        <p:tgtEl>
                                          <p:spTgt spid="39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500"/>
                                        <p:tgtEl>
                                          <p:spTgt spid="40"/>
                                        </p:tgtEl>
                                      </p:cBhvr>
                                    </p:animEffect>
                                  </p:childTnLst>
                                </p:cTn>
                              </p:par>
                              <p:par>
                                <p:cTn id="49" presetID="10"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500"/>
                                        <p:tgtEl>
                                          <p:spTgt spid="4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childTnLst>
                                </p:cTn>
                              </p:par>
                              <p:par>
                                <p:cTn id="65" presetID="10" presetClass="entr" presetSubtype="0"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500"/>
                                        <p:tgtEl>
                                          <p:spTgt spid="5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6"/>
                                        </p:tgtEl>
                                        <p:attrNameLst>
                                          <p:attrName>style.visibility</p:attrName>
                                        </p:attrNameLst>
                                      </p:cBhvr>
                                      <p:to>
                                        <p:strVal val="visible"/>
                                      </p:to>
                                    </p:set>
                                    <p:animEffect transition="in" filter="fade">
                                      <p:cBhvr>
                                        <p:cTn id="72" dur="500"/>
                                        <p:tgtEl>
                                          <p:spTgt spid="216"/>
                                        </p:tgtEl>
                                      </p:cBhvr>
                                    </p:animEffect>
                                  </p:childTnLst>
                                </p:cTn>
                              </p:par>
                              <p:par>
                                <p:cTn id="73" presetID="10" presetClass="entr" presetSubtype="0" fill="hold" nodeType="withEffect">
                                  <p:stCondLst>
                                    <p:cond delay="0"/>
                                  </p:stCondLst>
                                  <p:childTnLst>
                                    <p:set>
                                      <p:cBhvr>
                                        <p:cTn id="74" dur="1" fill="hold">
                                          <p:stCondLst>
                                            <p:cond delay="0"/>
                                          </p:stCondLst>
                                        </p:cTn>
                                        <p:tgtEl>
                                          <p:spTgt spid="198"/>
                                        </p:tgtEl>
                                        <p:attrNameLst>
                                          <p:attrName>style.visibility</p:attrName>
                                        </p:attrNameLst>
                                      </p:cBhvr>
                                      <p:to>
                                        <p:strVal val="visible"/>
                                      </p:to>
                                    </p:set>
                                    <p:animEffect transition="in" filter="fade">
                                      <p:cBhvr>
                                        <p:cTn id="75" dur="500"/>
                                        <p:tgtEl>
                                          <p:spTgt spid="19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95"/>
                                        </p:tgtEl>
                                        <p:attrNameLst>
                                          <p:attrName>style.visibility</p:attrName>
                                        </p:attrNameLst>
                                      </p:cBhvr>
                                      <p:to>
                                        <p:strVal val="visible"/>
                                      </p:to>
                                    </p:set>
                                    <p:animEffect transition="in" filter="fade">
                                      <p:cBhvr>
                                        <p:cTn id="80" dur="500"/>
                                        <p:tgtEl>
                                          <p:spTgt spid="39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96"/>
                                        </p:tgtEl>
                                        <p:attrNameLst>
                                          <p:attrName>style.visibility</p:attrName>
                                        </p:attrNameLst>
                                      </p:cBhvr>
                                      <p:to>
                                        <p:strVal val="visible"/>
                                      </p:to>
                                    </p:set>
                                    <p:animEffect transition="in" filter="fade">
                                      <p:cBhvr>
                                        <p:cTn id="85" dur="500"/>
                                        <p:tgtEl>
                                          <p:spTgt spid="396"/>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97"/>
                                        </p:tgtEl>
                                        <p:attrNameLst>
                                          <p:attrName>style.visibility</p:attrName>
                                        </p:attrNameLst>
                                      </p:cBhvr>
                                      <p:to>
                                        <p:strVal val="visible"/>
                                      </p:to>
                                    </p:set>
                                    <p:animEffect transition="in" filter="fade">
                                      <p:cBhvr>
                                        <p:cTn id="90" dur="500"/>
                                        <p:tgtEl>
                                          <p:spTgt spid="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5" grpId="0" animBg="1"/>
      <p:bldP spid="40" grpId="0" animBg="1"/>
      <p:bldP spid="42" grpId="0" animBg="1"/>
      <p:bldP spid="4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794DC-E514-E5CC-2041-13F12BF2EF4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77E5F2-FCC2-0358-F878-CE2D187EED32}"/>
              </a:ext>
            </a:extLst>
          </p:cNvPr>
          <p:cNvSpPr>
            <a:spLocks noGrp="1"/>
          </p:cNvSpPr>
          <p:nvPr>
            <p:ph type="sldNum" sz="quarter" idx="12"/>
          </p:nvPr>
        </p:nvSpPr>
        <p:spPr/>
        <p:txBody>
          <a:bodyPr/>
          <a:lstStyle/>
          <a:p>
            <a:fld id="{330EA680-D336-4FF7-8B7A-9848BB0A1C32}" type="slidenum">
              <a:rPr lang="en-US" smtClean="0"/>
              <a:t>42</a:t>
            </a:fld>
            <a:endParaRPr lang="en-US"/>
          </a:p>
        </p:txBody>
      </p:sp>
      <p:sp>
        <p:nvSpPr>
          <p:cNvPr id="4" name="Date Placeholder 3">
            <a:extLst>
              <a:ext uri="{FF2B5EF4-FFF2-40B4-BE49-F238E27FC236}">
                <a16:creationId xmlns:a16="http://schemas.microsoft.com/office/drawing/2014/main" id="{F4E89533-265A-35CA-8E07-E6F3D7F69176}"/>
              </a:ext>
            </a:extLst>
          </p:cNvPr>
          <p:cNvSpPr>
            <a:spLocks noGrp="1"/>
          </p:cNvSpPr>
          <p:nvPr>
            <p:ph type="dt" sz="half" idx="10"/>
          </p:nvPr>
        </p:nvSpPr>
        <p:spPr/>
        <p:txBody>
          <a:bodyPr/>
          <a:lstStyle/>
          <a:p>
            <a:fld id="{26E845D0-70B0-405D-A6BF-798C9CBE9027}" type="datetime1">
              <a:rPr lang="es-CO" smtClean="0"/>
              <a:t>8/02/2026</a:t>
            </a:fld>
            <a:endParaRPr lang="en-US"/>
          </a:p>
        </p:txBody>
      </p:sp>
      <p:sp>
        <p:nvSpPr>
          <p:cNvPr id="5" name="TextBox 4">
            <a:extLst>
              <a:ext uri="{FF2B5EF4-FFF2-40B4-BE49-F238E27FC236}">
                <a16:creationId xmlns:a16="http://schemas.microsoft.com/office/drawing/2014/main" id="{79CD29B3-7AA4-4A30-C78F-7DB4E1D9B18F}"/>
              </a:ext>
            </a:extLst>
          </p:cNvPr>
          <p:cNvSpPr txBox="1"/>
          <p:nvPr/>
        </p:nvSpPr>
        <p:spPr>
          <a:xfrm>
            <a:off x="891591" y="1405332"/>
            <a:ext cx="5044866" cy="646331"/>
          </a:xfrm>
          <a:prstGeom prst="rect">
            <a:avLst/>
          </a:prstGeom>
          <a:noFill/>
        </p:spPr>
        <p:txBody>
          <a:bodyPr wrap="square">
            <a:spAutoFit/>
          </a:bodyPr>
          <a:lstStyle/>
          <a:p>
            <a:r>
              <a:rPr lang="en-US" b="1"/>
              <a:t>Adjusted Values and Residuals</a:t>
            </a:r>
          </a:p>
          <a:p>
            <a:r>
              <a:rPr lang="en-US" b="1">
                <a:highlight>
                  <a:srgbClr val="FFC000"/>
                </a:highlight>
              </a:rPr>
              <a:t>Ordinary Least Squares (OLS) Estimates</a:t>
            </a:r>
            <a:endParaRPr lang="es-CO" b="1">
              <a:highlight>
                <a:srgbClr val="FFC000"/>
              </a:highlight>
            </a:endParaRPr>
          </a:p>
        </p:txBody>
      </p:sp>
      <p:grpSp>
        <p:nvGrpSpPr>
          <p:cNvPr id="45" name="Group 44">
            <a:extLst>
              <a:ext uri="{FF2B5EF4-FFF2-40B4-BE49-F238E27FC236}">
                <a16:creationId xmlns:a16="http://schemas.microsoft.com/office/drawing/2014/main" id="{19A9D0FB-0B0F-D516-9B32-70C2FFF297AC}"/>
              </a:ext>
            </a:extLst>
          </p:cNvPr>
          <p:cNvGrpSpPr>
            <a:grpSpLocks noChangeAspect="1"/>
          </p:cNvGrpSpPr>
          <p:nvPr>
            <p:custDataLst>
              <p:tags r:id="rId1"/>
            </p:custDataLst>
          </p:nvPr>
        </p:nvGrpSpPr>
        <p:grpSpPr>
          <a:xfrm>
            <a:off x="1041351" y="3412433"/>
            <a:ext cx="1952483" cy="215651"/>
            <a:chOff x="4198150" y="4021320"/>
            <a:chExt cx="2657046" cy="293470"/>
          </a:xfrm>
          <a:solidFill>
            <a:schemeClr val="tx1"/>
          </a:solidFill>
        </p:grpSpPr>
        <p:sp>
          <p:nvSpPr>
            <p:cNvPr id="32" name="Freeform: Shape 31">
              <a:extLst>
                <a:ext uri="{FF2B5EF4-FFF2-40B4-BE49-F238E27FC236}">
                  <a16:creationId xmlns:a16="http://schemas.microsoft.com/office/drawing/2014/main" id="{1F883297-2380-2DC0-6039-8FAA1C28E78B}"/>
                </a:ext>
              </a:extLst>
            </p:cNvPr>
            <p:cNvSpPr/>
            <p:nvPr>
              <p:custDataLst>
                <p:tags r:id="rId135"/>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sz="1600"/>
            </a:p>
          </p:txBody>
        </p:sp>
        <p:sp>
          <p:nvSpPr>
            <p:cNvPr id="33" name="Freeform: Shape 32">
              <a:extLst>
                <a:ext uri="{FF2B5EF4-FFF2-40B4-BE49-F238E27FC236}">
                  <a16:creationId xmlns:a16="http://schemas.microsoft.com/office/drawing/2014/main" id="{3856BB71-88C0-7B9F-7ADA-5E86417EE298}"/>
                </a:ext>
              </a:extLst>
            </p:cNvPr>
            <p:cNvSpPr/>
            <p:nvPr>
              <p:custDataLst>
                <p:tags r:id="rId136"/>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sz="1600"/>
            </a:p>
          </p:txBody>
        </p:sp>
        <p:sp>
          <p:nvSpPr>
            <p:cNvPr id="34" name="Freeform: Shape 33">
              <a:extLst>
                <a:ext uri="{FF2B5EF4-FFF2-40B4-BE49-F238E27FC236}">
                  <a16:creationId xmlns:a16="http://schemas.microsoft.com/office/drawing/2014/main" id="{9A8AD8C7-4E5A-4FCB-525A-B09AEF30395F}"/>
                </a:ext>
              </a:extLst>
            </p:cNvPr>
            <p:cNvSpPr/>
            <p:nvPr>
              <p:custDataLst>
                <p:tags r:id="rId137"/>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sz="1600"/>
            </a:p>
          </p:txBody>
        </p:sp>
        <p:sp>
          <p:nvSpPr>
            <p:cNvPr id="35" name="Freeform: Shape 34">
              <a:extLst>
                <a:ext uri="{FF2B5EF4-FFF2-40B4-BE49-F238E27FC236}">
                  <a16:creationId xmlns:a16="http://schemas.microsoft.com/office/drawing/2014/main" id="{5BD47127-C5E3-94FB-1C40-6F1F0AE04D50}"/>
                </a:ext>
              </a:extLst>
            </p:cNvPr>
            <p:cNvSpPr/>
            <p:nvPr>
              <p:custDataLst>
                <p:tags r:id="rId138"/>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sz="1600"/>
            </a:p>
          </p:txBody>
        </p:sp>
        <p:sp>
          <p:nvSpPr>
            <p:cNvPr id="36" name="Freeform: Shape 35">
              <a:extLst>
                <a:ext uri="{FF2B5EF4-FFF2-40B4-BE49-F238E27FC236}">
                  <a16:creationId xmlns:a16="http://schemas.microsoft.com/office/drawing/2014/main" id="{E670B84B-DB9D-6FEC-5CCE-AE2A12B4AE16}"/>
                </a:ext>
              </a:extLst>
            </p:cNvPr>
            <p:cNvSpPr/>
            <p:nvPr>
              <p:custDataLst>
                <p:tags r:id="rId139"/>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sz="1600"/>
            </a:p>
          </p:txBody>
        </p:sp>
        <p:sp>
          <p:nvSpPr>
            <p:cNvPr id="37" name="Freeform: Shape 36">
              <a:extLst>
                <a:ext uri="{FF2B5EF4-FFF2-40B4-BE49-F238E27FC236}">
                  <a16:creationId xmlns:a16="http://schemas.microsoft.com/office/drawing/2014/main" id="{029FF99F-11ED-8A6B-421E-D5E088F954E5}"/>
                </a:ext>
              </a:extLst>
            </p:cNvPr>
            <p:cNvSpPr/>
            <p:nvPr>
              <p:custDataLst>
                <p:tags r:id="rId140"/>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sz="1600"/>
            </a:p>
          </p:txBody>
        </p:sp>
        <p:sp>
          <p:nvSpPr>
            <p:cNvPr id="38" name="Freeform: Shape 37">
              <a:extLst>
                <a:ext uri="{FF2B5EF4-FFF2-40B4-BE49-F238E27FC236}">
                  <a16:creationId xmlns:a16="http://schemas.microsoft.com/office/drawing/2014/main" id="{DA0F7CF8-D62C-BB28-4A0D-E0B9805ADCA3}"/>
                </a:ext>
              </a:extLst>
            </p:cNvPr>
            <p:cNvSpPr/>
            <p:nvPr>
              <p:custDataLst>
                <p:tags r:id="rId141"/>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sz="1600"/>
            </a:p>
          </p:txBody>
        </p:sp>
        <p:sp>
          <p:nvSpPr>
            <p:cNvPr id="39" name="Freeform: Shape 38">
              <a:extLst>
                <a:ext uri="{FF2B5EF4-FFF2-40B4-BE49-F238E27FC236}">
                  <a16:creationId xmlns:a16="http://schemas.microsoft.com/office/drawing/2014/main" id="{A43207C3-ACC5-840E-6A60-C067C64224BB}"/>
                </a:ext>
              </a:extLst>
            </p:cNvPr>
            <p:cNvSpPr/>
            <p:nvPr>
              <p:custDataLst>
                <p:tags r:id="rId142"/>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sz="1600"/>
            </a:p>
          </p:txBody>
        </p:sp>
        <p:sp>
          <p:nvSpPr>
            <p:cNvPr id="40" name="Freeform: Shape 39">
              <a:extLst>
                <a:ext uri="{FF2B5EF4-FFF2-40B4-BE49-F238E27FC236}">
                  <a16:creationId xmlns:a16="http://schemas.microsoft.com/office/drawing/2014/main" id="{2191A6EB-E5CF-24EE-A2AF-28D1BB1CADAE}"/>
                </a:ext>
              </a:extLst>
            </p:cNvPr>
            <p:cNvSpPr/>
            <p:nvPr>
              <p:custDataLst>
                <p:tags r:id="rId143"/>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sz="1600"/>
            </a:p>
          </p:txBody>
        </p:sp>
        <p:sp>
          <p:nvSpPr>
            <p:cNvPr id="41" name="Freeform: Shape 40">
              <a:extLst>
                <a:ext uri="{FF2B5EF4-FFF2-40B4-BE49-F238E27FC236}">
                  <a16:creationId xmlns:a16="http://schemas.microsoft.com/office/drawing/2014/main" id="{06A35748-F823-D987-B8A8-16D2CED4669D}"/>
                </a:ext>
              </a:extLst>
            </p:cNvPr>
            <p:cNvSpPr/>
            <p:nvPr>
              <p:custDataLst>
                <p:tags r:id="rId144"/>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sz="1600"/>
            </a:p>
          </p:txBody>
        </p:sp>
        <p:sp>
          <p:nvSpPr>
            <p:cNvPr id="42" name="Freeform: Shape 41">
              <a:extLst>
                <a:ext uri="{FF2B5EF4-FFF2-40B4-BE49-F238E27FC236}">
                  <a16:creationId xmlns:a16="http://schemas.microsoft.com/office/drawing/2014/main" id="{77D1FD1C-E8F4-DB12-6A1E-C63FB101D95A}"/>
                </a:ext>
              </a:extLst>
            </p:cNvPr>
            <p:cNvSpPr/>
            <p:nvPr>
              <p:custDataLst>
                <p:tags r:id="rId145"/>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sz="1600"/>
            </a:p>
          </p:txBody>
        </p:sp>
        <p:sp>
          <p:nvSpPr>
            <p:cNvPr id="43" name="Freeform: Shape 42">
              <a:extLst>
                <a:ext uri="{FF2B5EF4-FFF2-40B4-BE49-F238E27FC236}">
                  <a16:creationId xmlns:a16="http://schemas.microsoft.com/office/drawing/2014/main" id="{A3714BE5-C54B-26D7-30EB-0C13F2B670AC}"/>
                </a:ext>
              </a:extLst>
            </p:cNvPr>
            <p:cNvSpPr/>
            <p:nvPr>
              <p:custDataLst>
                <p:tags r:id="rId146"/>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sz="1600"/>
            </a:p>
          </p:txBody>
        </p:sp>
        <p:sp>
          <p:nvSpPr>
            <p:cNvPr id="44" name="Freeform: Shape 43">
              <a:extLst>
                <a:ext uri="{FF2B5EF4-FFF2-40B4-BE49-F238E27FC236}">
                  <a16:creationId xmlns:a16="http://schemas.microsoft.com/office/drawing/2014/main" id="{2EBD9015-C232-B8D0-910C-44020DDE4991}"/>
                </a:ext>
              </a:extLst>
            </p:cNvPr>
            <p:cNvSpPr/>
            <p:nvPr>
              <p:custDataLst>
                <p:tags r:id="rId147"/>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sz="1600"/>
            </a:p>
          </p:txBody>
        </p:sp>
      </p:grpSp>
      <p:grpSp>
        <p:nvGrpSpPr>
          <p:cNvPr id="6" name="Group 5">
            <a:extLst>
              <a:ext uri="{FF2B5EF4-FFF2-40B4-BE49-F238E27FC236}">
                <a16:creationId xmlns:a16="http://schemas.microsoft.com/office/drawing/2014/main" id="{9EF05840-D735-2755-37E2-EF21CC0902D4}"/>
              </a:ext>
            </a:extLst>
          </p:cNvPr>
          <p:cNvGrpSpPr>
            <a:grpSpLocks noChangeAspect="1"/>
          </p:cNvGrpSpPr>
          <p:nvPr>
            <p:custDataLst>
              <p:tags r:id="rId2"/>
            </p:custDataLst>
          </p:nvPr>
        </p:nvGrpSpPr>
        <p:grpSpPr>
          <a:xfrm>
            <a:off x="1037069" y="4331668"/>
            <a:ext cx="849238" cy="222052"/>
            <a:chOff x="11344040" y="4106251"/>
            <a:chExt cx="849238" cy="222052"/>
          </a:xfrm>
        </p:grpSpPr>
        <p:sp>
          <p:nvSpPr>
            <p:cNvPr id="8" name="Freeform: Shape 7">
              <a:extLst>
                <a:ext uri="{FF2B5EF4-FFF2-40B4-BE49-F238E27FC236}">
                  <a16:creationId xmlns:a16="http://schemas.microsoft.com/office/drawing/2014/main" id="{746C4633-4872-CC89-3749-DB043E409625}"/>
                </a:ext>
              </a:extLst>
            </p:cNvPr>
            <p:cNvSpPr/>
            <p:nvPr>
              <p:custDataLst>
                <p:tags r:id="rId129"/>
              </p:custDataLst>
            </p:nvPr>
          </p:nvSpPr>
          <p:spPr>
            <a:xfrm>
              <a:off x="11344040" y="4121794"/>
              <a:ext cx="167526" cy="150995"/>
            </a:xfrm>
            <a:custGeom>
              <a:avLst/>
              <a:gdLst>
                <a:gd name="connsiteX0" fmla="*/ 154729 w 167526"/>
                <a:gd name="connsiteY0" fmla="*/ 99320 h 150995"/>
                <a:gd name="connsiteX1" fmla="*/ 155883 w 167526"/>
                <a:gd name="connsiteY1" fmla="*/ 96211 h 150995"/>
                <a:gd name="connsiteX2" fmla="*/ 153113 w 167526"/>
                <a:gd name="connsiteY2" fmla="*/ 93769 h 150995"/>
                <a:gd name="connsiteX3" fmla="*/ 150112 w 167526"/>
                <a:gd name="connsiteY3" fmla="*/ 96433 h 150995"/>
                <a:gd name="connsiteX4" fmla="*/ 87097 w 167526"/>
                <a:gd name="connsiteY4" fmla="*/ 144175 h 150995"/>
                <a:gd name="connsiteX5" fmla="*/ 53397 w 167526"/>
                <a:gd name="connsiteY5" fmla="*/ 144175 h 150995"/>
                <a:gd name="connsiteX6" fmla="*/ 48319 w 167526"/>
                <a:gd name="connsiteY6" fmla="*/ 143953 h 150995"/>
                <a:gd name="connsiteX7" fmla="*/ 45318 w 167526"/>
                <a:gd name="connsiteY7" fmla="*/ 141732 h 150995"/>
                <a:gd name="connsiteX8" fmla="*/ 46472 w 167526"/>
                <a:gd name="connsiteY8" fmla="*/ 136625 h 150995"/>
                <a:gd name="connsiteX9" fmla="*/ 62168 w 167526"/>
                <a:gd name="connsiteY9" fmla="*/ 76005 h 150995"/>
                <a:gd name="connsiteX10" fmla="*/ 85020 w 167526"/>
                <a:gd name="connsiteY10" fmla="*/ 76005 h 150995"/>
                <a:gd name="connsiteX11" fmla="*/ 104640 w 167526"/>
                <a:gd name="connsiteY11" fmla="*/ 86219 h 150995"/>
                <a:gd name="connsiteX12" fmla="*/ 103024 w 167526"/>
                <a:gd name="connsiteY12" fmla="*/ 97100 h 150995"/>
                <a:gd name="connsiteX13" fmla="*/ 102332 w 167526"/>
                <a:gd name="connsiteY13" fmla="*/ 99542 h 150995"/>
                <a:gd name="connsiteX14" fmla="*/ 105332 w 167526"/>
                <a:gd name="connsiteY14" fmla="*/ 101985 h 150995"/>
                <a:gd name="connsiteX15" fmla="*/ 108795 w 167526"/>
                <a:gd name="connsiteY15" fmla="*/ 97544 h 150995"/>
                <a:gd name="connsiteX16" fmla="*/ 121952 w 167526"/>
                <a:gd name="connsiteY16" fmla="*/ 45583 h 150995"/>
                <a:gd name="connsiteX17" fmla="*/ 119182 w 167526"/>
                <a:gd name="connsiteY17" fmla="*/ 43141 h 150995"/>
                <a:gd name="connsiteX18" fmla="*/ 115950 w 167526"/>
                <a:gd name="connsiteY18" fmla="*/ 47138 h 150995"/>
                <a:gd name="connsiteX19" fmla="*/ 85712 w 167526"/>
                <a:gd name="connsiteY19" fmla="*/ 69121 h 150995"/>
                <a:gd name="connsiteX20" fmla="*/ 64015 w 167526"/>
                <a:gd name="connsiteY20" fmla="*/ 69121 h 150995"/>
                <a:gd name="connsiteX21" fmla="*/ 77864 w 167526"/>
                <a:gd name="connsiteY21" fmla="*/ 15606 h 150995"/>
                <a:gd name="connsiteX22" fmla="*/ 90329 w 167526"/>
                <a:gd name="connsiteY22" fmla="*/ 6946 h 150995"/>
                <a:gd name="connsiteX23" fmla="*/ 122875 w 167526"/>
                <a:gd name="connsiteY23" fmla="*/ 6946 h 150995"/>
                <a:gd name="connsiteX24" fmla="*/ 157960 w 167526"/>
                <a:gd name="connsiteY24" fmla="*/ 31594 h 150995"/>
                <a:gd name="connsiteX25" fmla="*/ 157037 w 167526"/>
                <a:gd name="connsiteY25" fmla="*/ 43363 h 150995"/>
                <a:gd name="connsiteX26" fmla="*/ 156806 w 167526"/>
                <a:gd name="connsiteY26" fmla="*/ 47360 h 150995"/>
                <a:gd name="connsiteX27" fmla="*/ 159576 w 167526"/>
                <a:gd name="connsiteY27" fmla="*/ 50025 h 150995"/>
                <a:gd name="connsiteX28" fmla="*/ 162807 w 167526"/>
                <a:gd name="connsiteY28" fmla="*/ 44473 h 150995"/>
                <a:gd name="connsiteX29" fmla="*/ 167424 w 167526"/>
                <a:gd name="connsiteY29" fmla="*/ 6058 h 150995"/>
                <a:gd name="connsiteX30" fmla="*/ 161192 w 167526"/>
                <a:gd name="connsiteY30" fmla="*/ 63 h 150995"/>
                <a:gd name="connsiteX31" fmla="*/ 44626 w 167526"/>
                <a:gd name="connsiteY31" fmla="*/ 63 h 150995"/>
                <a:gd name="connsiteX32" fmla="*/ 37701 w 167526"/>
                <a:gd name="connsiteY32" fmla="*/ 4504 h 150995"/>
                <a:gd name="connsiteX33" fmla="*/ 44164 w 167526"/>
                <a:gd name="connsiteY33" fmla="*/ 6946 h 150995"/>
                <a:gd name="connsiteX34" fmla="*/ 59168 w 167526"/>
                <a:gd name="connsiteY34" fmla="*/ 10943 h 150995"/>
                <a:gd name="connsiteX35" fmla="*/ 58013 w 167526"/>
                <a:gd name="connsiteY35" fmla="*/ 16273 h 150995"/>
                <a:gd name="connsiteX36" fmla="*/ 27545 w 167526"/>
                <a:gd name="connsiteY36" fmla="*/ 133738 h 150995"/>
                <a:gd name="connsiteX37" fmla="*/ 6540 w 167526"/>
                <a:gd name="connsiteY37" fmla="*/ 144175 h 150995"/>
                <a:gd name="connsiteX38" fmla="*/ 77 w 167526"/>
                <a:gd name="connsiteY38" fmla="*/ 148394 h 150995"/>
                <a:gd name="connsiteX39" fmla="*/ 6540 w 167526"/>
                <a:gd name="connsiteY39" fmla="*/ 151058 h 150995"/>
                <a:gd name="connsiteX40" fmla="*/ 126337 w 167526"/>
                <a:gd name="connsiteY40" fmla="*/ 151058 h 150995"/>
                <a:gd name="connsiteX41" fmla="*/ 133493 w 167526"/>
                <a:gd name="connsiteY41" fmla="*/ 147283 h 150995"/>
                <a:gd name="connsiteX42" fmla="*/ 154729 w 167526"/>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7526" h="150995">
                  <a:moveTo>
                    <a:pt x="154729" y="99320"/>
                  </a:moveTo>
                  <a:cubicBezTo>
                    <a:pt x="155190" y="98210"/>
                    <a:pt x="155883" y="96656"/>
                    <a:pt x="155883" y="96211"/>
                  </a:cubicBezTo>
                  <a:cubicBezTo>
                    <a:pt x="155883" y="95989"/>
                    <a:pt x="155883" y="93769"/>
                    <a:pt x="153113" y="93769"/>
                  </a:cubicBezTo>
                  <a:cubicBezTo>
                    <a:pt x="151035" y="93769"/>
                    <a:pt x="150574" y="95101"/>
                    <a:pt x="150112" y="96433"/>
                  </a:cubicBezTo>
                  <a:cubicBezTo>
                    <a:pt x="135109" y="129297"/>
                    <a:pt x="126568" y="144175"/>
                    <a:pt x="87097" y="144175"/>
                  </a:cubicBezTo>
                  <a:lnTo>
                    <a:pt x="53397" y="144175"/>
                  </a:lnTo>
                  <a:cubicBezTo>
                    <a:pt x="50165" y="144175"/>
                    <a:pt x="49704" y="144175"/>
                    <a:pt x="48319" y="143953"/>
                  </a:cubicBezTo>
                  <a:cubicBezTo>
                    <a:pt x="46011" y="143731"/>
                    <a:pt x="45318" y="143509"/>
                    <a:pt x="45318" y="141732"/>
                  </a:cubicBezTo>
                  <a:cubicBezTo>
                    <a:pt x="45318" y="141066"/>
                    <a:pt x="45318" y="140622"/>
                    <a:pt x="46472" y="136625"/>
                  </a:cubicBezTo>
                  <a:lnTo>
                    <a:pt x="62168" y="76005"/>
                  </a:lnTo>
                  <a:lnTo>
                    <a:pt x="85020" y="76005"/>
                  </a:lnTo>
                  <a:cubicBezTo>
                    <a:pt x="104640" y="76005"/>
                    <a:pt x="104640" y="80668"/>
                    <a:pt x="104640" y="86219"/>
                  </a:cubicBezTo>
                  <a:cubicBezTo>
                    <a:pt x="104640" y="87773"/>
                    <a:pt x="104640" y="90438"/>
                    <a:pt x="103024" y="97100"/>
                  </a:cubicBezTo>
                  <a:cubicBezTo>
                    <a:pt x="102562" y="98210"/>
                    <a:pt x="102332" y="98876"/>
                    <a:pt x="102332" y="99542"/>
                  </a:cubicBezTo>
                  <a:cubicBezTo>
                    <a:pt x="102332" y="100652"/>
                    <a:pt x="103255" y="101985"/>
                    <a:pt x="105332" y="101985"/>
                  </a:cubicBezTo>
                  <a:cubicBezTo>
                    <a:pt x="107179" y="101985"/>
                    <a:pt x="107871" y="100874"/>
                    <a:pt x="108795" y="97544"/>
                  </a:cubicBezTo>
                  <a:lnTo>
                    <a:pt x="121952" y="45583"/>
                  </a:lnTo>
                  <a:cubicBezTo>
                    <a:pt x="121952" y="44251"/>
                    <a:pt x="120797" y="43141"/>
                    <a:pt x="119182" y="43141"/>
                  </a:cubicBezTo>
                  <a:cubicBezTo>
                    <a:pt x="117104" y="43141"/>
                    <a:pt x="116643" y="44473"/>
                    <a:pt x="115950" y="47138"/>
                  </a:cubicBezTo>
                  <a:cubicBezTo>
                    <a:pt x="111103" y="64014"/>
                    <a:pt x="106948" y="69121"/>
                    <a:pt x="85712" y="69121"/>
                  </a:cubicBezTo>
                  <a:lnTo>
                    <a:pt x="64015" y="69121"/>
                  </a:lnTo>
                  <a:lnTo>
                    <a:pt x="77864" y="15606"/>
                  </a:lnTo>
                  <a:cubicBezTo>
                    <a:pt x="79942" y="7835"/>
                    <a:pt x="80173" y="6946"/>
                    <a:pt x="90329" y="6946"/>
                  </a:cubicBezTo>
                  <a:lnTo>
                    <a:pt x="122875" y="6946"/>
                  </a:lnTo>
                  <a:cubicBezTo>
                    <a:pt x="151035" y="6946"/>
                    <a:pt x="157960" y="13386"/>
                    <a:pt x="157960" y="31594"/>
                  </a:cubicBezTo>
                  <a:cubicBezTo>
                    <a:pt x="157960" y="36923"/>
                    <a:pt x="157960" y="37368"/>
                    <a:pt x="157037" y="43363"/>
                  </a:cubicBezTo>
                  <a:cubicBezTo>
                    <a:pt x="157037" y="44695"/>
                    <a:pt x="156806" y="46250"/>
                    <a:pt x="156806" y="47360"/>
                  </a:cubicBezTo>
                  <a:cubicBezTo>
                    <a:pt x="156806" y="48470"/>
                    <a:pt x="157498" y="50025"/>
                    <a:pt x="159576" y="50025"/>
                  </a:cubicBezTo>
                  <a:cubicBezTo>
                    <a:pt x="162115" y="50025"/>
                    <a:pt x="162346" y="48692"/>
                    <a:pt x="162807" y="44473"/>
                  </a:cubicBezTo>
                  <a:lnTo>
                    <a:pt x="167424" y="6058"/>
                  </a:lnTo>
                  <a:cubicBezTo>
                    <a:pt x="168116" y="63"/>
                    <a:pt x="166962" y="63"/>
                    <a:pt x="161192" y="63"/>
                  </a:cubicBezTo>
                  <a:lnTo>
                    <a:pt x="44626" y="63"/>
                  </a:lnTo>
                  <a:cubicBezTo>
                    <a:pt x="40009" y="63"/>
                    <a:pt x="37701" y="63"/>
                    <a:pt x="37701" y="4504"/>
                  </a:cubicBezTo>
                  <a:cubicBezTo>
                    <a:pt x="37701" y="6946"/>
                    <a:pt x="39778" y="6946"/>
                    <a:pt x="44164" y="6946"/>
                  </a:cubicBezTo>
                  <a:cubicBezTo>
                    <a:pt x="52704" y="6946"/>
                    <a:pt x="59168" y="6946"/>
                    <a:pt x="59168" y="10943"/>
                  </a:cubicBezTo>
                  <a:cubicBezTo>
                    <a:pt x="59168" y="11832"/>
                    <a:pt x="59168" y="12276"/>
                    <a:pt x="58013" y="16273"/>
                  </a:cubicBezTo>
                  <a:lnTo>
                    <a:pt x="27545" y="133738"/>
                  </a:lnTo>
                  <a:cubicBezTo>
                    <a:pt x="25236" y="142398"/>
                    <a:pt x="24775" y="144175"/>
                    <a:pt x="6540" y="144175"/>
                  </a:cubicBezTo>
                  <a:cubicBezTo>
                    <a:pt x="2616" y="144175"/>
                    <a:pt x="77" y="144175"/>
                    <a:pt x="77" y="148394"/>
                  </a:cubicBezTo>
                  <a:cubicBezTo>
                    <a:pt x="77" y="151058"/>
                    <a:pt x="2154" y="151058"/>
                    <a:pt x="6540" y="151058"/>
                  </a:cubicBezTo>
                  <a:lnTo>
                    <a:pt x="126337" y="151058"/>
                  </a:lnTo>
                  <a:cubicBezTo>
                    <a:pt x="131646" y="151058"/>
                    <a:pt x="131877" y="150836"/>
                    <a:pt x="133493" y="147283"/>
                  </a:cubicBezTo>
                  <a:lnTo>
                    <a:pt x="154729" y="99320"/>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 name="Freeform: Shape 10">
              <a:extLst>
                <a:ext uri="{FF2B5EF4-FFF2-40B4-BE49-F238E27FC236}">
                  <a16:creationId xmlns:a16="http://schemas.microsoft.com/office/drawing/2014/main" id="{90B64C3A-F6DB-7AD4-7235-546985DBDCCC}"/>
                </a:ext>
              </a:extLst>
            </p:cNvPr>
            <p:cNvSpPr/>
            <p:nvPr>
              <p:custDataLst>
                <p:tags r:id="rId130"/>
              </p:custDataLst>
            </p:nvPr>
          </p:nvSpPr>
          <p:spPr>
            <a:xfrm>
              <a:off x="11546202" y="4106251"/>
              <a:ext cx="31622" cy="222052"/>
            </a:xfrm>
            <a:custGeom>
              <a:avLst/>
              <a:gdLst>
                <a:gd name="connsiteX0" fmla="*/ 31707 w 31622"/>
                <a:gd name="connsiteY0" fmla="*/ 222115 h 222052"/>
                <a:gd name="connsiteX1" fmla="*/ 31707 w 31622"/>
                <a:gd name="connsiteY1" fmla="*/ 213233 h 222052"/>
                <a:gd name="connsiteX2" fmla="*/ 9318 w 31622"/>
                <a:gd name="connsiteY2" fmla="*/ 213233 h 222052"/>
                <a:gd name="connsiteX3" fmla="*/ 9318 w 31622"/>
                <a:gd name="connsiteY3" fmla="*/ 8945 h 222052"/>
                <a:gd name="connsiteX4" fmla="*/ 31707 w 31622"/>
                <a:gd name="connsiteY4" fmla="*/ 8945 h 222052"/>
                <a:gd name="connsiteX5" fmla="*/ 31707 w 31622"/>
                <a:gd name="connsiteY5" fmla="*/ 63 h 222052"/>
                <a:gd name="connsiteX6" fmla="*/ 85 w 31622"/>
                <a:gd name="connsiteY6" fmla="*/ 63 h 222052"/>
                <a:gd name="connsiteX7" fmla="*/ 85 w 31622"/>
                <a:gd name="connsiteY7" fmla="*/ 222115 h 222052"/>
                <a:gd name="connsiteX8" fmla="*/ 31707 w 31622"/>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07" y="222115"/>
                  </a:moveTo>
                  <a:lnTo>
                    <a:pt x="31707" y="213233"/>
                  </a:lnTo>
                  <a:lnTo>
                    <a:pt x="9318" y="213233"/>
                  </a:lnTo>
                  <a:lnTo>
                    <a:pt x="9318" y="8945"/>
                  </a:lnTo>
                  <a:lnTo>
                    <a:pt x="31707" y="8945"/>
                  </a:lnTo>
                  <a:lnTo>
                    <a:pt x="31707" y="63"/>
                  </a:lnTo>
                  <a:lnTo>
                    <a:pt x="85" y="63"/>
                  </a:lnTo>
                  <a:lnTo>
                    <a:pt x="85" y="222115"/>
                  </a:lnTo>
                  <a:lnTo>
                    <a:pt x="31707" y="222115"/>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 name="Freeform: Shape 11">
              <a:extLst>
                <a:ext uri="{FF2B5EF4-FFF2-40B4-BE49-F238E27FC236}">
                  <a16:creationId xmlns:a16="http://schemas.microsoft.com/office/drawing/2014/main" id="{66803A58-CE1E-8169-8BD3-AACEB186DE5C}"/>
                </a:ext>
              </a:extLst>
            </p:cNvPr>
            <p:cNvSpPr/>
            <p:nvPr>
              <p:custDataLst>
                <p:tags r:id="rId131"/>
              </p:custDataLst>
            </p:nvPr>
          </p:nvSpPr>
          <p:spPr>
            <a:xfrm>
              <a:off x="11589777" y="4174643"/>
              <a:ext cx="118643" cy="100589"/>
            </a:xfrm>
            <a:custGeom>
              <a:avLst/>
              <a:gdLst>
                <a:gd name="connsiteX0" fmla="*/ 74182 w 118643"/>
                <a:gd name="connsiteY0" fmla="*/ 85775 h 100589"/>
                <a:gd name="connsiteX1" fmla="*/ 94725 w 118643"/>
                <a:gd name="connsiteY1" fmla="*/ 100652 h 100589"/>
                <a:gd name="connsiteX2" fmla="*/ 111806 w 118643"/>
                <a:gd name="connsiteY2" fmla="*/ 88440 h 100589"/>
                <a:gd name="connsiteX3" fmla="*/ 118731 w 118643"/>
                <a:gd name="connsiteY3" fmla="*/ 66456 h 100589"/>
                <a:gd name="connsiteX4" fmla="*/ 115961 w 118643"/>
                <a:gd name="connsiteY4" fmla="*/ 64236 h 100589"/>
                <a:gd name="connsiteX5" fmla="*/ 112729 w 118643"/>
                <a:gd name="connsiteY5" fmla="*/ 68233 h 100589"/>
                <a:gd name="connsiteX6" fmla="*/ 95418 w 118643"/>
                <a:gd name="connsiteY6" fmla="*/ 95767 h 100589"/>
                <a:gd name="connsiteX7" fmla="*/ 88262 w 118643"/>
                <a:gd name="connsiteY7" fmla="*/ 85553 h 100589"/>
                <a:gd name="connsiteX8" fmla="*/ 92878 w 118643"/>
                <a:gd name="connsiteY8" fmla="*/ 62459 h 100589"/>
                <a:gd name="connsiteX9" fmla="*/ 99342 w 118643"/>
                <a:gd name="connsiteY9" fmla="*/ 38478 h 100589"/>
                <a:gd name="connsiteX10" fmla="*/ 103266 w 118643"/>
                <a:gd name="connsiteY10" fmla="*/ 23378 h 100589"/>
                <a:gd name="connsiteX11" fmla="*/ 106728 w 118643"/>
                <a:gd name="connsiteY11" fmla="*/ 8501 h 100589"/>
                <a:gd name="connsiteX12" fmla="*/ 100034 w 118643"/>
                <a:gd name="connsiteY12" fmla="*/ 2505 h 100589"/>
                <a:gd name="connsiteX13" fmla="*/ 91032 w 118643"/>
                <a:gd name="connsiteY13" fmla="*/ 10277 h 100589"/>
                <a:gd name="connsiteX14" fmla="*/ 73720 w 118643"/>
                <a:gd name="connsiteY14" fmla="*/ 77115 h 100589"/>
                <a:gd name="connsiteX15" fmla="*/ 47406 w 118643"/>
                <a:gd name="connsiteY15" fmla="*/ 95767 h 100589"/>
                <a:gd name="connsiteX16" fmla="*/ 33095 w 118643"/>
                <a:gd name="connsiteY16" fmla="*/ 77559 h 100589"/>
                <a:gd name="connsiteX17" fmla="*/ 45560 w 118643"/>
                <a:gd name="connsiteY17" fmla="*/ 32260 h 100589"/>
                <a:gd name="connsiteX18" fmla="*/ 49484 w 118643"/>
                <a:gd name="connsiteY18" fmla="*/ 18271 h 100589"/>
                <a:gd name="connsiteX19" fmla="*/ 30556 w 118643"/>
                <a:gd name="connsiteY19" fmla="*/ 63 h 100589"/>
                <a:gd name="connsiteX20" fmla="*/ 87 w 118643"/>
                <a:gd name="connsiteY20" fmla="*/ 34259 h 100589"/>
                <a:gd name="connsiteX21" fmla="*/ 2857 w 118643"/>
                <a:gd name="connsiteY21" fmla="*/ 36479 h 100589"/>
                <a:gd name="connsiteX22" fmla="*/ 6550 w 118643"/>
                <a:gd name="connsiteY22" fmla="*/ 32482 h 100589"/>
                <a:gd name="connsiteX23" fmla="*/ 29864 w 118643"/>
                <a:gd name="connsiteY23" fmla="*/ 4948 h 100589"/>
                <a:gd name="connsiteX24" fmla="*/ 35634 w 118643"/>
                <a:gd name="connsiteY24" fmla="*/ 12276 h 100589"/>
                <a:gd name="connsiteX25" fmla="*/ 31710 w 118643"/>
                <a:gd name="connsiteY25" fmla="*/ 27375 h 100589"/>
                <a:gd name="connsiteX26" fmla="*/ 18322 w 118643"/>
                <a:gd name="connsiteY26" fmla="*/ 74006 h 100589"/>
                <a:gd name="connsiteX27" fmla="*/ 46714 w 118643"/>
                <a:gd name="connsiteY27" fmla="*/ 100652 h 100589"/>
                <a:gd name="connsiteX28" fmla="*/ 74182 w 118643"/>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643" h="100589">
                  <a:moveTo>
                    <a:pt x="74182" y="85775"/>
                  </a:moveTo>
                  <a:cubicBezTo>
                    <a:pt x="76721" y="94879"/>
                    <a:pt x="84800" y="100652"/>
                    <a:pt x="94725" y="100652"/>
                  </a:cubicBezTo>
                  <a:cubicBezTo>
                    <a:pt x="102804" y="100652"/>
                    <a:pt x="108113" y="95545"/>
                    <a:pt x="111806" y="88440"/>
                  </a:cubicBezTo>
                  <a:cubicBezTo>
                    <a:pt x="115730" y="80446"/>
                    <a:pt x="118731" y="66901"/>
                    <a:pt x="118731" y="66456"/>
                  </a:cubicBezTo>
                  <a:cubicBezTo>
                    <a:pt x="118731" y="64236"/>
                    <a:pt x="116653" y="64236"/>
                    <a:pt x="115961" y="64236"/>
                  </a:cubicBezTo>
                  <a:cubicBezTo>
                    <a:pt x="113653" y="64236"/>
                    <a:pt x="113422" y="65124"/>
                    <a:pt x="112729" y="68233"/>
                  </a:cubicBezTo>
                  <a:cubicBezTo>
                    <a:pt x="109498" y="80668"/>
                    <a:pt x="105112" y="95767"/>
                    <a:pt x="95418" y="95767"/>
                  </a:cubicBezTo>
                  <a:cubicBezTo>
                    <a:pt x="90570" y="95767"/>
                    <a:pt x="88262" y="92881"/>
                    <a:pt x="88262" y="85553"/>
                  </a:cubicBezTo>
                  <a:cubicBezTo>
                    <a:pt x="88262" y="80668"/>
                    <a:pt x="91032" y="70231"/>
                    <a:pt x="92878" y="62459"/>
                  </a:cubicBezTo>
                  <a:lnTo>
                    <a:pt x="99342" y="38478"/>
                  </a:lnTo>
                  <a:cubicBezTo>
                    <a:pt x="100034" y="35147"/>
                    <a:pt x="102342" y="26709"/>
                    <a:pt x="103266" y="23378"/>
                  </a:cubicBezTo>
                  <a:cubicBezTo>
                    <a:pt x="104420" y="18271"/>
                    <a:pt x="106728" y="9833"/>
                    <a:pt x="106728" y="8501"/>
                  </a:cubicBezTo>
                  <a:cubicBezTo>
                    <a:pt x="106728" y="4504"/>
                    <a:pt x="103496" y="2505"/>
                    <a:pt x="100034" y="2505"/>
                  </a:cubicBezTo>
                  <a:cubicBezTo>
                    <a:pt x="98880" y="2505"/>
                    <a:pt x="92878" y="2727"/>
                    <a:pt x="91032" y="10277"/>
                  </a:cubicBezTo>
                  <a:cubicBezTo>
                    <a:pt x="86646" y="26487"/>
                    <a:pt x="76490" y="65346"/>
                    <a:pt x="73720" y="77115"/>
                  </a:cubicBezTo>
                  <a:cubicBezTo>
                    <a:pt x="73489" y="78003"/>
                    <a:pt x="64256" y="95767"/>
                    <a:pt x="47406" y="95767"/>
                  </a:cubicBezTo>
                  <a:cubicBezTo>
                    <a:pt x="35403" y="95767"/>
                    <a:pt x="33095" y="85775"/>
                    <a:pt x="33095" y="77559"/>
                  </a:cubicBezTo>
                  <a:cubicBezTo>
                    <a:pt x="33095" y="65124"/>
                    <a:pt x="39558" y="47582"/>
                    <a:pt x="45560" y="32260"/>
                  </a:cubicBezTo>
                  <a:cubicBezTo>
                    <a:pt x="48330" y="25599"/>
                    <a:pt x="49484" y="22490"/>
                    <a:pt x="49484" y="18271"/>
                  </a:cubicBezTo>
                  <a:cubicBezTo>
                    <a:pt x="49484" y="8279"/>
                    <a:pt x="42097" y="63"/>
                    <a:pt x="30556" y="63"/>
                  </a:cubicBezTo>
                  <a:cubicBezTo>
                    <a:pt x="8628" y="63"/>
                    <a:pt x="87" y="32260"/>
                    <a:pt x="87" y="34259"/>
                  </a:cubicBezTo>
                  <a:cubicBezTo>
                    <a:pt x="87" y="36479"/>
                    <a:pt x="2396" y="36479"/>
                    <a:pt x="2857" y="36479"/>
                  </a:cubicBezTo>
                  <a:cubicBezTo>
                    <a:pt x="5166" y="36479"/>
                    <a:pt x="5396" y="36035"/>
                    <a:pt x="6550" y="32482"/>
                  </a:cubicBezTo>
                  <a:cubicBezTo>
                    <a:pt x="12321" y="13164"/>
                    <a:pt x="21092" y="4948"/>
                    <a:pt x="29864" y="4948"/>
                  </a:cubicBezTo>
                  <a:cubicBezTo>
                    <a:pt x="31941" y="4948"/>
                    <a:pt x="35634" y="5170"/>
                    <a:pt x="35634" y="12276"/>
                  </a:cubicBezTo>
                  <a:cubicBezTo>
                    <a:pt x="35634" y="17605"/>
                    <a:pt x="33095" y="24044"/>
                    <a:pt x="31710" y="27375"/>
                  </a:cubicBezTo>
                  <a:cubicBezTo>
                    <a:pt x="23170" y="49358"/>
                    <a:pt x="18322" y="63126"/>
                    <a:pt x="18322" y="74006"/>
                  </a:cubicBezTo>
                  <a:cubicBezTo>
                    <a:pt x="18322" y="95101"/>
                    <a:pt x="34249" y="100652"/>
                    <a:pt x="46714" y="100652"/>
                  </a:cubicBezTo>
                  <a:cubicBezTo>
                    <a:pt x="61948" y="100652"/>
                    <a:pt x="70258" y="90660"/>
                    <a:pt x="74182" y="85775"/>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3" name="Freeform: Shape 12">
              <a:extLst>
                <a:ext uri="{FF2B5EF4-FFF2-40B4-BE49-F238E27FC236}">
                  <a16:creationId xmlns:a16="http://schemas.microsoft.com/office/drawing/2014/main" id="{0A64EDD1-2917-E7C6-4A90-41CF1ACCF208}"/>
                </a:ext>
              </a:extLst>
            </p:cNvPr>
            <p:cNvSpPr/>
            <p:nvPr>
              <p:custDataLst>
                <p:tags r:id="rId132"/>
              </p:custDataLst>
            </p:nvPr>
          </p:nvSpPr>
          <p:spPr>
            <a:xfrm>
              <a:off x="11720298" y="4106251"/>
              <a:ext cx="31622" cy="222052"/>
            </a:xfrm>
            <a:custGeom>
              <a:avLst/>
              <a:gdLst>
                <a:gd name="connsiteX0" fmla="*/ 31716 w 31622"/>
                <a:gd name="connsiteY0" fmla="*/ 63 h 222052"/>
                <a:gd name="connsiteX1" fmla="*/ 93 w 31622"/>
                <a:gd name="connsiteY1" fmla="*/ 63 h 222052"/>
                <a:gd name="connsiteX2" fmla="*/ 93 w 31622"/>
                <a:gd name="connsiteY2" fmla="*/ 8945 h 222052"/>
                <a:gd name="connsiteX3" fmla="*/ 22483 w 31622"/>
                <a:gd name="connsiteY3" fmla="*/ 8945 h 222052"/>
                <a:gd name="connsiteX4" fmla="*/ 22483 w 31622"/>
                <a:gd name="connsiteY4" fmla="*/ 213233 h 222052"/>
                <a:gd name="connsiteX5" fmla="*/ 93 w 31622"/>
                <a:gd name="connsiteY5" fmla="*/ 213233 h 222052"/>
                <a:gd name="connsiteX6" fmla="*/ 93 w 31622"/>
                <a:gd name="connsiteY6" fmla="*/ 222115 h 222052"/>
                <a:gd name="connsiteX7" fmla="*/ 31716 w 31622"/>
                <a:gd name="connsiteY7" fmla="*/ 222115 h 222052"/>
                <a:gd name="connsiteX8" fmla="*/ 31716 w 31622"/>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16" y="63"/>
                  </a:moveTo>
                  <a:lnTo>
                    <a:pt x="93" y="63"/>
                  </a:lnTo>
                  <a:lnTo>
                    <a:pt x="93" y="8945"/>
                  </a:lnTo>
                  <a:lnTo>
                    <a:pt x="22483" y="8945"/>
                  </a:lnTo>
                  <a:lnTo>
                    <a:pt x="22483" y="213233"/>
                  </a:lnTo>
                  <a:lnTo>
                    <a:pt x="93" y="213233"/>
                  </a:lnTo>
                  <a:lnTo>
                    <a:pt x="93" y="222115"/>
                  </a:lnTo>
                  <a:lnTo>
                    <a:pt x="31716" y="222115"/>
                  </a:lnTo>
                  <a:lnTo>
                    <a:pt x="31716" y="6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4" name="Freeform: Shape 13">
              <a:extLst>
                <a:ext uri="{FF2B5EF4-FFF2-40B4-BE49-F238E27FC236}">
                  <a16:creationId xmlns:a16="http://schemas.microsoft.com/office/drawing/2014/main" id="{7C222C48-F567-9D72-C84D-A863205CEDF8}"/>
                </a:ext>
              </a:extLst>
            </p:cNvPr>
            <p:cNvSpPr/>
            <p:nvPr>
              <p:custDataLst>
                <p:tags r:id="rId133"/>
              </p:custDataLst>
            </p:nvPr>
          </p:nvSpPr>
          <p:spPr>
            <a:xfrm>
              <a:off x="11856380" y="4191297"/>
              <a:ext cx="153497" cy="51960"/>
            </a:xfrm>
            <a:custGeom>
              <a:avLst/>
              <a:gdLst>
                <a:gd name="connsiteX0" fmla="*/ 145748 w 153497"/>
                <a:gd name="connsiteY0" fmla="*/ 8945 h 51960"/>
                <a:gd name="connsiteX1" fmla="*/ 153596 w 153497"/>
                <a:gd name="connsiteY1" fmla="*/ 4504 h 51960"/>
                <a:gd name="connsiteX2" fmla="*/ 145979 w 153497"/>
                <a:gd name="connsiteY2" fmla="*/ 63 h 51960"/>
                <a:gd name="connsiteX3" fmla="*/ 7716 w 153497"/>
                <a:gd name="connsiteY3" fmla="*/ 63 h 51960"/>
                <a:gd name="connsiteX4" fmla="*/ 99 w 153497"/>
                <a:gd name="connsiteY4" fmla="*/ 4504 h 51960"/>
                <a:gd name="connsiteX5" fmla="*/ 7947 w 153497"/>
                <a:gd name="connsiteY5" fmla="*/ 8945 h 51960"/>
                <a:gd name="connsiteX6" fmla="*/ 145748 w 153497"/>
                <a:gd name="connsiteY6" fmla="*/ 8945 h 51960"/>
                <a:gd name="connsiteX7" fmla="*/ 145979 w 153497"/>
                <a:gd name="connsiteY7" fmla="*/ 52023 h 51960"/>
                <a:gd name="connsiteX8" fmla="*/ 153596 w 153497"/>
                <a:gd name="connsiteY8" fmla="*/ 47582 h 51960"/>
                <a:gd name="connsiteX9" fmla="*/ 145748 w 153497"/>
                <a:gd name="connsiteY9" fmla="*/ 43141 h 51960"/>
                <a:gd name="connsiteX10" fmla="*/ 7947 w 153497"/>
                <a:gd name="connsiteY10" fmla="*/ 43141 h 51960"/>
                <a:gd name="connsiteX11" fmla="*/ 99 w 153497"/>
                <a:gd name="connsiteY11" fmla="*/ 47582 h 51960"/>
                <a:gd name="connsiteX12" fmla="*/ 7716 w 153497"/>
                <a:gd name="connsiteY12" fmla="*/ 52023 h 51960"/>
                <a:gd name="connsiteX13" fmla="*/ 145979 w 15349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497" h="51960">
                  <a:moveTo>
                    <a:pt x="145748" y="8945"/>
                  </a:moveTo>
                  <a:cubicBezTo>
                    <a:pt x="149211" y="8945"/>
                    <a:pt x="153596" y="8945"/>
                    <a:pt x="153596" y="4504"/>
                  </a:cubicBezTo>
                  <a:cubicBezTo>
                    <a:pt x="153596" y="63"/>
                    <a:pt x="149211" y="63"/>
                    <a:pt x="145979" y="63"/>
                  </a:cubicBezTo>
                  <a:lnTo>
                    <a:pt x="7716" y="63"/>
                  </a:lnTo>
                  <a:cubicBezTo>
                    <a:pt x="4484" y="63"/>
                    <a:pt x="99" y="63"/>
                    <a:pt x="99" y="4504"/>
                  </a:cubicBezTo>
                  <a:cubicBezTo>
                    <a:pt x="99" y="8945"/>
                    <a:pt x="4484" y="8945"/>
                    <a:pt x="7947" y="8945"/>
                  </a:cubicBezTo>
                  <a:lnTo>
                    <a:pt x="145748" y="8945"/>
                  </a:lnTo>
                  <a:close/>
                  <a:moveTo>
                    <a:pt x="145979" y="52023"/>
                  </a:moveTo>
                  <a:cubicBezTo>
                    <a:pt x="149211" y="52023"/>
                    <a:pt x="153596" y="52023"/>
                    <a:pt x="153596" y="47582"/>
                  </a:cubicBezTo>
                  <a:cubicBezTo>
                    <a:pt x="153596" y="43141"/>
                    <a:pt x="149211" y="43141"/>
                    <a:pt x="145748" y="43141"/>
                  </a:cubicBezTo>
                  <a:lnTo>
                    <a:pt x="7947" y="43141"/>
                  </a:lnTo>
                  <a:cubicBezTo>
                    <a:pt x="4484" y="43141"/>
                    <a:pt x="99" y="43141"/>
                    <a:pt x="99" y="47582"/>
                  </a:cubicBezTo>
                  <a:cubicBezTo>
                    <a:pt x="99" y="52023"/>
                    <a:pt x="4484" y="52023"/>
                    <a:pt x="7716" y="52023"/>
                  </a:cubicBezTo>
                  <a:lnTo>
                    <a:pt x="145979" y="5202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 name="Freeform: Shape 15">
              <a:extLst>
                <a:ext uri="{FF2B5EF4-FFF2-40B4-BE49-F238E27FC236}">
                  <a16:creationId xmlns:a16="http://schemas.microsoft.com/office/drawing/2014/main" id="{67AEEB61-A30F-BD92-56EB-F5DC2E76C2BE}"/>
                </a:ext>
              </a:extLst>
            </p:cNvPr>
            <p:cNvSpPr/>
            <p:nvPr>
              <p:custDataLst>
                <p:tags r:id="rId134"/>
              </p:custDataLst>
            </p:nvPr>
          </p:nvSpPr>
          <p:spPr>
            <a:xfrm>
              <a:off x="12096102" y="4124903"/>
              <a:ext cx="97176" cy="152771"/>
            </a:xfrm>
            <a:custGeom>
              <a:avLst/>
              <a:gdLst>
                <a:gd name="connsiteX0" fmla="*/ 97286 w 97176"/>
                <a:gd name="connsiteY0" fmla="*/ 76893 h 152771"/>
                <a:gd name="connsiteX1" fmla="*/ 88053 w 97176"/>
                <a:gd name="connsiteY1" fmla="*/ 24933 h 152771"/>
                <a:gd name="connsiteX2" fmla="*/ 48813 w 97176"/>
                <a:gd name="connsiteY2" fmla="*/ 63 h 152771"/>
                <a:gd name="connsiteX3" fmla="*/ 8650 w 97176"/>
                <a:gd name="connsiteY3" fmla="*/ 26487 h 152771"/>
                <a:gd name="connsiteX4" fmla="*/ 109 w 97176"/>
                <a:gd name="connsiteY4" fmla="*/ 76893 h 152771"/>
                <a:gd name="connsiteX5" fmla="*/ 10496 w 97176"/>
                <a:gd name="connsiteY5" fmla="*/ 130407 h 152771"/>
                <a:gd name="connsiteX6" fmla="*/ 48582 w 97176"/>
                <a:gd name="connsiteY6" fmla="*/ 152835 h 152771"/>
                <a:gd name="connsiteX7" fmla="*/ 88745 w 97176"/>
                <a:gd name="connsiteY7" fmla="*/ 127077 h 152771"/>
                <a:gd name="connsiteX8" fmla="*/ 97286 w 97176"/>
                <a:gd name="connsiteY8" fmla="*/ 76893 h 152771"/>
                <a:gd name="connsiteX9" fmla="*/ 48582 w 97176"/>
                <a:gd name="connsiteY9" fmla="*/ 147950 h 152771"/>
                <a:gd name="connsiteX10" fmla="*/ 21807 w 97176"/>
                <a:gd name="connsiteY10" fmla="*/ 121081 h 152771"/>
                <a:gd name="connsiteX11" fmla="*/ 19268 w 97176"/>
                <a:gd name="connsiteY11" fmla="*/ 74228 h 152771"/>
                <a:gd name="connsiteX12" fmla="*/ 21114 w 97176"/>
                <a:gd name="connsiteY12" fmla="*/ 33371 h 152771"/>
                <a:gd name="connsiteX13" fmla="*/ 48582 w 97176"/>
                <a:gd name="connsiteY13" fmla="*/ 4948 h 152771"/>
                <a:gd name="connsiteX14" fmla="*/ 75819 w 97176"/>
                <a:gd name="connsiteY14" fmla="*/ 30928 h 152771"/>
                <a:gd name="connsiteX15" fmla="*/ 78128 w 97176"/>
                <a:gd name="connsiteY15" fmla="*/ 74228 h 152771"/>
                <a:gd name="connsiteX16" fmla="*/ 75588 w 97176"/>
                <a:gd name="connsiteY16" fmla="*/ 120193 h 152771"/>
                <a:gd name="connsiteX17" fmla="*/ 48582 w 97176"/>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176" h="152771">
                  <a:moveTo>
                    <a:pt x="97286" y="76893"/>
                  </a:moveTo>
                  <a:cubicBezTo>
                    <a:pt x="97286" y="59129"/>
                    <a:pt x="96132" y="41364"/>
                    <a:pt x="88053" y="24933"/>
                  </a:cubicBezTo>
                  <a:cubicBezTo>
                    <a:pt x="77435" y="3616"/>
                    <a:pt x="58508" y="63"/>
                    <a:pt x="48813" y="63"/>
                  </a:cubicBezTo>
                  <a:cubicBezTo>
                    <a:pt x="34964" y="63"/>
                    <a:pt x="18113" y="5836"/>
                    <a:pt x="8650" y="26487"/>
                  </a:cubicBezTo>
                  <a:cubicBezTo>
                    <a:pt x="1263" y="41809"/>
                    <a:pt x="109" y="59129"/>
                    <a:pt x="109" y="76893"/>
                  </a:cubicBezTo>
                  <a:cubicBezTo>
                    <a:pt x="109" y="93547"/>
                    <a:pt x="1032" y="113531"/>
                    <a:pt x="10496" y="130407"/>
                  </a:cubicBezTo>
                  <a:cubicBezTo>
                    <a:pt x="20422" y="148394"/>
                    <a:pt x="37272" y="152835"/>
                    <a:pt x="48582" y="152835"/>
                  </a:cubicBezTo>
                  <a:cubicBezTo>
                    <a:pt x="61047" y="152835"/>
                    <a:pt x="78589" y="148172"/>
                    <a:pt x="88745" y="127077"/>
                  </a:cubicBezTo>
                  <a:cubicBezTo>
                    <a:pt x="96132" y="111755"/>
                    <a:pt x="97286" y="94435"/>
                    <a:pt x="97286" y="76893"/>
                  </a:cubicBezTo>
                  <a:close/>
                  <a:moveTo>
                    <a:pt x="48582" y="147950"/>
                  </a:moveTo>
                  <a:cubicBezTo>
                    <a:pt x="39580" y="147950"/>
                    <a:pt x="25961" y="142398"/>
                    <a:pt x="21807" y="121081"/>
                  </a:cubicBezTo>
                  <a:cubicBezTo>
                    <a:pt x="19268" y="107758"/>
                    <a:pt x="19268" y="87329"/>
                    <a:pt x="19268" y="74228"/>
                  </a:cubicBezTo>
                  <a:cubicBezTo>
                    <a:pt x="19268" y="60017"/>
                    <a:pt x="19268" y="45361"/>
                    <a:pt x="21114" y="33371"/>
                  </a:cubicBezTo>
                  <a:cubicBezTo>
                    <a:pt x="25500" y="6946"/>
                    <a:pt x="42812" y="4948"/>
                    <a:pt x="48582" y="4948"/>
                  </a:cubicBezTo>
                  <a:cubicBezTo>
                    <a:pt x="56199" y="4948"/>
                    <a:pt x="71434" y="8945"/>
                    <a:pt x="75819" y="30928"/>
                  </a:cubicBezTo>
                  <a:cubicBezTo>
                    <a:pt x="78128" y="43363"/>
                    <a:pt x="78128" y="60239"/>
                    <a:pt x="78128" y="74228"/>
                  </a:cubicBezTo>
                  <a:cubicBezTo>
                    <a:pt x="78128" y="90882"/>
                    <a:pt x="78128" y="105982"/>
                    <a:pt x="75588" y="120193"/>
                  </a:cubicBezTo>
                  <a:cubicBezTo>
                    <a:pt x="72126" y="141288"/>
                    <a:pt x="58969" y="147950"/>
                    <a:pt x="48582" y="147950"/>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17" name="Group 16">
            <a:extLst>
              <a:ext uri="{FF2B5EF4-FFF2-40B4-BE49-F238E27FC236}">
                <a16:creationId xmlns:a16="http://schemas.microsoft.com/office/drawing/2014/main" id="{70A30ED0-7D36-3376-2FE3-E12C57CCE001}"/>
              </a:ext>
            </a:extLst>
          </p:cNvPr>
          <p:cNvGrpSpPr>
            <a:grpSpLocks noChangeAspect="1"/>
          </p:cNvGrpSpPr>
          <p:nvPr>
            <p:custDataLst>
              <p:tags r:id="rId3"/>
            </p:custDataLst>
          </p:nvPr>
        </p:nvGrpSpPr>
        <p:grpSpPr>
          <a:xfrm>
            <a:off x="1020150" y="4735753"/>
            <a:ext cx="1025736" cy="222052"/>
            <a:chOff x="3663204" y="6853006"/>
            <a:chExt cx="1025736" cy="222052"/>
          </a:xfrm>
        </p:grpSpPr>
        <p:sp>
          <p:nvSpPr>
            <p:cNvPr id="18" name="Freeform: Shape 17">
              <a:extLst>
                <a:ext uri="{FF2B5EF4-FFF2-40B4-BE49-F238E27FC236}">
                  <a16:creationId xmlns:a16="http://schemas.microsoft.com/office/drawing/2014/main" id="{C5268EBB-71BE-50AD-07DE-C7A7310F9A8C}"/>
                </a:ext>
              </a:extLst>
            </p:cNvPr>
            <p:cNvSpPr/>
            <p:nvPr>
              <p:custDataLst>
                <p:tags r:id="rId121"/>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9" name="Freeform: Shape 18">
              <a:extLst>
                <a:ext uri="{FF2B5EF4-FFF2-40B4-BE49-F238E27FC236}">
                  <a16:creationId xmlns:a16="http://schemas.microsoft.com/office/drawing/2014/main" id="{5B0E4252-5758-3A0A-83F2-CBEA2751B070}"/>
                </a:ext>
              </a:extLst>
            </p:cNvPr>
            <p:cNvSpPr/>
            <p:nvPr>
              <p:custDataLst>
                <p:tags r:id="rId122"/>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0" name="Freeform: Shape 19">
              <a:extLst>
                <a:ext uri="{FF2B5EF4-FFF2-40B4-BE49-F238E27FC236}">
                  <a16:creationId xmlns:a16="http://schemas.microsoft.com/office/drawing/2014/main" id="{E83317A1-6F5B-9461-F2F0-6D096B8F647D}"/>
                </a:ext>
              </a:extLst>
            </p:cNvPr>
            <p:cNvSpPr/>
            <p:nvPr>
              <p:custDataLst>
                <p:tags r:id="rId123"/>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1" name="Freeform: Shape 20">
              <a:extLst>
                <a:ext uri="{FF2B5EF4-FFF2-40B4-BE49-F238E27FC236}">
                  <a16:creationId xmlns:a16="http://schemas.microsoft.com/office/drawing/2014/main" id="{D198AD66-36E8-B8F8-234F-8ECE2E4B6AF6}"/>
                </a:ext>
              </a:extLst>
            </p:cNvPr>
            <p:cNvSpPr/>
            <p:nvPr>
              <p:custDataLst>
                <p:tags r:id="rId124"/>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2" name="Freeform: Shape 21">
              <a:extLst>
                <a:ext uri="{FF2B5EF4-FFF2-40B4-BE49-F238E27FC236}">
                  <a16:creationId xmlns:a16="http://schemas.microsoft.com/office/drawing/2014/main" id="{4AD90C86-F92E-5359-0906-A9248FE63EB2}"/>
                </a:ext>
              </a:extLst>
            </p:cNvPr>
            <p:cNvSpPr/>
            <p:nvPr>
              <p:custDataLst>
                <p:tags r:id="rId125"/>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3" name="Freeform: Shape 22">
              <a:extLst>
                <a:ext uri="{FF2B5EF4-FFF2-40B4-BE49-F238E27FC236}">
                  <a16:creationId xmlns:a16="http://schemas.microsoft.com/office/drawing/2014/main" id="{4FD9751B-1FD7-11AA-7687-9C38600D29DE}"/>
                </a:ext>
              </a:extLst>
            </p:cNvPr>
            <p:cNvSpPr/>
            <p:nvPr>
              <p:custDataLst>
                <p:tags r:id="rId126"/>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4" name="Freeform: Shape 23">
              <a:extLst>
                <a:ext uri="{FF2B5EF4-FFF2-40B4-BE49-F238E27FC236}">
                  <a16:creationId xmlns:a16="http://schemas.microsoft.com/office/drawing/2014/main" id="{04AE3CD2-A035-A3AB-5344-8EFEBE2E2241}"/>
                </a:ext>
              </a:extLst>
            </p:cNvPr>
            <p:cNvSpPr/>
            <p:nvPr>
              <p:custDataLst>
                <p:tags r:id="rId127"/>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 name="Freeform: Shape 24">
              <a:extLst>
                <a:ext uri="{FF2B5EF4-FFF2-40B4-BE49-F238E27FC236}">
                  <a16:creationId xmlns:a16="http://schemas.microsoft.com/office/drawing/2014/main" id="{35572D4C-66C5-AF8B-0CF9-2DFE1A1AD470}"/>
                </a:ext>
              </a:extLst>
            </p:cNvPr>
            <p:cNvSpPr/>
            <p:nvPr>
              <p:custDataLst>
                <p:tags r:id="rId128"/>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93" name="Group 92" descr="\documentclass{article}&#10;\usepackage{amsmath}&#10;\pagestyle{empty}&#10;\begin{document}&#10;&#10;&#10;$ Cov[u,x]= E[xu] = 0$&#10;\end{document}" title="IguanaTex Shape Display">
            <a:extLst>
              <a:ext uri="{FF2B5EF4-FFF2-40B4-BE49-F238E27FC236}">
                <a16:creationId xmlns:a16="http://schemas.microsoft.com/office/drawing/2014/main" id="{2AB7447A-372E-783F-725F-F226167F0966}"/>
              </a:ext>
            </a:extLst>
          </p:cNvPr>
          <p:cNvGrpSpPr>
            <a:grpSpLocks noChangeAspect="1"/>
          </p:cNvGrpSpPr>
          <p:nvPr>
            <p:custDataLst>
              <p:tags r:id="rId4"/>
            </p:custDataLst>
          </p:nvPr>
        </p:nvGrpSpPr>
        <p:grpSpPr>
          <a:xfrm>
            <a:off x="1028700" y="5143500"/>
            <a:ext cx="2148396" cy="222052"/>
            <a:chOff x="2783831" y="6378161"/>
            <a:chExt cx="2148396" cy="222052"/>
          </a:xfrm>
        </p:grpSpPr>
        <p:sp>
          <p:nvSpPr>
            <p:cNvPr id="77" name="Freeform: Shape 76">
              <a:extLst>
                <a:ext uri="{FF2B5EF4-FFF2-40B4-BE49-F238E27FC236}">
                  <a16:creationId xmlns:a16="http://schemas.microsoft.com/office/drawing/2014/main" id="{9419E21D-144E-A67F-4BD1-A22B78B1A9B0}"/>
                </a:ext>
              </a:extLst>
            </p:cNvPr>
            <p:cNvSpPr/>
            <p:nvPr>
              <p:custDataLst>
                <p:tags r:id="rId105"/>
              </p:custDataLst>
            </p:nvPr>
          </p:nvSpPr>
          <p:spPr>
            <a:xfrm>
              <a:off x="2783831" y="6388153"/>
              <a:ext cx="160436" cy="161432"/>
            </a:xfrm>
            <a:custGeom>
              <a:avLst/>
              <a:gdLst>
                <a:gd name="csX0" fmla="*/ 160513 w 160436"/>
                <a:gd name="csY0" fmla="*/ 2283 h 161432"/>
                <a:gd name="csX1" fmla="*/ 158027 w 160436"/>
                <a:gd name="csY1" fmla="*/ 63 h 161432"/>
                <a:gd name="csX2" fmla="*/ 154638 w 160436"/>
                <a:gd name="csY2" fmla="*/ 2727 h 161432"/>
                <a:gd name="csX3" fmla="*/ 138820 w 160436"/>
                <a:gd name="csY3" fmla="*/ 19825 h 161432"/>
                <a:gd name="csX4" fmla="*/ 101310 w 160436"/>
                <a:gd name="csY4" fmla="*/ 63 h 161432"/>
                <a:gd name="csX5" fmla="*/ 77 w 160436"/>
                <a:gd name="csY5" fmla="*/ 100652 h 161432"/>
                <a:gd name="csX6" fmla="*/ 61314 w 160436"/>
                <a:gd name="csY6" fmla="*/ 161495 h 161432"/>
                <a:gd name="csX7" fmla="*/ 110122 w 160436"/>
                <a:gd name="csY7" fmla="*/ 142398 h 161432"/>
                <a:gd name="csX8" fmla="*/ 134979 w 160436"/>
                <a:gd name="csY8" fmla="*/ 103317 h 161432"/>
                <a:gd name="csX9" fmla="*/ 132267 w 160436"/>
                <a:gd name="csY9" fmla="*/ 101097 h 161432"/>
                <a:gd name="csX10" fmla="*/ 129330 w 160436"/>
                <a:gd name="csY10" fmla="*/ 103317 h 161432"/>
                <a:gd name="csX11" fmla="*/ 106507 w 160436"/>
                <a:gd name="csY11" fmla="*/ 138401 h 161432"/>
                <a:gd name="csX12" fmla="*/ 64929 w 160436"/>
                <a:gd name="csY12" fmla="*/ 154611 h 161432"/>
                <a:gd name="csX13" fmla="*/ 20640 w 160436"/>
                <a:gd name="csY13" fmla="*/ 108424 h 161432"/>
                <a:gd name="csX14" fmla="*/ 47982 w 160436"/>
                <a:gd name="csY14" fmla="*/ 33815 h 161432"/>
                <a:gd name="csX15" fmla="*/ 103118 w 160436"/>
                <a:gd name="csY15" fmla="*/ 6946 h 161432"/>
                <a:gd name="csX16" fmla="*/ 139498 w 160436"/>
                <a:gd name="csY16" fmla="*/ 49802 h 161432"/>
                <a:gd name="csX17" fmla="*/ 138820 w 160436"/>
                <a:gd name="csY17" fmla="*/ 61127 h 161432"/>
                <a:gd name="csX18" fmla="*/ 142210 w 160436"/>
                <a:gd name="csY18" fmla="*/ 63348 h 161432"/>
                <a:gd name="csX19" fmla="*/ 146277 w 160436"/>
                <a:gd name="csY19" fmla="*/ 58907 h 161432"/>
                <a:gd name="csX20" fmla="*/ 160513 w 160436"/>
                <a:gd name="csY20" fmla="*/ 2283 h 161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60436" h="161432">
                  <a:moveTo>
                    <a:pt x="160513" y="2283"/>
                  </a:moveTo>
                  <a:cubicBezTo>
                    <a:pt x="160513" y="1617"/>
                    <a:pt x="160061" y="63"/>
                    <a:pt x="158027" y="63"/>
                  </a:cubicBezTo>
                  <a:cubicBezTo>
                    <a:pt x="157350" y="63"/>
                    <a:pt x="157124" y="285"/>
                    <a:pt x="154638" y="2727"/>
                  </a:cubicBezTo>
                  <a:lnTo>
                    <a:pt x="138820" y="19825"/>
                  </a:lnTo>
                  <a:cubicBezTo>
                    <a:pt x="136787" y="16717"/>
                    <a:pt x="126392" y="63"/>
                    <a:pt x="101310" y="63"/>
                  </a:cubicBezTo>
                  <a:cubicBezTo>
                    <a:pt x="50919" y="63"/>
                    <a:pt x="77" y="49136"/>
                    <a:pt x="77" y="100652"/>
                  </a:cubicBezTo>
                  <a:cubicBezTo>
                    <a:pt x="77" y="137291"/>
                    <a:pt x="26741" y="161495"/>
                    <a:pt x="61314" y="161495"/>
                  </a:cubicBezTo>
                  <a:cubicBezTo>
                    <a:pt x="80973" y="161495"/>
                    <a:pt x="98146" y="152613"/>
                    <a:pt x="110122" y="142398"/>
                  </a:cubicBezTo>
                  <a:cubicBezTo>
                    <a:pt x="131137" y="124190"/>
                    <a:pt x="134979" y="103983"/>
                    <a:pt x="134979" y="103317"/>
                  </a:cubicBezTo>
                  <a:cubicBezTo>
                    <a:pt x="134979" y="101097"/>
                    <a:pt x="132719" y="101097"/>
                    <a:pt x="132267" y="101097"/>
                  </a:cubicBezTo>
                  <a:cubicBezTo>
                    <a:pt x="130911" y="101097"/>
                    <a:pt x="129782" y="101541"/>
                    <a:pt x="129330" y="103317"/>
                  </a:cubicBezTo>
                  <a:cubicBezTo>
                    <a:pt x="127296" y="109757"/>
                    <a:pt x="122099" y="125522"/>
                    <a:pt x="106507" y="138401"/>
                  </a:cubicBezTo>
                  <a:cubicBezTo>
                    <a:pt x="90915" y="150836"/>
                    <a:pt x="76679" y="154611"/>
                    <a:pt x="64929" y="154611"/>
                  </a:cubicBezTo>
                  <a:cubicBezTo>
                    <a:pt x="44592" y="154611"/>
                    <a:pt x="20640" y="143064"/>
                    <a:pt x="20640" y="108424"/>
                  </a:cubicBezTo>
                  <a:cubicBezTo>
                    <a:pt x="20640" y="95767"/>
                    <a:pt x="25385" y="59795"/>
                    <a:pt x="47982" y="33815"/>
                  </a:cubicBezTo>
                  <a:cubicBezTo>
                    <a:pt x="61766" y="18049"/>
                    <a:pt x="83006" y="6946"/>
                    <a:pt x="103118" y="6946"/>
                  </a:cubicBezTo>
                  <a:cubicBezTo>
                    <a:pt x="126166" y="6946"/>
                    <a:pt x="139498" y="24044"/>
                    <a:pt x="139498" y="49802"/>
                  </a:cubicBezTo>
                  <a:cubicBezTo>
                    <a:pt x="139498" y="58685"/>
                    <a:pt x="138820" y="58907"/>
                    <a:pt x="138820" y="61127"/>
                  </a:cubicBezTo>
                  <a:cubicBezTo>
                    <a:pt x="138820" y="63348"/>
                    <a:pt x="141306" y="63348"/>
                    <a:pt x="142210" y="63348"/>
                  </a:cubicBezTo>
                  <a:cubicBezTo>
                    <a:pt x="145147" y="63348"/>
                    <a:pt x="145147" y="62904"/>
                    <a:pt x="146277" y="58907"/>
                  </a:cubicBezTo>
                  <a:lnTo>
                    <a:pt x="160513" y="2283"/>
                  </a:lnTo>
                  <a:close/>
                </a:path>
              </a:pathLst>
            </a:custGeom>
            <a:solidFill>
              <a:srgbClr val="000000"/>
            </a:solidFill>
            <a:ln w="22860"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516B2A31-0BB3-BB51-0375-39703E827940}"/>
                </a:ext>
              </a:extLst>
            </p:cNvPr>
            <p:cNvSpPr/>
            <p:nvPr>
              <p:custDataLst>
                <p:tags r:id="rId106"/>
              </p:custDataLst>
            </p:nvPr>
          </p:nvSpPr>
          <p:spPr>
            <a:xfrm>
              <a:off x="2959464" y="6446553"/>
              <a:ext cx="96713" cy="100589"/>
            </a:xfrm>
            <a:custGeom>
              <a:avLst/>
              <a:gdLst>
                <a:gd name="csX0" fmla="*/ 96798 w 96713"/>
                <a:gd name="csY0" fmla="*/ 37590 h 100589"/>
                <a:gd name="csX1" fmla="*/ 60644 w 96713"/>
                <a:gd name="csY1" fmla="*/ 63 h 100589"/>
                <a:gd name="csX2" fmla="*/ 85 w 96713"/>
                <a:gd name="csY2" fmla="*/ 63126 h 100589"/>
                <a:gd name="csX3" fmla="*/ 36239 w 96713"/>
                <a:gd name="csY3" fmla="*/ 100652 h 100589"/>
                <a:gd name="csX4" fmla="*/ 96798 w 96713"/>
                <a:gd name="csY4" fmla="*/ 37590 h 100589"/>
                <a:gd name="csX5" fmla="*/ 36465 w 96713"/>
                <a:gd name="csY5" fmla="*/ 95767 h 100589"/>
                <a:gd name="csX6" fmla="*/ 16806 w 96713"/>
                <a:gd name="csY6" fmla="*/ 71564 h 100589"/>
                <a:gd name="csX7" fmla="*/ 29912 w 96713"/>
                <a:gd name="csY7" fmla="*/ 25377 h 100589"/>
                <a:gd name="csX8" fmla="*/ 60418 w 96713"/>
                <a:gd name="csY8" fmla="*/ 4948 h 100589"/>
                <a:gd name="csX9" fmla="*/ 80303 w 96713"/>
                <a:gd name="csY9" fmla="*/ 28930 h 100589"/>
                <a:gd name="csX10" fmla="*/ 67197 w 96713"/>
                <a:gd name="csY10" fmla="*/ 75339 h 100589"/>
                <a:gd name="csX11" fmla="*/ 36465 w 96713"/>
                <a:gd name="csY11" fmla="*/ 95767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713" h="100589">
                  <a:moveTo>
                    <a:pt x="96798" y="37590"/>
                  </a:moveTo>
                  <a:cubicBezTo>
                    <a:pt x="96798" y="14496"/>
                    <a:pt x="80981" y="63"/>
                    <a:pt x="60644" y="63"/>
                  </a:cubicBezTo>
                  <a:cubicBezTo>
                    <a:pt x="30364" y="63"/>
                    <a:pt x="85" y="31594"/>
                    <a:pt x="85" y="63126"/>
                  </a:cubicBezTo>
                  <a:cubicBezTo>
                    <a:pt x="85" y="85109"/>
                    <a:pt x="15224" y="100652"/>
                    <a:pt x="36239" y="100652"/>
                  </a:cubicBezTo>
                  <a:cubicBezTo>
                    <a:pt x="66293" y="100652"/>
                    <a:pt x="96798" y="70009"/>
                    <a:pt x="96798" y="37590"/>
                  </a:cubicBezTo>
                  <a:close/>
                  <a:moveTo>
                    <a:pt x="36465" y="95767"/>
                  </a:moveTo>
                  <a:cubicBezTo>
                    <a:pt x="26749" y="95767"/>
                    <a:pt x="16806" y="88884"/>
                    <a:pt x="16806" y="71564"/>
                  </a:cubicBezTo>
                  <a:cubicBezTo>
                    <a:pt x="16806" y="60683"/>
                    <a:pt x="22681" y="36701"/>
                    <a:pt x="29912" y="25377"/>
                  </a:cubicBezTo>
                  <a:cubicBezTo>
                    <a:pt x="41210" y="8279"/>
                    <a:pt x="54091" y="4948"/>
                    <a:pt x="60418" y="4948"/>
                  </a:cubicBezTo>
                  <a:cubicBezTo>
                    <a:pt x="73524" y="4948"/>
                    <a:pt x="80303" y="15606"/>
                    <a:pt x="80303" y="28930"/>
                  </a:cubicBezTo>
                  <a:cubicBezTo>
                    <a:pt x="80303" y="37590"/>
                    <a:pt x="75783" y="60905"/>
                    <a:pt x="67197" y="75339"/>
                  </a:cubicBezTo>
                  <a:cubicBezTo>
                    <a:pt x="59288" y="88218"/>
                    <a:pt x="46860" y="95767"/>
                    <a:pt x="36465" y="95767"/>
                  </a:cubicBezTo>
                  <a:close/>
                </a:path>
              </a:pathLst>
            </a:custGeom>
            <a:solidFill>
              <a:srgbClr val="000000"/>
            </a:solidFill>
            <a:ln w="22860" cap="flat">
              <a:noFill/>
              <a:prstDash val="solid"/>
              <a:miter/>
            </a:ln>
          </p:spPr>
          <p:txBody>
            <a:bodyPr/>
            <a:lstStyle/>
            <a:p>
              <a:endParaRPr lang="en-US"/>
            </a:p>
          </p:txBody>
        </p:sp>
        <p:sp>
          <p:nvSpPr>
            <p:cNvPr id="79" name="Freeform: Shape 78">
              <a:extLst>
                <a:ext uri="{FF2B5EF4-FFF2-40B4-BE49-F238E27FC236}">
                  <a16:creationId xmlns:a16="http://schemas.microsoft.com/office/drawing/2014/main" id="{32A97074-EEAD-904F-52AF-51FEE78BA7A4}"/>
                </a:ext>
              </a:extLst>
            </p:cNvPr>
            <p:cNvSpPr/>
            <p:nvPr>
              <p:custDataLst>
                <p:tags r:id="rId107"/>
              </p:custDataLst>
            </p:nvPr>
          </p:nvSpPr>
          <p:spPr>
            <a:xfrm>
              <a:off x="3066283" y="6446553"/>
              <a:ext cx="99199" cy="100589"/>
            </a:xfrm>
            <a:custGeom>
              <a:avLst/>
              <a:gdLst>
                <a:gd name="csX0" fmla="*/ 99289 w 99199"/>
                <a:gd name="csY0" fmla="*/ 15606 h 100589"/>
                <a:gd name="csX1" fmla="*/ 89346 w 99199"/>
                <a:gd name="csY1" fmla="*/ 63 h 100589"/>
                <a:gd name="csX2" fmla="*/ 78274 w 99199"/>
                <a:gd name="csY2" fmla="*/ 10721 h 100589"/>
                <a:gd name="csX3" fmla="*/ 81889 w 99199"/>
                <a:gd name="csY3" fmla="*/ 17383 h 100589"/>
                <a:gd name="csX4" fmla="*/ 89572 w 99199"/>
                <a:gd name="csY4" fmla="*/ 35591 h 100589"/>
                <a:gd name="csX5" fmla="*/ 49350 w 99199"/>
                <a:gd name="csY5" fmla="*/ 95767 h 100589"/>
                <a:gd name="csX6" fmla="*/ 32629 w 99199"/>
                <a:gd name="csY6" fmla="*/ 76449 h 100589"/>
                <a:gd name="csX7" fmla="*/ 45735 w 99199"/>
                <a:gd name="csY7" fmla="*/ 29374 h 100589"/>
                <a:gd name="csX8" fmla="*/ 48446 w 99199"/>
                <a:gd name="csY8" fmla="*/ 18271 h 100589"/>
                <a:gd name="csX9" fmla="*/ 29917 w 99199"/>
                <a:gd name="csY9" fmla="*/ 63 h 100589"/>
                <a:gd name="csX10" fmla="*/ 89 w 99199"/>
                <a:gd name="csY10" fmla="*/ 34259 h 100589"/>
                <a:gd name="csX11" fmla="*/ 2801 w 99199"/>
                <a:gd name="csY11" fmla="*/ 36479 h 100589"/>
                <a:gd name="csX12" fmla="*/ 6416 w 99199"/>
                <a:gd name="csY12" fmla="*/ 32482 h 100589"/>
                <a:gd name="csX13" fmla="*/ 29239 w 99199"/>
                <a:gd name="csY13" fmla="*/ 4948 h 100589"/>
                <a:gd name="csX14" fmla="*/ 34888 w 99199"/>
                <a:gd name="csY14" fmla="*/ 12054 h 100589"/>
                <a:gd name="csX15" fmla="*/ 31047 w 99199"/>
                <a:gd name="csY15" fmla="*/ 27597 h 100589"/>
                <a:gd name="csX16" fmla="*/ 18167 w 99199"/>
                <a:gd name="csY16" fmla="*/ 73118 h 100589"/>
                <a:gd name="csX17" fmla="*/ 48446 w 99199"/>
                <a:gd name="csY17" fmla="*/ 100652 h 100589"/>
                <a:gd name="csX18" fmla="*/ 99289 w 99199"/>
                <a:gd name="csY18" fmla="*/ 15606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199" h="100589">
                  <a:moveTo>
                    <a:pt x="99289" y="15606"/>
                  </a:moveTo>
                  <a:cubicBezTo>
                    <a:pt x="99289" y="3616"/>
                    <a:pt x="93414" y="63"/>
                    <a:pt x="89346" y="63"/>
                  </a:cubicBezTo>
                  <a:cubicBezTo>
                    <a:pt x="83697" y="63"/>
                    <a:pt x="78274" y="5836"/>
                    <a:pt x="78274" y="10721"/>
                  </a:cubicBezTo>
                  <a:cubicBezTo>
                    <a:pt x="78274" y="13608"/>
                    <a:pt x="79404" y="14940"/>
                    <a:pt x="81889" y="17383"/>
                  </a:cubicBezTo>
                  <a:cubicBezTo>
                    <a:pt x="86635" y="21824"/>
                    <a:pt x="89572" y="27597"/>
                    <a:pt x="89572" y="35591"/>
                  </a:cubicBezTo>
                  <a:cubicBezTo>
                    <a:pt x="89572" y="44917"/>
                    <a:pt x="75788" y="95767"/>
                    <a:pt x="49350" y="95767"/>
                  </a:cubicBezTo>
                  <a:cubicBezTo>
                    <a:pt x="37826" y="95767"/>
                    <a:pt x="32629" y="87995"/>
                    <a:pt x="32629" y="76449"/>
                  </a:cubicBezTo>
                  <a:cubicBezTo>
                    <a:pt x="32629" y="64014"/>
                    <a:pt x="38730" y="47804"/>
                    <a:pt x="45735" y="29374"/>
                  </a:cubicBezTo>
                  <a:cubicBezTo>
                    <a:pt x="47316" y="25599"/>
                    <a:pt x="48446" y="22490"/>
                    <a:pt x="48446" y="18271"/>
                  </a:cubicBezTo>
                  <a:cubicBezTo>
                    <a:pt x="48446" y="8279"/>
                    <a:pt x="41215" y="63"/>
                    <a:pt x="29917" y="63"/>
                  </a:cubicBezTo>
                  <a:cubicBezTo>
                    <a:pt x="8676" y="63"/>
                    <a:pt x="89" y="32260"/>
                    <a:pt x="89" y="34259"/>
                  </a:cubicBezTo>
                  <a:cubicBezTo>
                    <a:pt x="89" y="36479"/>
                    <a:pt x="2349" y="36479"/>
                    <a:pt x="2801" y="36479"/>
                  </a:cubicBezTo>
                  <a:cubicBezTo>
                    <a:pt x="5061" y="36479"/>
                    <a:pt x="5287" y="36035"/>
                    <a:pt x="6416" y="32482"/>
                  </a:cubicBezTo>
                  <a:cubicBezTo>
                    <a:pt x="12969" y="10055"/>
                    <a:pt x="22686" y="4948"/>
                    <a:pt x="29239" y="4948"/>
                  </a:cubicBezTo>
                  <a:cubicBezTo>
                    <a:pt x="31047" y="4948"/>
                    <a:pt x="34888" y="4948"/>
                    <a:pt x="34888" y="12054"/>
                  </a:cubicBezTo>
                  <a:cubicBezTo>
                    <a:pt x="34888" y="17605"/>
                    <a:pt x="32629" y="23600"/>
                    <a:pt x="31047" y="27597"/>
                  </a:cubicBezTo>
                  <a:cubicBezTo>
                    <a:pt x="21104" y="53355"/>
                    <a:pt x="18167" y="63570"/>
                    <a:pt x="18167" y="73118"/>
                  </a:cubicBezTo>
                  <a:cubicBezTo>
                    <a:pt x="18167" y="97100"/>
                    <a:pt x="38052" y="100652"/>
                    <a:pt x="48446" y="100652"/>
                  </a:cubicBezTo>
                  <a:cubicBezTo>
                    <a:pt x="86409" y="100652"/>
                    <a:pt x="99289" y="27153"/>
                    <a:pt x="99289" y="15606"/>
                  </a:cubicBezTo>
                  <a:close/>
                </a:path>
              </a:pathLst>
            </a:custGeom>
            <a:solidFill>
              <a:srgbClr val="000000"/>
            </a:solidFill>
            <a:ln w="22860" cap="flat">
              <a:noFill/>
              <a:prstDash val="solid"/>
              <a:miter/>
            </a:ln>
          </p:spPr>
          <p:txBody>
            <a:bodyPr/>
            <a:lstStyle/>
            <a:p>
              <a:endParaRPr lang="en-US"/>
            </a:p>
          </p:txBody>
        </p:sp>
        <p:sp>
          <p:nvSpPr>
            <p:cNvPr id="80" name="Freeform: Shape 79">
              <a:extLst>
                <a:ext uri="{FF2B5EF4-FFF2-40B4-BE49-F238E27FC236}">
                  <a16:creationId xmlns:a16="http://schemas.microsoft.com/office/drawing/2014/main" id="{0651F7BE-1D1C-3467-0FDB-10649776BA1E}"/>
                </a:ext>
              </a:extLst>
            </p:cNvPr>
            <p:cNvSpPr/>
            <p:nvPr>
              <p:custDataLst>
                <p:tags r:id="rId108"/>
              </p:custDataLst>
            </p:nvPr>
          </p:nvSpPr>
          <p:spPr>
            <a:xfrm>
              <a:off x="3204033" y="6378161"/>
              <a:ext cx="30957" cy="222052"/>
            </a:xfrm>
            <a:custGeom>
              <a:avLst/>
              <a:gdLst>
                <a:gd name="csX0" fmla="*/ 31052 w 30957"/>
                <a:gd name="csY0" fmla="*/ 222115 h 222052"/>
                <a:gd name="csX1" fmla="*/ 31052 w 30957"/>
                <a:gd name="csY1" fmla="*/ 213233 h 222052"/>
                <a:gd name="csX2" fmla="*/ 9133 w 30957"/>
                <a:gd name="csY2" fmla="*/ 213233 h 222052"/>
                <a:gd name="csX3" fmla="*/ 9133 w 30957"/>
                <a:gd name="csY3" fmla="*/ 8945 h 222052"/>
                <a:gd name="csX4" fmla="*/ 31052 w 30957"/>
                <a:gd name="csY4" fmla="*/ 8945 h 222052"/>
                <a:gd name="csX5" fmla="*/ 31052 w 30957"/>
                <a:gd name="csY5" fmla="*/ 63 h 222052"/>
                <a:gd name="csX6" fmla="*/ 95 w 30957"/>
                <a:gd name="csY6" fmla="*/ 63 h 222052"/>
                <a:gd name="csX7" fmla="*/ 95 w 30957"/>
                <a:gd name="csY7" fmla="*/ 222115 h 222052"/>
                <a:gd name="csX8" fmla="*/ 31052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52" y="222115"/>
                  </a:moveTo>
                  <a:lnTo>
                    <a:pt x="31052" y="213233"/>
                  </a:lnTo>
                  <a:lnTo>
                    <a:pt x="9133" y="213233"/>
                  </a:lnTo>
                  <a:lnTo>
                    <a:pt x="9133" y="8945"/>
                  </a:lnTo>
                  <a:lnTo>
                    <a:pt x="31052" y="8945"/>
                  </a:lnTo>
                  <a:lnTo>
                    <a:pt x="31052" y="63"/>
                  </a:lnTo>
                  <a:lnTo>
                    <a:pt x="95" y="63"/>
                  </a:lnTo>
                  <a:lnTo>
                    <a:pt x="95" y="222115"/>
                  </a:lnTo>
                  <a:lnTo>
                    <a:pt x="31052" y="222115"/>
                  </a:lnTo>
                  <a:close/>
                </a:path>
              </a:pathLst>
            </a:custGeom>
            <a:solidFill>
              <a:srgbClr val="000000"/>
            </a:solidFill>
            <a:ln w="22860" cap="flat">
              <a:noFill/>
              <a:prstDash val="solid"/>
              <a:miter/>
            </a:ln>
          </p:spPr>
          <p:txBody>
            <a:bodyPr/>
            <a:lstStyle/>
            <a:p>
              <a:endParaRPr lang="en-US"/>
            </a:p>
          </p:txBody>
        </p:sp>
        <p:sp>
          <p:nvSpPr>
            <p:cNvPr id="81" name="Freeform: Shape 80">
              <a:extLst>
                <a:ext uri="{FF2B5EF4-FFF2-40B4-BE49-F238E27FC236}">
                  <a16:creationId xmlns:a16="http://schemas.microsoft.com/office/drawing/2014/main" id="{512AE93D-934A-02CB-EB1C-210082A04A23}"/>
                </a:ext>
              </a:extLst>
            </p:cNvPr>
            <p:cNvSpPr/>
            <p:nvPr>
              <p:custDataLst>
                <p:tags r:id="rId109"/>
              </p:custDataLst>
            </p:nvPr>
          </p:nvSpPr>
          <p:spPr>
            <a:xfrm>
              <a:off x="3246691" y="6446553"/>
              <a:ext cx="116146" cy="100589"/>
            </a:xfrm>
            <a:custGeom>
              <a:avLst/>
              <a:gdLst>
                <a:gd name="csX0" fmla="*/ 72633 w 116146"/>
                <a:gd name="csY0" fmla="*/ 85775 h 100589"/>
                <a:gd name="csX1" fmla="*/ 92744 w 116146"/>
                <a:gd name="csY1" fmla="*/ 100652 h 100589"/>
                <a:gd name="csX2" fmla="*/ 109465 w 116146"/>
                <a:gd name="csY2" fmla="*/ 88440 h 100589"/>
                <a:gd name="csX3" fmla="*/ 116244 w 116146"/>
                <a:gd name="csY3" fmla="*/ 66456 h 100589"/>
                <a:gd name="csX4" fmla="*/ 113533 w 116146"/>
                <a:gd name="csY4" fmla="*/ 64236 h 100589"/>
                <a:gd name="csX5" fmla="*/ 110369 w 116146"/>
                <a:gd name="csY5" fmla="*/ 68233 h 100589"/>
                <a:gd name="csX6" fmla="*/ 93422 w 116146"/>
                <a:gd name="csY6" fmla="*/ 95767 h 100589"/>
                <a:gd name="csX7" fmla="*/ 86417 w 116146"/>
                <a:gd name="csY7" fmla="*/ 85553 h 100589"/>
                <a:gd name="csX8" fmla="*/ 90936 w 116146"/>
                <a:gd name="csY8" fmla="*/ 62459 h 100589"/>
                <a:gd name="csX9" fmla="*/ 97263 w 116146"/>
                <a:gd name="csY9" fmla="*/ 38478 h 100589"/>
                <a:gd name="csX10" fmla="*/ 101104 w 116146"/>
                <a:gd name="csY10" fmla="*/ 23378 h 100589"/>
                <a:gd name="csX11" fmla="*/ 104494 w 116146"/>
                <a:gd name="csY11" fmla="*/ 8501 h 100589"/>
                <a:gd name="csX12" fmla="*/ 97941 w 116146"/>
                <a:gd name="csY12" fmla="*/ 2505 h 100589"/>
                <a:gd name="csX13" fmla="*/ 89128 w 116146"/>
                <a:gd name="csY13" fmla="*/ 10277 h 100589"/>
                <a:gd name="csX14" fmla="*/ 72181 w 116146"/>
                <a:gd name="csY14" fmla="*/ 77115 h 100589"/>
                <a:gd name="csX15" fmla="*/ 46420 w 116146"/>
                <a:gd name="csY15" fmla="*/ 95767 h 100589"/>
                <a:gd name="csX16" fmla="*/ 32411 w 116146"/>
                <a:gd name="csY16" fmla="*/ 77559 h 100589"/>
                <a:gd name="csX17" fmla="*/ 44613 w 116146"/>
                <a:gd name="csY17" fmla="*/ 32260 h 100589"/>
                <a:gd name="csX18" fmla="*/ 48454 w 116146"/>
                <a:gd name="csY18" fmla="*/ 18271 h 100589"/>
                <a:gd name="csX19" fmla="*/ 29925 w 116146"/>
                <a:gd name="csY19" fmla="*/ 63 h 100589"/>
                <a:gd name="csX20" fmla="*/ 97 w 116146"/>
                <a:gd name="csY20" fmla="*/ 34259 h 100589"/>
                <a:gd name="csX21" fmla="*/ 2809 w 116146"/>
                <a:gd name="csY21" fmla="*/ 36479 h 100589"/>
                <a:gd name="csX22" fmla="*/ 6424 w 116146"/>
                <a:gd name="csY22" fmla="*/ 32482 h 100589"/>
                <a:gd name="csX23" fmla="*/ 29247 w 116146"/>
                <a:gd name="csY23" fmla="*/ 4948 h 100589"/>
                <a:gd name="csX24" fmla="*/ 34896 w 116146"/>
                <a:gd name="csY24" fmla="*/ 12276 h 100589"/>
                <a:gd name="csX25" fmla="*/ 31055 w 116146"/>
                <a:gd name="csY25" fmla="*/ 27375 h 100589"/>
                <a:gd name="csX26" fmla="*/ 17949 w 116146"/>
                <a:gd name="csY26" fmla="*/ 74006 h 100589"/>
                <a:gd name="csX27" fmla="*/ 45743 w 116146"/>
                <a:gd name="csY27" fmla="*/ 100652 h 100589"/>
                <a:gd name="csX28" fmla="*/ 72633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33" y="85775"/>
                  </a:moveTo>
                  <a:cubicBezTo>
                    <a:pt x="75118" y="94879"/>
                    <a:pt x="83027" y="100652"/>
                    <a:pt x="92744" y="100652"/>
                  </a:cubicBezTo>
                  <a:cubicBezTo>
                    <a:pt x="100652" y="100652"/>
                    <a:pt x="105850" y="95545"/>
                    <a:pt x="109465" y="88440"/>
                  </a:cubicBezTo>
                  <a:cubicBezTo>
                    <a:pt x="113307" y="80446"/>
                    <a:pt x="116244" y="66901"/>
                    <a:pt x="116244" y="66456"/>
                  </a:cubicBezTo>
                  <a:cubicBezTo>
                    <a:pt x="116244" y="64236"/>
                    <a:pt x="114210" y="64236"/>
                    <a:pt x="113533" y="64236"/>
                  </a:cubicBezTo>
                  <a:cubicBezTo>
                    <a:pt x="111273" y="64236"/>
                    <a:pt x="111047" y="65124"/>
                    <a:pt x="110369" y="68233"/>
                  </a:cubicBezTo>
                  <a:cubicBezTo>
                    <a:pt x="107206" y="80668"/>
                    <a:pt x="102912" y="95767"/>
                    <a:pt x="93422" y="95767"/>
                  </a:cubicBezTo>
                  <a:cubicBezTo>
                    <a:pt x="88676" y="95767"/>
                    <a:pt x="86417" y="92881"/>
                    <a:pt x="86417" y="85553"/>
                  </a:cubicBezTo>
                  <a:cubicBezTo>
                    <a:pt x="86417" y="80668"/>
                    <a:pt x="89128" y="70231"/>
                    <a:pt x="90936" y="62459"/>
                  </a:cubicBezTo>
                  <a:lnTo>
                    <a:pt x="97263" y="38478"/>
                  </a:lnTo>
                  <a:cubicBezTo>
                    <a:pt x="97941" y="35147"/>
                    <a:pt x="100201" y="26709"/>
                    <a:pt x="101104" y="23378"/>
                  </a:cubicBezTo>
                  <a:cubicBezTo>
                    <a:pt x="102234" y="18271"/>
                    <a:pt x="104494" y="9833"/>
                    <a:pt x="104494" y="8501"/>
                  </a:cubicBezTo>
                  <a:cubicBezTo>
                    <a:pt x="104494" y="4504"/>
                    <a:pt x="101330" y="2505"/>
                    <a:pt x="97941" y="2505"/>
                  </a:cubicBezTo>
                  <a:cubicBezTo>
                    <a:pt x="96811" y="2505"/>
                    <a:pt x="90936" y="2727"/>
                    <a:pt x="89128" y="10277"/>
                  </a:cubicBezTo>
                  <a:cubicBezTo>
                    <a:pt x="84835" y="26487"/>
                    <a:pt x="74892" y="65346"/>
                    <a:pt x="72181" y="77115"/>
                  </a:cubicBezTo>
                  <a:cubicBezTo>
                    <a:pt x="71955" y="78003"/>
                    <a:pt x="62916" y="95767"/>
                    <a:pt x="46420" y="95767"/>
                  </a:cubicBezTo>
                  <a:cubicBezTo>
                    <a:pt x="34670" y="95767"/>
                    <a:pt x="32411" y="85775"/>
                    <a:pt x="32411" y="77559"/>
                  </a:cubicBezTo>
                  <a:cubicBezTo>
                    <a:pt x="32411" y="65124"/>
                    <a:pt x="38738" y="47582"/>
                    <a:pt x="44613" y="32260"/>
                  </a:cubicBezTo>
                  <a:cubicBezTo>
                    <a:pt x="47324" y="25599"/>
                    <a:pt x="48454" y="22490"/>
                    <a:pt x="48454" y="18271"/>
                  </a:cubicBezTo>
                  <a:cubicBezTo>
                    <a:pt x="48454" y="8279"/>
                    <a:pt x="41223" y="63"/>
                    <a:pt x="29925" y="63"/>
                  </a:cubicBezTo>
                  <a:cubicBezTo>
                    <a:pt x="8458" y="63"/>
                    <a:pt x="97" y="32260"/>
                    <a:pt x="97" y="34259"/>
                  </a:cubicBezTo>
                  <a:cubicBezTo>
                    <a:pt x="97" y="36479"/>
                    <a:pt x="2357" y="36479"/>
                    <a:pt x="2809" y="36479"/>
                  </a:cubicBezTo>
                  <a:cubicBezTo>
                    <a:pt x="5069" y="36479"/>
                    <a:pt x="5295" y="36035"/>
                    <a:pt x="6424" y="32482"/>
                  </a:cubicBezTo>
                  <a:cubicBezTo>
                    <a:pt x="12074" y="13164"/>
                    <a:pt x="20660" y="4948"/>
                    <a:pt x="29247" y="4948"/>
                  </a:cubicBezTo>
                  <a:cubicBezTo>
                    <a:pt x="31281" y="4948"/>
                    <a:pt x="34896" y="5170"/>
                    <a:pt x="34896" y="12276"/>
                  </a:cubicBezTo>
                  <a:cubicBezTo>
                    <a:pt x="34896" y="17605"/>
                    <a:pt x="32411" y="24044"/>
                    <a:pt x="31055" y="27375"/>
                  </a:cubicBezTo>
                  <a:cubicBezTo>
                    <a:pt x="22694" y="49358"/>
                    <a:pt x="17949" y="63126"/>
                    <a:pt x="17949" y="74006"/>
                  </a:cubicBezTo>
                  <a:cubicBezTo>
                    <a:pt x="17949" y="95101"/>
                    <a:pt x="33540" y="100652"/>
                    <a:pt x="45743" y="100652"/>
                  </a:cubicBezTo>
                  <a:cubicBezTo>
                    <a:pt x="60656" y="100652"/>
                    <a:pt x="68791" y="90660"/>
                    <a:pt x="72633" y="85775"/>
                  </a:cubicBezTo>
                  <a:close/>
                </a:path>
              </a:pathLst>
            </a:custGeom>
            <a:solidFill>
              <a:srgbClr val="000000"/>
            </a:solidFill>
            <a:ln w="22860"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49D25D7E-A6A6-15BC-F3EA-647434718743}"/>
                </a:ext>
              </a:extLst>
            </p:cNvPr>
            <p:cNvSpPr/>
            <p:nvPr>
              <p:custDataLst>
                <p:tags r:id="rId110"/>
              </p:custDataLst>
            </p:nvPr>
          </p:nvSpPr>
          <p:spPr>
            <a:xfrm>
              <a:off x="3388927" y="6521162"/>
              <a:ext cx="26438" cy="66393"/>
            </a:xfrm>
            <a:custGeom>
              <a:avLst/>
              <a:gdLst>
                <a:gd name="csX0" fmla="*/ 26541 w 26438"/>
                <a:gd name="csY0" fmla="*/ 23378 h 66393"/>
                <a:gd name="csX1" fmla="*/ 12079 w 26438"/>
                <a:gd name="csY1" fmla="*/ 63 h 66393"/>
                <a:gd name="csX2" fmla="*/ 103 w 26438"/>
                <a:gd name="csY2" fmla="*/ 11832 h 66393"/>
                <a:gd name="csX3" fmla="*/ 12079 w 26438"/>
                <a:gd name="csY3" fmla="*/ 23600 h 66393"/>
                <a:gd name="csX4" fmla="*/ 19988 w 26438"/>
                <a:gd name="csY4" fmla="*/ 20714 h 66393"/>
                <a:gd name="csX5" fmla="*/ 21118 w 26438"/>
                <a:gd name="csY5" fmla="*/ 20047 h 66393"/>
                <a:gd name="csX6" fmla="*/ 21570 w 26438"/>
                <a:gd name="csY6" fmla="*/ 23378 h 66393"/>
                <a:gd name="csX7" fmla="*/ 6204 w 26438"/>
                <a:gd name="csY7" fmla="*/ 60461 h 66393"/>
                <a:gd name="csX8" fmla="*/ 3718 w 26438"/>
                <a:gd name="csY8" fmla="*/ 64014 h 66393"/>
                <a:gd name="csX9" fmla="*/ 5978 w 26438"/>
                <a:gd name="csY9" fmla="*/ 66456 h 66393"/>
                <a:gd name="csX10" fmla="*/ 26541 w 26438"/>
                <a:gd name="csY10" fmla="*/ 23378 h 66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438" h="66393">
                  <a:moveTo>
                    <a:pt x="26541" y="23378"/>
                  </a:moveTo>
                  <a:cubicBezTo>
                    <a:pt x="26541" y="8723"/>
                    <a:pt x="20892" y="63"/>
                    <a:pt x="12079" y="63"/>
                  </a:cubicBezTo>
                  <a:cubicBezTo>
                    <a:pt x="4622" y="63"/>
                    <a:pt x="103" y="5614"/>
                    <a:pt x="103" y="11832"/>
                  </a:cubicBezTo>
                  <a:cubicBezTo>
                    <a:pt x="103" y="17827"/>
                    <a:pt x="4622" y="23600"/>
                    <a:pt x="12079" y="23600"/>
                  </a:cubicBezTo>
                  <a:cubicBezTo>
                    <a:pt x="14791" y="23600"/>
                    <a:pt x="17728" y="22712"/>
                    <a:pt x="19988" y="20714"/>
                  </a:cubicBezTo>
                  <a:cubicBezTo>
                    <a:pt x="20666" y="20270"/>
                    <a:pt x="20892" y="20047"/>
                    <a:pt x="21118" y="20047"/>
                  </a:cubicBezTo>
                  <a:cubicBezTo>
                    <a:pt x="21344" y="20047"/>
                    <a:pt x="21570" y="20270"/>
                    <a:pt x="21570" y="23378"/>
                  </a:cubicBezTo>
                  <a:cubicBezTo>
                    <a:pt x="21570" y="39810"/>
                    <a:pt x="13661" y="53133"/>
                    <a:pt x="6204" y="60461"/>
                  </a:cubicBezTo>
                  <a:cubicBezTo>
                    <a:pt x="3718" y="62904"/>
                    <a:pt x="3718" y="63348"/>
                    <a:pt x="3718" y="64014"/>
                  </a:cubicBezTo>
                  <a:cubicBezTo>
                    <a:pt x="3718" y="65568"/>
                    <a:pt x="4848" y="66456"/>
                    <a:pt x="5978" y="66456"/>
                  </a:cubicBezTo>
                  <a:cubicBezTo>
                    <a:pt x="8464" y="66456"/>
                    <a:pt x="26541" y="49358"/>
                    <a:pt x="26541" y="23378"/>
                  </a:cubicBezTo>
                  <a:close/>
                </a:path>
              </a:pathLst>
            </a:custGeom>
            <a:solidFill>
              <a:srgbClr val="000000"/>
            </a:solidFill>
            <a:ln w="22860" cap="flat">
              <a:noFill/>
              <a:prstDash val="solid"/>
              <a:miter/>
            </a:ln>
          </p:spPr>
          <p:txBody>
            <a:bodyPr/>
            <a:lstStyle/>
            <a:p>
              <a:endParaRPr lang="en-US"/>
            </a:p>
          </p:txBody>
        </p:sp>
        <p:sp>
          <p:nvSpPr>
            <p:cNvPr id="83" name="Freeform: Shape 82">
              <a:extLst>
                <a:ext uri="{FF2B5EF4-FFF2-40B4-BE49-F238E27FC236}">
                  <a16:creationId xmlns:a16="http://schemas.microsoft.com/office/drawing/2014/main" id="{96B38BFE-2A82-7588-A203-642C9022EF7D}"/>
                </a:ext>
              </a:extLst>
            </p:cNvPr>
            <p:cNvSpPr/>
            <p:nvPr>
              <p:custDataLst>
                <p:tags r:id="rId111"/>
              </p:custDataLst>
            </p:nvPr>
          </p:nvSpPr>
          <p:spPr>
            <a:xfrm>
              <a:off x="3476476" y="6446553"/>
              <a:ext cx="112531" cy="100589"/>
            </a:xfrm>
            <a:custGeom>
              <a:avLst/>
              <a:gdLst>
                <a:gd name="csX0" fmla="*/ 69027 w 112531"/>
                <a:gd name="csY0" fmla="*/ 31150 h 100589"/>
                <a:gd name="csX1" fmla="*/ 91398 w 112531"/>
                <a:gd name="csY1" fmla="*/ 4948 h 100589"/>
                <a:gd name="csX2" fmla="*/ 102696 w 112531"/>
                <a:gd name="csY2" fmla="*/ 7835 h 100589"/>
                <a:gd name="csX3" fmla="*/ 91850 w 112531"/>
                <a:gd name="csY3" fmla="*/ 19825 h 100589"/>
                <a:gd name="csX4" fmla="*/ 100437 w 112531"/>
                <a:gd name="csY4" fmla="*/ 27597 h 100589"/>
                <a:gd name="csX5" fmla="*/ 112639 w 112531"/>
                <a:gd name="csY5" fmla="*/ 14718 h 100589"/>
                <a:gd name="csX6" fmla="*/ 91624 w 112531"/>
                <a:gd name="csY6" fmla="*/ 63 h 100589"/>
                <a:gd name="csX7" fmla="*/ 67897 w 112531"/>
                <a:gd name="csY7" fmla="*/ 16939 h 100589"/>
                <a:gd name="csX8" fmla="*/ 43493 w 112531"/>
                <a:gd name="csY8" fmla="*/ 63 h 100589"/>
                <a:gd name="csX9" fmla="*/ 7112 w 112531"/>
                <a:gd name="csY9" fmla="*/ 34259 h 100589"/>
                <a:gd name="csX10" fmla="*/ 9824 w 112531"/>
                <a:gd name="csY10" fmla="*/ 36479 h 100589"/>
                <a:gd name="csX11" fmla="*/ 12762 w 112531"/>
                <a:gd name="csY11" fmla="*/ 34037 h 100589"/>
                <a:gd name="csX12" fmla="*/ 43041 w 112531"/>
                <a:gd name="csY12" fmla="*/ 4948 h 100589"/>
                <a:gd name="csX13" fmla="*/ 55243 w 112531"/>
                <a:gd name="csY13" fmla="*/ 19825 h 100589"/>
                <a:gd name="csX14" fmla="*/ 43041 w 112531"/>
                <a:gd name="csY14" fmla="*/ 72674 h 100589"/>
                <a:gd name="csX15" fmla="*/ 21574 w 112531"/>
                <a:gd name="csY15" fmla="*/ 95767 h 100589"/>
                <a:gd name="csX16" fmla="*/ 10276 w 112531"/>
                <a:gd name="csY16" fmla="*/ 92881 h 100589"/>
                <a:gd name="csX17" fmla="*/ 20896 w 112531"/>
                <a:gd name="csY17" fmla="*/ 80890 h 100589"/>
                <a:gd name="csX18" fmla="*/ 12536 w 112531"/>
                <a:gd name="csY18" fmla="*/ 73118 h 100589"/>
                <a:gd name="csX19" fmla="*/ 107 w 112531"/>
                <a:gd name="csY19" fmla="*/ 85997 h 100589"/>
                <a:gd name="csX20" fmla="*/ 21348 w 112531"/>
                <a:gd name="csY20" fmla="*/ 100652 h 100589"/>
                <a:gd name="csX21" fmla="*/ 45075 w 112531"/>
                <a:gd name="csY21" fmla="*/ 83776 h 100589"/>
                <a:gd name="csX22" fmla="*/ 69479 w 112531"/>
                <a:gd name="csY22" fmla="*/ 100652 h 100589"/>
                <a:gd name="csX23" fmla="*/ 105634 w 112531"/>
                <a:gd name="csY23" fmla="*/ 66456 h 100589"/>
                <a:gd name="csX24" fmla="*/ 102922 w 112531"/>
                <a:gd name="csY24" fmla="*/ 64236 h 100589"/>
                <a:gd name="csX25" fmla="*/ 99985 w 112531"/>
                <a:gd name="csY25" fmla="*/ 66678 h 100589"/>
                <a:gd name="csX26" fmla="*/ 69931 w 112531"/>
                <a:gd name="csY26" fmla="*/ 95767 h 100589"/>
                <a:gd name="csX27" fmla="*/ 57503 w 112531"/>
                <a:gd name="csY27" fmla="*/ 81112 h 100589"/>
                <a:gd name="csX28" fmla="*/ 61344 w 112531"/>
                <a:gd name="csY28" fmla="*/ 61571 h 100589"/>
                <a:gd name="csX29" fmla="*/ 69027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27" y="31150"/>
                  </a:moveTo>
                  <a:cubicBezTo>
                    <a:pt x="70383" y="25377"/>
                    <a:pt x="75580" y="4948"/>
                    <a:pt x="91398" y="4948"/>
                  </a:cubicBezTo>
                  <a:cubicBezTo>
                    <a:pt x="92528" y="4948"/>
                    <a:pt x="97951" y="4948"/>
                    <a:pt x="102696" y="7835"/>
                  </a:cubicBezTo>
                  <a:cubicBezTo>
                    <a:pt x="96369" y="8945"/>
                    <a:pt x="91850" y="14496"/>
                    <a:pt x="91850" y="19825"/>
                  </a:cubicBezTo>
                  <a:cubicBezTo>
                    <a:pt x="91850" y="23378"/>
                    <a:pt x="94336" y="27597"/>
                    <a:pt x="100437" y="27597"/>
                  </a:cubicBezTo>
                  <a:cubicBezTo>
                    <a:pt x="105408" y="27597"/>
                    <a:pt x="112639" y="23600"/>
                    <a:pt x="112639" y="14718"/>
                  </a:cubicBezTo>
                  <a:cubicBezTo>
                    <a:pt x="112639" y="3172"/>
                    <a:pt x="99307" y="63"/>
                    <a:pt x="91624" y="63"/>
                  </a:cubicBezTo>
                  <a:cubicBezTo>
                    <a:pt x="78518" y="63"/>
                    <a:pt x="70609" y="11832"/>
                    <a:pt x="67897" y="16939"/>
                  </a:cubicBezTo>
                  <a:cubicBezTo>
                    <a:pt x="62248" y="2283"/>
                    <a:pt x="50046" y="63"/>
                    <a:pt x="43493" y="63"/>
                  </a:cubicBezTo>
                  <a:cubicBezTo>
                    <a:pt x="19993" y="63"/>
                    <a:pt x="7112" y="28708"/>
                    <a:pt x="7112" y="34259"/>
                  </a:cubicBezTo>
                  <a:cubicBezTo>
                    <a:pt x="7112" y="36479"/>
                    <a:pt x="9372" y="36479"/>
                    <a:pt x="9824" y="36479"/>
                  </a:cubicBezTo>
                  <a:cubicBezTo>
                    <a:pt x="11632" y="36479"/>
                    <a:pt x="12310" y="36035"/>
                    <a:pt x="12762" y="34037"/>
                  </a:cubicBezTo>
                  <a:cubicBezTo>
                    <a:pt x="20444" y="10499"/>
                    <a:pt x="35358" y="4948"/>
                    <a:pt x="43041" y="4948"/>
                  </a:cubicBezTo>
                  <a:cubicBezTo>
                    <a:pt x="47334" y="4948"/>
                    <a:pt x="55243" y="6946"/>
                    <a:pt x="55243" y="19825"/>
                  </a:cubicBezTo>
                  <a:cubicBezTo>
                    <a:pt x="55243" y="26709"/>
                    <a:pt x="51402" y="41587"/>
                    <a:pt x="43041" y="72674"/>
                  </a:cubicBezTo>
                  <a:cubicBezTo>
                    <a:pt x="39426" y="86441"/>
                    <a:pt x="31517" y="95767"/>
                    <a:pt x="21574" y="95767"/>
                  </a:cubicBezTo>
                  <a:cubicBezTo>
                    <a:pt x="20218" y="95767"/>
                    <a:pt x="15021" y="95767"/>
                    <a:pt x="10276" y="92881"/>
                  </a:cubicBezTo>
                  <a:cubicBezTo>
                    <a:pt x="15925" y="91770"/>
                    <a:pt x="20896" y="87107"/>
                    <a:pt x="20896" y="80890"/>
                  </a:cubicBezTo>
                  <a:cubicBezTo>
                    <a:pt x="20896" y="74894"/>
                    <a:pt x="15925" y="73118"/>
                    <a:pt x="12536" y="73118"/>
                  </a:cubicBezTo>
                  <a:cubicBezTo>
                    <a:pt x="5757" y="73118"/>
                    <a:pt x="107" y="78891"/>
                    <a:pt x="107" y="85997"/>
                  </a:cubicBezTo>
                  <a:cubicBezTo>
                    <a:pt x="107" y="96211"/>
                    <a:pt x="11406" y="100652"/>
                    <a:pt x="21348" y="100652"/>
                  </a:cubicBezTo>
                  <a:cubicBezTo>
                    <a:pt x="36262" y="100652"/>
                    <a:pt x="44397" y="85109"/>
                    <a:pt x="45075" y="83776"/>
                  </a:cubicBezTo>
                  <a:cubicBezTo>
                    <a:pt x="47786" y="91992"/>
                    <a:pt x="55921" y="100652"/>
                    <a:pt x="69479" y="100652"/>
                  </a:cubicBezTo>
                  <a:cubicBezTo>
                    <a:pt x="92754" y="100652"/>
                    <a:pt x="105634" y="72008"/>
                    <a:pt x="105634" y="66456"/>
                  </a:cubicBezTo>
                  <a:cubicBezTo>
                    <a:pt x="105634" y="64236"/>
                    <a:pt x="103600" y="64236"/>
                    <a:pt x="102922" y="64236"/>
                  </a:cubicBezTo>
                  <a:cubicBezTo>
                    <a:pt x="100889" y="64236"/>
                    <a:pt x="100437" y="65124"/>
                    <a:pt x="99985" y="66678"/>
                  </a:cubicBezTo>
                  <a:cubicBezTo>
                    <a:pt x="92528" y="90438"/>
                    <a:pt x="77162" y="95767"/>
                    <a:pt x="69931" y="95767"/>
                  </a:cubicBezTo>
                  <a:cubicBezTo>
                    <a:pt x="61118" y="95767"/>
                    <a:pt x="57503" y="88662"/>
                    <a:pt x="57503" y="81112"/>
                  </a:cubicBezTo>
                  <a:cubicBezTo>
                    <a:pt x="57503" y="76227"/>
                    <a:pt x="58859" y="71342"/>
                    <a:pt x="61344" y="61571"/>
                  </a:cubicBezTo>
                  <a:lnTo>
                    <a:pt x="69027" y="31150"/>
                  </a:lnTo>
                  <a:close/>
                </a:path>
              </a:pathLst>
            </a:custGeom>
            <a:solidFill>
              <a:srgbClr val="000000"/>
            </a:solidFill>
            <a:ln w="22860" cap="flat">
              <a:noFill/>
              <a:prstDash val="solid"/>
              <a:miter/>
            </a:ln>
          </p:spPr>
          <p:txBody>
            <a:bodyPr/>
            <a:lstStyle/>
            <a:p>
              <a:endParaRPr lang="en-US"/>
            </a:p>
          </p:txBody>
        </p:sp>
        <p:sp>
          <p:nvSpPr>
            <p:cNvPr id="84" name="Freeform: Shape 83">
              <a:extLst>
                <a:ext uri="{FF2B5EF4-FFF2-40B4-BE49-F238E27FC236}">
                  <a16:creationId xmlns:a16="http://schemas.microsoft.com/office/drawing/2014/main" id="{91EEA529-C687-D834-A8C6-4F8D47A86914}"/>
                </a:ext>
              </a:extLst>
            </p:cNvPr>
            <p:cNvSpPr/>
            <p:nvPr>
              <p:custDataLst>
                <p:tags r:id="rId112"/>
              </p:custDataLst>
            </p:nvPr>
          </p:nvSpPr>
          <p:spPr>
            <a:xfrm>
              <a:off x="3604041" y="6378161"/>
              <a:ext cx="30957" cy="222052"/>
            </a:xfrm>
            <a:custGeom>
              <a:avLst/>
              <a:gdLst>
                <a:gd name="csX0" fmla="*/ 31071 w 30957"/>
                <a:gd name="csY0" fmla="*/ 63 h 222052"/>
                <a:gd name="csX1" fmla="*/ 113 w 30957"/>
                <a:gd name="csY1" fmla="*/ 63 h 222052"/>
                <a:gd name="csX2" fmla="*/ 113 w 30957"/>
                <a:gd name="csY2" fmla="*/ 8945 h 222052"/>
                <a:gd name="csX3" fmla="*/ 22032 w 30957"/>
                <a:gd name="csY3" fmla="*/ 8945 h 222052"/>
                <a:gd name="csX4" fmla="*/ 22032 w 30957"/>
                <a:gd name="csY4" fmla="*/ 213233 h 222052"/>
                <a:gd name="csX5" fmla="*/ 113 w 30957"/>
                <a:gd name="csY5" fmla="*/ 213233 h 222052"/>
                <a:gd name="csX6" fmla="*/ 113 w 30957"/>
                <a:gd name="csY6" fmla="*/ 222115 h 222052"/>
                <a:gd name="csX7" fmla="*/ 31071 w 30957"/>
                <a:gd name="csY7" fmla="*/ 222115 h 222052"/>
                <a:gd name="csX8" fmla="*/ 31071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71" y="63"/>
                  </a:moveTo>
                  <a:lnTo>
                    <a:pt x="113" y="63"/>
                  </a:lnTo>
                  <a:lnTo>
                    <a:pt x="113" y="8945"/>
                  </a:lnTo>
                  <a:lnTo>
                    <a:pt x="22032" y="8945"/>
                  </a:lnTo>
                  <a:lnTo>
                    <a:pt x="22032" y="213233"/>
                  </a:lnTo>
                  <a:lnTo>
                    <a:pt x="113" y="213233"/>
                  </a:lnTo>
                  <a:lnTo>
                    <a:pt x="113" y="222115"/>
                  </a:lnTo>
                  <a:lnTo>
                    <a:pt x="31071" y="222115"/>
                  </a:lnTo>
                  <a:lnTo>
                    <a:pt x="31071" y="63"/>
                  </a:lnTo>
                  <a:close/>
                </a:path>
              </a:pathLst>
            </a:custGeom>
            <a:solidFill>
              <a:srgbClr val="000000"/>
            </a:solidFill>
            <a:ln w="22860" cap="flat">
              <a:noFill/>
              <a:prstDash val="solid"/>
              <a:miter/>
            </a:ln>
          </p:spPr>
          <p:txBody>
            <a:bodyPr/>
            <a:lstStyle/>
            <a:p>
              <a:endParaRPr lang="en-US"/>
            </a:p>
          </p:txBody>
        </p:sp>
        <p:sp>
          <p:nvSpPr>
            <p:cNvPr id="85" name="Freeform: Shape 84">
              <a:extLst>
                <a:ext uri="{FF2B5EF4-FFF2-40B4-BE49-F238E27FC236}">
                  <a16:creationId xmlns:a16="http://schemas.microsoft.com/office/drawing/2014/main" id="{295E69C7-2A9B-D82E-8223-F386432D80B3}"/>
                </a:ext>
              </a:extLst>
            </p:cNvPr>
            <p:cNvSpPr/>
            <p:nvPr>
              <p:custDataLst>
                <p:tags r:id="rId113"/>
              </p:custDataLst>
            </p:nvPr>
          </p:nvSpPr>
          <p:spPr>
            <a:xfrm>
              <a:off x="3737259" y="6463207"/>
              <a:ext cx="150267" cy="51960"/>
            </a:xfrm>
            <a:custGeom>
              <a:avLst/>
              <a:gdLst>
                <a:gd name="csX0" fmla="*/ 142704 w 150267"/>
                <a:gd name="csY0" fmla="*/ 8945 h 51960"/>
                <a:gd name="csX1" fmla="*/ 150387 w 150267"/>
                <a:gd name="csY1" fmla="*/ 4504 h 51960"/>
                <a:gd name="csX2" fmla="*/ 142930 w 150267"/>
                <a:gd name="csY2" fmla="*/ 63 h 51960"/>
                <a:gd name="csX3" fmla="*/ 7576 w 150267"/>
                <a:gd name="csY3" fmla="*/ 63 h 51960"/>
                <a:gd name="csX4" fmla="*/ 119 w 150267"/>
                <a:gd name="csY4" fmla="*/ 4504 h 51960"/>
                <a:gd name="csX5" fmla="*/ 7802 w 150267"/>
                <a:gd name="csY5" fmla="*/ 8945 h 51960"/>
                <a:gd name="csX6" fmla="*/ 142704 w 150267"/>
                <a:gd name="csY6" fmla="*/ 8945 h 51960"/>
                <a:gd name="csX7" fmla="*/ 142930 w 150267"/>
                <a:gd name="csY7" fmla="*/ 52023 h 51960"/>
                <a:gd name="csX8" fmla="*/ 150387 w 150267"/>
                <a:gd name="csY8" fmla="*/ 47582 h 51960"/>
                <a:gd name="csX9" fmla="*/ 142704 w 150267"/>
                <a:gd name="csY9" fmla="*/ 43141 h 51960"/>
                <a:gd name="csX10" fmla="*/ 7802 w 150267"/>
                <a:gd name="csY10" fmla="*/ 43141 h 51960"/>
                <a:gd name="csX11" fmla="*/ 119 w 150267"/>
                <a:gd name="csY11" fmla="*/ 47582 h 51960"/>
                <a:gd name="csX12" fmla="*/ 7576 w 150267"/>
                <a:gd name="csY12" fmla="*/ 52023 h 51960"/>
                <a:gd name="csX13" fmla="*/ 142930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04" y="8945"/>
                  </a:moveTo>
                  <a:cubicBezTo>
                    <a:pt x="146093" y="8945"/>
                    <a:pt x="150387" y="8945"/>
                    <a:pt x="150387" y="4504"/>
                  </a:cubicBezTo>
                  <a:cubicBezTo>
                    <a:pt x="150387" y="63"/>
                    <a:pt x="146093" y="63"/>
                    <a:pt x="142930" y="63"/>
                  </a:cubicBezTo>
                  <a:lnTo>
                    <a:pt x="7576" y="63"/>
                  </a:lnTo>
                  <a:cubicBezTo>
                    <a:pt x="4412" y="63"/>
                    <a:pt x="119" y="63"/>
                    <a:pt x="119" y="4504"/>
                  </a:cubicBezTo>
                  <a:cubicBezTo>
                    <a:pt x="119" y="8945"/>
                    <a:pt x="4412" y="8945"/>
                    <a:pt x="7802" y="8945"/>
                  </a:cubicBezTo>
                  <a:lnTo>
                    <a:pt x="142704" y="8945"/>
                  </a:lnTo>
                  <a:close/>
                  <a:moveTo>
                    <a:pt x="142930" y="52023"/>
                  </a:moveTo>
                  <a:cubicBezTo>
                    <a:pt x="146093" y="52023"/>
                    <a:pt x="150387" y="52023"/>
                    <a:pt x="150387" y="47582"/>
                  </a:cubicBezTo>
                  <a:cubicBezTo>
                    <a:pt x="150387" y="43141"/>
                    <a:pt x="146093" y="43141"/>
                    <a:pt x="142704" y="43141"/>
                  </a:cubicBezTo>
                  <a:lnTo>
                    <a:pt x="7802" y="43141"/>
                  </a:lnTo>
                  <a:cubicBezTo>
                    <a:pt x="4412" y="43141"/>
                    <a:pt x="119" y="43141"/>
                    <a:pt x="119" y="47582"/>
                  </a:cubicBezTo>
                  <a:cubicBezTo>
                    <a:pt x="119" y="52023"/>
                    <a:pt x="4412" y="52023"/>
                    <a:pt x="7576" y="52023"/>
                  </a:cubicBezTo>
                  <a:lnTo>
                    <a:pt x="142930" y="52023"/>
                  </a:lnTo>
                  <a:close/>
                </a:path>
              </a:pathLst>
            </a:custGeom>
            <a:solidFill>
              <a:srgbClr val="000000"/>
            </a:solidFill>
            <a:ln w="22860" cap="flat">
              <a:noFill/>
              <a:prstDash val="solid"/>
              <a:miter/>
            </a:ln>
          </p:spPr>
          <p:txBody>
            <a:bodyPr/>
            <a:lstStyle/>
            <a:p>
              <a:endParaRPr lang="en-US"/>
            </a:p>
          </p:txBody>
        </p:sp>
        <p:sp>
          <p:nvSpPr>
            <p:cNvPr id="86" name="Freeform: Shape 85">
              <a:extLst>
                <a:ext uri="{FF2B5EF4-FFF2-40B4-BE49-F238E27FC236}">
                  <a16:creationId xmlns:a16="http://schemas.microsoft.com/office/drawing/2014/main" id="{ADBD9019-0123-BB73-5E07-87F189F31B44}"/>
                </a:ext>
              </a:extLst>
            </p:cNvPr>
            <p:cNvSpPr/>
            <p:nvPr>
              <p:custDataLst>
                <p:tags r:id="rId114"/>
              </p:custDataLst>
            </p:nvPr>
          </p:nvSpPr>
          <p:spPr>
            <a:xfrm>
              <a:off x="3971711" y="6393704"/>
              <a:ext cx="164001" cy="150995"/>
            </a:xfrm>
            <a:custGeom>
              <a:avLst/>
              <a:gdLst>
                <a:gd name="csX0" fmla="*/ 151527 w 164001"/>
                <a:gd name="csY0" fmla="*/ 99320 h 150995"/>
                <a:gd name="csX1" fmla="*/ 152657 w 164001"/>
                <a:gd name="csY1" fmla="*/ 96211 h 150995"/>
                <a:gd name="csX2" fmla="*/ 149945 w 164001"/>
                <a:gd name="csY2" fmla="*/ 93769 h 150995"/>
                <a:gd name="csX3" fmla="*/ 147008 w 164001"/>
                <a:gd name="csY3" fmla="*/ 96433 h 150995"/>
                <a:gd name="csX4" fmla="*/ 85319 w 164001"/>
                <a:gd name="csY4" fmla="*/ 144175 h 150995"/>
                <a:gd name="csX5" fmla="*/ 52328 w 164001"/>
                <a:gd name="csY5" fmla="*/ 144175 h 150995"/>
                <a:gd name="csX6" fmla="*/ 47356 w 164001"/>
                <a:gd name="csY6" fmla="*/ 143953 h 150995"/>
                <a:gd name="csX7" fmla="*/ 44419 w 164001"/>
                <a:gd name="csY7" fmla="*/ 141732 h 150995"/>
                <a:gd name="csX8" fmla="*/ 45549 w 164001"/>
                <a:gd name="csY8" fmla="*/ 136625 h 150995"/>
                <a:gd name="csX9" fmla="*/ 60914 w 164001"/>
                <a:gd name="csY9" fmla="*/ 76005 h 150995"/>
                <a:gd name="csX10" fmla="*/ 83285 w 164001"/>
                <a:gd name="csY10" fmla="*/ 76005 h 150995"/>
                <a:gd name="csX11" fmla="*/ 102492 w 164001"/>
                <a:gd name="csY11" fmla="*/ 86219 h 150995"/>
                <a:gd name="csX12" fmla="*/ 100910 w 164001"/>
                <a:gd name="csY12" fmla="*/ 97100 h 150995"/>
                <a:gd name="csX13" fmla="*/ 100232 w 164001"/>
                <a:gd name="csY13" fmla="*/ 99542 h 150995"/>
                <a:gd name="csX14" fmla="*/ 103170 w 164001"/>
                <a:gd name="csY14" fmla="*/ 101985 h 150995"/>
                <a:gd name="csX15" fmla="*/ 106560 w 164001"/>
                <a:gd name="csY15" fmla="*/ 97544 h 150995"/>
                <a:gd name="csX16" fmla="*/ 119440 w 164001"/>
                <a:gd name="csY16" fmla="*/ 45583 h 150995"/>
                <a:gd name="csX17" fmla="*/ 116728 w 164001"/>
                <a:gd name="csY17" fmla="*/ 43141 h 150995"/>
                <a:gd name="csX18" fmla="*/ 113565 w 164001"/>
                <a:gd name="csY18" fmla="*/ 47138 h 150995"/>
                <a:gd name="csX19" fmla="*/ 83963 w 164001"/>
                <a:gd name="csY19" fmla="*/ 69121 h 150995"/>
                <a:gd name="csX20" fmla="*/ 62722 w 164001"/>
                <a:gd name="csY20" fmla="*/ 69121 h 150995"/>
                <a:gd name="csX21" fmla="*/ 76280 w 164001"/>
                <a:gd name="csY21" fmla="*/ 15606 h 150995"/>
                <a:gd name="csX22" fmla="*/ 88482 w 164001"/>
                <a:gd name="csY22" fmla="*/ 6946 h 150995"/>
                <a:gd name="csX23" fmla="*/ 120344 w 164001"/>
                <a:gd name="csY23" fmla="*/ 6946 h 150995"/>
                <a:gd name="csX24" fmla="*/ 154690 w 164001"/>
                <a:gd name="csY24" fmla="*/ 31594 h 150995"/>
                <a:gd name="csX25" fmla="*/ 153787 w 164001"/>
                <a:gd name="csY25" fmla="*/ 43363 h 150995"/>
                <a:gd name="csX26" fmla="*/ 153561 w 164001"/>
                <a:gd name="csY26" fmla="*/ 47360 h 150995"/>
                <a:gd name="csX27" fmla="*/ 156272 w 164001"/>
                <a:gd name="csY27" fmla="*/ 50025 h 150995"/>
                <a:gd name="csX28" fmla="*/ 159436 w 164001"/>
                <a:gd name="csY28" fmla="*/ 44473 h 150995"/>
                <a:gd name="csX29" fmla="*/ 163955 w 164001"/>
                <a:gd name="csY29" fmla="*/ 6058 h 150995"/>
                <a:gd name="csX30" fmla="*/ 157854 w 164001"/>
                <a:gd name="csY30" fmla="*/ 63 h 150995"/>
                <a:gd name="csX31" fmla="*/ 43741 w 164001"/>
                <a:gd name="csY31" fmla="*/ 63 h 150995"/>
                <a:gd name="csX32" fmla="*/ 36962 w 164001"/>
                <a:gd name="csY32" fmla="*/ 4504 h 150995"/>
                <a:gd name="csX33" fmla="*/ 43289 w 164001"/>
                <a:gd name="csY33" fmla="*/ 6946 h 150995"/>
                <a:gd name="csX34" fmla="*/ 57977 w 164001"/>
                <a:gd name="csY34" fmla="*/ 10943 h 150995"/>
                <a:gd name="csX35" fmla="*/ 56847 w 164001"/>
                <a:gd name="csY35" fmla="*/ 16273 h 150995"/>
                <a:gd name="csX36" fmla="*/ 27019 w 164001"/>
                <a:gd name="csY36" fmla="*/ 133738 h 150995"/>
                <a:gd name="csX37" fmla="*/ 6456 w 164001"/>
                <a:gd name="csY37" fmla="*/ 144175 h 150995"/>
                <a:gd name="csX38" fmla="*/ 129 w 164001"/>
                <a:gd name="csY38" fmla="*/ 148394 h 150995"/>
                <a:gd name="csX39" fmla="*/ 6456 w 164001"/>
                <a:gd name="csY39" fmla="*/ 151058 h 150995"/>
                <a:gd name="csX40" fmla="*/ 123733 w 164001"/>
                <a:gd name="csY40" fmla="*/ 151058 h 150995"/>
                <a:gd name="csX41" fmla="*/ 130738 w 164001"/>
                <a:gd name="csY41" fmla="*/ 147283 h 150995"/>
                <a:gd name="csX42" fmla="*/ 151527 w 164001"/>
                <a:gd name="csY42" fmla="*/ 99320 h 150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4001" h="150995">
                  <a:moveTo>
                    <a:pt x="151527" y="99320"/>
                  </a:moveTo>
                  <a:cubicBezTo>
                    <a:pt x="151979" y="98210"/>
                    <a:pt x="152657" y="96656"/>
                    <a:pt x="152657" y="96211"/>
                  </a:cubicBezTo>
                  <a:cubicBezTo>
                    <a:pt x="152657" y="95989"/>
                    <a:pt x="152657" y="93769"/>
                    <a:pt x="149945" y="93769"/>
                  </a:cubicBezTo>
                  <a:cubicBezTo>
                    <a:pt x="147911" y="93769"/>
                    <a:pt x="147460" y="95101"/>
                    <a:pt x="147008" y="96433"/>
                  </a:cubicBezTo>
                  <a:cubicBezTo>
                    <a:pt x="132320" y="129297"/>
                    <a:pt x="123959" y="144175"/>
                    <a:pt x="85319" y="144175"/>
                  </a:cubicBezTo>
                  <a:lnTo>
                    <a:pt x="52328" y="144175"/>
                  </a:lnTo>
                  <a:cubicBezTo>
                    <a:pt x="49164" y="144175"/>
                    <a:pt x="48712" y="144175"/>
                    <a:pt x="47356" y="143953"/>
                  </a:cubicBezTo>
                  <a:cubicBezTo>
                    <a:pt x="45097" y="143731"/>
                    <a:pt x="44419" y="143509"/>
                    <a:pt x="44419" y="141732"/>
                  </a:cubicBezTo>
                  <a:cubicBezTo>
                    <a:pt x="44419" y="141066"/>
                    <a:pt x="44419" y="140622"/>
                    <a:pt x="45549" y="136625"/>
                  </a:cubicBezTo>
                  <a:lnTo>
                    <a:pt x="60914" y="76005"/>
                  </a:lnTo>
                  <a:lnTo>
                    <a:pt x="83285" y="76005"/>
                  </a:lnTo>
                  <a:cubicBezTo>
                    <a:pt x="102492" y="76005"/>
                    <a:pt x="102492" y="80668"/>
                    <a:pt x="102492" y="86219"/>
                  </a:cubicBezTo>
                  <a:cubicBezTo>
                    <a:pt x="102492" y="87773"/>
                    <a:pt x="102492" y="90438"/>
                    <a:pt x="100910" y="97100"/>
                  </a:cubicBezTo>
                  <a:cubicBezTo>
                    <a:pt x="100458" y="98210"/>
                    <a:pt x="100232" y="98876"/>
                    <a:pt x="100232" y="99542"/>
                  </a:cubicBezTo>
                  <a:cubicBezTo>
                    <a:pt x="100232" y="100652"/>
                    <a:pt x="101136" y="101985"/>
                    <a:pt x="103170" y="101985"/>
                  </a:cubicBezTo>
                  <a:cubicBezTo>
                    <a:pt x="104978" y="101985"/>
                    <a:pt x="105656" y="100874"/>
                    <a:pt x="106560" y="97544"/>
                  </a:cubicBezTo>
                  <a:lnTo>
                    <a:pt x="119440" y="45583"/>
                  </a:lnTo>
                  <a:cubicBezTo>
                    <a:pt x="119440" y="44251"/>
                    <a:pt x="118310" y="43141"/>
                    <a:pt x="116728" y="43141"/>
                  </a:cubicBezTo>
                  <a:cubicBezTo>
                    <a:pt x="114694" y="43141"/>
                    <a:pt x="114242" y="44473"/>
                    <a:pt x="113565" y="47138"/>
                  </a:cubicBezTo>
                  <a:cubicBezTo>
                    <a:pt x="108819" y="64014"/>
                    <a:pt x="104752" y="69121"/>
                    <a:pt x="83963" y="69121"/>
                  </a:cubicBezTo>
                  <a:lnTo>
                    <a:pt x="62722" y="69121"/>
                  </a:lnTo>
                  <a:lnTo>
                    <a:pt x="76280" y="15606"/>
                  </a:lnTo>
                  <a:cubicBezTo>
                    <a:pt x="78314" y="7835"/>
                    <a:pt x="78540" y="6946"/>
                    <a:pt x="88482" y="6946"/>
                  </a:cubicBezTo>
                  <a:lnTo>
                    <a:pt x="120344" y="6946"/>
                  </a:lnTo>
                  <a:cubicBezTo>
                    <a:pt x="147911" y="6946"/>
                    <a:pt x="154690" y="13386"/>
                    <a:pt x="154690" y="31594"/>
                  </a:cubicBezTo>
                  <a:cubicBezTo>
                    <a:pt x="154690" y="36923"/>
                    <a:pt x="154690" y="37368"/>
                    <a:pt x="153787" y="43363"/>
                  </a:cubicBezTo>
                  <a:cubicBezTo>
                    <a:pt x="153787" y="44695"/>
                    <a:pt x="153561" y="46250"/>
                    <a:pt x="153561" y="47360"/>
                  </a:cubicBezTo>
                  <a:cubicBezTo>
                    <a:pt x="153561" y="48470"/>
                    <a:pt x="154239" y="50025"/>
                    <a:pt x="156272" y="50025"/>
                  </a:cubicBezTo>
                  <a:cubicBezTo>
                    <a:pt x="158758" y="50025"/>
                    <a:pt x="158984" y="48692"/>
                    <a:pt x="159436" y="44473"/>
                  </a:cubicBezTo>
                  <a:lnTo>
                    <a:pt x="163955" y="6058"/>
                  </a:lnTo>
                  <a:cubicBezTo>
                    <a:pt x="164633" y="63"/>
                    <a:pt x="163503" y="63"/>
                    <a:pt x="157854" y="63"/>
                  </a:cubicBezTo>
                  <a:lnTo>
                    <a:pt x="43741" y="63"/>
                  </a:lnTo>
                  <a:cubicBezTo>
                    <a:pt x="39221" y="63"/>
                    <a:pt x="36962" y="63"/>
                    <a:pt x="36962" y="4504"/>
                  </a:cubicBezTo>
                  <a:cubicBezTo>
                    <a:pt x="36962" y="6946"/>
                    <a:pt x="38995" y="6946"/>
                    <a:pt x="43289" y="6946"/>
                  </a:cubicBezTo>
                  <a:cubicBezTo>
                    <a:pt x="51650" y="6946"/>
                    <a:pt x="57977" y="6946"/>
                    <a:pt x="57977" y="10943"/>
                  </a:cubicBezTo>
                  <a:cubicBezTo>
                    <a:pt x="57977" y="11832"/>
                    <a:pt x="57977" y="12276"/>
                    <a:pt x="56847" y="16273"/>
                  </a:cubicBezTo>
                  <a:lnTo>
                    <a:pt x="27019" y="133738"/>
                  </a:lnTo>
                  <a:cubicBezTo>
                    <a:pt x="24760" y="142398"/>
                    <a:pt x="24308" y="144175"/>
                    <a:pt x="6456" y="144175"/>
                  </a:cubicBezTo>
                  <a:cubicBezTo>
                    <a:pt x="2615" y="144175"/>
                    <a:pt x="129" y="144175"/>
                    <a:pt x="129" y="148394"/>
                  </a:cubicBezTo>
                  <a:cubicBezTo>
                    <a:pt x="129" y="151058"/>
                    <a:pt x="2163" y="151058"/>
                    <a:pt x="6456" y="151058"/>
                  </a:cubicBezTo>
                  <a:lnTo>
                    <a:pt x="123733" y="151058"/>
                  </a:lnTo>
                  <a:cubicBezTo>
                    <a:pt x="128930" y="151058"/>
                    <a:pt x="129156" y="150836"/>
                    <a:pt x="130738" y="147283"/>
                  </a:cubicBezTo>
                  <a:lnTo>
                    <a:pt x="151527" y="99320"/>
                  </a:lnTo>
                  <a:close/>
                </a:path>
              </a:pathLst>
            </a:custGeom>
            <a:solidFill>
              <a:srgbClr val="000000"/>
            </a:solidFill>
            <a:ln w="22860" cap="flat">
              <a:noFill/>
              <a:prstDash val="solid"/>
              <a:miter/>
            </a:ln>
          </p:spPr>
          <p:txBody>
            <a:bodyPr/>
            <a:lstStyle/>
            <a:p>
              <a:endParaRPr lang="en-US"/>
            </a:p>
          </p:txBody>
        </p:sp>
        <p:sp>
          <p:nvSpPr>
            <p:cNvPr id="87" name="Freeform: Shape 86">
              <a:extLst>
                <a:ext uri="{FF2B5EF4-FFF2-40B4-BE49-F238E27FC236}">
                  <a16:creationId xmlns:a16="http://schemas.microsoft.com/office/drawing/2014/main" id="{FB5E1750-78BA-D487-02E1-B27570B3C9C0}"/>
                </a:ext>
              </a:extLst>
            </p:cNvPr>
            <p:cNvSpPr/>
            <p:nvPr>
              <p:custDataLst>
                <p:tags r:id="rId115"/>
              </p:custDataLst>
            </p:nvPr>
          </p:nvSpPr>
          <p:spPr>
            <a:xfrm>
              <a:off x="4169620" y="6378161"/>
              <a:ext cx="30957" cy="222052"/>
            </a:xfrm>
            <a:custGeom>
              <a:avLst/>
              <a:gdLst>
                <a:gd name="csX0" fmla="*/ 31095 w 30957"/>
                <a:gd name="csY0" fmla="*/ 222115 h 222052"/>
                <a:gd name="csX1" fmla="*/ 31095 w 30957"/>
                <a:gd name="csY1" fmla="*/ 213233 h 222052"/>
                <a:gd name="csX2" fmla="*/ 9176 w 30957"/>
                <a:gd name="csY2" fmla="*/ 213233 h 222052"/>
                <a:gd name="csX3" fmla="*/ 9176 w 30957"/>
                <a:gd name="csY3" fmla="*/ 8945 h 222052"/>
                <a:gd name="csX4" fmla="*/ 31095 w 30957"/>
                <a:gd name="csY4" fmla="*/ 8945 h 222052"/>
                <a:gd name="csX5" fmla="*/ 31095 w 30957"/>
                <a:gd name="csY5" fmla="*/ 63 h 222052"/>
                <a:gd name="csX6" fmla="*/ 137 w 30957"/>
                <a:gd name="csY6" fmla="*/ 63 h 222052"/>
                <a:gd name="csX7" fmla="*/ 137 w 30957"/>
                <a:gd name="csY7" fmla="*/ 222115 h 222052"/>
                <a:gd name="csX8" fmla="*/ 31095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95" y="222115"/>
                  </a:moveTo>
                  <a:lnTo>
                    <a:pt x="31095" y="213233"/>
                  </a:lnTo>
                  <a:lnTo>
                    <a:pt x="9176" y="213233"/>
                  </a:lnTo>
                  <a:lnTo>
                    <a:pt x="9176" y="8945"/>
                  </a:lnTo>
                  <a:lnTo>
                    <a:pt x="31095" y="8945"/>
                  </a:lnTo>
                  <a:lnTo>
                    <a:pt x="31095" y="63"/>
                  </a:lnTo>
                  <a:lnTo>
                    <a:pt x="137" y="63"/>
                  </a:lnTo>
                  <a:lnTo>
                    <a:pt x="137" y="222115"/>
                  </a:lnTo>
                  <a:lnTo>
                    <a:pt x="31095" y="222115"/>
                  </a:lnTo>
                  <a:close/>
                </a:path>
              </a:pathLst>
            </a:custGeom>
            <a:solidFill>
              <a:srgbClr val="000000"/>
            </a:solidFill>
            <a:ln w="22860" cap="flat">
              <a:noFill/>
              <a:prstDash val="solid"/>
              <a:miter/>
            </a:ln>
          </p:spPr>
          <p:txBody>
            <a:bodyPr/>
            <a:lstStyle/>
            <a:p>
              <a:endParaRPr lang="en-US"/>
            </a:p>
          </p:txBody>
        </p:sp>
        <p:sp>
          <p:nvSpPr>
            <p:cNvPr id="88" name="Freeform: Shape 87">
              <a:extLst>
                <a:ext uri="{FF2B5EF4-FFF2-40B4-BE49-F238E27FC236}">
                  <a16:creationId xmlns:a16="http://schemas.microsoft.com/office/drawing/2014/main" id="{4D5E2F44-8528-7DDF-BCAF-CBAE67AEDFC1}"/>
                </a:ext>
              </a:extLst>
            </p:cNvPr>
            <p:cNvSpPr/>
            <p:nvPr>
              <p:custDataLst>
                <p:tags r:id="rId116"/>
              </p:custDataLst>
            </p:nvPr>
          </p:nvSpPr>
          <p:spPr>
            <a:xfrm>
              <a:off x="4212278" y="6446553"/>
              <a:ext cx="112531" cy="100589"/>
            </a:xfrm>
            <a:custGeom>
              <a:avLst/>
              <a:gdLst>
                <a:gd name="csX0" fmla="*/ 69060 w 112531"/>
                <a:gd name="csY0" fmla="*/ 31150 h 100589"/>
                <a:gd name="csX1" fmla="*/ 91430 w 112531"/>
                <a:gd name="csY1" fmla="*/ 4948 h 100589"/>
                <a:gd name="csX2" fmla="*/ 102729 w 112531"/>
                <a:gd name="csY2" fmla="*/ 7835 h 100589"/>
                <a:gd name="csX3" fmla="*/ 91882 w 112531"/>
                <a:gd name="csY3" fmla="*/ 19825 h 100589"/>
                <a:gd name="csX4" fmla="*/ 100469 w 112531"/>
                <a:gd name="csY4" fmla="*/ 27597 h 100589"/>
                <a:gd name="csX5" fmla="*/ 112671 w 112531"/>
                <a:gd name="csY5" fmla="*/ 14718 h 100589"/>
                <a:gd name="csX6" fmla="*/ 91656 w 112531"/>
                <a:gd name="csY6" fmla="*/ 63 h 100589"/>
                <a:gd name="csX7" fmla="*/ 67930 w 112531"/>
                <a:gd name="csY7" fmla="*/ 16939 h 100589"/>
                <a:gd name="csX8" fmla="*/ 43525 w 112531"/>
                <a:gd name="csY8" fmla="*/ 63 h 100589"/>
                <a:gd name="csX9" fmla="*/ 7145 w 112531"/>
                <a:gd name="csY9" fmla="*/ 34259 h 100589"/>
                <a:gd name="csX10" fmla="*/ 9856 w 112531"/>
                <a:gd name="csY10" fmla="*/ 36479 h 100589"/>
                <a:gd name="csX11" fmla="*/ 12794 w 112531"/>
                <a:gd name="csY11" fmla="*/ 34037 h 100589"/>
                <a:gd name="csX12" fmla="*/ 43074 w 112531"/>
                <a:gd name="csY12" fmla="*/ 4948 h 100589"/>
                <a:gd name="csX13" fmla="*/ 55276 w 112531"/>
                <a:gd name="csY13" fmla="*/ 19825 h 100589"/>
                <a:gd name="csX14" fmla="*/ 43074 w 112531"/>
                <a:gd name="csY14" fmla="*/ 72674 h 100589"/>
                <a:gd name="csX15" fmla="*/ 21607 w 112531"/>
                <a:gd name="csY15" fmla="*/ 95767 h 100589"/>
                <a:gd name="csX16" fmla="*/ 10308 w 112531"/>
                <a:gd name="csY16" fmla="*/ 92881 h 100589"/>
                <a:gd name="csX17" fmla="*/ 20929 w 112531"/>
                <a:gd name="csY17" fmla="*/ 80890 h 100589"/>
                <a:gd name="csX18" fmla="*/ 12568 w 112531"/>
                <a:gd name="csY18" fmla="*/ 73118 h 100589"/>
                <a:gd name="csX19" fmla="*/ 140 w 112531"/>
                <a:gd name="csY19" fmla="*/ 85997 h 100589"/>
                <a:gd name="csX20" fmla="*/ 21381 w 112531"/>
                <a:gd name="csY20" fmla="*/ 100652 h 100589"/>
                <a:gd name="csX21" fmla="*/ 45107 w 112531"/>
                <a:gd name="csY21" fmla="*/ 83776 h 100589"/>
                <a:gd name="csX22" fmla="*/ 69512 w 112531"/>
                <a:gd name="csY22" fmla="*/ 100652 h 100589"/>
                <a:gd name="csX23" fmla="*/ 105666 w 112531"/>
                <a:gd name="csY23" fmla="*/ 66456 h 100589"/>
                <a:gd name="csX24" fmla="*/ 102955 w 112531"/>
                <a:gd name="csY24" fmla="*/ 64236 h 100589"/>
                <a:gd name="csX25" fmla="*/ 100017 w 112531"/>
                <a:gd name="csY25" fmla="*/ 66678 h 100589"/>
                <a:gd name="csX26" fmla="*/ 69964 w 112531"/>
                <a:gd name="csY26" fmla="*/ 95767 h 100589"/>
                <a:gd name="csX27" fmla="*/ 57535 w 112531"/>
                <a:gd name="csY27" fmla="*/ 81112 h 100589"/>
                <a:gd name="csX28" fmla="*/ 61377 w 112531"/>
                <a:gd name="csY28" fmla="*/ 61571 h 100589"/>
                <a:gd name="csX29" fmla="*/ 69060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60" y="31150"/>
                  </a:moveTo>
                  <a:cubicBezTo>
                    <a:pt x="70416" y="25377"/>
                    <a:pt x="75613" y="4948"/>
                    <a:pt x="91430" y="4948"/>
                  </a:cubicBezTo>
                  <a:cubicBezTo>
                    <a:pt x="92560" y="4948"/>
                    <a:pt x="97983" y="4948"/>
                    <a:pt x="102729" y="7835"/>
                  </a:cubicBezTo>
                  <a:cubicBezTo>
                    <a:pt x="96402" y="8945"/>
                    <a:pt x="91882" y="14496"/>
                    <a:pt x="91882" y="19825"/>
                  </a:cubicBezTo>
                  <a:cubicBezTo>
                    <a:pt x="91882" y="23378"/>
                    <a:pt x="94368" y="27597"/>
                    <a:pt x="100469" y="27597"/>
                  </a:cubicBezTo>
                  <a:cubicBezTo>
                    <a:pt x="105440" y="27597"/>
                    <a:pt x="112671" y="23600"/>
                    <a:pt x="112671" y="14718"/>
                  </a:cubicBezTo>
                  <a:cubicBezTo>
                    <a:pt x="112671" y="3172"/>
                    <a:pt x="99339" y="63"/>
                    <a:pt x="91656" y="63"/>
                  </a:cubicBezTo>
                  <a:cubicBezTo>
                    <a:pt x="78550" y="63"/>
                    <a:pt x="70641" y="11832"/>
                    <a:pt x="67930" y="16939"/>
                  </a:cubicBezTo>
                  <a:cubicBezTo>
                    <a:pt x="62281" y="2283"/>
                    <a:pt x="50079" y="63"/>
                    <a:pt x="43525" y="63"/>
                  </a:cubicBezTo>
                  <a:cubicBezTo>
                    <a:pt x="20025" y="63"/>
                    <a:pt x="7145" y="28708"/>
                    <a:pt x="7145" y="34259"/>
                  </a:cubicBezTo>
                  <a:cubicBezTo>
                    <a:pt x="7145" y="36479"/>
                    <a:pt x="9405" y="36479"/>
                    <a:pt x="9856" y="36479"/>
                  </a:cubicBezTo>
                  <a:cubicBezTo>
                    <a:pt x="11664" y="36479"/>
                    <a:pt x="12342" y="36035"/>
                    <a:pt x="12794" y="34037"/>
                  </a:cubicBezTo>
                  <a:cubicBezTo>
                    <a:pt x="20477" y="10499"/>
                    <a:pt x="35391" y="4948"/>
                    <a:pt x="43074" y="4948"/>
                  </a:cubicBezTo>
                  <a:cubicBezTo>
                    <a:pt x="47367" y="4948"/>
                    <a:pt x="55276" y="6946"/>
                    <a:pt x="55276" y="19825"/>
                  </a:cubicBezTo>
                  <a:cubicBezTo>
                    <a:pt x="55276" y="26709"/>
                    <a:pt x="51434" y="41587"/>
                    <a:pt x="43074" y="72674"/>
                  </a:cubicBezTo>
                  <a:cubicBezTo>
                    <a:pt x="39458" y="86441"/>
                    <a:pt x="31549" y="95767"/>
                    <a:pt x="21607" y="95767"/>
                  </a:cubicBezTo>
                  <a:cubicBezTo>
                    <a:pt x="20251" y="95767"/>
                    <a:pt x="15054" y="95767"/>
                    <a:pt x="10308" y="92881"/>
                  </a:cubicBezTo>
                  <a:cubicBezTo>
                    <a:pt x="15958" y="91770"/>
                    <a:pt x="20929" y="87107"/>
                    <a:pt x="20929" y="80890"/>
                  </a:cubicBezTo>
                  <a:cubicBezTo>
                    <a:pt x="20929" y="74894"/>
                    <a:pt x="15958" y="73118"/>
                    <a:pt x="12568" y="73118"/>
                  </a:cubicBezTo>
                  <a:cubicBezTo>
                    <a:pt x="5789" y="73118"/>
                    <a:pt x="140" y="78891"/>
                    <a:pt x="140" y="85997"/>
                  </a:cubicBezTo>
                  <a:cubicBezTo>
                    <a:pt x="140" y="96211"/>
                    <a:pt x="11438" y="100652"/>
                    <a:pt x="21381" y="100652"/>
                  </a:cubicBezTo>
                  <a:cubicBezTo>
                    <a:pt x="36295" y="100652"/>
                    <a:pt x="44429" y="85109"/>
                    <a:pt x="45107" y="83776"/>
                  </a:cubicBezTo>
                  <a:cubicBezTo>
                    <a:pt x="47819" y="91992"/>
                    <a:pt x="55954" y="100652"/>
                    <a:pt x="69512" y="100652"/>
                  </a:cubicBezTo>
                  <a:cubicBezTo>
                    <a:pt x="92786" y="100652"/>
                    <a:pt x="105666" y="72008"/>
                    <a:pt x="105666" y="66456"/>
                  </a:cubicBezTo>
                  <a:cubicBezTo>
                    <a:pt x="105666" y="64236"/>
                    <a:pt x="103633" y="64236"/>
                    <a:pt x="102955" y="64236"/>
                  </a:cubicBezTo>
                  <a:cubicBezTo>
                    <a:pt x="100921" y="64236"/>
                    <a:pt x="100469" y="65124"/>
                    <a:pt x="100017" y="66678"/>
                  </a:cubicBezTo>
                  <a:cubicBezTo>
                    <a:pt x="92560" y="90438"/>
                    <a:pt x="77195" y="95767"/>
                    <a:pt x="69964" y="95767"/>
                  </a:cubicBezTo>
                  <a:cubicBezTo>
                    <a:pt x="61151" y="95767"/>
                    <a:pt x="57535" y="88662"/>
                    <a:pt x="57535" y="81112"/>
                  </a:cubicBezTo>
                  <a:cubicBezTo>
                    <a:pt x="57535" y="76227"/>
                    <a:pt x="58891" y="71342"/>
                    <a:pt x="61377" y="61571"/>
                  </a:cubicBezTo>
                  <a:lnTo>
                    <a:pt x="69060" y="31150"/>
                  </a:lnTo>
                  <a:close/>
                </a:path>
              </a:pathLst>
            </a:custGeom>
            <a:solidFill>
              <a:srgbClr val="000000"/>
            </a:solidFill>
            <a:ln w="22860" cap="flat">
              <a:noFill/>
              <a:prstDash val="solid"/>
              <a:miter/>
            </a:ln>
          </p:spPr>
          <p:txBody>
            <a:bodyPr/>
            <a:lstStyle/>
            <a:p>
              <a:endParaRPr lang="en-US"/>
            </a:p>
          </p:txBody>
        </p:sp>
        <p:sp>
          <p:nvSpPr>
            <p:cNvPr id="89" name="Freeform: Shape 88">
              <a:extLst>
                <a:ext uri="{FF2B5EF4-FFF2-40B4-BE49-F238E27FC236}">
                  <a16:creationId xmlns:a16="http://schemas.microsoft.com/office/drawing/2014/main" id="{73F6AB47-0E19-2B4D-A5B1-FA6FC5F7FEB0}"/>
                </a:ext>
              </a:extLst>
            </p:cNvPr>
            <p:cNvSpPr/>
            <p:nvPr>
              <p:custDataLst>
                <p:tags r:id="rId117"/>
              </p:custDataLst>
            </p:nvPr>
          </p:nvSpPr>
          <p:spPr>
            <a:xfrm>
              <a:off x="4341424" y="6446553"/>
              <a:ext cx="116146" cy="100589"/>
            </a:xfrm>
            <a:custGeom>
              <a:avLst/>
              <a:gdLst>
                <a:gd name="csX0" fmla="*/ 72681 w 116146"/>
                <a:gd name="csY0" fmla="*/ 85775 h 100589"/>
                <a:gd name="csX1" fmla="*/ 92792 w 116146"/>
                <a:gd name="csY1" fmla="*/ 100652 h 100589"/>
                <a:gd name="csX2" fmla="*/ 109513 w 116146"/>
                <a:gd name="csY2" fmla="*/ 88440 h 100589"/>
                <a:gd name="csX3" fmla="*/ 116292 w 116146"/>
                <a:gd name="csY3" fmla="*/ 66456 h 100589"/>
                <a:gd name="csX4" fmla="*/ 113581 w 116146"/>
                <a:gd name="csY4" fmla="*/ 64236 h 100589"/>
                <a:gd name="csX5" fmla="*/ 110417 w 116146"/>
                <a:gd name="csY5" fmla="*/ 68233 h 100589"/>
                <a:gd name="csX6" fmla="*/ 93470 w 116146"/>
                <a:gd name="csY6" fmla="*/ 95767 h 100589"/>
                <a:gd name="csX7" fmla="*/ 86465 w 116146"/>
                <a:gd name="csY7" fmla="*/ 85553 h 100589"/>
                <a:gd name="csX8" fmla="*/ 90984 w 116146"/>
                <a:gd name="csY8" fmla="*/ 62459 h 100589"/>
                <a:gd name="csX9" fmla="*/ 97311 w 116146"/>
                <a:gd name="csY9" fmla="*/ 38478 h 100589"/>
                <a:gd name="csX10" fmla="*/ 101153 w 116146"/>
                <a:gd name="csY10" fmla="*/ 23378 h 100589"/>
                <a:gd name="csX11" fmla="*/ 104542 w 116146"/>
                <a:gd name="csY11" fmla="*/ 8501 h 100589"/>
                <a:gd name="csX12" fmla="*/ 97989 w 116146"/>
                <a:gd name="csY12" fmla="*/ 2505 h 100589"/>
                <a:gd name="csX13" fmla="*/ 89176 w 116146"/>
                <a:gd name="csY13" fmla="*/ 10277 h 100589"/>
                <a:gd name="csX14" fmla="*/ 72229 w 116146"/>
                <a:gd name="csY14" fmla="*/ 77115 h 100589"/>
                <a:gd name="csX15" fmla="*/ 46469 w 116146"/>
                <a:gd name="csY15" fmla="*/ 95767 h 100589"/>
                <a:gd name="csX16" fmla="*/ 32459 w 116146"/>
                <a:gd name="csY16" fmla="*/ 77559 h 100589"/>
                <a:gd name="csX17" fmla="*/ 44661 w 116146"/>
                <a:gd name="csY17" fmla="*/ 32260 h 100589"/>
                <a:gd name="csX18" fmla="*/ 48502 w 116146"/>
                <a:gd name="csY18" fmla="*/ 18271 h 100589"/>
                <a:gd name="csX19" fmla="*/ 29973 w 116146"/>
                <a:gd name="csY19" fmla="*/ 63 h 100589"/>
                <a:gd name="csX20" fmla="*/ 146 w 116146"/>
                <a:gd name="csY20" fmla="*/ 34259 h 100589"/>
                <a:gd name="csX21" fmla="*/ 2857 w 116146"/>
                <a:gd name="csY21" fmla="*/ 36479 h 100589"/>
                <a:gd name="csX22" fmla="*/ 6473 w 116146"/>
                <a:gd name="csY22" fmla="*/ 32482 h 100589"/>
                <a:gd name="csX23" fmla="*/ 29295 w 116146"/>
                <a:gd name="csY23" fmla="*/ 4948 h 100589"/>
                <a:gd name="csX24" fmla="*/ 34944 w 116146"/>
                <a:gd name="csY24" fmla="*/ 12276 h 100589"/>
                <a:gd name="csX25" fmla="*/ 31103 w 116146"/>
                <a:gd name="csY25" fmla="*/ 27375 h 100589"/>
                <a:gd name="csX26" fmla="*/ 17997 w 116146"/>
                <a:gd name="csY26" fmla="*/ 74006 h 100589"/>
                <a:gd name="csX27" fmla="*/ 45791 w 116146"/>
                <a:gd name="csY27" fmla="*/ 100652 h 100589"/>
                <a:gd name="csX28" fmla="*/ 72681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81" y="85775"/>
                  </a:moveTo>
                  <a:cubicBezTo>
                    <a:pt x="75167" y="94879"/>
                    <a:pt x="83075" y="100652"/>
                    <a:pt x="92792" y="100652"/>
                  </a:cubicBezTo>
                  <a:cubicBezTo>
                    <a:pt x="100701" y="100652"/>
                    <a:pt x="105898" y="95545"/>
                    <a:pt x="109513" y="88440"/>
                  </a:cubicBezTo>
                  <a:cubicBezTo>
                    <a:pt x="113355" y="80446"/>
                    <a:pt x="116292" y="66901"/>
                    <a:pt x="116292" y="66456"/>
                  </a:cubicBezTo>
                  <a:cubicBezTo>
                    <a:pt x="116292" y="64236"/>
                    <a:pt x="114259" y="64236"/>
                    <a:pt x="113581" y="64236"/>
                  </a:cubicBezTo>
                  <a:cubicBezTo>
                    <a:pt x="111321" y="64236"/>
                    <a:pt x="111095" y="65124"/>
                    <a:pt x="110417" y="68233"/>
                  </a:cubicBezTo>
                  <a:cubicBezTo>
                    <a:pt x="107254" y="80668"/>
                    <a:pt x="102960" y="95767"/>
                    <a:pt x="93470" y="95767"/>
                  </a:cubicBezTo>
                  <a:cubicBezTo>
                    <a:pt x="88725" y="95767"/>
                    <a:pt x="86465" y="92881"/>
                    <a:pt x="86465" y="85553"/>
                  </a:cubicBezTo>
                  <a:cubicBezTo>
                    <a:pt x="86465" y="80668"/>
                    <a:pt x="89176" y="70231"/>
                    <a:pt x="90984" y="62459"/>
                  </a:cubicBezTo>
                  <a:lnTo>
                    <a:pt x="97311" y="38478"/>
                  </a:lnTo>
                  <a:cubicBezTo>
                    <a:pt x="97989" y="35147"/>
                    <a:pt x="100249" y="26709"/>
                    <a:pt x="101153" y="23378"/>
                  </a:cubicBezTo>
                  <a:cubicBezTo>
                    <a:pt x="102283" y="18271"/>
                    <a:pt x="104542" y="9833"/>
                    <a:pt x="104542" y="8501"/>
                  </a:cubicBezTo>
                  <a:cubicBezTo>
                    <a:pt x="104542" y="4504"/>
                    <a:pt x="101379" y="2505"/>
                    <a:pt x="97989" y="2505"/>
                  </a:cubicBezTo>
                  <a:cubicBezTo>
                    <a:pt x="96859" y="2505"/>
                    <a:pt x="90984" y="2727"/>
                    <a:pt x="89176" y="10277"/>
                  </a:cubicBezTo>
                  <a:cubicBezTo>
                    <a:pt x="84883" y="26487"/>
                    <a:pt x="74941" y="65346"/>
                    <a:pt x="72229" y="77115"/>
                  </a:cubicBezTo>
                  <a:cubicBezTo>
                    <a:pt x="72003" y="78003"/>
                    <a:pt x="62964" y="95767"/>
                    <a:pt x="46469" y="95767"/>
                  </a:cubicBezTo>
                  <a:cubicBezTo>
                    <a:pt x="34718" y="95767"/>
                    <a:pt x="32459" y="85775"/>
                    <a:pt x="32459" y="77559"/>
                  </a:cubicBezTo>
                  <a:cubicBezTo>
                    <a:pt x="32459" y="65124"/>
                    <a:pt x="38786" y="47582"/>
                    <a:pt x="44661" y="32260"/>
                  </a:cubicBezTo>
                  <a:cubicBezTo>
                    <a:pt x="47373" y="25599"/>
                    <a:pt x="48502" y="22490"/>
                    <a:pt x="48502" y="18271"/>
                  </a:cubicBezTo>
                  <a:cubicBezTo>
                    <a:pt x="48502" y="8279"/>
                    <a:pt x="41272" y="63"/>
                    <a:pt x="29973" y="63"/>
                  </a:cubicBezTo>
                  <a:cubicBezTo>
                    <a:pt x="8506" y="63"/>
                    <a:pt x="146" y="32260"/>
                    <a:pt x="146" y="34259"/>
                  </a:cubicBezTo>
                  <a:cubicBezTo>
                    <a:pt x="146" y="36479"/>
                    <a:pt x="2405" y="36479"/>
                    <a:pt x="2857" y="36479"/>
                  </a:cubicBezTo>
                  <a:cubicBezTo>
                    <a:pt x="5117" y="36479"/>
                    <a:pt x="5343" y="36035"/>
                    <a:pt x="6473" y="32482"/>
                  </a:cubicBezTo>
                  <a:cubicBezTo>
                    <a:pt x="12122" y="13164"/>
                    <a:pt x="20709" y="4948"/>
                    <a:pt x="29295" y="4948"/>
                  </a:cubicBezTo>
                  <a:cubicBezTo>
                    <a:pt x="31329" y="4948"/>
                    <a:pt x="34944" y="5170"/>
                    <a:pt x="34944" y="12276"/>
                  </a:cubicBezTo>
                  <a:cubicBezTo>
                    <a:pt x="34944" y="17605"/>
                    <a:pt x="32459" y="24044"/>
                    <a:pt x="31103" y="27375"/>
                  </a:cubicBezTo>
                  <a:cubicBezTo>
                    <a:pt x="22742" y="49358"/>
                    <a:pt x="17997" y="63126"/>
                    <a:pt x="17997" y="74006"/>
                  </a:cubicBezTo>
                  <a:cubicBezTo>
                    <a:pt x="17997" y="95101"/>
                    <a:pt x="33589" y="100652"/>
                    <a:pt x="45791" y="100652"/>
                  </a:cubicBezTo>
                  <a:cubicBezTo>
                    <a:pt x="60705" y="100652"/>
                    <a:pt x="68839" y="90660"/>
                    <a:pt x="72681" y="85775"/>
                  </a:cubicBezTo>
                  <a:close/>
                </a:path>
              </a:pathLst>
            </a:custGeom>
            <a:solidFill>
              <a:srgbClr val="000000"/>
            </a:solidFill>
            <a:ln w="22860"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A8FC146E-CA95-337D-A726-9F651201E525}"/>
                </a:ext>
              </a:extLst>
            </p:cNvPr>
            <p:cNvSpPr/>
            <p:nvPr>
              <p:custDataLst>
                <p:tags r:id="rId118"/>
              </p:custDataLst>
            </p:nvPr>
          </p:nvSpPr>
          <p:spPr>
            <a:xfrm>
              <a:off x="4469199" y="6378161"/>
              <a:ext cx="30957" cy="222052"/>
            </a:xfrm>
            <a:custGeom>
              <a:avLst/>
              <a:gdLst>
                <a:gd name="csX0" fmla="*/ 31109 w 30957"/>
                <a:gd name="csY0" fmla="*/ 63 h 222052"/>
                <a:gd name="csX1" fmla="*/ 151 w 30957"/>
                <a:gd name="csY1" fmla="*/ 63 h 222052"/>
                <a:gd name="csX2" fmla="*/ 151 w 30957"/>
                <a:gd name="csY2" fmla="*/ 8945 h 222052"/>
                <a:gd name="csX3" fmla="*/ 22070 w 30957"/>
                <a:gd name="csY3" fmla="*/ 8945 h 222052"/>
                <a:gd name="csX4" fmla="*/ 22070 w 30957"/>
                <a:gd name="csY4" fmla="*/ 213233 h 222052"/>
                <a:gd name="csX5" fmla="*/ 151 w 30957"/>
                <a:gd name="csY5" fmla="*/ 213233 h 222052"/>
                <a:gd name="csX6" fmla="*/ 151 w 30957"/>
                <a:gd name="csY6" fmla="*/ 222115 h 222052"/>
                <a:gd name="csX7" fmla="*/ 31109 w 30957"/>
                <a:gd name="csY7" fmla="*/ 222115 h 222052"/>
                <a:gd name="csX8" fmla="*/ 31109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109" y="63"/>
                  </a:moveTo>
                  <a:lnTo>
                    <a:pt x="151" y="63"/>
                  </a:lnTo>
                  <a:lnTo>
                    <a:pt x="151" y="8945"/>
                  </a:lnTo>
                  <a:lnTo>
                    <a:pt x="22070" y="8945"/>
                  </a:lnTo>
                  <a:lnTo>
                    <a:pt x="22070" y="213233"/>
                  </a:lnTo>
                  <a:lnTo>
                    <a:pt x="151" y="213233"/>
                  </a:lnTo>
                  <a:lnTo>
                    <a:pt x="151" y="222115"/>
                  </a:lnTo>
                  <a:lnTo>
                    <a:pt x="31109" y="222115"/>
                  </a:lnTo>
                  <a:lnTo>
                    <a:pt x="31109" y="63"/>
                  </a:lnTo>
                  <a:close/>
                </a:path>
              </a:pathLst>
            </a:custGeom>
            <a:solidFill>
              <a:srgbClr val="000000"/>
            </a:solidFill>
            <a:ln w="22860" cap="flat">
              <a:noFill/>
              <a:prstDash val="solid"/>
              <a:miter/>
            </a:ln>
          </p:spPr>
          <p:txBody>
            <a:bodyPr/>
            <a:lstStyle/>
            <a:p>
              <a:endParaRPr lang="en-US"/>
            </a:p>
          </p:txBody>
        </p:sp>
        <p:sp>
          <p:nvSpPr>
            <p:cNvPr id="91" name="Freeform: Shape 90">
              <a:extLst>
                <a:ext uri="{FF2B5EF4-FFF2-40B4-BE49-F238E27FC236}">
                  <a16:creationId xmlns:a16="http://schemas.microsoft.com/office/drawing/2014/main" id="{36CB6906-787D-9840-B38C-0E5B9C102254}"/>
                </a:ext>
              </a:extLst>
            </p:cNvPr>
            <p:cNvSpPr/>
            <p:nvPr>
              <p:custDataLst>
                <p:tags r:id="rId119"/>
              </p:custDataLst>
            </p:nvPr>
          </p:nvSpPr>
          <p:spPr>
            <a:xfrm>
              <a:off x="4602418" y="6463207"/>
              <a:ext cx="150267" cy="51960"/>
            </a:xfrm>
            <a:custGeom>
              <a:avLst/>
              <a:gdLst>
                <a:gd name="csX0" fmla="*/ 142742 w 150267"/>
                <a:gd name="csY0" fmla="*/ 8945 h 51960"/>
                <a:gd name="csX1" fmla="*/ 150425 w 150267"/>
                <a:gd name="csY1" fmla="*/ 4504 h 51960"/>
                <a:gd name="csX2" fmla="*/ 142968 w 150267"/>
                <a:gd name="csY2" fmla="*/ 63 h 51960"/>
                <a:gd name="csX3" fmla="*/ 7614 w 150267"/>
                <a:gd name="csY3" fmla="*/ 63 h 51960"/>
                <a:gd name="csX4" fmla="*/ 157 w 150267"/>
                <a:gd name="csY4" fmla="*/ 4504 h 51960"/>
                <a:gd name="csX5" fmla="*/ 7840 w 150267"/>
                <a:gd name="csY5" fmla="*/ 8945 h 51960"/>
                <a:gd name="csX6" fmla="*/ 142742 w 150267"/>
                <a:gd name="csY6" fmla="*/ 8945 h 51960"/>
                <a:gd name="csX7" fmla="*/ 142968 w 150267"/>
                <a:gd name="csY7" fmla="*/ 52023 h 51960"/>
                <a:gd name="csX8" fmla="*/ 150425 w 150267"/>
                <a:gd name="csY8" fmla="*/ 47582 h 51960"/>
                <a:gd name="csX9" fmla="*/ 142742 w 150267"/>
                <a:gd name="csY9" fmla="*/ 43141 h 51960"/>
                <a:gd name="csX10" fmla="*/ 7840 w 150267"/>
                <a:gd name="csY10" fmla="*/ 43141 h 51960"/>
                <a:gd name="csX11" fmla="*/ 157 w 150267"/>
                <a:gd name="csY11" fmla="*/ 47582 h 51960"/>
                <a:gd name="csX12" fmla="*/ 7614 w 150267"/>
                <a:gd name="csY12" fmla="*/ 52023 h 51960"/>
                <a:gd name="csX13" fmla="*/ 142968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42" y="8945"/>
                  </a:moveTo>
                  <a:cubicBezTo>
                    <a:pt x="146131" y="8945"/>
                    <a:pt x="150425" y="8945"/>
                    <a:pt x="150425" y="4504"/>
                  </a:cubicBezTo>
                  <a:cubicBezTo>
                    <a:pt x="150425" y="63"/>
                    <a:pt x="146131" y="63"/>
                    <a:pt x="142968" y="63"/>
                  </a:cubicBezTo>
                  <a:lnTo>
                    <a:pt x="7614" y="63"/>
                  </a:lnTo>
                  <a:cubicBezTo>
                    <a:pt x="4450" y="63"/>
                    <a:pt x="157" y="63"/>
                    <a:pt x="157" y="4504"/>
                  </a:cubicBezTo>
                  <a:cubicBezTo>
                    <a:pt x="157" y="8945"/>
                    <a:pt x="4450" y="8945"/>
                    <a:pt x="7840" y="8945"/>
                  </a:cubicBezTo>
                  <a:lnTo>
                    <a:pt x="142742" y="8945"/>
                  </a:lnTo>
                  <a:close/>
                  <a:moveTo>
                    <a:pt x="142968" y="52023"/>
                  </a:moveTo>
                  <a:cubicBezTo>
                    <a:pt x="146131" y="52023"/>
                    <a:pt x="150425" y="52023"/>
                    <a:pt x="150425" y="47582"/>
                  </a:cubicBezTo>
                  <a:cubicBezTo>
                    <a:pt x="150425" y="43141"/>
                    <a:pt x="146131" y="43141"/>
                    <a:pt x="142742" y="43141"/>
                  </a:cubicBezTo>
                  <a:lnTo>
                    <a:pt x="7840" y="43141"/>
                  </a:lnTo>
                  <a:cubicBezTo>
                    <a:pt x="4450" y="43141"/>
                    <a:pt x="157" y="43141"/>
                    <a:pt x="157" y="47582"/>
                  </a:cubicBezTo>
                  <a:cubicBezTo>
                    <a:pt x="157" y="52023"/>
                    <a:pt x="4450" y="52023"/>
                    <a:pt x="7614" y="52023"/>
                  </a:cubicBezTo>
                  <a:lnTo>
                    <a:pt x="142968" y="52023"/>
                  </a:lnTo>
                  <a:close/>
                </a:path>
              </a:pathLst>
            </a:custGeom>
            <a:solidFill>
              <a:srgbClr val="000000"/>
            </a:solidFill>
            <a:ln w="22860" cap="flat">
              <a:noFill/>
              <a:prstDash val="solid"/>
              <a:miter/>
            </a:ln>
          </p:spPr>
          <p:txBody>
            <a:bodyPr/>
            <a:lstStyle/>
            <a:p>
              <a:endParaRPr lang="en-US"/>
            </a:p>
          </p:txBody>
        </p:sp>
        <p:sp>
          <p:nvSpPr>
            <p:cNvPr id="92" name="Freeform: Shape 91">
              <a:extLst>
                <a:ext uri="{FF2B5EF4-FFF2-40B4-BE49-F238E27FC236}">
                  <a16:creationId xmlns:a16="http://schemas.microsoft.com/office/drawing/2014/main" id="{A27F08DF-8475-D0D4-0427-68B78792FF0C}"/>
                </a:ext>
              </a:extLst>
            </p:cNvPr>
            <p:cNvSpPr/>
            <p:nvPr>
              <p:custDataLst>
                <p:tags r:id="rId120"/>
              </p:custDataLst>
            </p:nvPr>
          </p:nvSpPr>
          <p:spPr>
            <a:xfrm>
              <a:off x="4837096" y="6396813"/>
              <a:ext cx="95131" cy="152771"/>
            </a:xfrm>
            <a:custGeom>
              <a:avLst/>
              <a:gdLst>
                <a:gd name="csX0" fmla="*/ 95299 w 95131"/>
                <a:gd name="csY0" fmla="*/ 76893 h 152771"/>
                <a:gd name="csX1" fmla="*/ 86261 w 95131"/>
                <a:gd name="csY1" fmla="*/ 24933 h 152771"/>
                <a:gd name="csX2" fmla="*/ 47846 w 95131"/>
                <a:gd name="csY2" fmla="*/ 63 h 152771"/>
                <a:gd name="csX3" fmla="*/ 8528 w 95131"/>
                <a:gd name="csY3" fmla="*/ 26487 h 152771"/>
                <a:gd name="csX4" fmla="*/ 167 w 95131"/>
                <a:gd name="csY4" fmla="*/ 76893 h 152771"/>
                <a:gd name="csX5" fmla="*/ 10336 w 95131"/>
                <a:gd name="csY5" fmla="*/ 130407 h 152771"/>
                <a:gd name="csX6" fmla="*/ 47620 w 95131"/>
                <a:gd name="csY6" fmla="*/ 152835 h 152771"/>
                <a:gd name="csX7" fmla="*/ 86939 w 95131"/>
                <a:gd name="csY7" fmla="*/ 127077 h 152771"/>
                <a:gd name="csX8" fmla="*/ 95299 w 95131"/>
                <a:gd name="csY8" fmla="*/ 76893 h 152771"/>
                <a:gd name="csX9" fmla="*/ 47620 w 95131"/>
                <a:gd name="csY9" fmla="*/ 147950 h 152771"/>
                <a:gd name="csX10" fmla="*/ 21408 w 95131"/>
                <a:gd name="csY10" fmla="*/ 121081 h 152771"/>
                <a:gd name="csX11" fmla="*/ 18923 w 95131"/>
                <a:gd name="csY11" fmla="*/ 74228 h 152771"/>
                <a:gd name="csX12" fmla="*/ 20730 w 95131"/>
                <a:gd name="csY12" fmla="*/ 33371 h 152771"/>
                <a:gd name="csX13" fmla="*/ 47620 w 95131"/>
                <a:gd name="csY13" fmla="*/ 4948 h 152771"/>
                <a:gd name="csX14" fmla="*/ 74284 w 95131"/>
                <a:gd name="csY14" fmla="*/ 30928 h 152771"/>
                <a:gd name="csX15" fmla="*/ 76544 w 95131"/>
                <a:gd name="csY15" fmla="*/ 74228 h 152771"/>
                <a:gd name="csX16" fmla="*/ 74058 w 95131"/>
                <a:gd name="csY16" fmla="*/ 120193 h 152771"/>
                <a:gd name="csX17" fmla="*/ 47620 w 95131"/>
                <a:gd name="csY17" fmla="*/ 147950 h 152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5131" h="152771">
                  <a:moveTo>
                    <a:pt x="95299" y="76893"/>
                  </a:moveTo>
                  <a:cubicBezTo>
                    <a:pt x="95299" y="59129"/>
                    <a:pt x="94169" y="41364"/>
                    <a:pt x="86261" y="24933"/>
                  </a:cubicBezTo>
                  <a:cubicBezTo>
                    <a:pt x="75866" y="3616"/>
                    <a:pt x="57337" y="63"/>
                    <a:pt x="47846" y="63"/>
                  </a:cubicBezTo>
                  <a:cubicBezTo>
                    <a:pt x="34288" y="63"/>
                    <a:pt x="17793" y="5836"/>
                    <a:pt x="8528" y="26487"/>
                  </a:cubicBezTo>
                  <a:cubicBezTo>
                    <a:pt x="1297" y="41809"/>
                    <a:pt x="167" y="59129"/>
                    <a:pt x="167" y="76893"/>
                  </a:cubicBezTo>
                  <a:cubicBezTo>
                    <a:pt x="167" y="93547"/>
                    <a:pt x="1071" y="113531"/>
                    <a:pt x="10336" y="130407"/>
                  </a:cubicBezTo>
                  <a:cubicBezTo>
                    <a:pt x="20052" y="148394"/>
                    <a:pt x="36548" y="152835"/>
                    <a:pt x="47620" y="152835"/>
                  </a:cubicBezTo>
                  <a:cubicBezTo>
                    <a:pt x="59823" y="152835"/>
                    <a:pt x="76996" y="148172"/>
                    <a:pt x="86939" y="127077"/>
                  </a:cubicBezTo>
                  <a:cubicBezTo>
                    <a:pt x="94169" y="111755"/>
                    <a:pt x="95299" y="94435"/>
                    <a:pt x="95299" y="76893"/>
                  </a:cubicBezTo>
                  <a:close/>
                  <a:moveTo>
                    <a:pt x="47620" y="147950"/>
                  </a:moveTo>
                  <a:cubicBezTo>
                    <a:pt x="38808" y="147950"/>
                    <a:pt x="25476" y="142398"/>
                    <a:pt x="21408" y="121081"/>
                  </a:cubicBezTo>
                  <a:cubicBezTo>
                    <a:pt x="18923" y="107758"/>
                    <a:pt x="18923" y="87329"/>
                    <a:pt x="18923" y="74228"/>
                  </a:cubicBezTo>
                  <a:cubicBezTo>
                    <a:pt x="18923" y="60017"/>
                    <a:pt x="18923" y="45361"/>
                    <a:pt x="20730" y="33371"/>
                  </a:cubicBezTo>
                  <a:cubicBezTo>
                    <a:pt x="25024" y="6946"/>
                    <a:pt x="41971" y="4948"/>
                    <a:pt x="47620" y="4948"/>
                  </a:cubicBezTo>
                  <a:cubicBezTo>
                    <a:pt x="55077" y="4948"/>
                    <a:pt x="69991" y="8945"/>
                    <a:pt x="74284" y="30928"/>
                  </a:cubicBezTo>
                  <a:cubicBezTo>
                    <a:pt x="76544" y="43363"/>
                    <a:pt x="76544" y="60239"/>
                    <a:pt x="76544" y="74228"/>
                  </a:cubicBezTo>
                  <a:cubicBezTo>
                    <a:pt x="76544" y="90882"/>
                    <a:pt x="76544" y="105982"/>
                    <a:pt x="74058" y="120193"/>
                  </a:cubicBezTo>
                  <a:cubicBezTo>
                    <a:pt x="70669" y="141288"/>
                    <a:pt x="57789" y="147950"/>
                    <a:pt x="47620" y="147950"/>
                  </a:cubicBezTo>
                  <a:close/>
                </a:path>
              </a:pathLst>
            </a:custGeom>
            <a:solidFill>
              <a:srgbClr val="000000"/>
            </a:solidFill>
            <a:ln w="22860" cap="flat">
              <a:noFill/>
              <a:prstDash val="solid"/>
              <a:miter/>
            </a:ln>
          </p:spPr>
          <p:txBody>
            <a:bodyPr/>
            <a:lstStyle/>
            <a:p>
              <a:endParaRPr lang="en-US"/>
            </a:p>
          </p:txBody>
        </p:sp>
      </p:grpSp>
      <p:cxnSp>
        <p:nvCxnSpPr>
          <p:cNvPr id="7" name="Straight Connector 6">
            <a:extLst>
              <a:ext uri="{FF2B5EF4-FFF2-40B4-BE49-F238E27FC236}">
                <a16:creationId xmlns:a16="http://schemas.microsoft.com/office/drawing/2014/main" id="{375D180C-A690-6E72-D39F-A074E98F56B8}"/>
              </a:ext>
            </a:extLst>
          </p:cNvPr>
          <p:cNvCxnSpPr>
            <a:cxnSpLocks/>
          </p:cNvCxnSpPr>
          <p:nvPr/>
        </p:nvCxnSpPr>
        <p:spPr>
          <a:xfrm>
            <a:off x="3805308" y="2745653"/>
            <a:ext cx="0" cy="265930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CC6C27A7-546C-58D4-B99D-9A3205AC1A5F}"/>
              </a:ext>
            </a:extLst>
          </p:cNvPr>
          <p:cNvGrpSpPr>
            <a:grpSpLocks noChangeAspect="1"/>
          </p:cNvGrpSpPr>
          <p:nvPr>
            <p:custDataLst>
              <p:tags r:id="rId5"/>
            </p:custDataLst>
          </p:nvPr>
        </p:nvGrpSpPr>
        <p:grpSpPr>
          <a:xfrm>
            <a:off x="4777740" y="3039853"/>
            <a:ext cx="1952483" cy="215651"/>
            <a:chOff x="4198150" y="4021320"/>
            <a:chExt cx="2657046" cy="293470"/>
          </a:xfrm>
          <a:solidFill>
            <a:schemeClr val="tx1"/>
          </a:solidFill>
        </p:grpSpPr>
        <p:sp>
          <p:nvSpPr>
            <p:cNvPr id="15" name="Freeform: Shape 14">
              <a:extLst>
                <a:ext uri="{FF2B5EF4-FFF2-40B4-BE49-F238E27FC236}">
                  <a16:creationId xmlns:a16="http://schemas.microsoft.com/office/drawing/2014/main" id="{32CFA09E-DC1C-A8E4-807F-F2CE92AD0ABB}"/>
                </a:ext>
              </a:extLst>
            </p:cNvPr>
            <p:cNvSpPr/>
            <p:nvPr>
              <p:custDataLst>
                <p:tags r:id="rId92"/>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sz="1600"/>
            </a:p>
          </p:txBody>
        </p:sp>
        <p:sp>
          <p:nvSpPr>
            <p:cNvPr id="26" name="Freeform: Shape 25">
              <a:extLst>
                <a:ext uri="{FF2B5EF4-FFF2-40B4-BE49-F238E27FC236}">
                  <a16:creationId xmlns:a16="http://schemas.microsoft.com/office/drawing/2014/main" id="{E4E64EB5-47E1-6A75-65CD-55C500F18C6E}"/>
                </a:ext>
              </a:extLst>
            </p:cNvPr>
            <p:cNvSpPr/>
            <p:nvPr>
              <p:custDataLst>
                <p:tags r:id="rId93"/>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sz="1600"/>
            </a:p>
          </p:txBody>
        </p:sp>
        <p:sp>
          <p:nvSpPr>
            <p:cNvPr id="27" name="Freeform: Shape 26">
              <a:extLst>
                <a:ext uri="{FF2B5EF4-FFF2-40B4-BE49-F238E27FC236}">
                  <a16:creationId xmlns:a16="http://schemas.microsoft.com/office/drawing/2014/main" id="{D628180D-5EE0-6BD3-7F23-F4C6303DD3B3}"/>
                </a:ext>
              </a:extLst>
            </p:cNvPr>
            <p:cNvSpPr/>
            <p:nvPr>
              <p:custDataLst>
                <p:tags r:id="rId94"/>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sz="1600"/>
            </a:p>
          </p:txBody>
        </p:sp>
        <p:sp>
          <p:nvSpPr>
            <p:cNvPr id="28" name="Freeform: Shape 27">
              <a:extLst>
                <a:ext uri="{FF2B5EF4-FFF2-40B4-BE49-F238E27FC236}">
                  <a16:creationId xmlns:a16="http://schemas.microsoft.com/office/drawing/2014/main" id="{F32E9043-219B-029E-2BB4-8CC682763FC1}"/>
                </a:ext>
              </a:extLst>
            </p:cNvPr>
            <p:cNvSpPr/>
            <p:nvPr>
              <p:custDataLst>
                <p:tags r:id="rId95"/>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sz="1600"/>
            </a:p>
          </p:txBody>
        </p:sp>
        <p:sp>
          <p:nvSpPr>
            <p:cNvPr id="29" name="Freeform: Shape 28">
              <a:extLst>
                <a:ext uri="{FF2B5EF4-FFF2-40B4-BE49-F238E27FC236}">
                  <a16:creationId xmlns:a16="http://schemas.microsoft.com/office/drawing/2014/main" id="{573CA743-0994-8B00-57F6-A07C4E1AD624}"/>
                </a:ext>
              </a:extLst>
            </p:cNvPr>
            <p:cNvSpPr/>
            <p:nvPr>
              <p:custDataLst>
                <p:tags r:id="rId96"/>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sz="1600"/>
            </a:p>
          </p:txBody>
        </p:sp>
        <p:sp>
          <p:nvSpPr>
            <p:cNvPr id="30" name="Freeform: Shape 29">
              <a:extLst>
                <a:ext uri="{FF2B5EF4-FFF2-40B4-BE49-F238E27FC236}">
                  <a16:creationId xmlns:a16="http://schemas.microsoft.com/office/drawing/2014/main" id="{A44BD035-AB14-4899-8333-39AD88F2745A}"/>
                </a:ext>
              </a:extLst>
            </p:cNvPr>
            <p:cNvSpPr/>
            <p:nvPr>
              <p:custDataLst>
                <p:tags r:id="rId97"/>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sz="1600"/>
            </a:p>
          </p:txBody>
        </p:sp>
        <p:sp>
          <p:nvSpPr>
            <p:cNvPr id="31" name="Freeform: Shape 30">
              <a:extLst>
                <a:ext uri="{FF2B5EF4-FFF2-40B4-BE49-F238E27FC236}">
                  <a16:creationId xmlns:a16="http://schemas.microsoft.com/office/drawing/2014/main" id="{5EEA7C28-F61F-F713-40C4-1A7F7560909C}"/>
                </a:ext>
              </a:extLst>
            </p:cNvPr>
            <p:cNvSpPr/>
            <p:nvPr>
              <p:custDataLst>
                <p:tags r:id="rId98"/>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sz="1600"/>
            </a:p>
          </p:txBody>
        </p:sp>
        <p:sp>
          <p:nvSpPr>
            <p:cNvPr id="46" name="Freeform: Shape 45">
              <a:extLst>
                <a:ext uri="{FF2B5EF4-FFF2-40B4-BE49-F238E27FC236}">
                  <a16:creationId xmlns:a16="http://schemas.microsoft.com/office/drawing/2014/main" id="{2FFE5492-0AAD-9FC7-0501-D8F0AB9DF26B}"/>
                </a:ext>
              </a:extLst>
            </p:cNvPr>
            <p:cNvSpPr/>
            <p:nvPr>
              <p:custDataLst>
                <p:tags r:id="rId99"/>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sz="1600"/>
            </a:p>
          </p:txBody>
        </p:sp>
        <p:sp>
          <p:nvSpPr>
            <p:cNvPr id="47" name="Freeform: Shape 46">
              <a:extLst>
                <a:ext uri="{FF2B5EF4-FFF2-40B4-BE49-F238E27FC236}">
                  <a16:creationId xmlns:a16="http://schemas.microsoft.com/office/drawing/2014/main" id="{AE909C2F-4B6C-607B-359D-1527792E4E32}"/>
                </a:ext>
              </a:extLst>
            </p:cNvPr>
            <p:cNvSpPr/>
            <p:nvPr>
              <p:custDataLst>
                <p:tags r:id="rId100"/>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sz="1600"/>
            </a:p>
          </p:txBody>
        </p:sp>
        <p:sp>
          <p:nvSpPr>
            <p:cNvPr id="48" name="Freeform: Shape 47">
              <a:extLst>
                <a:ext uri="{FF2B5EF4-FFF2-40B4-BE49-F238E27FC236}">
                  <a16:creationId xmlns:a16="http://schemas.microsoft.com/office/drawing/2014/main" id="{B00250F3-CE31-CB73-F841-2D171C493230}"/>
                </a:ext>
              </a:extLst>
            </p:cNvPr>
            <p:cNvSpPr/>
            <p:nvPr>
              <p:custDataLst>
                <p:tags r:id="rId101"/>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sz="1600"/>
            </a:p>
          </p:txBody>
        </p:sp>
        <p:sp>
          <p:nvSpPr>
            <p:cNvPr id="49" name="Freeform: Shape 48">
              <a:extLst>
                <a:ext uri="{FF2B5EF4-FFF2-40B4-BE49-F238E27FC236}">
                  <a16:creationId xmlns:a16="http://schemas.microsoft.com/office/drawing/2014/main" id="{3DD6EE31-B9D6-E34A-5D82-6BD4F11EC52E}"/>
                </a:ext>
              </a:extLst>
            </p:cNvPr>
            <p:cNvSpPr/>
            <p:nvPr>
              <p:custDataLst>
                <p:tags r:id="rId102"/>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sz="1600"/>
            </a:p>
          </p:txBody>
        </p:sp>
        <p:sp>
          <p:nvSpPr>
            <p:cNvPr id="50" name="Freeform: Shape 49">
              <a:extLst>
                <a:ext uri="{FF2B5EF4-FFF2-40B4-BE49-F238E27FC236}">
                  <a16:creationId xmlns:a16="http://schemas.microsoft.com/office/drawing/2014/main" id="{C512F919-A67A-28FC-E832-89391F13D737}"/>
                </a:ext>
              </a:extLst>
            </p:cNvPr>
            <p:cNvSpPr/>
            <p:nvPr>
              <p:custDataLst>
                <p:tags r:id="rId103"/>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sz="1600"/>
            </a:p>
          </p:txBody>
        </p:sp>
        <p:sp>
          <p:nvSpPr>
            <p:cNvPr id="51" name="Freeform: Shape 50">
              <a:extLst>
                <a:ext uri="{FF2B5EF4-FFF2-40B4-BE49-F238E27FC236}">
                  <a16:creationId xmlns:a16="http://schemas.microsoft.com/office/drawing/2014/main" id="{04AF2C88-DC77-1061-2A23-C446182E048B}"/>
                </a:ext>
              </a:extLst>
            </p:cNvPr>
            <p:cNvSpPr/>
            <p:nvPr>
              <p:custDataLst>
                <p:tags r:id="rId104"/>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sz="1600"/>
            </a:p>
          </p:txBody>
        </p:sp>
      </p:grpSp>
      <p:grpSp>
        <p:nvGrpSpPr>
          <p:cNvPr id="118" name="Group 117">
            <a:extLst>
              <a:ext uri="{FF2B5EF4-FFF2-40B4-BE49-F238E27FC236}">
                <a16:creationId xmlns:a16="http://schemas.microsoft.com/office/drawing/2014/main" id="{D3E1AD4F-A24A-0DEF-3FE0-EE4595B2CA54}"/>
              </a:ext>
            </a:extLst>
          </p:cNvPr>
          <p:cNvGrpSpPr>
            <a:grpSpLocks noChangeAspect="1"/>
          </p:cNvGrpSpPr>
          <p:nvPr>
            <p:custDataLst>
              <p:tags r:id="rId6"/>
            </p:custDataLst>
          </p:nvPr>
        </p:nvGrpSpPr>
        <p:grpSpPr>
          <a:xfrm>
            <a:off x="4777740" y="3403904"/>
            <a:ext cx="1952484" cy="215651"/>
            <a:chOff x="7132138" y="5024107"/>
            <a:chExt cx="1952484" cy="215651"/>
          </a:xfrm>
        </p:grpSpPr>
        <p:sp>
          <p:nvSpPr>
            <p:cNvPr id="104" name="Freeform: Shape 103">
              <a:extLst>
                <a:ext uri="{FF2B5EF4-FFF2-40B4-BE49-F238E27FC236}">
                  <a16:creationId xmlns:a16="http://schemas.microsoft.com/office/drawing/2014/main" id="{71E37F83-9B24-582A-7C5E-946B66864924}"/>
                </a:ext>
              </a:extLst>
            </p:cNvPr>
            <p:cNvSpPr/>
            <p:nvPr>
              <p:custDataLst>
                <p:tags r:id="rId79"/>
              </p:custDataLst>
            </p:nvPr>
          </p:nvSpPr>
          <p:spPr>
            <a:xfrm>
              <a:off x="7132138" y="5086601"/>
              <a:ext cx="120588" cy="107234"/>
            </a:xfrm>
            <a:custGeom>
              <a:avLst/>
              <a:gdLst>
                <a:gd name="connsiteX0" fmla="*/ 75386 w 120588"/>
                <a:gd name="connsiteY0" fmla="*/ 91437 h 107234"/>
                <a:gd name="connsiteX1" fmla="*/ 96266 w 120588"/>
                <a:gd name="connsiteY1" fmla="*/ 107297 h 107234"/>
                <a:gd name="connsiteX2" fmla="*/ 113627 w 120588"/>
                <a:gd name="connsiteY2" fmla="*/ 94277 h 107234"/>
                <a:gd name="connsiteX3" fmla="*/ 120665 w 120588"/>
                <a:gd name="connsiteY3" fmla="*/ 70842 h 107234"/>
                <a:gd name="connsiteX4" fmla="*/ 117849 w 120588"/>
                <a:gd name="connsiteY4" fmla="*/ 68475 h 107234"/>
                <a:gd name="connsiteX5" fmla="*/ 114565 w 120588"/>
                <a:gd name="connsiteY5" fmla="*/ 72736 h 107234"/>
                <a:gd name="connsiteX6" fmla="*/ 96969 w 120588"/>
                <a:gd name="connsiteY6" fmla="*/ 102089 h 107234"/>
                <a:gd name="connsiteX7" fmla="*/ 89697 w 120588"/>
                <a:gd name="connsiteY7" fmla="*/ 91200 h 107234"/>
                <a:gd name="connsiteX8" fmla="*/ 94389 w 120588"/>
                <a:gd name="connsiteY8" fmla="*/ 66581 h 107234"/>
                <a:gd name="connsiteX9" fmla="*/ 100958 w 120588"/>
                <a:gd name="connsiteY9" fmla="*/ 41015 h 107234"/>
                <a:gd name="connsiteX10" fmla="*/ 104946 w 120588"/>
                <a:gd name="connsiteY10" fmla="*/ 24918 h 107234"/>
                <a:gd name="connsiteX11" fmla="*/ 108465 w 120588"/>
                <a:gd name="connsiteY11" fmla="*/ 9058 h 107234"/>
                <a:gd name="connsiteX12" fmla="*/ 101662 w 120588"/>
                <a:gd name="connsiteY12" fmla="*/ 2667 h 107234"/>
                <a:gd name="connsiteX13" fmla="*/ 92512 w 120588"/>
                <a:gd name="connsiteY13" fmla="*/ 10952 h 107234"/>
                <a:gd name="connsiteX14" fmla="*/ 74916 w 120588"/>
                <a:gd name="connsiteY14" fmla="*/ 82205 h 107234"/>
                <a:gd name="connsiteX15" fmla="*/ 48171 w 120588"/>
                <a:gd name="connsiteY15" fmla="*/ 102089 h 107234"/>
                <a:gd name="connsiteX16" fmla="*/ 33626 w 120588"/>
                <a:gd name="connsiteY16" fmla="*/ 82678 h 107234"/>
                <a:gd name="connsiteX17" fmla="*/ 46294 w 120588"/>
                <a:gd name="connsiteY17" fmla="*/ 34387 h 107234"/>
                <a:gd name="connsiteX18" fmla="*/ 50283 w 120588"/>
                <a:gd name="connsiteY18" fmla="*/ 19474 h 107234"/>
                <a:gd name="connsiteX19" fmla="*/ 31045 w 120588"/>
                <a:gd name="connsiteY19" fmla="*/ 63 h 107234"/>
                <a:gd name="connsiteX20" fmla="*/ 77 w 120588"/>
                <a:gd name="connsiteY20" fmla="*/ 36518 h 107234"/>
                <a:gd name="connsiteX21" fmla="*/ 2892 w 120588"/>
                <a:gd name="connsiteY21" fmla="*/ 38885 h 107234"/>
                <a:gd name="connsiteX22" fmla="*/ 6646 w 120588"/>
                <a:gd name="connsiteY22" fmla="*/ 34624 h 107234"/>
                <a:gd name="connsiteX23" fmla="*/ 30341 w 120588"/>
                <a:gd name="connsiteY23" fmla="*/ 5271 h 107234"/>
                <a:gd name="connsiteX24" fmla="*/ 36206 w 120588"/>
                <a:gd name="connsiteY24" fmla="*/ 13082 h 107234"/>
                <a:gd name="connsiteX25" fmla="*/ 32218 w 120588"/>
                <a:gd name="connsiteY25" fmla="*/ 29179 h 107234"/>
                <a:gd name="connsiteX26" fmla="*/ 18611 w 120588"/>
                <a:gd name="connsiteY26" fmla="*/ 78891 h 107234"/>
                <a:gd name="connsiteX27" fmla="*/ 47467 w 120588"/>
                <a:gd name="connsiteY27" fmla="*/ 107297 h 107234"/>
                <a:gd name="connsiteX28" fmla="*/ 75386 w 120588"/>
                <a:gd name="connsiteY28" fmla="*/ 9143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0588" h="107234">
                  <a:moveTo>
                    <a:pt x="75386" y="91437"/>
                  </a:moveTo>
                  <a:cubicBezTo>
                    <a:pt x="77966" y="101142"/>
                    <a:pt x="86178" y="107297"/>
                    <a:pt x="96266" y="107297"/>
                  </a:cubicBezTo>
                  <a:cubicBezTo>
                    <a:pt x="104477" y="107297"/>
                    <a:pt x="109873" y="101852"/>
                    <a:pt x="113627" y="94277"/>
                  </a:cubicBezTo>
                  <a:cubicBezTo>
                    <a:pt x="117615" y="85755"/>
                    <a:pt x="120665" y="71316"/>
                    <a:pt x="120665" y="70842"/>
                  </a:cubicBezTo>
                  <a:cubicBezTo>
                    <a:pt x="120665" y="68475"/>
                    <a:pt x="118553" y="68475"/>
                    <a:pt x="117849" y="68475"/>
                  </a:cubicBezTo>
                  <a:cubicBezTo>
                    <a:pt x="115503" y="68475"/>
                    <a:pt x="115269" y="69422"/>
                    <a:pt x="114565" y="72736"/>
                  </a:cubicBezTo>
                  <a:cubicBezTo>
                    <a:pt x="111280" y="85992"/>
                    <a:pt x="106823" y="102089"/>
                    <a:pt x="96969" y="102089"/>
                  </a:cubicBezTo>
                  <a:cubicBezTo>
                    <a:pt x="92043" y="102089"/>
                    <a:pt x="89697" y="99012"/>
                    <a:pt x="89697" y="91200"/>
                  </a:cubicBezTo>
                  <a:cubicBezTo>
                    <a:pt x="89697" y="85992"/>
                    <a:pt x="92512" y="74866"/>
                    <a:pt x="94389" y="66581"/>
                  </a:cubicBezTo>
                  <a:lnTo>
                    <a:pt x="100958" y="41015"/>
                  </a:lnTo>
                  <a:cubicBezTo>
                    <a:pt x="101662" y="37465"/>
                    <a:pt x="104008" y="28469"/>
                    <a:pt x="104946" y="24918"/>
                  </a:cubicBezTo>
                  <a:cubicBezTo>
                    <a:pt x="106119" y="19474"/>
                    <a:pt x="108465" y="10478"/>
                    <a:pt x="108465" y="9058"/>
                  </a:cubicBezTo>
                  <a:cubicBezTo>
                    <a:pt x="108465" y="4797"/>
                    <a:pt x="105181" y="2667"/>
                    <a:pt x="101662" y="2667"/>
                  </a:cubicBezTo>
                  <a:cubicBezTo>
                    <a:pt x="100489" y="2667"/>
                    <a:pt x="94389" y="2903"/>
                    <a:pt x="92512" y="10952"/>
                  </a:cubicBezTo>
                  <a:cubicBezTo>
                    <a:pt x="88054" y="28232"/>
                    <a:pt x="77732" y="69658"/>
                    <a:pt x="74916" y="82205"/>
                  </a:cubicBezTo>
                  <a:cubicBezTo>
                    <a:pt x="74682" y="83152"/>
                    <a:pt x="65297" y="102089"/>
                    <a:pt x="48171" y="102089"/>
                  </a:cubicBezTo>
                  <a:cubicBezTo>
                    <a:pt x="35972" y="102089"/>
                    <a:pt x="33626" y="91437"/>
                    <a:pt x="33626" y="82678"/>
                  </a:cubicBezTo>
                  <a:cubicBezTo>
                    <a:pt x="33626" y="69422"/>
                    <a:pt x="40195" y="50721"/>
                    <a:pt x="46294" y="34387"/>
                  </a:cubicBezTo>
                  <a:cubicBezTo>
                    <a:pt x="49110" y="27286"/>
                    <a:pt x="50283" y="23972"/>
                    <a:pt x="50283" y="19474"/>
                  </a:cubicBezTo>
                  <a:cubicBezTo>
                    <a:pt x="50283" y="8821"/>
                    <a:pt x="42775" y="63"/>
                    <a:pt x="31045" y="63"/>
                  </a:cubicBezTo>
                  <a:cubicBezTo>
                    <a:pt x="8757" y="63"/>
                    <a:pt x="77" y="34387"/>
                    <a:pt x="77" y="36518"/>
                  </a:cubicBezTo>
                  <a:cubicBezTo>
                    <a:pt x="77" y="38885"/>
                    <a:pt x="2423" y="38885"/>
                    <a:pt x="2892" y="38885"/>
                  </a:cubicBezTo>
                  <a:cubicBezTo>
                    <a:pt x="5238" y="38885"/>
                    <a:pt x="5473" y="38411"/>
                    <a:pt x="6646" y="34624"/>
                  </a:cubicBezTo>
                  <a:cubicBezTo>
                    <a:pt x="12511" y="14029"/>
                    <a:pt x="21426" y="5271"/>
                    <a:pt x="30341" y="5271"/>
                  </a:cubicBezTo>
                  <a:cubicBezTo>
                    <a:pt x="32452" y="5271"/>
                    <a:pt x="36206" y="5507"/>
                    <a:pt x="36206" y="13082"/>
                  </a:cubicBezTo>
                  <a:cubicBezTo>
                    <a:pt x="36206" y="18764"/>
                    <a:pt x="33626" y="25629"/>
                    <a:pt x="32218" y="29179"/>
                  </a:cubicBezTo>
                  <a:cubicBezTo>
                    <a:pt x="23537" y="52615"/>
                    <a:pt x="18611" y="67291"/>
                    <a:pt x="18611" y="78891"/>
                  </a:cubicBezTo>
                  <a:cubicBezTo>
                    <a:pt x="18611" y="101379"/>
                    <a:pt x="34799" y="107297"/>
                    <a:pt x="47467" y="107297"/>
                  </a:cubicBezTo>
                  <a:cubicBezTo>
                    <a:pt x="62951" y="107297"/>
                    <a:pt x="71397" y="96645"/>
                    <a:pt x="75386" y="9143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5" name="Freeform: Shape 104">
              <a:extLst>
                <a:ext uri="{FF2B5EF4-FFF2-40B4-BE49-F238E27FC236}">
                  <a16:creationId xmlns:a16="http://schemas.microsoft.com/office/drawing/2014/main" id="{CBEB6513-9DA2-8345-3CDB-233106B2A90F}"/>
                </a:ext>
              </a:extLst>
            </p:cNvPr>
            <p:cNvSpPr/>
            <p:nvPr>
              <p:custDataLst>
                <p:tags r:id="rId80"/>
              </p:custDataLst>
            </p:nvPr>
          </p:nvSpPr>
          <p:spPr>
            <a:xfrm>
              <a:off x="7267356" y="5116877"/>
              <a:ext cx="49760" cy="111518"/>
            </a:xfrm>
            <a:custGeom>
              <a:avLst/>
              <a:gdLst>
                <a:gd name="connsiteX0" fmla="*/ 45573 w 49760"/>
                <a:gd name="connsiteY0" fmla="*/ 6361 h 111518"/>
                <a:gd name="connsiteX1" fmla="*/ 39004 w 49760"/>
                <a:gd name="connsiteY1" fmla="*/ 64 h 111518"/>
                <a:gd name="connsiteX2" fmla="*/ 29807 w 49760"/>
                <a:gd name="connsiteY2" fmla="*/ 9178 h 111518"/>
                <a:gd name="connsiteX3" fmla="*/ 36376 w 49760"/>
                <a:gd name="connsiteY3" fmla="*/ 15475 h 111518"/>
                <a:gd name="connsiteX4" fmla="*/ 45573 w 49760"/>
                <a:gd name="connsiteY4" fmla="*/ 6361 h 111518"/>
                <a:gd name="connsiteX5" fmla="*/ 12071 w 49760"/>
                <a:gd name="connsiteY5" fmla="*/ 90539 h 111518"/>
                <a:gd name="connsiteX6" fmla="*/ 10593 w 49760"/>
                <a:gd name="connsiteY6" fmla="*/ 97498 h 111518"/>
                <a:gd name="connsiteX7" fmla="*/ 26194 w 49760"/>
                <a:gd name="connsiteY7" fmla="*/ 111583 h 111518"/>
                <a:gd name="connsiteX8" fmla="*/ 49843 w 49760"/>
                <a:gd name="connsiteY8" fmla="*/ 86230 h 111518"/>
                <a:gd name="connsiteX9" fmla="*/ 47215 w 49760"/>
                <a:gd name="connsiteY9" fmla="*/ 84076 h 111518"/>
                <a:gd name="connsiteX10" fmla="*/ 44095 w 49760"/>
                <a:gd name="connsiteY10" fmla="*/ 86893 h 111518"/>
                <a:gd name="connsiteX11" fmla="*/ 26687 w 49760"/>
                <a:gd name="connsiteY11" fmla="*/ 106943 h 111518"/>
                <a:gd name="connsiteX12" fmla="*/ 22581 w 49760"/>
                <a:gd name="connsiteY12" fmla="*/ 101144 h 111518"/>
                <a:gd name="connsiteX13" fmla="*/ 25209 w 49760"/>
                <a:gd name="connsiteY13" fmla="*/ 90539 h 111518"/>
                <a:gd name="connsiteX14" fmla="*/ 30464 w 49760"/>
                <a:gd name="connsiteY14" fmla="*/ 77282 h 111518"/>
                <a:gd name="connsiteX15" fmla="*/ 38511 w 49760"/>
                <a:gd name="connsiteY15" fmla="*/ 56238 h 111518"/>
                <a:gd name="connsiteX16" fmla="*/ 39496 w 49760"/>
                <a:gd name="connsiteY16" fmla="*/ 50935 h 111518"/>
                <a:gd name="connsiteX17" fmla="*/ 23895 w 49760"/>
                <a:gd name="connsiteY17" fmla="*/ 36851 h 111518"/>
                <a:gd name="connsiteX18" fmla="*/ 82 w 49760"/>
                <a:gd name="connsiteY18" fmla="*/ 62203 h 111518"/>
                <a:gd name="connsiteX19" fmla="*/ 2874 w 49760"/>
                <a:gd name="connsiteY19" fmla="*/ 64357 h 111518"/>
                <a:gd name="connsiteX20" fmla="*/ 5830 w 49760"/>
                <a:gd name="connsiteY20" fmla="*/ 61706 h 111518"/>
                <a:gd name="connsiteX21" fmla="*/ 23402 w 49760"/>
                <a:gd name="connsiteY21" fmla="*/ 41490 h 111518"/>
                <a:gd name="connsiteX22" fmla="*/ 27508 w 49760"/>
                <a:gd name="connsiteY22" fmla="*/ 47290 h 111518"/>
                <a:gd name="connsiteX23" fmla="*/ 22417 w 49760"/>
                <a:gd name="connsiteY23" fmla="*/ 63860 h 111518"/>
                <a:gd name="connsiteX24" fmla="*/ 12071 w 49760"/>
                <a:gd name="connsiteY24" fmla="*/ 90539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9760" h="111518">
                  <a:moveTo>
                    <a:pt x="45573" y="6361"/>
                  </a:moveTo>
                  <a:cubicBezTo>
                    <a:pt x="45573" y="3710"/>
                    <a:pt x="43602" y="64"/>
                    <a:pt x="39004" y="64"/>
                  </a:cubicBezTo>
                  <a:cubicBezTo>
                    <a:pt x="34570" y="64"/>
                    <a:pt x="29807" y="4373"/>
                    <a:pt x="29807" y="9178"/>
                  </a:cubicBezTo>
                  <a:cubicBezTo>
                    <a:pt x="29807" y="11995"/>
                    <a:pt x="31942" y="15475"/>
                    <a:pt x="36376" y="15475"/>
                  </a:cubicBezTo>
                  <a:cubicBezTo>
                    <a:pt x="41139" y="15475"/>
                    <a:pt x="45573" y="10835"/>
                    <a:pt x="45573" y="6361"/>
                  </a:cubicBezTo>
                  <a:close/>
                  <a:moveTo>
                    <a:pt x="12071" y="90539"/>
                  </a:moveTo>
                  <a:cubicBezTo>
                    <a:pt x="11414" y="92693"/>
                    <a:pt x="10593" y="94681"/>
                    <a:pt x="10593" y="97498"/>
                  </a:cubicBezTo>
                  <a:cubicBezTo>
                    <a:pt x="10593" y="105286"/>
                    <a:pt x="17162" y="111583"/>
                    <a:pt x="26194" y="111583"/>
                  </a:cubicBezTo>
                  <a:cubicBezTo>
                    <a:pt x="42617" y="111583"/>
                    <a:pt x="49843" y="88716"/>
                    <a:pt x="49843" y="86230"/>
                  </a:cubicBezTo>
                  <a:cubicBezTo>
                    <a:pt x="49843" y="84076"/>
                    <a:pt x="47708" y="84076"/>
                    <a:pt x="47215" y="84076"/>
                  </a:cubicBezTo>
                  <a:cubicBezTo>
                    <a:pt x="44916" y="84076"/>
                    <a:pt x="44752" y="85070"/>
                    <a:pt x="44095" y="86893"/>
                  </a:cubicBezTo>
                  <a:cubicBezTo>
                    <a:pt x="40318" y="100150"/>
                    <a:pt x="33092" y="106943"/>
                    <a:pt x="26687" y="106943"/>
                  </a:cubicBezTo>
                  <a:cubicBezTo>
                    <a:pt x="23402" y="106943"/>
                    <a:pt x="22581" y="104789"/>
                    <a:pt x="22581" y="101144"/>
                  </a:cubicBezTo>
                  <a:cubicBezTo>
                    <a:pt x="22581" y="97333"/>
                    <a:pt x="23731" y="94184"/>
                    <a:pt x="25209" y="90539"/>
                  </a:cubicBezTo>
                  <a:cubicBezTo>
                    <a:pt x="26851" y="86065"/>
                    <a:pt x="28658" y="81591"/>
                    <a:pt x="30464" y="77282"/>
                  </a:cubicBezTo>
                  <a:cubicBezTo>
                    <a:pt x="31942" y="73305"/>
                    <a:pt x="37854" y="58226"/>
                    <a:pt x="38511" y="56238"/>
                  </a:cubicBezTo>
                  <a:cubicBezTo>
                    <a:pt x="39004" y="54581"/>
                    <a:pt x="39496" y="52592"/>
                    <a:pt x="39496" y="50935"/>
                  </a:cubicBezTo>
                  <a:cubicBezTo>
                    <a:pt x="39496" y="43147"/>
                    <a:pt x="32927" y="36851"/>
                    <a:pt x="23895" y="36851"/>
                  </a:cubicBezTo>
                  <a:cubicBezTo>
                    <a:pt x="7637" y="36851"/>
                    <a:pt x="82" y="59386"/>
                    <a:pt x="82" y="62203"/>
                  </a:cubicBezTo>
                  <a:cubicBezTo>
                    <a:pt x="82" y="64357"/>
                    <a:pt x="2382" y="64357"/>
                    <a:pt x="2874" y="64357"/>
                  </a:cubicBezTo>
                  <a:cubicBezTo>
                    <a:pt x="5173" y="64357"/>
                    <a:pt x="5338" y="63529"/>
                    <a:pt x="5830" y="61706"/>
                  </a:cubicBezTo>
                  <a:cubicBezTo>
                    <a:pt x="10100" y="47456"/>
                    <a:pt x="17326" y="41490"/>
                    <a:pt x="23402" y="41490"/>
                  </a:cubicBezTo>
                  <a:cubicBezTo>
                    <a:pt x="26030" y="41490"/>
                    <a:pt x="27508" y="42816"/>
                    <a:pt x="27508" y="47290"/>
                  </a:cubicBezTo>
                  <a:cubicBezTo>
                    <a:pt x="27508" y="51101"/>
                    <a:pt x="26523" y="53587"/>
                    <a:pt x="22417" y="63860"/>
                  </a:cubicBezTo>
                  <a:lnTo>
                    <a:pt x="12071" y="9053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6" name="Freeform: Shape 105">
              <a:extLst>
                <a:ext uri="{FF2B5EF4-FFF2-40B4-BE49-F238E27FC236}">
                  <a16:creationId xmlns:a16="http://schemas.microsoft.com/office/drawing/2014/main" id="{B7C415DB-2A26-F61E-3DC2-5F8348B838B6}"/>
                </a:ext>
              </a:extLst>
            </p:cNvPr>
            <p:cNvSpPr/>
            <p:nvPr>
              <p:custDataLst>
                <p:tags r:id="rId81"/>
              </p:custDataLst>
            </p:nvPr>
          </p:nvSpPr>
          <p:spPr>
            <a:xfrm>
              <a:off x="7416050" y="5104355"/>
              <a:ext cx="156013" cy="55392"/>
            </a:xfrm>
            <a:custGeom>
              <a:avLst/>
              <a:gdLst>
                <a:gd name="connsiteX0" fmla="*/ 148126 w 156013"/>
                <a:gd name="connsiteY0" fmla="*/ 9532 h 55392"/>
                <a:gd name="connsiteX1" fmla="*/ 156102 w 156013"/>
                <a:gd name="connsiteY1" fmla="*/ 4797 h 55392"/>
                <a:gd name="connsiteX2" fmla="*/ 148360 w 156013"/>
                <a:gd name="connsiteY2" fmla="*/ 63 h 55392"/>
                <a:gd name="connsiteX3" fmla="*/ 7831 w 156013"/>
                <a:gd name="connsiteY3" fmla="*/ 63 h 55392"/>
                <a:gd name="connsiteX4" fmla="*/ 88 w 156013"/>
                <a:gd name="connsiteY4" fmla="*/ 4797 h 55392"/>
                <a:gd name="connsiteX5" fmla="*/ 8065 w 156013"/>
                <a:gd name="connsiteY5" fmla="*/ 9532 h 55392"/>
                <a:gd name="connsiteX6" fmla="*/ 148126 w 156013"/>
                <a:gd name="connsiteY6" fmla="*/ 9532 h 55392"/>
                <a:gd name="connsiteX7" fmla="*/ 148360 w 156013"/>
                <a:gd name="connsiteY7" fmla="*/ 55455 h 55392"/>
                <a:gd name="connsiteX8" fmla="*/ 156102 w 156013"/>
                <a:gd name="connsiteY8" fmla="*/ 50721 h 55392"/>
                <a:gd name="connsiteX9" fmla="*/ 148126 w 156013"/>
                <a:gd name="connsiteY9" fmla="*/ 45986 h 55392"/>
                <a:gd name="connsiteX10" fmla="*/ 8065 w 156013"/>
                <a:gd name="connsiteY10" fmla="*/ 45986 h 55392"/>
                <a:gd name="connsiteX11" fmla="*/ 88 w 156013"/>
                <a:gd name="connsiteY11" fmla="*/ 50721 h 55392"/>
                <a:gd name="connsiteX12" fmla="*/ 7831 w 156013"/>
                <a:gd name="connsiteY12" fmla="*/ 55455 h 55392"/>
                <a:gd name="connsiteX13" fmla="*/ 148360 w 156013"/>
                <a:gd name="connsiteY13" fmla="*/ 55455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013" h="55392">
                  <a:moveTo>
                    <a:pt x="148126" y="9532"/>
                  </a:moveTo>
                  <a:cubicBezTo>
                    <a:pt x="151645" y="9532"/>
                    <a:pt x="156102" y="9532"/>
                    <a:pt x="156102" y="4797"/>
                  </a:cubicBezTo>
                  <a:cubicBezTo>
                    <a:pt x="156102" y="63"/>
                    <a:pt x="151645" y="63"/>
                    <a:pt x="148360" y="63"/>
                  </a:cubicBezTo>
                  <a:lnTo>
                    <a:pt x="7831" y="63"/>
                  </a:lnTo>
                  <a:cubicBezTo>
                    <a:pt x="4546" y="63"/>
                    <a:pt x="88" y="63"/>
                    <a:pt x="88" y="4797"/>
                  </a:cubicBezTo>
                  <a:cubicBezTo>
                    <a:pt x="88" y="9532"/>
                    <a:pt x="4546" y="9532"/>
                    <a:pt x="8065" y="9532"/>
                  </a:cubicBezTo>
                  <a:lnTo>
                    <a:pt x="148126" y="9532"/>
                  </a:lnTo>
                  <a:close/>
                  <a:moveTo>
                    <a:pt x="148360" y="55455"/>
                  </a:moveTo>
                  <a:cubicBezTo>
                    <a:pt x="151645" y="55455"/>
                    <a:pt x="156102" y="55455"/>
                    <a:pt x="156102" y="50721"/>
                  </a:cubicBezTo>
                  <a:cubicBezTo>
                    <a:pt x="156102" y="45986"/>
                    <a:pt x="151645" y="45986"/>
                    <a:pt x="148126" y="45986"/>
                  </a:cubicBezTo>
                  <a:lnTo>
                    <a:pt x="8065" y="45986"/>
                  </a:lnTo>
                  <a:cubicBezTo>
                    <a:pt x="4546" y="45986"/>
                    <a:pt x="88" y="45986"/>
                    <a:pt x="88" y="50721"/>
                  </a:cubicBezTo>
                  <a:cubicBezTo>
                    <a:pt x="88" y="55455"/>
                    <a:pt x="4546" y="55455"/>
                    <a:pt x="7831" y="55455"/>
                  </a:cubicBezTo>
                  <a:lnTo>
                    <a:pt x="148360" y="5545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7" name="Freeform: Shape 106">
              <a:extLst>
                <a:ext uri="{FF2B5EF4-FFF2-40B4-BE49-F238E27FC236}">
                  <a16:creationId xmlns:a16="http://schemas.microsoft.com/office/drawing/2014/main" id="{F5B81D94-F617-6426-5BDC-DAC739616EAD}"/>
                </a:ext>
              </a:extLst>
            </p:cNvPr>
            <p:cNvSpPr/>
            <p:nvPr>
              <p:custDataLst>
                <p:tags r:id="rId82"/>
              </p:custDataLst>
            </p:nvPr>
          </p:nvSpPr>
          <p:spPr>
            <a:xfrm>
              <a:off x="7657355" y="5086601"/>
              <a:ext cx="108153" cy="153157"/>
            </a:xfrm>
            <a:custGeom>
              <a:avLst/>
              <a:gdLst>
                <a:gd name="connsiteX0" fmla="*/ 107314 w 108153"/>
                <a:gd name="connsiteY0" fmla="*/ 14503 h 153157"/>
                <a:gd name="connsiteX1" fmla="*/ 108253 w 108153"/>
                <a:gd name="connsiteY1" fmla="*/ 9058 h 153157"/>
                <a:gd name="connsiteX2" fmla="*/ 101449 w 108153"/>
                <a:gd name="connsiteY2" fmla="*/ 2667 h 153157"/>
                <a:gd name="connsiteX3" fmla="*/ 93238 w 108153"/>
                <a:gd name="connsiteY3" fmla="*/ 7638 h 153157"/>
                <a:gd name="connsiteX4" fmla="*/ 89954 w 108153"/>
                <a:gd name="connsiteY4" fmla="*/ 20421 h 153157"/>
                <a:gd name="connsiteX5" fmla="*/ 85261 w 108153"/>
                <a:gd name="connsiteY5" fmla="*/ 39358 h 153157"/>
                <a:gd name="connsiteX6" fmla="*/ 74704 w 108153"/>
                <a:gd name="connsiteY6" fmla="*/ 81968 h 153157"/>
                <a:gd name="connsiteX7" fmla="*/ 48193 w 108153"/>
                <a:gd name="connsiteY7" fmla="*/ 102089 h 153157"/>
                <a:gd name="connsiteX8" fmla="*/ 33648 w 108153"/>
                <a:gd name="connsiteY8" fmla="*/ 82915 h 153157"/>
                <a:gd name="connsiteX9" fmla="*/ 45613 w 108153"/>
                <a:gd name="connsiteY9" fmla="*/ 36518 h 153157"/>
                <a:gd name="connsiteX10" fmla="*/ 50305 w 108153"/>
                <a:gd name="connsiteY10" fmla="*/ 19474 h 153157"/>
                <a:gd name="connsiteX11" fmla="*/ 31067 w 108153"/>
                <a:gd name="connsiteY11" fmla="*/ 63 h 153157"/>
                <a:gd name="connsiteX12" fmla="*/ 99 w 108153"/>
                <a:gd name="connsiteY12" fmla="*/ 36518 h 153157"/>
                <a:gd name="connsiteX13" fmla="*/ 2914 w 108153"/>
                <a:gd name="connsiteY13" fmla="*/ 38885 h 153157"/>
                <a:gd name="connsiteX14" fmla="*/ 6668 w 108153"/>
                <a:gd name="connsiteY14" fmla="*/ 34624 h 153157"/>
                <a:gd name="connsiteX15" fmla="*/ 30363 w 108153"/>
                <a:gd name="connsiteY15" fmla="*/ 5271 h 153157"/>
                <a:gd name="connsiteX16" fmla="*/ 36229 w 108153"/>
                <a:gd name="connsiteY16" fmla="*/ 12846 h 153157"/>
                <a:gd name="connsiteX17" fmla="*/ 32240 w 108153"/>
                <a:gd name="connsiteY17" fmla="*/ 29416 h 153157"/>
                <a:gd name="connsiteX18" fmla="*/ 18633 w 108153"/>
                <a:gd name="connsiteY18" fmla="*/ 79127 h 153157"/>
                <a:gd name="connsiteX19" fmla="*/ 47255 w 108153"/>
                <a:gd name="connsiteY19" fmla="*/ 107297 h 153157"/>
                <a:gd name="connsiteX20" fmla="*/ 70950 w 108153"/>
                <a:gd name="connsiteY20" fmla="*/ 96645 h 153157"/>
                <a:gd name="connsiteX21" fmla="*/ 55701 w 108153"/>
                <a:gd name="connsiteY21" fmla="*/ 133099 h 153157"/>
                <a:gd name="connsiteX22" fmla="*/ 29894 w 108153"/>
                <a:gd name="connsiteY22" fmla="*/ 148013 h 153157"/>
                <a:gd name="connsiteX23" fmla="*/ 12064 w 108153"/>
                <a:gd name="connsiteY23" fmla="*/ 138071 h 153157"/>
                <a:gd name="connsiteX24" fmla="*/ 22152 w 108153"/>
                <a:gd name="connsiteY24" fmla="*/ 135230 h 153157"/>
                <a:gd name="connsiteX25" fmla="*/ 26844 w 108153"/>
                <a:gd name="connsiteY25" fmla="*/ 125524 h 153157"/>
                <a:gd name="connsiteX26" fmla="*/ 18164 w 108153"/>
                <a:gd name="connsiteY26" fmla="*/ 117239 h 153157"/>
                <a:gd name="connsiteX27" fmla="*/ 5026 w 108153"/>
                <a:gd name="connsiteY27" fmla="*/ 132626 h 153157"/>
                <a:gd name="connsiteX28" fmla="*/ 29894 w 108153"/>
                <a:gd name="connsiteY28" fmla="*/ 153221 h 153157"/>
                <a:gd name="connsiteX29" fmla="*/ 84792 w 108153"/>
                <a:gd name="connsiteY29" fmla="*/ 104930 h 153157"/>
                <a:gd name="connsiteX30" fmla="*/ 107314 w 108153"/>
                <a:gd name="connsiteY30" fmla="*/ 14503 h 15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153" h="153157">
                  <a:moveTo>
                    <a:pt x="107314" y="14503"/>
                  </a:moveTo>
                  <a:cubicBezTo>
                    <a:pt x="108253" y="11189"/>
                    <a:pt x="108253" y="10715"/>
                    <a:pt x="108253" y="9058"/>
                  </a:cubicBezTo>
                  <a:cubicBezTo>
                    <a:pt x="108253" y="4797"/>
                    <a:pt x="104968" y="2667"/>
                    <a:pt x="101449" y="2667"/>
                  </a:cubicBezTo>
                  <a:cubicBezTo>
                    <a:pt x="99103" y="2667"/>
                    <a:pt x="95349" y="4087"/>
                    <a:pt x="93238" y="7638"/>
                  </a:cubicBezTo>
                  <a:cubicBezTo>
                    <a:pt x="92769" y="8821"/>
                    <a:pt x="90892" y="16160"/>
                    <a:pt x="89954" y="20421"/>
                  </a:cubicBezTo>
                  <a:cubicBezTo>
                    <a:pt x="88311" y="26575"/>
                    <a:pt x="86669" y="32967"/>
                    <a:pt x="85261" y="39358"/>
                  </a:cubicBezTo>
                  <a:lnTo>
                    <a:pt x="74704" y="81968"/>
                  </a:lnTo>
                  <a:cubicBezTo>
                    <a:pt x="73766" y="85519"/>
                    <a:pt x="63678" y="102089"/>
                    <a:pt x="48193" y="102089"/>
                  </a:cubicBezTo>
                  <a:cubicBezTo>
                    <a:pt x="36229" y="102089"/>
                    <a:pt x="33648" y="91673"/>
                    <a:pt x="33648" y="82915"/>
                  </a:cubicBezTo>
                  <a:cubicBezTo>
                    <a:pt x="33648" y="72026"/>
                    <a:pt x="37636" y="57349"/>
                    <a:pt x="45613" y="36518"/>
                  </a:cubicBezTo>
                  <a:cubicBezTo>
                    <a:pt x="49367" y="26812"/>
                    <a:pt x="50305" y="24208"/>
                    <a:pt x="50305" y="19474"/>
                  </a:cubicBezTo>
                  <a:cubicBezTo>
                    <a:pt x="50305" y="8821"/>
                    <a:pt x="42798" y="63"/>
                    <a:pt x="31067" y="63"/>
                  </a:cubicBezTo>
                  <a:cubicBezTo>
                    <a:pt x="8779" y="63"/>
                    <a:pt x="99" y="34387"/>
                    <a:pt x="99" y="36518"/>
                  </a:cubicBezTo>
                  <a:cubicBezTo>
                    <a:pt x="99" y="38885"/>
                    <a:pt x="2445" y="38885"/>
                    <a:pt x="2914" y="38885"/>
                  </a:cubicBezTo>
                  <a:cubicBezTo>
                    <a:pt x="5260" y="38885"/>
                    <a:pt x="5495" y="38411"/>
                    <a:pt x="6668" y="34624"/>
                  </a:cubicBezTo>
                  <a:cubicBezTo>
                    <a:pt x="13002" y="12372"/>
                    <a:pt x="22387" y="5271"/>
                    <a:pt x="30363" y="5271"/>
                  </a:cubicBezTo>
                  <a:cubicBezTo>
                    <a:pt x="32240" y="5271"/>
                    <a:pt x="36229" y="5271"/>
                    <a:pt x="36229" y="12846"/>
                  </a:cubicBezTo>
                  <a:cubicBezTo>
                    <a:pt x="36229" y="18764"/>
                    <a:pt x="33882" y="24918"/>
                    <a:pt x="32240" y="29416"/>
                  </a:cubicBezTo>
                  <a:cubicBezTo>
                    <a:pt x="22856" y="54508"/>
                    <a:pt x="18633" y="68001"/>
                    <a:pt x="18633" y="79127"/>
                  </a:cubicBezTo>
                  <a:cubicBezTo>
                    <a:pt x="18633" y="100195"/>
                    <a:pt x="33413" y="107297"/>
                    <a:pt x="47255" y="107297"/>
                  </a:cubicBezTo>
                  <a:cubicBezTo>
                    <a:pt x="56405" y="107297"/>
                    <a:pt x="64381" y="103273"/>
                    <a:pt x="70950" y="96645"/>
                  </a:cubicBezTo>
                  <a:cubicBezTo>
                    <a:pt x="67900" y="108954"/>
                    <a:pt x="65085" y="120553"/>
                    <a:pt x="55701" y="133099"/>
                  </a:cubicBezTo>
                  <a:cubicBezTo>
                    <a:pt x="49601" y="141148"/>
                    <a:pt x="40686" y="148013"/>
                    <a:pt x="29894" y="148013"/>
                  </a:cubicBezTo>
                  <a:cubicBezTo>
                    <a:pt x="26610" y="148013"/>
                    <a:pt x="16052" y="147303"/>
                    <a:pt x="12064" y="138071"/>
                  </a:cubicBezTo>
                  <a:cubicBezTo>
                    <a:pt x="15818" y="138071"/>
                    <a:pt x="18868" y="138071"/>
                    <a:pt x="22152" y="135230"/>
                  </a:cubicBezTo>
                  <a:cubicBezTo>
                    <a:pt x="24498" y="133099"/>
                    <a:pt x="26844" y="130022"/>
                    <a:pt x="26844" y="125524"/>
                  </a:cubicBezTo>
                  <a:cubicBezTo>
                    <a:pt x="26844" y="118186"/>
                    <a:pt x="20510" y="117239"/>
                    <a:pt x="18164" y="117239"/>
                  </a:cubicBezTo>
                  <a:cubicBezTo>
                    <a:pt x="12768" y="117239"/>
                    <a:pt x="5026" y="121027"/>
                    <a:pt x="5026" y="132626"/>
                  </a:cubicBezTo>
                  <a:cubicBezTo>
                    <a:pt x="5026" y="144462"/>
                    <a:pt x="15348" y="153221"/>
                    <a:pt x="29894" y="153221"/>
                  </a:cubicBezTo>
                  <a:cubicBezTo>
                    <a:pt x="54059" y="153221"/>
                    <a:pt x="78223" y="131679"/>
                    <a:pt x="84792" y="104930"/>
                  </a:cubicBezTo>
                  <a:lnTo>
                    <a:pt x="107314" y="1450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8" name="Freeform: Shape 107">
              <a:extLst>
                <a:ext uri="{FF2B5EF4-FFF2-40B4-BE49-F238E27FC236}">
                  <a16:creationId xmlns:a16="http://schemas.microsoft.com/office/drawing/2014/main" id="{6FB23367-F735-5BB3-51A9-AD2CE07E71D2}"/>
                </a:ext>
              </a:extLst>
            </p:cNvPr>
            <p:cNvSpPr/>
            <p:nvPr>
              <p:custDataLst>
                <p:tags r:id="rId83"/>
              </p:custDataLst>
            </p:nvPr>
          </p:nvSpPr>
          <p:spPr>
            <a:xfrm>
              <a:off x="7773294" y="5116877"/>
              <a:ext cx="49760" cy="111518"/>
            </a:xfrm>
            <a:custGeom>
              <a:avLst/>
              <a:gdLst>
                <a:gd name="connsiteX0" fmla="*/ 45594 w 49760"/>
                <a:gd name="connsiteY0" fmla="*/ 6361 h 111518"/>
                <a:gd name="connsiteX1" fmla="*/ 39025 w 49760"/>
                <a:gd name="connsiteY1" fmla="*/ 64 h 111518"/>
                <a:gd name="connsiteX2" fmla="*/ 29829 w 49760"/>
                <a:gd name="connsiteY2" fmla="*/ 9178 h 111518"/>
                <a:gd name="connsiteX3" fmla="*/ 36398 w 49760"/>
                <a:gd name="connsiteY3" fmla="*/ 15475 h 111518"/>
                <a:gd name="connsiteX4" fmla="*/ 45594 w 49760"/>
                <a:gd name="connsiteY4" fmla="*/ 6361 h 111518"/>
                <a:gd name="connsiteX5" fmla="*/ 12092 w 49760"/>
                <a:gd name="connsiteY5" fmla="*/ 90539 h 111518"/>
                <a:gd name="connsiteX6" fmla="*/ 10614 w 49760"/>
                <a:gd name="connsiteY6" fmla="*/ 97498 h 111518"/>
                <a:gd name="connsiteX7" fmla="*/ 26216 w 49760"/>
                <a:gd name="connsiteY7" fmla="*/ 111583 h 111518"/>
                <a:gd name="connsiteX8" fmla="*/ 49864 w 49760"/>
                <a:gd name="connsiteY8" fmla="*/ 86230 h 111518"/>
                <a:gd name="connsiteX9" fmla="*/ 47236 w 49760"/>
                <a:gd name="connsiteY9" fmla="*/ 84076 h 111518"/>
                <a:gd name="connsiteX10" fmla="*/ 44116 w 49760"/>
                <a:gd name="connsiteY10" fmla="*/ 86893 h 111518"/>
                <a:gd name="connsiteX11" fmla="*/ 26708 w 49760"/>
                <a:gd name="connsiteY11" fmla="*/ 106943 h 111518"/>
                <a:gd name="connsiteX12" fmla="*/ 22603 w 49760"/>
                <a:gd name="connsiteY12" fmla="*/ 101144 h 111518"/>
                <a:gd name="connsiteX13" fmla="*/ 25230 w 49760"/>
                <a:gd name="connsiteY13" fmla="*/ 90539 h 111518"/>
                <a:gd name="connsiteX14" fmla="*/ 30486 w 49760"/>
                <a:gd name="connsiteY14" fmla="*/ 77282 h 111518"/>
                <a:gd name="connsiteX15" fmla="*/ 38533 w 49760"/>
                <a:gd name="connsiteY15" fmla="*/ 56238 h 111518"/>
                <a:gd name="connsiteX16" fmla="*/ 39518 w 49760"/>
                <a:gd name="connsiteY16" fmla="*/ 50935 h 111518"/>
                <a:gd name="connsiteX17" fmla="*/ 23917 w 49760"/>
                <a:gd name="connsiteY17" fmla="*/ 36851 h 111518"/>
                <a:gd name="connsiteX18" fmla="*/ 104 w 49760"/>
                <a:gd name="connsiteY18" fmla="*/ 62203 h 111518"/>
                <a:gd name="connsiteX19" fmla="*/ 2896 w 49760"/>
                <a:gd name="connsiteY19" fmla="*/ 64357 h 111518"/>
                <a:gd name="connsiteX20" fmla="*/ 5852 w 49760"/>
                <a:gd name="connsiteY20" fmla="*/ 61706 h 111518"/>
                <a:gd name="connsiteX21" fmla="*/ 23424 w 49760"/>
                <a:gd name="connsiteY21" fmla="*/ 41490 h 111518"/>
                <a:gd name="connsiteX22" fmla="*/ 27529 w 49760"/>
                <a:gd name="connsiteY22" fmla="*/ 47290 h 111518"/>
                <a:gd name="connsiteX23" fmla="*/ 22438 w 49760"/>
                <a:gd name="connsiteY23" fmla="*/ 63860 h 111518"/>
                <a:gd name="connsiteX24" fmla="*/ 12092 w 49760"/>
                <a:gd name="connsiteY24" fmla="*/ 90539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9760" h="111518">
                  <a:moveTo>
                    <a:pt x="45594" y="6361"/>
                  </a:moveTo>
                  <a:cubicBezTo>
                    <a:pt x="45594" y="3710"/>
                    <a:pt x="43624" y="64"/>
                    <a:pt x="39025" y="64"/>
                  </a:cubicBezTo>
                  <a:cubicBezTo>
                    <a:pt x="34591" y="64"/>
                    <a:pt x="29829" y="4373"/>
                    <a:pt x="29829" y="9178"/>
                  </a:cubicBezTo>
                  <a:cubicBezTo>
                    <a:pt x="29829" y="11995"/>
                    <a:pt x="31964" y="15475"/>
                    <a:pt x="36398" y="15475"/>
                  </a:cubicBezTo>
                  <a:cubicBezTo>
                    <a:pt x="41160" y="15475"/>
                    <a:pt x="45594" y="10835"/>
                    <a:pt x="45594" y="6361"/>
                  </a:cubicBezTo>
                  <a:close/>
                  <a:moveTo>
                    <a:pt x="12092" y="90539"/>
                  </a:moveTo>
                  <a:cubicBezTo>
                    <a:pt x="11435" y="92693"/>
                    <a:pt x="10614" y="94681"/>
                    <a:pt x="10614" y="97498"/>
                  </a:cubicBezTo>
                  <a:cubicBezTo>
                    <a:pt x="10614" y="105286"/>
                    <a:pt x="17183" y="111583"/>
                    <a:pt x="26216" y="111583"/>
                  </a:cubicBezTo>
                  <a:cubicBezTo>
                    <a:pt x="42638" y="111583"/>
                    <a:pt x="49864" y="88716"/>
                    <a:pt x="49864" y="86230"/>
                  </a:cubicBezTo>
                  <a:cubicBezTo>
                    <a:pt x="49864" y="84076"/>
                    <a:pt x="47729" y="84076"/>
                    <a:pt x="47236" y="84076"/>
                  </a:cubicBezTo>
                  <a:cubicBezTo>
                    <a:pt x="44937" y="84076"/>
                    <a:pt x="44773" y="85070"/>
                    <a:pt x="44116" y="86893"/>
                  </a:cubicBezTo>
                  <a:cubicBezTo>
                    <a:pt x="40339" y="100150"/>
                    <a:pt x="33113" y="106943"/>
                    <a:pt x="26708" y="106943"/>
                  </a:cubicBezTo>
                  <a:cubicBezTo>
                    <a:pt x="23424" y="106943"/>
                    <a:pt x="22603" y="104789"/>
                    <a:pt x="22603" y="101144"/>
                  </a:cubicBezTo>
                  <a:cubicBezTo>
                    <a:pt x="22603" y="97333"/>
                    <a:pt x="23752" y="94184"/>
                    <a:pt x="25230" y="90539"/>
                  </a:cubicBezTo>
                  <a:cubicBezTo>
                    <a:pt x="26873" y="86065"/>
                    <a:pt x="28679" y="81591"/>
                    <a:pt x="30486" y="77282"/>
                  </a:cubicBezTo>
                  <a:cubicBezTo>
                    <a:pt x="31964" y="73305"/>
                    <a:pt x="37876" y="58226"/>
                    <a:pt x="38533" y="56238"/>
                  </a:cubicBezTo>
                  <a:cubicBezTo>
                    <a:pt x="39025" y="54581"/>
                    <a:pt x="39518" y="52592"/>
                    <a:pt x="39518" y="50935"/>
                  </a:cubicBezTo>
                  <a:cubicBezTo>
                    <a:pt x="39518" y="43147"/>
                    <a:pt x="32949" y="36851"/>
                    <a:pt x="23917" y="36851"/>
                  </a:cubicBezTo>
                  <a:cubicBezTo>
                    <a:pt x="7658" y="36851"/>
                    <a:pt x="104" y="59386"/>
                    <a:pt x="104" y="62203"/>
                  </a:cubicBezTo>
                  <a:cubicBezTo>
                    <a:pt x="104" y="64357"/>
                    <a:pt x="2403" y="64357"/>
                    <a:pt x="2896" y="64357"/>
                  </a:cubicBezTo>
                  <a:cubicBezTo>
                    <a:pt x="5195" y="64357"/>
                    <a:pt x="5359" y="63529"/>
                    <a:pt x="5852" y="61706"/>
                  </a:cubicBezTo>
                  <a:cubicBezTo>
                    <a:pt x="10122" y="47456"/>
                    <a:pt x="17348" y="41490"/>
                    <a:pt x="23424" y="41490"/>
                  </a:cubicBezTo>
                  <a:cubicBezTo>
                    <a:pt x="26051" y="41490"/>
                    <a:pt x="27529" y="42816"/>
                    <a:pt x="27529" y="47290"/>
                  </a:cubicBezTo>
                  <a:cubicBezTo>
                    <a:pt x="27529" y="51101"/>
                    <a:pt x="26544" y="53587"/>
                    <a:pt x="22438" y="63860"/>
                  </a:cubicBezTo>
                  <a:lnTo>
                    <a:pt x="12092" y="9053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9" name="Freeform: Shape 108">
              <a:extLst>
                <a:ext uri="{FF2B5EF4-FFF2-40B4-BE49-F238E27FC236}">
                  <a16:creationId xmlns:a16="http://schemas.microsoft.com/office/drawing/2014/main" id="{82A1E56C-B8C0-6FA6-C8AC-CDCD3A04B3C1}"/>
                </a:ext>
              </a:extLst>
            </p:cNvPr>
            <p:cNvSpPr/>
            <p:nvPr>
              <p:custDataLst>
                <p:tags r:id="rId84"/>
              </p:custDataLst>
            </p:nvPr>
          </p:nvSpPr>
          <p:spPr>
            <a:xfrm>
              <a:off x="7915289" y="5127317"/>
              <a:ext cx="143344" cy="9468"/>
            </a:xfrm>
            <a:custGeom>
              <a:avLst/>
              <a:gdLst>
                <a:gd name="connsiteX0" fmla="*/ 135243 w 143344"/>
                <a:gd name="connsiteY0" fmla="*/ 9532 h 9468"/>
                <a:gd name="connsiteX1" fmla="*/ 143454 w 143344"/>
                <a:gd name="connsiteY1" fmla="*/ 4797 h 9468"/>
                <a:gd name="connsiteX2" fmla="*/ 135243 w 143344"/>
                <a:gd name="connsiteY2" fmla="*/ 63 h 9468"/>
                <a:gd name="connsiteX3" fmla="*/ 8321 w 143344"/>
                <a:gd name="connsiteY3" fmla="*/ 63 h 9468"/>
                <a:gd name="connsiteX4" fmla="*/ 109 w 143344"/>
                <a:gd name="connsiteY4" fmla="*/ 4797 h 9468"/>
                <a:gd name="connsiteX5" fmla="*/ 8321 w 143344"/>
                <a:gd name="connsiteY5" fmla="*/ 9532 h 9468"/>
                <a:gd name="connsiteX6" fmla="*/ 135243 w 143344"/>
                <a:gd name="connsiteY6" fmla="*/ 9532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344" h="9468">
                  <a:moveTo>
                    <a:pt x="135243" y="9532"/>
                  </a:moveTo>
                  <a:cubicBezTo>
                    <a:pt x="139231" y="9532"/>
                    <a:pt x="143454" y="9532"/>
                    <a:pt x="143454" y="4797"/>
                  </a:cubicBezTo>
                  <a:cubicBezTo>
                    <a:pt x="143454" y="63"/>
                    <a:pt x="139231" y="63"/>
                    <a:pt x="135243" y="63"/>
                  </a:cubicBezTo>
                  <a:lnTo>
                    <a:pt x="8321" y="63"/>
                  </a:lnTo>
                  <a:cubicBezTo>
                    <a:pt x="4332" y="63"/>
                    <a:pt x="109" y="63"/>
                    <a:pt x="109" y="4797"/>
                  </a:cubicBezTo>
                  <a:cubicBezTo>
                    <a:pt x="109" y="9532"/>
                    <a:pt x="4332" y="9532"/>
                    <a:pt x="8321" y="9532"/>
                  </a:cubicBezTo>
                  <a:lnTo>
                    <a:pt x="135243" y="953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0" name="Freeform: Shape 109">
              <a:extLst>
                <a:ext uri="{FF2B5EF4-FFF2-40B4-BE49-F238E27FC236}">
                  <a16:creationId xmlns:a16="http://schemas.microsoft.com/office/drawing/2014/main" id="{97D94B05-F0C6-7BE2-4772-BC6BA521BF53}"/>
                </a:ext>
              </a:extLst>
            </p:cNvPr>
            <p:cNvSpPr/>
            <p:nvPr>
              <p:custDataLst>
                <p:tags r:id="rId85"/>
              </p:custDataLst>
            </p:nvPr>
          </p:nvSpPr>
          <p:spPr>
            <a:xfrm>
              <a:off x="8137431" y="5024107"/>
              <a:ext cx="127890" cy="213048"/>
            </a:xfrm>
            <a:custGeom>
              <a:avLst/>
              <a:gdLst>
                <a:gd name="connsiteX0" fmla="*/ 128010 w 127890"/>
                <a:gd name="connsiteY0" fmla="*/ 32493 h 213048"/>
                <a:gd name="connsiteX1" fmla="*/ 96103 w 127890"/>
                <a:gd name="connsiteY1" fmla="*/ 63 h 213048"/>
                <a:gd name="connsiteX2" fmla="*/ 67716 w 127890"/>
                <a:gd name="connsiteY2" fmla="*/ 10005 h 213048"/>
                <a:gd name="connsiteX3" fmla="*/ 37452 w 127890"/>
                <a:gd name="connsiteY3" fmla="*/ 60426 h 213048"/>
                <a:gd name="connsiteX4" fmla="*/ 149 w 127890"/>
                <a:gd name="connsiteY4" fmla="*/ 210744 h 213048"/>
                <a:gd name="connsiteX5" fmla="*/ 2964 w 127890"/>
                <a:gd name="connsiteY5" fmla="*/ 213111 h 213048"/>
                <a:gd name="connsiteX6" fmla="*/ 5780 w 127890"/>
                <a:gd name="connsiteY6" fmla="*/ 211927 h 213048"/>
                <a:gd name="connsiteX7" fmla="*/ 22202 w 127890"/>
                <a:gd name="connsiteY7" fmla="*/ 146592 h 213048"/>
                <a:gd name="connsiteX8" fmla="*/ 54109 w 127890"/>
                <a:gd name="connsiteY8" fmla="*/ 169554 h 213048"/>
                <a:gd name="connsiteX9" fmla="*/ 99388 w 127890"/>
                <a:gd name="connsiteY9" fmla="*/ 150853 h 213048"/>
                <a:gd name="connsiteX10" fmla="*/ 118157 w 127890"/>
                <a:gd name="connsiteY10" fmla="*/ 107297 h 213048"/>
                <a:gd name="connsiteX11" fmla="*/ 101030 w 127890"/>
                <a:gd name="connsiteY11" fmla="*/ 72026 h 213048"/>
                <a:gd name="connsiteX12" fmla="*/ 128010 w 127890"/>
                <a:gd name="connsiteY12" fmla="*/ 32493 h 213048"/>
                <a:gd name="connsiteX13" fmla="*/ 85781 w 127890"/>
                <a:gd name="connsiteY13" fmla="*/ 71789 h 213048"/>
                <a:gd name="connsiteX14" fmla="*/ 74520 w 127890"/>
                <a:gd name="connsiteY14" fmla="*/ 73446 h 213048"/>
                <a:gd name="connsiteX15" fmla="*/ 64197 w 127890"/>
                <a:gd name="connsiteY15" fmla="*/ 72499 h 213048"/>
                <a:gd name="connsiteX16" fmla="*/ 75693 w 127890"/>
                <a:gd name="connsiteY16" fmla="*/ 70605 h 213048"/>
                <a:gd name="connsiteX17" fmla="*/ 85781 w 127890"/>
                <a:gd name="connsiteY17" fmla="*/ 71789 h 213048"/>
                <a:gd name="connsiteX18" fmla="*/ 114872 w 127890"/>
                <a:gd name="connsiteY18" fmla="*/ 27049 h 213048"/>
                <a:gd name="connsiteX19" fmla="*/ 93757 w 127890"/>
                <a:gd name="connsiteY19" fmla="*/ 68001 h 213048"/>
                <a:gd name="connsiteX20" fmla="*/ 75693 w 127890"/>
                <a:gd name="connsiteY20" fmla="*/ 65161 h 213048"/>
                <a:gd name="connsiteX21" fmla="*/ 57628 w 127890"/>
                <a:gd name="connsiteY21" fmla="*/ 72736 h 213048"/>
                <a:gd name="connsiteX22" fmla="*/ 73816 w 127890"/>
                <a:gd name="connsiteY22" fmla="*/ 78654 h 213048"/>
                <a:gd name="connsiteX23" fmla="*/ 93054 w 127890"/>
                <a:gd name="connsiteY23" fmla="*/ 75576 h 213048"/>
                <a:gd name="connsiteX24" fmla="*/ 103376 w 127890"/>
                <a:gd name="connsiteY24" fmla="*/ 102326 h 213048"/>
                <a:gd name="connsiteX25" fmla="*/ 91646 w 127890"/>
                <a:gd name="connsiteY25" fmla="*/ 143042 h 213048"/>
                <a:gd name="connsiteX26" fmla="*/ 53405 w 127890"/>
                <a:gd name="connsiteY26" fmla="*/ 164347 h 213048"/>
                <a:gd name="connsiteX27" fmla="*/ 26660 w 127890"/>
                <a:gd name="connsiteY27" fmla="*/ 133810 h 213048"/>
                <a:gd name="connsiteX28" fmla="*/ 27833 w 127890"/>
                <a:gd name="connsiteY28" fmla="*/ 123394 h 213048"/>
                <a:gd name="connsiteX29" fmla="*/ 42848 w 127890"/>
                <a:gd name="connsiteY29" fmla="*/ 63504 h 213048"/>
                <a:gd name="connsiteX30" fmla="*/ 93054 w 127890"/>
                <a:gd name="connsiteY30" fmla="*/ 5507 h 213048"/>
                <a:gd name="connsiteX31" fmla="*/ 114872 w 127890"/>
                <a:gd name="connsiteY31" fmla="*/ 27049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890" h="213048">
                  <a:moveTo>
                    <a:pt x="128010" y="32493"/>
                  </a:moveTo>
                  <a:cubicBezTo>
                    <a:pt x="128010" y="14739"/>
                    <a:pt x="115107" y="63"/>
                    <a:pt x="96103" y="63"/>
                  </a:cubicBezTo>
                  <a:cubicBezTo>
                    <a:pt x="82496" y="63"/>
                    <a:pt x="75927" y="3850"/>
                    <a:pt x="67716" y="10005"/>
                  </a:cubicBezTo>
                  <a:cubicBezTo>
                    <a:pt x="54813" y="19474"/>
                    <a:pt x="41909" y="42436"/>
                    <a:pt x="37452" y="60426"/>
                  </a:cubicBezTo>
                  <a:lnTo>
                    <a:pt x="149" y="210744"/>
                  </a:lnTo>
                  <a:cubicBezTo>
                    <a:pt x="-85" y="211691"/>
                    <a:pt x="1088" y="213111"/>
                    <a:pt x="2964" y="213111"/>
                  </a:cubicBezTo>
                  <a:cubicBezTo>
                    <a:pt x="4841" y="213111"/>
                    <a:pt x="5545" y="212637"/>
                    <a:pt x="5780" y="211927"/>
                  </a:cubicBezTo>
                  <a:lnTo>
                    <a:pt x="22202" y="146592"/>
                  </a:lnTo>
                  <a:cubicBezTo>
                    <a:pt x="26660" y="160796"/>
                    <a:pt x="36982" y="169554"/>
                    <a:pt x="54109" y="169554"/>
                  </a:cubicBezTo>
                  <a:cubicBezTo>
                    <a:pt x="71235" y="169554"/>
                    <a:pt x="88831" y="161269"/>
                    <a:pt x="99388" y="150853"/>
                  </a:cubicBezTo>
                  <a:cubicBezTo>
                    <a:pt x="110649" y="139964"/>
                    <a:pt x="118157" y="124814"/>
                    <a:pt x="118157" y="107297"/>
                  </a:cubicBezTo>
                  <a:cubicBezTo>
                    <a:pt x="118157" y="90253"/>
                    <a:pt x="109476" y="77944"/>
                    <a:pt x="101030" y="72026"/>
                  </a:cubicBezTo>
                  <a:cubicBezTo>
                    <a:pt x="114637" y="64214"/>
                    <a:pt x="128010" y="49537"/>
                    <a:pt x="128010" y="32493"/>
                  </a:cubicBezTo>
                  <a:close/>
                  <a:moveTo>
                    <a:pt x="85781" y="71789"/>
                  </a:moveTo>
                  <a:cubicBezTo>
                    <a:pt x="82731" y="72973"/>
                    <a:pt x="80150" y="73446"/>
                    <a:pt x="74520" y="73446"/>
                  </a:cubicBezTo>
                  <a:cubicBezTo>
                    <a:pt x="71235" y="73446"/>
                    <a:pt x="66543" y="73683"/>
                    <a:pt x="64197" y="72499"/>
                  </a:cubicBezTo>
                  <a:cubicBezTo>
                    <a:pt x="64666" y="70132"/>
                    <a:pt x="73112" y="70605"/>
                    <a:pt x="75693" y="70605"/>
                  </a:cubicBezTo>
                  <a:cubicBezTo>
                    <a:pt x="80619" y="70605"/>
                    <a:pt x="82731" y="70605"/>
                    <a:pt x="85781" y="71789"/>
                  </a:cubicBezTo>
                  <a:close/>
                  <a:moveTo>
                    <a:pt x="114872" y="27049"/>
                  </a:moveTo>
                  <a:cubicBezTo>
                    <a:pt x="114872" y="43619"/>
                    <a:pt x="105957" y="60663"/>
                    <a:pt x="93757" y="68001"/>
                  </a:cubicBezTo>
                  <a:cubicBezTo>
                    <a:pt x="87423" y="65634"/>
                    <a:pt x="82731" y="65161"/>
                    <a:pt x="75693" y="65161"/>
                  </a:cubicBezTo>
                  <a:cubicBezTo>
                    <a:pt x="70766" y="65161"/>
                    <a:pt x="57628" y="64924"/>
                    <a:pt x="57628" y="72736"/>
                  </a:cubicBezTo>
                  <a:cubicBezTo>
                    <a:pt x="57393" y="79364"/>
                    <a:pt x="69593" y="78654"/>
                    <a:pt x="73816" y="78654"/>
                  </a:cubicBezTo>
                  <a:cubicBezTo>
                    <a:pt x="82496" y="78654"/>
                    <a:pt x="86015" y="78417"/>
                    <a:pt x="93054" y="75576"/>
                  </a:cubicBezTo>
                  <a:cubicBezTo>
                    <a:pt x="101969" y="84098"/>
                    <a:pt x="103142" y="91437"/>
                    <a:pt x="103376" y="102326"/>
                  </a:cubicBezTo>
                  <a:cubicBezTo>
                    <a:pt x="103845" y="116056"/>
                    <a:pt x="98215" y="133810"/>
                    <a:pt x="91646" y="143042"/>
                  </a:cubicBezTo>
                  <a:cubicBezTo>
                    <a:pt x="82496" y="155825"/>
                    <a:pt x="66778" y="164347"/>
                    <a:pt x="53405" y="164347"/>
                  </a:cubicBezTo>
                  <a:cubicBezTo>
                    <a:pt x="35575" y="164347"/>
                    <a:pt x="26660" y="150617"/>
                    <a:pt x="26660" y="133810"/>
                  </a:cubicBezTo>
                  <a:cubicBezTo>
                    <a:pt x="26660" y="131442"/>
                    <a:pt x="26660" y="127892"/>
                    <a:pt x="27833" y="123394"/>
                  </a:cubicBezTo>
                  <a:lnTo>
                    <a:pt x="42848" y="63504"/>
                  </a:lnTo>
                  <a:cubicBezTo>
                    <a:pt x="48009" y="43146"/>
                    <a:pt x="64901" y="5507"/>
                    <a:pt x="93054" y="5507"/>
                  </a:cubicBezTo>
                  <a:cubicBezTo>
                    <a:pt x="106661" y="5507"/>
                    <a:pt x="114872" y="12846"/>
                    <a:pt x="114872" y="27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2" name="Freeform: Shape 111">
              <a:extLst>
                <a:ext uri="{FF2B5EF4-FFF2-40B4-BE49-F238E27FC236}">
                  <a16:creationId xmlns:a16="http://schemas.microsoft.com/office/drawing/2014/main" id="{D3CD9042-D568-195D-D2CB-FCB886702680}"/>
                </a:ext>
              </a:extLst>
            </p:cNvPr>
            <p:cNvSpPr/>
            <p:nvPr>
              <p:custDataLst>
                <p:tags r:id="rId86"/>
              </p:custDataLst>
            </p:nvPr>
          </p:nvSpPr>
          <p:spPr>
            <a:xfrm>
              <a:off x="8271662" y="5116711"/>
              <a:ext cx="76200" cy="113341"/>
            </a:xfrm>
            <a:custGeom>
              <a:avLst/>
              <a:gdLst>
                <a:gd name="connsiteX0" fmla="*/ 76325 w 76200"/>
                <a:gd name="connsiteY0" fmla="*/ 57232 h 113341"/>
                <a:gd name="connsiteX1" fmla="*/ 66636 w 76200"/>
                <a:gd name="connsiteY1" fmla="*/ 14315 h 113341"/>
                <a:gd name="connsiteX2" fmla="*/ 38225 w 76200"/>
                <a:gd name="connsiteY2" fmla="*/ 64 h 113341"/>
                <a:gd name="connsiteX3" fmla="*/ 125 w 76200"/>
                <a:gd name="connsiteY3" fmla="*/ 57232 h 113341"/>
                <a:gd name="connsiteX4" fmla="*/ 38225 w 76200"/>
                <a:gd name="connsiteY4" fmla="*/ 113406 h 113341"/>
                <a:gd name="connsiteX5" fmla="*/ 76325 w 76200"/>
                <a:gd name="connsiteY5" fmla="*/ 57232 h 113341"/>
                <a:gd name="connsiteX6" fmla="*/ 38225 w 76200"/>
                <a:gd name="connsiteY6" fmla="*/ 108766 h 113341"/>
                <a:gd name="connsiteX7" fmla="*/ 17369 w 76200"/>
                <a:gd name="connsiteY7" fmla="*/ 90704 h 113341"/>
                <a:gd name="connsiteX8" fmla="*/ 15069 w 76200"/>
                <a:gd name="connsiteY8" fmla="*/ 55078 h 113341"/>
                <a:gd name="connsiteX9" fmla="*/ 17533 w 76200"/>
                <a:gd name="connsiteY9" fmla="*/ 21274 h 113341"/>
                <a:gd name="connsiteX10" fmla="*/ 38225 w 76200"/>
                <a:gd name="connsiteY10" fmla="*/ 4704 h 113341"/>
                <a:gd name="connsiteX11" fmla="*/ 58589 w 76200"/>
                <a:gd name="connsiteY11" fmla="*/ 19783 h 113341"/>
                <a:gd name="connsiteX12" fmla="*/ 61381 w 76200"/>
                <a:gd name="connsiteY12" fmla="*/ 55078 h 113341"/>
                <a:gd name="connsiteX13" fmla="*/ 59246 w 76200"/>
                <a:gd name="connsiteY13" fmla="*/ 90042 h 113341"/>
                <a:gd name="connsiteX14" fmla="*/ 38225 w 76200"/>
                <a:gd name="connsiteY14" fmla="*/ 108766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200" h="113341">
                  <a:moveTo>
                    <a:pt x="76325" y="57232"/>
                  </a:moveTo>
                  <a:cubicBezTo>
                    <a:pt x="76325" y="39005"/>
                    <a:pt x="74191" y="25914"/>
                    <a:pt x="66636" y="14315"/>
                  </a:cubicBezTo>
                  <a:cubicBezTo>
                    <a:pt x="61545" y="6692"/>
                    <a:pt x="51363" y="64"/>
                    <a:pt x="38225" y="64"/>
                  </a:cubicBezTo>
                  <a:cubicBezTo>
                    <a:pt x="125" y="64"/>
                    <a:pt x="125" y="45301"/>
                    <a:pt x="125" y="57232"/>
                  </a:cubicBezTo>
                  <a:cubicBezTo>
                    <a:pt x="125" y="69163"/>
                    <a:pt x="125" y="113406"/>
                    <a:pt x="38225" y="113406"/>
                  </a:cubicBezTo>
                  <a:cubicBezTo>
                    <a:pt x="76325" y="113406"/>
                    <a:pt x="76325" y="69163"/>
                    <a:pt x="76325" y="57232"/>
                  </a:cubicBezTo>
                  <a:close/>
                  <a:moveTo>
                    <a:pt x="38225" y="108766"/>
                  </a:moveTo>
                  <a:cubicBezTo>
                    <a:pt x="30671" y="108766"/>
                    <a:pt x="20653" y="104292"/>
                    <a:pt x="17369" y="90704"/>
                  </a:cubicBezTo>
                  <a:cubicBezTo>
                    <a:pt x="15069" y="80928"/>
                    <a:pt x="15069" y="67340"/>
                    <a:pt x="15069" y="55078"/>
                  </a:cubicBezTo>
                  <a:cubicBezTo>
                    <a:pt x="15069" y="42982"/>
                    <a:pt x="15069" y="30388"/>
                    <a:pt x="17533" y="21274"/>
                  </a:cubicBezTo>
                  <a:cubicBezTo>
                    <a:pt x="20982" y="8184"/>
                    <a:pt x="31492" y="4704"/>
                    <a:pt x="38225" y="4704"/>
                  </a:cubicBezTo>
                  <a:cubicBezTo>
                    <a:pt x="47093" y="4704"/>
                    <a:pt x="55633" y="10172"/>
                    <a:pt x="58589" y="19783"/>
                  </a:cubicBezTo>
                  <a:cubicBezTo>
                    <a:pt x="61217" y="28731"/>
                    <a:pt x="61381" y="40662"/>
                    <a:pt x="61381" y="55078"/>
                  </a:cubicBezTo>
                  <a:cubicBezTo>
                    <a:pt x="61381" y="67340"/>
                    <a:pt x="61381" y="79602"/>
                    <a:pt x="59246" y="90042"/>
                  </a:cubicBezTo>
                  <a:cubicBezTo>
                    <a:pt x="55962" y="105121"/>
                    <a:pt x="44794" y="108766"/>
                    <a:pt x="38225" y="10876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3" name="Freeform: Shape 112">
              <a:extLst>
                <a:ext uri="{FF2B5EF4-FFF2-40B4-BE49-F238E27FC236}">
                  <a16:creationId xmlns:a16="http://schemas.microsoft.com/office/drawing/2014/main" id="{C48CE5E4-C15D-2B84-DC06-E8B6B9597AB4}"/>
                </a:ext>
              </a:extLst>
            </p:cNvPr>
            <p:cNvSpPr/>
            <p:nvPr>
              <p:custDataLst>
                <p:tags r:id="rId87"/>
              </p:custDataLst>
            </p:nvPr>
          </p:nvSpPr>
          <p:spPr>
            <a:xfrm>
              <a:off x="8439976" y="5127317"/>
              <a:ext cx="143344" cy="9468"/>
            </a:xfrm>
            <a:custGeom>
              <a:avLst/>
              <a:gdLst>
                <a:gd name="connsiteX0" fmla="*/ 135265 w 143344"/>
                <a:gd name="connsiteY0" fmla="*/ 9532 h 9468"/>
                <a:gd name="connsiteX1" fmla="*/ 143477 w 143344"/>
                <a:gd name="connsiteY1" fmla="*/ 4797 h 9468"/>
                <a:gd name="connsiteX2" fmla="*/ 135265 w 143344"/>
                <a:gd name="connsiteY2" fmla="*/ 63 h 9468"/>
                <a:gd name="connsiteX3" fmla="*/ 8343 w 143344"/>
                <a:gd name="connsiteY3" fmla="*/ 63 h 9468"/>
                <a:gd name="connsiteX4" fmla="*/ 132 w 143344"/>
                <a:gd name="connsiteY4" fmla="*/ 4797 h 9468"/>
                <a:gd name="connsiteX5" fmla="*/ 8343 w 143344"/>
                <a:gd name="connsiteY5" fmla="*/ 9532 h 9468"/>
                <a:gd name="connsiteX6" fmla="*/ 135265 w 143344"/>
                <a:gd name="connsiteY6" fmla="*/ 9532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344" h="9468">
                  <a:moveTo>
                    <a:pt x="135265" y="9532"/>
                  </a:moveTo>
                  <a:cubicBezTo>
                    <a:pt x="139254" y="9532"/>
                    <a:pt x="143477" y="9532"/>
                    <a:pt x="143477" y="4797"/>
                  </a:cubicBezTo>
                  <a:cubicBezTo>
                    <a:pt x="143477" y="63"/>
                    <a:pt x="139254" y="63"/>
                    <a:pt x="135265" y="63"/>
                  </a:cubicBezTo>
                  <a:lnTo>
                    <a:pt x="8343" y="63"/>
                  </a:lnTo>
                  <a:cubicBezTo>
                    <a:pt x="4355" y="63"/>
                    <a:pt x="132" y="63"/>
                    <a:pt x="132" y="4797"/>
                  </a:cubicBezTo>
                  <a:cubicBezTo>
                    <a:pt x="132" y="9532"/>
                    <a:pt x="4355" y="9532"/>
                    <a:pt x="8343" y="9532"/>
                  </a:cubicBezTo>
                  <a:lnTo>
                    <a:pt x="135265" y="953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4" name="Freeform: Shape 113">
              <a:extLst>
                <a:ext uri="{FF2B5EF4-FFF2-40B4-BE49-F238E27FC236}">
                  <a16:creationId xmlns:a16="http://schemas.microsoft.com/office/drawing/2014/main" id="{F2DB5035-929E-6CEB-B0AD-0103EB823436}"/>
                </a:ext>
              </a:extLst>
            </p:cNvPr>
            <p:cNvSpPr/>
            <p:nvPr>
              <p:custDataLst>
                <p:tags r:id="rId88"/>
              </p:custDataLst>
            </p:nvPr>
          </p:nvSpPr>
          <p:spPr>
            <a:xfrm>
              <a:off x="8662119" y="5024107"/>
              <a:ext cx="127890" cy="213048"/>
            </a:xfrm>
            <a:custGeom>
              <a:avLst/>
              <a:gdLst>
                <a:gd name="connsiteX0" fmla="*/ 128032 w 127890"/>
                <a:gd name="connsiteY0" fmla="*/ 32493 h 213048"/>
                <a:gd name="connsiteX1" fmla="*/ 96126 w 127890"/>
                <a:gd name="connsiteY1" fmla="*/ 63 h 213048"/>
                <a:gd name="connsiteX2" fmla="*/ 67738 w 127890"/>
                <a:gd name="connsiteY2" fmla="*/ 10005 h 213048"/>
                <a:gd name="connsiteX3" fmla="*/ 37474 w 127890"/>
                <a:gd name="connsiteY3" fmla="*/ 60426 h 213048"/>
                <a:gd name="connsiteX4" fmla="*/ 171 w 127890"/>
                <a:gd name="connsiteY4" fmla="*/ 210744 h 213048"/>
                <a:gd name="connsiteX5" fmla="*/ 2987 w 127890"/>
                <a:gd name="connsiteY5" fmla="*/ 213111 h 213048"/>
                <a:gd name="connsiteX6" fmla="*/ 5802 w 127890"/>
                <a:gd name="connsiteY6" fmla="*/ 211927 h 213048"/>
                <a:gd name="connsiteX7" fmla="*/ 22224 w 127890"/>
                <a:gd name="connsiteY7" fmla="*/ 146592 h 213048"/>
                <a:gd name="connsiteX8" fmla="*/ 54131 w 127890"/>
                <a:gd name="connsiteY8" fmla="*/ 169554 h 213048"/>
                <a:gd name="connsiteX9" fmla="*/ 99410 w 127890"/>
                <a:gd name="connsiteY9" fmla="*/ 150853 h 213048"/>
                <a:gd name="connsiteX10" fmla="*/ 118179 w 127890"/>
                <a:gd name="connsiteY10" fmla="*/ 107297 h 213048"/>
                <a:gd name="connsiteX11" fmla="*/ 101052 w 127890"/>
                <a:gd name="connsiteY11" fmla="*/ 72026 h 213048"/>
                <a:gd name="connsiteX12" fmla="*/ 128032 w 127890"/>
                <a:gd name="connsiteY12" fmla="*/ 32493 h 213048"/>
                <a:gd name="connsiteX13" fmla="*/ 85803 w 127890"/>
                <a:gd name="connsiteY13" fmla="*/ 71789 h 213048"/>
                <a:gd name="connsiteX14" fmla="*/ 74542 w 127890"/>
                <a:gd name="connsiteY14" fmla="*/ 73446 h 213048"/>
                <a:gd name="connsiteX15" fmla="*/ 64219 w 127890"/>
                <a:gd name="connsiteY15" fmla="*/ 72499 h 213048"/>
                <a:gd name="connsiteX16" fmla="*/ 75715 w 127890"/>
                <a:gd name="connsiteY16" fmla="*/ 70605 h 213048"/>
                <a:gd name="connsiteX17" fmla="*/ 85803 w 127890"/>
                <a:gd name="connsiteY17" fmla="*/ 71789 h 213048"/>
                <a:gd name="connsiteX18" fmla="*/ 114894 w 127890"/>
                <a:gd name="connsiteY18" fmla="*/ 27049 h 213048"/>
                <a:gd name="connsiteX19" fmla="*/ 93780 w 127890"/>
                <a:gd name="connsiteY19" fmla="*/ 68001 h 213048"/>
                <a:gd name="connsiteX20" fmla="*/ 75715 w 127890"/>
                <a:gd name="connsiteY20" fmla="*/ 65161 h 213048"/>
                <a:gd name="connsiteX21" fmla="*/ 57650 w 127890"/>
                <a:gd name="connsiteY21" fmla="*/ 72736 h 213048"/>
                <a:gd name="connsiteX22" fmla="*/ 73838 w 127890"/>
                <a:gd name="connsiteY22" fmla="*/ 78654 h 213048"/>
                <a:gd name="connsiteX23" fmla="*/ 93076 w 127890"/>
                <a:gd name="connsiteY23" fmla="*/ 75576 h 213048"/>
                <a:gd name="connsiteX24" fmla="*/ 103399 w 127890"/>
                <a:gd name="connsiteY24" fmla="*/ 102326 h 213048"/>
                <a:gd name="connsiteX25" fmla="*/ 91668 w 127890"/>
                <a:gd name="connsiteY25" fmla="*/ 143042 h 213048"/>
                <a:gd name="connsiteX26" fmla="*/ 53427 w 127890"/>
                <a:gd name="connsiteY26" fmla="*/ 164347 h 213048"/>
                <a:gd name="connsiteX27" fmla="*/ 26682 w 127890"/>
                <a:gd name="connsiteY27" fmla="*/ 133810 h 213048"/>
                <a:gd name="connsiteX28" fmla="*/ 27855 w 127890"/>
                <a:gd name="connsiteY28" fmla="*/ 123394 h 213048"/>
                <a:gd name="connsiteX29" fmla="*/ 42870 w 127890"/>
                <a:gd name="connsiteY29" fmla="*/ 63504 h 213048"/>
                <a:gd name="connsiteX30" fmla="*/ 93076 w 127890"/>
                <a:gd name="connsiteY30" fmla="*/ 5507 h 213048"/>
                <a:gd name="connsiteX31" fmla="*/ 114894 w 127890"/>
                <a:gd name="connsiteY31" fmla="*/ 27049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890" h="213048">
                  <a:moveTo>
                    <a:pt x="128032" y="32493"/>
                  </a:moveTo>
                  <a:cubicBezTo>
                    <a:pt x="128032" y="14739"/>
                    <a:pt x="115129" y="63"/>
                    <a:pt x="96126" y="63"/>
                  </a:cubicBezTo>
                  <a:cubicBezTo>
                    <a:pt x="82519" y="63"/>
                    <a:pt x="75950" y="3850"/>
                    <a:pt x="67738" y="10005"/>
                  </a:cubicBezTo>
                  <a:cubicBezTo>
                    <a:pt x="54835" y="19474"/>
                    <a:pt x="41931" y="42436"/>
                    <a:pt x="37474" y="60426"/>
                  </a:cubicBezTo>
                  <a:lnTo>
                    <a:pt x="171" y="210744"/>
                  </a:lnTo>
                  <a:cubicBezTo>
                    <a:pt x="-63" y="211691"/>
                    <a:pt x="1110" y="213111"/>
                    <a:pt x="2987" y="213111"/>
                  </a:cubicBezTo>
                  <a:cubicBezTo>
                    <a:pt x="4864" y="213111"/>
                    <a:pt x="5567" y="212637"/>
                    <a:pt x="5802" y="211927"/>
                  </a:cubicBezTo>
                  <a:lnTo>
                    <a:pt x="22224" y="146592"/>
                  </a:lnTo>
                  <a:cubicBezTo>
                    <a:pt x="26682" y="160796"/>
                    <a:pt x="37005" y="169554"/>
                    <a:pt x="54131" y="169554"/>
                  </a:cubicBezTo>
                  <a:cubicBezTo>
                    <a:pt x="71257" y="169554"/>
                    <a:pt x="88853" y="161269"/>
                    <a:pt x="99410" y="150853"/>
                  </a:cubicBezTo>
                  <a:cubicBezTo>
                    <a:pt x="110671" y="139964"/>
                    <a:pt x="118179" y="124814"/>
                    <a:pt x="118179" y="107297"/>
                  </a:cubicBezTo>
                  <a:cubicBezTo>
                    <a:pt x="118179" y="90253"/>
                    <a:pt x="109498" y="77944"/>
                    <a:pt x="101052" y="72026"/>
                  </a:cubicBezTo>
                  <a:cubicBezTo>
                    <a:pt x="114660" y="64214"/>
                    <a:pt x="128032" y="49537"/>
                    <a:pt x="128032" y="32493"/>
                  </a:cubicBezTo>
                  <a:close/>
                  <a:moveTo>
                    <a:pt x="85803" y="71789"/>
                  </a:moveTo>
                  <a:cubicBezTo>
                    <a:pt x="82753" y="72973"/>
                    <a:pt x="80172" y="73446"/>
                    <a:pt x="74542" y="73446"/>
                  </a:cubicBezTo>
                  <a:cubicBezTo>
                    <a:pt x="71257" y="73446"/>
                    <a:pt x="66565" y="73683"/>
                    <a:pt x="64219" y="72499"/>
                  </a:cubicBezTo>
                  <a:cubicBezTo>
                    <a:pt x="64688" y="70132"/>
                    <a:pt x="73134" y="70605"/>
                    <a:pt x="75715" y="70605"/>
                  </a:cubicBezTo>
                  <a:cubicBezTo>
                    <a:pt x="80642" y="70605"/>
                    <a:pt x="82753" y="70605"/>
                    <a:pt x="85803" y="71789"/>
                  </a:cubicBezTo>
                  <a:close/>
                  <a:moveTo>
                    <a:pt x="114894" y="27049"/>
                  </a:moveTo>
                  <a:cubicBezTo>
                    <a:pt x="114894" y="43619"/>
                    <a:pt x="105979" y="60663"/>
                    <a:pt x="93780" y="68001"/>
                  </a:cubicBezTo>
                  <a:cubicBezTo>
                    <a:pt x="87445" y="65634"/>
                    <a:pt x="82753" y="65161"/>
                    <a:pt x="75715" y="65161"/>
                  </a:cubicBezTo>
                  <a:cubicBezTo>
                    <a:pt x="70788" y="65161"/>
                    <a:pt x="57650" y="64924"/>
                    <a:pt x="57650" y="72736"/>
                  </a:cubicBezTo>
                  <a:cubicBezTo>
                    <a:pt x="57416" y="79364"/>
                    <a:pt x="69615" y="78654"/>
                    <a:pt x="73838" y="78654"/>
                  </a:cubicBezTo>
                  <a:cubicBezTo>
                    <a:pt x="82519" y="78654"/>
                    <a:pt x="86038" y="78417"/>
                    <a:pt x="93076" y="75576"/>
                  </a:cubicBezTo>
                  <a:cubicBezTo>
                    <a:pt x="101991" y="84098"/>
                    <a:pt x="103164" y="91437"/>
                    <a:pt x="103399" y="102326"/>
                  </a:cubicBezTo>
                  <a:cubicBezTo>
                    <a:pt x="103868" y="116056"/>
                    <a:pt x="98237" y="133810"/>
                    <a:pt x="91668" y="143042"/>
                  </a:cubicBezTo>
                  <a:cubicBezTo>
                    <a:pt x="82519" y="155825"/>
                    <a:pt x="66800" y="164347"/>
                    <a:pt x="53427" y="164347"/>
                  </a:cubicBezTo>
                  <a:cubicBezTo>
                    <a:pt x="35597" y="164347"/>
                    <a:pt x="26682" y="150617"/>
                    <a:pt x="26682" y="133810"/>
                  </a:cubicBezTo>
                  <a:cubicBezTo>
                    <a:pt x="26682" y="131442"/>
                    <a:pt x="26682" y="127892"/>
                    <a:pt x="27855" y="123394"/>
                  </a:cubicBezTo>
                  <a:lnTo>
                    <a:pt x="42870" y="63504"/>
                  </a:lnTo>
                  <a:cubicBezTo>
                    <a:pt x="48031" y="43146"/>
                    <a:pt x="64923" y="5507"/>
                    <a:pt x="93076" y="5507"/>
                  </a:cubicBezTo>
                  <a:cubicBezTo>
                    <a:pt x="106683" y="5507"/>
                    <a:pt x="114894" y="12846"/>
                    <a:pt x="114894" y="27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5" name="Freeform: Shape 114">
              <a:extLst>
                <a:ext uri="{FF2B5EF4-FFF2-40B4-BE49-F238E27FC236}">
                  <a16:creationId xmlns:a16="http://schemas.microsoft.com/office/drawing/2014/main" id="{05F004C3-ACDF-D11A-45AB-8DA1C6A6A38F}"/>
                </a:ext>
              </a:extLst>
            </p:cNvPr>
            <p:cNvSpPr/>
            <p:nvPr>
              <p:custDataLst>
                <p:tags r:id="rId89"/>
              </p:custDataLst>
            </p:nvPr>
          </p:nvSpPr>
          <p:spPr>
            <a:xfrm>
              <a:off x="8805711" y="5116711"/>
              <a:ext cx="59777" cy="110027"/>
            </a:xfrm>
            <a:custGeom>
              <a:avLst/>
              <a:gdLst>
                <a:gd name="connsiteX0" fmla="*/ 37262 w 59777"/>
                <a:gd name="connsiteY0" fmla="*/ 4704 h 110027"/>
                <a:gd name="connsiteX1" fmla="*/ 32335 w 59777"/>
                <a:gd name="connsiteY1" fmla="*/ 64 h 110027"/>
                <a:gd name="connsiteX2" fmla="*/ 147 w 59777"/>
                <a:gd name="connsiteY2" fmla="*/ 10669 h 110027"/>
                <a:gd name="connsiteX3" fmla="*/ 147 w 59777"/>
                <a:gd name="connsiteY3" fmla="*/ 16635 h 110027"/>
                <a:gd name="connsiteX4" fmla="*/ 23960 w 59777"/>
                <a:gd name="connsiteY4" fmla="*/ 11995 h 110027"/>
                <a:gd name="connsiteX5" fmla="*/ 23960 w 59777"/>
                <a:gd name="connsiteY5" fmla="*/ 96504 h 110027"/>
                <a:gd name="connsiteX6" fmla="*/ 7537 w 59777"/>
                <a:gd name="connsiteY6" fmla="*/ 104126 h 110027"/>
                <a:gd name="connsiteX7" fmla="*/ 1297 w 59777"/>
                <a:gd name="connsiteY7" fmla="*/ 104126 h 110027"/>
                <a:gd name="connsiteX8" fmla="*/ 1297 w 59777"/>
                <a:gd name="connsiteY8" fmla="*/ 110092 h 110027"/>
                <a:gd name="connsiteX9" fmla="*/ 30529 w 59777"/>
                <a:gd name="connsiteY9" fmla="*/ 109429 h 110027"/>
                <a:gd name="connsiteX10" fmla="*/ 59925 w 59777"/>
                <a:gd name="connsiteY10" fmla="*/ 110092 h 110027"/>
                <a:gd name="connsiteX11" fmla="*/ 59925 w 59777"/>
                <a:gd name="connsiteY11" fmla="*/ 104126 h 110027"/>
                <a:gd name="connsiteX12" fmla="*/ 53685 w 59777"/>
                <a:gd name="connsiteY12" fmla="*/ 104126 h 110027"/>
                <a:gd name="connsiteX13" fmla="*/ 37262 w 59777"/>
                <a:gd name="connsiteY13" fmla="*/ 96504 h 110027"/>
                <a:gd name="connsiteX14" fmla="*/ 37262 w 59777"/>
                <a:gd name="connsiteY14" fmla="*/ 4704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777" h="110027">
                  <a:moveTo>
                    <a:pt x="37262" y="4704"/>
                  </a:moveTo>
                  <a:cubicBezTo>
                    <a:pt x="37262" y="230"/>
                    <a:pt x="36934" y="64"/>
                    <a:pt x="32335" y="64"/>
                  </a:cubicBezTo>
                  <a:cubicBezTo>
                    <a:pt x="21825" y="10504"/>
                    <a:pt x="6881" y="10669"/>
                    <a:pt x="147" y="10669"/>
                  </a:cubicBezTo>
                  <a:lnTo>
                    <a:pt x="147" y="16635"/>
                  </a:lnTo>
                  <a:cubicBezTo>
                    <a:pt x="4089" y="16635"/>
                    <a:pt x="14928" y="16635"/>
                    <a:pt x="23960" y="11995"/>
                  </a:cubicBezTo>
                  <a:lnTo>
                    <a:pt x="23960" y="96504"/>
                  </a:lnTo>
                  <a:cubicBezTo>
                    <a:pt x="23960" y="101972"/>
                    <a:pt x="23960" y="104126"/>
                    <a:pt x="7537" y="104126"/>
                  </a:cubicBezTo>
                  <a:lnTo>
                    <a:pt x="1297" y="104126"/>
                  </a:lnTo>
                  <a:lnTo>
                    <a:pt x="1297" y="110092"/>
                  </a:lnTo>
                  <a:cubicBezTo>
                    <a:pt x="4253" y="109926"/>
                    <a:pt x="24453" y="109429"/>
                    <a:pt x="30529" y="109429"/>
                  </a:cubicBezTo>
                  <a:cubicBezTo>
                    <a:pt x="35620" y="109429"/>
                    <a:pt x="56312" y="109926"/>
                    <a:pt x="59925" y="110092"/>
                  </a:cubicBezTo>
                  <a:lnTo>
                    <a:pt x="59925" y="104126"/>
                  </a:lnTo>
                  <a:lnTo>
                    <a:pt x="53685" y="104126"/>
                  </a:lnTo>
                  <a:cubicBezTo>
                    <a:pt x="37262" y="104126"/>
                    <a:pt x="37262" y="101972"/>
                    <a:pt x="37262" y="96504"/>
                  </a:cubicBezTo>
                  <a:lnTo>
                    <a:pt x="37262" y="470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6" name="Freeform: Shape 115">
              <a:extLst>
                <a:ext uri="{FF2B5EF4-FFF2-40B4-BE49-F238E27FC236}">
                  <a16:creationId xmlns:a16="http://schemas.microsoft.com/office/drawing/2014/main" id="{3996A6A3-FCDE-456B-7802-DE1688D82CE2}"/>
                </a:ext>
              </a:extLst>
            </p:cNvPr>
            <p:cNvSpPr/>
            <p:nvPr>
              <p:custDataLst>
                <p:tags r:id="rId90"/>
              </p:custDataLst>
            </p:nvPr>
          </p:nvSpPr>
          <p:spPr>
            <a:xfrm>
              <a:off x="8899862" y="5086601"/>
              <a:ext cx="116834" cy="107234"/>
            </a:xfrm>
            <a:custGeom>
              <a:avLst/>
              <a:gdLst>
                <a:gd name="connsiteX0" fmla="*/ 71707 w 116834"/>
                <a:gd name="connsiteY0" fmla="*/ 33204 h 107234"/>
                <a:gd name="connsiteX1" fmla="*/ 94933 w 116834"/>
                <a:gd name="connsiteY1" fmla="*/ 5271 h 107234"/>
                <a:gd name="connsiteX2" fmla="*/ 106663 w 116834"/>
                <a:gd name="connsiteY2" fmla="*/ 8348 h 107234"/>
                <a:gd name="connsiteX3" fmla="*/ 95402 w 116834"/>
                <a:gd name="connsiteY3" fmla="*/ 21131 h 107234"/>
                <a:gd name="connsiteX4" fmla="*/ 104317 w 116834"/>
                <a:gd name="connsiteY4" fmla="*/ 29416 h 107234"/>
                <a:gd name="connsiteX5" fmla="*/ 116986 w 116834"/>
                <a:gd name="connsiteY5" fmla="*/ 15686 h 107234"/>
                <a:gd name="connsiteX6" fmla="*/ 95168 w 116834"/>
                <a:gd name="connsiteY6" fmla="*/ 63 h 107234"/>
                <a:gd name="connsiteX7" fmla="*/ 70534 w 116834"/>
                <a:gd name="connsiteY7" fmla="*/ 18054 h 107234"/>
                <a:gd name="connsiteX8" fmla="*/ 45196 w 116834"/>
                <a:gd name="connsiteY8" fmla="*/ 63 h 107234"/>
                <a:gd name="connsiteX9" fmla="*/ 7425 w 116834"/>
                <a:gd name="connsiteY9" fmla="*/ 36518 h 107234"/>
                <a:gd name="connsiteX10" fmla="*/ 10240 w 116834"/>
                <a:gd name="connsiteY10" fmla="*/ 38885 h 107234"/>
                <a:gd name="connsiteX11" fmla="*/ 13290 w 116834"/>
                <a:gd name="connsiteY11" fmla="*/ 36281 h 107234"/>
                <a:gd name="connsiteX12" fmla="*/ 44727 w 116834"/>
                <a:gd name="connsiteY12" fmla="*/ 5271 h 107234"/>
                <a:gd name="connsiteX13" fmla="*/ 57396 w 116834"/>
                <a:gd name="connsiteY13" fmla="*/ 21131 h 107234"/>
                <a:gd name="connsiteX14" fmla="*/ 44727 w 116834"/>
                <a:gd name="connsiteY14" fmla="*/ 77470 h 107234"/>
                <a:gd name="connsiteX15" fmla="*/ 22439 w 116834"/>
                <a:gd name="connsiteY15" fmla="*/ 102089 h 107234"/>
                <a:gd name="connsiteX16" fmla="*/ 10709 w 116834"/>
                <a:gd name="connsiteY16" fmla="*/ 99012 h 107234"/>
                <a:gd name="connsiteX17" fmla="*/ 21736 w 116834"/>
                <a:gd name="connsiteY17" fmla="*/ 86229 h 107234"/>
                <a:gd name="connsiteX18" fmla="*/ 13055 w 116834"/>
                <a:gd name="connsiteY18" fmla="*/ 77944 h 107234"/>
                <a:gd name="connsiteX19" fmla="*/ 152 w 116834"/>
                <a:gd name="connsiteY19" fmla="*/ 91673 h 107234"/>
                <a:gd name="connsiteX20" fmla="*/ 22205 w 116834"/>
                <a:gd name="connsiteY20" fmla="*/ 107297 h 107234"/>
                <a:gd name="connsiteX21" fmla="*/ 46839 w 116834"/>
                <a:gd name="connsiteY21" fmla="*/ 89306 h 107234"/>
                <a:gd name="connsiteX22" fmla="*/ 72176 w 116834"/>
                <a:gd name="connsiteY22" fmla="*/ 107297 h 107234"/>
                <a:gd name="connsiteX23" fmla="*/ 109713 w 116834"/>
                <a:gd name="connsiteY23" fmla="*/ 70842 h 107234"/>
                <a:gd name="connsiteX24" fmla="*/ 106898 w 116834"/>
                <a:gd name="connsiteY24" fmla="*/ 68475 h 107234"/>
                <a:gd name="connsiteX25" fmla="*/ 103848 w 116834"/>
                <a:gd name="connsiteY25" fmla="*/ 71079 h 107234"/>
                <a:gd name="connsiteX26" fmla="*/ 72645 w 116834"/>
                <a:gd name="connsiteY26" fmla="*/ 102089 h 107234"/>
                <a:gd name="connsiteX27" fmla="*/ 59742 w 116834"/>
                <a:gd name="connsiteY27" fmla="*/ 86466 h 107234"/>
                <a:gd name="connsiteX28" fmla="*/ 63730 w 116834"/>
                <a:gd name="connsiteY28" fmla="*/ 65634 h 107234"/>
                <a:gd name="connsiteX29" fmla="*/ 71707 w 116834"/>
                <a:gd name="connsiteY29" fmla="*/ 33204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834" h="107234">
                  <a:moveTo>
                    <a:pt x="71707" y="33204"/>
                  </a:moveTo>
                  <a:cubicBezTo>
                    <a:pt x="73115" y="27049"/>
                    <a:pt x="78511" y="5271"/>
                    <a:pt x="94933" y="5271"/>
                  </a:cubicBezTo>
                  <a:cubicBezTo>
                    <a:pt x="96106" y="5271"/>
                    <a:pt x="101737" y="5271"/>
                    <a:pt x="106663" y="8348"/>
                  </a:cubicBezTo>
                  <a:cubicBezTo>
                    <a:pt x="100094" y="9532"/>
                    <a:pt x="95402" y="15450"/>
                    <a:pt x="95402" y="21131"/>
                  </a:cubicBezTo>
                  <a:cubicBezTo>
                    <a:pt x="95402" y="24918"/>
                    <a:pt x="97983" y="29416"/>
                    <a:pt x="104317" y="29416"/>
                  </a:cubicBezTo>
                  <a:cubicBezTo>
                    <a:pt x="109479" y="29416"/>
                    <a:pt x="116986" y="25155"/>
                    <a:pt x="116986" y="15686"/>
                  </a:cubicBezTo>
                  <a:cubicBezTo>
                    <a:pt x="116986" y="3377"/>
                    <a:pt x="103144" y="63"/>
                    <a:pt x="95168" y="63"/>
                  </a:cubicBezTo>
                  <a:cubicBezTo>
                    <a:pt x="81560" y="63"/>
                    <a:pt x="73349" y="12609"/>
                    <a:pt x="70534" y="18054"/>
                  </a:cubicBezTo>
                  <a:cubicBezTo>
                    <a:pt x="64669" y="2430"/>
                    <a:pt x="52000" y="63"/>
                    <a:pt x="45196" y="63"/>
                  </a:cubicBezTo>
                  <a:cubicBezTo>
                    <a:pt x="20797" y="63"/>
                    <a:pt x="7425" y="30600"/>
                    <a:pt x="7425" y="36518"/>
                  </a:cubicBezTo>
                  <a:cubicBezTo>
                    <a:pt x="7425" y="38885"/>
                    <a:pt x="9771" y="38885"/>
                    <a:pt x="10240" y="38885"/>
                  </a:cubicBezTo>
                  <a:cubicBezTo>
                    <a:pt x="12117" y="38885"/>
                    <a:pt x="12821" y="38411"/>
                    <a:pt x="13290" y="36281"/>
                  </a:cubicBezTo>
                  <a:cubicBezTo>
                    <a:pt x="21266" y="11189"/>
                    <a:pt x="36750" y="5271"/>
                    <a:pt x="44727" y="5271"/>
                  </a:cubicBezTo>
                  <a:cubicBezTo>
                    <a:pt x="49185" y="5271"/>
                    <a:pt x="57396" y="7401"/>
                    <a:pt x="57396" y="21131"/>
                  </a:cubicBezTo>
                  <a:cubicBezTo>
                    <a:pt x="57396" y="28469"/>
                    <a:pt x="53408" y="44329"/>
                    <a:pt x="44727" y="77470"/>
                  </a:cubicBezTo>
                  <a:cubicBezTo>
                    <a:pt x="40973" y="92147"/>
                    <a:pt x="32762" y="102089"/>
                    <a:pt x="22439" y="102089"/>
                  </a:cubicBezTo>
                  <a:cubicBezTo>
                    <a:pt x="21032" y="102089"/>
                    <a:pt x="15636" y="102089"/>
                    <a:pt x="10709" y="99012"/>
                  </a:cubicBezTo>
                  <a:cubicBezTo>
                    <a:pt x="16574" y="97828"/>
                    <a:pt x="21736" y="92857"/>
                    <a:pt x="21736" y="86229"/>
                  </a:cubicBezTo>
                  <a:cubicBezTo>
                    <a:pt x="21736" y="79837"/>
                    <a:pt x="16574" y="77944"/>
                    <a:pt x="13055" y="77944"/>
                  </a:cubicBezTo>
                  <a:cubicBezTo>
                    <a:pt x="6017" y="77944"/>
                    <a:pt x="152" y="84098"/>
                    <a:pt x="152" y="91673"/>
                  </a:cubicBezTo>
                  <a:cubicBezTo>
                    <a:pt x="152" y="102563"/>
                    <a:pt x="11882" y="107297"/>
                    <a:pt x="22205" y="107297"/>
                  </a:cubicBezTo>
                  <a:cubicBezTo>
                    <a:pt x="37689" y="107297"/>
                    <a:pt x="46135" y="90727"/>
                    <a:pt x="46839" y="89306"/>
                  </a:cubicBezTo>
                  <a:cubicBezTo>
                    <a:pt x="49654" y="98065"/>
                    <a:pt x="58100" y="107297"/>
                    <a:pt x="72176" y="107297"/>
                  </a:cubicBezTo>
                  <a:cubicBezTo>
                    <a:pt x="96341" y="107297"/>
                    <a:pt x="109713" y="76760"/>
                    <a:pt x="109713" y="70842"/>
                  </a:cubicBezTo>
                  <a:cubicBezTo>
                    <a:pt x="109713" y="68475"/>
                    <a:pt x="107602" y="68475"/>
                    <a:pt x="106898" y="68475"/>
                  </a:cubicBezTo>
                  <a:cubicBezTo>
                    <a:pt x="104787" y="68475"/>
                    <a:pt x="104317" y="69422"/>
                    <a:pt x="103848" y="71079"/>
                  </a:cubicBezTo>
                  <a:cubicBezTo>
                    <a:pt x="96106" y="96408"/>
                    <a:pt x="80153" y="102089"/>
                    <a:pt x="72645" y="102089"/>
                  </a:cubicBezTo>
                  <a:cubicBezTo>
                    <a:pt x="63496" y="102089"/>
                    <a:pt x="59742" y="94514"/>
                    <a:pt x="59742" y="86466"/>
                  </a:cubicBezTo>
                  <a:cubicBezTo>
                    <a:pt x="59742" y="81258"/>
                    <a:pt x="61150" y="76050"/>
                    <a:pt x="63730" y="65634"/>
                  </a:cubicBezTo>
                  <a:lnTo>
                    <a:pt x="71707" y="3320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7" name="Freeform: Shape 116">
              <a:extLst>
                <a:ext uri="{FF2B5EF4-FFF2-40B4-BE49-F238E27FC236}">
                  <a16:creationId xmlns:a16="http://schemas.microsoft.com/office/drawing/2014/main" id="{6A3F8D2F-2AC1-77FF-2E2B-D4EA925225A9}"/>
                </a:ext>
              </a:extLst>
            </p:cNvPr>
            <p:cNvSpPr/>
            <p:nvPr>
              <p:custDataLst>
                <p:tags r:id="rId91"/>
              </p:custDataLst>
            </p:nvPr>
          </p:nvSpPr>
          <p:spPr>
            <a:xfrm>
              <a:off x="9034862" y="5116877"/>
              <a:ext cx="49760" cy="111518"/>
            </a:xfrm>
            <a:custGeom>
              <a:avLst/>
              <a:gdLst>
                <a:gd name="connsiteX0" fmla="*/ 45648 w 49760"/>
                <a:gd name="connsiteY0" fmla="*/ 6361 h 111518"/>
                <a:gd name="connsiteX1" fmla="*/ 39079 w 49760"/>
                <a:gd name="connsiteY1" fmla="*/ 64 h 111518"/>
                <a:gd name="connsiteX2" fmla="*/ 29882 w 49760"/>
                <a:gd name="connsiteY2" fmla="*/ 9178 h 111518"/>
                <a:gd name="connsiteX3" fmla="*/ 36451 w 49760"/>
                <a:gd name="connsiteY3" fmla="*/ 15475 h 111518"/>
                <a:gd name="connsiteX4" fmla="*/ 45648 w 49760"/>
                <a:gd name="connsiteY4" fmla="*/ 6361 h 111518"/>
                <a:gd name="connsiteX5" fmla="*/ 12146 w 49760"/>
                <a:gd name="connsiteY5" fmla="*/ 90539 h 111518"/>
                <a:gd name="connsiteX6" fmla="*/ 10668 w 49760"/>
                <a:gd name="connsiteY6" fmla="*/ 97498 h 111518"/>
                <a:gd name="connsiteX7" fmla="*/ 26269 w 49760"/>
                <a:gd name="connsiteY7" fmla="*/ 111583 h 111518"/>
                <a:gd name="connsiteX8" fmla="*/ 49918 w 49760"/>
                <a:gd name="connsiteY8" fmla="*/ 86230 h 111518"/>
                <a:gd name="connsiteX9" fmla="*/ 47290 w 49760"/>
                <a:gd name="connsiteY9" fmla="*/ 84076 h 111518"/>
                <a:gd name="connsiteX10" fmla="*/ 44170 w 49760"/>
                <a:gd name="connsiteY10" fmla="*/ 86893 h 111518"/>
                <a:gd name="connsiteX11" fmla="*/ 26762 w 49760"/>
                <a:gd name="connsiteY11" fmla="*/ 106943 h 111518"/>
                <a:gd name="connsiteX12" fmla="*/ 22656 w 49760"/>
                <a:gd name="connsiteY12" fmla="*/ 101144 h 111518"/>
                <a:gd name="connsiteX13" fmla="*/ 25284 w 49760"/>
                <a:gd name="connsiteY13" fmla="*/ 90539 h 111518"/>
                <a:gd name="connsiteX14" fmla="*/ 30539 w 49760"/>
                <a:gd name="connsiteY14" fmla="*/ 77282 h 111518"/>
                <a:gd name="connsiteX15" fmla="*/ 38586 w 49760"/>
                <a:gd name="connsiteY15" fmla="*/ 56238 h 111518"/>
                <a:gd name="connsiteX16" fmla="*/ 39571 w 49760"/>
                <a:gd name="connsiteY16" fmla="*/ 50935 h 111518"/>
                <a:gd name="connsiteX17" fmla="*/ 23970 w 49760"/>
                <a:gd name="connsiteY17" fmla="*/ 36851 h 111518"/>
                <a:gd name="connsiteX18" fmla="*/ 157 w 49760"/>
                <a:gd name="connsiteY18" fmla="*/ 62203 h 111518"/>
                <a:gd name="connsiteX19" fmla="*/ 2949 w 49760"/>
                <a:gd name="connsiteY19" fmla="*/ 64357 h 111518"/>
                <a:gd name="connsiteX20" fmla="*/ 5905 w 49760"/>
                <a:gd name="connsiteY20" fmla="*/ 61706 h 111518"/>
                <a:gd name="connsiteX21" fmla="*/ 23477 w 49760"/>
                <a:gd name="connsiteY21" fmla="*/ 41490 h 111518"/>
                <a:gd name="connsiteX22" fmla="*/ 27583 w 49760"/>
                <a:gd name="connsiteY22" fmla="*/ 47290 h 111518"/>
                <a:gd name="connsiteX23" fmla="*/ 22492 w 49760"/>
                <a:gd name="connsiteY23" fmla="*/ 63860 h 111518"/>
                <a:gd name="connsiteX24" fmla="*/ 12146 w 49760"/>
                <a:gd name="connsiteY24" fmla="*/ 90539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9760" h="111518">
                  <a:moveTo>
                    <a:pt x="45648" y="6361"/>
                  </a:moveTo>
                  <a:cubicBezTo>
                    <a:pt x="45648" y="3710"/>
                    <a:pt x="43677" y="64"/>
                    <a:pt x="39079" y="64"/>
                  </a:cubicBezTo>
                  <a:cubicBezTo>
                    <a:pt x="34645" y="64"/>
                    <a:pt x="29882" y="4373"/>
                    <a:pt x="29882" y="9178"/>
                  </a:cubicBezTo>
                  <a:cubicBezTo>
                    <a:pt x="29882" y="11995"/>
                    <a:pt x="32017" y="15475"/>
                    <a:pt x="36451" y="15475"/>
                  </a:cubicBezTo>
                  <a:cubicBezTo>
                    <a:pt x="41214" y="15475"/>
                    <a:pt x="45648" y="10835"/>
                    <a:pt x="45648" y="6361"/>
                  </a:cubicBezTo>
                  <a:close/>
                  <a:moveTo>
                    <a:pt x="12146" y="90539"/>
                  </a:moveTo>
                  <a:cubicBezTo>
                    <a:pt x="11489" y="92693"/>
                    <a:pt x="10668" y="94681"/>
                    <a:pt x="10668" y="97498"/>
                  </a:cubicBezTo>
                  <a:cubicBezTo>
                    <a:pt x="10668" y="105286"/>
                    <a:pt x="17237" y="111583"/>
                    <a:pt x="26269" y="111583"/>
                  </a:cubicBezTo>
                  <a:cubicBezTo>
                    <a:pt x="42692" y="111583"/>
                    <a:pt x="49918" y="88716"/>
                    <a:pt x="49918" y="86230"/>
                  </a:cubicBezTo>
                  <a:cubicBezTo>
                    <a:pt x="49918" y="84076"/>
                    <a:pt x="47783" y="84076"/>
                    <a:pt x="47290" y="84076"/>
                  </a:cubicBezTo>
                  <a:cubicBezTo>
                    <a:pt x="44991" y="84076"/>
                    <a:pt x="44827" y="85070"/>
                    <a:pt x="44170" y="86893"/>
                  </a:cubicBezTo>
                  <a:cubicBezTo>
                    <a:pt x="40393" y="100150"/>
                    <a:pt x="33167" y="106943"/>
                    <a:pt x="26762" y="106943"/>
                  </a:cubicBezTo>
                  <a:cubicBezTo>
                    <a:pt x="23477" y="106943"/>
                    <a:pt x="22656" y="104789"/>
                    <a:pt x="22656" y="101144"/>
                  </a:cubicBezTo>
                  <a:cubicBezTo>
                    <a:pt x="22656" y="97333"/>
                    <a:pt x="23806" y="94184"/>
                    <a:pt x="25284" y="90539"/>
                  </a:cubicBezTo>
                  <a:cubicBezTo>
                    <a:pt x="26926" y="86065"/>
                    <a:pt x="28733" y="81591"/>
                    <a:pt x="30539" y="77282"/>
                  </a:cubicBezTo>
                  <a:cubicBezTo>
                    <a:pt x="32017" y="73305"/>
                    <a:pt x="37929" y="58226"/>
                    <a:pt x="38586" y="56238"/>
                  </a:cubicBezTo>
                  <a:cubicBezTo>
                    <a:pt x="39079" y="54581"/>
                    <a:pt x="39571" y="52592"/>
                    <a:pt x="39571" y="50935"/>
                  </a:cubicBezTo>
                  <a:cubicBezTo>
                    <a:pt x="39571" y="43147"/>
                    <a:pt x="33002" y="36851"/>
                    <a:pt x="23970" y="36851"/>
                  </a:cubicBezTo>
                  <a:cubicBezTo>
                    <a:pt x="7712" y="36851"/>
                    <a:pt x="157" y="59386"/>
                    <a:pt x="157" y="62203"/>
                  </a:cubicBezTo>
                  <a:cubicBezTo>
                    <a:pt x="157" y="64357"/>
                    <a:pt x="2457" y="64357"/>
                    <a:pt x="2949" y="64357"/>
                  </a:cubicBezTo>
                  <a:cubicBezTo>
                    <a:pt x="5248" y="64357"/>
                    <a:pt x="5413" y="63529"/>
                    <a:pt x="5905" y="61706"/>
                  </a:cubicBezTo>
                  <a:cubicBezTo>
                    <a:pt x="10175" y="47456"/>
                    <a:pt x="17401" y="41490"/>
                    <a:pt x="23477" y="41490"/>
                  </a:cubicBezTo>
                  <a:cubicBezTo>
                    <a:pt x="26105" y="41490"/>
                    <a:pt x="27583" y="42816"/>
                    <a:pt x="27583" y="47290"/>
                  </a:cubicBezTo>
                  <a:cubicBezTo>
                    <a:pt x="27583" y="51101"/>
                    <a:pt x="26598" y="53587"/>
                    <a:pt x="22492" y="63860"/>
                  </a:cubicBezTo>
                  <a:lnTo>
                    <a:pt x="12146" y="9053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392" name="Group 391">
            <a:extLst>
              <a:ext uri="{FF2B5EF4-FFF2-40B4-BE49-F238E27FC236}">
                <a16:creationId xmlns:a16="http://schemas.microsoft.com/office/drawing/2014/main" id="{EC534867-9D44-1C04-5546-2AC841527017}"/>
              </a:ext>
            </a:extLst>
          </p:cNvPr>
          <p:cNvGrpSpPr>
            <a:grpSpLocks noChangeAspect="1"/>
          </p:cNvGrpSpPr>
          <p:nvPr>
            <p:custDataLst>
              <p:tags r:id="rId7"/>
            </p:custDataLst>
          </p:nvPr>
        </p:nvGrpSpPr>
        <p:grpSpPr>
          <a:xfrm>
            <a:off x="4848221" y="4117975"/>
            <a:ext cx="4655680" cy="230802"/>
            <a:chOff x="7080842" y="5752189"/>
            <a:chExt cx="4655680" cy="230802"/>
          </a:xfrm>
        </p:grpSpPr>
        <p:sp>
          <p:nvSpPr>
            <p:cNvPr id="359" name="Freeform: Shape 358">
              <a:extLst>
                <a:ext uri="{FF2B5EF4-FFF2-40B4-BE49-F238E27FC236}">
                  <a16:creationId xmlns:a16="http://schemas.microsoft.com/office/drawing/2014/main" id="{F2748649-76A0-B56B-D2D1-47EA984429C7}"/>
                </a:ext>
              </a:extLst>
            </p:cNvPr>
            <p:cNvSpPr/>
            <p:nvPr>
              <p:custDataLst>
                <p:tags r:id="rId46"/>
              </p:custDataLst>
            </p:nvPr>
          </p:nvSpPr>
          <p:spPr>
            <a:xfrm>
              <a:off x="7080842" y="5762575"/>
              <a:ext cx="167435" cy="167793"/>
            </a:xfrm>
            <a:custGeom>
              <a:avLst/>
              <a:gdLst>
                <a:gd name="connsiteX0" fmla="*/ 167512 w 167435"/>
                <a:gd name="connsiteY0" fmla="*/ 2371 h 167793"/>
                <a:gd name="connsiteX1" fmla="*/ 164918 w 167435"/>
                <a:gd name="connsiteY1" fmla="*/ 63 h 167793"/>
                <a:gd name="connsiteX2" fmla="*/ 161380 w 167435"/>
                <a:gd name="connsiteY2" fmla="*/ 2832 h 167793"/>
                <a:gd name="connsiteX3" fmla="*/ 144873 w 167435"/>
                <a:gd name="connsiteY3" fmla="*/ 20604 h 167793"/>
                <a:gd name="connsiteX4" fmla="*/ 105726 w 167435"/>
                <a:gd name="connsiteY4" fmla="*/ 63 h 167793"/>
                <a:gd name="connsiteX5" fmla="*/ 77 w 167435"/>
                <a:gd name="connsiteY5" fmla="*/ 104616 h 167793"/>
                <a:gd name="connsiteX6" fmla="*/ 63985 w 167435"/>
                <a:gd name="connsiteY6" fmla="*/ 167856 h 167793"/>
                <a:gd name="connsiteX7" fmla="*/ 114923 w 167435"/>
                <a:gd name="connsiteY7" fmla="*/ 148007 h 167793"/>
                <a:gd name="connsiteX8" fmla="*/ 140864 w 167435"/>
                <a:gd name="connsiteY8" fmla="*/ 107386 h 167793"/>
                <a:gd name="connsiteX9" fmla="*/ 138034 w 167435"/>
                <a:gd name="connsiteY9" fmla="*/ 105078 h 167793"/>
                <a:gd name="connsiteX10" fmla="*/ 134968 w 167435"/>
                <a:gd name="connsiteY10" fmla="*/ 107386 h 167793"/>
                <a:gd name="connsiteX11" fmla="*/ 111150 w 167435"/>
                <a:gd name="connsiteY11" fmla="*/ 143853 h 167793"/>
                <a:gd name="connsiteX12" fmla="*/ 67758 w 167435"/>
                <a:gd name="connsiteY12" fmla="*/ 160701 h 167793"/>
                <a:gd name="connsiteX13" fmla="*/ 21537 w 167435"/>
                <a:gd name="connsiteY13" fmla="*/ 112694 h 167793"/>
                <a:gd name="connsiteX14" fmla="*/ 50071 w 167435"/>
                <a:gd name="connsiteY14" fmla="*/ 35145 h 167793"/>
                <a:gd name="connsiteX15" fmla="*/ 107613 w 167435"/>
                <a:gd name="connsiteY15" fmla="*/ 7218 h 167793"/>
                <a:gd name="connsiteX16" fmla="*/ 145580 w 167435"/>
                <a:gd name="connsiteY16" fmla="*/ 51763 h 167793"/>
                <a:gd name="connsiteX17" fmla="*/ 144873 w 167435"/>
                <a:gd name="connsiteY17" fmla="*/ 63533 h 167793"/>
                <a:gd name="connsiteX18" fmla="*/ 148410 w 167435"/>
                <a:gd name="connsiteY18" fmla="*/ 65841 h 167793"/>
                <a:gd name="connsiteX19" fmla="*/ 152655 w 167435"/>
                <a:gd name="connsiteY19" fmla="*/ 61225 h 167793"/>
                <a:gd name="connsiteX20" fmla="*/ 167512 w 167435"/>
                <a:gd name="connsiteY20" fmla="*/ 2371 h 167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7435" h="167793">
                  <a:moveTo>
                    <a:pt x="167512" y="2371"/>
                  </a:moveTo>
                  <a:cubicBezTo>
                    <a:pt x="167512" y="1678"/>
                    <a:pt x="167040" y="63"/>
                    <a:pt x="164918" y="63"/>
                  </a:cubicBezTo>
                  <a:cubicBezTo>
                    <a:pt x="164210" y="63"/>
                    <a:pt x="163974" y="294"/>
                    <a:pt x="161380" y="2832"/>
                  </a:cubicBezTo>
                  <a:lnTo>
                    <a:pt x="144873" y="20604"/>
                  </a:lnTo>
                  <a:cubicBezTo>
                    <a:pt x="142750" y="17373"/>
                    <a:pt x="131902" y="63"/>
                    <a:pt x="105726" y="63"/>
                  </a:cubicBezTo>
                  <a:cubicBezTo>
                    <a:pt x="53137" y="63"/>
                    <a:pt x="77" y="51070"/>
                    <a:pt x="77" y="104616"/>
                  </a:cubicBezTo>
                  <a:cubicBezTo>
                    <a:pt x="77" y="142699"/>
                    <a:pt x="27904" y="167856"/>
                    <a:pt x="63985" y="167856"/>
                  </a:cubicBezTo>
                  <a:cubicBezTo>
                    <a:pt x="84502" y="167856"/>
                    <a:pt x="102424" y="158624"/>
                    <a:pt x="114923" y="148007"/>
                  </a:cubicBezTo>
                  <a:cubicBezTo>
                    <a:pt x="136855" y="129081"/>
                    <a:pt x="140864" y="108078"/>
                    <a:pt x="140864" y="107386"/>
                  </a:cubicBezTo>
                  <a:cubicBezTo>
                    <a:pt x="140864" y="105078"/>
                    <a:pt x="138505" y="105078"/>
                    <a:pt x="138034" y="105078"/>
                  </a:cubicBezTo>
                  <a:cubicBezTo>
                    <a:pt x="136619" y="105078"/>
                    <a:pt x="135440" y="105539"/>
                    <a:pt x="134968" y="107386"/>
                  </a:cubicBezTo>
                  <a:cubicBezTo>
                    <a:pt x="132846" y="114079"/>
                    <a:pt x="127422" y="130466"/>
                    <a:pt x="111150" y="143853"/>
                  </a:cubicBezTo>
                  <a:cubicBezTo>
                    <a:pt x="94878" y="156778"/>
                    <a:pt x="80021" y="160701"/>
                    <a:pt x="67758" y="160701"/>
                  </a:cubicBezTo>
                  <a:cubicBezTo>
                    <a:pt x="46534" y="160701"/>
                    <a:pt x="21537" y="148700"/>
                    <a:pt x="21537" y="112694"/>
                  </a:cubicBezTo>
                  <a:cubicBezTo>
                    <a:pt x="21537" y="99539"/>
                    <a:pt x="26489" y="62149"/>
                    <a:pt x="50071" y="35145"/>
                  </a:cubicBezTo>
                  <a:cubicBezTo>
                    <a:pt x="64457" y="18758"/>
                    <a:pt x="86624" y="7218"/>
                    <a:pt x="107613" y="7218"/>
                  </a:cubicBezTo>
                  <a:cubicBezTo>
                    <a:pt x="131667" y="7218"/>
                    <a:pt x="145580" y="24989"/>
                    <a:pt x="145580" y="51763"/>
                  </a:cubicBezTo>
                  <a:cubicBezTo>
                    <a:pt x="145580" y="60995"/>
                    <a:pt x="144873" y="61225"/>
                    <a:pt x="144873" y="63533"/>
                  </a:cubicBezTo>
                  <a:cubicBezTo>
                    <a:pt x="144873" y="65841"/>
                    <a:pt x="147467" y="65841"/>
                    <a:pt x="148410" y="65841"/>
                  </a:cubicBezTo>
                  <a:cubicBezTo>
                    <a:pt x="151476" y="65841"/>
                    <a:pt x="151476" y="65380"/>
                    <a:pt x="152655" y="61225"/>
                  </a:cubicBezTo>
                  <a:lnTo>
                    <a:pt x="167512" y="23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0" name="Freeform: Shape 359">
              <a:extLst>
                <a:ext uri="{FF2B5EF4-FFF2-40B4-BE49-F238E27FC236}">
                  <a16:creationId xmlns:a16="http://schemas.microsoft.com/office/drawing/2014/main" id="{CE97EE4E-947E-710A-3F8D-BDAEAFCEB30A}"/>
                </a:ext>
              </a:extLst>
            </p:cNvPr>
            <p:cNvSpPr/>
            <p:nvPr>
              <p:custDataLst>
                <p:tags r:id="rId47"/>
              </p:custDataLst>
            </p:nvPr>
          </p:nvSpPr>
          <p:spPr>
            <a:xfrm>
              <a:off x="7264136" y="5823276"/>
              <a:ext cx="100932" cy="104553"/>
            </a:xfrm>
            <a:custGeom>
              <a:avLst/>
              <a:gdLst>
                <a:gd name="connsiteX0" fmla="*/ 101017 w 100932"/>
                <a:gd name="connsiteY0" fmla="*/ 39068 h 104553"/>
                <a:gd name="connsiteX1" fmla="*/ 63285 w 100932"/>
                <a:gd name="connsiteY1" fmla="*/ 63 h 104553"/>
                <a:gd name="connsiteX2" fmla="*/ 85 w 100932"/>
                <a:gd name="connsiteY2" fmla="*/ 65611 h 104553"/>
                <a:gd name="connsiteX3" fmla="*/ 37816 w 100932"/>
                <a:gd name="connsiteY3" fmla="*/ 104616 h 104553"/>
                <a:gd name="connsiteX4" fmla="*/ 101017 w 100932"/>
                <a:gd name="connsiteY4" fmla="*/ 39068 h 104553"/>
                <a:gd name="connsiteX5" fmla="*/ 38052 w 100932"/>
                <a:gd name="connsiteY5" fmla="*/ 99539 h 104553"/>
                <a:gd name="connsiteX6" fmla="*/ 17536 w 100932"/>
                <a:gd name="connsiteY6" fmla="*/ 74381 h 104553"/>
                <a:gd name="connsiteX7" fmla="*/ 31213 w 100932"/>
                <a:gd name="connsiteY7" fmla="*/ 26374 h 104553"/>
                <a:gd name="connsiteX8" fmla="*/ 63050 w 100932"/>
                <a:gd name="connsiteY8" fmla="*/ 5140 h 104553"/>
                <a:gd name="connsiteX9" fmla="*/ 83802 w 100932"/>
                <a:gd name="connsiteY9" fmla="*/ 30067 h 104553"/>
                <a:gd name="connsiteX10" fmla="*/ 70124 w 100932"/>
                <a:gd name="connsiteY10" fmla="*/ 78305 h 104553"/>
                <a:gd name="connsiteX11" fmla="*/ 38052 w 100932"/>
                <a:gd name="connsiteY11" fmla="*/ 99539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32" h="104553">
                  <a:moveTo>
                    <a:pt x="101017" y="39068"/>
                  </a:moveTo>
                  <a:cubicBezTo>
                    <a:pt x="101017" y="15065"/>
                    <a:pt x="84510" y="63"/>
                    <a:pt x="63285" y="63"/>
                  </a:cubicBezTo>
                  <a:cubicBezTo>
                    <a:pt x="31685" y="63"/>
                    <a:pt x="85" y="32837"/>
                    <a:pt x="85" y="65611"/>
                  </a:cubicBezTo>
                  <a:cubicBezTo>
                    <a:pt x="85" y="88460"/>
                    <a:pt x="15885" y="104616"/>
                    <a:pt x="37816" y="104616"/>
                  </a:cubicBezTo>
                  <a:cubicBezTo>
                    <a:pt x="69181" y="104616"/>
                    <a:pt x="101017" y="72766"/>
                    <a:pt x="101017" y="39068"/>
                  </a:cubicBezTo>
                  <a:close/>
                  <a:moveTo>
                    <a:pt x="38052" y="99539"/>
                  </a:moveTo>
                  <a:cubicBezTo>
                    <a:pt x="27912" y="99539"/>
                    <a:pt x="17536" y="92384"/>
                    <a:pt x="17536" y="74381"/>
                  </a:cubicBezTo>
                  <a:cubicBezTo>
                    <a:pt x="17536" y="63072"/>
                    <a:pt x="23667" y="38145"/>
                    <a:pt x="31213" y="26374"/>
                  </a:cubicBezTo>
                  <a:cubicBezTo>
                    <a:pt x="43005" y="8602"/>
                    <a:pt x="56447" y="5140"/>
                    <a:pt x="63050" y="5140"/>
                  </a:cubicBezTo>
                  <a:cubicBezTo>
                    <a:pt x="76727" y="5140"/>
                    <a:pt x="83802" y="16219"/>
                    <a:pt x="83802" y="30067"/>
                  </a:cubicBezTo>
                  <a:cubicBezTo>
                    <a:pt x="83802" y="39068"/>
                    <a:pt x="79086" y="63303"/>
                    <a:pt x="70124" y="78305"/>
                  </a:cubicBezTo>
                  <a:cubicBezTo>
                    <a:pt x="61870" y="91691"/>
                    <a:pt x="48900" y="99539"/>
                    <a:pt x="38052" y="9953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1" name="Freeform: Shape 360">
              <a:extLst>
                <a:ext uri="{FF2B5EF4-FFF2-40B4-BE49-F238E27FC236}">
                  <a16:creationId xmlns:a16="http://schemas.microsoft.com/office/drawing/2014/main" id="{31971C92-50CF-5188-6DF6-CA4745DAE681}"/>
                </a:ext>
              </a:extLst>
            </p:cNvPr>
            <p:cNvSpPr/>
            <p:nvPr>
              <p:custDataLst>
                <p:tags r:id="rId48"/>
              </p:custDataLst>
            </p:nvPr>
          </p:nvSpPr>
          <p:spPr>
            <a:xfrm>
              <a:off x="7375616" y="5823276"/>
              <a:ext cx="103526" cy="104553"/>
            </a:xfrm>
            <a:custGeom>
              <a:avLst/>
              <a:gdLst>
                <a:gd name="connsiteX0" fmla="*/ 103616 w 103526"/>
                <a:gd name="connsiteY0" fmla="*/ 16219 h 104553"/>
                <a:gd name="connsiteX1" fmla="*/ 93240 w 103526"/>
                <a:gd name="connsiteY1" fmla="*/ 63 h 104553"/>
                <a:gd name="connsiteX2" fmla="*/ 81685 w 103526"/>
                <a:gd name="connsiteY2" fmla="*/ 11141 h 104553"/>
                <a:gd name="connsiteX3" fmla="*/ 85458 w 103526"/>
                <a:gd name="connsiteY3" fmla="*/ 18065 h 104553"/>
                <a:gd name="connsiteX4" fmla="*/ 93476 w 103526"/>
                <a:gd name="connsiteY4" fmla="*/ 36991 h 104553"/>
                <a:gd name="connsiteX5" fmla="*/ 51499 w 103526"/>
                <a:gd name="connsiteY5" fmla="*/ 99539 h 104553"/>
                <a:gd name="connsiteX6" fmla="*/ 34048 w 103526"/>
                <a:gd name="connsiteY6" fmla="*/ 79459 h 104553"/>
                <a:gd name="connsiteX7" fmla="*/ 47726 w 103526"/>
                <a:gd name="connsiteY7" fmla="*/ 30529 h 104553"/>
                <a:gd name="connsiteX8" fmla="*/ 50556 w 103526"/>
                <a:gd name="connsiteY8" fmla="*/ 18989 h 104553"/>
                <a:gd name="connsiteX9" fmla="*/ 31218 w 103526"/>
                <a:gd name="connsiteY9" fmla="*/ 63 h 104553"/>
                <a:gd name="connsiteX10" fmla="*/ 89 w 103526"/>
                <a:gd name="connsiteY10" fmla="*/ 35606 h 104553"/>
                <a:gd name="connsiteX11" fmla="*/ 2919 w 103526"/>
                <a:gd name="connsiteY11" fmla="*/ 37914 h 104553"/>
                <a:gd name="connsiteX12" fmla="*/ 6692 w 103526"/>
                <a:gd name="connsiteY12" fmla="*/ 33760 h 104553"/>
                <a:gd name="connsiteX13" fmla="*/ 30511 w 103526"/>
                <a:gd name="connsiteY13" fmla="*/ 5140 h 104553"/>
                <a:gd name="connsiteX14" fmla="*/ 36406 w 103526"/>
                <a:gd name="connsiteY14" fmla="*/ 12526 h 104553"/>
                <a:gd name="connsiteX15" fmla="*/ 32397 w 103526"/>
                <a:gd name="connsiteY15" fmla="*/ 28682 h 104553"/>
                <a:gd name="connsiteX16" fmla="*/ 18955 w 103526"/>
                <a:gd name="connsiteY16" fmla="*/ 75997 h 104553"/>
                <a:gd name="connsiteX17" fmla="*/ 50556 w 103526"/>
                <a:gd name="connsiteY17" fmla="*/ 104616 h 104553"/>
                <a:gd name="connsiteX18" fmla="*/ 103616 w 103526"/>
                <a:gd name="connsiteY18" fmla="*/ 16219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3526" h="104553">
                  <a:moveTo>
                    <a:pt x="103616" y="16219"/>
                  </a:moveTo>
                  <a:cubicBezTo>
                    <a:pt x="103616" y="3756"/>
                    <a:pt x="97485" y="63"/>
                    <a:pt x="93240" y="63"/>
                  </a:cubicBezTo>
                  <a:cubicBezTo>
                    <a:pt x="87344" y="63"/>
                    <a:pt x="81685" y="6064"/>
                    <a:pt x="81685" y="11141"/>
                  </a:cubicBezTo>
                  <a:cubicBezTo>
                    <a:pt x="81685" y="14142"/>
                    <a:pt x="82864" y="15527"/>
                    <a:pt x="85458" y="18065"/>
                  </a:cubicBezTo>
                  <a:cubicBezTo>
                    <a:pt x="90410" y="22681"/>
                    <a:pt x="93476" y="28682"/>
                    <a:pt x="93476" y="36991"/>
                  </a:cubicBezTo>
                  <a:cubicBezTo>
                    <a:pt x="93476" y="46685"/>
                    <a:pt x="79090" y="99539"/>
                    <a:pt x="51499" y="99539"/>
                  </a:cubicBezTo>
                  <a:cubicBezTo>
                    <a:pt x="39472" y="99539"/>
                    <a:pt x="34048" y="91461"/>
                    <a:pt x="34048" y="79459"/>
                  </a:cubicBezTo>
                  <a:cubicBezTo>
                    <a:pt x="34048" y="66534"/>
                    <a:pt x="40415" y="49685"/>
                    <a:pt x="47726" y="30529"/>
                  </a:cubicBezTo>
                  <a:cubicBezTo>
                    <a:pt x="49377" y="26605"/>
                    <a:pt x="50556" y="23374"/>
                    <a:pt x="50556" y="18989"/>
                  </a:cubicBezTo>
                  <a:cubicBezTo>
                    <a:pt x="50556" y="8602"/>
                    <a:pt x="43009" y="63"/>
                    <a:pt x="31218" y="63"/>
                  </a:cubicBezTo>
                  <a:cubicBezTo>
                    <a:pt x="9051" y="63"/>
                    <a:pt x="89" y="33529"/>
                    <a:pt x="89" y="35606"/>
                  </a:cubicBezTo>
                  <a:cubicBezTo>
                    <a:pt x="89" y="37914"/>
                    <a:pt x="2448" y="37914"/>
                    <a:pt x="2919" y="37914"/>
                  </a:cubicBezTo>
                  <a:cubicBezTo>
                    <a:pt x="5278" y="37914"/>
                    <a:pt x="5513" y="37453"/>
                    <a:pt x="6692" y="33760"/>
                  </a:cubicBezTo>
                  <a:cubicBezTo>
                    <a:pt x="13531" y="10449"/>
                    <a:pt x="23672" y="5140"/>
                    <a:pt x="30511" y="5140"/>
                  </a:cubicBezTo>
                  <a:cubicBezTo>
                    <a:pt x="32397" y="5140"/>
                    <a:pt x="36406" y="5140"/>
                    <a:pt x="36406" y="12526"/>
                  </a:cubicBezTo>
                  <a:cubicBezTo>
                    <a:pt x="36406" y="18296"/>
                    <a:pt x="34048" y="24528"/>
                    <a:pt x="32397" y="28682"/>
                  </a:cubicBezTo>
                  <a:cubicBezTo>
                    <a:pt x="22021" y="55455"/>
                    <a:pt x="18955" y="66072"/>
                    <a:pt x="18955" y="75997"/>
                  </a:cubicBezTo>
                  <a:cubicBezTo>
                    <a:pt x="18955" y="100923"/>
                    <a:pt x="39708" y="104616"/>
                    <a:pt x="50556" y="104616"/>
                  </a:cubicBezTo>
                  <a:cubicBezTo>
                    <a:pt x="90174" y="104616"/>
                    <a:pt x="103616" y="28221"/>
                    <a:pt x="103616" y="162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2" name="Freeform: Shape 361">
              <a:extLst>
                <a:ext uri="{FF2B5EF4-FFF2-40B4-BE49-F238E27FC236}">
                  <a16:creationId xmlns:a16="http://schemas.microsoft.com/office/drawing/2014/main" id="{5ED85182-86C9-29EB-4283-4C08E01F962B}"/>
                </a:ext>
              </a:extLst>
            </p:cNvPr>
            <p:cNvSpPr/>
            <p:nvPr>
              <p:custDataLst>
                <p:tags r:id="rId49"/>
              </p:custDataLst>
            </p:nvPr>
          </p:nvSpPr>
          <p:spPr>
            <a:xfrm>
              <a:off x="7519375" y="5752189"/>
              <a:ext cx="32307" cy="230802"/>
            </a:xfrm>
            <a:custGeom>
              <a:avLst/>
              <a:gdLst>
                <a:gd name="connsiteX0" fmla="*/ 32402 w 32307"/>
                <a:gd name="connsiteY0" fmla="*/ 230865 h 230802"/>
                <a:gd name="connsiteX1" fmla="*/ 32402 w 32307"/>
                <a:gd name="connsiteY1" fmla="*/ 221633 h 230802"/>
                <a:gd name="connsiteX2" fmla="*/ 9528 w 32307"/>
                <a:gd name="connsiteY2" fmla="*/ 221633 h 230802"/>
                <a:gd name="connsiteX3" fmla="*/ 9528 w 32307"/>
                <a:gd name="connsiteY3" fmla="*/ 9295 h 230802"/>
                <a:gd name="connsiteX4" fmla="*/ 32402 w 32307"/>
                <a:gd name="connsiteY4" fmla="*/ 9295 h 230802"/>
                <a:gd name="connsiteX5" fmla="*/ 32402 w 32307"/>
                <a:gd name="connsiteY5" fmla="*/ 63 h 230802"/>
                <a:gd name="connsiteX6" fmla="*/ 95 w 32307"/>
                <a:gd name="connsiteY6" fmla="*/ 63 h 230802"/>
                <a:gd name="connsiteX7" fmla="*/ 95 w 32307"/>
                <a:gd name="connsiteY7" fmla="*/ 230865 h 230802"/>
                <a:gd name="connsiteX8" fmla="*/ 32402 w 32307"/>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402" y="230865"/>
                  </a:moveTo>
                  <a:lnTo>
                    <a:pt x="32402" y="221633"/>
                  </a:lnTo>
                  <a:lnTo>
                    <a:pt x="9528" y="221633"/>
                  </a:lnTo>
                  <a:lnTo>
                    <a:pt x="9528" y="9295"/>
                  </a:lnTo>
                  <a:lnTo>
                    <a:pt x="32402" y="9295"/>
                  </a:lnTo>
                  <a:lnTo>
                    <a:pt x="32402" y="63"/>
                  </a:lnTo>
                  <a:lnTo>
                    <a:pt x="95" y="63"/>
                  </a:lnTo>
                  <a:lnTo>
                    <a:pt x="95" y="230865"/>
                  </a:lnTo>
                  <a:lnTo>
                    <a:pt x="32402"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3" name="Freeform: Shape 362">
              <a:extLst>
                <a:ext uri="{FF2B5EF4-FFF2-40B4-BE49-F238E27FC236}">
                  <a16:creationId xmlns:a16="http://schemas.microsoft.com/office/drawing/2014/main" id="{599F8466-B966-06C0-A7DB-4B61BBCF5743}"/>
                </a:ext>
              </a:extLst>
            </p:cNvPr>
            <p:cNvSpPr/>
            <p:nvPr>
              <p:custDataLst>
                <p:tags r:id="rId50"/>
              </p:custDataLst>
            </p:nvPr>
          </p:nvSpPr>
          <p:spPr>
            <a:xfrm>
              <a:off x="7563893" y="5823276"/>
              <a:ext cx="121213" cy="104553"/>
            </a:xfrm>
            <a:custGeom>
              <a:avLst/>
              <a:gdLst>
                <a:gd name="connsiteX0" fmla="*/ 75797 w 121213"/>
                <a:gd name="connsiteY0" fmla="*/ 89153 h 104553"/>
                <a:gd name="connsiteX1" fmla="*/ 96785 w 121213"/>
                <a:gd name="connsiteY1" fmla="*/ 104616 h 104553"/>
                <a:gd name="connsiteX2" fmla="*/ 114236 w 121213"/>
                <a:gd name="connsiteY2" fmla="*/ 91922 h 104553"/>
                <a:gd name="connsiteX3" fmla="*/ 121311 w 121213"/>
                <a:gd name="connsiteY3" fmla="*/ 69073 h 104553"/>
                <a:gd name="connsiteX4" fmla="*/ 118481 w 121213"/>
                <a:gd name="connsiteY4" fmla="*/ 66765 h 104553"/>
                <a:gd name="connsiteX5" fmla="*/ 115179 w 121213"/>
                <a:gd name="connsiteY5" fmla="*/ 70919 h 104553"/>
                <a:gd name="connsiteX6" fmla="*/ 97493 w 121213"/>
                <a:gd name="connsiteY6" fmla="*/ 99539 h 104553"/>
                <a:gd name="connsiteX7" fmla="*/ 90182 w 121213"/>
                <a:gd name="connsiteY7" fmla="*/ 88922 h 104553"/>
                <a:gd name="connsiteX8" fmla="*/ 94899 w 121213"/>
                <a:gd name="connsiteY8" fmla="*/ 64918 h 104553"/>
                <a:gd name="connsiteX9" fmla="*/ 101502 w 121213"/>
                <a:gd name="connsiteY9" fmla="*/ 39992 h 104553"/>
                <a:gd name="connsiteX10" fmla="*/ 105511 w 121213"/>
                <a:gd name="connsiteY10" fmla="*/ 24297 h 104553"/>
                <a:gd name="connsiteX11" fmla="*/ 109048 w 121213"/>
                <a:gd name="connsiteY11" fmla="*/ 8833 h 104553"/>
                <a:gd name="connsiteX12" fmla="*/ 102209 w 121213"/>
                <a:gd name="connsiteY12" fmla="*/ 2602 h 104553"/>
                <a:gd name="connsiteX13" fmla="*/ 93012 w 121213"/>
                <a:gd name="connsiteY13" fmla="*/ 10680 h 104553"/>
                <a:gd name="connsiteX14" fmla="*/ 75325 w 121213"/>
                <a:gd name="connsiteY14" fmla="*/ 80151 h 104553"/>
                <a:gd name="connsiteX15" fmla="*/ 48441 w 121213"/>
                <a:gd name="connsiteY15" fmla="*/ 99539 h 104553"/>
                <a:gd name="connsiteX16" fmla="*/ 33820 w 121213"/>
                <a:gd name="connsiteY16" fmla="*/ 80613 h 104553"/>
                <a:gd name="connsiteX17" fmla="*/ 46555 w 121213"/>
                <a:gd name="connsiteY17" fmla="*/ 33529 h 104553"/>
                <a:gd name="connsiteX18" fmla="*/ 50564 w 121213"/>
                <a:gd name="connsiteY18" fmla="*/ 18989 h 104553"/>
                <a:gd name="connsiteX19" fmla="*/ 31226 w 121213"/>
                <a:gd name="connsiteY19" fmla="*/ 63 h 104553"/>
                <a:gd name="connsiteX20" fmla="*/ 97 w 121213"/>
                <a:gd name="connsiteY20" fmla="*/ 35606 h 104553"/>
                <a:gd name="connsiteX21" fmla="*/ 2927 w 121213"/>
                <a:gd name="connsiteY21" fmla="*/ 37914 h 104553"/>
                <a:gd name="connsiteX22" fmla="*/ 6700 w 121213"/>
                <a:gd name="connsiteY22" fmla="*/ 33760 h 104553"/>
                <a:gd name="connsiteX23" fmla="*/ 30519 w 121213"/>
                <a:gd name="connsiteY23" fmla="*/ 5140 h 104553"/>
                <a:gd name="connsiteX24" fmla="*/ 36414 w 121213"/>
                <a:gd name="connsiteY24" fmla="*/ 12757 h 104553"/>
                <a:gd name="connsiteX25" fmla="*/ 32405 w 121213"/>
                <a:gd name="connsiteY25" fmla="*/ 28451 h 104553"/>
                <a:gd name="connsiteX26" fmla="*/ 18727 w 121213"/>
                <a:gd name="connsiteY26" fmla="*/ 76920 h 104553"/>
                <a:gd name="connsiteX27" fmla="*/ 47734 w 121213"/>
                <a:gd name="connsiteY27" fmla="*/ 104616 h 104553"/>
                <a:gd name="connsiteX28" fmla="*/ 75797 w 121213"/>
                <a:gd name="connsiteY28" fmla="*/ 89153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213" h="104553">
                  <a:moveTo>
                    <a:pt x="75797" y="89153"/>
                  </a:moveTo>
                  <a:cubicBezTo>
                    <a:pt x="78391" y="98615"/>
                    <a:pt x="86645" y="104616"/>
                    <a:pt x="96785" y="104616"/>
                  </a:cubicBezTo>
                  <a:cubicBezTo>
                    <a:pt x="105039" y="104616"/>
                    <a:pt x="110463" y="99308"/>
                    <a:pt x="114236" y="91922"/>
                  </a:cubicBezTo>
                  <a:cubicBezTo>
                    <a:pt x="118245" y="83613"/>
                    <a:pt x="121311" y="69534"/>
                    <a:pt x="121311" y="69073"/>
                  </a:cubicBezTo>
                  <a:cubicBezTo>
                    <a:pt x="121311" y="66765"/>
                    <a:pt x="119188" y="66765"/>
                    <a:pt x="118481" y="66765"/>
                  </a:cubicBezTo>
                  <a:cubicBezTo>
                    <a:pt x="116123" y="66765"/>
                    <a:pt x="115887" y="67688"/>
                    <a:pt x="115179" y="70919"/>
                  </a:cubicBezTo>
                  <a:cubicBezTo>
                    <a:pt x="111878" y="83844"/>
                    <a:pt x="107397" y="99539"/>
                    <a:pt x="97493" y="99539"/>
                  </a:cubicBezTo>
                  <a:cubicBezTo>
                    <a:pt x="92540" y="99539"/>
                    <a:pt x="90182" y="96538"/>
                    <a:pt x="90182" y="88922"/>
                  </a:cubicBezTo>
                  <a:cubicBezTo>
                    <a:pt x="90182" y="83844"/>
                    <a:pt x="93012" y="72996"/>
                    <a:pt x="94899" y="64918"/>
                  </a:cubicBezTo>
                  <a:lnTo>
                    <a:pt x="101502" y="39992"/>
                  </a:lnTo>
                  <a:cubicBezTo>
                    <a:pt x="102209" y="36530"/>
                    <a:pt x="104567" y="27759"/>
                    <a:pt x="105511" y="24297"/>
                  </a:cubicBezTo>
                  <a:cubicBezTo>
                    <a:pt x="106690" y="18989"/>
                    <a:pt x="109048" y="10218"/>
                    <a:pt x="109048" y="8833"/>
                  </a:cubicBezTo>
                  <a:cubicBezTo>
                    <a:pt x="109048" y="4679"/>
                    <a:pt x="105747" y="2602"/>
                    <a:pt x="102209" y="2602"/>
                  </a:cubicBezTo>
                  <a:cubicBezTo>
                    <a:pt x="101030" y="2602"/>
                    <a:pt x="94899" y="2832"/>
                    <a:pt x="93012" y="10680"/>
                  </a:cubicBezTo>
                  <a:cubicBezTo>
                    <a:pt x="88531" y="27528"/>
                    <a:pt x="78155" y="67919"/>
                    <a:pt x="75325" y="80151"/>
                  </a:cubicBezTo>
                  <a:cubicBezTo>
                    <a:pt x="75089" y="81074"/>
                    <a:pt x="65656" y="99539"/>
                    <a:pt x="48441" y="99539"/>
                  </a:cubicBezTo>
                  <a:cubicBezTo>
                    <a:pt x="36178" y="99539"/>
                    <a:pt x="33820" y="89153"/>
                    <a:pt x="33820" y="80613"/>
                  </a:cubicBezTo>
                  <a:cubicBezTo>
                    <a:pt x="33820" y="67688"/>
                    <a:pt x="40423" y="49455"/>
                    <a:pt x="46555" y="33529"/>
                  </a:cubicBezTo>
                  <a:cubicBezTo>
                    <a:pt x="49385" y="26605"/>
                    <a:pt x="50564" y="23374"/>
                    <a:pt x="50564" y="18989"/>
                  </a:cubicBezTo>
                  <a:cubicBezTo>
                    <a:pt x="50564" y="8602"/>
                    <a:pt x="43017" y="63"/>
                    <a:pt x="31226" y="63"/>
                  </a:cubicBezTo>
                  <a:cubicBezTo>
                    <a:pt x="8823" y="63"/>
                    <a:pt x="97" y="33529"/>
                    <a:pt x="97" y="35606"/>
                  </a:cubicBezTo>
                  <a:cubicBezTo>
                    <a:pt x="97" y="37914"/>
                    <a:pt x="2456" y="37914"/>
                    <a:pt x="2927" y="37914"/>
                  </a:cubicBezTo>
                  <a:cubicBezTo>
                    <a:pt x="5285" y="37914"/>
                    <a:pt x="5521" y="37453"/>
                    <a:pt x="6700" y="33760"/>
                  </a:cubicBezTo>
                  <a:cubicBezTo>
                    <a:pt x="12596" y="13680"/>
                    <a:pt x="21557" y="5140"/>
                    <a:pt x="30519" y="5140"/>
                  </a:cubicBezTo>
                  <a:cubicBezTo>
                    <a:pt x="32641" y="5140"/>
                    <a:pt x="36414" y="5371"/>
                    <a:pt x="36414" y="12757"/>
                  </a:cubicBezTo>
                  <a:cubicBezTo>
                    <a:pt x="36414" y="18296"/>
                    <a:pt x="33820" y="24989"/>
                    <a:pt x="32405" y="28451"/>
                  </a:cubicBezTo>
                  <a:cubicBezTo>
                    <a:pt x="23680" y="51301"/>
                    <a:pt x="18727" y="65611"/>
                    <a:pt x="18727" y="76920"/>
                  </a:cubicBezTo>
                  <a:cubicBezTo>
                    <a:pt x="18727" y="98846"/>
                    <a:pt x="34999" y="104616"/>
                    <a:pt x="47734" y="104616"/>
                  </a:cubicBezTo>
                  <a:cubicBezTo>
                    <a:pt x="63298" y="104616"/>
                    <a:pt x="71788" y="94230"/>
                    <a:pt x="75797" y="89153"/>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4" name="Freeform: Shape 363">
              <a:extLst>
                <a:ext uri="{FF2B5EF4-FFF2-40B4-BE49-F238E27FC236}">
                  <a16:creationId xmlns:a16="http://schemas.microsoft.com/office/drawing/2014/main" id="{BCFCE365-E587-BA6A-7A37-52855A118BC9}"/>
                </a:ext>
              </a:extLst>
            </p:cNvPr>
            <p:cNvSpPr/>
            <p:nvPr>
              <p:custDataLst>
                <p:tags r:id="rId51"/>
              </p:custDataLst>
            </p:nvPr>
          </p:nvSpPr>
          <p:spPr>
            <a:xfrm>
              <a:off x="7712335" y="5900826"/>
              <a:ext cx="27591" cy="69009"/>
            </a:xfrm>
            <a:custGeom>
              <a:avLst/>
              <a:gdLst>
                <a:gd name="connsiteX0" fmla="*/ 27694 w 27591"/>
                <a:gd name="connsiteY0" fmla="*/ 24297 h 69009"/>
                <a:gd name="connsiteX1" fmla="*/ 12602 w 27591"/>
                <a:gd name="connsiteY1" fmla="*/ 63 h 69009"/>
                <a:gd name="connsiteX2" fmla="*/ 103 w 27591"/>
                <a:gd name="connsiteY2" fmla="*/ 12295 h 69009"/>
                <a:gd name="connsiteX3" fmla="*/ 12602 w 27591"/>
                <a:gd name="connsiteY3" fmla="*/ 24528 h 69009"/>
                <a:gd name="connsiteX4" fmla="*/ 20856 w 27591"/>
                <a:gd name="connsiteY4" fmla="*/ 21527 h 69009"/>
                <a:gd name="connsiteX5" fmla="*/ 22035 w 27591"/>
                <a:gd name="connsiteY5" fmla="*/ 20835 h 69009"/>
                <a:gd name="connsiteX6" fmla="*/ 22506 w 27591"/>
                <a:gd name="connsiteY6" fmla="*/ 24297 h 69009"/>
                <a:gd name="connsiteX7" fmla="*/ 6470 w 27591"/>
                <a:gd name="connsiteY7" fmla="*/ 62841 h 69009"/>
                <a:gd name="connsiteX8" fmla="*/ 3876 w 27591"/>
                <a:gd name="connsiteY8" fmla="*/ 66534 h 69009"/>
                <a:gd name="connsiteX9" fmla="*/ 6234 w 27591"/>
                <a:gd name="connsiteY9" fmla="*/ 69073 h 69009"/>
                <a:gd name="connsiteX10" fmla="*/ 27694 w 27591"/>
                <a:gd name="connsiteY10" fmla="*/ 24297 h 6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591" h="69009">
                  <a:moveTo>
                    <a:pt x="27694" y="24297"/>
                  </a:moveTo>
                  <a:cubicBezTo>
                    <a:pt x="27694" y="9064"/>
                    <a:pt x="21799" y="63"/>
                    <a:pt x="12602" y="63"/>
                  </a:cubicBezTo>
                  <a:cubicBezTo>
                    <a:pt x="4820" y="63"/>
                    <a:pt x="103" y="5833"/>
                    <a:pt x="103" y="12295"/>
                  </a:cubicBezTo>
                  <a:cubicBezTo>
                    <a:pt x="103" y="18527"/>
                    <a:pt x="4820" y="24528"/>
                    <a:pt x="12602" y="24528"/>
                  </a:cubicBezTo>
                  <a:cubicBezTo>
                    <a:pt x="15432" y="24528"/>
                    <a:pt x="18497" y="23605"/>
                    <a:pt x="20856" y="21527"/>
                  </a:cubicBezTo>
                  <a:cubicBezTo>
                    <a:pt x="21563" y="21066"/>
                    <a:pt x="21799" y="20835"/>
                    <a:pt x="22035" y="20835"/>
                  </a:cubicBezTo>
                  <a:cubicBezTo>
                    <a:pt x="22271" y="20835"/>
                    <a:pt x="22506" y="21066"/>
                    <a:pt x="22506" y="24297"/>
                  </a:cubicBezTo>
                  <a:cubicBezTo>
                    <a:pt x="22506" y="41376"/>
                    <a:pt x="14252" y="55225"/>
                    <a:pt x="6470" y="62841"/>
                  </a:cubicBezTo>
                  <a:cubicBezTo>
                    <a:pt x="3876" y="65380"/>
                    <a:pt x="3876" y="65841"/>
                    <a:pt x="3876" y="66534"/>
                  </a:cubicBezTo>
                  <a:cubicBezTo>
                    <a:pt x="3876" y="68150"/>
                    <a:pt x="5055" y="69073"/>
                    <a:pt x="6234" y="69073"/>
                  </a:cubicBezTo>
                  <a:cubicBezTo>
                    <a:pt x="8829" y="69073"/>
                    <a:pt x="27694" y="51301"/>
                    <a:pt x="27694" y="2429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5" name="Freeform: Shape 364">
              <a:extLst>
                <a:ext uri="{FF2B5EF4-FFF2-40B4-BE49-F238E27FC236}">
                  <a16:creationId xmlns:a16="http://schemas.microsoft.com/office/drawing/2014/main" id="{571CD39E-B18F-0382-9252-8923E92B3A5E}"/>
                </a:ext>
              </a:extLst>
            </p:cNvPr>
            <p:cNvSpPr/>
            <p:nvPr>
              <p:custDataLst>
                <p:tags r:id="rId52"/>
              </p:custDataLst>
            </p:nvPr>
          </p:nvSpPr>
          <p:spPr>
            <a:xfrm>
              <a:off x="7803703" y="5823276"/>
              <a:ext cx="117440" cy="104553"/>
            </a:xfrm>
            <a:custGeom>
              <a:avLst/>
              <a:gdLst>
                <a:gd name="connsiteX0" fmla="*/ 72034 w 117440"/>
                <a:gd name="connsiteY0" fmla="*/ 32375 h 104553"/>
                <a:gd name="connsiteX1" fmla="*/ 95380 w 117440"/>
                <a:gd name="connsiteY1" fmla="*/ 5140 h 104553"/>
                <a:gd name="connsiteX2" fmla="*/ 107172 w 117440"/>
                <a:gd name="connsiteY2" fmla="*/ 8141 h 104553"/>
                <a:gd name="connsiteX3" fmla="*/ 95852 w 117440"/>
                <a:gd name="connsiteY3" fmla="*/ 20604 h 104553"/>
                <a:gd name="connsiteX4" fmla="*/ 104813 w 117440"/>
                <a:gd name="connsiteY4" fmla="*/ 28682 h 104553"/>
                <a:gd name="connsiteX5" fmla="*/ 117548 w 117440"/>
                <a:gd name="connsiteY5" fmla="*/ 15296 h 104553"/>
                <a:gd name="connsiteX6" fmla="*/ 95616 w 117440"/>
                <a:gd name="connsiteY6" fmla="*/ 63 h 104553"/>
                <a:gd name="connsiteX7" fmla="*/ 70855 w 117440"/>
                <a:gd name="connsiteY7" fmla="*/ 17604 h 104553"/>
                <a:gd name="connsiteX8" fmla="*/ 45386 w 117440"/>
                <a:gd name="connsiteY8" fmla="*/ 63 h 104553"/>
                <a:gd name="connsiteX9" fmla="*/ 7418 w 117440"/>
                <a:gd name="connsiteY9" fmla="*/ 35606 h 104553"/>
                <a:gd name="connsiteX10" fmla="*/ 10248 w 117440"/>
                <a:gd name="connsiteY10" fmla="*/ 37914 h 104553"/>
                <a:gd name="connsiteX11" fmla="*/ 13314 w 117440"/>
                <a:gd name="connsiteY11" fmla="*/ 35376 h 104553"/>
                <a:gd name="connsiteX12" fmla="*/ 44914 w 117440"/>
                <a:gd name="connsiteY12" fmla="*/ 5140 h 104553"/>
                <a:gd name="connsiteX13" fmla="*/ 57649 w 117440"/>
                <a:gd name="connsiteY13" fmla="*/ 20604 h 104553"/>
                <a:gd name="connsiteX14" fmla="*/ 44914 w 117440"/>
                <a:gd name="connsiteY14" fmla="*/ 75535 h 104553"/>
                <a:gd name="connsiteX15" fmla="*/ 22511 w 117440"/>
                <a:gd name="connsiteY15" fmla="*/ 99539 h 104553"/>
                <a:gd name="connsiteX16" fmla="*/ 10720 w 117440"/>
                <a:gd name="connsiteY16" fmla="*/ 96538 h 104553"/>
                <a:gd name="connsiteX17" fmla="*/ 21803 w 117440"/>
                <a:gd name="connsiteY17" fmla="*/ 84075 h 104553"/>
                <a:gd name="connsiteX18" fmla="*/ 13078 w 117440"/>
                <a:gd name="connsiteY18" fmla="*/ 75997 h 104553"/>
                <a:gd name="connsiteX19" fmla="*/ 107 w 117440"/>
                <a:gd name="connsiteY19" fmla="*/ 89383 h 104553"/>
                <a:gd name="connsiteX20" fmla="*/ 22275 w 117440"/>
                <a:gd name="connsiteY20" fmla="*/ 104616 h 104553"/>
                <a:gd name="connsiteX21" fmla="*/ 47036 w 117440"/>
                <a:gd name="connsiteY21" fmla="*/ 87075 h 104553"/>
                <a:gd name="connsiteX22" fmla="*/ 72505 w 117440"/>
                <a:gd name="connsiteY22" fmla="*/ 104616 h 104553"/>
                <a:gd name="connsiteX23" fmla="*/ 110237 w 117440"/>
                <a:gd name="connsiteY23" fmla="*/ 69073 h 104553"/>
                <a:gd name="connsiteX24" fmla="*/ 107407 w 117440"/>
                <a:gd name="connsiteY24" fmla="*/ 66765 h 104553"/>
                <a:gd name="connsiteX25" fmla="*/ 104342 w 117440"/>
                <a:gd name="connsiteY25" fmla="*/ 69304 h 104553"/>
                <a:gd name="connsiteX26" fmla="*/ 72977 w 117440"/>
                <a:gd name="connsiteY26" fmla="*/ 99539 h 104553"/>
                <a:gd name="connsiteX27" fmla="*/ 60007 w 117440"/>
                <a:gd name="connsiteY27" fmla="*/ 84306 h 104553"/>
                <a:gd name="connsiteX28" fmla="*/ 64016 w 117440"/>
                <a:gd name="connsiteY28" fmla="*/ 63995 h 104553"/>
                <a:gd name="connsiteX29" fmla="*/ 72034 w 117440"/>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440" h="104553">
                  <a:moveTo>
                    <a:pt x="72034" y="32375"/>
                  </a:moveTo>
                  <a:cubicBezTo>
                    <a:pt x="73449" y="26374"/>
                    <a:pt x="78873" y="5140"/>
                    <a:pt x="95380" y="5140"/>
                  </a:cubicBezTo>
                  <a:cubicBezTo>
                    <a:pt x="96559" y="5140"/>
                    <a:pt x="102219" y="5140"/>
                    <a:pt x="107172" y="8141"/>
                  </a:cubicBezTo>
                  <a:cubicBezTo>
                    <a:pt x="100569" y="9295"/>
                    <a:pt x="95852" y="15065"/>
                    <a:pt x="95852" y="20604"/>
                  </a:cubicBezTo>
                  <a:cubicBezTo>
                    <a:pt x="95852" y="24297"/>
                    <a:pt x="98446" y="28682"/>
                    <a:pt x="104813" y="28682"/>
                  </a:cubicBezTo>
                  <a:cubicBezTo>
                    <a:pt x="110001" y="28682"/>
                    <a:pt x="117548" y="24528"/>
                    <a:pt x="117548" y="15296"/>
                  </a:cubicBezTo>
                  <a:cubicBezTo>
                    <a:pt x="117548" y="3294"/>
                    <a:pt x="103634" y="63"/>
                    <a:pt x="95616" y="63"/>
                  </a:cubicBezTo>
                  <a:cubicBezTo>
                    <a:pt x="81938" y="63"/>
                    <a:pt x="73685" y="12295"/>
                    <a:pt x="70855" y="17604"/>
                  </a:cubicBezTo>
                  <a:cubicBezTo>
                    <a:pt x="64959" y="2371"/>
                    <a:pt x="52225" y="63"/>
                    <a:pt x="45386" y="63"/>
                  </a:cubicBezTo>
                  <a:cubicBezTo>
                    <a:pt x="20860" y="63"/>
                    <a:pt x="7418" y="29836"/>
                    <a:pt x="7418" y="35606"/>
                  </a:cubicBezTo>
                  <a:cubicBezTo>
                    <a:pt x="7418" y="37914"/>
                    <a:pt x="9776" y="37914"/>
                    <a:pt x="10248" y="37914"/>
                  </a:cubicBezTo>
                  <a:cubicBezTo>
                    <a:pt x="12134" y="37914"/>
                    <a:pt x="12842" y="37453"/>
                    <a:pt x="13314" y="35376"/>
                  </a:cubicBezTo>
                  <a:cubicBezTo>
                    <a:pt x="21332" y="10910"/>
                    <a:pt x="36896" y="5140"/>
                    <a:pt x="44914" y="5140"/>
                  </a:cubicBezTo>
                  <a:cubicBezTo>
                    <a:pt x="49395" y="5140"/>
                    <a:pt x="57649" y="7218"/>
                    <a:pt x="57649" y="20604"/>
                  </a:cubicBezTo>
                  <a:cubicBezTo>
                    <a:pt x="57649" y="27759"/>
                    <a:pt x="53640" y="43223"/>
                    <a:pt x="44914" y="75535"/>
                  </a:cubicBezTo>
                  <a:cubicBezTo>
                    <a:pt x="41141" y="89845"/>
                    <a:pt x="32887" y="99539"/>
                    <a:pt x="22511" y="99539"/>
                  </a:cubicBezTo>
                  <a:cubicBezTo>
                    <a:pt x="21096" y="99539"/>
                    <a:pt x="15672" y="99539"/>
                    <a:pt x="10720" y="96538"/>
                  </a:cubicBezTo>
                  <a:cubicBezTo>
                    <a:pt x="16615" y="95384"/>
                    <a:pt x="21803" y="90537"/>
                    <a:pt x="21803" y="84075"/>
                  </a:cubicBezTo>
                  <a:cubicBezTo>
                    <a:pt x="21803" y="77843"/>
                    <a:pt x="16615" y="75997"/>
                    <a:pt x="13078" y="75997"/>
                  </a:cubicBezTo>
                  <a:cubicBezTo>
                    <a:pt x="6003" y="75997"/>
                    <a:pt x="107" y="81998"/>
                    <a:pt x="107" y="89383"/>
                  </a:cubicBezTo>
                  <a:cubicBezTo>
                    <a:pt x="107" y="100000"/>
                    <a:pt x="11899" y="104616"/>
                    <a:pt x="22275" y="104616"/>
                  </a:cubicBezTo>
                  <a:cubicBezTo>
                    <a:pt x="37839" y="104616"/>
                    <a:pt x="46329" y="88460"/>
                    <a:pt x="47036" y="87075"/>
                  </a:cubicBezTo>
                  <a:cubicBezTo>
                    <a:pt x="49866" y="95615"/>
                    <a:pt x="58356" y="104616"/>
                    <a:pt x="72505" y="104616"/>
                  </a:cubicBezTo>
                  <a:cubicBezTo>
                    <a:pt x="96795" y="104616"/>
                    <a:pt x="110237" y="74843"/>
                    <a:pt x="110237" y="69073"/>
                  </a:cubicBezTo>
                  <a:cubicBezTo>
                    <a:pt x="110237" y="66765"/>
                    <a:pt x="108115" y="66765"/>
                    <a:pt x="107407" y="66765"/>
                  </a:cubicBezTo>
                  <a:cubicBezTo>
                    <a:pt x="105285" y="66765"/>
                    <a:pt x="104813" y="67688"/>
                    <a:pt x="104342" y="69304"/>
                  </a:cubicBezTo>
                  <a:cubicBezTo>
                    <a:pt x="96559" y="93999"/>
                    <a:pt x="80523" y="99539"/>
                    <a:pt x="72977" y="99539"/>
                  </a:cubicBezTo>
                  <a:cubicBezTo>
                    <a:pt x="63780" y="99539"/>
                    <a:pt x="60007" y="92153"/>
                    <a:pt x="60007" y="84306"/>
                  </a:cubicBezTo>
                  <a:cubicBezTo>
                    <a:pt x="60007" y="79228"/>
                    <a:pt x="61422" y="74150"/>
                    <a:pt x="64016" y="63995"/>
                  </a:cubicBezTo>
                  <a:lnTo>
                    <a:pt x="72034"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6" name="Freeform: Shape 365">
              <a:extLst>
                <a:ext uri="{FF2B5EF4-FFF2-40B4-BE49-F238E27FC236}">
                  <a16:creationId xmlns:a16="http://schemas.microsoft.com/office/drawing/2014/main" id="{B4613C95-4E85-24D8-2EA1-F3D08704C3F5}"/>
                </a:ext>
              </a:extLst>
            </p:cNvPr>
            <p:cNvSpPr/>
            <p:nvPr>
              <p:custDataLst>
                <p:tags r:id="rId53"/>
              </p:custDataLst>
            </p:nvPr>
          </p:nvSpPr>
          <p:spPr>
            <a:xfrm>
              <a:off x="7936832" y="5752189"/>
              <a:ext cx="32307" cy="230802"/>
            </a:xfrm>
            <a:custGeom>
              <a:avLst/>
              <a:gdLst>
                <a:gd name="connsiteX0" fmla="*/ 32421 w 32307"/>
                <a:gd name="connsiteY0" fmla="*/ 63 h 230802"/>
                <a:gd name="connsiteX1" fmla="*/ 113 w 32307"/>
                <a:gd name="connsiteY1" fmla="*/ 63 h 230802"/>
                <a:gd name="connsiteX2" fmla="*/ 113 w 32307"/>
                <a:gd name="connsiteY2" fmla="*/ 9295 h 230802"/>
                <a:gd name="connsiteX3" fmla="*/ 22988 w 32307"/>
                <a:gd name="connsiteY3" fmla="*/ 9295 h 230802"/>
                <a:gd name="connsiteX4" fmla="*/ 22988 w 32307"/>
                <a:gd name="connsiteY4" fmla="*/ 221633 h 230802"/>
                <a:gd name="connsiteX5" fmla="*/ 113 w 32307"/>
                <a:gd name="connsiteY5" fmla="*/ 221633 h 230802"/>
                <a:gd name="connsiteX6" fmla="*/ 113 w 32307"/>
                <a:gd name="connsiteY6" fmla="*/ 230865 h 230802"/>
                <a:gd name="connsiteX7" fmla="*/ 32421 w 32307"/>
                <a:gd name="connsiteY7" fmla="*/ 230865 h 230802"/>
                <a:gd name="connsiteX8" fmla="*/ 32421 w 32307"/>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421" y="63"/>
                  </a:moveTo>
                  <a:lnTo>
                    <a:pt x="113" y="63"/>
                  </a:lnTo>
                  <a:lnTo>
                    <a:pt x="113" y="9295"/>
                  </a:lnTo>
                  <a:lnTo>
                    <a:pt x="22988" y="9295"/>
                  </a:lnTo>
                  <a:lnTo>
                    <a:pt x="22988" y="221633"/>
                  </a:lnTo>
                  <a:lnTo>
                    <a:pt x="113" y="221633"/>
                  </a:lnTo>
                  <a:lnTo>
                    <a:pt x="113" y="230865"/>
                  </a:lnTo>
                  <a:lnTo>
                    <a:pt x="32421" y="230865"/>
                  </a:lnTo>
                  <a:lnTo>
                    <a:pt x="32421"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7" name="Freeform: Shape 366">
              <a:extLst>
                <a:ext uri="{FF2B5EF4-FFF2-40B4-BE49-F238E27FC236}">
                  <a16:creationId xmlns:a16="http://schemas.microsoft.com/office/drawing/2014/main" id="{5DAD898F-C763-C078-2F03-6C566CF0D012}"/>
                </a:ext>
              </a:extLst>
            </p:cNvPr>
            <p:cNvSpPr/>
            <p:nvPr>
              <p:custDataLst>
                <p:tags r:id="rId54"/>
              </p:custDataLst>
            </p:nvPr>
          </p:nvSpPr>
          <p:spPr>
            <a:xfrm>
              <a:off x="8075862" y="5840587"/>
              <a:ext cx="156823" cy="54007"/>
            </a:xfrm>
            <a:custGeom>
              <a:avLst/>
              <a:gdLst>
                <a:gd name="connsiteX0" fmla="*/ 148924 w 156823"/>
                <a:gd name="connsiteY0" fmla="*/ 9295 h 54007"/>
                <a:gd name="connsiteX1" fmla="*/ 156942 w 156823"/>
                <a:gd name="connsiteY1" fmla="*/ 4679 h 54007"/>
                <a:gd name="connsiteX2" fmla="*/ 149160 w 156823"/>
                <a:gd name="connsiteY2" fmla="*/ 63 h 54007"/>
                <a:gd name="connsiteX3" fmla="*/ 7901 w 156823"/>
                <a:gd name="connsiteY3" fmla="*/ 63 h 54007"/>
                <a:gd name="connsiteX4" fmla="*/ 119 w 156823"/>
                <a:gd name="connsiteY4" fmla="*/ 4679 h 54007"/>
                <a:gd name="connsiteX5" fmla="*/ 8137 w 156823"/>
                <a:gd name="connsiteY5" fmla="*/ 9295 h 54007"/>
                <a:gd name="connsiteX6" fmla="*/ 148924 w 156823"/>
                <a:gd name="connsiteY6" fmla="*/ 9295 h 54007"/>
                <a:gd name="connsiteX7" fmla="*/ 149160 w 156823"/>
                <a:gd name="connsiteY7" fmla="*/ 54071 h 54007"/>
                <a:gd name="connsiteX8" fmla="*/ 156942 w 156823"/>
                <a:gd name="connsiteY8" fmla="*/ 49455 h 54007"/>
                <a:gd name="connsiteX9" fmla="*/ 148924 w 156823"/>
                <a:gd name="connsiteY9" fmla="*/ 44838 h 54007"/>
                <a:gd name="connsiteX10" fmla="*/ 8137 w 156823"/>
                <a:gd name="connsiteY10" fmla="*/ 44838 h 54007"/>
                <a:gd name="connsiteX11" fmla="*/ 119 w 156823"/>
                <a:gd name="connsiteY11" fmla="*/ 49455 h 54007"/>
                <a:gd name="connsiteX12" fmla="*/ 7901 w 156823"/>
                <a:gd name="connsiteY12" fmla="*/ 54071 h 54007"/>
                <a:gd name="connsiteX13" fmla="*/ 149160 w 156823"/>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23" h="54007">
                  <a:moveTo>
                    <a:pt x="148924" y="9295"/>
                  </a:moveTo>
                  <a:cubicBezTo>
                    <a:pt x="152461" y="9295"/>
                    <a:pt x="156942" y="9295"/>
                    <a:pt x="156942" y="4679"/>
                  </a:cubicBezTo>
                  <a:cubicBezTo>
                    <a:pt x="156942" y="63"/>
                    <a:pt x="152461" y="63"/>
                    <a:pt x="149160" y="63"/>
                  </a:cubicBezTo>
                  <a:lnTo>
                    <a:pt x="7901" y="63"/>
                  </a:lnTo>
                  <a:cubicBezTo>
                    <a:pt x="4599" y="63"/>
                    <a:pt x="119" y="63"/>
                    <a:pt x="119" y="4679"/>
                  </a:cubicBezTo>
                  <a:cubicBezTo>
                    <a:pt x="119" y="9295"/>
                    <a:pt x="4599" y="9295"/>
                    <a:pt x="8137" y="9295"/>
                  </a:cubicBezTo>
                  <a:lnTo>
                    <a:pt x="148924" y="9295"/>
                  </a:lnTo>
                  <a:close/>
                  <a:moveTo>
                    <a:pt x="149160" y="54071"/>
                  </a:moveTo>
                  <a:cubicBezTo>
                    <a:pt x="152461" y="54071"/>
                    <a:pt x="156942" y="54071"/>
                    <a:pt x="156942" y="49455"/>
                  </a:cubicBezTo>
                  <a:cubicBezTo>
                    <a:pt x="156942" y="44838"/>
                    <a:pt x="152461" y="44838"/>
                    <a:pt x="148924" y="44838"/>
                  </a:cubicBezTo>
                  <a:lnTo>
                    <a:pt x="8137" y="44838"/>
                  </a:lnTo>
                  <a:cubicBezTo>
                    <a:pt x="4599" y="44838"/>
                    <a:pt x="119" y="44838"/>
                    <a:pt x="119" y="49455"/>
                  </a:cubicBezTo>
                  <a:cubicBezTo>
                    <a:pt x="119" y="54071"/>
                    <a:pt x="4599" y="54071"/>
                    <a:pt x="7901" y="54071"/>
                  </a:cubicBezTo>
                  <a:lnTo>
                    <a:pt x="149160"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8" name="Freeform: Shape 367">
              <a:extLst>
                <a:ext uri="{FF2B5EF4-FFF2-40B4-BE49-F238E27FC236}">
                  <a16:creationId xmlns:a16="http://schemas.microsoft.com/office/drawing/2014/main" id="{BFBBA4D0-C620-494D-1020-E554EC945337}"/>
                </a:ext>
              </a:extLst>
            </p:cNvPr>
            <p:cNvSpPr/>
            <p:nvPr>
              <p:custDataLst>
                <p:tags r:id="rId55"/>
              </p:custDataLst>
            </p:nvPr>
          </p:nvSpPr>
          <p:spPr>
            <a:xfrm>
              <a:off x="8320542" y="5768346"/>
              <a:ext cx="171155" cy="156945"/>
            </a:xfrm>
            <a:custGeom>
              <a:avLst/>
              <a:gdLst>
                <a:gd name="connsiteX0" fmla="*/ 158131 w 171155"/>
                <a:gd name="connsiteY0" fmla="*/ 103231 h 156945"/>
                <a:gd name="connsiteX1" fmla="*/ 159310 w 171155"/>
                <a:gd name="connsiteY1" fmla="*/ 100000 h 156945"/>
                <a:gd name="connsiteX2" fmla="*/ 156481 w 171155"/>
                <a:gd name="connsiteY2" fmla="*/ 97461 h 156945"/>
                <a:gd name="connsiteX3" fmla="*/ 153415 w 171155"/>
                <a:gd name="connsiteY3" fmla="*/ 100231 h 156945"/>
                <a:gd name="connsiteX4" fmla="*/ 89035 w 171155"/>
                <a:gd name="connsiteY4" fmla="*/ 149854 h 156945"/>
                <a:gd name="connsiteX5" fmla="*/ 54605 w 171155"/>
                <a:gd name="connsiteY5" fmla="*/ 149854 h 156945"/>
                <a:gd name="connsiteX6" fmla="*/ 49416 w 171155"/>
                <a:gd name="connsiteY6" fmla="*/ 149623 h 156945"/>
                <a:gd name="connsiteX7" fmla="*/ 46351 w 171155"/>
                <a:gd name="connsiteY7" fmla="*/ 147315 h 156945"/>
                <a:gd name="connsiteX8" fmla="*/ 47530 w 171155"/>
                <a:gd name="connsiteY8" fmla="*/ 142006 h 156945"/>
                <a:gd name="connsiteX9" fmla="*/ 63566 w 171155"/>
                <a:gd name="connsiteY9" fmla="*/ 78997 h 156945"/>
                <a:gd name="connsiteX10" fmla="*/ 86912 w 171155"/>
                <a:gd name="connsiteY10" fmla="*/ 78997 h 156945"/>
                <a:gd name="connsiteX11" fmla="*/ 106958 w 171155"/>
                <a:gd name="connsiteY11" fmla="*/ 89614 h 156945"/>
                <a:gd name="connsiteX12" fmla="*/ 105307 w 171155"/>
                <a:gd name="connsiteY12" fmla="*/ 100923 h 156945"/>
                <a:gd name="connsiteX13" fmla="*/ 104599 w 171155"/>
                <a:gd name="connsiteY13" fmla="*/ 103462 h 156945"/>
                <a:gd name="connsiteX14" fmla="*/ 107665 w 171155"/>
                <a:gd name="connsiteY14" fmla="*/ 106001 h 156945"/>
                <a:gd name="connsiteX15" fmla="*/ 111202 w 171155"/>
                <a:gd name="connsiteY15" fmla="*/ 101385 h 156945"/>
                <a:gd name="connsiteX16" fmla="*/ 124644 w 171155"/>
                <a:gd name="connsiteY16" fmla="*/ 47377 h 156945"/>
                <a:gd name="connsiteX17" fmla="*/ 121814 w 171155"/>
                <a:gd name="connsiteY17" fmla="*/ 44838 h 156945"/>
                <a:gd name="connsiteX18" fmla="*/ 118513 w 171155"/>
                <a:gd name="connsiteY18" fmla="*/ 48993 h 156945"/>
                <a:gd name="connsiteX19" fmla="*/ 87620 w 171155"/>
                <a:gd name="connsiteY19" fmla="*/ 71842 h 156945"/>
                <a:gd name="connsiteX20" fmla="*/ 65452 w 171155"/>
                <a:gd name="connsiteY20" fmla="*/ 71842 h 156945"/>
                <a:gd name="connsiteX21" fmla="*/ 79602 w 171155"/>
                <a:gd name="connsiteY21" fmla="*/ 16219 h 156945"/>
                <a:gd name="connsiteX22" fmla="*/ 92336 w 171155"/>
                <a:gd name="connsiteY22" fmla="*/ 7218 h 156945"/>
                <a:gd name="connsiteX23" fmla="*/ 125588 w 171155"/>
                <a:gd name="connsiteY23" fmla="*/ 7218 h 156945"/>
                <a:gd name="connsiteX24" fmla="*/ 161433 w 171155"/>
                <a:gd name="connsiteY24" fmla="*/ 32837 h 156945"/>
                <a:gd name="connsiteX25" fmla="*/ 160490 w 171155"/>
                <a:gd name="connsiteY25" fmla="*/ 45069 h 156945"/>
                <a:gd name="connsiteX26" fmla="*/ 160254 w 171155"/>
                <a:gd name="connsiteY26" fmla="*/ 49224 h 156945"/>
                <a:gd name="connsiteX27" fmla="*/ 163084 w 171155"/>
                <a:gd name="connsiteY27" fmla="*/ 51993 h 156945"/>
                <a:gd name="connsiteX28" fmla="*/ 166385 w 171155"/>
                <a:gd name="connsiteY28" fmla="*/ 46223 h 156945"/>
                <a:gd name="connsiteX29" fmla="*/ 171102 w 171155"/>
                <a:gd name="connsiteY29" fmla="*/ 6294 h 156945"/>
                <a:gd name="connsiteX30" fmla="*/ 164734 w 171155"/>
                <a:gd name="connsiteY30" fmla="*/ 63 h 156945"/>
                <a:gd name="connsiteX31" fmla="*/ 45643 w 171155"/>
                <a:gd name="connsiteY31" fmla="*/ 63 h 156945"/>
                <a:gd name="connsiteX32" fmla="*/ 38569 w 171155"/>
                <a:gd name="connsiteY32" fmla="*/ 4679 h 156945"/>
                <a:gd name="connsiteX33" fmla="*/ 45172 w 171155"/>
                <a:gd name="connsiteY33" fmla="*/ 7218 h 156945"/>
                <a:gd name="connsiteX34" fmla="*/ 60500 w 171155"/>
                <a:gd name="connsiteY34" fmla="*/ 11372 h 156945"/>
                <a:gd name="connsiteX35" fmla="*/ 59321 w 171155"/>
                <a:gd name="connsiteY35" fmla="*/ 16911 h 156945"/>
                <a:gd name="connsiteX36" fmla="*/ 28192 w 171155"/>
                <a:gd name="connsiteY36" fmla="*/ 139006 h 156945"/>
                <a:gd name="connsiteX37" fmla="*/ 6732 w 171155"/>
                <a:gd name="connsiteY37" fmla="*/ 149854 h 156945"/>
                <a:gd name="connsiteX38" fmla="*/ 129 w 171155"/>
                <a:gd name="connsiteY38" fmla="*/ 154239 h 156945"/>
                <a:gd name="connsiteX39" fmla="*/ 6732 w 171155"/>
                <a:gd name="connsiteY39" fmla="*/ 157008 h 156945"/>
                <a:gd name="connsiteX40" fmla="*/ 129125 w 171155"/>
                <a:gd name="connsiteY40" fmla="*/ 157008 h 156945"/>
                <a:gd name="connsiteX41" fmla="*/ 136436 w 171155"/>
                <a:gd name="connsiteY41" fmla="*/ 153085 h 156945"/>
                <a:gd name="connsiteX42" fmla="*/ 158131 w 171155"/>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155" h="156945">
                  <a:moveTo>
                    <a:pt x="158131" y="103231"/>
                  </a:moveTo>
                  <a:cubicBezTo>
                    <a:pt x="158603" y="102077"/>
                    <a:pt x="159310" y="100462"/>
                    <a:pt x="159310" y="100000"/>
                  </a:cubicBezTo>
                  <a:cubicBezTo>
                    <a:pt x="159310" y="99769"/>
                    <a:pt x="159310" y="97461"/>
                    <a:pt x="156481" y="97461"/>
                  </a:cubicBezTo>
                  <a:cubicBezTo>
                    <a:pt x="154358" y="97461"/>
                    <a:pt x="153887" y="98846"/>
                    <a:pt x="153415" y="100231"/>
                  </a:cubicBezTo>
                  <a:cubicBezTo>
                    <a:pt x="138086" y="134390"/>
                    <a:pt x="129361" y="149854"/>
                    <a:pt x="89035" y="149854"/>
                  </a:cubicBezTo>
                  <a:lnTo>
                    <a:pt x="54605" y="149854"/>
                  </a:lnTo>
                  <a:cubicBezTo>
                    <a:pt x="51303" y="149854"/>
                    <a:pt x="50831" y="149854"/>
                    <a:pt x="49416" y="149623"/>
                  </a:cubicBezTo>
                  <a:cubicBezTo>
                    <a:pt x="47058" y="149392"/>
                    <a:pt x="46351" y="149161"/>
                    <a:pt x="46351" y="147315"/>
                  </a:cubicBezTo>
                  <a:cubicBezTo>
                    <a:pt x="46351" y="146622"/>
                    <a:pt x="46351" y="146161"/>
                    <a:pt x="47530" y="142006"/>
                  </a:cubicBezTo>
                  <a:lnTo>
                    <a:pt x="63566" y="78997"/>
                  </a:lnTo>
                  <a:lnTo>
                    <a:pt x="86912" y="78997"/>
                  </a:lnTo>
                  <a:cubicBezTo>
                    <a:pt x="106958" y="78997"/>
                    <a:pt x="106958" y="83844"/>
                    <a:pt x="106958" y="89614"/>
                  </a:cubicBezTo>
                  <a:cubicBezTo>
                    <a:pt x="106958" y="91230"/>
                    <a:pt x="106958" y="93999"/>
                    <a:pt x="105307" y="100923"/>
                  </a:cubicBezTo>
                  <a:cubicBezTo>
                    <a:pt x="104835" y="102077"/>
                    <a:pt x="104599" y="102770"/>
                    <a:pt x="104599" y="103462"/>
                  </a:cubicBezTo>
                  <a:cubicBezTo>
                    <a:pt x="104599" y="104616"/>
                    <a:pt x="105543" y="106001"/>
                    <a:pt x="107665" y="106001"/>
                  </a:cubicBezTo>
                  <a:cubicBezTo>
                    <a:pt x="109552" y="106001"/>
                    <a:pt x="110259" y="104847"/>
                    <a:pt x="111202" y="101385"/>
                  </a:cubicBezTo>
                  <a:lnTo>
                    <a:pt x="124644" y="47377"/>
                  </a:lnTo>
                  <a:cubicBezTo>
                    <a:pt x="124644" y="45992"/>
                    <a:pt x="123465" y="44838"/>
                    <a:pt x="121814" y="44838"/>
                  </a:cubicBezTo>
                  <a:cubicBezTo>
                    <a:pt x="119692" y="44838"/>
                    <a:pt x="119220" y="46223"/>
                    <a:pt x="118513" y="48993"/>
                  </a:cubicBezTo>
                  <a:cubicBezTo>
                    <a:pt x="113561" y="66534"/>
                    <a:pt x="109316" y="71842"/>
                    <a:pt x="87620" y="71842"/>
                  </a:cubicBezTo>
                  <a:lnTo>
                    <a:pt x="65452" y="71842"/>
                  </a:lnTo>
                  <a:lnTo>
                    <a:pt x="79602" y="16219"/>
                  </a:lnTo>
                  <a:cubicBezTo>
                    <a:pt x="81724" y="8141"/>
                    <a:pt x="81960" y="7218"/>
                    <a:pt x="92336" y="7218"/>
                  </a:cubicBezTo>
                  <a:lnTo>
                    <a:pt x="125588" y="7218"/>
                  </a:lnTo>
                  <a:cubicBezTo>
                    <a:pt x="154358" y="7218"/>
                    <a:pt x="161433" y="13911"/>
                    <a:pt x="161433" y="32837"/>
                  </a:cubicBezTo>
                  <a:cubicBezTo>
                    <a:pt x="161433" y="38376"/>
                    <a:pt x="161433" y="38838"/>
                    <a:pt x="160490" y="45069"/>
                  </a:cubicBezTo>
                  <a:cubicBezTo>
                    <a:pt x="160490" y="46454"/>
                    <a:pt x="160254" y="48070"/>
                    <a:pt x="160254" y="49224"/>
                  </a:cubicBezTo>
                  <a:cubicBezTo>
                    <a:pt x="160254" y="50378"/>
                    <a:pt x="160961" y="51993"/>
                    <a:pt x="163084" y="51993"/>
                  </a:cubicBezTo>
                  <a:cubicBezTo>
                    <a:pt x="165678" y="51993"/>
                    <a:pt x="165914" y="50609"/>
                    <a:pt x="166385" y="46223"/>
                  </a:cubicBezTo>
                  <a:lnTo>
                    <a:pt x="171102" y="6294"/>
                  </a:lnTo>
                  <a:cubicBezTo>
                    <a:pt x="171809" y="63"/>
                    <a:pt x="170630" y="63"/>
                    <a:pt x="164734" y="63"/>
                  </a:cubicBezTo>
                  <a:lnTo>
                    <a:pt x="45643" y="63"/>
                  </a:lnTo>
                  <a:cubicBezTo>
                    <a:pt x="40927" y="63"/>
                    <a:pt x="38569" y="63"/>
                    <a:pt x="38569" y="4679"/>
                  </a:cubicBezTo>
                  <a:cubicBezTo>
                    <a:pt x="38569" y="7218"/>
                    <a:pt x="40691" y="7218"/>
                    <a:pt x="45172" y="7218"/>
                  </a:cubicBezTo>
                  <a:cubicBezTo>
                    <a:pt x="53897" y="7218"/>
                    <a:pt x="60500" y="7218"/>
                    <a:pt x="60500" y="11372"/>
                  </a:cubicBezTo>
                  <a:cubicBezTo>
                    <a:pt x="60500" y="12295"/>
                    <a:pt x="60500" y="12757"/>
                    <a:pt x="59321" y="16911"/>
                  </a:cubicBezTo>
                  <a:lnTo>
                    <a:pt x="28192" y="139006"/>
                  </a:lnTo>
                  <a:cubicBezTo>
                    <a:pt x="25834" y="148007"/>
                    <a:pt x="25362" y="149854"/>
                    <a:pt x="6732" y="149854"/>
                  </a:cubicBezTo>
                  <a:cubicBezTo>
                    <a:pt x="2723" y="149854"/>
                    <a:pt x="129" y="149854"/>
                    <a:pt x="129" y="154239"/>
                  </a:cubicBezTo>
                  <a:cubicBezTo>
                    <a:pt x="129" y="157008"/>
                    <a:pt x="2252" y="157008"/>
                    <a:pt x="6732" y="157008"/>
                  </a:cubicBezTo>
                  <a:lnTo>
                    <a:pt x="129125" y="157008"/>
                  </a:lnTo>
                  <a:cubicBezTo>
                    <a:pt x="134549" y="157008"/>
                    <a:pt x="134785" y="156778"/>
                    <a:pt x="136436" y="153085"/>
                  </a:cubicBezTo>
                  <a:lnTo>
                    <a:pt x="158131"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9" name="Freeform: Shape 368">
              <a:extLst>
                <a:ext uri="{FF2B5EF4-FFF2-40B4-BE49-F238E27FC236}">
                  <a16:creationId xmlns:a16="http://schemas.microsoft.com/office/drawing/2014/main" id="{D1D169EB-7BF7-E49A-B9F2-FCDA3AE92E5E}"/>
                </a:ext>
              </a:extLst>
            </p:cNvPr>
            <p:cNvSpPr/>
            <p:nvPr>
              <p:custDataLst>
                <p:tags r:id="rId56"/>
              </p:custDataLst>
            </p:nvPr>
          </p:nvSpPr>
          <p:spPr>
            <a:xfrm>
              <a:off x="8527084" y="5752189"/>
              <a:ext cx="32307" cy="230802"/>
            </a:xfrm>
            <a:custGeom>
              <a:avLst/>
              <a:gdLst>
                <a:gd name="connsiteX0" fmla="*/ 32445 w 32307"/>
                <a:gd name="connsiteY0" fmla="*/ 230865 h 230802"/>
                <a:gd name="connsiteX1" fmla="*/ 32445 w 32307"/>
                <a:gd name="connsiteY1" fmla="*/ 221633 h 230802"/>
                <a:gd name="connsiteX2" fmla="*/ 9570 w 32307"/>
                <a:gd name="connsiteY2" fmla="*/ 221633 h 230802"/>
                <a:gd name="connsiteX3" fmla="*/ 9570 w 32307"/>
                <a:gd name="connsiteY3" fmla="*/ 9295 h 230802"/>
                <a:gd name="connsiteX4" fmla="*/ 32445 w 32307"/>
                <a:gd name="connsiteY4" fmla="*/ 9295 h 230802"/>
                <a:gd name="connsiteX5" fmla="*/ 32445 w 32307"/>
                <a:gd name="connsiteY5" fmla="*/ 63 h 230802"/>
                <a:gd name="connsiteX6" fmla="*/ 137 w 32307"/>
                <a:gd name="connsiteY6" fmla="*/ 63 h 230802"/>
                <a:gd name="connsiteX7" fmla="*/ 137 w 32307"/>
                <a:gd name="connsiteY7" fmla="*/ 230865 h 230802"/>
                <a:gd name="connsiteX8" fmla="*/ 32445 w 32307"/>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445" y="230865"/>
                  </a:moveTo>
                  <a:lnTo>
                    <a:pt x="32445" y="221633"/>
                  </a:lnTo>
                  <a:lnTo>
                    <a:pt x="9570" y="221633"/>
                  </a:lnTo>
                  <a:lnTo>
                    <a:pt x="9570" y="9295"/>
                  </a:lnTo>
                  <a:lnTo>
                    <a:pt x="32445" y="9295"/>
                  </a:lnTo>
                  <a:lnTo>
                    <a:pt x="32445" y="63"/>
                  </a:lnTo>
                  <a:lnTo>
                    <a:pt x="137" y="63"/>
                  </a:lnTo>
                  <a:lnTo>
                    <a:pt x="137" y="230865"/>
                  </a:lnTo>
                  <a:lnTo>
                    <a:pt x="32445"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0" name="Freeform: Shape 369">
              <a:extLst>
                <a:ext uri="{FF2B5EF4-FFF2-40B4-BE49-F238E27FC236}">
                  <a16:creationId xmlns:a16="http://schemas.microsoft.com/office/drawing/2014/main" id="{6CF2DBE5-9D88-0B34-17F6-6CA0D4483122}"/>
                </a:ext>
              </a:extLst>
            </p:cNvPr>
            <p:cNvSpPr/>
            <p:nvPr>
              <p:custDataLst>
                <p:tags r:id="rId57"/>
              </p:custDataLst>
            </p:nvPr>
          </p:nvSpPr>
          <p:spPr>
            <a:xfrm>
              <a:off x="8571603" y="5823276"/>
              <a:ext cx="117440" cy="104553"/>
            </a:xfrm>
            <a:custGeom>
              <a:avLst/>
              <a:gdLst>
                <a:gd name="connsiteX0" fmla="*/ 72066 w 117440"/>
                <a:gd name="connsiteY0" fmla="*/ 32375 h 104553"/>
                <a:gd name="connsiteX1" fmla="*/ 95413 w 117440"/>
                <a:gd name="connsiteY1" fmla="*/ 5140 h 104553"/>
                <a:gd name="connsiteX2" fmla="*/ 107204 w 117440"/>
                <a:gd name="connsiteY2" fmla="*/ 8141 h 104553"/>
                <a:gd name="connsiteX3" fmla="*/ 95884 w 117440"/>
                <a:gd name="connsiteY3" fmla="*/ 20604 h 104553"/>
                <a:gd name="connsiteX4" fmla="*/ 104846 w 117440"/>
                <a:gd name="connsiteY4" fmla="*/ 28682 h 104553"/>
                <a:gd name="connsiteX5" fmla="*/ 117580 w 117440"/>
                <a:gd name="connsiteY5" fmla="*/ 15296 h 104553"/>
                <a:gd name="connsiteX6" fmla="*/ 95649 w 117440"/>
                <a:gd name="connsiteY6" fmla="*/ 63 h 104553"/>
                <a:gd name="connsiteX7" fmla="*/ 70887 w 117440"/>
                <a:gd name="connsiteY7" fmla="*/ 17604 h 104553"/>
                <a:gd name="connsiteX8" fmla="*/ 45418 w 117440"/>
                <a:gd name="connsiteY8" fmla="*/ 63 h 104553"/>
                <a:gd name="connsiteX9" fmla="*/ 7450 w 117440"/>
                <a:gd name="connsiteY9" fmla="*/ 35606 h 104553"/>
                <a:gd name="connsiteX10" fmla="*/ 10280 w 117440"/>
                <a:gd name="connsiteY10" fmla="*/ 37914 h 104553"/>
                <a:gd name="connsiteX11" fmla="*/ 13346 w 117440"/>
                <a:gd name="connsiteY11" fmla="*/ 35376 h 104553"/>
                <a:gd name="connsiteX12" fmla="*/ 44946 w 117440"/>
                <a:gd name="connsiteY12" fmla="*/ 5140 h 104553"/>
                <a:gd name="connsiteX13" fmla="*/ 57681 w 117440"/>
                <a:gd name="connsiteY13" fmla="*/ 20604 h 104553"/>
                <a:gd name="connsiteX14" fmla="*/ 44946 w 117440"/>
                <a:gd name="connsiteY14" fmla="*/ 75535 h 104553"/>
                <a:gd name="connsiteX15" fmla="*/ 22543 w 117440"/>
                <a:gd name="connsiteY15" fmla="*/ 99539 h 104553"/>
                <a:gd name="connsiteX16" fmla="*/ 10752 w 117440"/>
                <a:gd name="connsiteY16" fmla="*/ 96538 h 104553"/>
                <a:gd name="connsiteX17" fmla="*/ 21836 w 117440"/>
                <a:gd name="connsiteY17" fmla="*/ 84075 h 104553"/>
                <a:gd name="connsiteX18" fmla="*/ 13110 w 117440"/>
                <a:gd name="connsiteY18" fmla="*/ 75997 h 104553"/>
                <a:gd name="connsiteX19" fmla="*/ 140 w 117440"/>
                <a:gd name="connsiteY19" fmla="*/ 89383 h 104553"/>
                <a:gd name="connsiteX20" fmla="*/ 22307 w 117440"/>
                <a:gd name="connsiteY20" fmla="*/ 104616 h 104553"/>
                <a:gd name="connsiteX21" fmla="*/ 47069 w 117440"/>
                <a:gd name="connsiteY21" fmla="*/ 87075 h 104553"/>
                <a:gd name="connsiteX22" fmla="*/ 72538 w 117440"/>
                <a:gd name="connsiteY22" fmla="*/ 104616 h 104553"/>
                <a:gd name="connsiteX23" fmla="*/ 110270 w 117440"/>
                <a:gd name="connsiteY23" fmla="*/ 69073 h 104553"/>
                <a:gd name="connsiteX24" fmla="*/ 107440 w 117440"/>
                <a:gd name="connsiteY24" fmla="*/ 66765 h 104553"/>
                <a:gd name="connsiteX25" fmla="*/ 104374 w 117440"/>
                <a:gd name="connsiteY25" fmla="*/ 69304 h 104553"/>
                <a:gd name="connsiteX26" fmla="*/ 73010 w 117440"/>
                <a:gd name="connsiteY26" fmla="*/ 99539 h 104553"/>
                <a:gd name="connsiteX27" fmla="*/ 60039 w 117440"/>
                <a:gd name="connsiteY27" fmla="*/ 84306 h 104553"/>
                <a:gd name="connsiteX28" fmla="*/ 64048 w 117440"/>
                <a:gd name="connsiteY28" fmla="*/ 63995 h 104553"/>
                <a:gd name="connsiteX29" fmla="*/ 72066 w 117440"/>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440" h="104553">
                  <a:moveTo>
                    <a:pt x="72066" y="32375"/>
                  </a:moveTo>
                  <a:cubicBezTo>
                    <a:pt x="73481" y="26374"/>
                    <a:pt x="78905" y="5140"/>
                    <a:pt x="95413" y="5140"/>
                  </a:cubicBezTo>
                  <a:cubicBezTo>
                    <a:pt x="96592" y="5140"/>
                    <a:pt x="102252" y="5140"/>
                    <a:pt x="107204" y="8141"/>
                  </a:cubicBezTo>
                  <a:cubicBezTo>
                    <a:pt x="100601" y="9295"/>
                    <a:pt x="95884" y="15065"/>
                    <a:pt x="95884" y="20604"/>
                  </a:cubicBezTo>
                  <a:cubicBezTo>
                    <a:pt x="95884" y="24297"/>
                    <a:pt x="98479" y="28682"/>
                    <a:pt x="104846" y="28682"/>
                  </a:cubicBezTo>
                  <a:cubicBezTo>
                    <a:pt x="110034" y="28682"/>
                    <a:pt x="117580" y="24528"/>
                    <a:pt x="117580" y="15296"/>
                  </a:cubicBezTo>
                  <a:cubicBezTo>
                    <a:pt x="117580" y="3294"/>
                    <a:pt x="103667" y="63"/>
                    <a:pt x="95649" y="63"/>
                  </a:cubicBezTo>
                  <a:cubicBezTo>
                    <a:pt x="81971" y="63"/>
                    <a:pt x="73717" y="12295"/>
                    <a:pt x="70887" y="17604"/>
                  </a:cubicBezTo>
                  <a:cubicBezTo>
                    <a:pt x="64992" y="2371"/>
                    <a:pt x="52257" y="63"/>
                    <a:pt x="45418" y="63"/>
                  </a:cubicBezTo>
                  <a:cubicBezTo>
                    <a:pt x="20892" y="63"/>
                    <a:pt x="7450" y="29836"/>
                    <a:pt x="7450" y="35606"/>
                  </a:cubicBezTo>
                  <a:cubicBezTo>
                    <a:pt x="7450" y="37914"/>
                    <a:pt x="9809" y="37914"/>
                    <a:pt x="10280" y="37914"/>
                  </a:cubicBezTo>
                  <a:cubicBezTo>
                    <a:pt x="12167" y="37914"/>
                    <a:pt x="12874" y="37453"/>
                    <a:pt x="13346" y="35376"/>
                  </a:cubicBezTo>
                  <a:cubicBezTo>
                    <a:pt x="21364" y="10910"/>
                    <a:pt x="36928" y="5140"/>
                    <a:pt x="44946" y="5140"/>
                  </a:cubicBezTo>
                  <a:cubicBezTo>
                    <a:pt x="49427" y="5140"/>
                    <a:pt x="57681" y="7218"/>
                    <a:pt x="57681" y="20604"/>
                  </a:cubicBezTo>
                  <a:cubicBezTo>
                    <a:pt x="57681" y="27759"/>
                    <a:pt x="53672" y="43223"/>
                    <a:pt x="44946" y="75535"/>
                  </a:cubicBezTo>
                  <a:cubicBezTo>
                    <a:pt x="41173" y="89845"/>
                    <a:pt x="32919" y="99539"/>
                    <a:pt x="22543" y="99539"/>
                  </a:cubicBezTo>
                  <a:cubicBezTo>
                    <a:pt x="21128" y="99539"/>
                    <a:pt x="15704" y="99539"/>
                    <a:pt x="10752" y="96538"/>
                  </a:cubicBezTo>
                  <a:cubicBezTo>
                    <a:pt x="16648" y="95384"/>
                    <a:pt x="21836" y="90537"/>
                    <a:pt x="21836" y="84075"/>
                  </a:cubicBezTo>
                  <a:cubicBezTo>
                    <a:pt x="21836" y="77843"/>
                    <a:pt x="16648" y="75997"/>
                    <a:pt x="13110" y="75997"/>
                  </a:cubicBezTo>
                  <a:cubicBezTo>
                    <a:pt x="6036" y="75997"/>
                    <a:pt x="140" y="81998"/>
                    <a:pt x="140" y="89383"/>
                  </a:cubicBezTo>
                  <a:cubicBezTo>
                    <a:pt x="140" y="100000"/>
                    <a:pt x="11931" y="104616"/>
                    <a:pt x="22307" y="104616"/>
                  </a:cubicBezTo>
                  <a:cubicBezTo>
                    <a:pt x="37872" y="104616"/>
                    <a:pt x="46361" y="88460"/>
                    <a:pt x="47069" y="87075"/>
                  </a:cubicBezTo>
                  <a:cubicBezTo>
                    <a:pt x="49899" y="95615"/>
                    <a:pt x="58388" y="104616"/>
                    <a:pt x="72538" y="104616"/>
                  </a:cubicBezTo>
                  <a:cubicBezTo>
                    <a:pt x="96828" y="104616"/>
                    <a:pt x="110270" y="74843"/>
                    <a:pt x="110270" y="69073"/>
                  </a:cubicBezTo>
                  <a:cubicBezTo>
                    <a:pt x="110270" y="66765"/>
                    <a:pt x="108147" y="66765"/>
                    <a:pt x="107440" y="66765"/>
                  </a:cubicBezTo>
                  <a:cubicBezTo>
                    <a:pt x="105317" y="66765"/>
                    <a:pt x="104846" y="67688"/>
                    <a:pt x="104374" y="69304"/>
                  </a:cubicBezTo>
                  <a:cubicBezTo>
                    <a:pt x="96592" y="93999"/>
                    <a:pt x="80556" y="99539"/>
                    <a:pt x="73010" y="99539"/>
                  </a:cubicBezTo>
                  <a:cubicBezTo>
                    <a:pt x="63812" y="99539"/>
                    <a:pt x="60039" y="92153"/>
                    <a:pt x="60039" y="84306"/>
                  </a:cubicBezTo>
                  <a:cubicBezTo>
                    <a:pt x="60039" y="79228"/>
                    <a:pt x="61454" y="74150"/>
                    <a:pt x="64048" y="63995"/>
                  </a:cubicBezTo>
                  <a:lnTo>
                    <a:pt x="72066"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1" name="Freeform: Shape 370">
              <a:extLst>
                <a:ext uri="{FF2B5EF4-FFF2-40B4-BE49-F238E27FC236}">
                  <a16:creationId xmlns:a16="http://schemas.microsoft.com/office/drawing/2014/main" id="{2748DFDE-42C4-1441-93EE-B948AB8935B6}"/>
                </a:ext>
              </a:extLst>
            </p:cNvPr>
            <p:cNvSpPr/>
            <p:nvPr>
              <p:custDataLst>
                <p:tags r:id="rId58"/>
              </p:custDataLst>
            </p:nvPr>
          </p:nvSpPr>
          <p:spPr>
            <a:xfrm>
              <a:off x="8706383" y="5823276"/>
              <a:ext cx="121213" cy="104553"/>
            </a:xfrm>
            <a:custGeom>
              <a:avLst/>
              <a:gdLst>
                <a:gd name="connsiteX0" fmla="*/ 75845 w 121213"/>
                <a:gd name="connsiteY0" fmla="*/ 89153 h 104553"/>
                <a:gd name="connsiteX1" fmla="*/ 96833 w 121213"/>
                <a:gd name="connsiteY1" fmla="*/ 104616 h 104553"/>
                <a:gd name="connsiteX2" fmla="*/ 114284 w 121213"/>
                <a:gd name="connsiteY2" fmla="*/ 91922 h 104553"/>
                <a:gd name="connsiteX3" fmla="*/ 121359 w 121213"/>
                <a:gd name="connsiteY3" fmla="*/ 69073 h 104553"/>
                <a:gd name="connsiteX4" fmla="*/ 118529 w 121213"/>
                <a:gd name="connsiteY4" fmla="*/ 66765 h 104553"/>
                <a:gd name="connsiteX5" fmla="*/ 115228 w 121213"/>
                <a:gd name="connsiteY5" fmla="*/ 70919 h 104553"/>
                <a:gd name="connsiteX6" fmla="*/ 97541 w 121213"/>
                <a:gd name="connsiteY6" fmla="*/ 99539 h 104553"/>
                <a:gd name="connsiteX7" fmla="*/ 90230 w 121213"/>
                <a:gd name="connsiteY7" fmla="*/ 88922 h 104553"/>
                <a:gd name="connsiteX8" fmla="*/ 94947 w 121213"/>
                <a:gd name="connsiteY8" fmla="*/ 64918 h 104553"/>
                <a:gd name="connsiteX9" fmla="*/ 101550 w 121213"/>
                <a:gd name="connsiteY9" fmla="*/ 39992 h 104553"/>
                <a:gd name="connsiteX10" fmla="*/ 105559 w 121213"/>
                <a:gd name="connsiteY10" fmla="*/ 24297 h 104553"/>
                <a:gd name="connsiteX11" fmla="*/ 109096 w 121213"/>
                <a:gd name="connsiteY11" fmla="*/ 8833 h 104553"/>
                <a:gd name="connsiteX12" fmla="*/ 102257 w 121213"/>
                <a:gd name="connsiteY12" fmla="*/ 2602 h 104553"/>
                <a:gd name="connsiteX13" fmla="*/ 93060 w 121213"/>
                <a:gd name="connsiteY13" fmla="*/ 10680 h 104553"/>
                <a:gd name="connsiteX14" fmla="*/ 75373 w 121213"/>
                <a:gd name="connsiteY14" fmla="*/ 80151 h 104553"/>
                <a:gd name="connsiteX15" fmla="*/ 48490 w 121213"/>
                <a:gd name="connsiteY15" fmla="*/ 99539 h 104553"/>
                <a:gd name="connsiteX16" fmla="*/ 33868 w 121213"/>
                <a:gd name="connsiteY16" fmla="*/ 80613 h 104553"/>
                <a:gd name="connsiteX17" fmla="*/ 46603 w 121213"/>
                <a:gd name="connsiteY17" fmla="*/ 33529 h 104553"/>
                <a:gd name="connsiteX18" fmla="*/ 50612 w 121213"/>
                <a:gd name="connsiteY18" fmla="*/ 18989 h 104553"/>
                <a:gd name="connsiteX19" fmla="*/ 31274 w 121213"/>
                <a:gd name="connsiteY19" fmla="*/ 63 h 104553"/>
                <a:gd name="connsiteX20" fmla="*/ 146 w 121213"/>
                <a:gd name="connsiteY20" fmla="*/ 35606 h 104553"/>
                <a:gd name="connsiteX21" fmla="*/ 2975 w 121213"/>
                <a:gd name="connsiteY21" fmla="*/ 37914 h 104553"/>
                <a:gd name="connsiteX22" fmla="*/ 6749 w 121213"/>
                <a:gd name="connsiteY22" fmla="*/ 33760 h 104553"/>
                <a:gd name="connsiteX23" fmla="*/ 30567 w 121213"/>
                <a:gd name="connsiteY23" fmla="*/ 5140 h 104553"/>
                <a:gd name="connsiteX24" fmla="*/ 36462 w 121213"/>
                <a:gd name="connsiteY24" fmla="*/ 12757 h 104553"/>
                <a:gd name="connsiteX25" fmla="*/ 32453 w 121213"/>
                <a:gd name="connsiteY25" fmla="*/ 28451 h 104553"/>
                <a:gd name="connsiteX26" fmla="*/ 18776 w 121213"/>
                <a:gd name="connsiteY26" fmla="*/ 76920 h 104553"/>
                <a:gd name="connsiteX27" fmla="*/ 47782 w 121213"/>
                <a:gd name="connsiteY27" fmla="*/ 104616 h 104553"/>
                <a:gd name="connsiteX28" fmla="*/ 75845 w 121213"/>
                <a:gd name="connsiteY28" fmla="*/ 89153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213" h="104553">
                  <a:moveTo>
                    <a:pt x="75845" y="89153"/>
                  </a:moveTo>
                  <a:cubicBezTo>
                    <a:pt x="78439" y="98615"/>
                    <a:pt x="86693" y="104616"/>
                    <a:pt x="96833" y="104616"/>
                  </a:cubicBezTo>
                  <a:cubicBezTo>
                    <a:pt x="105087" y="104616"/>
                    <a:pt x="110511" y="99308"/>
                    <a:pt x="114284" y="91922"/>
                  </a:cubicBezTo>
                  <a:cubicBezTo>
                    <a:pt x="118293" y="83613"/>
                    <a:pt x="121359" y="69534"/>
                    <a:pt x="121359" y="69073"/>
                  </a:cubicBezTo>
                  <a:cubicBezTo>
                    <a:pt x="121359" y="66765"/>
                    <a:pt x="119237" y="66765"/>
                    <a:pt x="118529" y="66765"/>
                  </a:cubicBezTo>
                  <a:cubicBezTo>
                    <a:pt x="116171" y="66765"/>
                    <a:pt x="115935" y="67688"/>
                    <a:pt x="115228" y="70919"/>
                  </a:cubicBezTo>
                  <a:cubicBezTo>
                    <a:pt x="111926" y="83844"/>
                    <a:pt x="107446" y="99539"/>
                    <a:pt x="97541" y="99539"/>
                  </a:cubicBezTo>
                  <a:cubicBezTo>
                    <a:pt x="92589" y="99539"/>
                    <a:pt x="90230" y="96538"/>
                    <a:pt x="90230" y="88922"/>
                  </a:cubicBezTo>
                  <a:cubicBezTo>
                    <a:pt x="90230" y="83844"/>
                    <a:pt x="93060" y="72996"/>
                    <a:pt x="94947" y="64918"/>
                  </a:cubicBezTo>
                  <a:lnTo>
                    <a:pt x="101550" y="39992"/>
                  </a:lnTo>
                  <a:cubicBezTo>
                    <a:pt x="102257" y="36530"/>
                    <a:pt x="104616" y="27759"/>
                    <a:pt x="105559" y="24297"/>
                  </a:cubicBezTo>
                  <a:cubicBezTo>
                    <a:pt x="106738" y="18989"/>
                    <a:pt x="109096" y="10218"/>
                    <a:pt x="109096" y="8833"/>
                  </a:cubicBezTo>
                  <a:cubicBezTo>
                    <a:pt x="109096" y="4679"/>
                    <a:pt x="105795" y="2602"/>
                    <a:pt x="102257" y="2602"/>
                  </a:cubicBezTo>
                  <a:cubicBezTo>
                    <a:pt x="101078" y="2602"/>
                    <a:pt x="94947" y="2832"/>
                    <a:pt x="93060" y="10680"/>
                  </a:cubicBezTo>
                  <a:cubicBezTo>
                    <a:pt x="88580" y="27528"/>
                    <a:pt x="78203" y="67919"/>
                    <a:pt x="75373" y="80151"/>
                  </a:cubicBezTo>
                  <a:cubicBezTo>
                    <a:pt x="75138" y="81074"/>
                    <a:pt x="65705" y="99539"/>
                    <a:pt x="48490" y="99539"/>
                  </a:cubicBezTo>
                  <a:cubicBezTo>
                    <a:pt x="36227" y="99539"/>
                    <a:pt x="33868" y="89153"/>
                    <a:pt x="33868" y="80613"/>
                  </a:cubicBezTo>
                  <a:cubicBezTo>
                    <a:pt x="33868" y="67688"/>
                    <a:pt x="40472" y="49455"/>
                    <a:pt x="46603" y="33529"/>
                  </a:cubicBezTo>
                  <a:cubicBezTo>
                    <a:pt x="49433" y="26605"/>
                    <a:pt x="50612" y="23374"/>
                    <a:pt x="50612" y="18989"/>
                  </a:cubicBezTo>
                  <a:cubicBezTo>
                    <a:pt x="50612" y="8602"/>
                    <a:pt x="43066" y="63"/>
                    <a:pt x="31274" y="63"/>
                  </a:cubicBezTo>
                  <a:cubicBezTo>
                    <a:pt x="8871" y="63"/>
                    <a:pt x="146" y="33529"/>
                    <a:pt x="146" y="35606"/>
                  </a:cubicBezTo>
                  <a:cubicBezTo>
                    <a:pt x="146" y="37914"/>
                    <a:pt x="2504" y="37914"/>
                    <a:pt x="2975" y="37914"/>
                  </a:cubicBezTo>
                  <a:cubicBezTo>
                    <a:pt x="5334" y="37914"/>
                    <a:pt x="5570" y="37453"/>
                    <a:pt x="6749" y="33760"/>
                  </a:cubicBezTo>
                  <a:cubicBezTo>
                    <a:pt x="12644" y="13680"/>
                    <a:pt x="21606" y="5140"/>
                    <a:pt x="30567" y="5140"/>
                  </a:cubicBezTo>
                  <a:cubicBezTo>
                    <a:pt x="32689" y="5140"/>
                    <a:pt x="36462" y="5371"/>
                    <a:pt x="36462" y="12757"/>
                  </a:cubicBezTo>
                  <a:cubicBezTo>
                    <a:pt x="36462" y="18296"/>
                    <a:pt x="33868" y="24989"/>
                    <a:pt x="32453" y="28451"/>
                  </a:cubicBezTo>
                  <a:cubicBezTo>
                    <a:pt x="23728" y="51301"/>
                    <a:pt x="18776" y="65611"/>
                    <a:pt x="18776" y="76920"/>
                  </a:cubicBezTo>
                  <a:cubicBezTo>
                    <a:pt x="18776" y="98846"/>
                    <a:pt x="35048" y="104616"/>
                    <a:pt x="47782" y="104616"/>
                  </a:cubicBezTo>
                  <a:cubicBezTo>
                    <a:pt x="63346" y="104616"/>
                    <a:pt x="71836" y="94230"/>
                    <a:pt x="75845" y="89153"/>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2" name="Freeform: Shape 371">
              <a:extLst>
                <a:ext uri="{FF2B5EF4-FFF2-40B4-BE49-F238E27FC236}">
                  <a16:creationId xmlns:a16="http://schemas.microsoft.com/office/drawing/2014/main" id="{2F3F2E04-3DB6-DADF-7DFB-540DF13C504E}"/>
                </a:ext>
              </a:extLst>
            </p:cNvPr>
            <p:cNvSpPr/>
            <p:nvPr>
              <p:custDataLst>
                <p:tags r:id="rId59"/>
              </p:custDataLst>
            </p:nvPr>
          </p:nvSpPr>
          <p:spPr>
            <a:xfrm>
              <a:off x="8839731" y="5752189"/>
              <a:ext cx="32307" cy="230802"/>
            </a:xfrm>
            <a:custGeom>
              <a:avLst/>
              <a:gdLst>
                <a:gd name="connsiteX0" fmla="*/ 32459 w 32307"/>
                <a:gd name="connsiteY0" fmla="*/ 63 h 230802"/>
                <a:gd name="connsiteX1" fmla="*/ 151 w 32307"/>
                <a:gd name="connsiteY1" fmla="*/ 63 h 230802"/>
                <a:gd name="connsiteX2" fmla="*/ 151 w 32307"/>
                <a:gd name="connsiteY2" fmla="*/ 9295 h 230802"/>
                <a:gd name="connsiteX3" fmla="*/ 23026 w 32307"/>
                <a:gd name="connsiteY3" fmla="*/ 9295 h 230802"/>
                <a:gd name="connsiteX4" fmla="*/ 23026 w 32307"/>
                <a:gd name="connsiteY4" fmla="*/ 221633 h 230802"/>
                <a:gd name="connsiteX5" fmla="*/ 151 w 32307"/>
                <a:gd name="connsiteY5" fmla="*/ 221633 h 230802"/>
                <a:gd name="connsiteX6" fmla="*/ 151 w 32307"/>
                <a:gd name="connsiteY6" fmla="*/ 230865 h 230802"/>
                <a:gd name="connsiteX7" fmla="*/ 32459 w 32307"/>
                <a:gd name="connsiteY7" fmla="*/ 230865 h 230802"/>
                <a:gd name="connsiteX8" fmla="*/ 32459 w 32307"/>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459" y="63"/>
                  </a:moveTo>
                  <a:lnTo>
                    <a:pt x="151" y="63"/>
                  </a:lnTo>
                  <a:lnTo>
                    <a:pt x="151" y="9295"/>
                  </a:lnTo>
                  <a:lnTo>
                    <a:pt x="23026" y="9295"/>
                  </a:lnTo>
                  <a:lnTo>
                    <a:pt x="23026" y="221633"/>
                  </a:lnTo>
                  <a:lnTo>
                    <a:pt x="151" y="221633"/>
                  </a:lnTo>
                  <a:lnTo>
                    <a:pt x="151" y="230865"/>
                  </a:lnTo>
                  <a:lnTo>
                    <a:pt x="32459" y="230865"/>
                  </a:lnTo>
                  <a:lnTo>
                    <a:pt x="32459"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3" name="Freeform: Shape 372">
              <a:extLst>
                <a:ext uri="{FF2B5EF4-FFF2-40B4-BE49-F238E27FC236}">
                  <a16:creationId xmlns:a16="http://schemas.microsoft.com/office/drawing/2014/main" id="{522F3D30-2241-C5EA-7F83-6B4BDB69D99C}"/>
                </a:ext>
              </a:extLst>
            </p:cNvPr>
            <p:cNvSpPr/>
            <p:nvPr>
              <p:custDataLst>
                <p:tags r:id="rId60"/>
              </p:custDataLst>
            </p:nvPr>
          </p:nvSpPr>
          <p:spPr>
            <a:xfrm>
              <a:off x="8978761" y="5840587"/>
              <a:ext cx="156823" cy="54007"/>
            </a:xfrm>
            <a:custGeom>
              <a:avLst/>
              <a:gdLst>
                <a:gd name="connsiteX0" fmla="*/ 148962 w 156823"/>
                <a:gd name="connsiteY0" fmla="*/ 9295 h 54007"/>
                <a:gd name="connsiteX1" fmla="*/ 156980 w 156823"/>
                <a:gd name="connsiteY1" fmla="*/ 4679 h 54007"/>
                <a:gd name="connsiteX2" fmla="*/ 149198 w 156823"/>
                <a:gd name="connsiteY2" fmla="*/ 63 h 54007"/>
                <a:gd name="connsiteX3" fmla="*/ 7939 w 156823"/>
                <a:gd name="connsiteY3" fmla="*/ 63 h 54007"/>
                <a:gd name="connsiteX4" fmla="*/ 157 w 156823"/>
                <a:gd name="connsiteY4" fmla="*/ 4679 h 54007"/>
                <a:gd name="connsiteX5" fmla="*/ 8175 w 156823"/>
                <a:gd name="connsiteY5" fmla="*/ 9295 h 54007"/>
                <a:gd name="connsiteX6" fmla="*/ 148962 w 156823"/>
                <a:gd name="connsiteY6" fmla="*/ 9295 h 54007"/>
                <a:gd name="connsiteX7" fmla="*/ 149198 w 156823"/>
                <a:gd name="connsiteY7" fmla="*/ 54071 h 54007"/>
                <a:gd name="connsiteX8" fmla="*/ 156980 w 156823"/>
                <a:gd name="connsiteY8" fmla="*/ 49455 h 54007"/>
                <a:gd name="connsiteX9" fmla="*/ 148962 w 156823"/>
                <a:gd name="connsiteY9" fmla="*/ 44838 h 54007"/>
                <a:gd name="connsiteX10" fmla="*/ 8175 w 156823"/>
                <a:gd name="connsiteY10" fmla="*/ 44838 h 54007"/>
                <a:gd name="connsiteX11" fmla="*/ 157 w 156823"/>
                <a:gd name="connsiteY11" fmla="*/ 49455 h 54007"/>
                <a:gd name="connsiteX12" fmla="*/ 7939 w 156823"/>
                <a:gd name="connsiteY12" fmla="*/ 54071 h 54007"/>
                <a:gd name="connsiteX13" fmla="*/ 149198 w 156823"/>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23" h="54007">
                  <a:moveTo>
                    <a:pt x="148962" y="9295"/>
                  </a:moveTo>
                  <a:cubicBezTo>
                    <a:pt x="152499" y="9295"/>
                    <a:pt x="156980" y="9295"/>
                    <a:pt x="156980" y="4679"/>
                  </a:cubicBezTo>
                  <a:cubicBezTo>
                    <a:pt x="156980" y="63"/>
                    <a:pt x="152499" y="63"/>
                    <a:pt x="149198" y="63"/>
                  </a:cubicBezTo>
                  <a:lnTo>
                    <a:pt x="7939" y="63"/>
                  </a:lnTo>
                  <a:cubicBezTo>
                    <a:pt x="4637" y="63"/>
                    <a:pt x="157" y="63"/>
                    <a:pt x="157" y="4679"/>
                  </a:cubicBezTo>
                  <a:cubicBezTo>
                    <a:pt x="157" y="9295"/>
                    <a:pt x="4637" y="9295"/>
                    <a:pt x="8175" y="9295"/>
                  </a:cubicBezTo>
                  <a:lnTo>
                    <a:pt x="148962" y="9295"/>
                  </a:lnTo>
                  <a:close/>
                  <a:moveTo>
                    <a:pt x="149198" y="54071"/>
                  </a:moveTo>
                  <a:cubicBezTo>
                    <a:pt x="152499" y="54071"/>
                    <a:pt x="156980" y="54071"/>
                    <a:pt x="156980" y="49455"/>
                  </a:cubicBezTo>
                  <a:cubicBezTo>
                    <a:pt x="156980" y="44838"/>
                    <a:pt x="152499" y="44838"/>
                    <a:pt x="148962" y="44838"/>
                  </a:cubicBezTo>
                  <a:lnTo>
                    <a:pt x="8175" y="44838"/>
                  </a:lnTo>
                  <a:cubicBezTo>
                    <a:pt x="4637" y="44838"/>
                    <a:pt x="157" y="44838"/>
                    <a:pt x="157" y="49455"/>
                  </a:cubicBezTo>
                  <a:cubicBezTo>
                    <a:pt x="157" y="54071"/>
                    <a:pt x="4637" y="54071"/>
                    <a:pt x="7939" y="54071"/>
                  </a:cubicBezTo>
                  <a:lnTo>
                    <a:pt x="149198"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4" name="Freeform: Shape 373">
              <a:extLst>
                <a:ext uri="{FF2B5EF4-FFF2-40B4-BE49-F238E27FC236}">
                  <a16:creationId xmlns:a16="http://schemas.microsoft.com/office/drawing/2014/main" id="{8D3A9616-400F-FB4E-B86D-5964B267D904}"/>
                </a:ext>
              </a:extLst>
            </p:cNvPr>
            <p:cNvSpPr/>
            <p:nvPr>
              <p:custDataLst>
                <p:tags r:id="rId61"/>
              </p:custDataLst>
            </p:nvPr>
          </p:nvSpPr>
          <p:spPr>
            <a:xfrm>
              <a:off x="9223441" y="5768346"/>
              <a:ext cx="171155" cy="156945"/>
            </a:xfrm>
            <a:custGeom>
              <a:avLst/>
              <a:gdLst>
                <a:gd name="connsiteX0" fmla="*/ 158169 w 171155"/>
                <a:gd name="connsiteY0" fmla="*/ 103231 h 156945"/>
                <a:gd name="connsiteX1" fmla="*/ 159349 w 171155"/>
                <a:gd name="connsiteY1" fmla="*/ 100000 h 156945"/>
                <a:gd name="connsiteX2" fmla="*/ 156519 w 171155"/>
                <a:gd name="connsiteY2" fmla="*/ 97461 h 156945"/>
                <a:gd name="connsiteX3" fmla="*/ 153453 w 171155"/>
                <a:gd name="connsiteY3" fmla="*/ 100231 h 156945"/>
                <a:gd name="connsiteX4" fmla="*/ 89073 w 171155"/>
                <a:gd name="connsiteY4" fmla="*/ 149854 h 156945"/>
                <a:gd name="connsiteX5" fmla="*/ 54643 w 171155"/>
                <a:gd name="connsiteY5" fmla="*/ 149854 h 156945"/>
                <a:gd name="connsiteX6" fmla="*/ 49455 w 171155"/>
                <a:gd name="connsiteY6" fmla="*/ 149623 h 156945"/>
                <a:gd name="connsiteX7" fmla="*/ 46389 w 171155"/>
                <a:gd name="connsiteY7" fmla="*/ 147315 h 156945"/>
                <a:gd name="connsiteX8" fmla="*/ 47568 w 171155"/>
                <a:gd name="connsiteY8" fmla="*/ 142006 h 156945"/>
                <a:gd name="connsiteX9" fmla="*/ 63604 w 171155"/>
                <a:gd name="connsiteY9" fmla="*/ 78997 h 156945"/>
                <a:gd name="connsiteX10" fmla="*/ 86951 w 171155"/>
                <a:gd name="connsiteY10" fmla="*/ 78997 h 156945"/>
                <a:gd name="connsiteX11" fmla="*/ 106996 w 171155"/>
                <a:gd name="connsiteY11" fmla="*/ 89614 h 156945"/>
                <a:gd name="connsiteX12" fmla="*/ 105345 w 171155"/>
                <a:gd name="connsiteY12" fmla="*/ 100923 h 156945"/>
                <a:gd name="connsiteX13" fmla="*/ 104637 w 171155"/>
                <a:gd name="connsiteY13" fmla="*/ 103462 h 156945"/>
                <a:gd name="connsiteX14" fmla="*/ 107703 w 171155"/>
                <a:gd name="connsiteY14" fmla="*/ 106001 h 156945"/>
                <a:gd name="connsiteX15" fmla="*/ 111241 w 171155"/>
                <a:gd name="connsiteY15" fmla="*/ 101385 h 156945"/>
                <a:gd name="connsiteX16" fmla="*/ 124682 w 171155"/>
                <a:gd name="connsiteY16" fmla="*/ 47377 h 156945"/>
                <a:gd name="connsiteX17" fmla="*/ 121853 w 171155"/>
                <a:gd name="connsiteY17" fmla="*/ 44838 h 156945"/>
                <a:gd name="connsiteX18" fmla="*/ 118551 w 171155"/>
                <a:gd name="connsiteY18" fmla="*/ 48993 h 156945"/>
                <a:gd name="connsiteX19" fmla="*/ 87658 w 171155"/>
                <a:gd name="connsiteY19" fmla="*/ 71842 h 156945"/>
                <a:gd name="connsiteX20" fmla="*/ 65491 w 171155"/>
                <a:gd name="connsiteY20" fmla="*/ 71842 h 156945"/>
                <a:gd name="connsiteX21" fmla="*/ 79640 w 171155"/>
                <a:gd name="connsiteY21" fmla="*/ 16219 h 156945"/>
                <a:gd name="connsiteX22" fmla="*/ 92375 w 171155"/>
                <a:gd name="connsiteY22" fmla="*/ 7218 h 156945"/>
                <a:gd name="connsiteX23" fmla="*/ 125626 w 171155"/>
                <a:gd name="connsiteY23" fmla="*/ 7218 h 156945"/>
                <a:gd name="connsiteX24" fmla="*/ 161471 w 171155"/>
                <a:gd name="connsiteY24" fmla="*/ 32837 h 156945"/>
                <a:gd name="connsiteX25" fmla="*/ 160528 w 171155"/>
                <a:gd name="connsiteY25" fmla="*/ 45069 h 156945"/>
                <a:gd name="connsiteX26" fmla="*/ 160292 w 171155"/>
                <a:gd name="connsiteY26" fmla="*/ 49224 h 156945"/>
                <a:gd name="connsiteX27" fmla="*/ 163122 w 171155"/>
                <a:gd name="connsiteY27" fmla="*/ 51993 h 156945"/>
                <a:gd name="connsiteX28" fmla="*/ 166423 w 171155"/>
                <a:gd name="connsiteY28" fmla="*/ 46223 h 156945"/>
                <a:gd name="connsiteX29" fmla="*/ 171140 w 171155"/>
                <a:gd name="connsiteY29" fmla="*/ 6294 h 156945"/>
                <a:gd name="connsiteX30" fmla="*/ 164773 w 171155"/>
                <a:gd name="connsiteY30" fmla="*/ 63 h 156945"/>
                <a:gd name="connsiteX31" fmla="*/ 45681 w 171155"/>
                <a:gd name="connsiteY31" fmla="*/ 63 h 156945"/>
                <a:gd name="connsiteX32" fmla="*/ 38607 w 171155"/>
                <a:gd name="connsiteY32" fmla="*/ 4679 h 156945"/>
                <a:gd name="connsiteX33" fmla="*/ 45210 w 171155"/>
                <a:gd name="connsiteY33" fmla="*/ 7218 h 156945"/>
                <a:gd name="connsiteX34" fmla="*/ 60538 w 171155"/>
                <a:gd name="connsiteY34" fmla="*/ 11372 h 156945"/>
                <a:gd name="connsiteX35" fmla="*/ 59359 w 171155"/>
                <a:gd name="connsiteY35" fmla="*/ 16911 h 156945"/>
                <a:gd name="connsiteX36" fmla="*/ 28230 w 171155"/>
                <a:gd name="connsiteY36" fmla="*/ 139006 h 156945"/>
                <a:gd name="connsiteX37" fmla="*/ 6770 w 171155"/>
                <a:gd name="connsiteY37" fmla="*/ 149854 h 156945"/>
                <a:gd name="connsiteX38" fmla="*/ 167 w 171155"/>
                <a:gd name="connsiteY38" fmla="*/ 154239 h 156945"/>
                <a:gd name="connsiteX39" fmla="*/ 6770 w 171155"/>
                <a:gd name="connsiteY39" fmla="*/ 157008 h 156945"/>
                <a:gd name="connsiteX40" fmla="*/ 129163 w 171155"/>
                <a:gd name="connsiteY40" fmla="*/ 157008 h 156945"/>
                <a:gd name="connsiteX41" fmla="*/ 136474 w 171155"/>
                <a:gd name="connsiteY41" fmla="*/ 153085 h 156945"/>
                <a:gd name="connsiteX42" fmla="*/ 158169 w 171155"/>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155" h="156945">
                  <a:moveTo>
                    <a:pt x="158169" y="103231"/>
                  </a:moveTo>
                  <a:cubicBezTo>
                    <a:pt x="158641" y="102077"/>
                    <a:pt x="159349" y="100462"/>
                    <a:pt x="159349" y="100000"/>
                  </a:cubicBezTo>
                  <a:cubicBezTo>
                    <a:pt x="159349" y="99769"/>
                    <a:pt x="159349" y="97461"/>
                    <a:pt x="156519" y="97461"/>
                  </a:cubicBezTo>
                  <a:cubicBezTo>
                    <a:pt x="154396" y="97461"/>
                    <a:pt x="153925" y="98846"/>
                    <a:pt x="153453" y="100231"/>
                  </a:cubicBezTo>
                  <a:cubicBezTo>
                    <a:pt x="138124" y="134390"/>
                    <a:pt x="129399" y="149854"/>
                    <a:pt x="89073" y="149854"/>
                  </a:cubicBezTo>
                  <a:lnTo>
                    <a:pt x="54643" y="149854"/>
                  </a:lnTo>
                  <a:cubicBezTo>
                    <a:pt x="51341" y="149854"/>
                    <a:pt x="50870" y="149854"/>
                    <a:pt x="49455" y="149623"/>
                  </a:cubicBezTo>
                  <a:cubicBezTo>
                    <a:pt x="47096" y="149392"/>
                    <a:pt x="46389" y="149161"/>
                    <a:pt x="46389" y="147315"/>
                  </a:cubicBezTo>
                  <a:cubicBezTo>
                    <a:pt x="46389" y="146622"/>
                    <a:pt x="46389" y="146161"/>
                    <a:pt x="47568" y="142006"/>
                  </a:cubicBezTo>
                  <a:lnTo>
                    <a:pt x="63604" y="78997"/>
                  </a:lnTo>
                  <a:lnTo>
                    <a:pt x="86951" y="78997"/>
                  </a:lnTo>
                  <a:cubicBezTo>
                    <a:pt x="106996" y="78997"/>
                    <a:pt x="106996" y="83844"/>
                    <a:pt x="106996" y="89614"/>
                  </a:cubicBezTo>
                  <a:cubicBezTo>
                    <a:pt x="106996" y="91230"/>
                    <a:pt x="106996" y="93999"/>
                    <a:pt x="105345" y="100923"/>
                  </a:cubicBezTo>
                  <a:cubicBezTo>
                    <a:pt x="104873" y="102077"/>
                    <a:pt x="104637" y="102770"/>
                    <a:pt x="104637" y="103462"/>
                  </a:cubicBezTo>
                  <a:cubicBezTo>
                    <a:pt x="104637" y="104616"/>
                    <a:pt x="105581" y="106001"/>
                    <a:pt x="107703" y="106001"/>
                  </a:cubicBezTo>
                  <a:cubicBezTo>
                    <a:pt x="109590" y="106001"/>
                    <a:pt x="110297" y="104847"/>
                    <a:pt x="111241" y="101385"/>
                  </a:cubicBezTo>
                  <a:lnTo>
                    <a:pt x="124682" y="47377"/>
                  </a:lnTo>
                  <a:cubicBezTo>
                    <a:pt x="124682" y="45992"/>
                    <a:pt x="123503" y="44838"/>
                    <a:pt x="121853" y="44838"/>
                  </a:cubicBezTo>
                  <a:cubicBezTo>
                    <a:pt x="119730" y="44838"/>
                    <a:pt x="119259" y="46223"/>
                    <a:pt x="118551" y="48993"/>
                  </a:cubicBezTo>
                  <a:cubicBezTo>
                    <a:pt x="113599" y="66534"/>
                    <a:pt x="109354" y="71842"/>
                    <a:pt x="87658" y="71842"/>
                  </a:cubicBezTo>
                  <a:lnTo>
                    <a:pt x="65491" y="71842"/>
                  </a:lnTo>
                  <a:lnTo>
                    <a:pt x="79640" y="16219"/>
                  </a:lnTo>
                  <a:cubicBezTo>
                    <a:pt x="81763" y="8141"/>
                    <a:pt x="81998" y="7218"/>
                    <a:pt x="92375" y="7218"/>
                  </a:cubicBezTo>
                  <a:lnTo>
                    <a:pt x="125626" y="7218"/>
                  </a:lnTo>
                  <a:cubicBezTo>
                    <a:pt x="154396" y="7218"/>
                    <a:pt x="161471" y="13911"/>
                    <a:pt x="161471" y="32837"/>
                  </a:cubicBezTo>
                  <a:cubicBezTo>
                    <a:pt x="161471" y="38376"/>
                    <a:pt x="161471" y="38838"/>
                    <a:pt x="160528" y="45069"/>
                  </a:cubicBezTo>
                  <a:cubicBezTo>
                    <a:pt x="160528" y="46454"/>
                    <a:pt x="160292" y="48070"/>
                    <a:pt x="160292" y="49224"/>
                  </a:cubicBezTo>
                  <a:cubicBezTo>
                    <a:pt x="160292" y="50378"/>
                    <a:pt x="160999" y="51993"/>
                    <a:pt x="163122" y="51993"/>
                  </a:cubicBezTo>
                  <a:cubicBezTo>
                    <a:pt x="165716" y="51993"/>
                    <a:pt x="165952" y="50609"/>
                    <a:pt x="166423" y="46223"/>
                  </a:cubicBezTo>
                  <a:lnTo>
                    <a:pt x="171140" y="6294"/>
                  </a:lnTo>
                  <a:cubicBezTo>
                    <a:pt x="171847" y="63"/>
                    <a:pt x="170668" y="63"/>
                    <a:pt x="164773" y="63"/>
                  </a:cubicBezTo>
                  <a:lnTo>
                    <a:pt x="45681" y="63"/>
                  </a:lnTo>
                  <a:cubicBezTo>
                    <a:pt x="40965" y="63"/>
                    <a:pt x="38607" y="63"/>
                    <a:pt x="38607" y="4679"/>
                  </a:cubicBezTo>
                  <a:cubicBezTo>
                    <a:pt x="38607" y="7218"/>
                    <a:pt x="40729" y="7218"/>
                    <a:pt x="45210" y="7218"/>
                  </a:cubicBezTo>
                  <a:cubicBezTo>
                    <a:pt x="53935" y="7218"/>
                    <a:pt x="60538" y="7218"/>
                    <a:pt x="60538" y="11372"/>
                  </a:cubicBezTo>
                  <a:cubicBezTo>
                    <a:pt x="60538" y="12295"/>
                    <a:pt x="60538" y="12757"/>
                    <a:pt x="59359" y="16911"/>
                  </a:cubicBezTo>
                  <a:lnTo>
                    <a:pt x="28230" y="139006"/>
                  </a:lnTo>
                  <a:cubicBezTo>
                    <a:pt x="25872" y="148007"/>
                    <a:pt x="25401" y="149854"/>
                    <a:pt x="6770" y="149854"/>
                  </a:cubicBezTo>
                  <a:cubicBezTo>
                    <a:pt x="2761" y="149854"/>
                    <a:pt x="167" y="149854"/>
                    <a:pt x="167" y="154239"/>
                  </a:cubicBezTo>
                  <a:cubicBezTo>
                    <a:pt x="167" y="157008"/>
                    <a:pt x="2290" y="157008"/>
                    <a:pt x="6770" y="157008"/>
                  </a:cubicBezTo>
                  <a:lnTo>
                    <a:pt x="129163" y="157008"/>
                  </a:lnTo>
                  <a:cubicBezTo>
                    <a:pt x="134587" y="157008"/>
                    <a:pt x="134823" y="156778"/>
                    <a:pt x="136474" y="153085"/>
                  </a:cubicBezTo>
                  <a:lnTo>
                    <a:pt x="158169"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5" name="Freeform: Shape 374">
              <a:extLst>
                <a:ext uri="{FF2B5EF4-FFF2-40B4-BE49-F238E27FC236}">
                  <a16:creationId xmlns:a16="http://schemas.microsoft.com/office/drawing/2014/main" id="{ED4B7B40-6304-814A-1BDD-B1AB1A37C522}"/>
                </a:ext>
              </a:extLst>
            </p:cNvPr>
            <p:cNvSpPr/>
            <p:nvPr>
              <p:custDataLst>
                <p:tags r:id="rId62"/>
              </p:custDataLst>
            </p:nvPr>
          </p:nvSpPr>
          <p:spPr>
            <a:xfrm>
              <a:off x="9429983" y="5752189"/>
              <a:ext cx="32307" cy="230802"/>
            </a:xfrm>
            <a:custGeom>
              <a:avLst/>
              <a:gdLst>
                <a:gd name="connsiteX0" fmla="*/ 32483 w 32307"/>
                <a:gd name="connsiteY0" fmla="*/ 230865 h 230802"/>
                <a:gd name="connsiteX1" fmla="*/ 32483 w 32307"/>
                <a:gd name="connsiteY1" fmla="*/ 221633 h 230802"/>
                <a:gd name="connsiteX2" fmla="*/ 9608 w 32307"/>
                <a:gd name="connsiteY2" fmla="*/ 221633 h 230802"/>
                <a:gd name="connsiteX3" fmla="*/ 9608 w 32307"/>
                <a:gd name="connsiteY3" fmla="*/ 9295 h 230802"/>
                <a:gd name="connsiteX4" fmla="*/ 32483 w 32307"/>
                <a:gd name="connsiteY4" fmla="*/ 9295 h 230802"/>
                <a:gd name="connsiteX5" fmla="*/ 32483 w 32307"/>
                <a:gd name="connsiteY5" fmla="*/ 63 h 230802"/>
                <a:gd name="connsiteX6" fmla="*/ 175 w 32307"/>
                <a:gd name="connsiteY6" fmla="*/ 63 h 230802"/>
                <a:gd name="connsiteX7" fmla="*/ 175 w 32307"/>
                <a:gd name="connsiteY7" fmla="*/ 230865 h 230802"/>
                <a:gd name="connsiteX8" fmla="*/ 32483 w 32307"/>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483" y="230865"/>
                  </a:moveTo>
                  <a:lnTo>
                    <a:pt x="32483" y="221633"/>
                  </a:lnTo>
                  <a:lnTo>
                    <a:pt x="9608" y="221633"/>
                  </a:lnTo>
                  <a:lnTo>
                    <a:pt x="9608" y="9295"/>
                  </a:lnTo>
                  <a:lnTo>
                    <a:pt x="32483" y="9295"/>
                  </a:lnTo>
                  <a:lnTo>
                    <a:pt x="32483" y="63"/>
                  </a:lnTo>
                  <a:lnTo>
                    <a:pt x="175" y="63"/>
                  </a:lnTo>
                  <a:lnTo>
                    <a:pt x="175" y="230865"/>
                  </a:lnTo>
                  <a:lnTo>
                    <a:pt x="32483"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6" name="Freeform: Shape 375">
              <a:extLst>
                <a:ext uri="{FF2B5EF4-FFF2-40B4-BE49-F238E27FC236}">
                  <a16:creationId xmlns:a16="http://schemas.microsoft.com/office/drawing/2014/main" id="{9640176A-F055-A86A-751E-9EA791A1B42F}"/>
                </a:ext>
              </a:extLst>
            </p:cNvPr>
            <p:cNvSpPr/>
            <p:nvPr>
              <p:custDataLst>
                <p:tags r:id="rId63"/>
              </p:custDataLst>
            </p:nvPr>
          </p:nvSpPr>
          <p:spPr>
            <a:xfrm>
              <a:off x="9474502" y="5823276"/>
              <a:ext cx="117440" cy="104553"/>
            </a:xfrm>
            <a:custGeom>
              <a:avLst/>
              <a:gdLst>
                <a:gd name="connsiteX0" fmla="*/ 72104 w 117440"/>
                <a:gd name="connsiteY0" fmla="*/ 32375 h 104553"/>
                <a:gd name="connsiteX1" fmla="*/ 95451 w 117440"/>
                <a:gd name="connsiteY1" fmla="*/ 5140 h 104553"/>
                <a:gd name="connsiteX2" fmla="*/ 107242 w 117440"/>
                <a:gd name="connsiteY2" fmla="*/ 8141 h 104553"/>
                <a:gd name="connsiteX3" fmla="*/ 95923 w 117440"/>
                <a:gd name="connsiteY3" fmla="*/ 20604 h 104553"/>
                <a:gd name="connsiteX4" fmla="*/ 104884 w 117440"/>
                <a:gd name="connsiteY4" fmla="*/ 28682 h 104553"/>
                <a:gd name="connsiteX5" fmla="*/ 117618 w 117440"/>
                <a:gd name="connsiteY5" fmla="*/ 15296 h 104553"/>
                <a:gd name="connsiteX6" fmla="*/ 95687 w 117440"/>
                <a:gd name="connsiteY6" fmla="*/ 63 h 104553"/>
                <a:gd name="connsiteX7" fmla="*/ 70925 w 117440"/>
                <a:gd name="connsiteY7" fmla="*/ 17604 h 104553"/>
                <a:gd name="connsiteX8" fmla="*/ 45456 w 117440"/>
                <a:gd name="connsiteY8" fmla="*/ 63 h 104553"/>
                <a:gd name="connsiteX9" fmla="*/ 7489 w 117440"/>
                <a:gd name="connsiteY9" fmla="*/ 35606 h 104553"/>
                <a:gd name="connsiteX10" fmla="*/ 10318 w 117440"/>
                <a:gd name="connsiteY10" fmla="*/ 37914 h 104553"/>
                <a:gd name="connsiteX11" fmla="*/ 13384 w 117440"/>
                <a:gd name="connsiteY11" fmla="*/ 35376 h 104553"/>
                <a:gd name="connsiteX12" fmla="*/ 44985 w 117440"/>
                <a:gd name="connsiteY12" fmla="*/ 5140 h 104553"/>
                <a:gd name="connsiteX13" fmla="*/ 57719 w 117440"/>
                <a:gd name="connsiteY13" fmla="*/ 20604 h 104553"/>
                <a:gd name="connsiteX14" fmla="*/ 44985 w 117440"/>
                <a:gd name="connsiteY14" fmla="*/ 75535 h 104553"/>
                <a:gd name="connsiteX15" fmla="*/ 22581 w 117440"/>
                <a:gd name="connsiteY15" fmla="*/ 99539 h 104553"/>
                <a:gd name="connsiteX16" fmla="*/ 10790 w 117440"/>
                <a:gd name="connsiteY16" fmla="*/ 96538 h 104553"/>
                <a:gd name="connsiteX17" fmla="*/ 21874 w 117440"/>
                <a:gd name="connsiteY17" fmla="*/ 84075 h 104553"/>
                <a:gd name="connsiteX18" fmla="*/ 13148 w 117440"/>
                <a:gd name="connsiteY18" fmla="*/ 75997 h 104553"/>
                <a:gd name="connsiteX19" fmla="*/ 178 w 117440"/>
                <a:gd name="connsiteY19" fmla="*/ 89383 h 104553"/>
                <a:gd name="connsiteX20" fmla="*/ 22346 w 117440"/>
                <a:gd name="connsiteY20" fmla="*/ 104616 h 104553"/>
                <a:gd name="connsiteX21" fmla="*/ 47107 w 117440"/>
                <a:gd name="connsiteY21" fmla="*/ 87075 h 104553"/>
                <a:gd name="connsiteX22" fmla="*/ 72576 w 117440"/>
                <a:gd name="connsiteY22" fmla="*/ 104616 h 104553"/>
                <a:gd name="connsiteX23" fmla="*/ 110308 w 117440"/>
                <a:gd name="connsiteY23" fmla="*/ 69073 h 104553"/>
                <a:gd name="connsiteX24" fmla="*/ 107478 w 117440"/>
                <a:gd name="connsiteY24" fmla="*/ 66765 h 104553"/>
                <a:gd name="connsiteX25" fmla="*/ 104412 w 117440"/>
                <a:gd name="connsiteY25" fmla="*/ 69304 h 104553"/>
                <a:gd name="connsiteX26" fmla="*/ 73048 w 117440"/>
                <a:gd name="connsiteY26" fmla="*/ 99539 h 104553"/>
                <a:gd name="connsiteX27" fmla="*/ 60077 w 117440"/>
                <a:gd name="connsiteY27" fmla="*/ 84306 h 104553"/>
                <a:gd name="connsiteX28" fmla="*/ 64086 w 117440"/>
                <a:gd name="connsiteY28" fmla="*/ 63995 h 104553"/>
                <a:gd name="connsiteX29" fmla="*/ 72104 w 117440"/>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440" h="104553">
                  <a:moveTo>
                    <a:pt x="72104" y="32375"/>
                  </a:moveTo>
                  <a:cubicBezTo>
                    <a:pt x="73519" y="26374"/>
                    <a:pt x="78943" y="5140"/>
                    <a:pt x="95451" y="5140"/>
                  </a:cubicBezTo>
                  <a:cubicBezTo>
                    <a:pt x="96630" y="5140"/>
                    <a:pt x="102290" y="5140"/>
                    <a:pt x="107242" y="8141"/>
                  </a:cubicBezTo>
                  <a:cubicBezTo>
                    <a:pt x="100639" y="9295"/>
                    <a:pt x="95923" y="15065"/>
                    <a:pt x="95923" y="20604"/>
                  </a:cubicBezTo>
                  <a:cubicBezTo>
                    <a:pt x="95923" y="24297"/>
                    <a:pt x="98517" y="28682"/>
                    <a:pt x="104884" y="28682"/>
                  </a:cubicBezTo>
                  <a:cubicBezTo>
                    <a:pt x="110072" y="28682"/>
                    <a:pt x="117618" y="24528"/>
                    <a:pt x="117618" y="15296"/>
                  </a:cubicBezTo>
                  <a:cubicBezTo>
                    <a:pt x="117618" y="3294"/>
                    <a:pt x="103705" y="63"/>
                    <a:pt x="95687" y="63"/>
                  </a:cubicBezTo>
                  <a:cubicBezTo>
                    <a:pt x="82009" y="63"/>
                    <a:pt x="73755" y="12295"/>
                    <a:pt x="70925" y="17604"/>
                  </a:cubicBezTo>
                  <a:cubicBezTo>
                    <a:pt x="65030" y="2371"/>
                    <a:pt x="52295" y="63"/>
                    <a:pt x="45456" y="63"/>
                  </a:cubicBezTo>
                  <a:cubicBezTo>
                    <a:pt x="20931" y="63"/>
                    <a:pt x="7489" y="29836"/>
                    <a:pt x="7489" y="35606"/>
                  </a:cubicBezTo>
                  <a:cubicBezTo>
                    <a:pt x="7489" y="37914"/>
                    <a:pt x="9847" y="37914"/>
                    <a:pt x="10318" y="37914"/>
                  </a:cubicBezTo>
                  <a:cubicBezTo>
                    <a:pt x="12205" y="37914"/>
                    <a:pt x="12913" y="37453"/>
                    <a:pt x="13384" y="35376"/>
                  </a:cubicBezTo>
                  <a:cubicBezTo>
                    <a:pt x="21402" y="10910"/>
                    <a:pt x="36967" y="5140"/>
                    <a:pt x="44985" y="5140"/>
                  </a:cubicBezTo>
                  <a:cubicBezTo>
                    <a:pt x="49465" y="5140"/>
                    <a:pt x="57719" y="7218"/>
                    <a:pt x="57719" y="20604"/>
                  </a:cubicBezTo>
                  <a:cubicBezTo>
                    <a:pt x="57719" y="27759"/>
                    <a:pt x="53710" y="43223"/>
                    <a:pt x="44985" y="75535"/>
                  </a:cubicBezTo>
                  <a:cubicBezTo>
                    <a:pt x="41211" y="89845"/>
                    <a:pt x="32958" y="99539"/>
                    <a:pt x="22581" y="99539"/>
                  </a:cubicBezTo>
                  <a:cubicBezTo>
                    <a:pt x="21166" y="99539"/>
                    <a:pt x="15742" y="99539"/>
                    <a:pt x="10790" y="96538"/>
                  </a:cubicBezTo>
                  <a:cubicBezTo>
                    <a:pt x="16686" y="95384"/>
                    <a:pt x="21874" y="90537"/>
                    <a:pt x="21874" y="84075"/>
                  </a:cubicBezTo>
                  <a:cubicBezTo>
                    <a:pt x="21874" y="77843"/>
                    <a:pt x="16686" y="75997"/>
                    <a:pt x="13148" y="75997"/>
                  </a:cubicBezTo>
                  <a:cubicBezTo>
                    <a:pt x="6074" y="75997"/>
                    <a:pt x="178" y="81998"/>
                    <a:pt x="178" y="89383"/>
                  </a:cubicBezTo>
                  <a:cubicBezTo>
                    <a:pt x="178" y="100000"/>
                    <a:pt x="11969" y="104616"/>
                    <a:pt x="22346" y="104616"/>
                  </a:cubicBezTo>
                  <a:cubicBezTo>
                    <a:pt x="37910" y="104616"/>
                    <a:pt x="46400" y="88460"/>
                    <a:pt x="47107" y="87075"/>
                  </a:cubicBezTo>
                  <a:cubicBezTo>
                    <a:pt x="49937" y="95615"/>
                    <a:pt x="58427" y="104616"/>
                    <a:pt x="72576" y="104616"/>
                  </a:cubicBezTo>
                  <a:cubicBezTo>
                    <a:pt x="96866" y="104616"/>
                    <a:pt x="110308" y="74843"/>
                    <a:pt x="110308" y="69073"/>
                  </a:cubicBezTo>
                  <a:cubicBezTo>
                    <a:pt x="110308" y="66765"/>
                    <a:pt x="108185" y="66765"/>
                    <a:pt x="107478" y="66765"/>
                  </a:cubicBezTo>
                  <a:cubicBezTo>
                    <a:pt x="105356" y="66765"/>
                    <a:pt x="104884" y="67688"/>
                    <a:pt x="104412" y="69304"/>
                  </a:cubicBezTo>
                  <a:cubicBezTo>
                    <a:pt x="96630" y="93999"/>
                    <a:pt x="80594" y="99539"/>
                    <a:pt x="73048" y="99539"/>
                  </a:cubicBezTo>
                  <a:cubicBezTo>
                    <a:pt x="63851" y="99539"/>
                    <a:pt x="60077" y="92153"/>
                    <a:pt x="60077" y="84306"/>
                  </a:cubicBezTo>
                  <a:cubicBezTo>
                    <a:pt x="60077" y="79228"/>
                    <a:pt x="61492" y="74150"/>
                    <a:pt x="64086" y="63995"/>
                  </a:cubicBezTo>
                  <a:lnTo>
                    <a:pt x="72104"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7" name="Freeform: Shape 376">
              <a:extLst>
                <a:ext uri="{FF2B5EF4-FFF2-40B4-BE49-F238E27FC236}">
                  <a16:creationId xmlns:a16="http://schemas.microsoft.com/office/drawing/2014/main" id="{7F808D54-ED1C-6D4C-B4C2-DEF403C5C0F5}"/>
                </a:ext>
              </a:extLst>
            </p:cNvPr>
            <p:cNvSpPr/>
            <p:nvPr>
              <p:custDataLst>
                <p:tags r:id="rId64"/>
              </p:custDataLst>
            </p:nvPr>
          </p:nvSpPr>
          <p:spPr>
            <a:xfrm>
              <a:off x="9625790" y="5752189"/>
              <a:ext cx="54711" cy="230802"/>
            </a:xfrm>
            <a:custGeom>
              <a:avLst/>
              <a:gdLst>
                <a:gd name="connsiteX0" fmla="*/ 54895 w 54711"/>
                <a:gd name="connsiteY0" fmla="*/ 228557 h 230802"/>
                <a:gd name="connsiteX1" fmla="*/ 50886 w 54711"/>
                <a:gd name="connsiteY1" fmla="*/ 223480 h 230802"/>
                <a:gd name="connsiteX2" fmla="*/ 13862 w 54711"/>
                <a:gd name="connsiteY2" fmla="*/ 115464 h 230802"/>
                <a:gd name="connsiteX3" fmla="*/ 51829 w 54711"/>
                <a:gd name="connsiteY3" fmla="*/ 6294 h 230802"/>
                <a:gd name="connsiteX4" fmla="*/ 54895 w 54711"/>
                <a:gd name="connsiteY4" fmla="*/ 2371 h 230802"/>
                <a:gd name="connsiteX5" fmla="*/ 52537 w 54711"/>
                <a:gd name="connsiteY5" fmla="*/ 63 h 230802"/>
                <a:gd name="connsiteX6" fmla="*/ 15041 w 54711"/>
                <a:gd name="connsiteY6" fmla="*/ 45069 h 230802"/>
                <a:gd name="connsiteX7" fmla="*/ 184 w 54711"/>
                <a:gd name="connsiteY7" fmla="*/ 115464 h 230802"/>
                <a:gd name="connsiteX8" fmla="*/ 15748 w 54711"/>
                <a:gd name="connsiteY8" fmla="*/ 187474 h 230802"/>
                <a:gd name="connsiteX9" fmla="*/ 52537 w 54711"/>
                <a:gd name="connsiteY9" fmla="*/ 230865 h 230802"/>
                <a:gd name="connsiteX10" fmla="*/ 54895 w 54711"/>
                <a:gd name="connsiteY10" fmla="*/ 228557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1" h="230802">
                  <a:moveTo>
                    <a:pt x="54895" y="228557"/>
                  </a:moveTo>
                  <a:cubicBezTo>
                    <a:pt x="54895" y="227865"/>
                    <a:pt x="54895" y="227403"/>
                    <a:pt x="50886" y="223480"/>
                  </a:cubicBezTo>
                  <a:cubicBezTo>
                    <a:pt x="21408" y="194398"/>
                    <a:pt x="13862" y="150777"/>
                    <a:pt x="13862" y="115464"/>
                  </a:cubicBezTo>
                  <a:cubicBezTo>
                    <a:pt x="13862" y="75304"/>
                    <a:pt x="22823" y="35145"/>
                    <a:pt x="51829" y="6294"/>
                  </a:cubicBezTo>
                  <a:cubicBezTo>
                    <a:pt x="54895" y="3525"/>
                    <a:pt x="54895" y="3063"/>
                    <a:pt x="54895" y="2371"/>
                  </a:cubicBezTo>
                  <a:cubicBezTo>
                    <a:pt x="54895" y="755"/>
                    <a:pt x="53952" y="63"/>
                    <a:pt x="52537" y="63"/>
                  </a:cubicBezTo>
                  <a:cubicBezTo>
                    <a:pt x="50178" y="63"/>
                    <a:pt x="28954" y="15757"/>
                    <a:pt x="15041" y="45069"/>
                  </a:cubicBezTo>
                  <a:cubicBezTo>
                    <a:pt x="3014" y="70458"/>
                    <a:pt x="184" y="96077"/>
                    <a:pt x="184" y="115464"/>
                  </a:cubicBezTo>
                  <a:cubicBezTo>
                    <a:pt x="184" y="133467"/>
                    <a:pt x="2778" y="161394"/>
                    <a:pt x="15748" y="187474"/>
                  </a:cubicBezTo>
                  <a:cubicBezTo>
                    <a:pt x="29898" y="215863"/>
                    <a:pt x="50178" y="230865"/>
                    <a:pt x="52537" y="230865"/>
                  </a:cubicBezTo>
                  <a:cubicBezTo>
                    <a:pt x="53952" y="230865"/>
                    <a:pt x="54895" y="230173"/>
                    <a:pt x="54895" y="22855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8" name="Freeform: Shape 377">
              <a:extLst>
                <a:ext uri="{FF2B5EF4-FFF2-40B4-BE49-F238E27FC236}">
                  <a16:creationId xmlns:a16="http://schemas.microsoft.com/office/drawing/2014/main" id="{04E2B2FF-9AA1-ADE5-288B-D61E6F9B8DB1}"/>
                </a:ext>
              </a:extLst>
            </p:cNvPr>
            <p:cNvSpPr/>
            <p:nvPr>
              <p:custDataLst>
                <p:tags r:id="rId65"/>
              </p:custDataLst>
            </p:nvPr>
          </p:nvSpPr>
          <p:spPr>
            <a:xfrm>
              <a:off x="9700992" y="5823276"/>
              <a:ext cx="108714" cy="149329"/>
            </a:xfrm>
            <a:custGeom>
              <a:avLst/>
              <a:gdLst>
                <a:gd name="connsiteX0" fmla="*/ 107959 w 108714"/>
                <a:gd name="connsiteY0" fmla="*/ 14142 h 149329"/>
                <a:gd name="connsiteX1" fmla="*/ 108903 w 108714"/>
                <a:gd name="connsiteY1" fmla="*/ 8833 h 149329"/>
                <a:gd name="connsiteX2" fmla="*/ 102064 w 108714"/>
                <a:gd name="connsiteY2" fmla="*/ 2602 h 149329"/>
                <a:gd name="connsiteX3" fmla="*/ 93810 w 108714"/>
                <a:gd name="connsiteY3" fmla="*/ 7448 h 149329"/>
                <a:gd name="connsiteX4" fmla="*/ 90508 w 108714"/>
                <a:gd name="connsiteY4" fmla="*/ 19912 h 149329"/>
                <a:gd name="connsiteX5" fmla="*/ 85792 w 108714"/>
                <a:gd name="connsiteY5" fmla="*/ 38376 h 149329"/>
                <a:gd name="connsiteX6" fmla="*/ 75180 w 108714"/>
                <a:gd name="connsiteY6" fmla="*/ 79920 h 149329"/>
                <a:gd name="connsiteX7" fmla="*/ 48532 w 108714"/>
                <a:gd name="connsiteY7" fmla="*/ 99539 h 149329"/>
                <a:gd name="connsiteX8" fmla="*/ 33910 w 108714"/>
                <a:gd name="connsiteY8" fmla="*/ 80844 h 149329"/>
                <a:gd name="connsiteX9" fmla="*/ 45937 w 108714"/>
                <a:gd name="connsiteY9" fmla="*/ 35606 h 149329"/>
                <a:gd name="connsiteX10" fmla="*/ 50654 w 108714"/>
                <a:gd name="connsiteY10" fmla="*/ 18989 h 149329"/>
                <a:gd name="connsiteX11" fmla="*/ 31316 w 108714"/>
                <a:gd name="connsiteY11" fmla="*/ 63 h 149329"/>
                <a:gd name="connsiteX12" fmla="*/ 188 w 108714"/>
                <a:gd name="connsiteY12" fmla="*/ 35606 h 149329"/>
                <a:gd name="connsiteX13" fmla="*/ 3017 w 108714"/>
                <a:gd name="connsiteY13" fmla="*/ 37914 h 149329"/>
                <a:gd name="connsiteX14" fmla="*/ 6791 w 108714"/>
                <a:gd name="connsiteY14" fmla="*/ 33760 h 149329"/>
                <a:gd name="connsiteX15" fmla="*/ 30609 w 108714"/>
                <a:gd name="connsiteY15" fmla="*/ 5140 h 149329"/>
                <a:gd name="connsiteX16" fmla="*/ 36505 w 108714"/>
                <a:gd name="connsiteY16" fmla="*/ 12526 h 149329"/>
                <a:gd name="connsiteX17" fmla="*/ 32495 w 108714"/>
                <a:gd name="connsiteY17" fmla="*/ 28682 h 149329"/>
                <a:gd name="connsiteX18" fmla="*/ 18818 w 108714"/>
                <a:gd name="connsiteY18" fmla="*/ 77151 h 149329"/>
                <a:gd name="connsiteX19" fmla="*/ 47588 w 108714"/>
                <a:gd name="connsiteY19" fmla="*/ 104616 h 149329"/>
                <a:gd name="connsiteX20" fmla="*/ 71406 w 108714"/>
                <a:gd name="connsiteY20" fmla="*/ 94230 h 149329"/>
                <a:gd name="connsiteX21" fmla="*/ 56078 w 108714"/>
                <a:gd name="connsiteY21" fmla="*/ 129774 h 149329"/>
                <a:gd name="connsiteX22" fmla="*/ 30137 w 108714"/>
                <a:gd name="connsiteY22" fmla="*/ 144314 h 149329"/>
                <a:gd name="connsiteX23" fmla="*/ 12215 w 108714"/>
                <a:gd name="connsiteY23" fmla="*/ 134621 h 149329"/>
                <a:gd name="connsiteX24" fmla="*/ 22355 w 108714"/>
                <a:gd name="connsiteY24" fmla="*/ 131851 h 149329"/>
                <a:gd name="connsiteX25" fmla="*/ 27072 w 108714"/>
                <a:gd name="connsiteY25" fmla="*/ 122388 h 149329"/>
                <a:gd name="connsiteX26" fmla="*/ 18346 w 108714"/>
                <a:gd name="connsiteY26" fmla="*/ 114310 h 149329"/>
                <a:gd name="connsiteX27" fmla="*/ 5140 w 108714"/>
                <a:gd name="connsiteY27" fmla="*/ 129312 h 149329"/>
                <a:gd name="connsiteX28" fmla="*/ 30137 w 108714"/>
                <a:gd name="connsiteY28" fmla="*/ 149392 h 149329"/>
                <a:gd name="connsiteX29" fmla="*/ 85320 w 108714"/>
                <a:gd name="connsiteY29" fmla="*/ 102308 h 149329"/>
                <a:gd name="connsiteX30" fmla="*/ 107959 w 108714"/>
                <a:gd name="connsiteY30" fmla="*/ 14142 h 14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714" h="149329">
                  <a:moveTo>
                    <a:pt x="107959" y="14142"/>
                  </a:moveTo>
                  <a:cubicBezTo>
                    <a:pt x="108903" y="10910"/>
                    <a:pt x="108903" y="10449"/>
                    <a:pt x="108903" y="8833"/>
                  </a:cubicBezTo>
                  <a:cubicBezTo>
                    <a:pt x="108903" y="4679"/>
                    <a:pt x="105601" y="2602"/>
                    <a:pt x="102064" y="2602"/>
                  </a:cubicBezTo>
                  <a:cubicBezTo>
                    <a:pt x="99705" y="2602"/>
                    <a:pt x="95932" y="3986"/>
                    <a:pt x="93810" y="7448"/>
                  </a:cubicBezTo>
                  <a:cubicBezTo>
                    <a:pt x="93338" y="8602"/>
                    <a:pt x="91452" y="15757"/>
                    <a:pt x="90508" y="19912"/>
                  </a:cubicBezTo>
                  <a:cubicBezTo>
                    <a:pt x="88857" y="25913"/>
                    <a:pt x="87207" y="32144"/>
                    <a:pt x="85792" y="38376"/>
                  </a:cubicBezTo>
                  <a:lnTo>
                    <a:pt x="75180" y="79920"/>
                  </a:lnTo>
                  <a:cubicBezTo>
                    <a:pt x="74236" y="83382"/>
                    <a:pt x="64096" y="99539"/>
                    <a:pt x="48532" y="99539"/>
                  </a:cubicBezTo>
                  <a:cubicBezTo>
                    <a:pt x="36505" y="99539"/>
                    <a:pt x="33910" y="89383"/>
                    <a:pt x="33910" y="80844"/>
                  </a:cubicBezTo>
                  <a:cubicBezTo>
                    <a:pt x="33910" y="70227"/>
                    <a:pt x="37919" y="55917"/>
                    <a:pt x="45937" y="35606"/>
                  </a:cubicBezTo>
                  <a:cubicBezTo>
                    <a:pt x="49711" y="26143"/>
                    <a:pt x="50654" y="23605"/>
                    <a:pt x="50654" y="18989"/>
                  </a:cubicBezTo>
                  <a:cubicBezTo>
                    <a:pt x="50654" y="8602"/>
                    <a:pt x="43108" y="63"/>
                    <a:pt x="31316" y="63"/>
                  </a:cubicBezTo>
                  <a:cubicBezTo>
                    <a:pt x="8913" y="63"/>
                    <a:pt x="188" y="33529"/>
                    <a:pt x="188" y="35606"/>
                  </a:cubicBezTo>
                  <a:cubicBezTo>
                    <a:pt x="188" y="37914"/>
                    <a:pt x="2546" y="37914"/>
                    <a:pt x="3017" y="37914"/>
                  </a:cubicBezTo>
                  <a:cubicBezTo>
                    <a:pt x="5376" y="37914"/>
                    <a:pt x="5612" y="37453"/>
                    <a:pt x="6791" y="33760"/>
                  </a:cubicBezTo>
                  <a:cubicBezTo>
                    <a:pt x="13158" y="12064"/>
                    <a:pt x="22591" y="5140"/>
                    <a:pt x="30609" y="5140"/>
                  </a:cubicBezTo>
                  <a:cubicBezTo>
                    <a:pt x="32495" y="5140"/>
                    <a:pt x="36505" y="5140"/>
                    <a:pt x="36505" y="12526"/>
                  </a:cubicBezTo>
                  <a:cubicBezTo>
                    <a:pt x="36505" y="18296"/>
                    <a:pt x="34146" y="24297"/>
                    <a:pt x="32495" y="28682"/>
                  </a:cubicBezTo>
                  <a:cubicBezTo>
                    <a:pt x="23063" y="53147"/>
                    <a:pt x="18818" y="66303"/>
                    <a:pt x="18818" y="77151"/>
                  </a:cubicBezTo>
                  <a:cubicBezTo>
                    <a:pt x="18818" y="97692"/>
                    <a:pt x="33675" y="104616"/>
                    <a:pt x="47588" y="104616"/>
                  </a:cubicBezTo>
                  <a:cubicBezTo>
                    <a:pt x="56785" y="104616"/>
                    <a:pt x="64803" y="100693"/>
                    <a:pt x="71406" y="94230"/>
                  </a:cubicBezTo>
                  <a:cubicBezTo>
                    <a:pt x="68341" y="106232"/>
                    <a:pt x="65511" y="117541"/>
                    <a:pt x="56078" y="129774"/>
                  </a:cubicBezTo>
                  <a:cubicBezTo>
                    <a:pt x="49946" y="137621"/>
                    <a:pt x="40985" y="144314"/>
                    <a:pt x="30137" y="144314"/>
                  </a:cubicBezTo>
                  <a:cubicBezTo>
                    <a:pt x="26836" y="144314"/>
                    <a:pt x="16224" y="143622"/>
                    <a:pt x="12215" y="134621"/>
                  </a:cubicBezTo>
                  <a:cubicBezTo>
                    <a:pt x="15988" y="134621"/>
                    <a:pt x="19054" y="134621"/>
                    <a:pt x="22355" y="131851"/>
                  </a:cubicBezTo>
                  <a:cubicBezTo>
                    <a:pt x="24713" y="129774"/>
                    <a:pt x="27072" y="126773"/>
                    <a:pt x="27072" y="122388"/>
                  </a:cubicBezTo>
                  <a:cubicBezTo>
                    <a:pt x="27072" y="115233"/>
                    <a:pt x="20704" y="114310"/>
                    <a:pt x="18346" y="114310"/>
                  </a:cubicBezTo>
                  <a:cubicBezTo>
                    <a:pt x="12922" y="114310"/>
                    <a:pt x="5140" y="118003"/>
                    <a:pt x="5140" y="129312"/>
                  </a:cubicBezTo>
                  <a:cubicBezTo>
                    <a:pt x="5140" y="140852"/>
                    <a:pt x="15516" y="149392"/>
                    <a:pt x="30137" y="149392"/>
                  </a:cubicBezTo>
                  <a:cubicBezTo>
                    <a:pt x="54427" y="149392"/>
                    <a:pt x="78717" y="128389"/>
                    <a:pt x="85320" y="102308"/>
                  </a:cubicBezTo>
                  <a:lnTo>
                    <a:pt x="107959" y="141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9" name="Freeform: Shape 378">
              <a:extLst>
                <a:ext uri="{FF2B5EF4-FFF2-40B4-BE49-F238E27FC236}">
                  <a16:creationId xmlns:a16="http://schemas.microsoft.com/office/drawing/2014/main" id="{42DA01A4-ADBC-A40C-AEAA-CF1891E65BB1}"/>
                </a:ext>
              </a:extLst>
            </p:cNvPr>
            <p:cNvSpPr/>
            <p:nvPr>
              <p:custDataLst>
                <p:tags r:id="rId66"/>
              </p:custDataLst>
            </p:nvPr>
          </p:nvSpPr>
          <p:spPr>
            <a:xfrm>
              <a:off x="9817532" y="5852796"/>
              <a:ext cx="50018" cy="108731"/>
            </a:xfrm>
            <a:custGeom>
              <a:avLst/>
              <a:gdLst>
                <a:gd name="connsiteX0" fmla="*/ 45919 w 50018"/>
                <a:gd name="connsiteY0" fmla="*/ 6204 h 108731"/>
                <a:gd name="connsiteX1" fmla="*/ 39316 w 50018"/>
                <a:gd name="connsiteY1" fmla="*/ 64 h 108731"/>
                <a:gd name="connsiteX2" fmla="*/ 30071 w 50018"/>
                <a:gd name="connsiteY2" fmla="*/ 8950 h 108731"/>
                <a:gd name="connsiteX3" fmla="*/ 36674 w 50018"/>
                <a:gd name="connsiteY3" fmla="*/ 15090 h 108731"/>
                <a:gd name="connsiteX4" fmla="*/ 45919 w 50018"/>
                <a:gd name="connsiteY4" fmla="*/ 6204 h 108731"/>
                <a:gd name="connsiteX5" fmla="*/ 12243 w 50018"/>
                <a:gd name="connsiteY5" fmla="*/ 88277 h 108731"/>
                <a:gd name="connsiteX6" fmla="*/ 10757 w 50018"/>
                <a:gd name="connsiteY6" fmla="*/ 95063 h 108731"/>
                <a:gd name="connsiteX7" fmla="*/ 26440 w 50018"/>
                <a:gd name="connsiteY7" fmla="*/ 108795 h 108731"/>
                <a:gd name="connsiteX8" fmla="*/ 50211 w 50018"/>
                <a:gd name="connsiteY8" fmla="*/ 84076 h 108731"/>
                <a:gd name="connsiteX9" fmla="*/ 47570 w 50018"/>
                <a:gd name="connsiteY9" fmla="*/ 81976 h 108731"/>
                <a:gd name="connsiteX10" fmla="*/ 44433 w 50018"/>
                <a:gd name="connsiteY10" fmla="*/ 84723 h 108731"/>
                <a:gd name="connsiteX11" fmla="*/ 26935 w 50018"/>
                <a:gd name="connsiteY11" fmla="*/ 104272 h 108731"/>
                <a:gd name="connsiteX12" fmla="*/ 22808 w 50018"/>
                <a:gd name="connsiteY12" fmla="*/ 98617 h 108731"/>
                <a:gd name="connsiteX13" fmla="*/ 25449 w 50018"/>
                <a:gd name="connsiteY13" fmla="*/ 88277 h 108731"/>
                <a:gd name="connsiteX14" fmla="*/ 30732 w 50018"/>
                <a:gd name="connsiteY14" fmla="*/ 75352 h 108731"/>
                <a:gd name="connsiteX15" fmla="*/ 38820 w 50018"/>
                <a:gd name="connsiteY15" fmla="*/ 54834 h 108731"/>
                <a:gd name="connsiteX16" fmla="*/ 39811 w 50018"/>
                <a:gd name="connsiteY16" fmla="*/ 49664 h 108731"/>
                <a:gd name="connsiteX17" fmla="*/ 24129 w 50018"/>
                <a:gd name="connsiteY17" fmla="*/ 35931 h 108731"/>
                <a:gd name="connsiteX18" fmla="*/ 192 w 50018"/>
                <a:gd name="connsiteY18" fmla="*/ 60650 h 108731"/>
                <a:gd name="connsiteX19" fmla="*/ 2999 w 50018"/>
                <a:gd name="connsiteY19" fmla="*/ 62750 h 108731"/>
                <a:gd name="connsiteX20" fmla="*/ 5970 w 50018"/>
                <a:gd name="connsiteY20" fmla="*/ 60165 h 108731"/>
                <a:gd name="connsiteX21" fmla="*/ 23633 w 50018"/>
                <a:gd name="connsiteY21" fmla="*/ 40455 h 108731"/>
                <a:gd name="connsiteX22" fmla="*/ 27760 w 50018"/>
                <a:gd name="connsiteY22" fmla="*/ 46109 h 108731"/>
                <a:gd name="connsiteX23" fmla="*/ 22643 w 50018"/>
                <a:gd name="connsiteY23" fmla="*/ 62266 h 108731"/>
                <a:gd name="connsiteX24" fmla="*/ 12243 w 5001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18" h="108731">
                  <a:moveTo>
                    <a:pt x="45919" y="6204"/>
                  </a:moveTo>
                  <a:cubicBezTo>
                    <a:pt x="45919" y="3619"/>
                    <a:pt x="43938" y="64"/>
                    <a:pt x="39316" y="64"/>
                  </a:cubicBezTo>
                  <a:cubicBezTo>
                    <a:pt x="34859" y="64"/>
                    <a:pt x="30071" y="4265"/>
                    <a:pt x="30071" y="8950"/>
                  </a:cubicBezTo>
                  <a:cubicBezTo>
                    <a:pt x="30071" y="11697"/>
                    <a:pt x="32217" y="15090"/>
                    <a:pt x="36674" y="15090"/>
                  </a:cubicBezTo>
                  <a:cubicBezTo>
                    <a:pt x="41462" y="15090"/>
                    <a:pt x="45919" y="10566"/>
                    <a:pt x="45919" y="6204"/>
                  </a:cubicBezTo>
                  <a:close/>
                  <a:moveTo>
                    <a:pt x="12243" y="88277"/>
                  </a:moveTo>
                  <a:cubicBezTo>
                    <a:pt x="11583" y="90377"/>
                    <a:pt x="10757" y="92316"/>
                    <a:pt x="10757" y="95063"/>
                  </a:cubicBezTo>
                  <a:cubicBezTo>
                    <a:pt x="10757" y="102656"/>
                    <a:pt x="17360" y="108795"/>
                    <a:pt x="26440" y="108795"/>
                  </a:cubicBezTo>
                  <a:cubicBezTo>
                    <a:pt x="42947" y="108795"/>
                    <a:pt x="50211" y="86500"/>
                    <a:pt x="50211" y="84076"/>
                  </a:cubicBezTo>
                  <a:cubicBezTo>
                    <a:pt x="50211" y="81976"/>
                    <a:pt x="48065" y="81976"/>
                    <a:pt x="47570" y="81976"/>
                  </a:cubicBezTo>
                  <a:cubicBezTo>
                    <a:pt x="45258" y="81976"/>
                    <a:pt x="45093" y="82945"/>
                    <a:pt x="44433" y="84723"/>
                  </a:cubicBezTo>
                  <a:cubicBezTo>
                    <a:pt x="40636" y="97648"/>
                    <a:pt x="33373" y="104272"/>
                    <a:pt x="26935" y="104272"/>
                  </a:cubicBezTo>
                  <a:cubicBezTo>
                    <a:pt x="23633" y="104272"/>
                    <a:pt x="22808" y="102171"/>
                    <a:pt x="22808" y="98617"/>
                  </a:cubicBezTo>
                  <a:cubicBezTo>
                    <a:pt x="22808" y="94901"/>
                    <a:pt x="23964" y="91831"/>
                    <a:pt x="25449" y="88277"/>
                  </a:cubicBezTo>
                  <a:cubicBezTo>
                    <a:pt x="27100" y="83915"/>
                    <a:pt x="28916" y="79553"/>
                    <a:pt x="30732" y="75352"/>
                  </a:cubicBezTo>
                  <a:cubicBezTo>
                    <a:pt x="32217" y="71475"/>
                    <a:pt x="38160" y="56772"/>
                    <a:pt x="38820" y="54834"/>
                  </a:cubicBezTo>
                  <a:cubicBezTo>
                    <a:pt x="39316" y="53218"/>
                    <a:pt x="39811" y="51279"/>
                    <a:pt x="39811" y="49664"/>
                  </a:cubicBezTo>
                  <a:cubicBezTo>
                    <a:pt x="39811" y="42070"/>
                    <a:pt x="33208" y="35931"/>
                    <a:pt x="24129" y="35931"/>
                  </a:cubicBezTo>
                  <a:cubicBezTo>
                    <a:pt x="7786" y="35931"/>
                    <a:pt x="192" y="57903"/>
                    <a:pt x="192" y="60650"/>
                  </a:cubicBezTo>
                  <a:cubicBezTo>
                    <a:pt x="192" y="62750"/>
                    <a:pt x="2504" y="62750"/>
                    <a:pt x="2999" y="62750"/>
                  </a:cubicBezTo>
                  <a:cubicBezTo>
                    <a:pt x="5310" y="62750"/>
                    <a:pt x="5475" y="61942"/>
                    <a:pt x="5970" y="60165"/>
                  </a:cubicBezTo>
                  <a:cubicBezTo>
                    <a:pt x="10262" y="46271"/>
                    <a:pt x="17526" y="40455"/>
                    <a:pt x="23633" y="40455"/>
                  </a:cubicBezTo>
                  <a:cubicBezTo>
                    <a:pt x="26275" y="40455"/>
                    <a:pt x="27760" y="41747"/>
                    <a:pt x="27760" y="46109"/>
                  </a:cubicBezTo>
                  <a:cubicBezTo>
                    <a:pt x="27760" y="49825"/>
                    <a:pt x="26770" y="52249"/>
                    <a:pt x="22643" y="62266"/>
                  </a:cubicBezTo>
                  <a:lnTo>
                    <a:pt x="12243"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0" name="Freeform: Shape 379">
              <a:extLst>
                <a:ext uri="{FF2B5EF4-FFF2-40B4-BE49-F238E27FC236}">
                  <a16:creationId xmlns:a16="http://schemas.microsoft.com/office/drawing/2014/main" id="{36A29043-C5D4-14C3-3F71-60A6D30665DE}"/>
                </a:ext>
              </a:extLst>
            </p:cNvPr>
            <p:cNvSpPr/>
            <p:nvPr>
              <p:custDataLst>
                <p:tags r:id="rId67"/>
              </p:custDataLst>
            </p:nvPr>
          </p:nvSpPr>
          <p:spPr>
            <a:xfrm>
              <a:off x="9960263" y="5862975"/>
              <a:ext cx="144088" cy="9232"/>
            </a:xfrm>
            <a:custGeom>
              <a:avLst/>
              <a:gdLst>
                <a:gd name="connsiteX0" fmla="*/ 136033 w 144088"/>
                <a:gd name="connsiteY0" fmla="*/ 9295 h 9232"/>
                <a:gd name="connsiteX1" fmla="*/ 144287 w 144088"/>
                <a:gd name="connsiteY1" fmla="*/ 4679 h 9232"/>
                <a:gd name="connsiteX2" fmla="*/ 136033 w 144088"/>
                <a:gd name="connsiteY2" fmla="*/ 63 h 9232"/>
                <a:gd name="connsiteX3" fmla="*/ 8452 w 144088"/>
                <a:gd name="connsiteY3" fmla="*/ 63 h 9232"/>
                <a:gd name="connsiteX4" fmla="*/ 198 w 144088"/>
                <a:gd name="connsiteY4" fmla="*/ 4679 h 9232"/>
                <a:gd name="connsiteX5" fmla="*/ 8452 w 144088"/>
                <a:gd name="connsiteY5" fmla="*/ 9295 h 9232"/>
                <a:gd name="connsiteX6" fmla="*/ 136033 w 144088"/>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88" h="9232">
                  <a:moveTo>
                    <a:pt x="136033" y="9295"/>
                  </a:moveTo>
                  <a:cubicBezTo>
                    <a:pt x="140042" y="9295"/>
                    <a:pt x="144287" y="9295"/>
                    <a:pt x="144287" y="4679"/>
                  </a:cubicBezTo>
                  <a:cubicBezTo>
                    <a:pt x="144287" y="63"/>
                    <a:pt x="140042" y="63"/>
                    <a:pt x="136033" y="63"/>
                  </a:cubicBezTo>
                  <a:lnTo>
                    <a:pt x="8452" y="63"/>
                  </a:lnTo>
                  <a:cubicBezTo>
                    <a:pt x="4443" y="63"/>
                    <a:pt x="198" y="63"/>
                    <a:pt x="198" y="4679"/>
                  </a:cubicBezTo>
                  <a:cubicBezTo>
                    <a:pt x="198" y="9295"/>
                    <a:pt x="4443" y="9295"/>
                    <a:pt x="8452" y="9295"/>
                  </a:cubicBezTo>
                  <a:lnTo>
                    <a:pt x="136033"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1" name="Freeform: Shape 380">
              <a:extLst>
                <a:ext uri="{FF2B5EF4-FFF2-40B4-BE49-F238E27FC236}">
                  <a16:creationId xmlns:a16="http://schemas.microsoft.com/office/drawing/2014/main" id="{DB549A81-143C-D676-8D91-D88042DF84C9}"/>
                </a:ext>
              </a:extLst>
            </p:cNvPr>
            <p:cNvSpPr/>
            <p:nvPr>
              <p:custDataLst>
                <p:tags r:id="rId68"/>
              </p:custDataLst>
            </p:nvPr>
          </p:nvSpPr>
          <p:spPr>
            <a:xfrm>
              <a:off x="10183558" y="5762345"/>
              <a:ext cx="128554" cy="207722"/>
            </a:xfrm>
            <a:custGeom>
              <a:avLst/>
              <a:gdLst>
                <a:gd name="connsiteX0" fmla="*/ 128762 w 128554"/>
                <a:gd name="connsiteY0" fmla="*/ 31683 h 207722"/>
                <a:gd name="connsiteX1" fmla="*/ 96690 w 128554"/>
                <a:gd name="connsiteY1" fmla="*/ 63 h 207722"/>
                <a:gd name="connsiteX2" fmla="*/ 68155 w 128554"/>
                <a:gd name="connsiteY2" fmla="*/ 9756 h 207722"/>
                <a:gd name="connsiteX3" fmla="*/ 37734 w 128554"/>
                <a:gd name="connsiteY3" fmla="*/ 58917 h 207722"/>
                <a:gd name="connsiteX4" fmla="*/ 238 w 128554"/>
                <a:gd name="connsiteY4" fmla="*/ 205477 h 207722"/>
                <a:gd name="connsiteX5" fmla="*/ 3068 w 128554"/>
                <a:gd name="connsiteY5" fmla="*/ 207785 h 207722"/>
                <a:gd name="connsiteX6" fmla="*/ 5898 w 128554"/>
                <a:gd name="connsiteY6" fmla="*/ 206631 h 207722"/>
                <a:gd name="connsiteX7" fmla="*/ 22405 w 128554"/>
                <a:gd name="connsiteY7" fmla="*/ 142930 h 207722"/>
                <a:gd name="connsiteX8" fmla="*/ 54477 w 128554"/>
                <a:gd name="connsiteY8" fmla="*/ 165317 h 207722"/>
                <a:gd name="connsiteX9" fmla="*/ 99991 w 128554"/>
                <a:gd name="connsiteY9" fmla="*/ 147084 h 207722"/>
                <a:gd name="connsiteX10" fmla="*/ 118857 w 128554"/>
                <a:gd name="connsiteY10" fmla="*/ 104616 h 207722"/>
                <a:gd name="connsiteX11" fmla="*/ 101642 w 128554"/>
                <a:gd name="connsiteY11" fmla="*/ 70227 h 207722"/>
                <a:gd name="connsiteX12" fmla="*/ 128762 w 128554"/>
                <a:gd name="connsiteY12" fmla="*/ 31683 h 207722"/>
                <a:gd name="connsiteX13" fmla="*/ 86314 w 128554"/>
                <a:gd name="connsiteY13" fmla="*/ 69996 h 207722"/>
                <a:gd name="connsiteX14" fmla="*/ 74994 w 128554"/>
                <a:gd name="connsiteY14" fmla="*/ 71612 h 207722"/>
                <a:gd name="connsiteX15" fmla="*/ 64618 w 128554"/>
                <a:gd name="connsiteY15" fmla="*/ 70688 h 207722"/>
                <a:gd name="connsiteX16" fmla="*/ 76173 w 128554"/>
                <a:gd name="connsiteY16" fmla="*/ 68842 h 207722"/>
                <a:gd name="connsiteX17" fmla="*/ 86314 w 128554"/>
                <a:gd name="connsiteY17" fmla="*/ 69996 h 207722"/>
                <a:gd name="connsiteX18" fmla="*/ 115556 w 128554"/>
                <a:gd name="connsiteY18" fmla="*/ 26374 h 207722"/>
                <a:gd name="connsiteX19" fmla="*/ 94332 w 128554"/>
                <a:gd name="connsiteY19" fmla="*/ 66303 h 207722"/>
                <a:gd name="connsiteX20" fmla="*/ 76173 w 128554"/>
                <a:gd name="connsiteY20" fmla="*/ 63533 h 207722"/>
                <a:gd name="connsiteX21" fmla="*/ 58015 w 128554"/>
                <a:gd name="connsiteY21" fmla="*/ 70919 h 207722"/>
                <a:gd name="connsiteX22" fmla="*/ 74287 w 128554"/>
                <a:gd name="connsiteY22" fmla="*/ 76689 h 207722"/>
                <a:gd name="connsiteX23" fmla="*/ 93624 w 128554"/>
                <a:gd name="connsiteY23" fmla="*/ 73689 h 207722"/>
                <a:gd name="connsiteX24" fmla="*/ 104001 w 128554"/>
                <a:gd name="connsiteY24" fmla="*/ 99769 h 207722"/>
                <a:gd name="connsiteX25" fmla="*/ 92209 w 128554"/>
                <a:gd name="connsiteY25" fmla="*/ 139467 h 207722"/>
                <a:gd name="connsiteX26" fmla="*/ 53770 w 128554"/>
                <a:gd name="connsiteY26" fmla="*/ 160240 h 207722"/>
                <a:gd name="connsiteX27" fmla="*/ 26886 w 128554"/>
                <a:gd name="connsiteY27" fmla="*/ 130466 h 207722"/>
                <a:gd name="connsiteX28" fmla="*/ 28065 w 128554"/>
                <a:gd name="connsiteY28" fmla="*/ 120311 h 207722"/>
                <a:gd name="connsiteX29" fmla="*/ 43158 w 128554"/>
                <a:gd name="connsiteY29" fmla="*/ 61918 h 207722"/>
                <a:gd name="connsiteX30" fmla="*/ 93624 w 128554"/>
                <a:gd name="connsiteY30" fmla="*/ 5371 h 207722"/>
                <a:gd name="connsiteX31" fmla="*/ 115556 w 128554"/>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554" h="207722">
                  <a:moveTo>
                    <a:pt x="128762" y="31683"/>
                  </a:moveTo>
                  <a:cubicBezTo>
                    <a:pt x="128762" y="14373"/>
                    <a:pt x="115792" y="63"/>
                    <a:pt x="96690" y="63"/>
                  </a:cubicBezTo>
                  <a:cubicBezTo>
                    <a:pt x="83012" y="63"/>
                    <a:pt x="76409" y="3756"/>
                    <a:pt x="68155" y="9756"/>
                  </a:cubicBezTo>
                  <a:cubicBezTo>
                    <a:pt x="55185" y="18989"/>
                    <a:pt x="42215" y="41376"/>
                    <a:pt x="37734" y="58917"/>
                  </a:cubicBezTo>
                  <a:lnTo>
                    <a:pt x="238" y="205477"/>
                  </a:lnTo>
                  <a:cubicBezTo>
                    <a:pt x="2" y="206400"/>
                    <a:pt x="1181" y="207785"/>
                    <a:pt x="3068" y="207785"/>
                  </a:cubicBezTo>
                  <a:cubicBezTo>
                    <a:pt x="4954" y="207785"/>
                    <a:pt x="5662" y="207323"/>
                    <a:pt x="5898" y="206631"/>
                  </a:cubicBezTo>
                  <a:lnTo>
                    <a:pt x="22405" y="142930"/>
                  </a:lnTo>
                  <a:cubicBezTo>
                    <a:pt x="26886" y="156778"/>
                    <a:pt x="37262" y="165317"/>
                    <a:pt x="54477" y="165317"/>
                  </a:cubicBezTo>
                  <a:cubicBezTo>
                    <a:pt x="71693" y="165317"/>
                    <a:pt x="89379" y="157239"/>
                    <a:pt x="99991" y="147084"/>
                  </a:cubicBezTo>
                  <a:cubicBezTo>
                    <a:pt x="111311" y="136467"/>
                    <a:pt x="118857" y="121696"/>
                    <a:pt x="118857" y="104616"/>
                  </a:cubicBezTo>
                  <a:cubicBezTo>
                    <a:pt x="118857" y="87999"/>
                    <a:pt x="110132" y="75997"/>
                    <a:pt x="101642" y="70227"/>
                  </a:cubicBezTo>
                  <a:cubicBezTo>
                    <a:pt x="115320" y="62610"/>
                    <a:pt x="128762" y="48300"/>
                    <a:pt x="128762" y="31683"/>
                  </a:cubicBezTo>
                  <a:close/>
                  <a:moveTo>
                    <a:pt x="86314" y="69996"/>
                  </a:moveTo>
                  <a:cubicBezTo>
                    <a:pt x="83248" y="71150"/>
                    <a:pt x="80654" y="71612"/>
                    <a:pt x="74994" y="71612"/>
                  </a:cubicBezTo>
                  <a:cubicBezTo>
                    <a:pt x="71693" y="71612"/>
                    <a:pt x="66976" y="71842"/>
                    <a:pt x="64618" y="70688"/>
                  </a:cubicBezTo>
                  <a:cubicBezTo>
                    <a:pt x="65090" y="68380"/>
                    <a:pt x="73579" y="68842"/>
                    <a:pt x="76173" y="68842"/>
                  </a:cubicBezTo>
                  <a:cubicBezTo>
                    <a:pt x="81126" y="68842"/>
                    <a:pt x="83248" y="68842"/>
                    <a:pt x="86314" y="69996"/>
                  </a:cubicBezTo>
                  <a:close/>
                  <a:moveTo>
                    <a:pt x="115556" y="26374"/>
                  </a:moveTo>
                  <a:cubicBezTo>
                    <a:pt x="115556" y="42530"/>
                    <a:pt x="106595" y="59148"/>
                    <a:pt x="94332" y="66303"/>
                  </a:cubicBezTo>
                  <a:cubicBezTo>
                    <a:pt x="87964" y="63995"/>
                    <a:pt x="83248" y="63533"/>
                    <a:pt x="76173" y="63533"/>
                  </a:cubicBezTo>
                  <a:cubicBezTo>
                    <a:pt x="71221" y="63533"/>
                    <a:pt x="58015" y="63303"/>
                    <a:pt x="58015" y="70919"/>
                  </a:cubicBezTo>
                  <a:cubicBezTo>
                    <a:pt x="57779" y="77382"/>
                    <a:pt x="70042" y="76689"/>
                    <a:pt x="74287" y="76689"/>
                  </a:cubicBezTo>
                  <a:cubicBezTo>
                    <a:pt x="83012" y="76689"/>
                    <a:pt x="86550" y="76458"/>
                    <a:pt x="93624" y="73689"/>
                  </a:cubicBezTo>
                  <a:cubicBezTo>
                    <a:pt x="102586" y="81998"/>
                    <a:pt x="103765" y="89153"/>
                    <a:pt x="104001" y="99769"/>
                  </a:cubicBezTo>
                  <a:cubicBezTo>
                    <a:pt x="104472" y="113156"/>
                    <a:pt x="98812" y="130466"/>
                    <a:pt x="92209" y="139467"/>
                  </a:cubicBezTo>
                  <a:cubicBezTo>
                    <a:pt x="83012" y="151931"/>
                    <a:pt x="67212" y="160240"/>
                    <a:pt x="53770" y="160240"/>
                  </a:cubicBezTo>
                  <a:cubicBezTo>
                    <a:pt x="35847" y="160240"/>
                    <a:pt x="26886" y="146853"/>
                    <a:pt x="26886" y="130466"/>
                  </a:cubicBezTo>
                  <a:cubicBezTo>
                    <a:pt x="26886" y="128158"/>
                    <a:pt x="26886" y="124696"/>
                    <a:pt x="28065" y="120311"/>
                  </a:cubicBezTo>
                  <a:lnTo>
                    <a:pt x="43158" y="61918"/>
                  </a:lnTo>
                  <a:cubicBezTo>
                    <a:pt x="48346" y="42069"/>
                    <a:pt x="65325" y="5371"/>
                    <a:pt x="93624" y="5371"/>
                  </a:cubicBezTo>
                  <a:cubicBezTo>
                    <a:pt x="107302" y="5371"/>
                    <a:pt x="115556" y="12526"/>
                    <a:pt x="115556"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2" name="Freeform: Shape 381">
              <a:extLst>
                <a:ext uri="{FF2B5EF4-FFF2-40B4-BE49-F238E27FC236}">
                  <a16:creationId xmlns:a16="http://schemas.microsoft.com/office/drawing/2014/main" id="{F4ED9244-9E76-88DD-64C3-4E7B047EFBCD}"/>
                </a:ext>
              </a:extLst>
            </p:cNvPr>
            <p:cNvSpPr/>
            <p:nvPr>
              <p:custDataLst>
                <p:tags r:id="rId69"/>
              </p:custDataLst>
            </p:nvPr>
          </p:nvSpPr>
          <p:spPr>
            <a:xfrm>
              <a:off x="10318486" y="5852634"/>
              <a:ext cx="76595" cy="110508"/>
            </a:xfrm>
            <a:custGeom>
              <a:avLst/>
              <a:gdLst>
                <a:gd name="connsiteX0" fmla="*/ 76809 w 76595"/>
                <a:gd name="connsiteY0" fmla="*/ 55803 h 110508"/>
                <a:gd name="connsiteX1" fmla="*/ 67070 w 76595"/>
                <a:gd name="connsiteY1" fmla="*/ 13959 h 110508"/>
                <a:gd name="connsiteX2" fmla="*/ 38511 w 76595"/>
                <a:gd name="connsiteY2" fmla="*/ 64 h 110508"/>
                <a:gd name="connsiteX3" fmla="*/ 214 w 76595"/>
                <a:gd name="connsiteY3" fmla="*/ 55803 h 110508"/>
                <a:gd name="connsiteX4" fmla="*/ 38511 w 76595"/>
                <a:gd name="connsiteY4" fmla="*/ 110572 h 110508"/>
                <a:gd name="connsiteX5" fmla="*/ 76809 w 76595"/>
                <a:gd name="connsiteY5" fmla="*/ 55803 h 110508"/>
                <a:gd name="connsiteX6" fmla="*/ 38511 w 76595"/>
                <a:gd name="connsiteY6" fmla="*/ 106049 h 110508"/>
                <a:gd name="connsiteX7" fmla="*/ 17547 w 76595"/>
                <a:gd name="connsiteY7" fmla="*/ 88439 h 110508"/>
                <a:gd name="connsiteX8" fmla="*/ 15236 w 76595"/>
                <a:gd name="connsiteY8" fmla="*/ 53703 h 110508"/>
                <a:gd name="connsiteX9" fmla="*/ 17712 w 76595"/>
                <a:gd name="connsiteY9" fmla="*/ 20744 h 110508"/>
                <a:gd name="connsiteX10" fmla="*/ 38511 w 76595"/>
                <a:gd name="connsiteY10" fmla="*/ 4588 h 110508"/>
                <a:gd name="connsiteX11" fmla="*/ 58981 w 76595"/>
                <a:gd name="connsiteY11" fmla="*/ 19290 h 110508"/>
                <a:gd name="connsiteX12" fmla="*/ 61787 w 76595"/>
                <a:gd name="connsiteY12" fmla="*/ 53703 h 110508"/>
                <a:gd name="connsiteX13" fmla="*/ 59641 w 76595"/>
                <a:gd name="connsiteY13" fmla="*/ 87792 h 110508"/>
                <a:gd name="connsiteX14" fmla="*/ 38511 w 76595"/>
                <a:gd name="connsiteY14" fmla="*/ 106049 h 11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595" h="110508">
                  <a:moveTo>
                    <a:pt x="76809" y="55803"/>
                  </a:moveTo>
                  <a:cubicBezTo>
                    <a:pt x="76809" y="38031"/>
                    <a:pt x="74663" y="25268"/>
                    <a:pt x="67070" y="13959"/>
                  </a:cubicBezTo>
                  <a:cubicBezTo>
                    <a:pt x="61952" y="6527"/>
                    <a:pt x="51718" y="64"/>
                    <a:pt x="38511" y="64"/>
                  </a:cubicBezTo>
                  <a:cubicBezTo>
                    <a:pt x="214" y="64"/>
                    <a:pt x="214" y="44171"/>
                    <a:pt x="214" y="55803"/>
                  </a:cubicBezTo>
                  <a:cubicBezTo>
                    <a:pt x="214" y="67435"/>
                    <a:pt x="214" y="110572"/>
                    <a:pt x="38511" y="110572"/>
                  </a:cubicBezTo>
                  <a:cubicBezTo>
                    <a:pt x="76809" y="110572"/>
                    <a:pt x="76809" y="67436"/>
                    <a:pt x="76809" y="55803"/>
                  </a:cubicBezTo>
                  <a:close/>
                  <a:moveTo>
                    <a:pt x="38511" y="106049"/>
                  </a:moveTo>
                  <a:cubicBezTo>
                    <a:pt x="30918" y="106049"/>
                    <a:pt x="20848" y="101687"/>
                    <a:pt x="17547" y="88439"/>
                  </a:cubicBezTo>
                  <a:cubicBezTo>
                    <a:pt x="15236" y="78906"/>
                    <a:pt x="15236" y="65658"/>
                    <a:pt x="15236" y="53703"/>
                  </a:cubicBezTo>
                  <a:cubicBezTo>
                    <a:pt x="15236" y="41909"/>
                    <a:pt x="15236" y="29630"/>
                    <a:pt x="17712" y="20744"/>
                  </a:cubicBezTo>
                  <a:cubicBezTo>
                    <a:pt x="21178" y="7981"/>
                    <a:pt x="31743" y="4588"/>
                    <a:pt x="38511" y="4588"/>
                  </a:cubicBezTo>
                  <a:cubicBezTo>
                    <a:pt x="47426" y="4588"/>
                    <a:pt x="56010" y="9920"/>
                    <a:pt x="58981" y="19290"/>
                  </a:cubicBezTo>
                  <a:cubicBezTo>
                    <a:pt x="61622" y="28014"/>
                    <a:pt x="61787" y="39647"/>
                    <a:pt x="61787" y="53703"/>
                  </a:cubicBezTo>
                  <a:cubicBezTo>
                    <a:pt x="61787" y="65658"/>
                    <a:pt x="61787" y="77614"/>
                    <a:pt x="59641" y="87792"/>
                  </a:cubicBezTo>
                  <a:cubicBezTo>
                    <a:pt x="56340" y="102494"/>
                    <a:pt x="45115" y="106049"/>
                    <a:pt x="38511" y="106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3" name="Freeform: Shape 382">
              <a:extLst>
                <a:ext uri="{FF2B5EF4-FFF2-40B4-BE49-F238E27FC236}">
                  <a16:creationId xmlns:a16="http://schemas.microsoft.com/office/drawing/2014/main" id="{521AECF6-7A2E-5E7B-E8C3-5C3A4573AD3D}"/>
                </a:ext>
              </a:extLst>
            </p:cNvPr>
            <p:cNvSpPr/>
            <p:nvPr>
              <p:custDataLst>
                <p:tags r:id="rId70"/>
              </p:custDataLst>
            </p:nvPr>
          </p:nvSpPr>
          <p:spPr>
            <a:xfrm>
              <a:off x="10487673" y="5862975"/>
              <a:ext cx="144088" cy="9232"/>
            </a:xfrm>
            <a:custGeom>
              <a:avLst/>
              <a:gdLst>
                <a:gd name="connsiteX0" fmla="*/ 136055 w 144088"/>
                <a:gd name="connsiteY0" fmla="*/ 9295 h 9232"/>
                <a:gd name="connsiteX1" fmla="*/ 144309 w 144088"/>
                <a:gd name="connsiteY1" fmla="*/ 4679 h 9232"/>
                <a:gd name="connsiteX2" fmla="*/ 136055 w 144088"/>
                <a:gd name="connsiteY2" fmla="*/ 63 h 9232"/>
                <a:gd name="connsiteX3" fmla="*/ 8474 w 144088"/>
                <a:gd name="connsiteY3" fmla="*/ 63 h 9232"/>
                <a:gd name="connsiteX4" fmla="*/ 220 w 144088"/>
                <a:gd name="connsiteY4" fmla="*/ 4679 h 9232"/>
                <a:gd name="connsiteX5" fmla="*/ 8474 w 144088"/>
                <a:gd name="connsiteY5" fmla="*/ 9295 h 9232"/>
                <a:gd name="connsiteX6" fmla="*/ 136055 w 144088"/>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88" h="9232">
                  <a:moveTo>
                    <a:pt x="136055" y="9295"/>
                  </a:moveTo>
                  <a:cubicBezTo>
                    <a:pt x="140064" y="9295"/>
                    <a:pt x="144309" y="9295"/>
                    <a:pt x="144309" y="4679"/>
                  </a:cubicBezTo>
                  <a:cubicBezTo>
                    <a:pt x="144309" y="63"/>
                    <a:pt x="140064" y="63"/>
                    <a:pt x="136055" y="63"/>
                  </a:cubicBezTo>
                  <a:lnTo>
                    <a:pt x="8474" y="63"/>
                  </a:lnTo>
                  <a:cubicBezTo>
                    <a:pt x="4465" y="63"/>
                    <a:pt x="220" y="63"/>
                    <a:pt x="220" y="4679"/>
                  </a:cubicBezTo>
                  <a:cubicBezTo>
                    <a:pt x="220" y="9295"/>
                    <a:pt x="4465" y="9295"/>
                    <a:pt x="8474" y="9295"/>
                  </a:cubicBezTo>
                  <a:lnTo>
                    <a:pt x="136055"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4" name="Freeform: Shape 383">
              <a:extLst>
                <a:ext uri="{FF2B5EF4-FFF2-40B4-BE49-F238E27FC236}">
                  <a16:creationId xmlns:a16="http://schemas.microsoft.com/office/drawing/2014/main" id="{0B5AF8B4-C202-51CE-CF71-D3AB38E18215}"/>
                </a:ext>
              </a:extLst>
            </p:cNvPr>
            <p:cNvSpPr/>
            <p:nvPr>
              <p:custDataLst>
                <p:tags r:id="rId71"/>
              </p:custDataLst>
            </p:nvPr>
          </p:nvSpPr>
          <p:spPr>
            <a:xfrm>
              <a:off x="10710968" y="5762345"/>
              <a:ext cx="128554" cy="207722"/>
            </a:xfrm>
            <a:custGeom>
              <a:avLst/>
              <a:gdLst>
                <a:gd name="connsiteX0" fmla="*/ 128784 w 128554"/>
                <a:gd name="connsiteY0" fmla="*/ 31683 h 207722"/>
                <a:gd name="connsiteX1" fmla="*/ 96712 w 128554"/>
                <a:gd name="connsiteY1" fmla="*/ 63 h 207722"/>
                <a:gd name="connsiteX2" fmla="*/ 68178 w 128554"/>
                <a:gd name="connsiteY2" fmla="*/ 9756 h 207722"/>
                <a:gd name="connsiteX3" fmla="*/ 37756 w 128554"/>
                <a:gd name="connsiteY3" fmla="*/ 58917 h 207722"/>
                <a:gd name="connsiteX4" fmla="*/ 260 w 128554"/>
                <a:gd name="connsiteY4" fmla="*/ 205477 h 207722"/>
                <a:gd name="connsiteX5" fmla="*/ 3090 w 128554"/>
                <a:gd name="connsiteY5" fmla="*/ 207785 h 207722"/>
                <a:gd name="connsiteX6" fmla="*/ 5920 w 128554"/>
                <a:gd name="connsiteY6" fmla="*/ 206631 h 207722"/>
                <a:gd name="connsiteX7" fmla="*/ 22428 w 128554"/>
                <a:gd name="connsiteY7" fmla="*/ 142930 h 207722"/>
                <a:gd name="connsiteX8" fmla="*/ 54500 w 128554"/>
                <a:gd name="connsiteY8" fmla="*/ 165317 h 207722"/>
                <a:gd name="connsiteX9" fmla="*/ 100014 w 128554"/>
                <a:gd name="connsiteY9" fmla="*/ 147084 h 207722"/>
                <a:gd name="connsiteX10" fmla="*/ 118880 w 128554"/>
                <a:gd name="connsiteY10" fmla="*/ 104616 h 207722"/>
                <a:gd name="connsiteX11" fmla="*/ 101665 w 128554"/>
                <a:gd name="connsiteY11" fmla="*/ 70227 h 207722"/>
                <a:gd name="connsiteX12" fmla="*/ 128784 w 128554"/>
                <a:gd name="connsiteY12" fmla="*/ 31683 h 207722"/>
                <a:gd name="connsiteX13" fmla="*/ 86336 w 128554"/>
                <a:gd name="connsiteY13" fmla="*/ 69996 h 207722"/>
                <a:gd name="connsiteX14" fmla="*/ 75016 w 128554"/>
                <a:gd name="connsiteY14" fmla="*/ 71612 h 207722"/>
                <a:gd name="connsiteX15" fmla="*/ 64640 w 128554"/>
                <a:gd name="connsiteY15" fmla="*/ 70688 h 207722"/>
                <a:gd name="connsiteX16" fmla="*/ 76196 w 128554"/>
                <a:gd name="connsiteY16" fmla="*/ 68842 h 207722"/>
                <a:gd name="connsiteX17" fmla="*/ 86336 w 128554"/>
                <a:gd name="connsiteY17" fmla="*/ 69996 h 207722"/>
                <a:gd name="connsiteX18" fmla="*/ 115578 w 128554"/>
                <a:gd name="connsiteY18" fmla="*/ 26374 h 207722"/>
                <a:gd name="connsiteX19" fmla="*/ 94354 w 128554"/>
                <a:gd name="connsiteY19" fmla="*/ 66303 h 207722"/>
                <a:gd name="connsiteX20" fmla="*/ 76196 w 128554"/>
                <a:gd name="connsiteY20" fmla="*/ 63533 h 207722"/>
                <a:gd name="connsiteX21" fmla="*/ 58037 w 128554"/>
                <a:gd name="connsiteY21" fmla="*/ 70919 h 207722"/>
                <a:gd name="connsiteX22" fmla="*/ 74309 w 128554"/>
                <a:gd name="connsiteY22" fmla="*/ 76689 h 207722"/>
                <a:gd name="connsiteX23" fmla="*/ 93647 w 128554"/>
                <a:gd name="connsiteY23" fmla="*/ 73689 h 207722"/>
                <a:gd name="connsiteX24" fmla="*/ 104023 w 128554"/>
                <a:gd name="connsiteY24" fmla="*/ 99769 h 207722"/>
                <a:gd name="connsiteX25" fmla="*/ 92232 w 128554"/>
                <a:gd name="connsiteY25" fmla="*/ 139467 h 207722"/>
                <a:gd name="connsiteX26" fmla="*/ 53792 w 128554"/>
                <a:gd name="connsiteY26" fmla="*/ 160240 h 207722"/>
                <a:gd name="connsiteX27" fmla="*/ 26908 w 128554"/>
                <a:gd name="connsiteY27" fmla="*/ 130466 h 207722"/>
                <a:gd name="connsiteX28" fmla="*/ 28087 w 128554"/>
                <a:gd name="connsiteY28" fmla="*/ 120311 h 207722"/>
                <a:gd name="connsiteX29" fmla="*/ 43180 w 128554"/>
                <a:gd name="connsiteY29" fmla="*/ 61918 h 207722"/>
                <a:gd name="connsiteX30" fmla="*/ 93647 w 128554"/>
                <a:gd name="connsiteY30" fmla="*/ 5371 h 207722"/>
                <a:gd name="connsiteX31" fmla="*/ 115578 w 128554"/>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554" h="207722">
                  <a:moveTo>
                    <a:pt x="128784" y="31683"/>
                  </a:moveTo>
                  <a:cubicBezTo>
                    <a:pt x="128784" y="14373"/>
                    <a:pt x="115814" y="63"/>
                    <a:pt x="96712" y="63"/>
                  </a:cubicBezTo>
                  <a:cubicBezTo>
                    <a:pt x="83034" y="63"/>
                    <a:pt x="76431" y="3756"/>
                    <a:pt x="68178" y="9756"/>
                  </a:cubicBezTo>
                  <a:cubicBezTo>
                    <a:pt x="55207" y="18989"/>
                    <a:pt x="42237" y="41376"/>
                    <a:pt x="37756" y="58917"/>
                  </a:cubicBezTo>
                  <a:lnTo>
                    <a:pt x="260" y="205477"/>
                  </a:lnTo>
                  <a:cubicBezTo>
                    <a:pt x="24" y="206400"/>
                    <a:pt x="1203" y="207785"/>
                    <a:pt x="3090" y="207785"/>
                  </a:cubicBezTo>
                  <a:cubicBezTo>
                    <a:pt x="4977" y="207785"/>
                    <a:pt x="5684" y="207323"/>
                    <a:pt x="5920" y="206631"/>
                  </a:cubicBezTo>
                  <a:lnTo>
                    <a:pt x="22428" y="142930"/>
                  </a:lnTo>
                  <a:cubicBezTo>
                    <a:pt x="26908" y="156778"/>
                    <a:pt x="37285" y="165317"/>
                    <a:pt x="54500" y="165317"/>
                  </a:cubicBezTo>
                  <a:cubicBezTo>
                    <a:pt x="71715" y="165317"/>
                    <a:pt x="89402" y="157239"/>
                    <a:pt x="100014" y="147084"/>
                  </a:cubicBezTo>
                  <a:cubicBezTo>
                    <a:pt x="111333" y="136467"/>
                    <a:pt x="118880" y="121696"/>
                    <a:pt x="118880" y="104616"/>
                  </a:cubicBezTo>
                  <a:cubicBezTo>
                    <a:pt x="118880" y="87999"/>
                    <a:pt x="110154" y="75997"/>
                    <a:pt x="101665" y="70227"/>
                  </a:cubicBezTo>
                  <a:cubicBezTo>
                    <a:pt x="115342" y="62610"/>
                    <a:pt x="128784" y="48300"/>
                    <a:pt x="128784" y="31683"/>
                  </a:cubicBezTo>
                  <a:close/>
                  <a:moveTo>
                    <a:pt x="86336" y="69996"/>
                  </a:moveTo>
                  <a:cubicBezTo>
                    <a:pt x="83270" y="71150"/>
                    <a:pt x="80676" y="71612"/>
                    <a:pt x="75016" y="71612"/>
                  </a:cubicBezTo>
                  <a:cubicBezTo>
                    <a:pt x="71715" y="71612"/>
                    <a:pt x="66998" y="71842"/>
                    <a:pt x="64640" y="70688"/>
                  </a:cubicBezTo>
                  <a:cubicBezTo>
                    <a:pt x="65112" y="68380"/>
                    <a:pt x="73601" y="68842"/>
                    <a:pt x="76196" y="68842"/>
                  </a:cubicBezTo>
                  <a:cubicBezTo>
                    <a:pt x="81148" y="68842"/>
                    <a:pt x="83270" y="68842"/>
                    <a:pt x="86336" y="69996"/>
                  </a:cubicBezTo>
                  <a:close/>
                  <a:moveTo>
                    <a:pt x="115578" y="26374"/>
                  </a:moveTo>
                  <a:cubicBezTo>
                    <a:pt x="115578" y="42530"/>
                    <a:pt x="106617" y="59148"/>
                    <a:pt x="94354" y="66303"/>
                  </a:cubicBezTo>
                  <a:cubicBezTo>
                    <a:pt x="87987" y="63995"/>
                    <a:pt x="83270" y="63533"/>
                    <a:pt x="76196" y="63533"/>
                  </a:cubicBezTo>
                  <a:cubicBezTo>
                    <a:pt x="71243" y="63533"/>
                    <a:pt x="58037" y="63303"/>
                    <a:pt x="58037" y="70919"/>
                  </a:cubicBezTo>
                  <a:cubicBezTo>
                    <a:pt x="57801" y="77382"/>
                    <a:pt x="70064" y="76689"/>
                    <a:pt x="74309" y="76689"/>
                  </a:cubicBezTo>
                  <a:cubicBezTo>
                    <a:pt x="83034" y="76689"/>
                    <a:pt x="86572" y="76458"/>
                    <a:pt x="93647" y="73689"/>
                  </a:cubicBezTo>
                  <a:cubicBezTo>
                    <a:pt x="102608" y="81998"/>
                    <a:pt x="103787" y="89153"/>
                    <a:pt x="104023" y="99769"/>
                  </a:cubicBezTo>
                  <a:cubicBezTo>
                    <a:pt x="104494" y="113156"/>
                    <a:pt x="98835" y="130466"/>
                    <a:pt x="92232" y="139467"/>
                  </a:cubicBezTo>
                  <a:cubicBezTo>
                    <a:pt x="83034" y="151931"/>
                    <a:pt x="67234" y="160240"/>
                    <a:pt x="53792" y="160240"/>
                  </a:cubicBezTo>
                  <a:cubicBezTo>
                    <a:pt x="35870" y="160240"/>
                    <a:pt x="26908" y="146853"/>
                    <a:pt x="26908" y="130466"/>
                  </a:cubicBezTo>
                  <a:cubicBezTo>
                    <a:pt x="26908" y="128158"/>
                    <a:pt x="26908" y="124696"/>
                    <a:pt x="28087" y="120311"/>
                  </a:cubicBezTo>
                  <a:lnTo>
                    <a:pt x="43180" y="61918"/>
                  </a:lnTo>
                  <a:cubicBezTo>
                    <a:pt x="48368" y="42069"/>
                    <a:pt x="65348" y="5371"/>
                    <a:pt x="93647" y="5371"/>
                  </a:cubicBezTo>
                  <a:cubicBezTo>
                    <a:pt x="107324" y="5371"/>
                    <a:pt x="115578" y="12526"/>
                    <a:pt x="115578"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5" name="Freeform: Shape 384">
              <a:extLst>
                <a:ext uri="{FF2B5EF4-FFF2-40B4-BE49-F238E27FC236}">
                  <a16:creationId xmlns:a16="http://schemas.microsoft.com/office/drawing/2014/main" id="{98743093-3224-8E42-9B3B-6DADA508E709}"/>
                </a:ext>
              </a:extLst>
            </p:cNvPr>
            <p:cNvSpPr/>
            <p:nvPr>
              <p:custDataLst>
                <p:tags r:id="rId72"/>
              </p:custDataLst>
            </p:nvPr>
          </p:nvSpPr>
          <p:spPr>
            <a:xfrm>
              <a:off x="10855305" y="5852634"/>
              <a:ext cx="60087" cy="107276"/>
            </a:xfrm>
            <a:custGeom>
              <a:avLst/>
              <a:gdLst>
                <a:gd name="connsiteX0" fmla="*/ 37543 w 60087"/>
                <a:gd name="connsiteY0" fmla="*/ 4588 h 107276"/>
                <a:gd name="connsiteX1" fmla="*/ 32591 w 60087"/>
                <a:gd name="connsiteY1" fmla="*/ 64 h 107276"/>
                <a:gd name="connsiteX2" fmla="*/ 236 w 60087"/>
                <a:gd name="connsiteY2" fmla="*/ 10404 h 107276"/>
                <a:gd name="connsiteX3" fmla="*/ 236 w 60087"/>
                <a:gd name="connsiteY3" fmla="*/ 16220 h 107276"/>
                <a:gd name="connsiteX4" fmla="*/ 24172 w 60087"/>
                <a:gd name="connsiteY4" fmla="*/ 11697 h 107276"/>
                <a:gd name="connsiteX5" fmla="*/ 24172 w 60087"/>
                <a:gd name="connsiteY5" fmla="*/ 94093 h 107276"/>
                <a:gd name="connsiteX6" fmla="*/ 7664 w 60087"/>
                <a:gd name="connsiteY6" fmla="*/ 101525 h 107276"/>
                <a:gd name="connsiteX7" fmla="*/ 1391 w 60087"/>
                <a:gd name="connsiteY7" fmla="*/ 101525 h 107276"/>
                <a:gd name="connsiteX8" fmla="*/ 1391 w 60087"/>
                <a:gd name="connsiteY8" fmla="*/ 107341 h 107276"/>
                <a:gd name="connsiteX9" fmla="*/ 30775 w 60087"/>
                <a:gd name="connsiteY9" fmla="*/ 106695 h 107276"/>
                <a:gd name="connsiteX10" fmla="*/ 60324 w 60087"/>
                <a:gd name="connsiteY10" fmla="*/ 107341 h 107276"/>
                <a:gd name="connsiteX11" fmla="*/ 60324 w 60087"/>
                <a:gd name="connsiteY11" fmla="*/ 101525 h 107276"/>
                <a:gd name="connsiteX12" fmla="*/ 54051 w 60087"/>
                <a:gd name="connsiteY12" fmla="*/ 101525 h 107276"/>
                <a:gd name="connsiteX13" fmla="*/ 37543 w 60087"/>
                <a:gd name="connsiteY13" fmla="*/ 94093 h 107276"/>
                <a:gd name="connsiteX14" fmla="*/ 37543 w 60087"/>
                <a:gd name="connsiteY14" fmla="*/ 4588 h 10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87" h="107276">
                  <a:moveTo>
                    <a:pt x="37543" y="4588"/>
                  </a:moveTo>
                  <a:cubicBezTo>
                    <a:pt x="37543" y="226"/>
                    <a:pt x="37213" y="64"/>
                    <a:pt x="32591" y="64"/>
                  </a:cubicBezTo>
                  <a:cubicBezTo>
                    <a:pt x="22026" y="10243"/>
                    <a:pt x="7004" y="10404"/>
                    <a:pt x="236" y="10404"/>
                  </a:cubicBezTo>
                  <a:lnTo>
                    <a:pt x="236" y="16220"/>
                  </a:lnTo>
                  <a:cubicBezTo>
                    <a:pt x="4198" y="16220"/>
                    <a:pt x="15093" y="16220"/>
                    <a:pt x="24172" y="11697"/>
                  </a:cubicBezTo>
                  <a:lnTo>
                    <a:pt x="24172" y="94093"/>
                  </a:lnTo>
                  <a:cubicBezTo>
                    <a:pt x="24172" y="99425"/>
                    <a:pt x="24172" y="101525"/>
                    <a:pt x="7664" y="101525"/>
                  </a:cubicBezTo>
                  <a:lnTo>
                    <a:pt x="1391" y="101525"/>
                  </a:lnTo>
                  <a:lnTo>
                    <a:pt x="1391" y="107341"/>
                  </a:lnTo>
                  <a:cubicBezTo>
                    <a:pt x="4363" y="107180"/>
                    <a:pt x="24667" y="106695"/>
                    <a:pt x="30775" y="106695"/>
                  </a:cubicBezTo>
                  <a:cubicBezTo>
                    <a:pt x="35893" y="106695"/>
                    <a:pt x="56692" y="107180"/>
                    <a:pt x="60324" y="107341"/>
                  </a:cubicBezTo>
                  <a:lnTo>
                    <a:pt x="60324" y="101525"/>
                  </a:lnTo>
                  <a:lnTo>
                    <a:pt x="54051" y="101525"/>
                  </a:lnTo>
                  <a:cubicBezTo>
                    <a:pt x="37543" y="101525"/>
                    <a:pt x="37543" y="99425"/>
                    <a:pt x="37543" y="94093"/>
                  </a:cubicBezTo>
                  <a:lnTo>
                    <a:pt x="37543" y="458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6" name="Freeform: Shape 385">
              <a:extLst>
                <a:ext uri="{FF2B5EF4-FFF2-40B4-BE49-F238E27FC236}">
                  <a16:creationId xmlns:a16="http://schemas.microsoft.com/office/drawing/2014/main" id="{000EB137-D0A9-C47B-24B9-4D171A10781C}"/>
                </a:ext>
              </a:extLst>
            </p:cNvPr>
            <p:cNvSpPr/>
            <p:nvPr>
              <p:custDataLst>
                <p:tags r:id="rId73"/>
              </p:custDataLst>
            </p:nvPr>
          </p:nvSpPr>
          <p:spPr>
            <a:xfrm>
              <a:off x="10949944" y="5823276"/>
              <a:ext cx="117440" cy="104553"/>
            </a:xfrm>
            <a:custGeom>
              <a:avLst/>
              <a:gdLst>
                <a:gd name="connsiteX0" fmla="*/ 72167 w 117440"/>
                <a:gd name="connsiteY0" fmla="*/ 32375 h 104553"/>
                <a:gd name="connsiteX1" fmla="*/ 95513 w 117440"/>
                <a:gd name="connsiteY1" fmla="*/ 5140 h 104553"/>
                <a:gd name="connsiteX2" fmla="*/ 107305 w 117440"/>
                <a:gd name="connsiteY2" fmla="*/ 8141 h 104553"/>
                <a:gd name="connsiteX3" fmla="*/ 95985 w 117440"/>
                <a:gd name="connsiteY3" fmla="*/ 20604 h 104553"/>
                <a:gd name="connsiteX4" fmla="*/ 104946 w 117440"/>
                <a:gd name="connsiteY4" fmla="*/ 28682 h 104553"/>
                <a:gd name="connsiteX5" fmla="*/ 117681 w 117440"/>
                <a:gd name="connsiteY5" fmla="*/ 15296 h 104553"/>
                <a:gd name="connsiteX6" fmla="*/ 95749 w 117440"/>
                <a:gd name="connsiteY6" fmla="*/ 63 h 104553"/>
                <a:gd name="connsiteX7" fmla="*/ 70988 w 117440"/>
                <a:gd name="connsiteY7" fmla="*/ 17604 h 104553"/>
                <a:gd name="connsiteX8" fmla="*/ 45519 w 117440"/>
                <a:gd name="connsiteY8" fmla="*/ 63 h 104553"/>
                <a:gd name="connsiteX9" fmla="*/ 7551 w 117440"/>
                <a:gd name="connsiteY9" fmla="*/ 35606 h 104553"/>
                <a:gd name="connsiteX10" fmla="*/ 10381 w 117440"/>
                <a:gd name="connsiteY10" fmla="*/ 37914 h 104553"/>
                <a:gd name="connsiteX11" fmla="*/ 13447 w 117440"/>
                <a:gd name="connsiteY11" fmla="*/ 35376 h 104553"/>
                <a:gd name="connsiteX12" fmla="*/ 45047 w 117440"/>
                <a:gd name="connsiteY12" fmla="*/ 5140 h 104553"/>
                <a:gd name="connsiteX13" fmla="*/ 57781 w 117440"/>
                <a:gd name="connsiteY13" fmla="*/ 20604 h 104553"/>
                <a:gd name="connsiteX14" fmla="*/ 45047 w 117440"/>
                <a:gd name="connsiteY14" fmla="*/ 75535 h 104553"/>
                <a:gd name="connsiteX15" fmla="*/ 22644 w 117440"/>
                <a:gd name="connsiteY15" fmla="*/ 99539 h 104553"/>
                <a:gd name="connsiteX16" fmla="*/ 10852 w 117440"/>
                <a:gd name="connsiteY16" fmla="*/ 96538 h 104553"/>
                <a:gd name="connsiteX17" fmla="*/ 21936 w 117440"/>
                <a:gd name="connsiteY17" fmla="*/ 84075 h 104553"/>
                <a:gd name="connsiteX18" fmla="*/ 13211 w 117440"/>
                <a:gd name="connsiteY18" fmla="*/ 75997 h 104553"/>
                <a:gd name="connsiteX19" fmla="*/ 240 w 117440"/>
                <a:gd name="connsiteY19" fmla="*/ 89383 h 104553"/>
                <a:gd name="connsiteX20" fmla="*/ 22408 w 117440"/>
                <a:gd name="connsiteY20" fmla="*/ 104616 h 104553"/>
                <a:gd name="connsiteX21" fmla="*/ 47169 w 117440"/>
                <a:gd name="connsiteY21" fmla="*/ 87075 h 104553"/>
                <a:gd name="connsiteX22" fmla="*/ 72638 w 117440"/>
                <a:gd name="connsiteY22" fmla="*/ 104616 h 104553"/>
                <a:gd name="connsiteX23" fmla="*/ 110370 w 117440"/>
                <a:gd name="connsiteY23" fmla="*/ 69073 h 104553"/>
                <a:gd name="connsiteX24" fmla="*/ 107540 w 117440"/>
                <a:gd name="connsiteY24" fmla="*/ 66765 h 104553"/>
                <a:gd name="connsiteX25" fmla="*/ 104475 w 117440"/>
                <a:gd name="connsiteY25" fmla="*/ 69304 h 104553"/>
                <a:gd name="connsiteX26" fmla="*/ 73110 w 117440"/>
                <a:gd name="connsiteY26" fmla="*/ 99539 h 104553"/>
                <a:gd name="connsiteX27" fmla="*/ 60140 w 117440"/>
                <a:gd name="connsiteY27" fmla="*/ 84306 h 104553"/>
                <a:gd name="connsiteX28" fmla="*/ 64149 w 117440"/>
                <a:gd name="connsiteY28" fmla="*/ 63995 h 104553"/>
                <a:gd name="connsiteX29" fmla="*/ 72167 w 117440"/>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440" h="104553">
                  <a:moveTo>
                    <a:pt x="72167" y="32375"/>
                  </a:moveTo>
                  <a:cubicBezTo>
                    <a:pt x="73582" y="26374"/>
                    <a:pt x="79006" y="5140"/>
                    <a:pt x="95513" y="5140"/>
                  </a:cubicBezTo>
                  <a:cubicBezTo>
                    <a:pt x="96692" y="5140"/>
                    <a:pt x="102352" y="5140"/>
                    <a:pt x="107305" y="8141"/>
                  </a:cubicBezTo>
                  <a:cubicBezTo>
                    <a:pt x="100701" y="9295"/>
                    <a:pt x="95985" y="15065"/>
                    <a:pt x="95985" y="20604"/>
                  </a:cubicBezTo>
                  <a:cubicBezTo>
                    <a:pt x="95985" y="24297"/>
                    <a:pt x="98579" y="28682"/>
                    <a:pt x="104946" y="28682"/>
                  </a:cubicBezTo>
                  <a:cubicBezTo>
                    <a:pt x="110134" y="28682"/>
                    <a:pt x="117681" y="24528"/>
                    <a:pt x="117681" y="15296"/>
                  </a:cubicBezTo>
                  <a:cubicBezTo>
                    <a:pt x="117681" y="3294"/>
                    <a:pt x="103767" y="63"/>
                    <a:pt x="95749" y="63"/>
                  </a:cubicBezTo>
                  <a:cubicBezTo>
                    <a:pt x="82071" y="63"/>
                    <a:pt x="73817" y="12295"/>
                    <a:pt x="70988" y="17604"/>
                  </a:cubicBezTo>
                  <a:cubicBezTo>
                    <a:pt x="65092" y="2371"/>
                    <a:pt x="52357" y="63"/>
                    <a:pt x="45519" y="63"/>
                  </a:cubicBezTo>
                  <a:cubicBezTo>
                    <a:pt x="20993" y="63"/>
                    <a:pt x="7551" y="29836"/>
                    <a:pt x="7551" y="35606"/>
                  </a:cubicBezTo>
                  <a:cubicBezTo>
                    <a:pt x="7551" y="37914"/>
                    <a:pt x="9909" y="37914"/>
                    <a:pt x="10381" y="37914"/>
                  </a:cubicBezTo>
                  <a:cubicBezTo>
                    <a:pt x="12267" y="37914"/>
                    <a:pt x="12975" y="37453"/>
                    <a:pt x="13447" y="35376"/>
                  </a:cubicBezTo>
                  <a:cubicBezTo>
                    <a:pt x="21465" y="10910"/>
                    <a:pt x="37029" y="5140"/>
                    <a:pt x="45047" y="5140"/>
                  </a:cubicBezTo>
                  <a:cubicBezTo>
                    <a:pt x="49528" y="5140"/>
                    <a:pt x="57781" y="7218"/>
                    <a:pt x="57781" y="20604"/>
                  </a:cubicBezTo>
                  <a:cubicBezTo>
                    <a:pt x="57781" y="27759"/>
                    <a:pt x="53772" y="43223"/>
                    <a:pt x="45047" y="75535"/>
                  </a:cubicBezTo>
                  <a:cubicBezTo>
                    <a:pt x="41274" y="89845"/>
                    <a:pt x="33020" y="99539"/>
                    <a:pt x="22644" y="99539"/>
                  </a:cubicBezTo>
                  <a:cubicBezTo>
                    <a:pt x="21229" y="99539"/>
                    <a:pt x="15805" y="99539"/>
                    <a:pt x="10852" y="96538"/>
                  </a:cubicBezTo>
                  <a:cubicBezTo>
                    <a:pt x="16748" y="95384"/>
                    <a:pt x="21936" y="90537"/>
                    <a:pt x="21936" y="84075"/>
                  </a:cubicBezTo>
                  <a:cubicBezTo>
                    <a:pt x="21936" y="77843"/>
                    <a:pt x="16748" y="75997"/>
                    <a:pt x="13211" y="75997"/>
                  </a:cubicBezTo>
                  <a:cubicBezTo>
                    <a:pt x="6136" y="75997"/>
                    <a:pt x="240" y="81998"/>
                    <a:pt x="240" y="89383"/>
                  </a:cubicBezTo>
                  <a:cubicBezTo>
                    <a:pt x="240" y="100000"/>
                    <a:pt x="12032" y="104616"/>
                    <a:pt x="22408" y="104616"/>
                  </a:cubicBezTo>
                  <a:cubicBezTo>
                    <a:pt x="37972" y="104616"/>
                    <a:pt x="46462" y="88460"/>
                    <a:pt x="47169" y="87075"/>
                  </a:cubicBezTo>
                  <a:cubicBezTo>
                    <a:pt x="49999" y="95615"/>
                    <a:pt x="58489" y="104616"/>
                    <a:pt x="72638" y="104616"/>
                  </a:cubicBezTo>
                  <a:cubicBezTo>
                    <a:pt x="96928" y="104616"/>
                    <a:pt x="110370" y="74843"/>
                    <a:pt x="110370" y="69073"/>
                  </a:cubicBezTo>
                  <a:cubicBezTo>
                    <a:pt x="110370" y="66765"/>
                    <a:pt x="108248" y="66765"/>
                    <a:pt x="107540" y="66765"/>
                  </a:cubicBezTo>
                  <a:cubicBezTo>
                    <a:pt x="105418" y="66765"/>
                    <a:pt x="104946" y="67688"/>
                    <a:pt x="104475" y="69304"/>
                  </a:cubicBezTo>
                  <a:cubicBezTo>
                    <a:pt x="96692" y="93999"/>
                    <a:pt x="80656" y="99539"/>
                    <a:pt x="73110" y="99539"/>
                  </a:cubicBezTo>
                  <a:cubicBezTo>
                    <a:pt x="63913" y="99539"/>
                    <a:pt x="60140" y="92153"/>
                    <a:pt x="60140" y="84306"/>
                  </a:cubicBezTo>
                  <a:cubicBezTo>
                    <a:pt x="60140" y="79228"/>
                    <a:pt x="61555" y="74150"/>
                    <a:pt x="64149" y="63995"/>
                  </a:cubicBezTo>
                  <a:lnTo>
                    <a:pt x="72167"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7" name="Freeform: Shape 386">
              <a:extLst>
                <a:ext uri="{FF2B5EF4-FFF2-40B4-BE49-F238E27FC236}">
                  <a16:creationId xmlns:a16="http://schemas.microsoft.com/office/drawing/2014/main" id="{929BA338-16E6-4A23-03F7-E77985EFE03C}"/>
                </a:ext>
              </a:extLst>
            </p:cNvPr>
            <p:cNvSpPr/>
            <p:nvPr>
              <p:custDataLst>
                <p:tags r:id="rId74"/>
              </p:custDataLst>
            </p:nvPr>
          </p:nvSpPr>
          <p:spPr>
            <a:xfrm>
              <a:off x="11085644" y="5852796"/>
              <a:ext cx="50018" cy="108731"/>
            </a:xfrm>
            <a:custGeom>
              <a:avLst/>
              <a:gdLst>
                <a:gd name="connsiteX0" fmla="*/ 45972 w 50018"/>
                <a:gd name="connsiteY0" fmla="*/ 6204 h 108731"/>
                <a:gd name="connsiteX1" fmla="*/ 39369 w 50018"/>
                <a:gd name="connsiteY1" fmla="*/ 64 h 108731"/>
                <a:gd name="connsiteX2" fmla="*/ 30125 w 50018"/>
                <a:gd name="connsiteY2" fmla="*/ 8950 h 108731"/>
                <a:gd name="connsiteX3" fmla="*/ 36728 w 50018"/>
                <a:gd name="connsiteY3" fmla="*/ 15090 h 108731"/>
                <a:gd name="connsiteX4" fmla="*/ 45972 w 50018"/>
                <a:gd name="connsiteY4" fmla="*/ 6204 h 108731"/>
                <a:gd name="connsiteX5" fmla="*/ 12297 w 50018"/>
                <a:gd name="connsiteY5" fmla="*/ 88277 h 108731"/>
                <a:gd name="connsiteX6" fmla="*/ 10811 w 50018"/>
                <a:gd name="connsiteY6" fmla="*/ 95063 h 108731"/>
                <a:gd name="connsiteX7" fmla="*/ 26493 w 50018"/>
                <a:gd name="connsiteY7" fmla="*/ 108795 h 108731"/>
                <a:gd name="connsiteX8" fmla="*/ 50264 w 50018"/>
                <a:gd name="connsiteY8" fmla="*/ 84076 h 108731"/>
                <a:gd name="connsiteX9" fmla="*/ 47623 w 50018"/>
                <a:gd name="connsiteY9" fmla="*/ 81976 h 108731"/>
                <a:gd name="connsiteX10" fmla="*/ 44487 w 50018"/>
                <a:gd name="connsiteY10" fmla="*/ 84723 h 108731"/>
                <a:gd name="connsiteX11" fmla="*/ 26989 w 50018"/>
                <a:gd name="connsiteY11" fmla="*/ 104272 h 108731"/>
                <a:gd name="connsiteX12" fmla="*/ 22862 w 50018"/>
                <a:gd name="connsiteY12" fmla="*/ 98617 h 108731"/>
                <a:gd name="connsiteX13" fmla="*/ 25503 w 50018"/>
                <a:gd name="connsiteY13" fmla="*/ 88277 h 108731"/>
                <a:gd name="connsiteX14" fmla="*/ 30785 w 50018"/>
                <a:gd name="connsiteY14" fmla="*/ 75352 h 108731"/>
                <a:gd name="connsiteX15" fmla="*/ 38874 w 50018"/>
                <a:gd name="connsiteY15" fmla="*/ 54834 h 108731"/>
                <a:gd name="connsiteX16" fmla="*/ 39865 w 50018"/>
                <a:gd name="connsiteY16" fmla="*/ 49664 h 108731"/>
                <a:gd name="connsiteX17" fmla="*/ 24182 w 50018"/>
                <a:gd name="connsiteY17" fmla="*/ 35931 h 108731"/>
                <a:gd name="connsiteX18" fmla="*/ 246 w 50018"/>
                <a:gd name="connsiteY18" fmla="*/ 60650 h 108731"/>
                <a:gd name="connsiteX19" fmla="*/ 3052 w 50018"/>
                <a:gd name="connsiteY19" fmla="*/ 62750 h 108731"/>
                <a:gd name="connsiteX20" fmla="*/ 6024 w 50018"/>
                <a:gd name="connsiteY20" fmla="*/ 60165 h 108731"/>
                <a:gd name="connsiteX21" fmla="*/ 23687 w 50018"/>
                <a:gd name="connsiteY21" fmla="*/ 40455 h 108731"/>
                <a:gd name="connsiteX22" fmla="*/ 27814 w 50018"/>
                <a:gd name="connsiteY22" fmla="*/ 46109 h 108731"/>
                <a:gd name="connsiteX23" fmla="*/ 22697 w 50018"/>
                <a:gd name="connsiteY23" fmla="*/ 62266 h 108731"/>
                <a:gd name="connsiteX24" fmla="*/ 12297 w 5001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18" h="108731">
                  <a:moveTo>
                    <a:pt x="45972" y="6204"/>
                  </a:moveTo>
                  <a:cubicBezTo>
                    <a:pt x="45972" y="3619"/>
                    <a:pt x="43991" y="64"/>
                    <a:pt x="39369" y="64"/>
                  </a:cubicBezTo>
                  <a:cubicBezTo>
                    <a:pt x="34912" y="64"/>
                    <a:pt x="30125" y="4265"/>
                    <a:pt x="30125" y="8950"/>
                  </a:cubicBezTo>
                  <a:cubicBezTo>
                    <a:pt x="30125" y="11697"/>
                    <a:pt x="32271" y="15090"/>
                    <a:pt x="36728" y="15090"/>
                  </a:cubicBezTo>
                  <a:cubicBezTo>
                    <a:pt x="41515" y="15090"/>
                    <a:pt x="45972" y="10566"/>
                    <a:pt x="45972" y="6204"/>
                  </a:cubicBezTo>
                  <a:close/>
                  <a:moveTo>
                    <a:pt x="12297" y="88277"/>
                  </a:moveTo>
                  <a:cubicBezTo>
                    <a:pt x="11636" y="90377"/>
                    <a:pt x="10811" y="92316"/>
                    <a:pt x="10811" y="95063"/>
                  </a:cubicBezTo>
                  <a:cubicBezTo>
                    <a:pt x="10811" y="102656"/>
                    <a:pt x="17414" y="108795"/>
                    <a:pt x="26493" y="108795"/>
                  </a:cubicBezTo>
                  <a:cubicBezTo>
                    <a:pt x="43001" y="108795"/>
                    <a:pt x="50264" y="86500"/>
                    <a:pt x="50264" y="84076"/>
                  </a:cubicBezTo>
                  <a:cubicBezTo>
                    <a:pt x="50264" y="81976"/>
                    <a:pt x="48118" y="81976"/>
                    <a:pt x="47623" y="81976"/>
                  </a:cubicBezTo>
                  <a:cubicBezTo>
                    <a:pt x="45312" y="81976"/>
                    <a:pt x="45147" y="82945"/>
                    <a:pt x="44487" y="84723"/>
                  </a:cubicBezTo>
                  <a:cubicBezTo>
                    <a:pt x="40690" y="97648"/>
                    <a:pt x="33427" y="104272"/>
                    <a:pt x="26989" y="104272"/>
                  </a:cubicBezTo>
                  <a:cubicBezTo>
                    <a:pt x="23687" y="104272"/>
                    <a:pt x="22862" y="102171"/>
                    <a:pt x="22862" y="98617"/>
                  </a:cubicBezTo>
                  <a:cubicBezTo>
                    <a:pt x="22862" y="94901"/>
                    <a:pt x="24017" y="91831"/>
                    <a:pt x="25503" y="88277"/>
                  </a:cubicBezTo>
                  <a:cubicBezTo>
                    <a:pt x="27154" y="83915"/>
                    <a:pt x="28969" y="79553"/>
                    <a:pt x="30785" y="75352"/>
                  </a:cubicBezTo>
                  <a:cubicBezTo>
                    <a:pt x="32271" y="71475"/>
                    <a:pt x="38214" y="56772"/>
                    <a:pt x="38874" y="54834"/>
                  </a:cubicBezTo>
                  <a:cubicBezTo>
                    <a:pt x="39369" y="53218"/>
                    <a:pt x="39865" y="51279"/>
                    <a:pt x="39865" y="49664"/>
                  </a:cubicBezTo>
                  <a:cubicBezTo>
                    <a:pt x="39865" y="42070"/>
                    <a:pt x="33261" y="35931"/>
                    <a:pt x="24182" y="35931"/>
                  </a:cubicBezTo>
                  <a:cubicBezTo>
                    <a:pt x="7840" y="35931"/>
                    <a:pt x="246" y="57903"/>
                    <a:pt x="246" y="60650"/>
                  </a:cubicBezTo>
                  <a:cubicBezTo>
                    <a:pt x="246" y="62750"/>
                    <a:pt x="2557" y="62750"/>
                    <a:pt x="3052" y="62750"/>
                  </a:cubicBezTo>
                  <a:cubicBezTo>
                    <a:pt x="5363" y="62750"/>
                    <a:pt x="5529" y="61942"/>
                    <a:pt x="6024" y="60165"/>
                  </a:cubicBezTo>
                  <a:cubicBezTo>
                    <a:pt x="10316" y="46271"/>
                    <a:pt x="17579" y="40455"/>
                    <a:pt x="23687" y="40455"/>
                  </a:cubicBezTo>
                  <a:cubicBezTo>
                    <a:pt x="26328" y="40455"/>
                    <a:pt x="27814" y="41747"/>
                    <a:pt x="27814" y="46109"/>
                  </a:cubicBezTo>
                  <a:cubicBezTo>
                    <a:pt x="27814" y="49825"/>
                    <a:pt x="26823" y="52249"/>
                    <a:pt x="22697" y="62266"/>
                  </a:cubicBezTo>
                  <a:lnTo>
                    <a:pt x="12297"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8" name="Freeform: Shape 387">
              <a:extLst>
                <a:ext uri="{FF2B5EF4-FFF2-40B4-BE49-F238E27FC236}">
                  <a16:creationId xmlns:a16="http://schemas.microsoft.com/office/drawing/2014/main" id="{51A8B8BC-C63D-E1F4-4CA0-352BB0480B38}"/>
                </a:ext>
              </a:extLst>
            </p:cNvPr>
            <p:cNvSpPr/>
            <p:nvPr>
              <p:custDataLst>
                <p:tags r:id="rId75"/>
              </p:custDataLst>
            </p:nvPr>
          </p:nvSpPr>
          <p:spPr>
            <a:xfrm>
              <a:off x="11169840" y="5752189"/>
              <a:ext cx="54711" cy="230802"/>
            </a:xfrm>
            <a:custGeom>
              <a:avLst/>
              <a:gdLst>
                <a:gd name="connsiteX0" fmla="*/ 54961 w 54711"/>
                <a:gd name="connsiteY0" fmla="*/ 115464 h 230802"/>
                <a:gd name="connsiteX1" fmla="*/ 39396 w 54711"/>
                <a:gd name="connsiteY1" fmla="*/ 43454 h 230802"/>
                <a:gd name="connsiteX2" fmla="*/ 2608 w 54711"/>
                <a:gd name="connsiteY2" fmla="*/ 63 h 230802"/>
                <a:gd name="connsiteX3" fmla="*/ 249 w 54711"/>
                <a:gd name="connsiteY3" fmla="*/ 2371 h 230802"/>
                <a:gd name="connsiteX4" fmla="*/ 4730 w 54711"/>
                <a:gd name="connsiteY4" fmla="*/ 7679 h 230802"/>
                <a:gd name="connsiteX5" fmla="*/ 41283 w 54711"/>
                <a:gd name="connsiteY5" fmla="*/ 115464 h 230802"/>
                <a:gd name="connsiteX6" fmla="*/ 3315 w 54711"/>
                <a:gd name="connsiteY6" fmla="*/ 224634 h 230802"/>
                <a:gd name="connsiteX7" fmla="*/ 249 w 54711"/>
                <a:gd name="connsiteY7" fmla="*/ 228557 h 230802"/>
                <a:gd name="connsiteX8" fmla="*/ 2608 w 54711"/>
                <a:gd name="connsiteY8" fmla="*/ 230865 h 230802"/>
                <a:gd name="connsiteX9" fmla="*/ 40104 w 54711"/>
                <a:gd name="connsiteY9" fmla="*/ 185859 h 230802"/>
                <a:gd name="connsiteX10" fmla="*/ 54961 w 54711"/>
                <a:gd name="connsiteY10" fmla="*/ 115464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1" h="230802">
                  <a:moveTo>
                    <a:pt x="54961" y="115464"/>
                  </a:moveTo>
                  <a:cubicBezTo>
                    <a:pt x="54961" y="97461"/>
                    <a:pt x="52367" y="69534"/>
                    <a:pt x="39396" y="43454"/>
                  </a:cubicBezTo>
                  <a:cubicBezTo>
                    <a:pt x="25247" y="15065"/>
                    <a:pt x="4966" y="63"/>
                    <a:pt x="2608" y="63"/>
                  </a:cubicBezTo>
                  <a:cubicBezTo>
                    <a:pt x="1193" y="63"/>
                    <a:pt x="249" y="986"/>
                    <a:pt x="249" y="2371"/>
                  </a:cubicBezTo>
                  <a:cubicBezTo>
                    <a:pt x="249" y="3063"/>
                    <a:pt x="249" y="3525"/>
                    <a:pt x="4730" y="7679"/>
                  </a:cubicBezTo>
                  <a:cubicBezTo>
                    <a:pt x="27841" y="30529"/>
                    <a:pt x="41283" y="67226"/>
                    <a:pt x="41283" y="115464"/>
                  </a:cubicBezTo>
                  <a:cubicBezTo>
                    <a:pt x="41283" y="154931"/>
                    <a:pt x="32557" y="195552"/>
                    <a:pt x="3315" y="224634"/>
                  </a:cubicBezTo>
                  <a:cubicBezTo>
                    <a:pt x="249" y="227403"/>
                    <a:pt x="249" y="227865"/>
                    <a:pt x="249" y="228557"/>
                  </a:cubicBezTo>
                  <a:cubicBezTo>
                    <a:pt x="249" y="229942"/>
                    <a:pt x="1193" y="230865"/>
                    <a:pt x="2608" y="230865"/>
                  </a:cubicBezTo>
                  <a:cubicBezTo>
                    <a:pt x="4966" y="230865"/>
                    <a:pt x="26190" y="215171"/>
                    <a:pt x="40104" y="185859"/>
                  </a:cubicBezTo>
                  <a:cubicBezTo>
                    <a:pt x="52131" y="160471"/>
                    <a:pt x="54961" y="134851"/>
                    <a:pt x="54961" y="11546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9" name="Freeform: Shape 388">
              <a:extLst>
                <a:ext uri="{FF2B5EF4-FFF2-40B4-BE49-F238E27FC236}">
                  <a16:creationId xmlns:a16="http://schemas.microsoft.com/office/drawing/2014/main" id="{E3CFEE93-F9C4-CD45-0D62-361CDD880D21}"/>
                </a:ext>
              </a:extLst>
            </p:cNvPr>
            <p:cNvSpPr/>
            <p:nvPr>
              <p:custDataLst>
                <p:tags r:id="rId76"/>
              </p:custDataLst>
            </p:nvPr>
          </p:nvSpPr>
          <p:spPr>
            <a:xfrm>
              <a:off x="11253295" y="5752189"/>
              <a:ext cx="32307" cy="230802"/>
            </a:xfrm>
            <a:custGeom>
              <a:avLst/>
              <a:gdLst>
                <a:gd name="connsiteX0" fmla="*/ 32561 w 32307"/>
                <a:gd name="connsiteY0" fmla="*/ 63 h 230802"/>
                <a:gd name="connsiteX1" fmla="*/ 253 w 32307"/>
                <a:gd name="connsiteY1" fmla="*/ 63 h 230802"/>
                <a:gd name="connsiteX2" fmla="*/ 253 w 32307"/>
                <a:gd name="connsiteY2" fmla="*/ 9295 h 230802"/>
                <a:gd name="connsiteX3" fmla="*/ 23128 w 32307"/>
                <a:gd name="connsiteY3" fmla="*/ 9295 h 230802"/>
                <a:gd name="connsiteX4" fmla="*/ 23128 w 32307"/>
                <a:gd name="connsiteY4" fmla="*/ 221633 h 230802"/>
                <a:gd name="connsiteX5" fmla="*/ 253 w 32307"/>
                <a:gd name="connsiteY5" fmla="*/ 221633 h 230802"/>
                <a:gd name="connsiteX6" fmla="*/ 253 w 32307"/>
                <a:gd name="connsiteY6" fmla="*/ 230865 h 230802"/>
                <a:gd name="connsiteX7" fmla="*/ 32561 w 32307"/>
                <a:gd name="connsiteY7" fmla="*/ 230865 h 230802"/>
                <a:gd name="connsiteX8" fmla="*/ 32561 w 32307"/>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07" h="230802">
                  <a:moveTo>
                    <a:pt x="32561" y="63"/>
                  </a:moveTo>
                  <a:lnTo>
                    <a:pt x="253" y="63"/>
                  </a:lnTo>
                  <a:lnTo>
                    <a:pt x="253" y="9295"/>
                  </a:lnTo>
                  <a:lnTo>
                    <a:pt x="23128" y="9295"/>
                  </a:lnTo>
                  <a:lnTo>
                    <a:pt x="23128" y="221633"/>
                  </a:lnTo>
                  <a:lnTo>
                    <a:pt x="253" y="221633"/>
                  </a:lnTo>
                  <a:lnTo>
                    <a:pt x="253" y="230865"/>
                  </a:lnTo>
                  <a:lnTo>
                    <a:pt x="32561" y="230865"/>
                  </a:lnTo>
                  <a:lnTo>
                    <a:pt x="32561"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0" name="Freeform: Shape 389">
              <a:extLst>
                <a:ext uri="{FF2B5EF4-FFF2-40B4-BE49-F238E27FC236}">
                  <a16:creationId xmlns:a16="http://schemas.microsoft.com/office/drawing/2014/main" id="{37074BE8-257E-480D-646A-FAF70DDD91A7}"/>
                </a:ext>
              </a:extLst>
            </p:cNvPr>
            <p:cNvSpPr/>
            <p:nvPr>
              <p:custDataLst>
                <p:tags r:id="rId77"/>
              </p:custDataLst>
            </p:nvPr>
          </p:nvSpPr>
          <p:spPr>
            <a:xfrm>
              <a:off x="11392325" y="5840587"/>
              <a:ext cx="156823" cy="54007"/>
            </a:xfrm>
            <a:custGeom>
              <a:avLst/>
              <a:gdLst>
                <a:gd name="connsiteX0" fmla="*/ 149064 w 156823"/>
                <a:gd name="connsiteY0" fmla="*/ 9295 h 54007"/>
                <a:gd name="connsiteX1" fmla="*/ 157082 w 156823"/>
                <a:gd name="connsiteY1" fmla="*/ 4679 h 54007"/>
                <a:gd name="connsiteX2" fmla="*/ 149300 w 156823"/>
                <a:gd name="connsiteY2" fmla="*/ 63 h 54007"/>
                <a:gd name="connsiteX3" fmla="*/ 8041 w 156823"/>
                <a:gd name="connsiteY3" fmla="*/ 63 h 54007"/>
                <a:gd name="connsiteX4" fmla="*/ 259 w 156823"/>
                <a:gd name="connsiteY4" fmla="*/ 4679 h 54007"/>
                <a:gd name="connsiteX5" fmla="*/ 8277 w 156823"/>
                <a:gd name="connsiteY5" fmla="*/ 9295 h 54007"/>
                <a:gd name="connsiteX6" fmla="*/ 149064 w 156823"/>
                <a:gd name="connsiteY6" fmla="*/ 9295 h 54007"/>
                <a:gd name="connsiteX7" fmla="*/ 149300 w 156823"/>
                <a:gd name="connsiteY7" fmla="*/ 54071 h 54007"/>
                <a:gd name="connsiteX8" fmla="*/ 157082 w 156823"/>
                <a:gd name="connsiteY8" fmla="*/ 49455 h 54007"/>
                <a:gd name="connsiteX9" fmla="*/ 149064 w 156823"/>
                <a:gd name="connsiteY9" fmla="*/ 44838 h 54007"/>
                <a:gd name="connsiteX10" fmla="*/ 8277 w 156823"/>
                <a:gd name="connsiteY10" fmla="*/ 44838 h 54007"/>
                <a:gd name="connsiteX11" fmla="*/ 259 w 156823"/>
                <a:gd name="connsiteY11" fmla="*/ 49455 h 54007"/>
                <a:gd name="connsiteX12" fmla="*/ 8041 w 156823"/>
                <a:gd name="connsiteY12" fmla="*/ 54071 h 54007"/>
                <a:gd name="connsiteX13" fmla="*/ 149300 w 156823"/>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23" h="54007">
                  <a:moveTo>
                    <a:pt x="149064" y="9295"/>
                  </a:moveTo>
                  <a:cubicBezTo>
                    <a:pt x="152601" y="9295"/>
                    <a:pt x="157082" y="9295"/>
                    <a:pt x="157082" y="4679"/>
                  </a:cubicBezTo>
                  <a:cubicBezTo>
                    <a:pt x="157082" y="63"/>
                    <a:pt x="152601" y="63"/>
                    <a:pt x="149300" y="63"/>
                  </a:cubicBezTo>
                  <a:lnTo>
                    <a:pt x="8041" y="63"/>
                  </a:lnTo>
                  <a:cubicBezTo>
                    <a:pt x="4739" y="63"/>
                    <a:pt x="259" y="63"/>
                    <a:pt x="259" y="4679"/>
                  </a:cubicBezTo>
                  <a:cubicBezTo>
                    <a:pt x="259" y="9295"/>
                    <a:pt x="4739" y="9295"/>
                    <a:pt x="8277" y="9295"/>
                  </a:cubicBezTo>
                  <a:lnTo>
                    <a:pt x="149064" y="9295"/>
                  </a:lnTo>
                  <a:close/>
                  <a:moveTo>
                    <a:pt x="149300" y="54071"/>
                  </a:moveTo>
                  <a:cubicBezTo>
                    <a:pt x="152601" y="54071"/>
                    <a:pt x="157082" y="54071"/>
                    <a:pt x="157082" y="49455"/>
                  </a:cubicBezTo>
                  <a:cubicBezTo>
                    <a:pt x="157082" y="44838"/>
                    <a:pt x="152601" y="44838"/>
                    <a:pt x="149064" y="44838"/>
                  </a:cubicBezTo>
                  <a:lnTo>
                    <a:pt x="8277" y="44838"/>
                  </a:lnTo>
                  <a:cubicBezTo>
                    <a:pt x="4739" y="44838"/>
                    <a:pt x="259" y="44838"/>
                    <a:pt x="259" y="49455"/>
                  </a:cubicBezTo>
                  <a:cubicBezTo>
                    <a:pt x="259" y="54071"/>
                    <a:pt x="4739" y="54071"/>
                    <a:pt x="8041" y="54071"/>
                  </a:cubicBezTo>
                  <a:lnTo>
                    <a:pt x="149300"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1" name="Freeform: Shape 390">
              <a:extLst>
                <a:ext uri="{FF2B5EF4-FFF2-40B4-BE49-F238E27FC236}">
                  <a16:creationId xmlns:a16="http://schemas.microsoft.com/office/drawing/2014/main" id="{65BB97DC-45BD-2B7E-1E80-24174592AF30}"/>
                </a:ext>
              </a:extLst>
            </p:cNvPr>
            <p:cNvSpPr/>
            <p:nvPr>
              <p:custDataLst>
                <p:tags r:id="rId78"/>
              </p:custDataLst>
            </p:nvPr>
          </p:nvSpPr>
          <p:spPr>
            <a:xfrm>
              <a:off x="11637241" y="5771577"/>
              <a:ext cx="99281" cy="158792"/>
            </a:xfrm>
            <a:custGeom>
              <a:avLst/>
              <a:gdLst>
                <a:gd name="connsiteX0" fmla="*/ 99551 w 99281"/>
                <a:gd name="connsiteY0" fmla="*/ 79920 h 158792"/>
                <a:gd name="connsiteX1" fmla="*/ 90118 w 99281"/>
                <a:gd name="connsiteY1" fmla="*/ 25913 h 158792"/>
                <a:gd name="connsiteX2" fmla="*/ 50028 w 99281"/>
                <a:gd name="connsiteY2" fmla="*/ 63 h 158792"/>
                <a:gd name="connsiteX3" fmla="*/ 8995 w 99281"/>
                <a:gd name="connsiteY3" fmla="*/ 27528 h 158792"/>
                <a:gd name="connsiteX4" fmla="*/ 269 w 99281"/>
                <a:gd name="connsiteY4" fmla="*/ 79920 h 158792"/>
                <a:gd name="connsiteX5" fmla="*/ 10881 w 99281"/>
                <a:gd name="connsiteY5" fmla="*/ 135544 h 158792"/>
                <a:gd name="connsiteX6" fmla="*/ 49792 w 99281"/>
                <a:gd name="connsiteY6" fmla="*/ 158855 h 158792"/>
                <a:gd name="connsiteX7" fmla="*/ 90826 w 99281"/>
                <a:gd name="connsiteY7" fmla="*/ 132082 h 158792"/>
                <a:gd name="connsiteX8" fmla="*/ 99551 w 99281"/>
                <a:gd name="connsiteY8" fmla="*/ 79920 h 158792"/>
                <a:gd name="connsiteX9" fmla="*/ 49792 w 99281"/>
                <a:gd name="connsiteY9" fmla="*/ 153777 h 158792"/>
                <a:gd name="connsiteX10" fmla="*/ 22437 w 99281"/>
                <a:gd name="connsiteY10" fmla="*/ 125850 h 158792"/>
                <a:gd name="connsiteX11" fmla="*/ 19843 w 99281"/>
                <a:gd name="connsiteY11" fmla="*/ 77151 h 158792"/>
                <a:gd name="connsiteX12" fmla="*/ 21729 w 99281"/>
                <a:gd name="connsiteY12" fmla="*/ 34683 h 158792"/>
                <a:gd name="connsiteX13" fmla="*/ 49792 w 99281"/>
                <a:gd name="connsiteY13" fmla="*/ 5140 h 158792"/>
                <a:gd name="connsiteX14" fmla="*/ 77620 w 99281"/>
                <a:gd name="connsiteY14" fmla="*/ 32144 h 158792"/>
                <a:gd name="connsiteX15" fmla="*/ 79978 w 99281"/>
                <a:gd name="connsiteY15" fmla="*/ 77151 h 158792"/>
                <a:gd name="connsiteX16" fmla="*/ 77384 w 99281"/>
                <a:gd name="connsiteY16" fmla="*/ 124927 h 158792"/>
                <a:gd name="connsiteX17" fmla="*/ 49792 w 99281"/>
                <a:gd name="connsiteY17" fmla="*/ 153777 h 15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81" h="158792">
                  <a:moveTo>
                    <a:pt x="99551" y="79920"/>
                  </a:moveTo>
                  <a:cubicBezTo>
                    <a:pt x="99551" y="61456"/>
                    <a:pt x="98372" y="42992"/>
                    <a:pt x="90118" y="25913"/>
                  </a:cubicBezTo>
                  <a:cubicBezTo>
                    <a:pt x="79270" y="3756"/>
                    <a:pt x="59933" y="63"/>
                    <a:pt x="50028" y="63"/>
                  </a:cubicBezTo>
                  <a:cubicBezTo>
                    <a:pt x="35879" y="63"/>
                    <a:pt x="18664" y="6064"/>
                    <a:pt x="8995" y="27528"/>
                  </a:cubicBezTo>
                  <a:cubicBezTo>
                    <a:pt x="1448" y="43454"/>
                    <a:pt x="269" y="61456"/>
                    <a:pt x="269" y="79920"/>
                  </a:cubicBezTo>
                  <a:cubicBezTo>
                    <a:pt x="269" y="97231"/>
                    <a:pt x="1213" y="118003"/>
                    <a:pt x="10881" y="135544"/>
                  </a:cubicBezTo>
                  <a:cubicBezTo>
                    <a:pt x="21022" y="154239"/>
                    <a:pt x="38237" y="158855"/>
                    <a:pt x="49792" y="158855"/>
                  </a:cubicBezTo>
                  <a:cubicBezTo>
                    <a:pt x="62527" y="158855"/>
                    <a:pt x="80450" y="154008"/>
                    <a:pt x="90826" y="132082"/>
                  </a:cubicBezTo>
                  <a:cubicBezTo>
                    <a:pt x="98372" y="116156"/>
                    <a:pt x="99551" y="98154"/>
                    <a:pt x="99551" y="79920"/>
                  </a:cubicBezTo>
                  <a:close/>
                  <a:moveTo>
                    <a:pt x="49792" y="153777"/>
                  </a:moveTo>
                  <a:cubicBezTo>
                    <a:pt x="40595" y="153777"/>
                    <a:pt x="26682" y="148007"/>
                    <a:pt x="22437" y="125850"/>
                  </a:cubicBezTo>
                  <a:cubicBezTo>
                    <a:pt x="19843" y="112002"/>
                    <a:pt x="19843" y="90768"/>
                    <a:pt x="19843" y="77151"/>
                  </a:cubicBezTo>
                  <a:cubicBezTo>
                    <a:pt x="19843" y="62379"/>
                    <a:pt x="19843" y="47146"/>
                    <a:pt x="21729" y="34683"/>
                  </a:cubicBezTo>
                  <a:cubicBezTo>
                    <a:pt x="26210" y="7218"/>
                    <a:pt x="43897" y="5140"/>
                    <a:pt x="49792" y="5140"/>
                  </a:cubicBezTo>
                  <a:cubicBezTo>
                    <a:pt x="57575" y="5140"/>
                    <a:pt x="73139" y="9295"/>
                    <a:pt x="77620" y="32144"/>
                  </a:cubicBezTo>
                  <a:cubicBezTo>
                    <a:pt x="79978" y="45069"/>
                    <a:pt x="79978" y="62610"/>
                    <a:pt x="79978" y="77151"/>
                  </a:cubicBezTo>
                  <a:cubicBezTo>
                    <a:pt x="79978" y="94461"/>
                    <a:pt x="79978" y="110156"/>
                    <a:pt x="77384" y="124927"/>
                  </a:cubicBezTo>
                  <a:cubicBezTo>
                    <a:pt x="73846" y="146853"/>
                    <a:pt x="60404" y="153777"/>
                    <a:pt x="49792" y="15377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147" name="TextBox 146">
            <a:extLst>
              <a:ext uri="{FF2B5EF4-FFF2-40B4-BE49-F238E27FC236}">
                <a16:creationId xmlns:a16="http://schemas.microsoft.com/office/drawing/2014/main" id="{ADAE4369-EF94-0E2D-2885-7415D980E1AA}"/>
              </a:ext>
            </a:extLst>
          </p:cNvPr>
          <p:cNvSpPr txBox="1"/>
          <p:nvPr/>
        </p:nvSpPr>
        <p:spPr>
          <a:xfrm>
            <a:off x="4686546" y="2640670"/>
            <a:ext cx="4205993" cy="33855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2000" i="0" u="none" strike="noStrike" cap="none" spc="0" normalizeH="0" baseline="0">
                <a:ln>
                  <a:noFill/>
                </a:ln>
                <a:solidFill>
                  <a:schemeClr val="bg1"/>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tx1"/>
                </a:solidFill>
                <a:effectLst/>
                <a:uLnTx/>
                <a:uFillTx/>
                <a:latin typeface="Aptos" panose="020B0004020202020204"/>
                <a:ea typeface="+mn-ea"/>
                <a:cs typeface="+mn-cs"/>
              </a:rPr>
              <a:t>If</a:t>
            </a:r>
            <a:endParaRPr kumimoji="0" lang="es-CO" sz="1600" b="0" i="0" u="none" strike="noStrike" kern="1200" cap="none" spc="0" normalizeH="0" baseline="0" noProof="0">
              <a:ln>
                <a:noFill/>
              </a:ln>
              <a:solidFill>
                <a:schemeClr val="tx1"/>
              </a:solidFill>
              <a:effectLst/>
              <a:uLnTx/>
              <a:uFillTx/>
              <a:latin typeface="Aptos" panose="020B0004020202020204"/>
              <a:ea typeface="+mn-ea"/>
              <a:cs typeface="+mn-cs"/>
            </a:endParaRPr>
          </a:p>
        </p:txBody>
      </p:sp>
      <p:sp>
        <p:nvSpPr>
          <p:cNvPr id="148" name="TextBox 147">
            <a:extLst>
              <a:ext uri="{FF2B5EF4-FFF2-40B4-BE49-F238E27FC236}">
                <a16:creationId xmlns:a16="http://schemas.microsoft.com/office/drawing/2014/main" id="{E39E85E5-6D00-4695-B135-420CDF3F112C}"/>
              </a:ext>
            </a:extLst>
          </p:cNvPr>
          <p:cNvSpPr txBox="1"/>
          <p:nvPr/>
        </p:nvSpPr>
        <p:spPr>
          <a:xfrm>
            <a:off x="4686546" y="3680185"/>
            <a:ext cx="4205993" cy="33855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2000" i="0" u="none" strike="noStrike" cap="none" spc="0" normalizeH="0" baseline="0">
                <a:ln>
                  <a:noFill/>
                </a:ln>
                <a:solidFill>
                  <a:schemeClr val="bg1"/>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CO" sz="1600" b="0" i="0" u="none" strike="noStrike" kern="1200" cap="none" spc="0" normalizeH="0" baseline="0" err="1">
                <a:ln>
                  <a:noFill/>
                </a:ln>
                <a:solidFill>
                  <a:schemeClr val="tx1"/>
                </a:solidFill>
                <a:effectLst/>
                <a:uLnTx/>
                <a:uFillTx/>
                <a:latin typeface="Aptos" panose="020B0004020202020204"/>
                <a:ea typeface="+mn-ea"/>
                <a:cs typeface="+mn-cs"/>
              </a:rPr>
              <a:t>Then</a:t>
            </a:r>
            <a:endParaRPr kumimoji="0" lang="es-CO" sz="1600" b="0" i="0" u="none" strike="noStrike" kern="1200" cap="none" spc="0" normalizeH="0" baseline="0">
              <a:ln>
                <a:noFill/>
              </a:ln>
              <a:solidFill>
                <a:schemeClr val="tx1"/>
              </a:solidFill>
              <a:effectLst/>
              <a:uLnTx/>
              <a:uFillTx/>
              <a:latin typeface="Aptos" panose="020B0004020202020204"/>
              <a:ea typeface="+mn-ea"/>
              <a:cs typeface="+mn-cs"/>
            </a:endParaRPr>
          </a:p>
        </p:txBody>
      </p:sp>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9FD0BDEF-8209-50CD-D560-810769546352}"/>
                  </a:ext>
                </a:extLst>
              </p:cNvPr>
              <p:cNvSpPr txBox="1"/>
              <p:nvPr/>
            </p:nvSpPr>
            <p:spPr>
              <a:xfrm>
                <a:off x="4686546" y="4964410"/>
                <a:ext cx="6096000" cy="584775"/>
              </a:xfrm>
              <a:prstGeom prst="rect">
                <a:avLst/>
              </a:prstGeom>
              <a:noFill/>
            </p:spPr>
            <p:txBody>
              <a:bodyPr wrap="square">
                <a:spAutoFit/>
              </a:bodyPr>
              <a:lstStyle/>
              <a:p>
                <a:r>
                  <a:rPr lang="en-US" sz="1600"/>
                  <a:t>This introduces </a:t>
                </a:r>
                <a:r>
                  <a:rPr lang="en-US" sz="1600" b="1">
                    <a:highlight>
                      <a:srgbClr val="FFC000"/>
                    </a:highlight>
                  </a:rPr>
                  <a:t>two restrictions on the joint probability distribution </a:t>
                </a:r>
                <a:r>
                  <a:rPr lang="en-US" sz="1600"/>
                  <a:t>of </a:t>
                </a:r>
                <a14:m>
                  <m:oMath xmlns:m="http://schemas.openxmlformats.org/officeDocument/2006/math">
                    <m:r>
                      <a:rPr lang="en-US" sz="1600" i="1" dirty="0" smtClean="0">
                        <a:latin typeface="Cambria Math" panose="02040503050406030204" pitchFamily="18" charset="0"/>
                      </a:rPr>
                      <m:t>(</m:t>
                    </m:r>
                    <m:r>
                      <a:rPr lang="en-US" sz="1600" i="1" dirty="0" err="1">
                        <a:latin typeface="Cambria Math" panose="02040503050406030204" pitchFamily="18" charset="0"/>
                      </a:rPr>
                      <m:t>𝑥</m:t>
                    </m:r>
                    <m:r>
                      <a:rPr lang="en-US" sz="1600" i="1" dirty="0" err="1">
                        <a:latin typeface="Cambria Math" panose="02040503050406030204" pitchFamily="18" charset="0"/>
                      </a:rPr>
                      <m:t>,</m:t>
                    </m:r>
                    <m:r>
                      <a:rPr lang="en-US" sz="1600" i="1" dirty="0" err="1" smtClean="0">
                        <a:latin typeface="Cambria Math" panose="02040503050406030204" pitchFamily="18" charset="0"/>
                      </a:rPr>
                      <m:t>𝑦</m:t>
                    </m:r>
                    <m:r>
                      <a:rPr lang="en-US" sz="1600" i="1" dirty="0" smtClean="0">
                        <a:latin typeface="Cambria Math" panose="02040503050406030204" pitchFamily="18" charset="0"/>
                      </a:rPr>
                      <m:t>)</m:t>
                    </m:r>
                  </m:oMath>
                </a14:m>
                <a:r>
                  <a:rPr lang="en-US" sz="1600"/>
                  <a:t> in the population.</a:t>
                </a:r>
                <a:endParaRPr lang="es-CO" sz="1600"/>
              </a:p>
            </p:txBody>
          </p:sp>
        </mc:Choice>
        <mc:Fallback xmlns="">
          <p:sp>
            <p:nvSpPr>
              <p:cNvPr id="265" name="TextBox 264">
                <a:extLst>
                  <a:ext uri="{FF2B5EF4-FFF2-40B4-BE49-F238E27FC236}">
                    <a16:creationId xmlns:a16="http://schemas.microsoft.com/office/drawing/2014/main" id="{9FD0BDEF-8209-50CD-D560-810769546352}"/>
                  </a:ext>
                </a:extLst>
              </p:cNvPr>
              <p:cNvSpPr txBox="1">
                <a:spLocks noRot="1" noChangeAspect="1" noMove="1" noResize="1" noEditPoints="1" noAdjustHandles="1" noChangeArrowheads="1" noChangeShapeType="1" noTextEdit="1"/>
              </p:cNvSpPr>
              <p:nvPr/>
            </p:nvSpPr>
            <p:spPr>
              <a:xfrm>
                <a:off x="4686546" y="4964410"/>
                <a:ext cx="6096000" cy="584775"/>
              </a:xfrm>
              <a:prstGeom prst="rect">
                <a:avLst/>
              </a:prstGeom>
              <a:blipFill>
                <a:blip r:embed="rId150"/>
                <a:stretch>
                  <a:fillRect l="-600" t="-3125" r="-400" b="-12500"/>
                </a:stretch>
              </a:blipFill>
            </p:spPr>
            <p:txBody>
              <a:bodyPr/>
              <a:lstStyle/>
              <a:p>
                <a:r>
                  <a:rPr lang="en-US">
                    <a:noFill/>
                  </a:rPr>
                  <a:t> </a:t>
                </a:r>
              </a:p>
            </p:txBody>
          </p:sp>
        </mc:Fallback>
      </mc:AlternateContent>
      <p:grpSp>
        <p:nvGrpSpPr>
          <p:cNvPr id="322" name="Group 321">
            <a:extLst>
              <a:ext uri="{FF2B5EF4-FFF2-40B4-BE49-F238E27FC236}">
                <a16:creationId xmlns:a16="http://schemas.microsoft.com/office/drawing/2014/main" id="{FDD647F6-B062-B925-D78E-B687870563A9}"/>
              </a:ext>
            </a:extLst>
          </p:cNvPr>
          <p:cNvGrpSpPr>
            <a:grpSpLocks noChangeAspect="1"/>
          </p:cNvGrpSpPr>
          <p:nvPr>
            <p:custDataLst>
              <p:tags r:id="rId8"/>
            </p:custDataLst>
          </p:nvPr>
        </p:nvGrpSpPr>
        <p:grpSpPr>
          <a:xfrm>
            <a:off x="6227441" y="4455444"/>
            <a:ext cx="2974268" cy="230802"/>
            <a:chOff x="7169293" y="6054830"/>
            <a:chExt cx="2974268" cy="230802"/>
          </a:xfrm>
        </p:grpSpPr>
        <p:sp>
          <p:nvSpPr>
            <p:cNvPr id="302" name="Freeform: Shape 301">
              <a:extLst>
                <a:ext uri="{FF2B5EF4-FFF2-40B4-BE49-F238E27FC236}">
                  <a16:creationId xmlns:a16="http://schemas.microsoft.com/office/drawing/2014/main" id="{941A7E6C-C15F-BAE7-6ED3-90348EE4D30F}"/>
                </a:ext>
              </a:extLst>
            </p:cNvPr>
            <p:cNvSpPr/>
            <p:nvPr>
              <p:custDataLst>
                <p:tags r:id="rId26"/>
              </p:custDataLst>
            </p:nvPr>
          </p:nvSpPr>
          <p:spPr>
            <a:xfrm>
              <a:off x="7169293" y="6070987"/>
              <a:ext cx="171806" cy="156945"/>
            </a:xfrm>
            <a:custGeom>
              <a:avLst/>
              <a:gdLst>
                <a:gd name="connsiteX0" fmla="*/ 158680 w 171806"/>
                <a:gd name="connsiteY0" fmla="*/ 103231 h 156945"/>
                <a:gd name="connsiteX1" fmla="*/ 159863 w 171806"/>
                <a:gd name="connsiteY1" fmla="*/ 100000 h 156945"/>
                <a:gd name="connsiteX2" fmla="*/ 157023 w 171806"/>
                <a:gd name="connsiteY2" fmla="*/ 97461 h 156945"/>
                <a:gd name="connsiteX3" fmla="*/ 153945 w 171806"/>
                <a:gd name="connsiteY3" fmla="*/ 100231 h 156945"/>
                <a:gd name="connsiteX4" fmla="*/ 89320 w 171806"/>
                <a:gd name="connsiteY4" fmla="*/ 149854 h 156945"/>
                <a:gd name="connsiteX5" fmla="*/ 54759 w 171806"/>
                <a:gd name="connsiteY5" fmla="*/ 149854 h 156945"/>
                <a:gd name="connsiteX6" fmla="*/ 49551 w 171806"/>
                <a:gd name="connsiteY6" fmla="*/ 149623 h 156945"/>
                <a:gd name="connsiteX7" fmla="*/ 46474 w 171806"/>
                <a:gd name="connsiteY7" fmla="*/ 147315 h 156945"/>
                <a:gd name="connsiteX8" fmla="*/ 47658 w 171806"/>
                <a:gd name="connsiteY8" fmla="*/ 142006 h 156945"/>
                <a:gd name="connsiteX9" fmla="*/ 63755 w 171806"/>
                <a:gd name="connsiteY9" fmla="*/ 78997 h 156945"/>
                <a:gd name="connsiteX10" fmla="*/ 87190 w 171806"/>
                <a:gd name="connsiteY10" fmla="*/ 78997 h 156945"/>
                <a:gd name="connsiteX11" fmla="*/ 107311 w 171806"/>
                <a:gd name="connsiteY11" fmla="*/ 89614 h 156945"/>
                <a:gd name="connsiteX12" fmla="*/ 105654 w 171806"/>
                <a:gd name="connsiteY12" fmla="*/ 100923 h 156945"/>
                <a:gd name="connsiteX13" fmla="*/ 104944 w 171806"/>
                <a:gd name="connsiteY13" fmla="*/ 103462 h 156945"/>
                <a:gd name="connsiteX14" fmla="*/ 108021 w 171806"/>
                <a:gd name="connsiteY14" fmla="*/ 106001 h 156945"/>
                <a:gd name="connsiteX15" fmla="*/ 111572 w 171806"/>
                <a:gd name="connsiteY15" fmla="*/ 101385 h 156945"/>
                <a:gd name="connsiteX16" fmla="*/ 125065 w 171806"/>
                <a:gd name="connsiteY16" fmla="*/ 47377 h 156945"/>
                <a:gd name="connsiteX17" fmla="*/ 122225 w 171806"/>
                <a:gd name="connsiteY17" fmla="*/ 44838 h 156945"/>
                <a:gd name="connsiteX18" fmla="*/ 118911 w 171806"/>
                <a:gd name="connsiteY18" fmla="*/ 48993 h 156945"/>
                <a:gd name="connsiteX19" fmla="*/ 87900 w 171806"/>
                <a:gd name="connsiteY19" fmla="*/ 71842 h 156945"/>
                <a:gd name="connsiteX20" fmla="*/ 65648 w 171806"/>
                <a:gd name="connsiteY20" fmla="*/ 71842 h 156945"/>
                <a:gd name="connsiteX21" fmla="*/ 79852 w 171806"/>
                <a:gd name="connsiteY21" fmla="*/ 16219 h 156945"/>
                <a:gd name="connsiteX22" fmla="*/ 92635 w 171806"/>
                <a:gd name="connsiteY22" fmla="*/ 7218 h 156945"/>
                <a:gd name="connsiteX23" fmla="*/ 126012 w 171806"/>
                <a:gd name="connsiteY23" fmla="*/ 7218 h 156945"/>
                <a:gd name="connsiteX24" fmla="*/ 161994 w 171806"/>
                <a:gd name="connsiteY24" fmla="*/ 32837 h 156945"/>
                <a:gd name="connsiteX25" fmla="*/ 161047 w 171806"/>
                <a:gd name="connsiteY25" fmla="*/ 45069 h 156945"/>
                <a:gd name="connsiteX26" fmla="*/ 160810 w 171806"/>
                <a:gd name="connsiteY26" fmla="*/ 49224 h 156945"/>
                <a:gd name="connsiteX27" fmla="*/ 163651 w 171806"/>
                <a:gd name="connsiteY27" fmla="*/ 51993 h 156945"/>
                <a:gd name="connsiteX28" fmla="*/ 166965 w 171806"/>
                <a:gd name="connsiteY28" fmla="*/ 46223 h 156945"/>
                <a:gd name="connsiteX29" fmla="*/ 171699 w 171806"/>
                <a:gd name="connsiteY29" fmla="*/ 6294 h 156945"/>
                <a:gd name="connsiteX30" fmla="*/ 165308 w 171806"/>
                <a:gd name="connsiteY30" fmla="*/ 63 h 156945"/>
                <a:gd name="connsiteX31" fmla="*/ 45764 w 171806"/>
                <a:gd name="connsiteY31" fmla="*/ 63 h 156945"/>
                <a:gd name="connsiteX32" fmla="*/ 38662 w 171806"/>
                <a:gd name="connsiteY32" fmla="*/ 4679 h 156945"/>
                <a:gd name="connsiteX33" fmla="*/ 45290 w 171806"/>
                <a:gd name="connsiteY33" fmla="*/ 7218 h 156945"/>
                <a:gd name="connsiteX34" fmla="*/ 60677 w 171806"/>
                <a:gd name="connsiteY34" fmla="*/ 11372 h 156945"/>
                <a:gd name="connsiteX35" fmla="*/ 59494 w 171806"/>
                <a:gd name="connsiteY35" fmla="*/ 16911 h 156945"/>
                <a:gd name="connsiteX36" fmla="*/ 28246 w 171806"/>
                <a:gd name="connsiteY36" fmla="*/ 139006 h 156945"/>
                <a:gd name="connsiteX37" fmla="*/ 6705 w 171806"/>
                <a:gd name="connsiteY37" fmla="*/ 149854 h 156945"/>
                <a:gd name="connsiteX38" fmla="*/ 77 w 171806"/>
                <a:gd name="connsiteY38" fmla="*/ 154239 h 156945"/>
                <a:gd name="connsiteX39" fmla="*/ 6705 w 171806"/>
                <a:gd name="connsiteY39" fmla="*/ 157008 h 156945"/>
                <a:gd name="connsiteX40" fmla="*/ 129563 w 171806"/>
                <a:gd name="connsiteY40" fmla="*/ 157008 h 156945"/>
                <a:gd name="connsiteX41" fmla="*/ 136901 w 171806"/>
                <a:gd name="connsiteY41" fmla="*/ 153085 h 156945"/>
                <a:gd name="connsiteX42" fmla="*/ 158680 w 171806"/>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806" h="156945">
                  <a:moveTo>
                    <a:pt x="158680" y="103231"/>
                  </a:moveTo>
                  <a:cubicBezTo>
                    <a:pt x="159153" y="102077"/>
                    <a:pt x="159863" y="100462"/>
                    <a:pt x="159863" y="100000"/>
                  </a:cubicBezTo>
                  <a:cubicBezTo>
                    <a:pt x="159863" y="99769"/>
                    <a:pt x="159863" y="97461"/>
                    <a:pt x="157023" y="97461"/>
                  </a:cubicBezTo>
                  <a:cubicBezTo>
                    <a:pt x="154892" y="97461"/>
                    <a:pt x="154419" y="98846"/>
                    <a:pt x="153945" y="100231"/>
                  </a:cubicBezTo>
                  <a:cubicBezTo>
                    <a:pt x="138558" y="134390"/>
                    <a:pt x="129800" y="149854"/>
                    <a:pt x="89320" y="149854"/>
                  </a:cubicBezTo>
                  <a:lnTo>
                    <a:pt x="54759" y="149854"/>
                  </a:lnTo>
                  <a:cubicBezTo>
                    <a:pt x="51445" y="149854"/>
                    <a:pt x="50972" y="149854"/>
                    <a:pt x="49551" y="149623"/>
                  </a:cubicBezTo>
                  <a:cubicBezTo>
                    <a:pt x="47184" y="149392"/>
                    <a:pt x="46474" y="149161"/>
                    <a:pt x="46474" y="147315"/>
                  </a:cubicBezTo>
                  <a:cubicBezTo>
                    <a:pt x="46474" y="146622"/>
                    <a:pt x="46474" y="146161"/>
                    <a:pt x="47658" y="142006"/>
                  </a:cubicBezTo>
                  <a:lnTo>
                    <a:pt x="63755" y="78997"/>
                  </a:lnTo>
                  <a:lnTo>
                    <a:pt x="87190" y="78997"/>
                  </a:lnTo>
                  <a:cubicBezTo>
                    <a:pt x="107311" y="78997"/>
                    <a:pt x="107311" y="83844"/>
                    <a:pt x="107311" y="89614"/>
                  </a:cubicBezTo>
                  <a:cubicBezTo>
                    <a:pt x="107311" y="91230"/>
                    <a:pt x="107311" y="93999"/>
                    <a:pt x="105654" y="100923"/>
                  </a:cubicBezTo>
                  <a:cubicBezTo>
                    <a:pt x="105181" y="102077"/>
                    <a:pt x="104944" y="102770"/>
                    <a:pt x="104944" y="103462"/>
                  </a:cubicBezTo>
                  <a:cubicBezTo>
                    <a:pt x="104944" y="104616"/>
                    <a:pt x="105891" y="106001"/>
                    <a:pt x="108021" y="106001"/>
                  </a:cubicBezTo>
                  <a:cubicBezTo>
                    <a:pt x="109915" y="106001"/>
                    <a:pt x="110625" y="104847"/>
                    <a:pt x="111572" y="101385"/>
                  </a:cubicBezTo>
                  <a:lnTo>
                    <a:pt x="125065" y="47377"/>
                  </a:lnTo>
                  <a:cubicBezTo>
                    <a:pt x="125065" y="45992"/>
                    <a:pt x="123882" y="44838"/>
                    <a:pt x="122225" y="44838"/>
                  </a:cubicBezTo>
                  <a:cubicBezTo>
                    <a:pt x="120094" y="44838"/>
                    <a:pt x="119621" y="46223"/>
                    <a:pt x="118911" y="48993"/>
                  </a:cubicBezTo>
                  <a:cubicBezTo>
                    <a:pt x="113939" y="66534"/>
                    <a:pt x="109678" y="71842"/>
                    <a:pt x="87900" y="71842"/>
                  </a:cubicBezTo>
                  <a:lnTo>
                    <a:pt x="65648" y="71842"/>
                  </a:lnTo>
                  <a:lnTo>
                    <a:pt x="79852" y="16219"/>
                  </a:lnTo>
                  <a:cubicBezTo>
                    <a:pt x="81982" y="8141"/>
                    <a:pt x="82219" y="7218"/>
                    <a:pt x="92635" y="7218"/>
                  </a:cubicBezTo>
                  <a:lnTo>
                    <a:pt x="126012" y="7218"/>
                  </a:lnTo>
                  <a:cubicBezTo>
                    <a:pt x="154892" y="7218"/>
                    <a:pt x="161994" y="13911"/>
                    <a:pt x="161994" y="32837"/>
                  </a:cubicBezTo>
                  <a:cubicBezTo>
                    <a:pt x="161994" y="38376"/>
                    <a:pt x="161994" y="38838"/>
                    <a:pt x="161047" y="45069"/>
                  </a:cubicBezTo>
                  <a:cubicBezTo>
                    <a:pt x="161047" y="46454"/>
                    <a:pt x="160810" y="48070"/>
                    <a:pt x="160810" y="49224"/>
                  </a:cubicBezTo>
                  <a:cubicBezTo>
                    <a:pt x="160810" y="50378"/>
                    <a:pt x="161520" y="51993"/>
                    <a:pt x="163651" y="51993"/>
                  </a:cubicBezTo>
                  <a:cubicBezTo>
                    <a:pt x="166255" y="51993"/>
                    <a:pt x="166491" y="50609"/>
                    <a:pt x="166965" y="46223"/>
                  </a:cubicBezTo>
                  <a:lnTo>
                    <a:pt x="171699" y="6294"/>
                  </a:lnTo>
                  <a:cubicBezTo>
                    <a:pt x="172409" y="63"/>
                    <a:pt x="171226" y="63"/>
                    <a:pt x="165308" y="63"/>
                  </a:cubicBezTo>
                  <a:lnTo>
                    <a:pt x="45764" y="63"/>
                  </a:lnTo>
                  <a:cubicBezTo>
                    <a:pt x="41029" y="63"/>
                    <a:pt x="38662" y="63"/>
                    <a:pt x="38662" y="4679"/>
                  </a:cubicBezTo>
                  <a:cubicBezTo>
                    <a:pt x="38662" y="7218"/>
                    <a:pt x="40793" y="7218"/>
                    <a:pt x="45290" y="7218"/>
                  </a:cubicBezTo>
                  <a:cubicBezTo>
                    <a:pt x="54049" y="7218"/>
                    <a:pt x="60677" y="7218"/>
                    <a:pt x="60677" y="11372"/>
                  </a:cubicBezTo>
                  <a:cubicBezTo>
                    <a:pt x="60677" y="12295"/>
                    <a:pt x="60677" y="12757"/>
                    <a:pt x="59494" y="16911"/>
                  </a:cubicBezTo>
                  <a:lnTo>
                    <a:pt x="28246" y="139006"/>
                  </a:lnTo>
                  <a:cubicBezTo>
                    <a:pt x="25879" y="148007"/>
                    <a:pt x="25406" y="149854"/>
                    <a:pt x="6705" y="149854"/>
                  </a:cubicBezTo>
                  <a:cubicBezTo>
                    <a:pt x="2681" y="149854"/>
                    <a:pt x="77" y="149854"/>
                    <a:pt x="77" y="154239"/>
                  </a:cubicBezTo>
                  <a:cubicBezTo>
                    <a:pt x="77" y="157008"/>
                    <a:pt x="2207" y="157008"/>
                    <a:pt x="6705" y="157008"/>
                  </a:cubicBezTo>
                  <a:lnTo>
                    <a:pt x="129563" y="157008"/>
                  </a:lnTo>
                  <a:cubicBezTo>
                    <a:pt x="135008" y="157008"/>
                    <a:pt x="135244" y="156778"/>
                    <a:pt x="136901" y="153085"/>
                  </a:cubicBezTo>
                  <a:lnTo>
                    <a:pt x="158680"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3" name="Freeform: Shape 302">
              <a:extLst>
                <a:ext uri="{FF2B5EF4-FFF2-40B4-BE49-F238E27FC236}">
                  <a16:creationId xmlns:a16="http://schemas.microsoft.com/office/drawing/2014/main" id="{F9F2C9CC-4DC8-74C8-D7BC-FA5D0EC15AA2}"/>
                </a:ext>
              </a:extLst>
            </p:cNvPr>
            <p:cNvSpPr/>
            <p:nvPr>
              <p:custDataLst>
                <p:tags r:id="rId27"/>
              </p:custDataLst>
            </p:nvPr>
          </p:nvSpPr>
          <p:spPr>
            <a:xfrm>
              <a:off x="7376621" y="6054830"/>
              <a:ext cx="32430" cy="230802"/>
            </a:xfrm>
            <a:custGeom>
              <a:avLst/>
              <a:gdLst>
                <a:gd name="connsiteX0" fmla="*/ 32515 w 32430"/>
                <a:gd name="connsiteY0" fmla="*/ 230865 h 230802"/>
                <a:gd name="connsiteX1" fmla="*/ 32515 w 32430"/>
                <a:gd name="connsiteY1" fmla="*/ 221633 h 230802"/>
                <a:gd name="connsiteX2" fmla="*/ 9553 w 32430"/>
                <a:gd name="connsiteY2" fmla="*/ 221633 h 230802"/>
                <a:gd name="connsiteX3" fmla="*/ 9553 w 32430"/>
                <a:gd name="connsiteY3" fmla="*/ 9295 h 230802"/>
                <a:gd name="connsiteX4" fmla="*/ 32515 w 32430"/>
                <a:gd name="connsiteY4" fmla="*/ 9295 h 230802"/>
                <a:gd name="connsiteX5" fmla="*/ 32515 w 32430"/>
                <a:gd name="connsiteY5" fmla="*/ 63 h 230802"/>
                <a:gd name="connsiteX6" fmla="*/ 85 w 32430"/>
                <a:gd name="connsiteY6" fmla="*/ 63 h 230802"/>
                <a:gd name="connsiteX7" fmla="*/ 85 w 32430"/>
                <a:gd name="connsiteY7" fmla="*/ 230865 h 230802"/>
                <a:gd name="connsiteX8" fmla="*/ 32515 w 32430"/>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15" y="230865"/>
                  </a:moveTo>
                  <a:lnTo>
                    <a:pt x="32515" y="221633"/>
                  </a:lnTo>
                  <a:lnTo>
                    <a:pt x="9553" y="221633"/>
                  </a:lnTo>
                  <a:lnTo>
                    <a:pt x="9553" y="9295"/>
                  </a:lnTo>
                  <a:lnTo>
                    <a:pt x="32515" y="9295"/>
                  </a:lnTo>
                  <a:lnTo>
                    <a:pt x="32515" y="63"/>
                  </a:lnTo>
                  <a:lnTo>
                    <a:pt x="85" y="63"/>
                  </a:lnTo>
                  <a:lnTo>
                    <a:pt x="85" y="230865"/>
                  </a:lnTo>
                  <a:lnTo>
                    <a:pt x="32515"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4" name="Freeform: Shape 303">
              <a:extLst>
                <a:ext uri="{FF2B5EF4-FFF2-40B4-BE49-F238E27FC236}">
                  <a16:creationId xmlns:a16="http://schemas.microsoft.com/office/drawing/2014/main" id="{3CB61D9A-437E-89CE-2D72-C5A15C516DFB}"/>
                </a:ext>
              </a:extLst>
            </p:cNvPr>
            <p:cNvSpPr/>
            <p:nvPr>
              <p:custDataLst>
                <p:tags r:id="rId28"/>
              </p:custDataLst>
            </p:nvPr>
          </p:nvSpPr>
          <p:spPr>
            <a:xfrm>
              <a:off x="7421309" y="6125917"/>
              <a:ext cx="121674" cy="104553"/>
            </a:xfrm>
            <a:custGeom>
              <a:avLst/>
              <a:gdLst>
                <a:gd name="connsiteX0" fmla="*/ 76075 w 121674"/>
                <a:gd name="connsiteY0" fmla="*/ 89153 h 104553"/>
                <a:gd name="connsiteX1" fmla="*/ 97143 w 121674"/>
                <a:gd name="connsiteY1" fmla="*/ 104616 h 104553"/>
                <a:gd name="connsiteX2" fmla="*/ 114660 w 121674"/>
                <a:gd name="connsiteY2" fmla="*/ 91922 h 104553"/>
                <a:gd name="connsiteX3" fmla="*/ 121762 w 121674"/>
                <a:gd name="connsiteY3" fmla="*/ 69073 h 104553"/>
                <a:gd name="connsiteX4" fmla="*/ 118921 w 121674"/>
                <a:gd name="connsiteY4" fmla="*/ 66765 h 104553"/>
                <a:gd name="connsiteX5" fmla="*/ 115607 w 121674"/>
                <a:gd name="connsiteY5" fmla="*/ 70919 h 104553"/>
                <a:gd name="connsiteX6" fmla="*/ 97853 w 121674"/>
                <a:gd name="connsiteY6" fmla="*/ 99539 h 104553"/>
                <a:gd name="connsiteX7" fmla="*/ 90515 w 121674"/>
                <a:gd name="connsiteY7" fmla="*/ 88922 h 104553"/>
                <a:gd name="connsiteX8" fmla="*/ 95249 w 121674"/>
                <a:gd name="connsiteY8" fmla="*/ 64918 h 104553"/>
                <a:gd name="connsiteX9" fmla="*/ 101877 w 121674"/>
                <a:gd name="connsiteY9" fmla="*/ 39992 h 104553"/>
                <a:gd name="connsiteX10" fmla="*/ 105902 w 121674"/>
                <a:gd name="connsiteY10" fmla="*/ 24297 h 104553"/>
                <a:gd name="connsiteX11" fmla="*/ 109452 w 121674"/>
                <a:gd name="connsiteY11" fmla="*/ 8833 h 104553"/>
                <a:gd name="connsiteX12" fmla="*/ 102588 w 121674"/>
                <a:gd name="connsiteY12" fmla="*/ 2602 h 104553"/>
                <a:gd name="connsiteX13" fmla="*/ 93355 w 121674"/>
                <a:gd name="connsiteY13" fmla="*/ 10680 h 104553"/>
                <a:gd name="connsiteX14" fmla="*/ 75601 w 121674"/>
                <a:gd name="connsiteY14" fmla="*/ 80151 h 104553"/>
                <a:gd name="connsiteX15" fmla="*/ 48615 w 121674"/>
                <a:gd name="connsiteY15" fmla="*/ 99539 h 104553"/>
                <a:gd name="connsiteX16" fmla="*/ 33938 w 121674"/>
                <a:gd name="connsiteY16" fmla="*/ 80613 h 104553"/>
                <a:gd name="connsiteX17" fmla="*/ 46721 w 121674"/>
                <a:gd name="connsiteY17" fmla="*/ 33529 h 104553"/>
                <a:gd name="connsiteX18" fmla="*/ 50746 w 121674"/>
                <a:gd name="connsiteY18" fmla="*/ 18989 h 104553"/>
                <a:gd name="connsiteX19" fmla="*/ 31335 w 121674"/>
                <a:gd name="connsiteY19" fmla="*/ 63 h 104553"/>
                <a:gd name="connsiteX20" fmla="*/ 87 w 121674"/>
                <a:gd name="connsiteY20" fmla="*/ 35606 h 104553"/>
                <a:gd name="connsiteX21" fmla="*/ 2928 w 121674"/>
                <a:gd name="connsiteY21" fmla="*/ 37914 h 104553"/>
                <a:gd name="connsiteX22" fmla="*/ 6716 w 121674"/>
                <a:gd name="connsiteY22" fmla="*/ 33760 h 104553"/>
                <a:gd name="connsiteX23" fmla="*/ 30624 w 121674"/>
                <a:gd name="connsiteY23" fmla="*/ 5140 h 104553"/>
                <a:gd name="connsiteX24" fmla="*/ 36542 w 121674"/>
                <a:gd name="connsiteY24" fmla="*/ 12757 h 104553"/>
                <a:gd name="connsiteX25" fmla="*/ 32518 w 121674"/>
                <a:gd name="connsiteY25" fmla="*/ 28451 h 104553"/>
                <a:gd name="connsiteX26" fmla="*/ 18788 w 121674"/>
                <a:gd name="connsiteY26" fmla="*/ 76920 h 104553"/>
                <a:gd name="connsiteX27" fmla="*/ 47905 w 121674"/>
                <a:gd name="connsiteY27" fmla="*/ 104616 h 104553"/>
                <a:gd name="connsiteX28" fmla="*/ 76075 w 121674"/>
                <a:gd name="connsiteY28" fmla="*/ 89153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674" h="104553">
                  <a:moveTo>
                    <a:pt x="76075" y="89153"/>
                  </a:moveTo>
                  <a:cubicBezTo>
                    <a:pt x="78679" y="98615"/>
                    <a:pt x="86964" y="104616"/>
                    <a:pt x="97143" y="104616"/>
                  </a:cubicBezTo>
                  <a:cubicBezTo>
                    <a:pt x="105428" y="104616"/>
                    <a:pt x="110873" y="99308"/>
                    <a:pt x="114660" y="91922"/>
                  </a:cubicBezTo>
                  <a:cubicBezTo>
                    <a:pt x="118685" y="83613"/>
                    <a:pt x="121762" y="69534"/>
                    <a:pt x="121762" y="69073"/>
                  </a:cubicBezTo>
                  <a:cubicBezTo>
                    <a:pt x="121762" y="66765"/>
                    <a:pt x="119631" y="66765"/>
                    <a:pt x="118921" y="66765"/>
                  </a:cubicBezTo>
                  <a:cubicBezTo>
                    <a:pt x="116554" y="66765"/>
                    <a:pt x="116317" y="67688"/>
                    <a:pt x="115607" y="70919"/>
                  </a:cubicBezTo>
                  <a:cubicBezTo>
                    <a:pt x="112293" y="83844"/>
                    <a:pt x="107795" y="99539"/>
                    <a:pt x="97853" y="99539"/>
                  </a:cubicBezTo>
                  <a:cubicBezTo>
                    <a:pt x="92882" y="99539"/>
                    <a:pt x="90515" y="96538"/>
                    <a:pt x="90515" y="88922"/>
                  </a:cubicBezTo>
                  <a:cubicBezTo>
                    <a:pt x="90515" y="83844"/>
                    <a:pt x="93355" y="72996"/>
                    <a:pt x="95249" y="64918"/>
                  </a:cubicBezTo>
                  <a:lnTo>
                    <a:pt x="101877" y="39992"/>
                  </a:lnTo>
                  <a:cubicBezTo>
                    <a:pt x="102588" y="36530"/>
                    <a:pt x="104955" y="27759"/>
                    <a:pt x="105902" y="24297"/>
                  </a:cubicBezTo>
                  <a:cubicBezTo>
                    <a:pt x="107085" y="18989"/>
                    <a:pt x="109452" y="10218"/>
                    <a:pt x="109452" y="8833"/>
                  </a:cubicBezTo>
                  <a:cubicBezTo>
                    <a:pt x="109452" y="4679"/>
                    <a:pt x="106138" y="2602"/>
                    <a:pt x="102588" y="2602"/>
                  </a:cubicBezTo>
                  <a:cubicBezTo>
                    <a:pt x="101404" y="2602"/>
                    <a:pt x="95249" y="2832"/>
                    <a:pt x="93355" y="10680"/>
                  </a:cubicBezTo>
                  <a:cubicBezTo>
                    <a:pt x="88858" y="27528"/>
                    <a:pt x="78442" y="67919"/>
                    <a:pt x="75601" y="80151"/>
                  </a:cubicBezTo>
                  <a:cubicBezTo>
                    <a:pt x="75365" y="81074"/>
                    <a:pt x="65896" y="99539"/>
                    <a:pt x="48615" y="99539"/>
                  </a:cubicBezTo>
                  <a:cubicBezTo>
                    <a:pt x="36306" y="99539"/>
                    <a:pt x="33938" y="89153"/>
                    <a:pt x="33938" y="80613"/>
                  </a:cubicBezTo>
                  <a:cubicBezTo>
                    <a:pt x="33938" y="67688"/>
                    <a:pt x="40567" y="49455"/>
                    <a:pt x="46721" y="33529"/>
                  </a:cubicBezTo>
                  <a:cubicBezTo>
                    <a:pt x="49562" y="26605"/>
                    <a:pt x="50746" y="23374"/>
                    <a:pt x="50746" y="18989"/>
                  </a:cubicBezTo>
                  <a:cubicBezTo>
                    <a:pt x="50746" y="8602"/>
                    <a:pt x="43171" y="63"/>
                    <a:pt x="31335" y="63"/>
                  </a:cubicBezTo>
                  <a:cubicBezTo>
                    <a:pt x="8846" y="63"/>
                    <a:pt x="87" y="33529"/>
                    <a:pt x="87" y="35606"/>
                  </a:cubicBezTo>
                  <a:cubicBezTo>
                    <a:pt x="87" y="37914"/>
                    <a:pt x="2455" y="37914"/>
                    <a:pt x="2928" y="37914"/>
                  </a:cubicBezTo>
                  <a:cubicBezTo>
                    <a:pt x="5295" y="37914"/>
                    <a:pt x="5532" y="37453"/>
                    <a:pt x="6716" y="33760"/>
                  </a:cubicBezTo>
                  <a:cubicBezTo>
                    <a:pt x="12634" y="13680"/>
                    <a:pt x="21629" y="5140"/>
                    <a:pt x="30624" y="5140"/>
                  </a:cubicBezTo>
                  <a:cubicBezTo>
                    <a:pt x="32755" y="5140"/>
                    <a:pt x="36542" y="5371"/>
                    <a:pt x="36542" y="12757"/>
                  </a:cubicBezTo>
                  <a:cubicBezTo>
                    <a:pt x="36542" y="18296"/>
                    <a:pt x="33938" y="24989"/>
                    <a:pt x="32518" y="28451"/>
                  </a:cubicBezTo>
                  <a:cubicBezTo>
                    <a:pt x="23759" y="51301"/>
                    <a:pt x="18788" y="65611"/>
                    <a:pt x="18788" y="76920"/>
                  </a:cubicBezTo>
                  <a:cubicBezTo>
                    <a:pt x="18788" y="98846"/>
                    <a:pt x="35122" y="104616"/>
                    <a:pt x="47905" y="104616"/>
                  </a:cubicBezTo>
                  <a:cubicBezTo>
                    <a:pt x="63529" y="104616"/>
                    <a:pt x="72051" y="94230"/>
                    <a:pt x="76075" y="89153"/>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5" name="Freeform: Shape 304">
              <a:extLst>
                <a:ext uri="{FF2B5EF4-FFF2-40B4-BE49-F238E27FC236}">
                  <a16:creationId xmlns:a16="http://schemas.microsoft.com/office/drawing/2014/main" id="{008D0C75-97DE-0E9B-497F-9860E9CC3475}"/>
                </a:ext>
              </a:extLst>
            </p:cNvPr>
            <p:cNvSpPr/>
            <p:nvPr>
              <p:custDataLst>
                <p:tags r:id="rId29"/>
              </p:custDataLst>
            </p:nvPr>
          </p:nvSpPr>
          <p:spPr>
            <a:xfrm>
              <a:off x="7555164" y="6054830"/>
              <a:ext cx="32430" cy="230802"/>
            </a:xfrm>
            <a:custGeom>
              <a:avLst/>
              <a:gdLst>
                <a:gd name="connsiteX0" fmla="*/ 32524 w 32430"/>
                <a:gd name="connsiteY0" fmla="*/ 63 h 230802"/>
                <a:gd name="connsiteX1" fmla="*/ 93 w 32430"/>
                <a:gd name="connsiteY1" fmla="*/ 63 h 230802"/>
                <a:gd name="connsiteX2" fmla="*/ 93 w 32430"/>
                <a:gd name="connsiteY2" fmla="*/ 9295 h 230802"/>
                <a:gd name="connsiteX3" fmla="*/ 23055 w 32430"/>
                <a:gd name="connsiteY3" fmla="*/ 9295 h 230802"/>
                <a:gd name="connsiteX4" fmla="*/ 23055 w 32430"/>
                <a:gd name="connsiteY4" fmla="*/ 221633 h 230802"/>
                <a:gd name="connsiteX5" fmla="*/ 93 w 32430"/>
                <a:gd name="connsiteY5" fmla="*/ 221633 h 230802"/>
                <a:gd name="connsiteX6" fmla="*/ 93 w 32430"/>
                <a:gd name="connsiteY6" fmla="*/ 230865 h 230802"/>
                <a:gd name="connsiteX7" fmla="*/ 32524 w 32430"/>
                <a:gd name="connsiteY7" fmla="*/ 230865 h 230802"/>
                <a:gd name="connsiteX8" fmla="*/ 32524 w 32430"/>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24" y="63"/>
                  </a:moveTo>
                  <a:lnTo>
                    <a:pt x="93" y="63"/>
                  </a:lnTo>
                  <a:lnTo>
                    <a:pt x="93" y="9295"/>
                  </a:lnTo>
                  <a:lnTo>
                    <a:pt x="23055" y="9295"/>
                  </a:lnTo>
                  <a:lnTo>
                    <a:pt x="23055" y="221633"/>
                  </a:lnTo>
                  <a:lnTo>
                    <a:pt x="93" y="221633"/>
                  </a:lnTo>
                  <a:lnTo>
                    <a:pt x="93" y="230865"/>
                  </a:lnTo>
                  <a:lnTo>
                    <a:pt x="32524" y="230865"/>
                  </a:lnTo>
                  <a:lnTo>
                    <a:pt x="32524"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6" name="Freeform: Shape 305">
              <a:extLst>
                <a:ext uri="{FF2B5EF4-FFF2-40B4-BE49-F238E27FC236}">
                  <a16:creationId xmlns:a16="http://schemas.microsoft.com/office/drawing/2014/main" id="{C29E6053-4F20-417F-6598-26E6889252E5}"/>
                </a:ext>
              </a:extLst>
            </p:cNvPr>
            <p:cNvSpPr/>
            <p:nvPr>
              <p:custDataLst>
                <p:tags r:id="rId30"/>
              </p:custDataLst>
            </p:nvPr>
          </p:nvSpPr>
          <p:spPr>
            <a:xfrm>
              <a:off x="7694723" y="6143228"/>
              <a:ext cx="157419" cy="54007"/>
            </a:xfrm>
            <a:custGeom>
              <a:avLst/>
              <a:gdLst>
                <a:gd name="connsiteX0" fmla="*/ 149469 w 157419"/>
                <a:gd name="connsiteY0" fmla="*/ 9295 h 54007"/>
                <a:gd name="connsiteX1" fmla="*/ 157518 w 157419"/>
                <a:gd name="connsiteY1" fmla="*/ 4679 h 54007"/>
                <a:gd name="connsiteX2" fmla="*/ 149706 w 157419"/>
                <a:gd name="connsiteY2" fmla="*/ 63 h 54007"/>
                <a:gd name="connsiteX3" fmla="*/ 7910 w 157419"/>
                <a:gd name="connsiteY3" fmla="*/ 63 h 54007"/>
                <a:gd name="connsiteX4" fmla="*/ 99 w 157419"/>
                <a:gd name="connsiteY4" fmla="*/ 4679 h 54007"/>
                <a:gd name="connsiteX5" fmla="*/ 8147 w 157419"/>
                <a:gd name="connsiteY5" fmla="*/ 9295 h 54007"/>
                <a:gd name="connsiteX6" fmla="*/ 149469 w 157419"/>
                <a:gd name="connsiteY6" fmla="*/ 9295 h 54007"/>
                <a:gd name="connsiteX7" fmla="*/ 149706 w 157419"/>
                <a:gd name="connsiteY7" fmla="*/ 54071 h 54007"/>
                <a:gd name="connsiteX8" fmla="*/ 157518 w 157419"/>
                <a:gd name="connsiteY8" fmla="*/ 49455 h 54007"/>
                <a:gd name="connsiteX9" fmla="*/ 149469 w 157419"/>
                <a:gd name="connsiteY9" fmla="*/ 44838 h 54007"/>
                <a:gd name="connsiteX10" fmla="*/ 8147 w 157419"/>
                <a:gd name="connsiteY10" fmla="*/ 44838 h 54007"/>
                <a:gd name="connsiteX11" fmla="*/ 99 w 157419"/>
                <a:gd name="connsiteY11" fmla="*/ 49455 h 54007"/>
                <a:gd name="connsiteX12" fmla="*/ 7910 w 157419"/>
                <a:gd name="connsiteY12" fmla="*/ 54071 h 54007"/>
                <a:gd name="connsiteX13" fmla="*/ 149706 w 157419"/>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4007">
                  <a:moveTo>
                    <a:pt x="149469" y="9295"/>
                  </a:moveTo>
                  <a:cubicBezTo>
                    <a:pt x="153020" y="9295"/>
                    <a:pt x="157518" y="9295"/>
                    <a:pt x="157518" y="4679"/>
                  </a:cubicBezTo>
                  <a:cubicBezTo>
                    <a:pt x="157518" y="63"/>
                    <a:pt x="153020" y="63"/>
                    <a:pt x="149706" y="63"/>
                  </a:cubicBezTo>
                  <a:lnTo>
                    <a:pt x="7910" y="63"/>
                  </a:lnTo>
                  <a:cubicBezTo>
                    <a:pt x="4596" y="63"/>
                    <a:pt x="99" y="63"/>
                    <a:pt x="99" y="4679"/>
                  </a:cubicBezTo>
                  <a:cubicBezTo>
                    <a:pt x="99" y="9295"/>
                    <a:pt x="4596" y="9295"/>
                    <a:pt x="8147" y="9295"/>
                  </a:cubicBezTo>
                  <a:lnTo>
                    <a:pt x="149469" y="9295"/>
                  </a:lnTo>
                  <a:close/>
                  <a:moveTo>
                    <a:pt x="149706" y="54071"/>
                  </a:moveTo>
                  <a:cubicBezTo>
                    <a:pt x="153020" y="54071"/>
                    <a:pt x="157518" y="54071"/>
                    <a:pt x="157518" y="49455"/>
                  </a:cubicBezTo>
                  <a:cubicBezTo>
                    <a:pt x="157518" y="44838"/>
                    <a:pt x="153020" y="44838"/>
                    <a:pt x="149469" y="44838"/>
                  </a:cubicBezTo>
                  <a:lnTo>
                    <a:pt x="8147" y="44838"/>
                  </a:lnTo>
                  <a:cubicBezTo>
                    <a:pt x="4596" y="44838"/>
                    <a:pt x="99" y="44838"/>
                    <a:pt x="99" y="49455"/>
                  </a:cubicBezTo>
                  <a:cubicBezTo>
                    <a:pt x="99" y="54071"/>
                    <a:pt x="4596" y="54071"/>
                    <a:pt x="7910" y="54071"/>
                  </a:cubicBezTo>
                  <a:lnTo>
                    <a:pt x="149706"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7" name="Freeform: Shape 306">
              <a:extLst>
                <a:ext uri="{FF2B5EF4-FFF2-40B4-BE49-F238E27FC236}">
                  <a16:creationId xmlns:a16="http://schemas.microsoft.com/office/drawing/2014/main" id="{0C918184-52F6-5498-9132-75C88C9063A6}"/>
                </a:ext>
              </a:extLst>
            </p:cNvPr>
            <p:cNvSpPr/>
            <p:nvPr>
              <p:custDataLst>
                <p:tags r:id="rId31"/>
              </p:custDataLst>
            </p:nvPr>
          </p:nvSpPr>
          <p:spPr>
            <a:xfrm>
              <a:off x="7940333" y="6070987"/>
              <a:ext cx="171806" cy="156945"/>
            </a:xfrm>
            <a:custGeom>
              <a:avLst/>
              <a:gdLst>
                <a:gd name="connsiteX0" fmla="*/ 158712 w 171806"/>
                <a:gd name="connsiteY0" fmla="*/ 103231 h 156945"/>
                <a:gd name="connsiteX1" fmla="*/ 159896 w 171806"/>
                <a:gd name="connsiteY1" fmla="*/ 100000 h 156945"/>
                <a:gd name="connsiteX2" fmla="*/ 157055 w 171806"/>
                <a:gd name="connsiteY2" fmla="*/ 97461 h 156945"/>
                <a:gd name="connsiteX3" fmla="*/ 153978 w 171806"/>
                <a:gd name="connsiteY3" fmla="*/ 100231 h 156945"/>
                <a:gd name="connsiteX4" fmla="*/ 89353 w 171806"/>
                <a:gd name="connsiteY4" fmla="*/ 149854 h 156945"/>
                <a:gd name="connsiteX5" fmla="*/ 54792 w 171806"/>
                <a:gd name="connsiteY5" fmla="*/ 149854 h 156945"/>
                <a:gd name="connsiteX6" fmla="*/ 49584 w 171806"/>
                <a:gd name="connsiteY6" fmla="*/ 149623 h 156945"/>
                <a:gd name="connsiteX7" fmla="*/ 46506 w 171806"/>
                <a:gd name="connsiteY7" fmla="*/ 147315 h 156945"/>
                <a:gd name="connsiteX8" fmla="*/ 47690 w 171806"/>
                <a:gd name="connsiteY8" fmla="*/ 142006 h 156945"/>
                <a:gd name="connsiteX9" fmla="*/ 63787 w 171806"/>
                <a:gd name="connsiteY9" fmla="*/ 78997 h 156945"/>
                <a:gd name="connsiteX10" fmla="*/ 87222 w 171806"/>
                <a:gd name="connsiteY10" fmla="*/ 78997 h 156945"/>
                <a:gd name="connsiteX11" fmla="*/ 107344 w 171806"/>
                <a:gd name="connsiteY11" fmla="*/ 89614 h 156945"/>
                <a:gd name="connsiteX12" fmla="*/ 105687 w 171806"/>
                <a:gd name="connsiteY12" fmla="*/ 100923 h 156945"/>
                <a:gd name="connsiteX13" fmla="*/ 104976 w 171806"/>
                <a:gd name="connsiteY13" fmla="*/ 103462 h 156945"/>
                <a:gd name="connsiteX14" fmla="*/ 108054 w 171806"/>
                <a:gd name="connsiteY14" fmla="*/ 106001 h 156945"/>
                <a:gd name="connsiteX15" fmla="*/ 111605 w 171806"/>
                <a:gd name="connsiteY15" fmla="*/ 101385 h 156945"/>
                <a:gd name="connsiteX16" fmla="*/ 125098 w 171806"/>
                <a:gd name="connsiteY16" fmla="*/ 47377 h 156945"/>
                <a:gd name="connsiteX17" fmla="*/ 122257 w 171806"/>
                <a:gd name="connsiteY17" fmla="*/ 44838 h 156945"/>
                <a:gd name="connsiteX18" fmla="*/ 118943 w 171806"/>
                <a:gd name="connsiteY18" fmla="*/ 48993 h 156945"/>
                <a:gd name="connsiteX19" fmla="*/ 87933 w 171806"/>
                <a:gd name="connsiteY19" fmla="*/ 71842 h 156945"/>
                <a:gd name="connsiteX20" fmla="*/ 65681 w 171806"/>
                <a:gd name="connsiteY20" fmla="*/ 71842 h 156945"/>
                <a:gd name="connsiteX21" fmla="*/ 79884 w 171806"/>
                <a:gd name="connsiteY21" fmla="*/ 16219 h 156945"/>
                <a:gd name="connsiteX22" fmla="*/ 92667 w 171806"/>
                <a:gd name="connsiteY22" fmla="*/ 7218 h 156945"/>
                <a:gd name="connsiteX23" fmla="*/ 126045 w 171806"/>
                <a:gd name="connsiteY23" fmla="*/ 7218 h 156945"/>
                <a:gd name="connsiteX24" fmla="*/ 162026 w 171806"/>
                <a:gd name="connsiteY24" fmla="*/ 32837 h 156945"/>
                <a:gd name="connsiteX25" fmla="*/ 161079 w 171806"/>
                <a:gd name="connsiteY25" fmla="*/ 45069 h 156945"/>
                <a:gd name="connsiteX26" fmla="*/ 160843 w 171806"/>
                <a:gd name="connsiteY26" fmla="*/ 49224 h 156945"/>
                <a:gd name="connsiteX27" fmla="*/ 163683 w 171806"/>
                <a:gd name="connsiteY27" fmla="*/ 51993 h 156945"/>
                <a:gd name="connsiteX28" fmla="*/ 166997 w 171806"/>
                <a:gd name="connsiteY28" fmla="*/ 46223 h 156945"/>
                <a:gd name="connsiteX29" fmla="*/ 171732 w 171806"/>
                <a:gd name="connsiteY29" fmla="*/ 6294 h 156945"/>
                <a:gd name="connsiteX30" fmla="*/ 165340 w 171806"/>
                <a:gd name="connsiteY30" fmla="*/ 63 h 156945"/>
                <a:gd name="connsiteX31" fmla="*/ 45796 w 171806"/>
                <a:gd name="connsiteY31" fmla="*/ 63 h 156945"/>
                <a:gd name="connsiteX32" fmla="*/ 38695 w 171806"/>
                <a:gd name="connsiteY32" fmla="*/ 4679 h 156945"/>
                <a:gd name="connsiteX33" fmla="*/ 45323 w 171806"/>
                <a:gd name="connsiteY33" fmla="*/ 7218 h 156945"/>
                <a:gd name="connsiteX34" fmla="*/ 60710 w 171806"/>
                <a:gd name="connsiteY34" fmla="*/ 11372 h 156945"/>
                <a:gd name="connsiteX35" fmla="*/ 59526 w 171806"/>
                <a:gd name="connsiteY35" fmla="*/ 16911 h 156945"/>
                <a:gd name="connsiteX36" fmla="*/ 28279 w 171806"/>
                <a:gd name="connsiteY36" fmla="*/ 139006 h 156945"/>
                <a:gd name="connsiteX37" fmla="*/ 6737 w 171806"/>
                <a:gd name="connsiteY37" fmla="*/ 149854 h 156945"/>
                <a:gd name="connsiteX38" fmla="*/ 109 w 171806"/>
                <a:gd name="connsiteY38" fmla="*/ 154239 h 156945"/>
                <a:gd name="connsiteX39" fmla="*/ 6737 w 171806"/>
                <a:gd name="connsiteY39" fmla="*/ 157008 h 156945"/>
                <a:gd name="connsiteX40" fmla="*/ 129595 w 171806"/>
                <a:gd name="connsiteY40" fmla="*/ 157008 h 156945"/>
                <a:gd name="connsiteX41" fmla="*/ 136934 w 171806"/>
                <a:gd name="connsiteY41" fmla="*/ 153085 h 156945"/>
                <a:gd name="connsiteX42" fmla="*/ 158712 w 171806"/>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806" h="156945">
                  <a:moveTo>
                    <a:pt x="158712" y="103231"/>
                  </a:moveTo>
                  <a:cubicBezTo>
                    <a:pt x="159186" y="102077"/>
                    <a:pt x="159896" y="100462"/>
                    <a:pt x="159896" y="100000"/>
                  </a:cubicBezTo>
                  <a:cubicBezTo>
                    <a:pt x="159896" y="99769"/>
                    <a:pt x="159896" y="97461"/>
                    <a:pt x="157055" y="97461"/>
                  </a:cubicBezTo>
                  <a:cubicBezTo>
                    <a:pt x="154925" y="97461"/>
                    <a:pt x="154451" y="98846"/>
                    <a:pt x="153978" y="100231"/>
                  </a:cubicBezTo>
                  <a:cubicBezTo>
                    <a:pt x="138591" y="134390"/>
                    <a:pt x="129832" y="149854"/>
                    <a:pt x="89353" y="149854"/>
                  </a:cubicBezTo>
                  <a:lnTo>
                    <a:pt x="54792" y="149854"/>
                  </a:lnTo>
                  <a:cubicBezTo>
                    <a:pt x="51478" y="149854"/>
                    <a:pt x="51004" y="149854"/>
                    <a:pt x="49584" y="149623"/>
                  </a:cubicBezTo>
                  <a:cubicBezTo>
                    <a:pt x="47217" y="149392"/>
                    <a:pt x="46506" y="149161"/>
                    <a:pt x="46506" y="147315"/>
                  </a:cubicBezTo>
                  <a:cubicBezTo>
                    <a:pt x="46506" y="146622"/>
                    <a:pt x="46506" y="146161"/>
                    <a:pt x="47690" y="142006"/>
                  </a:cubicBezTo>
                  <a:lnTo>
                    <a:pt x="63787" y="78997"/>
                  </a:lnTo>
                  <a:lnTo>
                    <a:pt x="87222" y="78997"/>
                  </a:lnTo>
                  <a:cubicBezTo>
                    <a:pt x="107344" y="78997"/>
                    <a:pt x="107344" y="83844"/>
                    <a:pt x="107344" y="89614"/>
                  </a:cubicBezTo>
                  <a:cubicBezTo>
                    <a:pt x="107344" y="91230"/>
                    <a:pt x="107344" y="93999"/>
                    <a:pt x="105687" y="100923"/>
                  </a:cubicBezTo>
                  <a:cubicBezTo>
                    <a:pt x="105213" y="102077"/>
                    <a:pt x="104976" y="102770"/>
                    <a:pt x="104976" y="103462"/>
                  </a:cubicBezTo>
                  <a:cubicBezTo>
                    <a:pt x="104976" y="104616"/>
                    <a:pt x="105923" y="106001"/>
                    <a:pt x="108054" y="106001"/>
                  </a:cubicBezTo>
                  <a:cubicBezTo>
                    <a:pt x="109948" y="106001"/>
                    <a:pt x="110658" y="104847"/>
                    <a:pt x="111605" y="101385"/>
                  </a:cubicBezTo>
                  <a:lnTo>
                    <a:pt x="125098" y="47377"/>
                  </a:lnTo>
                  <a:cubicBezTo>
                    <a:pt x="125098" y="45992"/>
                    <a:pt x="123914" y="44838"/>
                    <a:pt x="122257" y="44838"/>
                  </a:cubicBezTo>
                  <a:cubicBezTo>
                    <a:pt x="120127" y="44838"/>
                    <a:pt x="119653" y="46223"/>
                    <a:pt x="118943" y="48993"/>
                  </a:cubicBezTo>
                  <a:cubicBezTo>
                    <a:pt x="113972" y="66534"/>
                    <a:pt x="109711" y="71842"/>
                    <a:pt x="87933" y="71842"/>
                  </a:cubicBezTo>
                  <a:lnTo>
                    <a:pt x="65681" y="71842"/>
                  </a:lnTo>
                  <a:lnTo>
                    <a:pt x="79884" y="16219"/>
                  </a:lnTo>
                  <a:cubicBezTo>
                    <a:pt x="82015" y="8141"/>
                    <a:pt x="82251" y="7218"/>
                    <a:pt x="92667" y="7218"/>
                  </a:cubicBezTo>
                  <a:lnTo>
                    <a:pt x="126045" y="7218"/>
                  </a:lnTo>
                  <a:cubicBezTo>
                    <a:pt x="154925" y="7218"/>
                    <a:pt x="162026" y="13911"/>
                    <a:pt x="162026" y="32837"/>
                  </a:cubicBezTo>
                  <a:cubicBezTo>
                    <a:pt x="162026" y="38376"/>
                    <a:pt x="162026" y="38838"/>
                    <a:pt x="161079" y="45069"/>
                  </a:cubicBezTo>
                  <a:cubicBezTo>
                    <a:pt x="161079" y="46454"/>
                    <a:pt x="160843" y="48070"/>
                    <a:pt x="160843" y="49224"/>
                  </a:cubicBezTo>
                  <a:cubicBezTo>
                    <a:pt x="160843" y="50378"/>
                    <a:pt x="161553" y="51993"/>
                    <a:pt x="163683" y="51993"/>
                  </a:cubicBezTo>
                  <a:cubicBezTo>
                    <a:pt x="166287" y="51993"/>
                    <a:pt x="166524" y="50609"/>
                    <a:pt x="166997" y="46223"/>
                  </a:cubicBezTo>
                  <a:lnTo>
                    <a:pt x="171732" y="6294"/>
                  </a:lnTo>
                  <a:cubicBezTo>
                    <a:pt x="172442" y="63"/>
                    <a:pt x="171258" y="63"/>
                    <a:pt x="165340" y="63"/>
                  </a:cubicBezTo>
                  <a:lnTo>
                    <a:pt x="45796" y="63"/>
                  </a:lnTo>
                  <a:cubicBezTo>
                    <a:pt x="41062" y="63"/>
                    <a:pt x="38695" y="63"/>
                    <a:pt x="38695" y="4679"/>
                  </a:cubicBezTo>
                  <a:cubicBezTo>
                    <a:pt x="38695" y="7218"/>
                    <a:pt x="40825" y="7218"/>
                    <a:pt x="45323" y="7218"/>
                  </a:cubicBezTo>
                  <a:cubicBezTo>
                    <a:pt x="54082" y="7218"/>
                    <a:pt x="60710" y="7218"/>
                    <a:pt x="60710" y="11372"/>
                  </a:cubicBezTo>
                  <a:cubicBezTo>
                    <a:pt x="60710" y="12295"/>
                    <a:pt x="60710" y="12757"/>
                    <a:pt x="59526" y="16911"/>
                  </a:cubicBezTo>
                  <a:lnTo>
                    <a:pt x="28279" y="139006"/>
                  </a:lnTo>
                  <a:cubicBezTo>
                    <a:pt x="25912" y="148007"/>
                    <a:pt x="25438" y="149854"/>
                    <a:pt x="6737" y="149854"/>
                  </a:cubicBezTo>
                  <a:cubicBezTo>
                    <a:pt x="2713" y="149854"/>
                    <a:pt x="109" y="149854"/>
                    <a:pt x="109" y="154239"/>
                  </a:cubicBezTo>
                  <a:cubicBezTo>
                    <a:pt x="109" y="157008"/>
                    <a:pt x="2240" y="157008"/>
                    <a:pt x="6737" y="157008"/>
                  </a:cubicBezTo>
                  <a:lnTo>
                    <a:pt x="129595" y="157008"/>
                  </a:lnTo>
                  <a:cubicBezTo>
                    <a:pt x="135040" y="157008"/>
                    <a:pt x="135277" y="156778"/>
                    <a:pt x="136934" y="153085"/>
                  </a:cubicBezTo>
                  <a:lnTo>
                    <a:pt x="158712"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8" name="Freeform: Shape 307">
              <a:extLst>
                <a:ext uri="{FF2B5EF4-FFF2-40B4-BE49-F238E27FC236}">
                  <a16:creationId xmlns:a16="http://schemas.microsoft.com/office/drawing/2014/main" id="{97EBFA69-AF5F-8AB4-10AF-D0B737032E99}"/>
                </a:ext>
              </a:extLst>
            </p:cNvPr>
            <p:cNvSpPr/>
            <p:nvPr>
              <p:custDataLst>
                <p:tags r:id="rId32"/>
              </p:custDataLst>
            </p:nvPr>
          </p:nvSpPr>
          <p:spPr>
            <a:xfrm>
              <a:off x="8147661" y="6054830"/>
              <a:ext cx="32430" cy="230802"/>
            </a:xfrm>
            <a:custGeom>
              <a:avLst/>
              <a:gdLst>
                <a:gd name="connsiteX0" fmla="*/ 32548 w 32430"/>
                <a:gd name="connsiteY0" fmla="*/ 230865 h 230802"/>
                <a:gd name="connsiteX1" fmla="*/ 32548 w 32430"/>
                <a:gd name="connsiteY1" fmla="*/ 221633 h 230802"/>
                <a:gd name="connsiteX2" fmla="*/ 9586 w 32430"/>
                <a:gd name="connsiteY2" fmla="*/ 221633 h 230802"/>
                <a:gd name="connsiteX3" fmla="*/ 9586 w 32430"/>
                <a:gd name="connsiteY3" fmla="*/ 9295 h 230802"/>
                <a:gd name="connsiteX4" fmla="*/ 32548 w 32430"/>
                <a:gd name="connsiteY4" fmla="*/ 9295 h 230802"/>
                <a:gd name="connsiteX5" fmla="*/ 32548 w 32430"/>
                <a:gd name="connsiteY5" fmla="*/ 63 h 230802"/>
                <a:gd name="connsiteX6" fmla="*/ 117 w 32430"/>
                <a:gd name="connsiteY6" fmla="*/ 63 h 230802"/>
                <a:gd name="connsiteX7" fmla="*/ 117 w 32430"/>
                <a:gd name="connsiteY7" fmla="*/ 230865 h 230802"/>
                <a:gd name="connsiteX8" fmla="*/ 32548 w 32430"/>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48" y="230865"/>
                  </a:moveTo>
                  <a:lnTo>
                    <a:pt x="32548" y="221633"/>
                  </a:lnTo>
                  <a:lnTo>
                    <a:pt x="9586" y="221633"/>
                  </a:lnTo>
                  <a:lnTo>
                    <a:pt x="9586" y="9295"/>
                  </a:lnTo>
                  <a:lnTo>
                    <a:pt x="32548" y="9295"/>
                  </a:lnTo>
                  <a:lnTo>
                    <a:pt x="32548" y="63"/>
                  </a:lnTo>
                  <a:lnTo>
                    <a:pt x="117" y="63"/>
                  </a:lnTo>
                  <a:lnTo>
                    <a:pt x="117" y="230865"/>
                  </a:lnTo>
                  <a:lnTo>
                    <a:pt x="32548"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9" name="Freeform: Shape 308">
              <a:extLst>
                <a:ext uri="{FF2B5EF4-FFF2-40B4-BE49-F238E27FC236}">
                  <a16:creationId xmlns:a16="http://schemas.microsoft.com/office/drawing/2014/main" id="{8DC431E9-3947-D2A2-4127-EA3F37EF9B22}"/>
                </a:ext>
              </a:extLst>
            </p:cNvPr>
            <p:cNvSpPr/>
            <p:nvPr>
              <p:custDataLst>
                <p:tags r:id="rId33"/>
              </p:custDataLst>
            </p:nvPr>
          </p:nvSpPr>
          <p:spPr>
            <a:xfrm>
              <a:off x="8192349" y="6125917"/>
              <a:ext cx="109128" cy="149329"/>
            </a:xfrm>
            <a:custGeom>
              <a:avLst/>
              <a:gdLst>
                <a:gd name="connsiteX0" fmla="*/ 108301 w 109128"/>
                <a:gd name="connsiteY0" fmla="*/ 14142 h 149329"/>
                <a:gd name="connsiteX1" fmla="*/ 109248 w 109128"/>
                <a:gd name="connsiteY1" fmla="*/ 8833 h 149329"/>
                <a:gd name="connsiteX2" fmla="*/ 102383 w 109128"/>
                <a:gd name="connsiteY2" fmla="*/ 2602 h 149329"/>
                <a:gd name="connsiteX3" fmla="*/ 94098 w 109128"/>
                <a:gd name="connsiteY3" fmla="*/ 7448 h 149329"/>
                <a:gd name="connsiteX4" fmla="*/ 90784 w 109128"/>
                <a:gd name="connsiteY4" fmla="*/ 19912 h 149329"/>
                <a:gd name="connsiteX5" fmla="*/ 86049 w 109128"/>
                <a:gd name="connsiteY5" fmla="*/ 38376 h 149329"/>
                <a:gd name="connsiteX6" fmla="*/ 75397 w 109128"/>
                <a:gd name="connsiteY6" fmla="*/ 79920 h 149329"/>
                <a:gd name="connsiteX7" fmla="*/ 48648 w 109128"/>
                <a:gd name="connsiteY7" fmla="*/ 99539 h 149329"/>
                <a:gd name="connsiteX8" fmla="*/ 33971 w 109128"/>
                <a:gd name="connsiteY8" fmla="*/ 80844 h 149329"/>
                <a:gd name="connsiteX9" fmla="*/ 46044 w 109128"/>
                <a:gd name="connsiteY9" fmla="*/ 35606 h 149329"/>
                <a:gd name="connsiteX10" fmla="*/ 50778 w 109128"/>
                <a:gd name="connsiteY10" fmla="*/ 18989 h 149329"/>
                <a:gd name="connsiteX11" fmla="*/ 31367 w 109128"/>
                <a:gd name="connsiteY11" fmla="*/ 63 h 149329"/>
                <a:gd name="connsiteX12" fmla="*/ 120 w 109128"/>
                <a:gd name="connsiteY12" fmla="*/ 35606 h 149329"/>
                <a:gd name="connsiteX13" fmla="*/ 2960 w 109128"/>
                <a:gd name="connsiteY13" fmla="*/ 37914 h 149329"/>
                <a:gd name="connsiteX14" fmla="*/ 6748 w 109128"/>
                <a:gd name="connsiteY14" fmla="*/ 33760 h 149329"/>
                <a:gd name="connsiteX15" fmla="*/ 30657 w 109128"/>
                <a:gd name="connsiteY15" fmla="*/ 5140 h 149329"/>
                <a:gd name="connsiteX16" fmla="*/ 36575 w 109128"/>
                <a:gd name="connsiteY16" fmla="*/ 12526 h 149329"/>
                <a:gd name="connsiteX17" fmla="*/ 32551 w 109128"/>
                <a:gd name="connsiteY17" fmla="*/ 28682 h 149329"/>
                <a:gd name="connsiteX18" fmla="*/ 18821 w 109128"/>
                <a:gd name="connsiteY18" fmla="*/ 77151 h 149329"/>
                <a:gd name="connsiteX19" fmla="*/ 47701 w 109128"/>
                <a:gd name="connsiteY19" fmla="*/ 104616 h 149329"/>
                <a:gd name="connsiteX20" fmla="*/ 71610 w 109128"/>
                <a:gd name="connsiteY20" fmla="*/ 94230 h 149329"/>
                <a:gd name="connsiteX21" fmla="*/ 56223 w 109128"/>
                <a:gd name="connsiteY21" fmla="*/ 129774 h 149329"/>
                <a:gd name="connsiteX22" fmla="*/ 30183 w 109128"/>
                <a:gd name="connsiteY22" fmla="*/ 144314 h 149329"/>
                <a:gd name="connsiteX23" fmla="*/ 12193 w 109128"/>
                <a:gd name="connsiteY23" fmla="*/ 134621 h 149329"/>
                <a:gd name="connsiteX24" fmla="*/ 22372 w 109128"/>
                <a:gd name="connsiteY24" fmla="*/ 131851 h 149329"/>
                <a:gd name="connsiteX25" fmla="*/ 27106 w 109128"/>
                <a:gd name="connsiteY25" fmla="*/ 122388 h 149329"/>
                <a:gd name="connsiteX26" fmla="*/ 18347 w 109128"/>
                <a:gd name="connsiteY26" fmla="*/ 114310 h 149329"/>
                <a:gd name="connsiteX27" fmla="*/ 5091 w 109128"/>
                <a:gd name="connsiteY27" fmla="*/ 129312 h 149329"/>
                <a:gd name="connsiteX28" fmla="*/ 30183 w 109128"/>
                <a:gd name="connsiteY28" fmla="*/ 149392 h 149329"/>
                <a:gd name="connsiteX29" fmla="*/ 85576 w 109128"/>
                <a:gd name="connsiteY29" fmla="*/ 102308 h 149329"/>
                <a:gd name="connsiteX30" fmla="*/ 108301 w 109128"/>
                <a:gd name="connsiteY30" fmla="*/ 14142 h 14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28" h="149329">
                  <a:moveTo>
                    <a:pt x="108301" y="14142"/>
                  </a:moveTo>
                  <a:cubicBezTo>
                    <a:pt x="109248" y="10910"/>
                    <a:pt x="109248" y="10449"/>
                    <a:pt x="109248" y="8833"/>
                  </a:cubicBezTo>
                  <a:cubicBezTo>
                    <a:pt x="109248" y="4679"/>
                    <a:pt x="105934" y="2602"/>
                    <a:pt x="102383" y="2602"/>
                  </a:cubicBezTo>
                  <a:cubicBezTo>
                    <a:pt x="100016" y="2602"/>
                    <a:pt x="96228" y="3986"/>
                    <a:pt x="94098" y="7448"/>
                  </a:cubicBezTo>
                  <a:cubicBezTo>
                    <a:pt x="93625" y="8602"/>
                    <a:pt x="91731" y="15757"/>
                    <a:pt x="90784" y="19912"/>
                  </a:cubicBezTo>
                  <a:cubicBezTo>
                    <a:pt x="89127" y="25913"/>
                    <a:pt x="87470" y="32144"/>
                    <a:pt x="86049" y="38376"/>
                  </a:cubicBezTo>
                  <a:lnTo>
                    <a:pt x="75397" y="79920"/>
                  </a:lnTo>
                  <a:cubicBezTo>
                    <a:pt x="74450" y="83382"/>
                    <a:pt x="64271" y="99539"/>
                    <a:pt x="48648" y="99539"/>
                  </a:cubicBezTo>
                  <a:cubicBezTo>
                    <a:pt x="36575" y="99539"/>
                    <a:pt x="33971" y="89383"/>
                    <a:pt x="33971" y="80844"/>
                  </a:cubicBezTo>
                  <a:cubicBezTo>
                    <a:pt x="33971" y="70227"/>
                    <a:pt x="37995" y="55917"/>
                    <a:pt x="46044" y="35606"/>
                  </a:cubicBezTo>
                  <a:cubicBezTo>
                    <a:pt x="49831" y="26143"/>
                    <a:pt x="50778" y="23605"/>
                    <a:pt x="50778" y="18989"/>
                  </a:cubicBezTo>
                  <a:cubicBezTo>
                    <a:pt x="50778" y="8602"/>
                    <a:pt x="43203" y="63"/>
                    <a:pt x="31367" y="63"/>
                  </a:cubicBezTo>
                  <a:cubicBezTo>
                    <a:pt x="8879" y="63"/>
                    <a:pt x="120" y="33529"/>
                    <a:pt x="120" y="35606"/>
                  </a:cubicBezTo>
                  <a:cubicBezTo>
                    <a:pt x="120" y="37914"/>
                    <a:pt x="2487" y="37914"/>
                    <a:pt x="2960" y="37914"/>
                  </a:cubicBezTo>
                  <a:cubicBezTo>
                    <a:pt x="5328" y="37914"/>
                    <a:pt x="5564" y="37453"/>
                    <a:pt x="6748" y="33760"/>
                  </a:cubicBezTo>
                  <a:cubicBezTo>
                    <a:pt x="13139" y="12064"/>
                    <a:pt x="22608" y="5140"/>
                    <a:pt x="30657" y="5140"/>
                  </a:cubicBezTo>
                  <a:cubicBezTo>
                    <a:pt x="32551" y="5140"/>
                    <a:pt x="36575" y="5140"/>
                    <a:pt x="36575" y="12526"/>
                  </a:cubicBezTo>
                  <a:cubicBezTo>
                    <a:pt x="36575" y="18296"/>
                    <a:pt x="34208" y="24297"/>
                    <a:pt x="32551" y="28682"/>
                  </a:cubicBezTo>
                  <a:cubicBezTo>
                    <a:pt x="23082" y="53147"/>
                    <a:pt x="18821" y="66303"/>
                    <a:pt x="18821" y="77151"/>
                  </a:cubicBezTo>
                  <a:cubicBezTo>
                    <a:pt x="18821" y="97692"/>
                    <a:pt x="33734" y="104616"/>
                    <a:pt x="47701" y="104616"/>
                  </a:cubicBezTo>
                  <a:cubicBezTo>
                    <a:pt x="56933" y="104616"/>
                    <a:pt x="64981" y="100693"/>
                    <a:pt x="71610" y="94230"/>
                  </a:cubicBezTo>
                  <a:cubicBezTo>
                    <a:pt x="68532" y="106232"/>
                    <a:pt x="65692" y="117541"/>
                    <a:pt x="56223" y="129774"/>
                  </a:cubicBezTo>
                  <a:cubicBezTo>
                    <a:pt x="50068" y="137621"/>
                    <a:pt x="41073" y="144314"/>
                    <a:pt x="30183" y="144314"/>
                  </a:cubicBezTo>
                  <a:cubicBezTo>
                    <a:pt x="26869" y="144314"/>
                    <a:pt x="16217" y="143622"/>
                    <a:pt x="12193" y="134621"/>
                  </a:cubicBezTo>
                  <a:cubicBezTo>
                    <a:pt x="15980" y="134621"/>
                    <a:pt x="19058" y="134621"/>
                    <a:pt x="22372" y="131851"/>
                  </a:cubicBezTo>
                  <a:cubicBezTo>
                    <a:pt x="24739" y="129774"/>
                    <a:pt x="27106" y="126773"/>
                    <a:pt x="27106" y="122388"/>
                  </a:cubicBezTo>
                  <a:cubicBezTo>
                    <a:pt x="27106" y="115233"/>
                    <a:pt x="20715" y="114310"/>
                    <a:pt x="18347" y="114310"/>
                  </a:cubicBezTo>
                  <a:cubicBezTo>
                    <a:pt x="12903" y="114310"/>
                    <a:pt x="5091" y="118003"/>
                    <a:pt x="5091" y="129312"/>
                  </a:cubicBezTo>
                  <a:cubicBezTo>
                    <a:pt x="5091" y="140852"/>
                    <a:pt x="15507" y="149392"/>
                    <a:pt x="30183" y="149392"/>
                  </a:cubicBezTo>
                  <a:cubicBezTo>
                    <a:pt x="54566" y="149392"/>
                    <a:pt x="78948" y="128389"/>
                    <a:pt x="85576" y="102308"/>
                  </a:cubicBezTo>
                  <a:lnTo>
                    <a:pt x="108301" y="141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0" name="Freeform: Shape 309">
              <a:extLst>
                <a:ext uri="{FF2B5EF4-FFF2-40B4-BE49-F238E27FC236}">
                  <a16:creationId xmlns:a16="http://schemas.microsoft.com/office/drawing/2014/main" id="{4C3454BA-4764-0452-AF8C-26FFD97FBAA3}"/>
                </a:ext>
              </a:extLst>
            </p:cNvPr>
            <p:cNvSpPr/>
            <p:nvPr>
              <p:custDataLst>
                <p:tags r:id="rId34"/>
              </p:custDataLst>
            </p:nvPr>
          </p:nvSpPr>
          <p:spPr>
            <a:xfrm>
              <a:off x="8309332" y="6155437"/>
              <a:ext cx="50208" cy="108731"/>
            </a:xfrm>
            <a:custGeom>
              <a:avLst/>
              <a:gdLst>
                <a:gd name="connsiteX0" fmla="*/ 46025 w 50208"/>
                <a:gd name="connsiteY0" fmla="*/ 6204 h 108731"/>
                <a:gd name="connsiteX1" fmla="*/ 39397 w 50208"/>
                <a:gd name="connsiteY1" fmla="*/ 64 h 108731"/>
                <a:gd name="connsiteX2" fmla="*/ 30117 w 50208"/>
                <a:gd name="connsiteY2" fmla="*/ 8950 h 108731"/>
                <a:gd name="connsiteX3" fmla="*/ 36745 w 50208"/>
                <a:gd name="connsiteY3" fmla="*/ 15090 h 108731"/>
                <a:gd name="connsiteX4" fmla="*/ 46025 w 50208"/>
                <a:gd name="connsiteY4" fmla="*/ 6204 h 108731"/>
                <a:gd name="connsiteX5" fmla="*/ 12221 w 50208"/>
                <a:gd name="connsiteY5" fmla="*/ 88277 h 108731"/>
                <a:gd name="connsiteX6" fmla="*/ 10730 w 50208"/>
                <a:gd name="connsiteY6" fmla="*/ 95063 h 108731"/>
                <a:gd name="connsiteX7" fmla="*/ 26472 w 50208"/>
                <a:gd name="connsiteY7" fmla="*/ 108795 h 108731"/>
                <a:gd name="connsiteX8" fmla="*/ 50333 w 50208"/>
                <a:gd name="connsiteY8" fmla="*/ 84076 h 108731"/>
                <a:gd name="connsiteX9" fmla="*/ 47682 w 50208"/>
                <a:gd name="connsiteY9" fmla="*/ 81976 h 108731"/>
                <a:gd name="connsiteX10" fmla="*/ 44534 w 50208"/>
                <a:gd name="connsiteY10" fmla="*/ 84723 h 108731"/>
                <a:gd name="connsiteX11" fmla="*/ 26969 w 50208"/>
                <a:gd name="connsiteY11" fmla="*/ 104272 h 108731"/>
                <a:gd name="connsiteX12" fmla="*/ 22826 w 50208"/>
                <a:gd name="connsiteY12" fmla="*/ 98617 h 108731"/>
                <a:gd name="connsiteX13" fmla="*/ 25478 w 50208"/>
                <a:gd name="connsiteY13" fmla="*/ 88277 h 108731"/>
                <a:gd name="connsiteX14" fmla="*/ 30780 w 50208"/>
                <a:gd name="connsiteY14" fmla="*/ 75352 h 108731"/>
                <a:gd name="connsiteX15" fmla="*/ 38900 w 50208"/>
                <a:gd name="connsiteY15" fmla="*/ 54834 h 108731"/>
                <a:gd name="connsiteX16" fmla="*/ 39894 w 50208"/>
                <a:gd name="connsiteY16" fmla="*/ 49664 h 108731"/>
                <a:gd name="connsiteX17" fmla="*/ 24152 w 50208"/>
                <a:gd name="connsiteY17" fmla="*/ 35931 h 108731"/>
                <a:gd name="connsiteX18" fmla="*/ 125 w 50208"/>
                <a:gd name="connsiteY18" fmla="*/ 60650 h 108731"/>
                <a:gd name="connsiteX19" fmla="*/ 2942 w 50208"/>
                <a:gd name="connsiteY19" fmla="*/ 62750 h 108731"/>
                <a:gd name="connsiteX20" fmla="*/ 5924 w 50208"/>
                <a:gd name="connsiteY20" fmla="*/ 60165 h 108731"/>
                <a:gd name="connsiteX21" fmla="*/ 23655 w 50208"/>
                <a:gd name="connsiteY21" fmla="*/ 40455 h 108731"/>
                <a:gd name="connsiteX22" fmla="*/ 27797 w 50208"/>
                <a:gd name="connsiteY22" fmla="*/ 46109 h 108731"/>
                <a:gd name="connsiteX23" fmla="*/ 22661 w 50208"/>
                <a:gd name="connsiteY23" fmla="*/ 62266 h 108731"/>
                <a:gd name="connsiteX24" fmla="*/ 12221 w 5020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08731">
                  <a:moveTo>
                    <a:pt x="46025" y="6204"/>
                  </a:moveTo>
                  <a:cubicBezTo>
                    <a:pt x="46025" y="3619"/>
                    <a:pt x="44036" y="64"/>
                    <a:pt x="39397" y="64"/>
                  </a:cubicBezTo>
                  <a:cubicBezTo>
                    <a:pt x="34923" y="64"/>
                    <a:pt x="30117" y="4265"/>
                    <a:pt x="30117" y="8950"/>
                  </a:cubicBezTo>
                  <a:cubicBezTo>
                    <a:pt x="30117" y="11697"/>
                    <a:pt x="32271" y="15090"/>
                    <a:pt x="36745" y="15090"/>
                  </a:cubicBezTo>
                  <a:cubicBezTo>
                    <a:pt x="41551" y="15090"/>
                    <a:pt x="46025" y="10566"/>
                    <a:pt x="46025" y="6204"/>
                  </a:cubicBezTo>
                  <a:close/>
                  <a:moveTo>
                    <a:pt x="12221" y="88277"/>
                  </a:moveTo>
                  <a:cubicBezTo>
                    <a:pt x="11558" y="90377"/>
                    <a:pt x="10730" y="92316"/>
                    <a:pt x="10730" y="95063"/>
                  </a:cubicBezTo>
                  <a:cubicBezTo>
                    <a:pt x="10730" y="102656"/>
                    <a:pt x="17358" y="108795"/>
                    <a:pt x="26472" y="108795"/>
                  </a:cubicBezTo>
                  <a:cubicBezTo>
                    <a:pt x="43042" y="108795"/>
                    <a:pt x="50333" y="86500"/>
                    <a:pt x="50333" y="84076"/>
                  </a:cubicBezTo>
                  <a:cubicBezTo>
                    <a:pt x="50333" y="81976"/>
                    <a:pt x="48179" y="81976"/>
                    <a:pt x="47682" y="81976"/>
                  </a:cubicBezTo>
                  <a:cubicBezTo>
                    <a:pt x="45362" y="81976"/>
                    <a:pt x="45196" y="82945"/>
                    <a:pt x="44534" y="84723"/>
                  </a:cubicBezTo>
                  <a:cubicBezTo>
                    <a:pt x="40722" y="97648"/>
                    <a:pt x="33431" y="104272"/>
                    <a:pt x="26969" y="104272"/>
                  </a:cubicBezTo>
                  <a:cubicBezTo>
                    <a:pt x="23655" y="104272"/>
                    <a:pt x="22826" y="102171"/>
                    <a:pt x="22826" y="98617"/>
                  </a:cubicBezTo>
                  <a:cubicBezTo>
                    <a:pt x="22826" y="94901"/>
                    <a:pt x="23986" y="91831"/>
                    <a:pt x="25478" y="88277"/>
                  </a:cubicBezTo>
                  <a:cubicBezTo>
                    <a:pt x="27135" y="83915"/>
                    <a:pt x="28957" y="79553"/>
                    <a:pt x="30780" y="75352"/>
                  </a:cubicBezTo>
                  <a:cubicBezTo>
                    <a:pt x="32271" y="71475"/>
                    <a:pt x="38237" y="56772"/>
                    <a:pt x="38900" y="54834"/>
                  </a:cubicBezTo>
                  <a:cubicBezTo>
                    <a:pt x="39397" y="53218"/>
                    <a:pt x="39894" y="51279"/>
                    <a:pt x="39894" y="49664"/>
                  </a:cubicBezTo>
                  <a:cubicBezTo>
                    <a:pt x="39894" y="42070"/>
                    <a:pt x="33266" y="35931"/>
                    <a:pt x="24152" y="35931"/>
                  </a:cubicBezTo>
                  <a:cubicBezTo>
                    <a:pt x="7747" y="35931"/>
                    <a:pt x="125" y="57903"/>
                    <a:pt x="125" y="60650"/>
                  </a:cubicBezTo>
                  <a:cubicBezTo>
                    <a:pt x="125" y="62750"/>
                    <a:pt x="2445" y="62750"/>
                    <a:pt x="2942" y="62750"/>
                  </a:cubicBezTo>
                  <a:cubicBezTo>
                    <a:pt x="5262" y="62750"/>
                    <a:pt x="5427" y="61942"/>
                    <a:pt x="5924" y="60165"/>
                  </a:cubicBezTo>
                  <a:cubicBezTo>
                    <a:pt x="10233" y="46271"/>
                    <a:pt x="17524" y="40455"/>
                    <a:pt x="23655" y="40455"/>
                  </a:cubicBezTo>
                  <a:cubicBezTo>
                    <a:pt x="26306" y="40455"/>
                    <a:pt x="27797" y="41747"/>
                    <a:pt x="27797" y="46109"/>
                  </a:cubicBezTo>
                  <a:cubicBezTo>
                    <a:pt x="27797" y="49825"/>
                    <a:pt x="26803" y="52249"/>
                    <a:pt x="22661" y="62266"/>
                  </a:cubicBezTo>
                  <a:lnTo>
                    <a:pt x="12221"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1" name="Freeform: Shape 310">
              <a:extLst>
                <a:ext uri="{FF2B5EF4-FFF2-40B4-BE49-F238E27FC236}">
                  <a16:creationId xmlns:a16="http://schemas.microsoft.com/office/drawing/2014/main" id="{8871F7E4-BA5A-86EB-3574-FDE41A31EEC5}"/>
                </a:ext>
              </a:extLst>
            </p:cNvPr>
            <p:cNvSpPr/>
            <p:nvPr>
              <p:custDataLst>
                <p:tags r:id="rId35"/>
              </p:custDataLst>
            </p:nvPr>
          </p:nvSpPr>
          <p:spPr>
            <a:xfrm>
              <a:off x="8452606" y="6165616"/>
              <a:ext cx="144636" cy="9232"/>
            </a:xfrm>
            <a:custGeom>
              <a:avLst/>
              <a:gdLst>
                <a:gd name="connsiteX0" fmla="*/ 136481 w 144636"/>
                <a:gd name="connsiteY0" fmla="*/ 9295 h 9232"/>
                <a:gd name="connsiteX1" fmla="*/ 144767 w 144636"/>
                <a:gd name="connsiteY1" fmla="*/ 4679 h 9232"/>
                <a:gd name="connsiteX2" fmla="*/ 136481 w 144636"/>
                <a:gd name="connsiteY2" fmla="*/ 63 h 9232"/>
                <a:gd name="connsiteX3" fmla="*/ 8416 w 144636"/>
                <a:gd name="connsiteY3" fmla="*/ 63 h 9232"/>
                <a:gd name="connsiteX4" fmla="*/ 130 w 144636"/>
                <a:gd name="connsiteY4" fmla="*/ 4679 h 9232"/>
                <a:gd name="connsiteX5" fmla="*/ 8416 w 144636"/>
                <a:gd name="connsiteY5" fmla="*/ 9295 h 9232"/>
                <a:gd name="connsiteX6" fmla="*/ 136481 w 144636"/>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232">
                  <a:moveTo>
                    <a:pt x="136481" y="9295"/>
                  </a:moveTo>
                  <a:cubicBezTo>
                    <a:pt x="140506" y="9295"/>
                    <a:pt x="144767" y="9295"/>
                    <a:pt x="144767" y="4679"/>
                  </a:cubicBezTo>
                  <a:cubicBezTo>
                    <a:pt x="144767" y="63"/>
                    <a:pt x="140506" y="63"/>
                    <a:pt x="136481" y="63"/>
                  </a:cubicBezTo>
                  <a:lnTo>
                    <a:pt x="8416" y="63"/>
                  </a:lnTo>
                  <a:cubicBezTo>
                    <a:pt x="4391" y="63"/>
                    <a:pt x="130" y="63"/>
                    <a:pt x="130" y="4679"/>
                  </a:cubicBezTo>
                  <a:cubicBezTo>
                    <a:pt x="130" y="9295"/>
                    <a:pt x="4391" y="9295"/>
                    <a:pt x="8416" y="9295"/>
                  </a:cubicBezTo>
                  <a:lnTo>
                    <a:pt x="136481"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2" name="Freeform: Shape 311">
              <a:extLst>
                <a:ext uri="{FF2B5EF4-FFF2-40B4-BE49-F238E27FC236}">
                  <a16:creationId xmlns:a16="http://schemas.microsoft.com/office/drawing/2014/main" id="{0A88B948-9192-6F2E-7009-CB5A5020193C}"/>
                </a:ext>
              </a:extLst>
            </p:cNvPr>
            <p:cNvSpPr/>
            <p:nvPr>
              <p:custDataLst>
                <p:tags r:id="rId36"/>
              </p:custDataLst>
            </p:nvPr>
          </p:nvSpPr>
          <p:spPr>
            <a:xfrm>
              <a:off x="8676750" y="6064986"/>
              <a:ext cx="129042" cy="207722"/>
            </a:xfrm>
            <a:custGeom>
              <a:avLst/>
              <a:gdLst>
                <a:gd name="connsiteX0" fmla="*/ 129183 w 129042"/>
                <a:gd name="connsiteY0" fmla="*/ 31683 h 207722"/>
                <a:gd name="connsiteX1" fmla="*/ 96989 w 129042"/>
                <a:gd name="connsiteY1" fmla="*/ 63 h 207722"/>
                <a:gd name="connsiteX2" fmla="*/ 68346 w 129042"/>
                <a:gd name="connsiteY2" fmla="*/ 9756 h 207722"/>
                <a:gd name="connsiteX3" fmla="*/ 37809 w 129042"/>
                <a:gd name="connsiteY3" fmla="*/ 58917 h 207722"/>
                <a:gd name="connsiteX4" fmla="*/ 170 w 129042"/>
                <a:gd name="connsiteY4" fmla="*/ 205477 h 207722"/>
                <a:gd name="connsiteX5" fmla="*/ 3011 w 129042"/>
                <a:gd name="connsiteY5" fmla="*/ 207785 h 207722"/>
                <a:gd name="connsiteX6" fmla="*/ 5852 w 129042"/>
                <a:gd name="connsiteY6" fmla="*/ 206631 h 207722"/>
                <a:gd name="connsiteX7" fmla="*/ 22422 w 129042"/>
                <a:gd name="connsiteY7" fmla="*/ 142930 h 207722"/>
                <a:gd name="connsiteX8" fmla="*/ 54616 w 129042"/>
                <a:gd name="connsiteY8" fmla="*/ 165317 h 207722"/>
                <a:gd name="connsiteX9" fmla="*/ 100303 w 129042"/>
                <a:gd name="connsiteY9" fmla="*/ 147084 h 207722"/>
                <a:gd name="connsiteX10" fmla="*/ 119241 w 129042"/>
                <a:gd name="connsiteY10" fmla="*/ 104616 h 207722"/>
                <a:gd name="connsiteX11" fmla="*/ 101960 w 129042"/>
                <a:gd name="connsiteY11" fmla="*/ 70227 h 207722"/>
                <a:gd name="connsiteX12" fmla="*/ 129183 w 129042"/>
                <a:gd name="connsiteY12" fmla="*/ 31683 h 207722"/>
                <a:gd name="connsiteX13" fmla="*/ 86573 w 129042"/>
                <a:gd name="connsiteY13" fmla="*/ 69996 h 207722"/>
                <a:gd name="connsiteX14" fmla="*/ 75211 w 129042"/>
                <a:gd name="connsiteY14" fmla="*/ 71612 h 207722"/>
                <a:gd name="connsiteX15" fmla="*/ 64795 w 129042"/>
                <a:gd name="connsiteY15" fmla="*/ 70688 h 207722"/>
                <a:gd name="connsiteX16" fmla="*/ 76394 w 129042"/>
                <a:gd name="connsiteY16" fmla="*/ 68842 h 207722"/>
                <a:gd name="connsiteX17" fmla="*/ 86573 w 129042"/>
                <a:gd name="connsiteY17" fmla="*/ 69996 h 207722"/>
                <a:gd name="connsiteX18" fmla="*/ 115927 w 129042"/>
                <a:gd name="connsiteY18" fmla="*/ 26374 h 207722"/>
                <a:gd name="connsiteX19" fmla="*/ 94622 w 129042"/>
                <a:gd name="connsiteY19" fmla="*/ 66303 h 207722"/>
                <a:gd name="connsiteX20" fmla="*/ 76394 w 129042"/>
                <a:gd name="connsiteY20" fmla="*/ 63533 h 207722"/>
                <a:gd name="connsiteX21" fmla="*/ 58167 w 129042"/>
                <a:gd name="connsiteY21" fmla="*/ 70919 h 207722"/>
                <a:gd name="connsiteX22" fmla="*/ 74501 w 129042"/>
                <a:gd name="connsiteY22" fmla="*/ 76689 h 207722"/>
                <a:gd name="connsiteX23" fmla="*/ 93912 w 129042"/>
                <a:gd name="connsiteY23" fmla="*/ 73689 h 207722"/>
                <a:gd name="connsiteX24" fmla="*/ 104327 w 129042"/>
                <a:gd name="connsiteY24" fmla="*/ 99769 h 207722"/>
                <a:gd name="connsiteX25" fmla="*/ 92491 w 129042"/>
                <a:gd name="connsiteY25" fmla="*/ 139467 h 207722"/>
                <a:gd name="connsiteX26" fmla="*/ 53906 w 129042"/>
                <a:gd name="connsiteY26" fmla="*/ 160240 h 207722"/>
                <a:gd name="connsiteX27" fmla="*/ 26920 w 129042"/>
                <a:gd name="connsiteY27" fmla="*/ 130466 h 207722"/>
                <a:gd name="connsiteX28" fmla="*/ 28103 w 129042"/>
                <a:gd name="connsiteY28" fmla="*/ 120311 h 207722"/>
                <a:gd name="connsiteX29" fmla="*/ 43253 w 129042"/>
                <a:gd name="connsiteY29" fmla="*/ 61918 h 207722"/>
                <a:gd name="connsiteX30" fmla="*/ 93912 w 129042"/>
                <a:gd name="connsiteY30" fmla="*/ 5371 h 207722"/>
                <a:gd name="connsiteX31" fmla="*/ 115927 w 129042"/>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07722">
                  <a:moveTo>
                    <a:pt x="129183" y="31683"/>
                  </a:moveTo>
                  <a:cubicBezTo>
                    <a:pt x="129183" y="14373"/>
                    <a:pt x="116163" y="63"/>
                    <a:pt x="96989" y="63"/>
                  </a:cubicBezTo>
                  <a:cubicBezTo>
                    <a:pt x="83259" y="63"/>
                    <a:pt x="76631" y="3756"/>
                    <a:pt x="68346" y="9756"/>
                  </a:cubicBezTo>
                  <a:cubicBezTo>
                    <a:pt x="55326" y="18989"/>
                    <a:pt x="42307" y="41376"/>
                    <a:pt x="37809" y="58917"/>
                  </a:cubicBezTo>
                  <a:lnTo>
                    <a:pt x="170" y="205477"/>
                  </a:lnTo>
                  <a:cubicBezTo>
                    <a:pt x="-66" y="206400"/>
                    <a:pt x="1117" y="207785"/>
                    <a:pt x="3011" y="207785"/>
                  </a:cubicBezTo>
                  <a:cubicBezTo>
                    <a:pt x="4905" y="207785"/>
                    <a:pt x="5615" y="207323"/>
                    <a:pt x="5852" y="206631"/>
                  </a:cubicBezTo>
                  <a:lnTo>
                    <a:pt x="22422" y="142930"/>
                  </a:lnTo>
                  <a:cubicBezTo>
                    <a:pt x="26920" y="156778"/>
                    <a:pt x="37335" y="165317"/>
                    <a:pt x="54616" y="165317"/>
                  </a:cubicBezTo>
                  <a:cubicBezTo>
                    <a:pt x="71897" y="165317"/>
                    <a:pt x="89651" y="157239"/>
                    <a:pt x="100303" y="147084"/>
                  </a:cubicBezTo>
                  <a:cubicBezTo>
                    <a:pt x="111666" y="136467"/>
                    <a:pt x="119241" y="121696"/>
                    <a:pt x="119241" y="104616"/>
                  </a:cubicBezTo>
                  <a:cubicBezTo>
                    <a:pt x="119241" y="87999"/>
                    <a:pt x="110482" y="75997"/>
                    <a:pt x="101960" y="70227"/>
                  </a:cubicBezTo>
                  <a:cubicBezTo>
                    <a:pt x="115690" y="62610"/>
                    <a:pt x="129183" y="48300"/>
                    <a:pt x="129183" y="31683"/>
                  </a:cubicBezTo>
                  <a:close/>
                  <a:moveTo>
                    <a:pt x="86573" y="69996"/>
                  </a:moveTo>
                  <a:cubicBezTo>
                    <a:pt x="83496" y="71150"/>
                    <a:pt x="80892" y="71612"/>
                    <a:pt x="75211" y="71612"/>
                  </a:cubicBezTo>
                  <a:cubicBezTo>
                    <a:pt x="71897" y="71612"/>
                    <a:pt x="67162" y="71842"/>
                    <a:pt x="64795" y="70688"/>
                  </a:cubicBezTo>
                  <a:cubicBezTo>
                    <a:pt x="65268" y="68380"/>
                    <a:pt x="73790" y="68842"/>
                    <a:pt x="76394" y="68842"/>
                  </a:cubicBezTo>
                  <a:cubicBezTo>
                    <a:pt x="81365" y="68842"/>
                    <a:pt x="83496" y="68842"/>
                    <a:pt x="86573" y="69996"/>
                  </a:cubicBezTo>
                  <a:close/>
                  <a:moveTo>
                    <a:pt x="115927" y="26374"/>
                  </a:moveTo>
                  <a:cubicBezTo>
                    <a:pt x="115927" y="42530"/>
                    <a:pt x="106931" y="59148"/>
                    <a:pt x="94622" y="66303"/>
                  </a:cubicBezTo>
                  <a:cubicBezTo>
                    <a:pt x="88230" y="63995"/>
                    <a:pt x="83496" y="63533"/>
                    <a:pt x="76394" y="63533"/>
                  </a:cubicBezTo>
                  <a:cubicBezTo>
                    <a:pt x="71423" y="63533"/>
                    <a:pt x="58167" y="63303"/>
                    <a:pt x="58167" y="70919"/>
                  </a:cubicBezTo>
                  <a:cubicBezTo>
                    <a:pt x="57930" y="77382"/>
                    <a:pt x="70240" y="76689"/>
                    <a:pt x="74501" y="76689"/>
                  </a:cubicBezTo>
                  <a:cubicBezTo>
                    <a:pt x="83259" y="76689"/>
                    <a:pt x="86810" y="76458"/>
                    <a:pt x="93912" y="73689"/>
                  </a:cubicBezTo>
                  <a:cubicBezTo>
                    <a:pt x="102907" y="81998"/>
                    <a:pt x="104091" y="89153"/>
                    <a:pt x="104327" y="99769"/>
                  </a:cubicBezTo>
                  <a:cubicBezTo>
                    <a:pt x="104801" y="113156"/>
                    <a:pt x="99120" y="130466"/>
                    <a:pt x="92491" y="139467"/>
                  </a:cubicBezTo>
                  <a:cubicBezTo>
                    <a:pt x="83259" y="151931"/>
                    <a:pt x="67399" y="160240"/>
                    <a:pt x="53906" y="160240"/>
                  </a:cubicBezTo>
                  <a:cubicBezTo>
                    <a:pt x="35915" y="160240"/>
                    <a:pt x="26920" y="146853"/>
                    <a:pt x="26920" y="130466"/>
                  </a:cubicBezTo>
                  <a:cubicBezTo>
                    <a:pt x="26920" y="128158"/>
                    <a:pt x="26920" y="124696"/>
                    <a:pt x="28103" y="120311"/>
                  </a:cubicBezTo>
                  <a:lnTo>
                    <a:pt x="43253" y="61918"/>
                  </a:lnTo>
                  <a:cubicBezTo>
                    <a:pt x="48461" y="42069"/>
                    <a:pt x="65505" y="5371"/>
                    <a:pt x="93912" y="5371"/>
                  </a:cubicBezTo>
                  <a:cubicBezTo>
                    <a:pt x="107641" y="5371"/>
                    <a:pt x="115927" y="12526"/>
                    <a:pt x="115927"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3" name="Freeform: Shape 312">
              <a:extLst>
                <a:ext uri="{FF2B5EF4-FFF2-40B4-BE49-F238E27FC236}">
                  <a16:creationId xmlns:a16="http://schemas.microsoft.com/office/drawing/2014/main" id="{00C8FA64-D266-FCE1-59E7-B73CE04B0D06}"/>
                </a:ext>
              </a:extLst>
            </p:cNvPr>
            <p:cNvSpPr/>
            <p:nvPr>
              <p:custDataLst>
                <p:tags r:id="rId37"/>
              </p:custDataLst>
            </p:nvPr>
          </p:nvSpPr>
          <p:spPr>
            <a:xfrm>
              <a:off x="8812190" y="6155275"/>
              <a:ext cx="76886" cy="110508"/>
            </a:xfrm>
            <a:custGeom>
              <a:avLst/>
              <a:gdLst>
                <a:gd name="connsiteX0" fmla="*/ 77033 w 76886"/>
                <a:gd name="connsiteY0" fmla="*/ 55803 h 110508"/>
                <a:gd name="connsiteX1" fmla="*/ 67256 w 76886"/>
                <a:gd name="connsiteY1" fmla="*/ 13959 h 110508"/>
                <a:gd name="connsiteX2" fmla="*/ 38589 w 76886"/>
                <a:gd name="connsiteY2" fmla="*/ 64 h 110508"/>
                <a:gd name="connsiteX3" fmla="*/ 146 w 76886"/>
                <a:gd name="connsiteY3" fmla="*/ 55803 h 110508"/>
                <a:gd name="connsiteX4" fmla="*/ 38589 w 76886"/>
                <a:gd name="connsiteY4" fmla="*/ 110572 h 110508"/>
                <a:gd name="connsiteX5" fmla="*/ 77033 w 76886"/>
                <a:gd name="connsiteY5" fmla="*/ 55803 h 110508"/>
                <a:gd name="connsiteX6" fmla="*/ 38589 w 76886"/>
                <a:gd name="connsiteY6" fmla="*/ 106049 h 110508"/>
                <a:gd name="connsiteX7" fmla="*/ 17545 w 76886"/>
                <a:gd name="connsiteY7" fmla="*/ 88439 h 110508"/>
                <a:gd name="connsiteX8" fmla="*/ 15225 w 76886"/>
                <a:gd name="connsiteY8" fmla="*/ 53703 h 110508"/>
                <a:gd name="connsiteX9" fmla="*/ 17711 w 76886"/>
                <a:gd name="connsiteY9" fmla="*/ 20744 h 110508"/>
                <a:gd name="connsiteX10" fmla="*/ 38589 w 76886"/>
                <a:gd name="connsiteY10" fmla="*/ 4588 h 110508"/>
                <a:gd name="connsiteX11" fmla="*/ 59137 w 76886"/>
                <a:gd name="connsiteY11" fmla="*/ 19290 h 110508"/>
                <a:gd name="connsiteX12" fmla="*/ 61954 w 76886"/>
                <a:gd name="connsiteY12" fmla="*/ 53703 h 110508"/>
                <a:gd name="connsiteX13" fmla="*/ 59800 w 76886"/>
                <a:gd name="connsiteY13" fmla="*/ 87792 h 110508"/>
                <a:gd name="connsiteX14" fmla="*/ 38589 w 76886"/>
                <a:gd name="connsiteY14" fmla="*/ 106049 h 11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886" h="110508">
                  <a:moveTo>
                    <a:pt x="77033" y="55803"/>
                  </a:moveTo>
                  <a:cubicBezTo>
                    <a:pt x="77033" y="38031"/>
                    <a:pt x="74879" y="25268"/>
                    <a:pt x="67256" y="13959"/>
                  </a:cubicBezTo>
                  <a:cubicBezTo>
                    <a:pt x="62119" y="6527"/>
                    <a:pt x="51846" y="64"/>
                    <a:pt x="38589" y="64"/>
                  </a:cubicBezTo>
                  <a:cubicBezTo>
                    <a:pt x="146" y="64"/>
                    <a:pt x="146" y="44171"/>
                    <a:pt x="146" y="55803"/>
                  </a:cubicBezTo>
                  <a:cubicBezTo>
                    <a:pt x="146" y="67435"/>
                    <a:pt x="146" y="110572"/>
                    <a:pt x="38589" y="110572"/>
                  </a:cubicBezTo>
                  <a:cubicBezTo>
                    <a:pt x="77033" y="110572"/>
                    <a:pt x="77033" y="67436"/>
                    <a:pt x="77033" y="55803"/>
                  </a:cubicBezTo>
                  <a:close/>
                  <a:moveTo>
                    <a:pt x="38589" y="106049"/>
                  </a:moveTo>
                  <a:cubicBezTo>
                    <a:pt x="30967" y="106049"/>
                    <a:pt x="20859" y="101687"/>
                    <a:pt x="17545" y="88439"/>
                  </a:cubicBezTo>
                  <a:cubicBezTo>
                    <a:pt x="15225" y="78906"/>
                    <a:pt x="15225" y="65658"/>
                    <a:pt x="15225" y="53703"/>
                  </a:cubicBezTo>
                  <a:cubicBezTo>
                    <a:pt x="15225" y="41909"/>
                    <a:pt x="15225" y="29630"/>
                    <a:pt x="17711" y="20744"/>
                  </a:cubicBezTo>
                  <a:cubicBezTo>
                    <a:pt x="21190" y="7981"/>
                    <a:pt x="31795" y="4588"/>
                    <a:pt x="38589" y="4588"/>
                  </a:cubicBezTo>
                  <a:cubicBezTo>
                    <a:pt x="47537" y="4588"/>
                    <a:pt x="56154" y="9920"/>
                    <a:pt x="59137" y="19290"/>
                  </a:cubicBezTo>
                  <a:cubicBezTo>
                    <a:pt x="61788" y="28014"/>
                    <a:pt x="61954" y="39647"/>
                    <a:pt x="61954" y="53703"/>
                  </a:cubicBezTo>
                  <a:cubicBezTo>
                    <a:pt x="61954" y="65658"/>
                    <a:pt x="61954" y="77614"/>
                    <a:pt x="59800" y="87792"/>
                  </a:cubicBezTo>
                  <a:cubicBezTo>
                    <a:pt x="56485" y="102494"/>
                    <a:pt x="45218" y="106049"/>
                    <a:pt x="38589" y="106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4" name="Freeform: Shape 313">
              <a:extLst>
                <a:ext uri="{FF2B5EF4-FFF2-40B4-BE49-F238E27FC236}">
                  <a16:creationId xmlns:a16="http://schemas.microsoft.com/office/drawing/2014/main" id="{987F7A16-81D9-A060-2B55-FB054061A272}"/>
                </a:ext>
              </a:extLst>
            </p:cNvPr>
            <p:cNvSpPr/>
            <p:nvPr>
              <p:custDataLst>
                <p:tags r:id="rId38"/>
              </p:custDataLst>
            </p:nvPr>
          </p:nvSpPr>
          <p:spPr>
            <a:xfrm>
              <a:off x="8982021" y="6165616"/>
              <a:ext cx="144636" cy="9232"/>
            </a:xfrm>
            <a:custGeom>
              <a:avLst/>
              <a:gdLst>
                <a:gd name="connsiteX0" fmla="*/ 136504 w 144636"/>
                <a:gd name="connsiteY0" fmla="*/ 9295 h 9232"/>
                <a:gd name="connsiteX1" fmla="*/ 144789 w 144636"/>
                <a:gd name="connsiteY1" fmla="*/ 4679 h 9232"/>
                <a:gd name="connsiteX2" fmla="*/ 136504 w 144636"/>
                <a:gd name="connsiteY2" fmla="*/ 63 h 9232"/>
                <a:gd name="connsiteX3" fmla="*/ 8438 w 144636"/>
                <a:gd name="connsiteY3" fmla="*/ 63 h 9232"/>
                <a:gd name="connsiteX4" fmla="*/ 153 w 144636"/>
                <a:gd name="connsiteY4" fmla="*/ 4679 h 9232"/>
                <a:gd name="connsiteX5" fmla="*/ 8438 w 144636"/>
                <a:gd name="connsiteY5" fmla="*/ 9295 h 9232"/>
                <a:gd name="connsiteX6" fmla="*/ 136504 w 144636"/>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232">
                  <a:moveTo>
                    <a:pt x="136504" y="9295"/>
                  </a:moveTo>
                  <a:cubicBezTo>
                    <a:pt x="140528" y="9295"/>
                    <a:pt x="144789" y="9295"/>
                    <a:pt x="144789" y="4679"/>
                  </a:cubicBezTo>
                  <a:cubicBezTo>
                    <a:pt x="144789" y="63"/>
                    <a:pt x="140528" y="63"/>
                    <a:pt x="136504" y="63"/>
                  </a:cubicBezTo>
                  <a:lnTo>
                    <a:pt x="8438" y="63"/>
                  </a:lnTo>
                  <a:cubicBezTo>
                    <a:pt x="4414" y="63"/>
                    <a:pt x="153" y="63"/>
                    <a:pt x="153" y="4679"/>
                  </a:cubicBezTo>
                  <a:cubicBezTo>
                    <a:pt x="153" y="9295"/>
                    <a:pt x="4414" y="9295"/>
                    <a:pt x="8438" y="9295"/>
                  </a:cubicBezTo>
                  <a:lnTo>
                    <a:pt x="136504"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5" name="Freeform: Shape 314">
              <a:extLst>
                <a:ext uri="{FF2B5EF4-FFF2-40B4-BE49-F238E27FC236}">
                  <a16:creationId xmlns:a16="http://schemas.microsoft.com/office/drawing/2014/main" id="{F420F6FE-3B3A-3FDD-CC36-CB89444463E7}"/>
                </a:ext>
              </a:extLst>
            </p:cNvPr>
            <p:cNvSpPr/>
            <p:nvPr>
              <p:custDataLst>
                <p:tags r:id="rId39"/>
              </p:custDataLst>
            </p:nvPr>
          </p:nvSpPr>
          <p:spPr>
            <a:xfrm>
              <a:off x="9206165" y="6064986"/>
              <a:ext cx="129042" cy="207722"/>
            </a:xfrm>
            <a:custGeom>
              <a:avLst/>
              <a:gdLst>
                <a:gd name="connsiteX0" fmla="*/ 129205 w 129042"/>
                <a:gd name="connsiteY0" fmla="*/ 31683 h 207722"/>
                <a:gd name="connsiteX1" fmla="*/ 97011 w 129042"/>
                <a:gd name="connsiteY1" fmla="*/ 63 h 207722"/>
                <a:gd name="connsiteX2" fmla="*/ 68368 w 129042"/>
                <a:gd name="connsiteY2" fmla="*/ 9756 h 207722"/>
                <a:gd name="connsiteX3" fmla="*/ 37831 w 129042"/>
                <a:gd name="connsiteY3" fmla="*/ 58917 h 207722"/>
                <a:gd name="connsiteX4" fmla="*/ 193 w 129042"/>
                <a:gd name="connsiteY4" fmla="*/ 205477 h 207722"/>
                <a:gd name="connsiteX5" fmla="*/ 3033 w 129042"/>
                <a:gd name="connsiteY5" fmla="*/ 207785 h 207722"/>
                <a:gd name="connsiteX6" fmla="*/ 5874 w 129042"/>
                <a:gd name="connsiteY6" fmla="*/ 206631 h 207722"/>
                <a:gd name="connsiteX7" fmla="*/ 22444 w 129042"/>
                <a:gd name="connsiteY7" fmla="*/ 142930 h 207722"/>
                <a:gd name="connsiteX8" fmla="*/ 54638 w 129042"/>
                <a:gd name="connsiteY8" fmla="*/ 165317 h 207722"/>
                <a:gd name="connsiteX9" fmla="*/ 100325 w 129042"/>
                <a:gd name="connsiteY9" fmla="*/ 147084 h 207722"/>
                <a:gd name="connsiteX10" fmla="*/ 119263 w 129042"/>
                <a:gd name="connsiteY10" fmla="*/ 104616 h 207722"/>
                <a:gd name="connsiteX11" fmla="*/ 101982 w 129042"/>
                <a:gd name="connsiteY11" fmla="*/ 70227 h 207722"/>
                <a:gd name="connsiteX12" fmla="*/ 129205 w 129042"/>
                <a:gd name="connsiteY12" fmla="*/ 31683 h 207722"/>
                <a:gd name="connsiteX13" fmla="*/ 86596 w 129042"/>
                <a:gd name="connsiteY13" fmla="*/ 69996 h 207722"/>
                <a:gd name="connsiteX14" fmla="*/ 75233 w 129042"/>
                <a:gd name="connsiteY14" fmla="*/ 71612 h 207722"/>
                <a:gd name="connsiteX15" fmla="*/ 64817 w 129042"/>
                <a:gd name="connsiteY15" fmla="*/ 70688 h 207722"/>
                <a:gd name="connsiteX16" fmla="*/ 76417 w 129042"/>
                <a:gd name="connsiteY16" fmla="*/ 68842 h 207722"/>
                <a:gd name="connsiteX17" fmla="*/ 86596 w 129042"/>
                <a:gd name="connsiteY17" fmla="*/ 69996 h 207722"/>
                <a:gd name="connsiteX18" fmla="*/ 115949 w 129042"/>
                <a:gd name="connsiteY18" fmla="*/ 26374 h 207722"/>
                <a:gd name="connsiteX19" fmla="*/ 94644 w 129042"/>
                <a:gd name="connsiteY19" fmla="*/ 66303 h 207722"/>
                <a:gd name="connsiteX20" fmla="*/ 76417 w 129042"/>
                <a:gd name="connsiteY20" fmla="*/ 63533 h 207722"/>
                <a:gd name="connsiteX21" fmla="*/ 58189 w 129042"/>
                <a:gd name="connsiteY21" fmla="*/ 70919 h 207722"/>
                <a:gd name="connsiteX22" fmla="*/ 74523 w 129042"/>
                <a:gd name="connsiteY22" fmla="*/ 76689 h 207722"/>
                <a:gd name="connsiteX23" fmla="*/ 93934 w 129042"/>
                <a:gd name="connsiteY23" fmla="*/ 73689 h 207722"/>
                <a:gd name="connsiteX24" fmla="*/ 104350 w 129042"/>
                <a:gd name="connsiteY24" fmla="*/ 99769 h 207722"/>
                <a:gd name="connsiteX25" fmla="*/ 92514 w 129042"/>
                <a:gd name="connsiteY25" fmla="*/ 139467 h 207722"/>
                <a:gd name="connsiteX26" fmla="*/ 53928 w 129042"/>
                <a:gd name="connsiteY26" fmla="*/ 160240 h 207722"/>
                <a:gd name="connsiteX27" fmla="*/ 26942 w 129042"/>
                <a:gd name="connsiteY27" fmla="*/ 130466 h 207722"/>
                <a:gd name="connsiteX28" fmla="*/ 28126 w 129042"/>
                <a:gd name="connsiteY28" fmla="*/ 120311 h 207722"/>
                <a:gd name="connsiteX29" fmla="*/ 43276 w 129042"/>
                <a:gd name="connsiteY29" fmla="*/ 61918 h 207722"/>
                <a:gd name="connsiteX30" fmla="*/ 93934 w 129042"/>
                <a:gd name="connsiteY30" fmla="*/ 5371 h 207722"/>
                <a:gd name="connsiteX31" fmla="*/ 115949 w 129042"/>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07722">
                  <a:moveTo>
                    <a:pt x="129205" y="31683"/>
                  </a:moveTo>
                  <a:cubicBezTo>
                    <a:pt x="129205" y="14373"/>
                    <a:pt x="116186" y="63"/>
                    <a:pt x="97011" y="63"/>
                  </a:cubicBezTo>
                  <a:cubicBezTo>
                    <a:pt x="83282" y="63"/>
                    <a:pt x="76653" y="3756"/>
                    <a:pt x="68368" y="9756"/>
                  </a:cubicBezTo>
                  <a:cubicBezTo>
                    <a:pt x="55348" y="18989"/>
                    <a:pt x="42329" y="41376"/>
                    <a:pt x="37831" y="58917"/>
                  </a:cubicBezTo>
                  <a:lnTo>
                    <a:pt x="193" y="205477"/>
                  </a:lnTo>
                  <a:cubicBezTo>
                    <a:pt x="-44" y="206400"/>
                    <a:pt x="1139" y="207785"/>
                    <a:pt x="3033" y="207785"/>
                  </a:cubicBezTo>
                  <a:cubicBezTo>
                    <a:pt x="4927" y="207785"/>
                    <a:pt x="5637" y="207323"/>
                    <a:pt x="5874" y="206631"/>
                  </a:cubicBezTo>
                  <a:lnTo>
                    <a:pt x="22444" y="142930"/>
                  </a:lnTo>
                  <a:cubicBezTo>
                    <a:pt x="26942" y="156778"/>
                    <a:pt x="37358" y="165317"/>
                    <a:pt x="54638" y="165317"/>
                  </a:cubicBezTo>
                  <a:cubicBezTo>
                    <a:pt x="71919" y="165317"/>
                    <a:pt x="89673" y="157239"/>
                    <a:pt x="100325" y="147084"/>
                  </a:cubicBezTo>
                  <a:cubicBezTo>
                    <a:pt x="111688" y="136467"/>
                    <a:pt x="119263" y="121696"/>
                    <a:pt x="119263" y="104616"/>
                  </a:cubicBezTo>
                  <a:cubicBezTo>
                    <a:pt x="119263" y="87999"/>
                    <a:pt x="110504" y="75997"/>
                    <a:pt x="101982" y="70227"/>
                  </a:cubicBezTo>
                  <a:cubicBezTo>
                    <a:pt x="115712" y="62610"/>
                    <a:pt x="129205" y="48300"/>
                    <a:pt x="129205" y="31683"/>
                  </a:cubicBezTo>
                  <a:close/>
                  <a:moveTo>
                    <a:pt x="86596" y="69996"/>
                  </a:moveTo>
                  <a:cubicBezTo>
                    <a:pt x="83518" y="71150"/>
                    <a:pt x="80914" y="71612"/>
                    <a:pt x="75233" y="71612"/>
                  </a:cubicBezTo>
                  <a:cubicBezTo>
                    <a:pt x="71919" y="71612"/>
                    <a:pt x="67185" y="71842"/>
                    <a:pt x="64817" y="70688"/>
                  </a:cubicBezTo>
                  <a:cubicBezTo>
                    <a:pt x="65291" y="68380"/>
                    <a:pt x="73813" y="68842"/>
                    <a:pt x="76417" y="68842"/>
                  </a:cubicBezTo>
                  <a:cubicBezTo>
                    <a:pt x="81388" y="68842"/>
                    <a:pt x="83518" y="68842"/>
                    <a:pt x="86596" y="69996"/>
                  </a:cubicBezTo>
                  <a:close/>
                  <a:moveTo>
                    <a:pt x="115949" y="26374"/>
                  </a:moveTo>
                  <a:cubicBezTo>
                    <a:pt x="115949" y="42530"/>
                    <a:pt x="106954" y="59148"/>
                    <a:pt x="94644" y="66303"/>
                  </a:cubicBezTo>
                  <a:cubicBezTo>
                    <a:pt x="88253" y="63995"/>
                    <a:pt x="83518" y="63533"/>
                    <a:pt x="76417" y="63533"/>
                  </a:cubicBezTo>
                  <a:cubicBezTo>
                    <a:pt x="71445" y="63533"/>
                    <a:pt x="58189" y="63303"/>
                    <a:pt x="58189" y="70919"/>
                  </a:cubicBezTo>
                  <a:cubicBezTo>
                    <a:pt x="57952" y="77382"/>
                    <a:pt x="70262" y="76689"/>
                    <a:pt x="74523" y="76689"/>
                  </a:cubicBezTo>
                  <a:cubicBezTo>
                    <a:pt x="83282" y="76689"/>
                    <a:pt x="86832" y="76458"/>
                    <a:pt x="93934" y="73689"/>
                  </a:cubicBezTo>
                  <a:cubicBezTo>
                    <a:pt x="102929" y="81998"/>
                    <a:pt x="104113" y="89153"/>
                    <a:pt x="104350" y="99769"/>
                  </a:cubicBezTo>
                  <a:cubicBezTo>
                    <a:pt x="104823" y="113156"/>
                    <a:pt x="99142" y="130466"/>
                    <a:pt x="92514" y="139467"/>
                  </a:cubicBezTo>
                  <a:cubicBezTo>
                    <a:pt x="83282" y="151931"/>
                    <a:pt x="67421" y="160240"/>
                    <a:pt x="53928" y="160240"/>
                  </a:cubicBezTo>
                  <a:cubicBezTo>
                    <a:pt x="35937" y="160240"/>
                    <a:pt x="26942" y="146853"/>
                    <a:pt x="26942" y="130466"/>
                  </a:cubicBezTo>
                  <a:cubicBezTo>
                    <a:pt x="26942" y="128158"/>
                    <a:pt x="26942" y="124696"/>
                    <a:pt x="28126" y="120311"/>
                  </a:cubicBezTo>
                  <a:lnTo>
                    <a:pt x="43276" y="61918"/>
                  </a:lnTo>
                  <a:cubicBezTo>
                    <a:pt x="48484" y="42069"/>
                    <a:pt x="65527" y="5371"/>
                    <a:pt x="93934" y="5371"/>
                  </a:cubicBezTo>
                  <a:cubicBezTo>
                    <a:pt x="107664" y="5371"/>
                    <a:pt x="115949" y="12526"/>
                    <a:pt x="115949"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6" name="Freeform: Shape 315">
              <a:extLst>
                <a:ext uri="{FF2B5EF4-FFF2-40B4-BE49-F238E27FC236}">
                  <a16:creationId xmlns:a16="http://schemas.microsoft.com/office/drawing/2014/main" id="{FCB39A4D-B764-BF2A-A776-B865D3007ECE}"/>
                </a:ext>
              </a:extLst>
            </p:cNvPr>
            <p:cNvSpPr/>
            <p:nvPr>
              <p:custDataLst>
                <p:tags r:id="rId40"/>
              </p:custDataLst>
            </p:nvPr>
          </p:nvSpPr>
          <p:spPr>
            <a:xfrm>
              <a:off x="9351050" y="6155275"/>
              <a:ext cx="60316" cy="107276"/>
            </a:xfrm>
            <a:custGeom>
              <a:avLst/>
              <a:gdLst>
                <a:gd name="connsiteX0" fmla="*/ 37617 w 60316"/>
                <a:gd name="connsiteY0" fmla="*/ 4588 h 107276"/>
                <a:gd name="connsiteX1" fmla="*/ 32646 w 60316"/>
                <a:gd name="connsiteY1" fmla="*/ 64 h 107276"/>
                <a:gd name="connsiteX2" fmla="*/ 168 w 60316"/>
                <a:gd name="connsiteY2" fmla="*/ 10404 h 107276"/>
                <a:gd name="connsiteX3" fmla="*/ 168 w 60316"/>
                <a:gd name="connsiteY3" fmla="*/ 16220 h 107276"/>
                <a:gd name="connsiteX4" fmla="*/ 24195 w 60316"/>
                <a:gd name="connsiteY4" fmla="*/ 11697 h 107276"/>
                <a:gd name="connsiteX5" fmla="*/ 24195 w 60316"/>
                <a:gd name="connsiteY5" fmla="*/ 94093 h 107276"/>
                <a:gd name="connsiteX6" fmla="*/ 7625 w 60316"/>
                <a:gd name="connsiteY6" fmla="*/ 101525 h 107276"/>
                <a:gd name="connsiteX7" fmla="*/ 1328 w 60316"/>
                <a:gd name="connsiteY7" fmla="*/ 101525 h 107276"/>
                <a:gd name="connsiteX8" fmla="*/ 1328 w 60316"/>
                <a:gd name="connsiteY8" fmla="*/ 107341 h 107276"/>
                <a:gd name="connsiteX9" fmla="*/ 30824 w 60316"/>
                <a:gd name="connsiteY9" fmla="*/ 106695 h 107276"/>
                <a:gd name="connsiteX10" fmla="*/ 60485 w 60316"/>
                <a:gd name="connsiteY10" fmla="*/ 107341 h 107276"/>
                <a:gd name="connsiteX11" fmla="*/ 60485 w 60316"/>
                <a:gd name="connsiteY11" fmla="*/ 101525 h 107276"/>
                <a:gd name="connsiteX12" fmla="*/ 54188 w 60316"/>
                <a:gd name="connsiteY12" fmla="*/ 101525 h 107276"/>
                <a:gd name="connsiteX13" fmla="*/ 37617 w 60316"/>
                <a:gd name="connsiteY13" fmla="*/ 94093 h 107276"/>
                <a:gd name="connsiteX14" fmla="*/ 37617 w 60316"/>
                <a:gd name="connsiteY14" fmla="*/ 4588 h 10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07276">
                  <a:moveTo>
                    <a:pt x="37617" y="4588"/>
                  </a:moveTo>
                  <a:cubicBezTo>
                    <a:pt x="37617" y="226"/>
                    <a:pt x="37286" y="64"/>
                    <a:pt x="32646" y="64"/>
                  </a:cubicBezTo>
                  <a:cubicBezTo>
                    <a:pt x="22041" y="10243"/>
                    <a:pt x="6962" y="10404"/>
                    <a:pt x="168" y="10404"/>
                  </a:cubicBezTo>
                  <a:lnTo>
                    <a:pt x="168" y="16220"/>
                  </a:lnTo>
                  <a:cubicBezTo>
                    <a:pt x="4145" y="16220"/>
                    <a:pt x="15082" y="16220"/>
                    <a:pt x="24195" y="11697"/>
                  </a:cubicBezTo>
                  <a:lnTo>
                    <a:pt x="24195" y="94093"/>
                  </a:lnTo>
                  <a:cubicBezTo>
                    <a:pt x="24195" y="99425"/>
                    <a:pt x="24195" y="101525"/>
                    <a:pt x="7625" y="101525"/>
                  </a:cubicBezTo>
                  <a:lnTo>
                    <a:pt x="1328" y="101525"/>
                  </a:lnTo>
                  <a:lnTo>
                    <a:pt x="1328" y="107341"/>
                  </a:lnTo>
                  <a:cubicBezTo>
                    <a:pt x="4311" y="107180"/>
                    <a:pt x="24692" y="106695"/>
                    <a:pt x="30824" y="106695"/>
                  </a:cubicBezTo>
                  <a:cubicBezTo>
                    <a:pt x="35960" y="106695"/>
                    <a:pt x="56839" y="107180"/>
                    <a:pt x="60485" y="107341"/>
                  </a:cubicBezTo>
                  <a:lnTo>
                    <a:pt x="60485" y="101525"/>
                  </a:lnTo>
                  <a:lnTo>
                    <a:pt x="54188" y="101525"/>
                  </a:lnTo>
                  <a:cubicBezTo>
                    <a:pt x="37617" y="101525"/>
                    <a:pt x="37617" y="99425"/>
                    <a:pt x="37617" y="94093"/>
                  </a:cubicBezTo>
                  <a:lnTo>
                    <a:pt x="37617" y="458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7" name="Freeform: Shape 316">
              <a:extLst>
                <a:ext uri="{FF2B5EF4-FFF2-40B4-BE49-F238E27FC236}">
                  <a16:creationId xmlns:a16="http://schemas.microsoft.com/office/drawing/2014/main" id="{42FA244B-BEE5-98AE-90EE-4CC98A1951C1}"/>
                </a:ext>
              </a:extLst>
            </p:cNvPr>
            <p:cNvSpPr/>
            <p:nvPr>
              <p:custDataLst>
                <p:tags r:id="rId41"/>
              </p:custDataLst>
            </p:nvPr>
          </p:nvSpPr>
          <p:spPr>
            <a:xfrm>
              <a:off x="9446050" y="6125917"/>
              <a:ext cx="117886" cy="104553"/>
            </a:xfrm>
            <a:custGeom>
              <a:avLst/>
              <a:gdLst>
                <a:gd name="connsiteX0" fmla="*/ 72372 w 117886"/>
                <a:gd name="connsiteY0" fmla="*/ 32375 h 104553"/>
                <a:gd name="connsiteX1" fmla="*/ 95808 w 117886"/>
                <a:gd name="connsiteY1" fmla="*/ 5140 h 104553"/>
                <a:gd name="connsiteX2" fmla="*/ 107644 w 117886"/>
                <a:gd name="connsiteY2" fmla="*/ 8141 h 104553"/>
                <a:gd name="connsiteX3" fmla="*/ 96281 w 117886"/>
                <a:gd name="connsiteY3" fmla="*/ 20604 h 104553"/>
                <a:gd name="connsiteX4" fmla="*/ 105277 w 117886"/>
                <a:gd name="connsiteY4" fmla="*/ 28682 h 104553"/>
                <a:gd name="connsiteX5" fmla="*/ 118060 w 117886"/>
                <a:gd name="connsiteY5" fmla="*/ 15296 h 104553"/>
                <a:gd name="connsiteX6" fmla="*/ 96045 w 117886"/>
                <a:gd name="connsiteY6" fmla="*/ 63 h 104553"/>
                <a:gd name="connsiteX7" fmla="*/ 71189 w 117886"/>
                <a:gd name="connsiteY7" fmla="*/ 17604 h 104553"/>
                <a:gd name="connsiteX8" fmla="*/ 45623 w 117886"/>
                <a:gd name="connsiteY8" fmla="*/ 63 h 104553"/>
                <a:gd name="connsiteX9" fmla="*/ 7511 w 117886"/>
                <a:gd name="connsiteY9" fmla="*/ 35606 h 104553"/>
                <a:gd name="connsiteX10" fmla="*/ 10352 w 117886"/>
                <a:gd name="connsiteY10" fmla="*/ 37914 h 104553"/>
                <a:gd name="connsiteX11" fmla="*/ 13429 w 117886"/>
                <a:gd name="connsiteY11" fmla="*/ 35376 h 104553"/>
                <a:gd name="connsiteX12" fmla="*/ 45150 w 117886"/>
                <a:gd name="connsiteY12" fmla="*/ 5140 h 104553"/>
                <a:gd name="connsiteX13" fmla="*/ 57932 w 117886"/>
                <a:gd name="connsiteY13" fmla="*/ 20604 h 104553"/>
                <a:gd name="connsiteX14" fmla="*/ 45150 w 117886"/>
                <a:gd name="connsiteY14" fmla="*/ 75535 h 104553"/>
                <a:gd name="connsiteX15" fmla="*/ 22661 w 117886"/>
                <a:gd name="connsiteY15" fmla="*/ 99539 h 104553"/>
                <a:gd name="connsiteX16" fmla="*/ 10825 w 117886"/>
                <a:gd name="connsiteY16" fmla="*/ 96538 h 104553"/>
                <a:gd name="connsiteX17" fmla="*/ 21951 w 117886"/>
                <a:gd name="connsiteY17" fmla="*/ 84075 h 104553"/>
                <a:gd name="connsiteX18" fmla="*/ 13192 w 117886"/>
                <a:gd name="connsiteY18" fmla="*/ 75997 h 104553"/>
                <a:gd name="connsiteX19" fmla="*/ 173 w 117886"/>
                <a:gd name="connsiteY19" fmla="*/ 89383 h 104553"/>
                <a:gd name="connsiteX20" fmla="*/ 22424 w 117886"/>
                <a:gd name="connsiteY20" fmla="*/ 104616 h 104553"/>
                <a:gd name="connsiteX21" fmla="*/ 47280 w 117886"/>
                <a:gd name="connsiteY21" fmla="*/ 87075 h 104553"/>
                <a:gd name="connsiteX22" fmla="*/ 72846 w 117886"/>
                <a:gd name="connsiteY22" fmla="*/ 104616 h 104553"/>
                <a:gd name="connsiteX23" fmla="*/ 110721 w 117886"/>
                <a:gd name="connsiteY23" fmla="*/ 69073 h 104553"/>
                <a:gd name="connsiteX24" fmla="*/ 107881 w 117886"/>
                <a:gd name="connsiteY24" fmla="*/ 66765 h 104553"/>
                <a:gd name="connsiteX25" fmla="*/ 104803 w 117886"/>
                <a:gd name="connsiteY25" fmla="*/ 69304 h 104553"/>
                <a:gd name="connsiteX26" fmla="*/ 73319 w 117886"/>
                <a:gd name="connsiteY26" fmla="*/ 99539 h 104553"/>
                <a:gd name="connsiteX27" fmla="*/ 60300 w 117886"/>
                <a:gd name="connsiteY27" fmla="*/ 84306 h 104553"/>
                <a:gd name="connsiteX28" fmla="*/ 64324 w 117886"/>
                <a:gd name="connsiteY28" fmla="*/ 63995 h 104553"/>
                <a:gd name="connsiteX29" fmla="*/ 72372 w 117886"/>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4553">
                  <a:moveTo>
                    <a:pt x="72372" y="32375"/>
                  </a:moveTo>
                  <a:cubicBezTo>
                    <a:pt x="73793" y="26374"/>
                    <a:pt x="79237" y="5140"/>
                    <a:pt x="95808" y="5140"/>
                  </a:cubicBezTo>
                  <a:cubicBezTo>
                    <a:pt x="96991" y="5140"/>
                    <a:pt x="102673" y="5140"/>
                    <a:pt x="107644" y="8141"/>
                  </a:cubicBezTo>
                  <a:cubicBezTo>
                    <a:pt x="101016" y="9295"/>
                    <a:pt x="96281" y="15065"/>
                    <a:pt x="96281" y="20604"/>
                  </a:cubicBezTo>
                  <a:cubicBezTo>
                    <a:pt x="96281" y="24297"/>
                    <a:pt x="98885" y="28682"/>
                    <a:pt x="105277" y="28682"/>
                  </a:cubicBezTo>
                  <a:cubicBezTo>
                    <a:pt x="110485" y="28682"/>
                    <a:pt x="118060" y="24528"/>
                    <a:pt x="118060" y="15296"/>
                  </a:cubicBezTo>
                  <a:cubicBezTo>
                    <a:pt x="118060" y="3294"/>
                    <a:pt x="104093" y="63"/>
                    <a:pt x="96045" y="63"/>
                  </a:cubicBezTo>
                  <a:cubicBezTo>
                    <a:pt x="82315" y="63"/>
                    <a:pt x="74029" y="12295"/>
                    <a:pt x="71189" y="17604"/>
                  </a:cubicBezTo>
                  <a:cubicBezTo>
                    <a:pt x="65271" y="2371"/>
                    <a:pt x="52488" y="63"/>
                    <a:pt x="45623" y="63"/>
                  </a:cubicBezTo>
                  <a:cubicBezTo>
                    <a:pt x="21004" y="63"/>
                    <a:pt x="7511" y="29836"/>
                    <a:pt x="7511" y="35606"/>
                  </a:cubicBezTo>
                  <a:cubicBezTo>
                    <a:pt x="7511" y="37914"/>
                    <a:pt x="9878" y="37914"/>
                    <a:pt x="10352" y="37914"/>
                  </a:cubicBezTo>
                  <a:cubicBezTo>
                    <a:pt x="12245" y="37914"/>
                    <a:pt x="12956" y="37453"/>
                    <a:pt x="13429" y="35376"/>
                  </a:cubicBezTo>
                  <a:cubicBezTo>
                    <a:pt x="21477" y="10910"/>
                    <a:pt x="37101" y="5140"/>
                    <a:pt x="45150" y="5140"/>
                  </a:cubicBezTo>
                  <a:cubicBezTo>
                    <a:pt x="49647" y="5140"/>
                    <a:pt x="57932" y="7218"/>
                    <a:pt x="57932" y="20604"/>
                  </a:cubicBezTo>
                  <a:cubicBezTo>
                    <a:pt x="57932" y="27759"/>
                    <a:pt x="53908" y="43223"/>
                    <a:pt x="45150" y="75535"/>
                  </a:cubicBezTo>
                  <a:cubicBezTo>
                    <a:pt x="41362" y="89845"/>
                    <a:pt x="33077" y="99539"/>
                    <a:pt x="22661" y="99539"/>
                  </a:cubicBezTo>
                  <a:cubicBezTo>
                    <a:pt x="21241" y="99539"/>
                    <a:pt x="15796" y="99539"/>
                    <a:pt x="10825" y="96538"/>
                  </a:cubicBezTo>
                  <a:cubicBezTo>
                    <a:pt x="16743" y="95384"/>
                    <a:pt x="21951" y="90537"/>
                    <a:pt x="21951" y="84075"/>
                  </a:cubicBezTo>
                  <a:cubicBezTo>
                    <a:pt x="21951" y="77843"/>
                    <a:pt x="16743" y="75997"/>
                    <a:pt x="13192" y="75997"/>
                  </a:cubicBezTo>
                  <a:cubicBezTo>
                    <a:pt x="6091" y="75997"/>
                    <a:pt x="173" y="81998"/>
                    <a:pt x="173" y="89383"/>
                  </a:cubicBezTo>
                  <a:cubicBezTo>
                    <a:pt x="173" y="100000"/>
                    <a:pt x="12009" y="104616"/>
                    <a:pt x="22424" y="104616"/>
                  </a:cubicBezTo>
                  <a:cubicBezTo>
                    <a:pt x="38048" y="104616"/>
                    <a:pt x="46570" y="88460"/>
                    <a:pt x="47280" y="87075"/>
                  </a:cubicBezTo>
                  <a:cubicBezTo>
                    <a:pt x="50121" y="95615"/>
                    <a:pt x="58643" y="104616"/>
                    <a:pt x="72846" y="104616"/>
                  </a:cubicBezTo>
                  <a:cubicBezTo>
                    <a:pt x="97228" y="104616"/>
                    <a:pt x="110721" y="74843"/>
                    <a:pt x="110721" y="69073"/>
                  </a:cubicBezTo>
                  <a:cubicBezTo>
                    <a:pt x="110721" y="66765"/>
                    <a:pt x="108591" y="66765"/>
                    <a:pt x="107881" y="66765"/>
                  </a:cubicBezTo>
                  <a:cubicBezTo>
                    <a:pt x="105750" y="66765"/>
                    <a:pt x="105277" y="67688"/>
                    <a:pt x="104803" y="69304"/>
                  </a:cubicBezTo>
                  <a:cubicBezTo>
                    <a:pt x="96991" y="93999"/>
                    <a:pt x="80894" y="99539"/>
                    <a:pt x="73319" y="99539"/>
                  </a:cubicBezTo>
                  <a:cubicBezTo>
                    <a:pt x="64087" y="99539"/>
                    <a:pt x="60300" y="92153"/>
                    <a:pt x="60300" y="84306"/>
                  </a:cubicBezTo>
                  <a:cubicBezTo>
                    <a:pt x="60300" y="79228"/>
                    <a:pt x="61720" y="74150"/>
                    <a:pt x="64324" y="63995"/>
                  </a:cubicBezTo>
                  <a:lnTo>
                    <a:pt x="72372"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8" name="Freeform: Shape 317">
              <a:extLst>
                <a:ext uri="{FF2B5EF4-FFF2-40B4-BE49-F238E27FC236}">
                  <a16:creationId xmlns:a16="http://schemas.microsoft.com/office/drawing/2014/main" id="{0893CBB4-C812-F69F-A517-33E2BB31CD88}"/>
                </a:ext>
              </a:extLst>
            </p:cNvPr>
            <p:cNvSpPr/>
            <p:nvPr>
              <p:custDataLst>
                <p:tags r:id="rId42"/>
              </p:custDataLst>
            </p:nvPr>
          </p:nvSpPr>
          <p:spPr>
            <a:xfrm>
              <a:off x="9582265" y="6155437"/>
              <a:ext cx="50208" cy="108731"/>
            </a:xfrm>
            <a:custGeom>
              <a:avLst/>
              <a:gdLst>
                <a:gd name="connsiteX0" fmla="*/ 46078 w 50208"/>
                <a:gd name="connsiteY0" fmla="*/ 6204 h 108731"/>
                <a:gd name="connsiteX1" fmla="*/ 39450 w 50208"/>
                <a:gd name="connsiteY1" fmla="*/ 64 h 108731"/>
                <a:gd name="connsiteX2" fmla="*/ 30171 w 50208"/>
                <a:gd name="connsiteY2" fmla="*/ 8950 h 108731"/>
                <a:gd name="connsiteX3" fmla="*/ 36799 w 50208"/>
                <a:gd name="connsiteY3" fmla="*/ 15090 h 108731"/>
                <a:gd name="connsiteX4" fmla="*/ 46078 w 50208"/>
                <a:gd name="connsiteY4" fmla="*/ 6204 h 108731"/>
                <a:gd name="connsiteX5" fmla="*/ 12275 w 50208"/>
                <a:gd name="connsiteY5" fmla="*/ 88277 h 108731"/>
                <a:gd name="connsiteX6" fmla="*/ 10783 w 50208"/>
                <a:gd name="connsiteY6" fmla="*/ 95063 h 108731"/>
                <a:gd name="connsiteX7" fmla="*/ 26525 w 50208"/>
                <a:gd name="connsiteY7" fmla="*/ 108795 h 108731"/>
                <a:gd name="connsiteX8" fmla="*/ 50387 w 50208"/>
                <a:gd name="connsiteY8" fmla="*/ 84076 h 108731"/>
                <a:gd name="connsiteX9" fmla="*/ 47736 w 50208"/>
                <a:gd name="connsiteY9" fmla="*/ 81976 h 108731"/>
                <a:gd name="connsiteX10" fmla="*/ 44587 w 50208"/>
                <a:gd name="connsiteY10" fmla="*/ 84723 h 108731"/>
                <a:gd name="connsiteX11" fmla="*/ 27022 w 50208"/>
                <a:gd name="connsiteY11" fmla="*/ 104272 h 108731"/>
                <a:gd name="connsiteX12" fmla="*/ 22880 w 50208"/>
                <a:gd name="connsiteY12" fmla="*/ 98617 h 108731"/>
                <a:gd name="connsiteX13" fmla="*/ 25531 w 50208"/>
                <a:gd name="connsiteY13" fmla="*/ 88277 h 108731"/>
                <a:gd name="connsiteX14" fmla="*/ 30834 w 50208"/>
                <a:gd name="connsiteY14" fmla="*/ 75352 h 108731"/>
                <a:gd name="connsiteX15" fmla="*/ 38953 w 50208"/>
                <a:gd name="connsiteY15" fmla="*/ 54834 h 108731"/>
                <a:gd name="connsiteX16" fmla="*/ 39947 w 50208"/>
                <a:gd name="connsiteY16" fmla="*/ 49664 h 108731"/>
                <a:gd name="connsiteX17" fmla="*/ 24205 w 50208"/>
                <a:gd name="connsiteY17" fmla="*/ 35931 h 108731"/>
                <a:gd name="connsiteX18" fmla="*/ 178 w 50208"/>
                <a:gd name="connsiteY18" fmla="*/ 60650 h 108731"/>
                <a:gd name="connsiteX19" fmla="*/ 2995 w 50208"/>
                <a:gd name="connsiteY19" fmla="*/ 62750 h 108731"/>
                <a:gd name="connsiteX20" fmla="*/ 5978 w 50208"/>
                <a:gd name="connsiteY20" fmla="*/ 60165 h 108731"/>
                <a:gd name="connsiteX21" fmla="*/ 23708 w 50208"/>
                <a:gd name="connsiteY21" fmla="*/ 40455 h 108731"/>
                <a:gd name="connsiteX22" fmla="*/ 27851 w 50208"/>
                <a:gd name="connsiteY22" fmla="*/ 46109 h 108731"/>
                <a:gd name="connsiteX23" fmla="*/ 22714 w 50208"/>
                <a:gd name="connsiteY23" fmla="*/ 62266 h 108731"/>
                <a:gd name="connsiteX24" fmla="*/ 12275 w 5020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08731">
                  <a:moveTo>
                    <a:pt x="46078" y="6204"/>
                  </a:moveTo>
                  <a:cubicBezTo>
                    <a:pt x="46078" y="3619"/>
                    <a:pt x="44090" y="64"/>
                    <a:pt x="39450" y="64"/>
                  </a:cubicBezTo>
                  <a:cubicBezTo>
                    <a:pt x="34976" y="64"/>
                    <a:pt x="30171" y="4265"/>
                    <a:pt x="30171" y="8950"/>
                  </a:cubicBezTo>
                  <a:cubicBezTo>
                    <a:pt x="30171" y="11697"/>
                    <a:pt x="32325" y="15090"/>
                    <a:pt x="36799" y="15090"/>
                  </a:cubicBezTo>
                  <a:cubicBezTo>
                    <a:pt x="41604" y="15090"/>
                    <a:pt x="46078" y="10566"/>
                    <a:pt x="46078" y="6204"/>
                  </a:cubicBezTo>
                  <a:close/>
                  <a:moveTo>
                    <a:pt x="12275" y="88277"/>
                  </a:moveTo>
                  <a:cubicBezTo>
                    <a:pt x="11612" y="90377"/>
                    <a:pt x="10783" y="92316"/>
                    <a:pt x="10783" y="95063"/>
                  </a:cubicBezTo>
                  <a:cubicBezTo>
                    <a:pt x="10783" y="102656"/>
                    <a:pt x="17412" y="108795"/>
                    <a:pt x="26525" y="108795"/>
                  </a:cubicBezTo>
                  <a:cubicBezTo>
                    <a:pt x="43096" y="108795"/>
                    <a:pt x="50387" y="86500"/>
                    <a:pt x="50387" y="84076"/>
                  </a:cubicBezTo>
                  <a:cubicBezTo>
                    <a:pt x="50387" y="81976"/>
                    <a:pt x="48233" y="81976"/>
                    <a:pt x="47736" y="81976"/>
                  </a:cubicBezTo>
                  <a:cubicBezTo>
                    <a:pt x="45416" y="81976"/>
                    <a:pt x="45250" y="82945"/>
                    <a:pt x="44587" y="84723"/>
                  </a:cubicBezTo>
                  <a:cubicBezTo>
                    <a:pt x="40776" y="97648"/>
                    <a:pt x="33485" y="104272"/>
                    <a:pt x="27022" y="104272"/>
                  </a:cubicBezTo>
                  <a:cubicBezTo>
                    <a:pt x="23708" y="104272"/>
                    <a:pt x="22880" y="102171"/>
                    <a:pt x="22880" y="98617"/>
                  </a:cubicBezTo>
                  <a:cubicBezTo>
                    <a:pt x="22880" y="94901"/>
                    <a:pt x="24040" y="91831"/>
                    <a:pt x="25531" y="88277"/>
                  </a:cubicBezTo>
                  <a:cubicBezTo>
                    <a:pt x="27188" y="83915"/>
                    <a:pt x="29011" y="79553"/>
                    <a:pt x="30834" y="75352"/>
                  </a:cubicBezTo>
                  <a:cubicBezTo>
                    <a:pt x="32325" y="71475"/>
                    <a:pt x="38290" y="56772"/>
                    <a:pt x="38953" y="54834"/>
                  </a:cubicBezTo>
                  <a:cubicBezTo>
                    <a:pt x="39450" y="53218"/>
                    <a:pt x="39947" y="51279"/>
                    <a:pt x="39947" y="49664"/>
                  </a:cubicBezTo>
                  <a:cubicBezTo>
                    <a:pt x="39947" y="42070"/>
                    <a:pt x="33319" y="35931"/>
                    <a:pt x="24205" y="35931"/>
                  </a:cubicBezTo>
                  <a:cubicBezTo>
                    <a:pt x="7801" y="35931"/>
                    <a:pt x="178" y="57903"/>
                    <a:pt x="178" y="60650"/>
                  </a:cubicBezTo>
                  <a:cubicBezTo>
                    <a:pt x="178" y="62750"/>
                    <a:pt x="2498" y="62750"/>
                    <a:pt x="2995" y="62750"/>
                  </a:cubicBezTo>
                  <a:cubicBezTo>
                    <a:pt x="5315" y="62750"/>
                    <a:pt x="5481" y="61942"/>
                    <a:pt x="5978" y="60165"/>
                  </a:cubicBezTo>
                  <a:cubicBezTo>
                    <a:pt x="10286" y="46271"/>
                    <a:pt x="17577" y="40455"/>
                    <a:pt x="23708" y="40455"/>
                  </a:cubicBezTo>
                  <a:cubicBezTo>
                    <a:pt x="26360" y="40455"/>
                    <a:pt x="27851" y="41747"/>
                    <a:pt x="27851" y="46109"/>
                  </a:cubicBezTo>
                  <a:cubicBezTo>
                    <a:pt x="27851" y="49825"/>
                    <a:pt x="26857" y="52249"/>
                    <a:pt x="22714" y="62266"/>
                  </a:cubicBezTo>
                  <a:lnTo>
                    <a:pt x="12275"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9" name="Freeform: Shape 318">
              <a:extLst>
                <a:ext uri="{FF2B5EF4-FFF2-40B4-BE49-F238E27FC236}">
                  <a16:creationId xmlns:a16="http://schemas.microsoft.com/office/drawing/2014/main" id="{A1AF41C9-5C50-132A-EC61-A18B1D04C83A}"/>
                </a:ext>
              </a:extLst>
            </p:cNvPr>
            <p:cNvSpPr/>
            <p:nvPr>
              <p:custDataLst>
                <p:tags r:id="rId43"/>
              </p:custDataLst>
            </p:nvPr>
          </p:nvSpPr>
          <p:spPr>
            <a:xfrm>
              <a:off x="9658496" y="6054830"/>
              <a:ext cx="32430" cy="230802"/>
            </a:xfrm>
            <a:custGeom>
              <a:avLst/>
              <a:gdLst>
                <a:gd name="connsiteX0" fmla="*/ 32612 w 32430"/>
                <a:gd name="connsiteY0" fmla="*/ 63 h 230802"/>
                <a:gd name="connsiteX1" fmla="*/ 182 w 32430"/>
                <a:gd name="connsiteY1" fmla="*/ 63 h 230802"/>
                <a:gd name="connsiteX2" fmla="*/ 182 w 32430"/>
                <a:gd name="connsiteY2" fmla="*/ 9295 h 230802"/>
                <a:gd name="connsiteX3" fmla="*/ 23144 w 32430"/>
                <a:gd name="connsiteY3" fmla="*/ 9295 h 230802"/>
                <a:gd name="connsiteX4" fmla="*/ 23144 w 32430"/>
                <a:gd name="connsiteY4" fmla="*/ 221633 h 230802"/>
                <a:gd name="connsiteX5" fmla="*/ 182 w 32430"/>
                <a:gd name="connsiteY5" fmla="*/ 221633 h 230802"/>
                <a:gd name="connsiteX6" fmla="*/ 182 w 32430"/>
                <a:gd name="connsiteY6" fmla="*/ 230865 h 230802"/>
                <a:gd name="connsiteX7" fmla="*/ 32612 w 32430"/>
                <a:gd name="connsiteY7" fmla="*/ 230865 h 230802"/>
                <a:gd name="connsiteX8" fmla="*/ 32612 w 32430"/>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612" y="63"/>
                  </a:moveTo>
                  <a:lnTo>
                    <a:pt x="182" y="63"/>
                  </a:lnTo>
                  <a:lnTo>
                    <a:pt x="182" y="9295"/>
                  </a:lnTo>
                  <a:lnTo>
                    <a:pt x="23144" y="9295"/>
                  </a:lnTo>
                  <a:lnTo>
                    <a:pt x="23144" y="221633"/>
                  </a:lnTo>
                  <a:lnTo>
                    <a:pt x="182" y="221633"/>
                  </a:lnTo>
                  <a:lnTo>
                    <a:pt x="182" y="230865"/>
                  </a:lnTo>
                  <a:lnTo>
                    <a:pt x="32612" y="230865"/>
                  </a:lnTo>
                  <a:lnTo>
                    <a:pt x="32612"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0" name="Freeform: Shape 319">
              <a:extLst>
                <a:ext uri="{FF2B5EF4-FFF2-40B4-BE49-F238E27FC236}">
                  <a16:creationId xmlns:a16="http://schemas.microsoft.com/office/drawing/2014/main" id="{B2B6264B-E1BB-7D31-80F6-75C1286179EA}"/>
                </a:ext>
              </a:extLst>
            </p:cNvPr>
            <p:cNvSpPr/>
            <p:nvPr>
              <p:custDataLst>
                <p:tags r:id="rId44"/>
              </p:custDataLst>
            </p:nvPr>
          </p:nvSpPr>
          <p:spPr>
            <a:xfrm>
              <a:off x="9798055" y="6143228"/>
              <a:ext cx="157419" cy="54007"/>
            </a:xfrm>
            <a:custGeom>
              <a:avLst/>
              <a:gdLst>
                <a:gd name="connsiteX0" fmla="*/ 149558 w 157419"/>
                <a:gd name="connsiteY0" fmla="*/ 9295 h 54007"/>
                <a:gd name="connsiteX1" fmla="*/ 157607 w 157419"/>
                <a:gd name="connsiteY1" fmla="*/ 4679 h 54007"/>
                <a:gd name="connsiteX2" fmla="*/ 149795 w 157419"/>
                <a:gd name="connsiteY2" fmla="*/ 63 h 54007"/>
                <a:gd name="connsiteX3" fmla="*/ 7999 w 157419"/>
                <a:gd name="connsiteY3" fmla="*/ 63 h 54007"/>
                <a:gd name="connsiteX4" fmla="*/ 187 w 157419"/>
                <a:gd name="connsiteY4" fmla="*/ 4679 h 54007"/>
                <a:gd name="connsiteX5" fmla="*/ 8236 w 157419"/>
                <a:gd name="connsiteY5" fmla="*/ 9295 h 54007"/>
                <a:gd name="connsiteX6" fmla="*/ 149558 w 157419"/>
                <a:gd name="connsiteY6" fmla="*/ 9295 h 54007"/>
                <a:gd name="connsiteX7" fmla="*/ 149795 w 157419"/>
                <a:gd name="connsiteY7" fmla="*/ 54071 h 54007"/>
                <a:gd name="connsiteX8" fmla="*/ 157607 w 157419"/>
                <a:gd name="connsiteY8" fmla="*/ 49455 h 54007"/>
                <a:gd name="connsiteX9" fmla="*/ 149558 w 157419"/>
                <a:gd name="connsiteY9" fmla="*/ 44838 h 54007"/>
                <a:gd name="connsiteX10" fmla="*/ 8236 w 157419"/>
                <a:gd name="connsiteY10" fmla="*/ 44838 h 54007"/>
                <a:gd name="connsiteX11" fmla="*/ 187 w 157419"/>
                <a:gd name="connsiteY11" fmla="*/ 49455 h 54007"/>
                <a:gd name="connsiteX12" fmla="*/ 7999 w 157419"/>
                <a:gd name="connsiteY12" fmla="*/ 54071 h 54007"/>
                <a:gd name="connsiteX13" fmla="*/ 149795 w 157419"/>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4007">
                  <a:moveTo>
                    <a:pt x="149558" y="9295"/>
                  </a:moveTo>
                  <a:cubicBezTo>
                    <a:pt x="153109" y="9295"/>
                    <a:pt x="157607" y="9295"/>
                    <a:pt x="157607" y="4679"/>
                  </a:cubicBezTo>
                  <a:cubicBezTo>
                    <a:pt x="157607" y="63"/>
                    <a:pt x="153109" y="63"/>
                    <a:pt x="149795" y="63"/>
                  </a:cubicBezTo>
                  <a:lnTo>
                    <a:pt x="7999" y="63"/>
                  </a:lnTo>
                  <a:cubicBezTo>
                    <a:pt x="4685" y="63"/>
                    <a:pt x="187" y="63"/>
                    <a:pt x="187" y="4679"/>
                  </a:cubicBezTo>
                  <a:cubicBezTo>
                    <a:pt x="187" y="9295"/>
                    <a:pt x="4685" y="9295"/>
                    <a:pt x="8236" y="9295"/>
                  </a:cubicBezTo>
                  <a:lnTo>
                    <a:pt x="149558" y="9295"/>
                  </a:lnTo>
                  <a:close/>
                  <a:moveTo>
                    <a:pt x="149795" y="54071"/>
                  </a:moveTo>
                  <a:cubicBezTo>
                    <a:pt x="153109" y="54071"/>
                    <a:pt x="157607" y="54071"/>
                    <a:pt x="157607" y="49455"/>
                  </a:cubicBezTo>
                  <a:cubicBezTo>
                    <a:pt x="157607" y="44838"/>
                    <a:pt x="153109" y="44838"/>
                    <a:pt x="149558" y="44838"/>
                  </a:cubicBezTo>
                  <a:lnTo>
                    <a:pt x="8236" y="44838"/>
                  </a:lnTo>
                  <a:cubicBezTo>
                    <a:pt x="4685" y="44838"/>
                    <a:pt x="187" y="44838"/>
                    <a:pt x="187" y="49455"/>
                  </a:cubicBezTo>
                  <a:cubicBezTo>
                    <a:pt x="187" y="54071"/>
                    <a:pt x="4685" y="54071"/>
                    <a:pt x="7999" y="54071"/>
                  </a:cubicBezTo>
                  <a:lnTo>
                    <a:pt x="149795"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1" name="Freeform: Shape 320">
              <a:extLst>
                <a:ext uri="{FF2B5EF4-FFF2-40B4-BE49-F238E27FC236}">
                  <a16:creationId xmlns:a16="http://schemas.microsoft.com/office/drawing/2014/main" id="{A2127854-A277-E28C-EBCF-F2B6D7E1E379}"/>
                </a:ext>
              </a:extLst>
            </p:cNvPr>
            <p:cNvSpPr/>
            <p:nvPr>
              <p:custDataLst>
                <p:tags r:id="rId45"/>
              </p:custDataLst>
            </p:nvPr>
          </p:nvSpPr>
          <p:spPr>
            <a:xfrm>
              <a:off x="10043902" y="6074218"/>
              <a:ext cx="99659" cy="158792"/>
            </a:xfrm>
            <a:custGeom>
              <a:avLst/>
              <a:gdLst>
                <a:gd name="connsiteX0" fmla="*/ 99857 w 99659"/>
                <a:gd name="connsiteY0" fmla="*/ 79920 h 158792"/>
                <a:gd name="connsiteX1" fmla="*/ 90388 w 99659"/>
                <a:gd name="connsiteY1" fmla="*/ 25913 h 158792"/>
                <a:gd name="connsiteX2" fmla="*/ 50146 w 99659"/>
                <a:gd name="connsiteY2" fmla="*/ 63 h 158792"/>
                <a:gd name="connsiteX3" fmla="*/ 8956 w 99659"/>
                <a:gd name="connsiteY3" fmla="*/ 27528 h 158792"/>
                <a:gd name="connsiteX4" fmla="*/ 198 w 99659"/>
                <a:gd name="connsiteY4" fmla="*/ 79920 h 158792"/>
                <a:gd name="connsiteX5" fmla="*/ 10850 w 99659"/>
                <a:gd name="connsiteY5" fmla="*/ 135544 h 158792"/>
                <a:gd name="connsiteX6" fmla="*/ 49909 w 99659"/>
                <a:gd name="connsiteY6" fmla="*/ 158855 h 158792"/>
                <a:gd name="connsiteX7" fmla="*/ 91098 w 99659"/>
                <a:gd name="connsiteY7" fmla="*/ 132082 h 158792"/>
                <a:gd name="connsiteX8" fmla="*/ 99857 w 99659"/>
                <a:gd name="connsiteY8" fmla="*/ 79920 h 158792"/>
                <a:gd name="connsiteX9" fmla="*/ 49909 w 99659"/>
                <a:gd name="connsiteY9" fmla="*/ 153777 h 158792"/>
                <a:gd name="connsiteX10" fmla="*/ 22449 w 99659"/>
                <a:gd name="connsiteY10" fmla="*/ 125850 h 158792"/>
                <a:gd name="connsiteX11" fmla="*/ 19846 w 99659"/>
                <a:gd name="connsiteY11" fmla="*/ 77151 h 158792"/>
                <a:gd name="connsiteX12" fmla="*/ 21739 w 99659"/>
                <a:gd name="connsiteY12" fmla="*/ 34683 h 158792"/>
                <a:gd name="connsiteX13" fmla="*/ 49909 w 99659"/>
                <a:gd name="connsiteY13" fmla="*/ 5140 h 158792"/>
                <a:gd name="connsiteX14" fmla="*/ 77842 w 99659"/>
                <a:gd name="connsiteY14" fmla="*/ 32144 h 158792"/>
                <a:gd name="connsiteX15" fmla="*/ 80209 w 99659"/>
                <a:gd name="connsiteY15" fmla="*/ 77151 h 158792"/>
                <a:gd name="connsiteX16" fmla="*/ 77605 w 99659"/>
                <a:gd name="connsiteY16" fmla="*/ 124927 h 158792"/>
                <a:gd name="connsiteX17" fmla="*/ 49909 w 99659"/>
                <a:gd name="connsiteY17" fmla="*/ 153777 h 15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59" h="158792">
                  <a:moveTo>
                    <a:pt x="99857" y="79920"/>
                  </a:moveTo>
                  <a:cubicBezTo>
                    <a:pt x="99857" y="61456"/>
                    <a:pt x="98674" y="42992"/>
                    <a:pt x="90388" y="25913"/>
                  </a:cubicBezTo>
                  <a:cubicBezTo>
                    <a:pt x="79499" y="3756"/>
                    <a:pt x="60088" y="63"/>
                    <a:pt x="50146" y="63"/>
                  </a:cubicBezTo>
                  <a:cubicBezTo>
                    <a:pt x="35943" y="63"/>
                    <a:pt x="18662" y="6064"/>
                    <a:pt x="8956" y="27528"/>
                  </a:cubicBezTo>
                  <a:cubicBezTo>
                    <a:pt x="1381" y="43454"/>
                    <a:pt x="198" y="61456"/>
                    <a:pt x="198" y="79920"/>
                  </a:cubicBezTo>
                  <a:cubicBezTo>
                    <a:pt x="198" y="97231"/>
                    <a:pt x="1145" y="118003"/>
                    <a:pt x="10850" y="135544"/>
                  </a:cubicBezTo>
                  <a:cubicBezTo>
                    <a:pt x="21029" y="154239"/>
                    <a:pt x="38310" y="158855"/>
                    <a:pt x="49909" y="158855"/>
                  </a:cubicBezTo>
                  <a:cubicBezTo>
                    <a:pt x="62692" y="158855"/>
                    <a:pt x="80683" y="154008"/>
                    <a:pt x="91098" y="132082"/>
                  </a:cubicBezTo>
                  <a:cubicBezTo>
                    <a:pt x="98674" y="116156"/>
                    <a:pt x="99857" y="98154"/>
                    <a:pt x="99857" y="79920"/>
                  </a:cubicBezTo>
                  <a:close/>
                  <a:moveTo>
                    <a:pt x="49909" y="153777"/>
                  </a:moveTo>
                  <a:cubicBezTo>
                    <a:pt x="40677" y="153777"/>
                    <a:pt x="26710" y="148007"/>
                    <a:pt x="22449" y="125850"/>
                  </a:cubicBezTo>
                  <a:cubicBezTo>
                    <a:pt x="19846" y="112002"/>
                    <a:pt x="19846" y="90768"/>
                    <a:pt x="19846" y="77151"/>
                  </a:cubicBezTo>
                  <a:cubicBezTo>
                    <a:pt x="19846" y="62379"/>
                    <a:pt x="19846" y="47146"/>
                    <a:pt x="21739" y="34683"/>
                  </a:cubicBezTo>
                  <a:cubicBezTo>
                    <a:pt x="26237" y="7218"/>
                    <a:pt x="43991" y="5140"/>
                    <a:pt x="49909" y="5140"/>
                  </a:cubicBezTo>
                  <a:cubicBezTo>
                    <a:pt x="57721" y="5140"/>
                    <a:pt x="73344" y="9295"/>
                    <a:pt x="77842" y="32144"/>
                  </a:cubicBezTo>
                  <a:cubicBezTo>
                    <a:pt x="80209" y="45069"/>
                    <a:pt x="80209" y="62610"/>
                    <a:pt x="80209" y="77151"/>
                  </a:cubicBezTo>
                  <a:cubicBezTo>
                    <a:pt x="80209" y="94461"/>
                    <a:pt x="80209" y="110156"/>
                    <a:pt x="77605" y="124927"/>
                  </a:cubicBezTo>
                  <a:cubicBezTo>
                    <a:pt x="74055" y="146853"/>
                    <a:pt x="60561" y="153777"/>
                    <a:pt x="49909" y="15377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427" name="TextBox 426">
            <a:extLst>
              <a:ext uri="{FF2B5EF4-FFF2-40B4-BE49-F238E27FC236}">
                <a16:creationId xmlns:a16="http://schemas.microsoft.com/office/drawing/2014/main" id="{555414AB-6300-8917-4A70-46909CE41E78}"/>
              </a:ext>
            </a:extLst>
          </p:cNvPr>
          <p:cNvSpPr txBox="1"/>
          <p:nvPr/>
        </p:nvSpPr>
        <p:spPr>
          <a:xfrm>
            <a:off x="891590" y="2605527"/>
            <a:ext cx="2401866" cy="338554"/>
          </a:xfrm>
          <a:prstGeom prst="rect">
            <a:avLst/>
          </a:prstGeom>
          <a:noFill/>
        </p:spPr>
        <p:txBody>
          <a:bodyPr wrap="square">
            <a:spAutoFit/>
          </a:bodyPr>
          <a:lstStyle/>
          <a:p>
            <a:r>
              <a:rPr lang="es-CO" sz="1600" b="1" err="1">
                <a:solidFill>
                  <a:srgbClr val="FF0000"/>
                </a:solidFill>
              </a:rPr>
              <a:t>Where</a:t>
            </a:r>
            <a:r>
              <a:rPr lang="es-CO" sz="1600" b="1">
                <a:solidFill>
                  <a:srgbClr val="FF0000"/>
                </a:solidFill>
              </a:rPr>
              <a:t> do </a:t>
            </a:r>
            <a:r>
              <a:rPr lang="es-CO" sz="1600" b="1" err="1">
                <a:solidFill>
                  <a:srgbClr val="FF0000"/>
                </a:solidFill>
              </a:rPr>
              <a:t>we</a:t>
            </a:r>
            <a:r>
              <a:rPr lang="es-CO" sz="1600" b="1">
                <a:solidFill>
                  <a:srgbClr val="FF0000"/>
                </a:solidFill>
              </a:rPr>
              <a:t> </a:t>
            </a:r>
            <a:r>
              <a:rPr lang="es-CO" sz="1600" b="1" err="1">
                <a:solidFill>
                  <a:srgbClr val="FF0000"/>
                </a:solidFill>
              </a:rPr>
              <a:t>begin</a:t>
            </a:r>
            <a:r>
              <a:rPr lang="es-CO" sz="1600" b="1">
                <a:solidFill>
                  <a:srgbClr val="FF0000"/>
                </a:solidFill>
              </a:rPr>
              <a:t>?</a:t>
            </a:r>
          </a:p>
        </p:txBody>
      </p:sp>
      <p:sp>
        <p:nvSpPr>
          <p:cNvPr id="428" name="TextBox 427">
            <a:extLst>
              <a:ext uri="{FF2B5EF4-FFF2-40B4-BE49-F238E27FC236}">
                <a16:creationId xmlns:a16="http://schemas.microsoft.com/office/drawing/2014/main" id="{847ADF63-E996-8C59-1C3C-93C8252958A6}"/>
              </a:ext>
            </a:extLst>
          </p:cNvPr>
          <p:cNvSpPr txBox="1"/>
          <p:nvPr/>
        </p:nvSpPr>
        <p:spPr>
          <a:xfrm>
            <a:off x="891590" y="3849462"/>
            <a:ext cx="2506953" cy="338554"/>
          </a:xfrm>
          <a:prstGeom prst="rect">
            <a:avLst/>
          </a:prstGeom>
          <a:noFill/>
        </p:spPr>
        <p:txBody>
          <a:bodyPr wrap="square">
            <a:spAutoFit/>
          </a:bodyPr>
          <a:lstStyle>
            <a:defPPr>
              <a:defRPr lang="en-US"/>
            </a:defPPr>
            <a:lvl1pPr>
              <a:defRPr sz="1600" b="1">
                <a:solidFill>
                  <a:srgbClr val="FF0000"/>
                </a:solidFill>
              </a:defRPr>
            </a:lvl1pPr>
          </a:lstStyle>
          <a:p>
            <a:r>
              <a:rPr lang="es-CO" err="1"/>
              <a:t>Under</a:t>
            </a:r>
            <a:r>
              <a:rPr lang="es-CO"/>
              <a:t> </a:t>
            </a:r>
            <a:r>
              <a:rPr lang="es-CO" err="1"/>
              <a:t>which</a:t>
            </a:r>
            <a:r>
              <a:rPr lang="es-CO"/>
              <a:t> </a:t>
            </a:r>
            <a:r>
              <a:rPr lang="es-CO" err="1"/>
              <a:t>conditions</a:t>
            </a:r>
            <a:r>
              <a:rPr lang="es-CO"/>
              <a:t>?</a:t>
            </a:r>
          </a:p>
        </p:txBody>
      </p:sp>
      <p:grpSp>
        <p:nvGrpSpPr>
          <p:cNvPr id="430" name="Group 429">
            <a:extLst>
              <a:ext uri="{FF2B5EF4-FFF2-40B4-BE49-F238E27FC236}">
                <a16:creationId xmlns:a16="http://schemas.microsoft.com/office/drawing/2014/main" id="{F156E181-9A38-6986-493C-30DE088B10D5}"/>
              </a:ext>
            </a:extLst>
          </p:cNvPr>
          <p:cNvGrpSpPr>
            <a:grpSpLocks noChangeAspect="1"/>
          </p:cNvGrpSpPr>
          <p:nvPr>
            <p:custDataLst>
              <p:tags r:id="rId9"/>
            </p:custDataLst>
          </p:nvPr>
        </p:nvGrpSpPr>
        <p:grpSpPr>
          <a:xfrm>
            <a:off x="1051145" y="3080294"/>
            <a:ext cx="1875612" cy="222052"/>
            <a:chOff x="3731627" y="4308965"/>
            <a:chExt cx="1875612" cy="222052"/>
          </a:xfrm>
        </p:grpSpPr>
        <p:sp>
          <p:nvSpPr>
            <p:cNvPr id="431" name="Freeform: Shape 430">
              <a:extLst>
                <a:ext uri="{FF2B5EF4-FFF2-40B4-BE49-F238E27FC236}">
                  <a16:creationId xmlns:a16="http://schemas.microsoft.com/office/drawing/2014/main" id="{ACEE8AC4-BBD3-87F3-078E-196558DAA9DA}"/>
                </a:ext>
              </a:extLst>
            </p:cNvPr>
            <p:cNvSpPr/>
            <p:nvPr>
              <p:custDataLst>
                <p:tags r:id="rId10"/>
              </p:custDataLst>
            </p:nvPr>
          </p:nvSpPr>
          <p:spPr>
            <a:xfrm>
              <a:off x="3731627" y="4308965"/>
              <a:ext cx="52996" cy="222052"/>
            </a:xfrm>
            <a:custGeom>
              <a:avLst/>
              <a:gdLst>
                <a:gd name="connsiteX0" fmla="*/ 53073 w 52996"/>
                <a:gd name="connsiteY0" fmla="*/ 219895 h 222052"/>
                <a:gd name="connsiteX1" fmla="*/ 49190 w 52996"/>
                <a:gd name="connsiteY1" fmla="*/ 215009 h 222052"/>
                <a:gd name="connsiteX2" fmla="*/ 13326 w 52996"/>
                <a:gd name="connsiteY2" fmla="*/ 111089 h 222052"/>
                <a:gd name="connsiteX3" fmla="*/ 50103 w 52996"/>
                <a:gd name="connsiteY3" fmla="*/ 6058 h 222052"/>
                <a:gd name="connsiteX4" fmla="*/ 53073 w 52996"/>
                <a:gd name="connsiteY4" fmla="*/ 2283 h 222052"/>
                <a:gd name="connsiteX5" fmla="*/ 50789 w 52996"/>
                <a:gd name="connsiteY5" fmla="*/ 63 h 222052"/>
                <a:gd name="connsiteX6" fmla="*/ 14468 w 52996"/>
                <a:gd name="connsiteY6" fmla="*/ 43363 h 222052"/>
                <a:gd name="connsiteX7" fmla="*/ 77 w 52996"/>
                <a:gd name="connsiteY7" fmla="*/ 111089 h 222052"/>
                <a:gd name="connsiteX8" fmla="*/ 15153 w 52996"/>
                <a:gd name="connsiteY8" fmla="*/ 180369 h 222052"/>
                <a:gd name="connsiteX9" fmla="*/ 50789 w 52996"/>
                <a:gd name="connsiteY9" fmla="*/ 222115 h 222052"/>
                <a:gd name="connsiteX10" fmla="*/ 53073 w 52996"/>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73" y="219895"/>
                  </a:moveTo>
                  <a:cubicBezTo>
                    <a:pt x="53073" y="219228"/>
                    <a:pt x="53073" y="218784"/>
                    <a:pt x="49190" y="215009"/>
                  </a:cubicBezTo>
                  <a:cubicBezTo>
                    <a:pt x="20636" y="187031"/>
                    <a:pt x="13326" y="145063"/>
                    <a:pt x="13326" y="111089"/>
                  </a:cubicBezTo>
                  <a:cubicBezTo>
                    <a:pt x="13326" y="72452"/>
                    <a:pt x="22006" y="33815"/>
                    <a:pt x="50103" y="6058"/>
                  </a:cubicBezTo>
                  <a:cubicBezTo>
                    <a:pt x="53073" y="3394"/>
                    <a:pt x="53073" y="2949"/>
                    <a:pt x="53073" y="2283"/>
                  </a:cubicBezTo>
                  <a:cubicBezTo>
                    <a:pt x="53073" y="729"/>
                    <a:pt x="52159" y="63"/>
                    <a:pt x="50789" y="63"/>
                  </a:cubicBezTo>
                  <a:cubicBezTo>
                    <a:pt x="48504" y="63"/>
                    <a:pt x="27945" y="15162"/>
                    <a:pt x="14468" y="43363"/>
                  </a:cubicBezTo>
                  <a:cubicBezTo>
                    <a:pt x="2818" y="67789"/>
                    <a:pt x="77" y="92437"/>
                    <a:pt x="77" y="111089"/>
                  </a:cubicBezTo>
                  <a:cubicBezTo>
                    <a:pt x="77" y="128409"/>
                    <a:pt x="2589" y="155277"/>
                    <a:pt x="15153" y="180369"/>
                  </a:cubicBezTo>
                  <a:cubicBezTo>
                    <a:pt x="28859" y="207682"/>
                    <a:pt x="48504" y="222115"/>
                    <a:pt x="50789" y="222115"/>
                  </a:cubicBezTo>
                  <a:cubicBezTo>
                    <a:pt x="52159" y="222115"/>
                    <a:pt x="53073" y="221449"/>
                    <a:pt x="53073" y="219895"/>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2" name="Freeform: Shape 431">
              <a:extLst>
                <a:ext uri="{FF2B5EF4-FFF2-40B4-BE49-F238E27FC236}">
                  <a16:creationId xmlns:a16="http://schemas.microsoft.com/office/drawing/2014/main" id="{18B73AC3-35CF-9475-FD31-BB2105E2CD96}"/>
                </a:ext>
              </a:extLst>
            </p:cNvPr>
            <p:cNvSpPr/>
            <p:nvPr>
              <p:custDataLst>
                <p:tags r:id="rId11"/>
              </p:custDataLst>
            </p:nvPr>
          </p:nvSpPr>
          <p:spPr>
            <a:xfrm>
              <a:off x="3804472" y="4377357"/>
              <a:ext cx="113759" cy="100589"/>
            </a:xfrm>
            <a:custGeom>
              <a:avLst/>
              <a:gdLst>
                <a:gd name="connsiteX0" fmla="*/ 69752 w 113759"/>
                <a:gd name="connsiteY0" fmla="*/ 31150 h 100589"/>
                <a:gd name="connsiteX1" fmla="*/ 92367 w 113759"/>
                <a:gd name="connsiteY1" fmla="*/ 4948 h 100589"/>
                <a:gd name="connsiteX2" fmla="*/ 103789 w 113759"/>
                <a:gd name="connsiteY2" fmla="*/ 7835 h 100589"/>
                <a:gd name="connsiteX3" fmla="*/ 92824 w 113759"/>
                <a:gd name="connsiteY3" fmla="*/ 19825 h 100589"/>
                <a:gd name="connsiteX4" fmla="*/ 101504 w 113759"/>
                <a:gd name="connsiteY4" fmla="*/ 27597 h 100589"/>
                <a:gd name="connsiteX5" fmla="*/ 113840 w 113759"/>
                <a:gd name="connsiteY5" fmla="*/ 14718 h 100589"/>
                <a:gd name="connsiteX6" fmla="*/ 92596 w 113759"/>
                <a:gd name="connsiteY6" fmla="*/ 63 h 100589"/>
                <a:gd name="connsiteX7" fmla="*/ 68610 w 113759"/>
                <a:gd name="connsiteY7" fmla="*/ 16939 h 100589"/>
                <a:gd name="connsiteX8" fmla="*/ 43939 w 113759"/>
                <a:gd name="connsiteY8" fmla="*/ 63 h 100589"/>
                <a:gd name="connsiteX9" fmla="*/ 7162 w 113759"/>
                <a:gd name="connsiteY9" fmla="*/ 34259 h 100589"/>
                <a:gd name="connsiteX10" fmla="*/ 9903 w 113759"/>
                <a:gd name="connsiteY10" fmla="*/ 36479 h 100589"/>
                <a:gd name="connsiteX11" fmla="*/ 12873 w 113759"/>
                <a:gd name="connsiteY11" fmla="*/ 34037 h 100589"/>
                <a:gd name="connsiteX12" fmla="*/ 43483 w 113759"/>
                <a:gd name="connsiteY12" fmla="*/ 4948 h 100589"/>
                <a:gd name="connsiteX13" fmla="*/ 55818 w 113759"/>
                <a:gd name="connsiteY13" fmla="*/ 19825 h 100589"/>
                <a:gd name="connsiteX14" fmla="*/ 43483 w 113759"/>
                <a:gd name="connsiteY14" fmla="*/ 72674 h 100589"/>
                <a:gd name="connsiteX15" fmla="*/ 21782 w 113759"/>
                <a:gd name="connsiteY15" fmla="*/ 95767 h 100589"/>
                <a:gd name="connsiteX16" fmla="*/ 10360 w 113759"/>
                <a:gd name="connsiteY16" fmla="*/ 92881 h 100589"/>
                <a:gd name="connsiteX17" fmla="*/ 21096 w 113759"/>
                <a:gd name="connsiteY17" fmla="*/ 80890 h 100589"/>
                <a:gd name="connsiteX18" fmla="*/ 12644 w 113759"/>
                <a:gd name="connsiteY18" fmla="*/ 73118 h 100589"/>
                <a:gd name="connsiteX19" fmla="*/ 81 w 113759"/>
                <a:gd name="connsiteY19" fmla="*/ 85997 h 100589"/>
                <a:gd name="connsiteX20" fmla="*/ 21553 w 113759"/>
                <a:gd name="connsiteY20" fmla="*/ 100652 h 100589"/>
                <a:gd name="connsiteX21" fmla="*/ 45539 w 113759"/>
                <a:gd name="connsiteY21" fmla="*/ 83776 h 100589"/>
                <a:gd name="connsiteX22" fmla="*/ 70209 w 113759"/>
                <a:gd name="connsiteY22" fmla="*/ 100652 h 100589"/>
                <a:gd name="connsiteX23" fmla="*/ 106758 w 113759"/>
                <a:gd name="connsiteY23" fmla="*/ 66456 h 100589"/>
                <a:gd name="connsiteX24" fmla="*/ 104017 w 113759"/>
                <a:gd name="connsiteY24" fmla="*/ 64236 h 100589"/>
                <a:gd name="connsiteX25" fmla="*/ 101047 w 113759"/>
                <a:gd name="connsiteY25" fmla="*/ 66678 h 100589"/>
                <a:gd name="connsiteX26" fmla="*/ 70666 w 113759"/>
                <a:gd name="connsiteY26" fmla="*/ 95767 h 100589"/>
                <a:gd name="connsiteX27" fmla="*/ 58102 w 113759"/>
                <a:gd name="connsiteY27" fmla="*/ 81112 h 100589"/>
                <a:gd name="connsiteX28" fmla="*/ 61986 w 113759"/>
                <a:gd name="connsiteY28" fmla="*/ 61571 h 100589"/>
                <a:gd name="connsiteX29" fmla="*/ 69752 w 113759"/>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759" h="100589">
                  <a:moveTo>
                    <a:pt x="69752" y="31150"/>
                  </a:moveTo>
                  <a:cubicBezTo>
                    <a:pt x="71123" y="25377"/>
                    <a:pt x="76377" y="4948"/>
                    <a:pt x="92367" y="4948"/>
                  </a:cubicBezTo>
                  <a:cubicBezTo>
                    <a:pt x="93509" y="4948"/>
                    <a:pt x="98992" y="4948"/>
                    <a:pt x="103789" y="7835"/>
                  </a:cubicBezTo>
                  <a:cubicBezTo>
                    <a:pt x="97393" y="8945"/>
                    <a:pt x="92824" y="14496"/>
                    <a:pt x="92824" y="19825"/>
                  </a:cubicBezTo>
                  <a:cubicBezTo>
                    <a:pt x="92824" y="23378"/>
                    <a:pt x="95337" y="27597"/>
                    <a:pt x="101504" y="27597"/>
                  </a:cubicBezTo>
                  <a:cubicBezTo>
                    <a:pt x="106530" y="27597"/>
                    <a:pt x="113840" y="23600"/>
                    <a:pt x="113840" y="14718"/>
                  </a:cubicBezTo>
                  <a:cubicBezTo>
                    <a:pt x="113840" y="3172"/>
                    <a:pt x="100362" y="63"/>
                    <a:pt x="92596" y="63"/>
                  </a:cubicBezTo>
                  <a:cubicBezTo>
                    <a:pt x="79346" y="63"/>
                    <a:pt x="71351" y="11832"/>
                    <a:pt x="68610" y="16939"/>
                  </a:cubicBezTo>
                  <a:cubicBezTo>
                    <a:pt x="62899" y="2283"/>
                    <a:pt x="50564" y="63"/>
                    <a:pt x="43939" y="63"/>
                  </a:cubicBezTo>
                  <a:cubicBezTo>
                    <a:pt x="20183" y="63"/>
                    <a:pt x="7162" y="28708"/>
                    <a:pt x="7162" y="34259"/>
                  </a:cubicBezTo>
                  <a:cubicBezTo>
                    <a:pt x="7162" y="36479"/>
                    <a:pt x="9446" y="36479"/>
                    <a:pt x="9903" y="36479"/>
                  </a:cubicBezTo>
                  <a:cubicBezTo>
                    <a:pt x="11731" y="36479"/>
                    <a:pt x="12416" y="36035"/>
                    <a:pt x="12873" y="34037"/>
                  </a:cubicBezTo>
                  <a:cubicBezTo>
                    <a:pt x="20639" y="10499"/>
                    <a:pt x="35716" y="4948"/>
                    <a:pt x="43483" y="4948"/>
                  </a:cubicBezTo>
                  <a:cubicBezTo>
                    <a:pt x="47823" y="4948"/>
                    <a:pt x="55818" y="6946"/>
                    <a:pt x="55818" y="19825"/>
                  </a:cubicBezTo>
                  <a:cubicBezTo>
                    <a:pt x="55818" y="26709"/>
                    <a:pt x="51935" y="41587"/>
                    <a:pt x="43483" y="72674"/>
                  </a:cubicBezTo>
                  <a:cubicBezTo>
                    <a:pt x="39828" y="86441"/>
                    <a:pt x="31833" y="95767"/>
                    <a:pt x="21782" y="95767"/>
                  </a:cubicBezTo>
                  <a:cubicBezTo>
                    <a:pt x="20411" y="95767"/>
                    <a:pt x="15157" y="95767"/>
                    <a:pt x="10360" y="92881"/>
                  </a:cubicBezTo>
                  <a:cubicBezTo>
                    <a:pt x="16071" y="91770"/>
                    <a:pt x="21096" y="87107"/>
                    <a:pt x="21096" y="80890"/>
                  </a:cubicBezTo>
                  <a:cubicBezTo>
                    <a:pt x="21096" y="74894"/>
                    <a:pt x="16071" y="73118"/>
                    <a:pt x="12644" y="73118"/>
                  </a:cubicBezTo>
                  <a:cubicBezTo>
                    <a:pt x="5791" y="73118"/>
                    <a:pt x="81" y="78891"/>
                    <a:pt x="81" y="85997"/>
                  </a:cubicBezTo>
                  <a:cubicBezTo>
                    <a:pt x="81" y="96211"/>
                    <a:pt x="11502" y="100652"/>
                    <a:pt x="21553" y="100652"/>
                  </a:cubicBezTo>
                  <a:cubicBezTo>
                    <a:pt x="36630" y="100652"/>
                    <a:pt x="44853" y="85109"/>
                    <a:pt x="45539" y="83776"/>
                  </a:cubicBezTo>
                  <a:cubicBezTo>
                    <a:pt x="48280" y="91992"/>
                    <a:pt x="56503" y="100652"/>
                    <a:pt x="70209" y="100652"/>
                  </a:cubicBezTo>
                  <a:cubicBezTo>
                    <a:pt x="93738" y="100652"/>
                    <a:pt x="106758" y="72008"/>
                    <a:pt x="106758" y="66456"/>
                  </a:cubicBezTo>
                  <a:cubicBezTo>
                    <a:pt x="106758" y="64236"/>
                    <a:pt x="104702" y="64236"/>
                    <a:pt x="104017" y="64236"/>
                  </a:cubicBezTo>
                  <a:cubicBezTo>
                    <a:pt x="101961" y="64236"/>
                    <a:pt x="101504" y="65124"/>
                    <a:pt x="101047" y="66678"/>
                  </a:cubicBezTo>
                  <a:cubicBezTo>
                    <a:pt x="93509" y="90438"/>
                    <a:pt x="77976" y="95767"/>
                    <a:pt x="70666" y="95767"/>
                  </a:cubicBezTo>
                  <a:cubicBezTo>
                    <a:pt x="61757" y="95767"/>
                    <a:pt x="58102" y="88662"/>
                    <a:pt x="58102" y="81112"/>
                  </a:cubicBezTo>
                  <a:cubicBezTo>
                    <a:pt x="58102" y="76227"/>
                    <a:pt x="59473" y="71342"/>
                    <a:pt x="61986" y="61571"/>
                  </a:cubicBezTo>
                  <a:lnTo>
                    <a:pt x="69752" y="31150"/>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3" name="Freeform: Shape 432">
              <a:extLst>
                <a:ext uri="{FF2B5EF4-FFF2-40B4-BE49-F238E27FC236}">
                  <a16:creationId xmlns:a16="http://schemas.microsoft.com/office/drawing/2014/main" id="{8BB959DD-A5EE-9299-4E9C-903301F84278}"/>
                </a:ext>
              </a:extLst>
            </p:cNvPr>
            <p:cNvSpPr/>
            <p:nvPr>
              <p:custDataLst>
                <p:tags r:id="rId12"/>
              </p:custDataLst>
            </p:nvPr>
          </p:nvSpPr>
          <p:spPr>
            <a:xfrm>
              <a:off x="3935918" y="4405757"/>
              <a:ext cx="48450" cy="104608"/>
            </a:xfrm>
            <a:custGeom>
              <a:avLst/>
              <a:gdLst>
                <a:gd name="connsiteX0" fmla="*/ 44379 w 48450"/>
                <a:gd name="connsiteY0" fmla="*/ 5971 h 104608"/>
                <a:gd name="connsiteX1" fmla="*/ 37983 w 48450"/>
                <a:gd name="connsiteY1" fmla="*/ 64 h 104608"/>
                <a:gd name="connsiteX2" fmla="*/ 29029 w 48450"/>
                <a:gd name="connsiteY2" fmla="*/ 8613 h 104608"/>
                <a:gd name="connsiteX3" fmla="*/ 35425 w 48450"/>
                <a:gd name="connsiteY3" fmla="*/ 14520 h 104608"/>
                <a:gd name="connsiteX4" fmla="*/ 44379 w 48450"/>
                <a:gd name="connsiteY4" fmla="*/ 5971 h 104608"/>
                <a:gd name="connsiteX5" fmla="*/ 11759 w 48450"/>
                <a:gd name="connsiteY5" fmla="*/ 84933 h 104608"/>
                <a:gd name="connsiteX6" fmla="*/ 10320 w 48450"/>
                <a:gd name="connsiteY6" fmla="*/ 91461 h 104608"/>
                <a:gd name="connsiteX7" fmla="*/ 25511 w 48450"/>
                <a:gd name="connsiteY7" fmla="*/ 104673 h 104608"/>
                <a:gd name="connsiteX8" fmla="*/ 48537 w 48450"/>
                <a:gd name="connsiteY8" fmla="*/ 80891 h 104608"/>
                <a:gd name="connsiteX9" fmla="*/ 45978 w 48450"/>
                <a:gd name="connsiteY9" fmla="*/ 78871 h 104608"/>
                <a:gd name="connsiteX10" fmla="*/ 42940 w 48450"/>
                <a:gd name="connsiteY10" fmla="*/ 81513 h 104608"/>
                <a:gd name="connsiteX11" fmla="*/ 25990 w 48450"/>
                <a:gd name="connsiteY11" fmla="*/ 100321 h 104608"/>
                <a:gd name="connsiteX12" fmla="*/ 21993 w 48450"/>
                <a:gd name="connsiteY12" fmla="*/ 94881 h 104608"/>
                <a:gd name="connsiteX13" fmla="*/ 24551 w 48450"/>
                <a:gd name="connsiteY13" fmla="*/ 84933 h 104608"/>
                <a:gd name="connsiteX14" fmla="*/ 29668 w 48450"/>
                <a:gd name="connsiteY14" fmla="*/ 72498 h 104608"/>
                <a:gd name="connsiteX15" fmla="*/ 37503 w 48450"/>
                <a:gd name="connsiteY15" fmla="*/ 52757 h 104608"/>
                <a:gd name="connsiteX16" fmla="*/ 38463 w 48450"/>
                <a:gd name="connsiteY16" fmla="*/ 47783 h 104608"/>
                <a:gd name="connsiteX17" fmla="*/ 23272 w 48450"/>
                <a:gd name="connsiteY17" fmla="*/ 34571 h 104608"/>
                <a:gd name="connsiteX18" fmla="*/ 86 w 48450"/>
                <a:gd name="connsiteY18" fmla="*/ 58353 h 104608"/>
                <a:gd name="connsiteX19" fmla="*/ 2805 w 48450"/>
                <a:gd name="connsiteY19" fmla="*/ 60374 h 104608"/>
                <a:gd name="connsiteX20" fmla="*/ 5683 w 48450"/>
                <a:gd name="connsiteY20" fmla="*/ 57887 h 104608"/>
                <a:gd name="connsiteX21" fmla="*/ 22792 w 48450"/>
                <a:gd name="connsiteY21" fmla="*/ 38923 h 104608"/>
                <a:gd name="connsiteX22" fmla="*/ 26790 w 48450"/>
                <a:gd name="connsiteY22" fmla="*/ 44364 h 104608"/>
                <a:gd name="connsiteX23" fmla="*/ 21833 w 48450"/>
                <a:gd name="connsiteY23" fmla="*/ 59907 h 104608"/>
                <a:gd name="connsiteX24" fmla="*/ 11759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79" y="5971"/>
                  </a:moveTo>
                  <a:cubicBezTo>
                    <a:pt x="44379" y="3484"/>
                    <a:pt x="42460" y="64"/>
                    <a:pt x="37983" y="64"/>
                  </a:cubicBezTo>
                  <a:cubicBezTo>
                    <a:pt x="33666" y="64"/>
                    <a:pt x="29029" y="4106"/>
                    <a:pt x="29029" y="8613"/>
                  </a:cubicBezTo>
                  <a:cubicBezTo>
                    <a:pt x="29029" y="11256"/>
                    <a:pt x="31107" y="14520"/>
                    <a:pt x="35425" y="14520"/>
                  </a:cubicBezTo>
                  <a:cubicBezTo>
                    <a:pt x="40062" y="14520"/>
                    <a:pt x="44379" y="10168"/>
                    <a:pt x="44379" y="5971"/>
                  </a:cubicBezTo>
                  <a:close/>
                  <a:moveTo>
                    <a:pt x="11759" y="84933"/>
                  </a:moveTo>
                  <a:cubicBezTo>
                    <a:pt x="11120" y="86953"/>
                    <a:pt x="10320" y="88819"/>
                    <a:pt x="10320" y="91461"/>
                  </a:cubicBezTo>
                  <a:cubicBezTo>
                    <a:pt x="10320" y="98767"/>
                    <a:pt x="16716" y="104673"/>
                    <a:pt x="25511" y="104673"/>
                  </a:cubicBezTo>
                  <a:cubicBezTo>
                    <a:pt x="41501" y="104673"/>
                    <a:pt x="48537" y="83223"/>
                    <a:pt x="48537" y="80891"/>
                  </a:cubicBezTo>
                  <a:cubicBezTo>
                    <a:pt x="48537" y="78871"/>
                    <a:pt x="46458" y="78871"/>
                    <a:pt x="45978" y="78871"/>
                  </a:cubicBezTo>
                  <a:cubicBezTo>
                    <a:pt x="43740" y="78871"/>
                    <a:pt x="43580" y="79803"/>
                    <a:pt x="42940" y="81513"/>
                  </a:cubicBezTo>
                  <a:cubicBezTo>
                    <a:pt x="39262" y="93948"/>
                    <a:pt x="32227" y="100321"/>
                    <a:pt x="25990" y="100321"/>
                  </a:cubicBezTo>
                  <a:cubicBezTo>
                    <a:pt x="22792" y="100321"/>
                    <a:pt x="21993" y="98300"/>
                    <a:pt x="21993" y="94881"/>
                  </a:cubicBezTo>
                  <a:cubicBezTo>
                    <a:pt x="21993" y="91306"/>
                    <a:pt x="23112" y="88352"/>
                    <a:pt x="24551" y="84933"/>
                  </a:cubicBezTo>
                  <a:cubicBezTo>
                    <a:pt x="26150" y="80736"/>
                    <a:pt x="27909" y="76539"/>
                    <a:pt x="29668" y="72498"/>
                  </a:cubicBezTo>
                  <a:cubicBezTo>
                    <a:pt x="31107" y="68767"/>
                    <a:pt x="36864" y="54622"/>
                    <a:pt x="37503" y="52757"/>
                  </a:cubicBezTo>
                  <a:cubicBezTo>
                    <a:pt x="37983" y="51203"/>
                    <a:pt x="38463" y="49338"/>
                    <a:pt x="38463" y="47783"/>
                  </a:cubicBezTo>
                  <a:cubicBezTo>
                    <a:pt x="38463" y="40478"/>
                    <a:pt x="32067" y="34571"/>
                    <a:pt x="23272" y="34571"/>
                  </a:cubicBezTo>
                  <a:cubicBezTo>
                    <a:pt x="7442" y="34571"/>
                    <a:pt x="86" y="55711"/>
                    <a:pt x="86" y="58353"/>
                  </a:cubicBezTo>
                  <a:cubicBezTo>
                    <a:pt x="86" y="60374"/>
                    <a:pt x="2325" y="60374"/>
                    <a:pt x="2805" y="60374"/>
                  </a:cubicBezTo>
                  <a:cubicBezTo>
                    <a:pt x="5043" y="60374"/>
                    <a:pt x="5203" y="59596"/>
                    <a:pt x="5683" y="57887"/>
                  </a:cubicBezTo>
                  <a:cubicBezTo>
                    <a:pt x="9840" y="44519"/>
                    <a:pt x="16876" y="38923"/>
                    <a:pt x="22792" y="38923"/>
                  </a:cubicBezTo>
                  <a:cubicBezTo>
                    <a:pt x="25351" y="38923"/>
                    <a:pt x="26790" y="40167"/>
                    <a:pt x="26790" y="44364"/>
                  </a:cubicBezTo>
                  <a:cubicBezTo>
                    <a:pt x="26790" y="47939"/>
                    <a:pt x="25831" y="50270"/>
                    <a:pt x="21833" y="59907"/>
                  </a:cubicBezTo>
                  <a:lnTo>
                    <a:pt x="11759"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4" name="Freeform: Shape 433">
              <a:extLst>
                <a:ext uri="{FF2B5EF4-FFF2-40B4-BE49-F238E27FC236}">
                  <a16:creationId xmlns:a16="http://schemas.microsoft.com/office/drawing/2014/main" id="{545B3703-359A-8CBA-1A22-A7D4F663A527}"/>
                </a:ext>
              </a:extLst>
            </p:cNvPr>
            <p:cNvSpPr/>
            <p:nvPr>
              <p:custDataLst>
                <p:tags r:id="rId13"/>
              </p:custDataLst>
            </p:nvPr>
          </p:nvSpPr>
          <p:spPr>
            <a:xfrm>
              <a:off x="4024099" y="4451966"/>
              <a:ext cx="26726" cy="66393"/>
            </a:xfrm>
            <a:custGeom>
              <a:avLst/>
              <a:gdLst>
                <a:gd name="connsiteX0" fmla="*/ 26816 w 26726"/>
                <a:gd name="connsiteY0" fmla="*/ 23378 h 66393"/>
                <a:gd name="connsiteX1" fmla="*/ 12196 w 26726"/>
                <a:gd name="connsiteY1" fmla="*/ 63 h 66393"/>
                <a:gd name="connsiteX2" fmla="*/ 90 w 26726"/>
                <a:gd name="connsiteY2" fmla="*/ 11832 h 66393"/>
                <a:gd name="connsiteX3" fmla="*/ 12196 w 26726"/>
                <a:gd name="connsiteY3" fmla="*/ 23600 h 66393"/>
                <a:gd name="connsiteX4" fmla="*/ 20192 w 26726"/>
                <a:gd name="connsiteY4" fmla="*/ 20714 h 66393"/>
                <a:gd name="connsiteX5" fmla="*/ 21334 w 26726"/>
                <a:gd name="connsiteY5" fmla="*/ 20047 h 66393"/>
                <a:gd name="connsiteX6" fmla="*/ 21791 w 26726"/>
                <a:gd name="connsiteY6" fmla="*/ 23378 h 66393"/>
                <a:gd name="connsiteX7" fmla="*/ 6257 w 26726"/>
                <a:gd name="connsiteY7" fmla="*/ 60461 h 66393"/>
                <a:gd name="connsiteX8" fmla="*/ 3745 w 26726"/>
                <a:gd name="connsiteY8" fmla="*/ 64014 h 66393"/>
                <a:gd name="connsiteX9" fmla="*/ 6029 w 26726"/>
                <a:gd name="connsiteY9" fmla="*/ 66456 h 66393"/>
                <a:gd name="connsiteX10" fmla="*/ 26816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16" y="23378"/>
                  </a:moveTo>
                  <a:cubicBezTo>
                    <a:pt x="26816" y="8723"/>
                    <a:pt x="21105" y="63"/>
                    <a:pt x="12196" y="63"/>
                  </a:cubicBezTo>
                  <a:cubicBezTo>
                    <a:pt x="4658" y="63"/>
                    <a:pt x="90" y="5614"/>
                    <a:pt x="90" y="11832"/>
                  </a:cubicBezTo>
                  <a:cubicBezTo>
                    <a:pt x="90" y="17827"/>
                    <a:pt x="4658" y="23600"/>
                    <a:pt x="12196" y="23600"/>
                  </a:cubicBezTo>
                  <a:cubicBezTo>
                    <a:pt x="14938" y="23600"/>
                    <a:pt x="17907" y="22712"/>
                    <a:pt x="20192" y="20714"/>
                  </a:cubicBezTo>
                  <a:cubicBezTo>
                    <a:pt x="20877" y="20270"/>
                    <a:pt x="21105" y="20047"/>
                    <a:pt x="21334" y="20047"/>
                  </a:cubicBezTo>
                  <a:cubicBezTo>
                    <a:pt x="21562" y="20047"/>
                    <a:pt x="21791" y="20270"/>
                    <a:pt x="21791" y="23378"/>
                  </a:cubicBezTo>
                  <a:cubicBezTo>
                    <a:pt x="21791" y="39810"/>
                    <a:pt x="13796" y="53133"/>
                    <a:pt x="6257" y="60461"/>
                  </a:cubicBezTo>
                  <a:cubicBezTo>
                    <a:pt x="3745" y="62904"/>
                    <a:pt x="3745" y="63348"/>
                    <a:pt x="3745" y="64014"/>
                  </a:cubicBezTo>
                  <a:cubicBezTo>
                    <a:pt x="3745" y="65568"/>
                    <a:pt x="4887" y="66456"/>
                    <a:pt x="6029" y="66456"/>
                  </a:cubicBezTo>
                  <a:cubicBezTo>
                    <a:pt x="8542" y="66456"/>
                    <a:pt x="26816" y="49358"/>
                    <a:pt x="26816"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5" name="Freeform: Shape 434">
              <a:extLst>
                <a:ext uri="{FF2B5EF4-FFF2-40B4-BE49-F238E27FC236}">
                  <a16:creationId xmlns:a16="http://schemas.microsoft.com/office/drawing/2014/main" id="{5A5EC636-2733-553C-ADD0-2E3015C1FDB9}"/>
                </a:ext>
              </a:extLst>
            </p:cNvPr>
            <p:cNvSpPr/>
            <p:nvPr>
              <p:custDataLst>
                <p:tags r:id="rId14"/>
              </p:custDataLst>
            </p:nvPr>
          </p:nvSpPr>
          <p:spPr>
            <a:xfrm>
              <a:off x="4112603" y="4377357"/>
              <a:ext cx="105307" cy="143667"/>
            </a:xfrm>
            <a:custGeom>
              <a:avLst/>
              <a:gdLst>
                <a:gd name="connsiteX0" fmla="*/ 104487 w 105307"/>
                <a:gd name="connsiteY0" fmla="*/ 13608 h 143667"/>
                <a:gd name="connsiteX1" fmla="*/ 105401 w 105307"/>
                <a:gd name="connsiteY1" fmla="*/ 8501 h 143667"/>
                <a:gd name="connsiteX2" fmla="*/ 98777 w 105307"/>
                <a:gd name="connsiteY2" fmla="*/ 2505 h 143667"/>
                <a:gd name="connsiteX3" fmla="*/ 90782 w 105307"/>
                <a:gd name="connsiteY3" fmla="*/ 7168 h 143667"/>
                <a:gd name="connsiteX4" fmla="*/ 87583 w 105307"/>
                <a:gd name="connsiteY4" fmla="*/ 19159 h 143667"/>
                <a:gd name="connsiteX5" fmla="*/ 83015 w 105307"/>
                <a:gd name="connsiteY5" fmla="*/ 36923 h 143667"/>
                <a:gd name="connsiteX6" fmla="*/ 72735 w 105307"/>
                <a:gd name="connsiteY6" fmla="*/ 76893 h 143667"/>
                <a:gd name="connsiteX7" fmla="*/ 46923 w 105307"/>
                <a:gd name="connsiteY7" fmla="*/ 95767 h 143667"/>
                <a:gd name="connsiteX8" fmla="*/ 32760 w 105307"/>
                <a:gd name="connsiteY8" fmla="*/ 77781 h 143667"/>
                <a:gd name="connsiteX9" fmla="*/ 44410 w 105307"/>
                <a:gd name="connsiteY9" fmla="*/ 34259 h 143667"/>
                <a:gd name="connsiteX10" fmla="*/ 48978 w 105307"/>
                <a:gd name="connsiteY10" fmla="*/ 18271 h 143667"/>
                <a:gd name="connsiteX11" fmla="*/ 30247 w 105307"/>
                <a:gd name="connsiteY11" fmla="*/ 63 h 143667"/>
                <a:gd name="connsiteX12" fmla="*/ 94 w 105307"/>
                <a:gd name="connsiteY12" fmla="*/ 34259 h 143667"/>
                <a:gd name="connsiteX13" fmla="*/ 2835 w 105307"/>
                <a:gd name="connsiteY13" fmla="*/ 36479 h 143667"/>
                <a:gd name="connsiteX14" fmla="*/ 6490 w 105307"/>
                <a:gd name="connsiteY14" fmla="*/ 32482 h 143667"/>
                <a:gd name="connsiteX15" fmla="*/ 29562 w 105307"/>
                <a:gd name="connsiteY15" fmla="*/ 4948 h 143667"/>
                <a:gd name="connsiteX16" fmla="*/ 35273 w 105307"/>
                <a:gd name="connsiteY16" fmla="*/ 12054 h 143667"/>
                <a:gd name="connsiteX17" fmla="*/ 31389 w 105307"/>
                <a:gd name="connsiteY17" fmla="*/ 27597 h 143667"/>
                <a:gd name="connsiteX18" fmla="*/ 18140 w 105307"/>
                <a:gd name="connsiteY18" fmla="*/ 74228 h 143667"/>
                <a:gd name="connsiteX19" fmla="*/ 46009 w 105307"/>
                <a:gd name="connsiteY19" fmla="*/ 100652 h 143667"/>
                <a:gd name="connsiteX20" fmla="*/ 69080 w 105307"/>
                <a:gd name="connsiteY20" fmla="*/ 90660 h 143667"/>
                <a:gd name="connsiteX21" fmla="*/ 54232 w 105307"/>
                <a:gd name="connsiteY21" fmla="*/ 124856 h 143667"/>
                <a:gd name="connsiteX22" fmla="*/ 29105 w 105307"/>
                <a:gd name="connsiteY22" fmla="*/ 138845 h 143667"/>
                <a:gd name="connsiteX23" fmla="*/ 11744 w 105307"/>
                <a:gd name="connsiteY23" fmla="*/ 129519 h 143667"/>
                <a:gd name="connsiteX24" fmla="*/ 21567 w 105307"/>
                <a:gd name="connsiteY24" fmla="*/ 126855 h 143667"/>
                <a:gd name="connsiteX25" fmla="*/ 26135 w 105307"/>
                <a:gd name="connsiteY25" fmla="*/ 117750 h 143667"/>
                <a:gd name="connsiteX26" fmla="*/ 17683 w 105307"/>
                <a:gd name="connsiteY26" fmla="*/ 109979 h 143667"/>
                <a:gd name="connsiteX27" fmla="*/ 4891 w 105307"/>
                <a:gd name="connsiteY27" fmla="*/ 124412 h 143667"/>
                <a:gd name="connsiteX28" fmla="*/ 29105 w 105307"/>
                <a:gd name="connsiteY28" fmla="*/ 143731 h 143667"/>
                <a:gd name="connsiteX29" fmla="*/ 82558 w 105307"/>
                <a:gd name="connsiteY29" fmla="*/ 98432 h 143667"/>
                <a:gd name="connsiteX30" fmla="*/ 104487 w 105307"/>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07" h="143667">
                  <a:moveTo>
                    <a:pt x="104487" y="13608"/>
                  </a:moveTo>
                  <a:cubicBezTo>
                    <a:pt x="105401" y="10499"/>
                    <a:pt x="105401" y="10055"/>
                    <a:pt x="105401" y="8501"/>
                  </a:cubicBezTo>
                  <a:cubicBezTo>
                    <a:pt x="105401" y="4504"/>
                    <a:pt x="102203" y="2505"/>
                    <a:pt x="98777" y="2505"/>
                  </a:cubicBezTo>
                  <a:cubicBezTo>
                    <a:pt x="96492" y="2505"/>
                    <a:pt x="92837" y="3838"/>
                    <a:pt x="90782" y="7168"/>
                  </a:cubicBezTo>
                  <a:cubicBezTo>
                    <a:pt x="90325" y="8279"/>
                    <a:pt x="88497" y="15162"/>
                    <a:pt x="87583" y="19159"/>
                  </a:cubicBezTo>
                  <a:cubicBezTo>
                    <a:pt x="85984" y="24933"/>
                    <a:pt x="84385" y="30928"/>
                    <a:pt x="83015" y="36923"/>
                  </a:cubicBezTo>
                  <a:lnTo>
                    <a:pt x="72735" y="76893"/>
                  </a:lnTo>
                  <a:cubicBezTo>
                    <a:pt x="71822" y="80224"/>
                    <a:pt x="61999" y="95767"/>
                    <a:pt x="46923" y="95767"/>
                  </a:cubicBezTo>
                  <a:cubicBezTo>
                    <a:pt x="35273" y="95767"/>
                    <a:pt x="32760" y="85997"/>
                    <a:pt x="32760" y="77781"/>
                  </a:cubicBezTo>
                  <a:cubicBezTo>
                    <a:pt x="32760" y="67567"/>
                    <a:pt x="36643" y="53799"/>
                    <a:pt x="44410" y="34259"/>
                  </a:cubicBezTo>
                  <a:cubicBezTo>
                    <a:pt x="48065" y="25155"/>
                    <a:pt x="48978" y="22712"/>
                    <a:pt x="48978" y="18271"/>
                  </a:cubicBezTo>
                  <a:cubicBezTo>
                    <a:pt x="48978" y="8279"/>
                    <a:pt x="41669" y="63"/>
                    <a:pt x="30247" y="63"/>
                  </a:cubicBezTo>
                  <a:cubicBezTo>
                    <a:pt x="8546" y="63"/>
                    <a:pt x="94" y="32260"/>
                    <a:pt x="94" y="34259"/>
                  </a:cubicBezTo>
                  <a:cubicBezTo>
                    <a:pt x="94" y="36479"/>
                    <a:pt x="2378" y="36479"/>
                    <a:pt x="2835" y="36479"/>
                  </a:cubicBezTo>
                  <a:cubicBezTo>
                    <a:pt x="5120" y="36479"/>
                    <a:pt x="5348" y="36035"/>
                    <a:pt x="6490" y="32482"/>
                  </a:cubicBezTo>
                  <a:cubicBezTo>
                    <a:pt x="12658" y="11609"/>
                    <a:pt x="21795" y="4948"/>
                    <a:pt x="29562" y="4948"/>
                  </a:cubicBezTo>
                  <a:cubicBezTo>
                    <a:pt x="31389" y="4948"/>
                    <a:pt x="35273" y="4948"/>
                    <a:pt x="35273" y="12054"/>
                  </a:cubicBezTo>
                  <a:cubicBezTo>
                    <a:pt x="35273" y="17605"/>
                    <a:pt x="32988" y="23378"/>
                    <a:pt x="31389" y="27597"/>
                  </a:cubicBezTo>
                  <a:cubicBezTo>
                    <a:pt x="22252" y="51135"/>
                    <a:pt x="18140" y="63792"/>
                    <a:pt x="18140" y="74228"/>
                  </a:cubicBezTo>
                  <a:cubicBezTo>
                    <a:pt x="18140" y="93991"/>
                    <a:pt x="32531" y="100652"/>
                    <a:pt x="46009" y="100652"/>
                  </a:cubicBezTo>
                  <a:cubicBezTo>
                    <a:pt x="54918" y="100652"/>
                    <a:pt x="62684" y="96878"/>
                    <a:pt x="69080" y="90660"/>
                  </a:cubicBezTo>
                  <a:cubicBezTo>
                    <a:pt x="66111" y="102207"/>
                    <a:pt x="63370" y="113087"/>
                    <a:pt x="54232" y="124856"/>
                  </a:cubicBezTo>
                  <a:cubicBezTo>
                    <a:pt x="48293" y="132406"/>
                    <a:pt x="39613" y="138845"/>
                    <a:pt x="29105" y="138845"/>
                  </a:cubicBezTo>
                  <a:cubicBezTo>
                    <a:pt x="25907" y="138845"/>
                    <a:pt x="15627" y="138179"/>
                    <a:pt x="11744" y="129519"/>
                  </a:cubicBezTo>
                  <a:cubicBezTo>
                    <a:pt x="15399" y="129519"/>
                    <a:pt x="18369" y="129519"/>
                    <a:pt x="21567" y="126855"/>
                  </a:cubicBezTo>
                  <a:cubicBezTo>
                    <a:pt x="23851" y="124856"/>
                    <a:pt x="26135" y="121969"/>
                    <a:pt x="26135" y="117750"/>
                  </a:cubicBezTo>
                  <a:cubicBezTo>
                    <a:pt x="26135" y="110867"/>
                    <a:pt x="19968" y="109979"/>
                    <a:pt x="17683" y="109979"/>
                  </a:cubicBezTo>
                  <a:cubicBezTo>
                    <a:pt x="12429" y="109979"/>
                    <a:pt x="4891" y="113531"/>
                    <a:pt x="4891" y="124412"/>
                  </a:cubicBezTo>
                  <a:cubicBezTo>
                    <a:pt x="4891" y="135515"/>
                    <a:pt x="14942" y="143731"/>
                    <a:pt x="29105" y="143731"/>
                  </a:cubicBezTo>
                  <a:cubicBezTo>
                    <a:pt x="52633" y="143731"/>
                    <a:pt x="76162" y="123524"/>
                    <a:pt x="82558" y="98432"/>
                  </a:cubicBezTo>
                  <a:lnTo>
                    <a:pt x="104487" y="1360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6" name="Freeform: Shape 435">
              <a:extLst>
                <a:ext uri="{FF2B5EF4-FFF2-40B4-BE49-F238E27FC236}">
                  <a16:creationId xmlns:a16="http://schemas.microsoft.com/office/drawing/2014/main" id="{7769FA6B-F63B-CC5B-8E37-BD46E6CCE1E8}"/>
                </a:ext>
              </a:extLst>
            </p:cNvPr>
            <p:cNvSpPr/>
            <p:nvPr>
              <p:custDataLst>
                <p:tags r:id="rId15"/>
              </p:custDataLst>
            </p:nvPr>
          </p:nvSpPr>
          <p:spPr>
            <a:xfrm>
              <a:off x="4225490" y="4405757"/>
              <a:ext cx="48450" cy="104608"/>
            </a:xfrm>
            <a:custGeom>
              <a:avLst/>
              <a:gdLst>
                <a:gd name="connsiteX0" fmla="*/ 44392 w 48450"/>
                <a:gd name="connsiteY0" fmla="*/ 5971 h 104608"/>
                <a:gd name="connsiteX1" fmla="*/ 37996 w 48450"/>
                <a:gd name="connsiteY1" fmla="*/ 64 h 104608"/>
                <a:gd name="connsiteX2" fmla="*/ 29041 w 48450"/>
                <a:gd name="connsiteY2" fmla="*/ 8613 h 104608"/>
                <a:gd name="connsiteX3" fmla="*/ 35437 w 48450"/>
                <a:gd name="connsiteY3" fmla="*/ 14520 h 104608"/>
                <a:gd name="connsiteX4" fmla="*/ 44392 w 48450"/>
                <a:gd name="connsiteY4" fmla="*/ 5971 h 104608"/>
                <a:gd name="connsiteX5" fmla="*/ 11772 w 48450"/>
                <a:gd name="connsiteY5" fmla="*/ 84933 h 104608"/>
                <a:gd name="connsiteX6" fmla="*/ 10333 w 48450"/>
                <a:gd name="connsiteY6" fmla="*/ 91461 h 104608"/>
                <a:gd name="connsiteX7" fmla="*/ 25523 w 48450"/>
                <a:gd name="connsiteY7" fmla="*/ 104673 h 104608"/>
                <a:gd name="connsiteX8" fmla="*/ 48549 w 48450"/>
                <a:gd name="connsiteY8" fmla="*/ 80891 h 104608"/>
                <a:gd name="connsiteX9" fmla="*/ 45991 w 48450"/>
                <a:gd name="connsiteY9" fmla="*/ 78871 h 104608"/>
                <a:gd name="connsiteX10" fmla="*/ 42953 w 48450"/>
                <a:gd name="connsiteY10" fmla="*/ 81513 h 104608"/>
                <a:gd name="connsiteX11" fmla="*/ 26003 w 48450"/>
                <a:gd name="connsiteY11" fmla="*/ 100321 h 104608"/>
                <a:gd name="connsiteX12" fmla="*/ 22006 w 48450"/>
                <a:gd name="connsiteY12" fmla="*/ 94881 h 104608"/>
                <a:gd name="connsiteX13" fmla="*/ 24564 w 48450"/>
                <a:gd name="connsiteY13" fmla="*/ 84933 h 104608"/>
                <a:gd name="connsiteX14" fmla="*/ 29681 w 48450"/>
                <a:gd name="connsiteY14" fmla="*/ 72498 h 104608"/>
                <a:gd name="connsiteX15" fmla="*/ 37516 w 48450"/>
                <a:gd name="connsiteY15" fmla="*/ 52757 h 104608"/>
                <a:gd name="connsiteX16" fmla="*/ 38475 w 48450"/>
                <a:gd name="connsiteY16" fmla="*/ 47783 h 104608"/>
                <a:gd name="connsiteX17" fmla="*/ 23285 w 48450"/>
                <a:gd name="connsiteY17" fmla="*/ 34571 h 104608"/>
                <a:gd name="connsiteX18" fmla="*/ 99 w 48450"/>
                <a:gd name="connsiteY18" fmla="*/ 58353 h 104608"/>
                <a:gd name="connsiteX19" fmla="*/ 2817 w 48450"/>
                <a:gd name="connsiteY19" fmla="*/ 60374 h 104608"/>
                <a:gd name="connsiteX20" fmla="*/ 5696 w 48450"/>
                <a:gd name="connsiteY20" fmla="*/ 57887 h 104608"/>
                <a:gd name="connsiteX21" fmla="*/ 22805 w 48450"/>
                <a:gd name="connsiteY21" fmla="*/ 38923 h 104608"/>
                <a:gd name="connsiteX22" fmla="*/ 26803 w 48450"/>
                <a:gd name="connsiteY22" fmla="*/ 44364 h 104608"/>
                <a:gd name="connsiteX23" fmla="*/ 21846 w 48450"/>
                <a:gd name="connsiteY23" fmla="*/ 59907 h 104608"/>
                <a:gd name="connsiteX24" fmla="*/ 11772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92" y="5971"/>
                  </a:moveTo>
                  <a:cubicBezTo>
                    <a:pt x="44392" y="3484"/>
                    <a:pt x="42473" y="64"/>
                    <a:pt x="37996" y="64"/>
                  </a:cubicBezTo>
                  <a:cubicBezTo>
                    <a:pt x="33678" y="64"/>
                    <a:pt x="29041" y="4106"/>
                    <a:pt x="29041" y="8613"/>
                  </a:cubicBezTo>
                  <a:cubicBezTo>
                    <a:pt x="29041" y="11256"/>
                    <a:pt x="31120" y="14520"/>
                    <a:pt x="35437" y="14520"/>
                  </a:cubicBezTo>
                  <a:cubicBezTo>
                    <a:pt x="40075" y="14520"/>
                    <a:pt x="44392" y="10168"/>
                    <a:pt x="44392" y="5971"/>
                  </a:cubicBezTo>
                  <a:close/>
                  <a:moveTo>
                    <a:pt x="11772" y="84933"/>
                  </a:moveTo>
                  <a:cubicBezTo>
                    <a:pt x="11132" y="86953"/>
                    <a:pt x="10333" y="88819"/>
                    <a:pt x="10333" y="91461"/>
                  </a:cubicBezTo>
                  <a:cubicBezTo>
                    <a:pt x="10333" y="98767"/>
                    <a:pt x="16729" y="104673"/>
                    <a:pt x="25523" y="104673"/>
                  </a:cubicBezTo>
                  <a:cubicBezTo>
                    <a:pt x="41514" y="104673"/>
                    <a:pt x="48549" y="83223"/>
                    <a:pt x="48549" y="80891"/>
                  </a:cubicBezTo>
                  <a:cubicBezTo>
                    <a:pt x="48549" y="78871"/>
                    <a:pt x="46471" y="78871"/>
                    <a:pt x="45991" y="78871"/>
                  </a:cubicBezTo>
                  <a:cubicBezTo>
                    <a:pt x="43752" y="78871"/>
                    <a:pt x="43592" y="79803"/>
                    <a:pt x="42953" y="81513"/>
                  </a:cubicBezTo>
                  <a:cubicBezTo>
                    <a:pt x="39275" y="93948"/>
                    <a:pt x="32239" y="100321"/>
                    <a:pt x="26003" y="100321"/>
                  </a:cubicBezTo>
                  <a:cubicBezTo>
                    <a:pt x="22805" y="100321"/>
                    <a:pt x="22006" y="98300"/>
                    <a:pt x="22006" y="94881"/>
                  </a:cubicBezTo>
                  <a:cubicBezTo>
                    <a:pt x="22006" y="91306"/>
                    <a:pt x="23125" y="88352"/>
                    <a:pt x="24564" y="84933"/>
                  </a:cubicBezTo>
                  <a:cubicBezTo>
                    <a:pt x="26163" y="80736"/>
                    <a:pt x="27922" y="76539"/>
                    <a:pt x="29681" y="72498"/>
                  </a:cubicBezTo>
                  <a:cubicBezTo>
                    <a:pt x="31120" y="68767"/>
                    <a:pt x="36876" y="54622"/>
                    <a:pt x="37516" y="52757"/>
                  </a:cubicBezTo>
                  <a:cubicBezTo>
                    <a:pt x="37996" y="51203"/>
                    <a:pt x="38475" y="49338"/>
                    <a:pt x="38475" y="47783"/>
                  </a:cubicBezTo>
                  <a:cubicBezTo>
                    <a:pt x="38475" y="40478"/>
                    <a:pt x="32079" y="34571"/>
                    <a:pt x="23285" y="34571"/>
                  </a:cubicBezTo>
                  <a:cubicBezTo>
                    <a:pt x="7454" y="34571"/>
                    <a:pt x="99" y="55711"/>
                    <a:pt x="99" y="58353"/>
                  </a:cubicBezTo>
                  <a:cubicBezTo>
                    <a:pt x="99" y="60374"/>
                    <a:pt x="2338" y="60374"/>
                    <a:pt x="2817" y="60374"/>
                  </a:cubicBezTo>
                  <a:cubicBezTo>
                    <a:pt x="5056" y="60374"/>
                    <a:pt x="5216" y="59596"/>
                    <a:pt x="5696" y="57887"/>
                  </a:cubicBezTo>
                  <a:cubicBezTo>
                    <a:pt x="9853" y="44519"/>
                    <a:pt x="16889" y="38923"/>
                    <a:pt x="22805" y="38923"/>
                  </a:cubicBezTo>
                  <a:cubicBezTo>
                    <a:pt x="25363" y="38923"/>
                    <a:pt x="26803" y="40167"/>
                    <a:pt x="26803" y="44364"/>
                  </a:cubicBezTo>
                  <a:cubicBezTo>
                    <a:pt x="26803" y="47939"/>
                    <a:pt x="25843" y="50270"/>
                    <a:pt x="21846" y="59907"/>
                  </a:cubicBezTo>
                  <a:lnTo>
                    <a:pt x="11772"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7" name="Freeform: Shape 436">
              <a:extLst>
                <a:ext uri="{FF2B5EF4-FFF2-40B4-BE49-F238E27FC236}">
                  <a16:creationId xmlns:a16="http://schemas.microsoft.com/office/drawing/2014/main" id="{2130FDF7-992A-30B8-FC1C-903BC7585D90}"/>
                </a:ext>
              </a:extLst>
            </p:cNvPr>
            <p:cNvSpPr/>
            <p:nvPr>
              <p:custDataLst>
                <p:tags r:id="rId16"/>
              </p:custDataLst>
            </p:nvPr>
          </p:nvSpPr>
          <p:spPr>
            <a:xfrm>
              <a:off x="4307047" y="4308965"/>
              <a:ext cx="52996" cy="222052"/>
            </a:xfrm>
            <a:custGeom>
              <a:avLst/>
              <a:gdLst>
                <a:gd name="connsiteX0" fmla="*/ 53098 w 52996"/>
                <a:gd name="connsiteY0" fmla="*/ 111089 h 222052"/>
                <a:gd name="connsiteX1" fmla="*/ 38022 w 52996"/>
                <a:gd name="connsiteY1" fmla="*/ 41809 h 222052"/>
                <a:gd name="connsiteX2" fmla="*/ 2387 w 52996"/>
                <a:gd name="connsiteY2" fmla="*/ 63 h 222052"/>
                <a:gd name="connsiteX3" fmla="*/ 102 w 52996"/>
                <a:gd name="connsiteY3" fmla="*/ 2283 h 222052"/>
                <a:gd name="connsiteX4" fmla="*/ 4442 w 52996"/>
                <a:gd name="connsiteY4" fmla="*/ 7390 h 222052"/>
                <a:gd name="connsiteX5" fmla="*/ 39849 w 52996"/>
                <a:gd name="connsiteY5" fmla="*/ 111089 h 222052"/>
                <a:gd name="connsiteX6" fmla="*/ 3072 w 52996"/>
                <a:gd name="connsiteY6" fmla="*/ 216120 h 222052"/>
                <a:gd name="connsiteX7" fmla="*/ 102 w 52996"/>
                <a:gd name="connsiteY7" fmla="*/ 219895 h 222052"/>
                <a:gd name="connsiteX8" fmla="*/ 2387 w 52996"/>
                <a:gd name="connsiteY8" fmla="*/ 222115 h 222052"/>
                <a:gd name="connsiteX9" fmla="*/ 38707 w 52996"/>
                <a:gd name="connsiteY9" fmla="*/ 178815 h 222052"/>
                <a:gd name="connsiteX10" fmla="*/ 53098 w 52996"/>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98" y="111089"/>
                  </a:moveTo>
                  <a:cubicBezTo>
                    <a:pt x="53098" y="93769"/>
                    <a:pt x="50586" y="66901"/>
                    <a:pt x="38022" y="41809"/>
                  </a:cubicBezTo>
                  <a:cubicBezTo>
                    <a:pt x="24316" y="14496"/>
                    <a:pt x="4671" y="63"/>
                    <a:pt x="2387" y="63"/>
                  </a:cubicBezTo>
                  <a:cubicBezTo>
                    <a:pt x="1016" y="63"/>
                    <a:pt x="102" y="951"/>
                    <a:pt x="102" y="2283"/>
                  </a:cubicBezTo>
                  <a:cubicBezTo>
                    <a:pt x="102" y="2949"/>
                    <a:pt x="102" y="3394"/>
                    <a:pt x="4442" y="7390"/>
                  </a:cubicBezTo>
                  <a:cubicBezTo>
                    <a:pt x="26829" y="29374"/>
                    <a:pt x="39849" y="64680"/>
                    <a:pt x="39849" y="111089"/>
                  </a:cubicBezTo>
                  <a:cubicBezTo>
                    <a:pt x="39849" y="149060"/>
                    <a:pt x="31397" y="188141"/>
                    <a:pt x="3072" y="216120"/>
                  </a:cubicBezTo>
                  <a:cubicBezTo>
                    <a:pt x="102" y="218784"/>
                    <a:pt x="102" y="219228"/>
                    <a:pt x="102" y="219895"/>
                  </a:cubicBezTo>
                  <a:cubicBezTo>
                    <a:pt x="102" y="221227"/>
                    <a:pt x="1016" y="222115"/>
                    <a:pt x="2387" y="222115"/>
                  </a:cubicBezTo>
                  <a:cubicBezTo>
                    <a:pt x="4671" y="222115"/>
                    <a:pt x="25230" y="207016"/>
                    <a:pt x="38707" y="178815"/>
                  </a:cubicBezTo>
                  <a:cubicBezTo>
                    <a:pt x="50357" y="154389"/>
                    <a:pt x="53098" y="129741"/>
                    <a:pt x="53098" y="11108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8" name="Freeform: Shape 437">
              <a:extLst>
                <a:ext uri="{FF2B5EF4-FFF2-40B4-BE49-F238E27FC236}">
                  <a16:creationId xmlns:a16="http://schemas.microsoft.com/office/drawing/2014/main" id="{0912E390-BDF8-0047-FAB6-2A9637CE699B}"/>
                </a:ext>
              </a:extLst>
            </p:cNvPr>
            <p:cNvSpPr/>
            <p:nvPr>
              <p:custDataLst>
                <p:tags r:id="rId17"/>
              </p:custDataLst>
            </p:nvPr>
          </p:nvSpPr>
          <p:spPr>
            <a:xfrm>
              <a:off x="4465958" y="4379799"/>
              <a:ext cx="24213" cy="95704"/>
            </a:xfrm>
            <a:custGeom>
              <a:avLst/>
              <a:gdLst>
                <a:gd name="connsiteX0" fmla="*/ 24323 w 24213"/>
                <a:gd name="connsiteY0" fmla="*/ 11832 h 95704"/>
                <a:gd name="connsiteX1" fmla="*/ 12216 w 24213"/>
                <a:gd name="connsiteY1" fmla="*/ 63 h 95704"/>
                <a:gd name="connsiteX2" fmla="*/ 109 w 24213"/>
                <a:gd name="connsiteY2" fmla="*/ 11832 h 95704"/>
                <a:gd name="connsiteX3" fmla="*/ 12216 w 24213"/>
                <a:gd name="connsiteY3" fmla="*/ 23600 h 95704"/>
                <a:gd name="connsiteX4" fmla="*/ 24323 w 24213"/>
                <a:gd name="connsiteY4" fmla="*/ 11832 h 95704"/>
                <a:gd name="connsiteX5" fmla="*/ 24323 w 24213"/>
                <a:gd name="connsiteY5" fmla="*/ 83999 h 95704"/>
                <a:gd name="connsiteX6" fmla="*/ 12216 w 24213"/>
                <a:gd name="connsiteY6" fmla="*/ 72230 h 95704"/>
                <a:gd name="connsiteX7" fmla="*/ 109 w 24213"/>
                <a:gd name="connsiteY7" fmla="*/ 83999 h 95704"/>
                <a:gd name="connsiteX8" fmla="*/ 12216 w 24213"/>
                <a:gd name="connsiteY8" fmla="*/ 95767 h 95704"/>
                <a:gd name="connsiteX9" fmla="*/ 24323 w 24213"/>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13" h="95704">
                  <a:moveTo>
                    <a:pt x="24323" y="11832"/>
                  </a:moveTo>
                  <a:cubicBezTo>
                    <a:pt x="24323" y="5392"/>
                    <a:pt x="18840" y="63"/>
                    <a:pt x="12216" y="63"/>
                  </a:cubicBezTo>
                  <a:cubicBezTo>
                    <a:pt x="5591" y="63"/>
                    <a:pt x="109" y="5392"/>
                    <a:pt x="109" y="11832"/>
                  </a:cubicBezTo>
                  <a:cubicBezTo>
                    <a:pt x="109" y="18271"/>
                    <a:pt x="5591" y="23600"/>
                    <a:pt x="12216" y="23600"/>
                  </a:cubicBezTo>
                  <a:cubicBezTo>
                    <a:pt x="18840" y="23600"/>
                    <a:pt x="24323" y="18271"/>
                    <a:pt x="24323" y="11832"/>
                  </a:cubicBezTo>
                  <a:close/>
                  <a:moveTo>
                    <a:pt x="24323" y="83999"/>
                  </a:moveTo>
                  <a:cubicBezTo>
                    <a:pt x="24323" y="77559"/>
                    <a:pt x="18840" y="72230"/>
                    <a:pt x="12216" y="72230"/>
                  </a:cubicBezTo>
                  <a:cubicBezTo>
                    <a:pt x="5591" y="72230"/>
                    <a:pt x="109" y="77559"/>
                    <a:pt x="109" y="83999"/>
                  </a:cubicBezTo>
                  <a:cubicBezTo>
                    <a:pt x="109" y="90438"/>
                    <a:pt x="5591" y="95767"/>
                    <a:pt x="12216" y="95767"/>
                  </a:cubicBezTo>
                  <a:cubicBezTo>
                    <a:pt x="18840" y="95767"/>
                    <a:pt x="24323" y="90438"/>
                    <a:pt x="24323" y="8399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9" name="Freeform: Shape 438">
              <a:extLst>
                <a:ext uri="{FF2B5EF4-FFF2-40B4-BE49-F238E27FC236}">
                  <a16:creationId xmlns:a16="http://schemas.microsoft.com/office/drawing/2014/main" id="{CB7A8329-DADD-A0BF-F702-12697A1018F7}"/>
                </a:ext>
              </a:extLst>
            </p:cNvPr>
            <p:cNvSpPr/>
            <p:nvPr>
              <p:custDataLst>
                <p:tags r:id="rId18"/>
              </p:custDataLst>
            </p:nvPr>
          </p:nvSpPr>
          <p:spPr>
            <a:xfrm>
              <a:off x="4579843" y="4328727"/>
              <a:ext cx="60306" cy="149219"/>
            </a:xfrm>
            <a:custGeom>
              <a:avLst/>
              <a:gdLst>
                <a:gd name="connsiteX0" fmla="*/ 58365 w 60306"/>
                <a:gd name="connsiteY0" fmla="*/ 8057 h 149219"/>
                <a:gd name="connsiteX1" fmla="*/ 49913 w 60306"/>
                <a:gd name="connsiteY1" fmla="*/ 63 h 149219"/>
                <a:gd name="connsiteX2" fmla="*/ 37577 w 60306"/>
                <a:gd name="connsiteY2" fmla="*/ 11832 h 149219"/>
                <a:gd name="connsiteX3" fmla="*/ 46258 w 60306"/>
                <a:gd name="connsiteY3" fmla="*/ 19825 h 149219"/>
                <a:gd name="connsiteX4" fmla="*/ 58365 w 60306"/>
                <a:gd name="connsiteY4" fmla="*/ 8057 h 149219"/>
                <a:gd name="connsiteX5" fmla="*/ 41004 w 60306"/>
                <a:gd name="connsiteY5" fmla="*/ 91548 h 149219"/>
                <a:gd name="connsiteX6" fmla="*/ 46029 w 60306"/>
                <a:gd name="connsiteY6" fmla="*/ 78669 h 149219"/>
                <a:gd name="connsiteX7" fmla="*/ 48999 w 60306"/>
                <a:gd name="connsiteY7" fmla="*/ 66901 h 149219"/>
                <a:gd name="connsiteX8" fmla="*/ 30267 w 60306"/>
                <a:gd name="connsiteY8" fmla="*/ 48692 h 149219"/>
                <a:gd name="connsiteX9" fmla="*/ 114 w 60306"/>
                <a:gd name="connsiteY9" fmla="*/ 82888 h 149219"/>
                <a:gd name="connsiteX10" fmla="*/ 2856 w 60306"/>
                <a:gd name="connsiteY10" fmla="*/ 85109 h 149219"/>
                <a:gd name="connsiteX11" fmla="*/ 6510 w 60306"/>
                <a:gd name="connsiteY11" fmla="*/ 81112 h 149219"/>
                <a:gd name="connsiteX12" fmla="*/ 29582 w 60306"/>
                <a:gd name="connsiteY12" fmla="*/ 53577 h 149219"/>
                <a:gd name="connsiteX13" fmla="*/ 35293 w 60306"/>
                <a:gd name="connsiteY13" fmla="*/ 60683 h 149219"/>
                <a:gd name="connsiteX14" fmla="*/ 32780 w 60306"/>
                <a:gd name="connsiteY14" fmla="*/ 72230 h 149219"/>
                <a:gd name="connsiteX15" fmla="*/ 17018 w 60306"/>
                <a:gd name="connsiteY15" fmla="*/ 113309 h 149219"/>
                <a:gd name="connsiteX16" fmla="*/ 11764 w 60306"/>
                <a:gd name="connsiteY16" fmla="*/ 131074 h 149219"/>
                <a:gd name="connsiteX17" fmla="*/ 30496 w 60306"/>
                <a:gd name="connsiteY17" fmla="*/ 149282 h 149219"/>
                <a:gd name="connsiteX18" fmla="*/ 60420 w 60306"/>
                <a:gd name="connsiteY18" fmla="*/ 115086 h 149219"/>
                <a:gd name="connsiteX19" fmla="*/ 57679 w 60306"/>
                <a:gd name="connsiteY19" fmla="*/ 112865 h 149219"/>
                <a:gd name="connsiteX20" fmla="*/ 54253 w 60306"/>
                <a:gd name="connsiteY20" fmla="*/ 116862 h 149219"/>
                <a:gd name="connsiteX21" fmla="*/ 30953 w 60306"/>
                <a:gd name="connsiteY21" fmla="*/ 144397 h 149219"/>
                <a:gd name="connsiteX22" fmla="*/ 25470 w 60306"/>
                <a:gd name="connsiteY22" fmla="*/ 137069 h 149219"/>
                <a:gd name="connsiteX23" fmla="*/ 32095 w 60306"/>
                <a:gd name="connsiteY23" fmla="*/ 114864 h 149219"/>
                <a:gd name="connsiteX24" fmla="*/ 41004 w 60306"/>
                <a:gd name="connsiteY24" fmla="*/ 91548 h 14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06" h="149219">
                  <a:moveTo>
                    <a:pt x="58365" y="8057"/>
                  </a:moveTo>
                  <a:cubicBezTo>
                    <a:pt x="58365" y="3616"/>
                    <a:pt x="55166" y="63"/>
                    <a:pt x="49913" y="63"/>
                  </a:cubicBezTo>
                  <a:cubicBezTo>
                    <a:pt x="43745" y="63"/>
                    <a:pt x="37577" y="5836"/>
                    <a:pt x="37577" y="11832"/>
                  </a:cubicBezTo>
                  <a:cubicBezTo>
                    <a:pt x="37577" y="16051"/>
                    <a:pt x="40775" y="19825"/>
                    <a:pt x="46258" y="19825"/>
                  </a:cubicBezTo>
                  <a:cubicBezTo>
                    <a:pt x="51512" y="19825"/>
                    <a:pt x="58365" y="14718"/>
                    <a:pt x="58365" y="8057"/>
                  </a:cubicBezTo>
                  <a:close/>
                  <a:moveTo>
                    <a:pt x="41004" y="91548"/>
                  </a:moveTo>
                  <a:cubicBezTo>
                    <a:pt x="43745" y="85109"/>
                    <a:pt x="43745" y="84665"/>
                    <a:pt x="46029" y="78669"/>
                  </a:cubicBezTo>
                  <a:cubicBezTo>
                    <a:pt x="47857" y="74228"/>
                    <a:pt x="48999" y="71120"/>
                    <a:pt x="48999" y="66901"/>
                  </a:cubicBezTo>
                  <a:cubicBezTo>
                    <a:pt x="48999" y="56908"/>
                    <a:pt x="41689" y="48692"/>
                    <a:pt x="30267" y="48692"/>
                  </a:cubicBezTo>
                  <a:cubicBezTo>
                    <a:pt x="8795" y="48692"/>
                    <a:pt x="114" y="80890"/>
                    <a:pt x="114" y="82888"/>
                  </a:cubicBezTo>
                  <a:cubicBezTo>
                    <a:pt x="114" y="85109"/>
                    <a:pt x="2399" y="85109"/>
                    <a:pt x="2856" y="85109"/>
                  </a:cubicBezTo>
                  <a:cubicBezTo>
                    <a:pt x="5140" y="85109"/>
                    <a:pt x="5368" y="84665"/>
                    <a:pt x="6510" y="81112"/>
                  </a:cubicBezTo>
                  <a:cubicBezTo>
                    <a:pt x="12678" y="60239"/>
                    <a:pt x="21815" y="53577"/>
                    <a:pt x="29582" y="53577"/>
                  </a:cubicBezTo>
                  <a:cubicBezTo>
                    <a:pt x="31410" y="53577"/>
                    <a:pt x="35293" y="53577"/>
                    <a:pt x="35293" y="60683"/>
                  </a:cubicBezTo>
                  <a:cubicBezTo>
                    <a:pt x="35293" y="65346"/>
                    <a:pt x="33694" y="70009"/>
                    <a:pt x="32780" y="72230"/>
                  </a:cubicBezTo>
                  <a:cubicBezTo>
                    <a:pt x="30953" y="78003"/>
                    <a:pt x="20673" y="103761"/>
                    <a:pt x="17018" y="113309"/>
                  </a:cubicBezTo>
                  <a:cubicBezTo>
                    <a:pt x="14734" y="119083"/>
                    <a:pt x="11764" y="126411"/>
                    <a:pt x="11764" y="131074"/>
                  </a:cubicBezTo>
                  <a:cubicBezTo>
                    <a:pt x="11764" y="141510"/>
                    <a:pt x="19531" y="149282"/>
                    <a:pt x="30496" y="149282"/>
                  </a:cubicBezTo>
                  <a:cubicBezTo>
                    <a:pt x="51968" y="149282"/>
                    <a:pt x="60420" y="117084"/>
                    <a:pt x="60420" y="115086"/>
                  </a:cubicBezTo>
                  <a:cubicBezTo>
                    <a:pt x="60420" y="112865"/>
                    <a:pt x="58365" y="112865"/>
                    <a:pt x="57679" y="112865"/>
                  </a:cubicBezTo>
                  <a:cubicBezTo>
                    <a:pt x="55395" y="112865"/>
                    <a:pt x="55395" y="113531"/>
                    <a:pt x="54253" y="116862"/>
                  </a:cubicBezTo>
                  <a:cubicBezTo>
                    <a:pt x="50141" y="130852"/>
                    <a:pt x="42603" y="144397"/>
                    <a:pt x="30953" y="144397"/>
                  </a:cubicBezTo>
                  <a:cubicBezTo>
                    <a:pt x="27069" y="144397"/>
                    <a:pt x="25470" y="142176"/>
                    <a:pt x="25470" y="137069"/>
                  </a:cubicBezTo>
                  <a:cubicBezTo>
                    <a:pt x="25470" y="131518"/>
                    <a:pt x="26841" y="128409"/>
                    <a:pt x="32095" y="114864"/>
                  </a:cubicBezTo>
                  <a:lnTo>
                    <a:pt x="41004" y="9154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0" name="Freeform: Shape 439">
              <a:extLst>
                <a:ext uri="{FF2B5EF4-FFF2-40B4-BE49-F238E27FC236}">
                  <a16:creationId xmlns:a16="http://schemas.microsoft.com/office/drawing/2014/main" id="{293800D2-8600-A2F7-2CF4-607A209107F5}"/>
                </a:ext>
              </a:extLst>
            </p:cNvPr>
            <p:cNvSpPr/>
            <p:nvPr>
              <p:custDataLst>
                <p:tags r:id="rId19"/>
              </p:custDataLst>
            </p:nvPr>
          </p:nvSpPr>
          <p:spPr>
            <a:xfrm>
              <a:off x="4728160" y="4394011"/>
              <a:ext cx="151907" cy="51960"/>
            </a:xfrm>
            <a:custGeom>
              <a:avLst/>
              <a:gdLst>
                <a:gd name="connsiteX0" fmla="*/ 144261 w 151907"/>
                <a:gd name="connsiteY0" fmla="*/ 8945 h 51960"/>
                <a:gd name="connsiteX1" fmla="*/ 152028 w 151907"/>
                <a:gd name="connsiteY1" fmla="*/ 4504 h 51960"/>
                <a:gd name="connsiteX2" fmla="*/ 144490 w 151907"/>
                <a:gd name="connsiteY2" fmla="*/ 63 h 51960"/>
                <a:gd name="connsiteX3" fmla="*/ 7659 w 151907"/>
                <a:gd name="connsiteY3" fmla="*/ 63 h 51960"/>
                <a:gd name="connsiteX4" fmla="*/ 121 w 151907"/>
                <a:gd name="connsiteY4" fmla="*/ 4504 h 51960"/>
                <a:gd name="connsiteX5" fmla="*/ 7887 w 151907"/>
                <a:gd name="connsiteY5" fmla="*/ 8945 h 51960"/>
                <a:gd name="connsiteX6" fmla="*/ 144261 w 151907"/>
                <a:gd name="connsiteY6" fmla="*/ 8945 h 51960"/>
                <a:gd name="connsiteX7" fmla="*/ 144490 w 151907"/>
                <a:gd name="connsiteY7" fmla="*/ 52023 h 51960"/>
                <a:gd name="connsiteX8" fmla="*/ 152028 w 151907"/>
                <a:gd name="connsiteY8" fmla="*/ 47582 h 51960"/>
                <a:gd name="connsiteX9" fmla="*/ 144261 w 151907"/>
                <a:gd name="connsiteY9" fmla="*/ 43141 h 51960"/>
                <a:gd name="connsiteX10" fmla="*/ 7887 w 151907"/>
                <a:gd name="connsiteY10" fmla="*/ 43141 h 51960"/>
                <a:gd name="connsiteX11" fmla="*/ 121 w 151907"/>
                <a:gd name="connsiteY11" fmla="*/ 47582 h 51960"/>
                <a:gd name="connsiteX12" fmla="*/ 7659 w 151907"/>
                <a:gd name="connsiteY12" fmla="*/ 52023 h 51960"/>
                <a:gd name="connsiteX13" fmla="*/ 144490 w 15190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07" h="51960">
                  <a:moveTo>
                    <a:pt x="144261" y="8945"/>
                  </a:moveTo>
                  <a:cubicBezTo>
                    <a:pt x="147688" y="8945"/>
                    <a:pt x="152028" y="8945"/>
                    <a:pt x="152028" y="4504"/>
                  </a:cubicBezTo>
                  <a:cubicBezTo>
                    <a:pt x="152028" y="63"/>
                    <a:pt x="147688" y="63"/>
                    <a:pt x="144490" y="63"/>
                  </a:cubicBezTo>
                  <a:lnTo>
                    <a:pt x="7659" y="63"/>
                  </a:lnTo>
                  <a:cubicBezTo>
                    <a:pt x="4461" y="63"/>
                    <a:pt x="121" y="63"/>
                    <a:pt x="121" y="4504"/>
                  </a:cubicBezTo>
                  <a:cubicBezTo>
                    <a:pt x="121" y="8945"/>
                    <a:pt x="4461" y="8945"/>
                    <a:pt x="7887" y="8945"/>
                  </a:cubicBezTo>
                  <a:lnTo>
                    <a:pt x="144261" y="8945"/>
                  </a:lnTo>
                  <a:close/>
                  <a:moveTo>
                    <a:pt x="144490" y="52023"/>
                  </a:moveTo>
                  <a:cubicBezTo>
                    <a:pt x="147688" y="52023"/>
                    <a:pt x="152028" y="52023"/>
                    <a:pt x="152028" y="47582"/>
                  </a:cubicBezTo>
                  <a:cubicBezTo>
                    <a:pt x="152028" y="43141"/>
                    <a:pt x="147688" y="43141"/>
                    <a:pt x="144261" y="43141"/>
                  </a:cubicBezTo>
                  <a:lnTo>
                    <a:pt x="7887" y="43141"/>
                  </a:lnTo>
                  <a:cubicBezTo>
                    <a:pt x="4461" y="43141"/>
                    <a:pt x="121" y="43141"/>
                    <a:pt x="121" y="47582"/>
                  </a:cubicBezTo>
                  <a:cubicBezTo>
                    <a:pt x="121" y="52023"/>
                    <a:pt x="4461" y="52023"/>
                    <a:pt x="7659" y="52023"/>
                  </a:cubicBezTo>
                  <a:lnTo>
                    <a:pt x="144490" y="5202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1" name="Freeform: Shape 440">
              <a:extLst>
                <a:ext uri="{FF2B5EF4-FFF2-40B4-BE49-F238E27FC236}">
                  <a16:creationId xmlns:a16="http://schemas.microsoft.com/office/drawing/2014/main" id="{6428583E-AEC6-FCFA-CD1F-7A173AB94539}"/>
                </a:ext>
              </a:extLst>
            </p:cNvPr>
            <p:cNvSpPr/>
            <p:nvPr>
              <p:custDataLst>
                <p:tags r:id="rId20"/>
              </p:custDataLst>
            </p:nvPr>
          </p:nvSpPr>
          <p:spPr>
            <a:xfrm>
              <a:off x="4976820" y="4327617"/>
              <a:ext cx="75382" cy="147886"/>
            </a:xfrm>
            <a:custGeom>
              <a:avLst/>
              <a:gdLst>
                <a:gd name="connsiteX0" fmla="*/ 46960 w 75382"/>
                <a:gd name="connsiteY0" fmla="*/ 5836 h 147886"/>
                <a:gd name="connsiteX1" fmla="*/ 41706 w 75382"/>
                <a:gd name="connsiteY1" fmla="*/ 63 h 147886"/>
                <a:gd name="connsiteX2" fmla="*/ 131 w 75382"/>
                <a:gd name="connsiteY2" fmla="*/ 14274 h 147886"/>
                <a:gd name="connsiteX3" fmla="*/ 131 w 75382"/>
                <a:gd name="connsiteY3" fmla="*/ 21158 h 147886"/>
                <a:gd name="connsiteX4" fmla="*/ 30056 w 75382"/>
                <a:gd name="connsiteY4" fmla="*/ 15384 h 147886"/>
                <a:gd name="connsiteX5" fmla="*/ 30056 w 75382"/>
                <a:gd name="connsiteY5" fmla="*/ 130407 h 147886"/>
                <a:gd name="connsiteX6" fmla="*/ 8812 w 75382"/>
                <a:gd name="connsiteY6" fmla="*/ 141066 h 147886"/>
                <a:gd name="connsiteX7" fmla="*/ 1502 w 75382"/>
                <a:gd name="connsiteY7" fmla="*/ 141066 h 147886"/>
                <a:gd name="connsiteX8" fmla="*/ 1502 w 75382"/>
                <a:gd name="connsiteY8" fmla="*/ 147950 h 147886"/>
                <a:gd name="connsiteX9" fmla="*/ 38508 w 75382"/>
                <a:gd name="connsiteY9" fmla="*/ 147283 h 147886"/>
                <a:gd name="connsiteX10" fmla="*/ 75514 w 75382"/>
                <a:gd name="connsiteY10" fmla="*/ 147950 h 147886"/>
                <a:gd name="connsiteX11" fmla="*/ 75514 w 75382"/>
                <a:gd name="connsiteY11" fmla="*/ 141066 h 147886"/>
                <a:gd name="connsiteX12" fmla="*/ 68204 w 75382"/>
                <a:gd name="connsiteY12" fmla="*/ 141066 h 147886"/>
                <a:gd name="connsiteX13" fmla="*/ 46960 w 75382"/>
                <a:gd name="connsiteY13" fmla="*/ 130407 h 147886"/>
                <a:gd name="connsiteX14" fmla="*/ 46960 w 75382"/>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382" h="147886">
                  <a:moveTo>
                    <a:pt x="46960" y="5836"/>
                  </a:moveTo>
                  <a:cubicBezTo>
                    <a:pt x="46960" y="507"/>
                    <a:pt x="46960" y="63"/>
                    <a:pt x="41706" y="63"/>
                  </a:cubicBezTo>
                  <a:cubicBezTo>
                    <a:pt x="27543" y="14274"/>
                    <a:pt x="7441" y="14274"/>
                    <a:pt x="131" y="14274"/>
                  </a:cubicBezTo>
                  <a:lnTo>
                    <a:pt x="131" y="21158"/>
                  </a:lnTo>
                  <a:cubicBezTo>
                    <a:pt x="4700" y="21158"/>
                    <a:pt x="18177" y="21158"/>
                    <a:pt x="30056" y="15384"/>
                  </a:cubicBezTo>
                  <a:lnTo>
                    <a:pt x="30056" y="130407"/>
                  </a:lnTo>
                  <a:cubicBezTo>
                    <a:pt x="30056" y="138401"/>
                    <a:pt x="29370" y="141066"/>
                    <a:pt x="8812" y="141066"/>
                  </a:cubicBezTo>
                  <a:lnTo>
                    <a:pt x="1502" y="141066"/>
                  </a:lnTo>
                  <a:lnTo>
                    <a:pt x="1502" y="147950"/>
                  </a:lnTo>
                  <a:cubicBezTo>
                    <a:pt x="9497" y="147283"/>
                    <a:pt x="29370" y="147283"/>
                    <a:pt x="38508" y="147283"/>
                  </a:cubicBezTo>
                  <a:cubicBezTo>
                    <a:pt x="47645" y="147283"/>
                    <a:pt x="67519" y="147283"/>
                    <a:pt x="75514" y="147950"/>
                  </a:cubicBezTo>
                  <a:lnTo>
                    <a:pt x="75514" y="141066"/>
                  </a:lnTo>
                  <a:lnTo>
                    <a:pt x="68204" y="141066"/>
                  </a:lnTo>
                  <a:cubicBezTo>
                    <a:pt x="47645" y="141066"/>
                    <a:pt x="46960" y="138623"/>
                    <a:pt x="46960" y="130407"/>
                  </a:cubicBezTo>
                  <a:lnTo>
                    <a:pt x="46960" y="5836"/>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2" name="Freeform: Shape 441">
              <a:extLst>
                <a:ext uri="{FF2B5EF4-FFF2-40B4-BE49-F238E27FC236}">
                  <a16:creationId xmlns:a16="http://schemas.microsoft.com/office/drawing/2014/main" id="{1CD725C8-3A76-1660-186C-92082A31B833}"/>
                </a:ext>
              </a:extLst>
            </p:cNvPr>
            <p:cNvSpPr/>
            <p:nvPr>
              <p:custDataLst>
                <p:tags r:id="rId21"/>
              </p:custDataLst>
            </p:nvPr>
          </p:nvSpPr>
          <p:spPr>
            <a:xfrm>
              <a:off x="5090351" y="4451966"/>
              <a:ext cx="26726" cy="66393"/>
            </a:xfrm>
            <a:custGeom>
              <a:avLst/>
              <a:gdLst>
                <a:gd name="connsiteX0" fmla="*/ 26863 w 26726"/>
                <a:gd name="connsiteY0" fmla="*/ 23378 h 66393"/>
                <a:gd name="connsiteX1" fmla="*/ 12243 w 26726"/>
                <a:gd name="connsiteY1" fmla="*/ 63 h 66393"/>
                <a:gd name="connsiteX2" fmla="*/ 136 w 26726"/>
                <a:gd name="connsiteY2" fmla="*/ 11832 h 66393"/>
                <a:gd name="connsiteX3" fmla="*/ 12243 w 26726"/>
                <a:gd name="connsiteY3" fmla="*/ 23600 h 66393"/>
                <a:gd name="connsiteX4" fmla="*/ 20238 w 26726"/>
                <a:gd name="connsiteY4" fmla="*/ 20714 h 66393"/>
                <a:gd name="connsiteX5" fmla="*/ 21380 w 26726"/>
                <a:gd name="connsiteY5" fmla="*/ 20047 h 66393"/>
                <a:gd name="connsiteX6" fmla="*/ 21837 w 26726"/>
                <a:gd name="connsiteY6" fmla="*/ 23378 h 66393"/>
                <a:gd name="connsiteX7" fmla="*/ 6304 w 26726"/>
                <a:gd name="connsiteY7" fmla="*/ 60461 h 66393"/>
                <a:gd name="connsiteX8" fmla="*/ 3791 w 26726"/>
                <a:gd name="connsiteY8" fmla="*/ 64014 h 66393"/>
                <a:gd name="connsiteX9" fmla="*/ 6075 w 26726"/>
                <a:gd name="connsiteY9" fmla="*/ 66456 h 66393"/>
                <a:gd name="connsiteX10" fmla="*/ 26863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63" y="23378"/>
                  </a:moveTo>
                  <a:cubicBezTo>
                    <a:pt x="26863" y="8723"/>
                    <a:pt x="21152" y="63"/>
                    <a:pt x="12243" y="63"/>
                  </a:cubicBezTo>
                  <a:cubicBezTo>
                    <a:pt x="4705" y="63"/>
                    <a:pt x="136" y="5614"/>
                    <a:pt x="136" y="11832"/>
                  </a:cubicBezTo>
                  <a:cubicBezTo>
                    <a:pt x="136" y="17827"/>
                    <a:pt x="4705" y="23600"/>
                    <a:pt x="12243" y="23600"/>
                  </a:cubicBezTo>
                  <a:cubicBezTo>
                    <a:pt x="14984" y="23600"/>
                    <a:pt x="17954" y="22712"/>
                    <a:pt x="20238" y="20714"/>
                  </a:cubicBezTo>
                  <a:cubicBezTo>
                    <a:pt x="20923" y="20270"/>
                    <a:pt x="21152" y="20047"/>
                    <a:pt x="21380" y="20047"/>
                  </a:cubicBezTo>
                  <a:cubicBezTo>
                    <a:pt x="21609" y="20047"/>
                    <a:pt x="21837" y="20270"/>
                    <a:pt x="21837" y="23378"/>
                  </a:cubicBezTo>
                  <a:cubicBezTo>
                    <a:pt x="21837" y="39810"/>
                    <a:pt x="13842" y="53133"/>
                    <a:pt x="6304" y="60461"/>
                  </a:cubicBezTo>
                  <a:cubicBezTo>
                    <a:pt x="3791" y="62904"/>
                    <a:pt x="3791" y="63348"/>
                    <a:pt x="3791" y="64014"/>
                  </a:cubicBezTo>
                  <a:cubicBezTo>
                    <a:pt x="3791" y="65568"/>
                    <a:pt x="4933" y="66456"/>
                    <a:pt x="6075" y="66456"/>
                  </a:cubicBezTo>
                  <a:cubicBezTo>
                    <a:pt x="8588" y="66456"/>
                    <a:pt x="26863" y="49358"/>
                    <a:pt x="26863"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3" name="Freeform: Shape 442">
              <a:extLst>
                <a:ext uri="{FF2B5EF4-FFF2-40B4-BE49-F238E27FC236}">
                  <a16:creationId xmlns:a16="http://schemas.microsoft.com/office/drawing/2014/main" id="{85E67C22-8041-B589-471F-37FB1A93C251}"/>
                </a:ext>
              </a:extLst>
            </p:cNvPr>
            <p:cNvSpPr/>
            <p:nvPr>
              <p:custDataLst>
                <p:tags r:id="rId22"/>
              </p:custDataLst>
            </p:nvPr>
          </p:nvSpPr>
          <p:spPr>
            <a:xfrm>
              <a:off x="5191876" y="4451966"/>
              <a:ext cx="24213" cy="23537"/>
            </a:xfrm>
            <a:custGeom>
              <a:avLst/>
              <a:gdLst>
                <a:gd name="connsiteX0" fmla="*/ 24354 w 24213"/>
                <a:gd name="connsiteY0" fmla="*/ 11832 h 23537"/>
                <a:gd name="connsiteX1" fmla="*/ 12247 w 24213"/>
                <a:gd name="connsiteY1" fmla="*/ 63 h 23537"/>
                <a:gd name="connsiteX2" fmla="*/ 141 w 24213"/>
                <a:gd name="connsiteY2" fmla="*/ 11832 h 23537"/>
                <a:gd name="connsiteX3" fmla="*/ 12247 w 24213"/>
                <a:gd name="connsiteY3" fmla="*/ 23600 h 23537"/>
                <a:gd name="connsiteX4" fmla="*/ 24354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4" y="11832"/>
                  </a:moveTo>
                  <a:cubicBezTo>
                    <a:pt x="24354" y="5392"/>
                    <a:pt x="18872" y="63"/>
                    <a:pt x="12247" y="63"/>
                  </a:cubicBezTo>
                  <a:cubicBezTo>
                    <a:pt x="5623" y="63"/>
                    <a:pt x="141" y="5392"/>
                    <a:pt x="141" y="11832"/>
                  </a:cubicBezTo>
                  <a:cubicBezTo>
                    <a:pt x="141" y="18271"/>
                    <a:pt x="5623" y="23600"/>
                    <a:pt x="12247" y="23600"/>
                  </a:cubicBezTo>
                  <a:cubicBezTo>
                    <a:pt x="18872" y="23600"/>
                    <a:pt x="24354" y="18271"/>
                    <a:pt x="24354"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4" name="Freeform: Shape 443">
              <a:extLst>
                <a:ext uri="{FF2B5EF4-FFF2-40B4-BE49-F238E27FC236}">
                  <a16:creationId xmlns:a16="http://schemas.microsoft.com/office/drawing/2014/main" id="{E99CA465-70D1-7DF7-AB31-274215896203}"/>
                </a:ext>
              </a:extLst>
            </p:cNvPr>
            <p:cNvSpPr/>
            <p:nvPr>
              <p:custDataLst>
                <p:tags r:id="rId23"/>
              </p:custDataLst>
            </p:nvPr>
          </p:nvSpPr>
          <p:spPr>
            <a:xfrm>
              <a:off x="5293400" y="4451966"/>
              <a:ext cx="24213" cy="23537"/>
            </a:xfrm>
            <a:custGeom>
              <a:avLst/>
              <a:gdLst>
                <a:gd name="connsiteX0" fmla="*/ 24359 w 24213"/>
                <a:gd name="connsiteY0" fmla="*/ 11832 h 23537"/>
                <a:gd name="connsiteX1" fmla="*/ 12252 w 24213"/>
                <a:gd name="connsiteY1" fmla="*/ 63 h 23537"/>
                <a:gd name="connsiteX2" fmla="*/ 145 w 24213"/>
                <a:gd name="connsiteY2" fmla="*/ 11832 h 23537"/>
                <a:gd name="connsiteX3" fmla="*/ 12252 w 24213"/>
                <a:gd name="connsiteY3" fmla="*/ 23600 h 23537"/>
                <a:gd name="connsiteX4" fmla="*/ 24359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9" y="11832"/>
                  </a:moveTo>
                  <a:cubicBezTo>
                    <a:pt x="24359" y="5392"/>
                    <a:pt x="18876" y="63"/>
                    <a:pt x="12252" y="63"/>
                  </a:cubicBezTo>
                  <a:cubicBezTo>
                    <a:pt x="5627" y="63"/>
                    <a:pt x="145" y="5392"/>
                    <a:pt x="145" y="11832"/>
                  </a:cubicBezTo>
                  <a:cubicBezTo>
                    <a:pt x="145" y="18271"/>
                    <a:pt x="5627" y="23600"/>
                    <a:pt x="12252" y="23600"/>
                  </a:cubicBezTo>
                  <a:cubicBezTo>
                    <a:pt x="18876" y="23600"/>
                    <a:pt x="24359" y="18271"/>
                    <a:pt x="24359"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5" name="Freeform: Shape 444">
              <a:extLst>
                <a:ext uri="{FF2B5EF4-FFF2-40B4-BE49-F238E27FC236}">
                  <a16:creationId xmlns:a16="http://schemas.microsoft.com/office/drawing/2014/main" id="{5A9810D8-4C75-DE2E-74E8-AAB7CE45AE2D}"/>
                </a:ext>
              </a:extLst>
            </p:cNvPr>
            <p:cNvSpPr/>
            <p:nvPr>
              <p:custDataLst>
                <p:tags r:id="rId24"/>
              </p:custDataLst>
            </p:nvPr>
          </p:nvSpPr>
          <p:spPr>
            <a:xfrm>
              <a:off x="5394925" y="4451966"/>
              <a:ext cx="24213" cy="23537"/>
            </a:xfrm>
            <a:custGeom>
              <a:avLst/>
              <a:gdLst>
                <a:gd name="connsiteX0" fmla="*/ 24363 w 24213"/>
                <a:gd name="connsiteY0" fmla="*/ 11832 h 23537"/>
                <a:gd name="connsiteX1" fmla="*/ 12256 w 24213"/>
                <a:gd name="connsiteY1" fmla="*/ 63 h 23537"/>
                <a:gd name="connsiteX2" fmla="*/ 149 w 24213"/>
                <a:gd name="connsiteY2" fmla="*/ 11832 h 23537"/>
                <a:gd name="connsiteX3" fmla="*/ 12256 w 24213"/>
                <a:gd name="connsiteY3" fmla="*/ 23600 h 23537"/>
                <a:gd name="connsiteX4" fmla="*/ 24363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63" y="11832"/>
                  </a:moveTo>
                  <a:cubicBezTo>
                    <a:pt x="24363" y="5392"/>
                    <a:pt x="18881" y="63"/>
                    <a:pt x="12256" y="63"/>
                  </a:cubicBezTo>
                  <a:cubicBezTo>
                    <a:pt x="5632" y="63"/>
                    <a:pt x="149" y="5392"/>
                    <a:pt x="149" y="11832"/>
                  </a:cubicBezTo>
                  <a:cubicBezTo>
                    <a:pt x="149" y="18271"/>
                    <a:pt x="5632" y="23600"/>
                    <a:pt x="12256" y="23600"/>
                  </a:cubicBezTo>
                  <a:cubicBezTo>
                    <a:pt x="18881" y="23600"/>
                    <a:pt x="24363" y="18271"/>
                    <a:pt x="24363"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6" name="Freeform: Shape 445">
              <a:extLst>
                <a:ext uri="{FF2B5EF4-FFF2-40B4-BE49-F238E27FC236}">
                  <a16:creationId xmlns:a16="http://schemas.microsoft.com/office/drawing/2014/main" id="{3CD047AD-E679-D9C5-7DCE-E64F02B6121E}"/>
                </a:ext>
              </a:extLst>
            </p:cNvPr>
            <p:cNvSpPr/>
            <p:nvPr>
              <p:custDataLst>
                <p:tags r:id="rId25"/>
              </p:custDataLst>
            </p:nvPr>
          </p:nvSpPr>
          <p:spPr>
            <a:xfrm>
              <a:off x="5483429" y="4377357"/>
              <a:ext cx="123810" cy="100589"/>
            </a:xfrm>
            <a:custGeom>
              <a:avLst/>
              <a:gdLst>
                <a:gd name="connsiteX0" fmla="*/ 13631 w 123810"/>
                <a:gd name="connsiteY0" fmla="*/ 85109 h 100589"/>
                <a:gd name="connsiteX1" fmla="*/ 11575 w 123810"/>
                <a:gd name="connsiteY1" fmla="*/ 94657 h 100589"/>
                <a:gd name="connsiteX2" fmla="*/ 18200 w 123810"/>
                <a:gd name="connsiteY2" fmla="*/ 100652 h 100589"/>
                <a:gd name="connsiteX3" fmla="*/ 26652 w 123810"/>
                <a:gd name="connsiteY3" fmla="*/ 94435 h 100589"/>
                <a:gd name="connsiteX4" fmla="*/ 30992 w 123810"/>
                <a:gd name="connsiteY4" fmla="*/ 78003 h 100589"/>
                <a:gd name="connsiteX5" fmla="*/ 36018 w 123810"/>
                <a:gd name="connsiteY5" fmla="*/ 58018 h 100589"/>
                <a:gd name="connsiteX6" fmla="*/ 39901 w 123810"/>
                <a:gd name="connsiteY6" fmla="*/ 43141 h 100589"/>
                <a:gd name="connsiteX7" fmla="*/ 42871 w 123810"/>
                <a:gd name="connsiteY7" fmla="*/ 32038 h 100589"/>
                <a:gd name="connsiteX8" fmla="*/ 80105 w 123810"/>
                <a:gd name="connsiteY8" fmla="*/ 4948 h 100589"/>
                <a:gd name="connsiteX9" fmla="*/ 92440 w 123810"/>
                <a:gd name="connsiteY9" fmla="*/ 20492 h 100589"/>
                <a:gd name="connsiteX10" fmla="*/ 77592 w 123810"/>
                <a:gd name="connsiteY10" fmla="*/ 72230 h 100589"/>
                <a:gd name="connsiteX11" fmla="*/ 75308 w 123810"/>
                <a:gd name="connsiteY11" fmla="*/ 82444 h 100589"/>
                <a:gd name="connsiteX12" fmla="*/ 94039 w 123810"/>
                <a:gd name="connsiteY12" fmla="*/ 100652 h 100589"/>
                <a:gd name="connsiteX13" fmla="*/ 123964 w 123810"/>
                <a:gd name="connsiteY13" fmla="*/ 66456 h 100589"/>
                <a:gd name="connsiteX14" fmla="*/ 121223 w 123810"/>
                <a:gd name="connsiteY14" fmla="*/ 64236 h 100589"/>
                <a:gd name="connsiteX15" fmla="*/ 117796 w 123810"/>
                <a:gd name="connsiteY15" fmla="*/ 68233 h 100589"/>
                <a:gd name="connsiteX16" fmla="*/ 94496 w 123810"/>
                <a:gd name="connsiteY16" fmla="*/ 95767 h 100589"/>
                <a:gd name="connsiteX17" fmla="*/ 89014 w 123810"/>
                <a:gd name="connsiteY17" fmla="*/ 88440 h 100589"/>
                <a:gd name="connsiteX18" fmla="*/ 93126 w 123810"/>
                <a:gd name="connsiteY18" fmla="*/ 72674 h 100589"/>
                <a:gd name="connsiteX19" fmla="*/ 107060 w 123810"/>
                <a:gd name="connsiteY19" fmla="*/ 23822 h 100589"/>
                <a:gd name="connsiteX20" fmla="*/ 80790 w 123810"/>
                <a:gd name="connsiteY20" fmla="*/ 63 h 100589"/>
                <a:gd name="connsiteX21" fmla="*/ 45155 w 123810"/>
                <a:gd name="connsiteY21" fmla="*/ 19381 h 100589"/>
                <a:gd name="connsiteX22" fmla="*/ 24139 w 123810"/>
                <a:gd name="connsiteY22" fmla="*/ 63 h 100589"/>
                <a:gd name="connsiteX23" fmla="*/ 7007 w 123810"/>
                <a:gd name="connsiteY23" fmla="*/ 12720 h 100589"/>
                <a:gd name="connsiteX24" fmla="*/ 154 w 123810"/>
                <a:gd name="connsiteY24" fmla="*/ 34259 h 100589"/>
                <a:gd name="connsiteX25" fmla="*/ 2895 w 123810"/>
                <a:gd name="connsiteY25" fmla="*/ 36479 h 100589"/>
                <a:gd name="connsiteX26" fmla="*/ 6778 w 123810"/>
                <a:gd name="connsiteY26" fmla="*/ 31372 h 100589"/>
                <a:gd name="connsiteX27" fmla="*/ 23454 w 123810"/>
                <a:gd name="connsiteY27" fmla="*/ 4948 h 100589"/>
                <a:gd name="connsiteX28" fmla="*/ 30535 w 123810"/>
                <a:gd name="connsiteY28" fmla="*/ 15162 h 100589"/>
                <a:gd name="connsiteX29" fmla="*/ 26880 w 123810"/>
                <a:gd name="connsiteY29" fmla="*/ 33815 h 100589"/>
                <a:gd name="connsiteX30" fmla="*/ 13631 w 123810"/>
                <a:gd name="connsiteY30" fmla="*/ 85109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3810" h="100589">
                  <a:moveTo>
                    <a:pt x="13631" y="85109"/>
                  </a:moveTo>
                  <a:cubicBezTo>
                    <a:pt x="12946" y="88440"/>
                    <a:pt x="11575" y="93547"/>
                    <a:pt x="11575" y="94657"/>
                  </a:cubicBezTo>
                  <a:cubicBezTo>
                    <a:pt x="11575" y="98654"/>
                    <a:pt x="14773" y="100652"/>
                    <a:pt x="18200" y="100652"/>
                  </a:cubicBezTo>
                  <a:cubicBezTo>
                    <a:pt x="20941" y="100652"/>
                    <a:pt x="25053" y="98876"/>
                    <a:pt x="26652" y="94435"/>
                  </a:cubicBezTo>
                  <a:cubicBezTo>
                    <a:pt x="26880" y="93991"/>
                    <a:pt x="29622" y="83554"/>
                    <a:pt x="30992" y="78003"/>
                  </a:cubicBezTo>
                  <a:lnTo>
                    <a:pt x="36018" y="58018"/>
                  </a:lnTo>
                  <a:cubicBezTo>
                    <a:pt x="37388" y="53133"/>
                    <a:pt x="38759" y="48248"/>
                    <a:pt x="39901" y="43141"/>
                  </a:cubicBezTo>
                  <a:cubicBezTo>
                    <a:pt x="40815" y="39366"/>
                    <a:pt x="42642" y="32927"/>
                    <a:pt x="42871" y="32038"/>
                  </a:cubicBezTo>
                  <a:cubicBezTo>
                    <a:pt x="46297" y="25155"/>
                    <a:pt x="58404" y="4948"/>
                    <a:pt x="80105" y="4948"/>
                  </a:cubicBezTo>
                  <a:cubicBezTo>
                    <a:pt x="90384" y="4948"/>
                    <a:pt x="92440" y="13164"/>
                    <a:pt x="92440" y="20492"/>
                  </a:cubicBezTo>
                  <a:cubicBezTo>
                    <a:pt x="92440" y="34259"/>
                    <a:pt x="81247" y="62682"/>
                    <a:pt x="77592" y="72230"/>
                  </a:cubicBezTo>
                  <a:cubicBezTo>
                    <a:pt x="75536" y="77337"/>
                    <a:pt x="75308" y="80002"/>
                    <a:pt x="75308" y="82444"/>
                  </a:cubicBezTo>
                  <a:cubicBezTo>
                    <a:pt x="75308" y="92881"/>
                    <a:pt x="83303" y="100652"/>
                    <a:pt x="94039" y="100652"/>
                  </a:cubicBezTo>
                  <a:cubicBezTo>
                    <a:pt x="115512" y="100652"/>
                    <a:pt x="123964" y="68233"/>
                    <a:pt x="123964" y="66456"/>
                  </a:cubicBezTo>
                  <a:cubicBezTo>
                    <a:pt x="123964" y="64236"/>
                    <a:pt x="121908" y="64236"/>
                    <a:pt x="121223" y="64236"/>
                  </a:cubicBezTo>
                  <a:cubicBezTo>
                    <a:pt x="118938" y="64236"/>
                    <a:pt x="118938" y="64902"/>
                    <a:pt x="117796" y="68233"/>
                  </a:cubicBezTo>
                  <a:cubicBezTo>
                    <a:pt x="113228" y="83332"/>
                    <a:pt x="105689" y="95767"/>
                    <a:pt x="94496" y="95767"/>
                  </a:cubicBezTo>
                  <a:cubicBezTo>
                    <a:pt x="90613" y="95767"/>
                    <a:pt x="89014" y="93547"/>
                    <a:pt x="89014" y="88440"/>
                  </a:cubicBezTo>
                  <a:cubicBezTo>
                    <a:pt x="89014" y="82888"/>
                    <a:pt x="91070" y="77559"/>
                    <a:pt x="93126" y="72674"/>
                  </a:cubicBezTo>
                  <a:cubicBezTo>
                    <a:pt x="97466" y="60905"/>
                    <a:pt x="107060" y="36479"/>
                    <a:pt x="107060" y="23822"/>
                  </a:cubicBezTo>
                  <a:cubicBezTo>
                    <a:pt x="107060" y="8945"/>
                    <a:pt x="97237" y="63"/>
                    <a:pt x="80790" y="63"/>
                  </a:cubicBezTo>
                  <a:cubicBezTo>
                    <a:pt x="60231" y="63"/>
                    <a:pt x="49038" y="14274"/>
                    <a:pt x="45155" y="19381"/>
                  </a:cubicBezTo>
                  <a:cubicBezTo>
                    <a:pt x="44013" y="6946"/>
                    <a:pt x="34647" y="63"/>
                    <a:pt x="24139" y="63"/>
                  </a:cubicBezTo>
                  <a:cubicBezTo>
                    <a:pt x="13631" y="63"/>
                    <a:pt x="9291" y="8723"/>
                    <a:pt x="7007" y="12720"/>
                  </a:cubicBezTo>
                  <a:cubicBezTo>
                    <a:pt x="3352" y="20270"/>
                    <a:pt x="154" y="33371"/>
                    <a:pt x="154" y="34259"/>
                  </a:cubicBezTo>
                  <a:cubicBezTo>
                    <a:pt x="154" y="36479"/>
                    <a:pt x="2438" y="36479"/>
                    <a:pt x="2895" y="36479"/>
                  </a:cubicBezTo>
                  <a:cubicBezTo>
                    <a:pt x="5179" y="36479"/>
                    <a:pt x="5408" y="36257"/>
                    <a:pt x="6778" y="31372"/>
                  </a:cubicBezTo>
                  <a:cubicBezTo>
                    <a:pt x="10662" y="15606"/>
                    <a:pt x="15230" y="4948"/>
                    <a:pt x="23454" y="4948"/>
                  </a:cubicBezTo>
                  <a:cubicBezTo>
                    <a:pt x="28023" y="4948"/>
                    <a:pt x="30535" y="7835"/>
                    <a:pt x="30535" y="15162"/>
                  </a:cubicBezTo>
                  <a:cubicBezTo>
                    <a:pt x="30535" y="19825"/>
                    <a:pt x="29850" y="22268"/>
                    <a:pt x="26880" y="33815"/>
                  </a:cubicBezTo>
                  <a:lnTo>
                    <a:pt x="13631" y="85109"/>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70" name="Título 1">
            <a:extLst>
              <a:ext uri="{FF2B5EF4-FFF2-40B4-BE49-F238E27FC236}">
                <a16:creationId xmlns:a16="http://schemas.microsoft.com/office/drawing/2014/main" id="{82A81DF6-C0C5-DFE5-0279-7AAB1D1F654E}"/>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126" name="Footer Placeholder 4">
            <a:extLst>
              <a:ext uri="{FF2B5EF4-FFF2-40B4-BE49-F238E27FC236}">
                <a16:creationId xmlns:a16="http://schemas.microsoft.com/office/drawing/2014/main" id="{251E3E7D-3CD8-14B4-7DF4-F013CFB75573}"/>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Tree>
    <p:extLst>
      <p:ext uri="{BB962C8B-B14F-4D97-AF65-F5344CB8AC3E}">
        <p14:creationId xmlns:p14="http://schemas.microsoft.com/office/powerpoint/2010/main" val="123070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90815-3913-B99E-7D4B-46EE8ECB2DA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293391-615E-3C87-46A1-010D0DABBE86}"/>
              </a:ext>
            </a:extLst>
          </p:cNvPr>
          <p:cNvSpPr>
            <a:spLocks noGrp="1"/>
          </p:cNvSpPr>
          <p:nvPr>
            <p:ph type="sldNum" sz="quarter" idx="12"/>
          </p:nvPr>
        </p:nvSpPr>
        <p:spPr/>
        <p:txBody>
          <a:bodyPr/>
          <a:lstStyle/>
          <a:p>
            <a:fld id="{330EA680-D336-4FF7-8B7A-9848BB0A1C32}" type="slidenum">
              <a:rPr lang="en-US" smtClean="0"/>
              <a:t>43</a:t>
            </a:fld>
            <a:endParaRPr lang="en-US"/>
          </a:p>
        </p:txBody>
      </p:sp>
      <p:sp>
        <p:nvSpPr>
          <p:cNvPr id="4" name="Date Placeholder 3">
            <a:extLst>
              <a:ext uri="{FF2B5EF4-FFF2-40B4-BE49-F238E27FC236}">
                <a16:creationId xmlns:a16="http://schemas.microsoft.com/office/drawing/2014/main" id="{BA878957-A3F1-420A-26C9-7CA8CC6CCB3A}"/>
              </a:ext>
            </a:extLst>
          </p:cNvPr>
          <p:cNvSpPr>
            <a:spLocks noGrp="1"/>
          </p:cNvSpPr>
          <p:nvPr>
            <p:ph type="dt" sz="half" idx="10"/>
          </p:nvPr>
        </p:nvSpPr>
        <p:spPr/>
        <p:txBody>
          <a:bodyPr/>
          <a:lstStyle/>
          <a:p>
            <a:fld id="{26E845D0-70B0-405D-A6BF-798C9CBE9027}" type="datetime1">
              <a:rPr lang="es-CO" smtClean="0"/>
              <a:t>8/02/2026</a:t>
            </a:fld>
            <a:endParaRPr lang="en-US"/>
          </a:p>
        </p:txBody>
      </p:sp>
      <p:sp>
        <p:nvSpPr>
          <p:cNvPr id="5" name="TextBox 4">
            <a:extLst>
              <a:ext uri="{FF2B5EF4-FFF2-40B4-BE49-F238E27FC236}">
                <a16:creationId xmlns:a16="http://schemas.microsoft.com/office/drawing/2014/main" id="{8D6BFF00-2FD9-A16A-E7DA-4EC5DD7DCB61}"/>
              </a:ext>
            </a:extLst>
          </p:cNvPr>
          <p:cNvSpPr txBox="1"/>
          <p:nvPr/>
        </p:nvSpPr>
        <p:spPr>
          <a:xfrm>
            <a:off x="891591" y="1405332"/>
            <a:ext cx="5044866" cy="646331"/>
          </a:xfrm>
          <a:prstGeom prst="rect">
            <a:avLst/>
          </a:prstGeom>
          <a:noFill/>
        </p:spPr>
        <p:txBody>
          <a:bodyPr wrap="square">
            <a:spAutoFit/>
          </a:bodyPr>
          <a:lstStyle/>
          <a:p>
            <a:r>
              <a:rPr lang="en-US" b="1"/>
              <a:t>Adjusted Values and Residuals</a:t>
            </a:r>
          </a:p>
          <a:p>
            <a:r>
              <a:rPr lang="en-US" b="1">
                <a:highlight>
                  <a:srgbClr val="FFC000"/>
                </a:highlight>
              </a:rPr>
              <a:t>Ordinary Least Squares (OLS) Estimates</a:t>
            </a:r>
            <a:endParaRPr lang="es-CO" b="1">
              <a:highlight>
                <a:srgbClr val="FFC000"/>
              </a:highlight>
            </a:endParaRPr>
          </a:p>
        </p:txBody>
      </p:sp>
      <p:grpSp>
        <p:nvGrpSpPr>
          <p:cNvPr id="45" name="Group 44">
            <a:extLst>
              <a:ext uri="{FF2B5EF4-FFF2-40B4-BE49-F238E27FC236}">
                <a16:creationId xmlns:a16="http://schemas.microsoft.com/office/drawing/2014/main" id="{38209B17-81A0-D258-39C9-32C5F5B33E17}"/>
              </a:ext>
            </a:extLst>
          </p:cNvPr>
          <p:cNvGrpSpPr>
            <a:grpSpLocks noChangeAspect="1"/>
          </p:cNvGrpSpPr>
          <p:nvPr>
            <p:custDataLst>
              <p:tags r:id="rId1"/>
            </p:custDataLst>
          </p:nvPr>
        </p:nvGrpSpPr>
        <p:grpSpPr>
          <a:xfrm>
            <a:off x="1041351" y="3412433"/>
            <a:ext cx="1952483" cy="215651"/>
            <a:chOff x="4198150" y="4021320"/>
            <a:chExt cx="2657046" cy="293470"/>
          </a:xfrm>
          <a:solidFill>
            <a:schemeClr val="tx1"/>
          </a:solidFill>
        </p:grpSpPr>
        <p:sp>
          <p:nvSpPr>
            <p:cNvPr id="32" name="Freeform: Shape 31">
              <a:extLst>
                <a:ext uri="{FF2B5EF4-FFF2-40B4-BE49-F238E27FC236}">
                  <a16:creationId xmlns:a16="http://schemas.microsoft.com/office/drawing/2014/main" id="{0DDA7565-0DFE-02C2-002C-44474196375F}"/>
                </a:ext>
              </a:extLst>
            </p:cNvPr>
            <p:cNvSpPr/>
            <p:nvPr>
              <p:custDataLst>
                <p:tags r:id="rId180"/>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sz="1600"/>
            </a:p>
          </p:txBody>
        </p:sp>
        <p:sp>
          <p:nvSpPr>
            <p:cNvPr id="33" name="Freeform: Shape 32">
              <a:extLst>
                <a:ext uri="{FF2B5EF4-FFF2-40B4-BE49-F238E27FC236}">
                  <a16:creationId xmlns:a16="http://schemas.microsoft.com/office/drawing/2014/main" id="{3AAC40E2-D90A-2E60-9A26-6071D7020010}"/>
                </a:ext>
              </a:extLst>
            </p:cNvPr>
            <p:cNvSpPr/>
            <p:nvPr>
              <p:custDataLst>
                <p:tags r:id="rId181"/>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sz="1600"/>
            </a:p>
          </p:txBody>
        </p:sp>
        <p:sp>
          <p:nvSpPr>
            <p:cNvPr id="34" name="Freeform: Shape 33">
              <a:extLst>
                <a:ext uri="{FF2B5EF4-FFF2-40B4-BE49-F238E27FC236}">
                  <a16:creationId xmlns:a16="http://schemas.microsoft.com/office/drawing/2014/main" id="{0BCFB266-B1E9-22EB-818B-12512A7EECB8}"/>
                </a:ext>
              </a:extLst>
            </p:cNvPr>
            <p:cNvSpPr/>
            <p:nvPr>
              <p:custDataLst>
                <p:tags r:id="rId182"/>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sz="1600"/>
            </a:p>
          </p:txBody>
        </p:sp>
        <p:sp>
          <p:nvSpPr>
            <p:cNvPr id="35" name="Freeform: Shape 34">
              <a:extLst>
                <a:ext uri="{FF2B5EF4-FFF2-40B4-BE49-F238E27FC236}">
                  <a16:creationId xmlns:a16="http://schemas.microsoft.com/office/drawing/2014/main" id="{58D6BC47-98DD-89F0-58C6-A42D51BFCB57}"/>
                </a:ext>
              </a:extLst>
            </p:cNvPr>
            <p:cNvSpPr/>
            <p:nvPr>
              <p:custDataLst>
                <p:tags r:id="rId183"/>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sz="1600"/>
            </a:p>
          </p:txBody>
        </p:sp>
        <p:sp>
          <p:nvSpPr>
            <p:cNvPr id="36" name="Freeform: Shape 35">
              <a:extLst>
                <a:ext uri="{FF2B5EF4-FFF2-40B4-BE49-F238E27FC236}">
                  <a16:creationId xmlns:a16="http://schemas.microsoft.com/office/drawing/2014/main" id="{B9B83ECF-590E-7799-0563-B75037109A28}"/>
                </a:ext>
              </a:extLst>
            </p:cNvPr>
            <p:cNvSpPr/>
            <p:nvPr>
              <p:custDataLst>
                <p:tags r:id="rId184"/>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sz="1600"/>
            </a:p>
          </p:txBody>
        </p:sp>
        <p:sp>
          <p:nvSpPr>
            <p:cNvPr id="37" name="Freeform: Shape 36">
              <a:extLst>
                <a:ext uri="{FF2B5EF4-FFF2-40B4-BE49-F238E27FC236}">
                  <a16:creationId xmlns:a16="http://schemas.microsoft.com/office/drawing/2014/main" id="{0F8D8A4B-21DC-015E-5E75-CEDE3B02477C}"/>
                </a:ext>
              </a:extLst>
            </p:cNvPr>
            <p:cNvSpPr/>
            <p:nvPr>
              <p:custDataLst>
                <p:tags r:id="rId185"/>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sz="1600"/>
            </a:p>
          </p:txBody>
        </p:sp>
        <p:sp>
          <p:nvSpPr>
            <p:cNvPr id="38" name="Freeform: Shape 37">
              <a:extLst>
                <a:ext uri="{FF2B5EF4-FFF2-40B4-BE49-F238E27FC236}">
                  <a16:creationId xmlns:a16="http://schemas.microsoft.com/office/drawing/2014/main" id="{2E6C66BE-6F63-E660-C39B-DFE7DC642183}"/>
                </a:ext>
              </a:extLst>
            </p:cNvPr>
            <p:cNvSpPr/>
            <p:nvPr>
              <p:custDataLst>
                <p:tags r:id="rId186"/>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sz="1600"/>
            </a:p>
          </p:txBody>
        </p:sp>
        <p:sp>
          <p:nvSpPr>
            <p:cNvPr id="39" name="Freeform: Shape 38">
              <a:extLst>
                <a:ext uri="{FF2B5EF4-FFF2-40B4-BE49-F238E27FC236}">
                  <a16:creationId xmlns:a16="http://schemas.microsoft.com/office/drawing/2014/main" id="{E3966DB2-44A2-2451-9A69-24A0F6146773}"/>
                </a:ext>
              </a:extLst>
            </p:cNvPr>
            <p:cNvSpPr/>
            <p:nvPr>
              <p:custDataLst>
                <p:tags r:id="rId187"/>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sz="1600"/>
            </a:p>
          </p:txBody>
        </p:sp>
        <p:sp>
          <p:nvSpPr>
            <p:cNvPr id="40" name="Freeform: Shape 39">
              <a:extLst>
                <a:ext uri="{FF2B5EF4-FFF2-40B4-BE49-F238E27FC236}">
                  <a16:creationId xmlns:a16="http://schemas.microsoft.com/office/drawing/2014/main" id="{0125FA81-DEAB-D7C2-1FF0-40EBF62461E2}"/>
                </a:ext>
              </a:extLst>
            </p:cNvPr>
            <p:cNvSpPr/>
            <p:nvPr>
              <p:custDataLst>
                <p:tags r:id="rId188"/>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sz="1600"/>
            </a:p>
          </p:txBody>
        </p:sp>
        <p:sp>
          <p:nvSpPr>
            <p:cNvPr id="41" name="Freeform: Shape 40">
              <a:extLst>
                <a:ext uri="{FF2B5EF4-FFF2-40B4-BE49-F238E27FC236}">
                  <a16:creationId xmlns:a16="http://schemas.microsoft.com/office/drawing/2014/main" id="{43278996-4E5D-2612-B191-77056653E85C}"/>
                </a:ext>
              </a:extLst>
            </p:cNvPr>
            <p:cNvSpPr/>
            <p:nvPr>
              <p:custDataLst>
                <p:tags r:id="rId189"/>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sz="1600"/>
            </a:p>
          </p:txBody>
        </p:sp>
        <p:sp>
          <p:nvSpPr>
            <p:cNvPr id="42" name="Freeform: Shape 41">
              <a:extLst>
                <a:ext uri="{FF2B5EF4-FFF2-40B4-BE49-F238E27FC236}">
                  <a16:creationId xmlns:a16="http://schemas.microsoft.com/office/drawing/2014/main" id="{7D67BEE2-38BB-D970-E3BA-03870F82F7B2}"/>
                </a:ext>
              </a:extLst>
            </p:cNvPr>
            <p:cNvSpPr/>
            <p:nvPr>
              <p:custDataLst>
                <p:tags r:id="rId190"/>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sz="1600"/>
            </a:p>
          </p:txBody>
        </p:sp>
        <p:sp>
          <p:nvSpPr>
            <p:cNvPr id="43" name="Freeform: Shape 42">
              <a:extLst>
                <a:ext uri="{FF2B5EF4-FFF2-40B4-BE49-F238E27FC236}">
                  <a16:creationId xmlns:a16="http://schemas.microsoft.com/office/drawing/2014/main" id="{BF5D8FEC-D8DB-18AA-4DA2-86C4A524A26A}"/>
                </a:ext>
              </a:extLst>
            </p:cNvPr>
            <p:cNvSpPr/>
            <p:nvPr>
              <p:custDataLst>
                <p:tags r:id="rId191"/>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sz="1600"/>
            </a:p>
          </p:txBody>
        </p:sp>
        <p:sp>
          <p:nvSpPr>
            <p:cNvPr id="44" name="Freeform: Shape 43">
              <a:extLst>
                <a:ext uri="{FF2B5EF4-FFF2-40B4-BE49-F238E27FC236}">
                  <a16:creationId xmlns:a16="http://schemas.microsoft.com/office/drawing/2014/main" id="{303AEF96-748A-7984-3E53-1C4BF2A0522C}"/>
                </a:ext>
              </a:extLst>
            </p:cNvPr>
            <p:cNvSpPr/>
            <p:nvPr>
              <p:custDataLst>
                <p:tags r:id="rId192"/>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sz="1600"/>
            </a:p>
          </p:txBody>
        </p:sp>
      </p:grpSp>
      <p:grpSp>
        <p:nvGrpSpPr>
          <p:cNvPr id="6" name="Group 5">
            <a:extLst>
              <a:ext uri="{FF2B5EF4-FFF2-40B4-BE49-F238E27FC236}">
                <a16:creationId xmlns:a16="http://schemas.microsoft.com/office/drawing/2014/main" id="{C7EDD478-10DD-CD4C-5863-7767C3B424DC}"/>
              </a:ext>
            </a:extLst>
          </p:cNvPr>
          <p:cNvGrpSpPr>
            <a:grpSpLocks noChangeAspect="1"/>
          </p:cNvGrpSpPr>
          <p:nvPr>
            <p:custDataLst>
              <p:tags r:id="rId2"/>
            </p:custDataLst>
          </p:nvPr>
        </p:nvGrpSpPr>
        <p:grpSpPr>
          <a:xfrm>
            <a:off x="1037069" y="4331668"/>
            <a:ext cx="849238" cy="222052"/>
            <a:chOff x="11344040" y="4106251"/>
            <a:chExt cx="849238" cy="222052"/>
          </a:xfrm>
        </p:grpSpPr>
        <p:sp>
          <p:nvSpPr>
            <p:cNvPr id="8" name="Freeform: Shape 7">
              <a:extLst>
                <a:ext uri="{FF2B5EF4-FFF2-40B4-BE49-F238E27FC236}">
                  <a16:creationId xmlns:a16="http://schemas.microsoft.com/office/drawing/2014/main" id="{97840FE9-C049-A6E9-8E84-3A06FCB68467}"/>
                </a:ext>
              </a:extLst>
            </p:cNvPr>
            <p:cNvSpPr/>
            <p:nvPr>
              <p:custDataLst>
                <p:tags r:id="rId174"/>
              </p:custDataLst>
            </p:nvPr>
          </p:nvSpPr>
          <p:spPr>
            <a:xfrm>
              <a:off x="11344040" y="4121794"/>
              <a:ext cx="167526" cy="150995"/>
            </a:xfrm>
            <a:custGeom>
              <a:avLst/>
              <a:gdLst>
                <a:gd name="connsiteX0" fmla="*/ 154729 w 167526"/>
                <a:gd name="connsiteY0" fmla="*/ 99320 h 150995"/>
                <a:gd name="connsiteX1" fmla="*/ 155883 w 167526"/>
                <a:gd name="connsiteY1" fmla="*/ 96211 h 150995"/>
                <a:gd name="connsiteX2" fmla="*/ 153113 w 167526"/>
                <a:gd name="connsiteY2" fmla="*/ 93769 h 150995"/>
                <a:gd name="connsiteX3" fmla="*/ 150112 w 167526"/>
                <a:gd name="connsiteY3" fmla="*/ 96433 h 150995"/>
                <a:gd name="connsiteX4" fmla="*/ 87097 w 167526"/>
                <a:gd name="connsiteY4" fmla="*/ 144175 h 150995"/>
                <a:gd name="connsiteX5" fmla="*/ 53397 w 167526"/>
                <a:gd name="connsiteY5" fmla="*/ 144175 h 150995"/>
                <a:gd name="connsiteX6" fmla="*/ 48319 w 167526"/>
                <a:gd name="connsiteY6" fmla="*/ 143953 h 150995"/>
                <a:gd name="connsiteX7" fmla="*/ 45318 w 167526"/>
                <a:gd name="connsiteY7" fmla="*/ 141732 h 150995"/>
                <a:gd name="connsiteX8" fmla="*/ 46472 w 167526"/>
                <a:gd name="connsiteY8" fmla="*/ 136625 h 150995"/>
                <a:gd name="connsiteX9" fmla="*/ 62168 w 167526"/>
                <a:gd name="connsiteY9" fmla="*/ 76005 h 150995"/>
                <a:gd name="connsiteX10" fmla="*/ 85020 w 167526"/>
                <a:gd name="connsiteY10" fmla="*/ 76005 h 150995"/>
                <a:gd name="connsiteX11" fmla="*/ 104640 w 167526"/>
                <a:gd name="connsiteY11" fmla="*/ 86219 h 150995"/>
                <a:gd name="connsiteX12" fmla="*/ 103024 w 167526"/>
                <a:gd name="connsiteY12" fmla="*/ 97100 h 150995"/>
                <a:gd name="connsiteX13" fmla="*/ 102332 w 167526"/>
                <a:gd name="connsiteY13" fmla="*/ 99542 h 150995"/>
                <a:gd name="connsiteX14" fmla="*/ 105332 w 167526"/>
                <a:gd name="connsiteY14" fmla="*/ 101985 h 150995"/>
                <a:gd name="connsiteX15" fmla="*/ 108795 w 167526"/>
                <a:gd name="connsiteY15" fmla="*/ 97544 h 150995"/>
                <a:gd name="connsiteX16" fmla="*/ 121952 w 167526"/>
                <a:gd name="connsiteY16" fmla="*/ 45583 h 150995"/>
                <a:gd name="connsiteX17" fmla="*/ 119182 w 167526"/>
                <a:gd name="connsiteY17" fmla="*/ 43141 h 150995"/>
                <a:gd name="connsiteX18" fmla="*/ 115950 w 167526"/>
                <a:gd name="connsiteY18" fmla="*/ 47138 h 150995"/>
                <a:gd name="connsiteX19" fmla="*/ 85712 w 167526"/>
                <a:gd name="connsiteY19" fmla="*/ 69121 h 150995"/>
                <a:gd name="connsiteX20" fmla="*/ 64015 w 167526"/>
                <a:gd name="connsiteY20" fmla="*/ 69121 h 150995"/>
                <a:gd name="connsiteX21" fmla="*/ 77864 w 167526"/>
                <a:gd name="connsiteY21" fmla="*/ 15606 h 150995"/>
                <a:gd name="connsiteX22" fmla="*/ 90329 w 167526"/>
                <a:gd name="connsiteY22" fmla="*/ 6946 h 150995"/>
                <a:gd name="connsiteX23" fmla="*/ 122875 w 167526"/>
                <a:gd name="connsiteY23" fmla="*/ 6946 h 150995"/>
                <a:gd name="connsiteX24" fmla="*/ 157960 w 167526"/>
                <a:gd name="connsiteY24" fmla="*/ 31594 h 150995"/>
                <a:gd name="connsiteX25" fmla="*/ 157037 w 167526"/>
                <a:gd name="connsiteY25" fmla="*/ 43363 h 150995"/>
                <a:gd name="connsiteX26" fmla="*/ 156806 w 167526"/>
                <a:gd name="connsiteY26" fmla="*/ 47360 h 150995"/>
                <a:gd name="connsiteX27" fmla="*/ 159576 w 167526"/>
                <a:gd name="connsiteY27" fmla="*/ 50025 h 150995"/>
                <a:gd name="connsiteX28" fmla="*/ 162807 w 167526"/>
                <a:gd name="connsiteY28" fmla="*/ 44473 h 150995"/>
                <a:gd name="connsiteX29" fmla="*/ 167424 w 167526"/>
                <a:gd name="connsiteY29" fmla="*/ 6058 h 150995"/>
                <a:gd name="connsiteX30" fmla="*/ 161192 w 167526"/>
                <a:gd name="connsiteY30" fmla="*/ 63 h 150995"/>
                <a:gd name="connsiteX31" fmla="*/ 44626 w 167526"/>
                <a:gd name="connsiteY31" fmla="*/ 63 h 150995"/>
                <a:gd name="connsiteX32" fmla="*/ 37701 w 167526"/>
                <a:gd name="connsiteY32" fmla="*/ 4504 h 150995"/>
                <a:gd name="connsiteX33" fmla="*/ 44164 w 167526"/>
                <a:gd name="connsiteY33" fmla="*/ 6946 h 150995"/>
                <a:gd name="connsiteX34" fmla="*/ 59168 w 167526"/>
                <a:gd name="connsiteY34" fmla="*/ 10943 h 150995"/>
                <a:gd name="connsiteX35" fmla="*/ 58013 w 167526"/>
                <a:gd name="connsiteY35" fmla="*/ 16273 h 150995"/>
                <a:gd name="connsiteX36" fmla="*/ 27545 w 167526"/>
                <a:gd name="connsiteY36" fmla="*/ 133738 h 150995"/>
                <a:gd name="connsiteX37" fmla="*/ 6540 w 167526"/>
                <a:gd name="connsiteY37" fmla="*/ 144175 h 150995"/>
                <a:gd name="connsiteX38" fmla="*/ 77 w 167526"/>
                <a:gd name="connsiteY38" fmla="*/ 148394 h 150995"/>
                <a:gd name="connsiteX39" fmla="*/ 6540 w 167526"/>
                <a:gd name="connsiteY39" fmla="*/ 151058 h 150995"/>
                <a:gd name="connsiteX40" fmla="*/ 126337 w 167526"/>
                <a:gd name="connsiteY40" fmla="*/ 151058 h 150995"/>
                <a:gd name="connsiteX41" fmla="*/ 133493 w 167526"/>
                <a:gd name="connsiteY41" fmla="*/ 147283 h 150995"/>
                <a:gd name="connsiteX42" fmla="*/ 154729 w 167526"/>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7526" h="150995">
                  <a:moveTo>
                    <a:pt x="154729" y="99320"/>
                  </a:moveTo>
                  <a:cubicBezTo>
                    <a:pt x="155190" y="98210"/>
                    <a:pt x="155883" y="96656"/>
                    <a:pt x="155883" y="96211"/>
                  </a:cubicBezTo>
                  <a:cubicBezTo>
                    <a:pt x="155883" y="95989"/>
                    <a:pt x="155883" y="93769"/>
                    <a:pt x="153113" y="93769"/>
                  </a:cubicBezTo>
                  <a:cubicBezTo>
                    <a:pt x="151035" y="93769"/>
                    <a:pt x="150574" y="95101"/>
                    <a:pt x="150112" y="96433"/>
                  </a:cubicBezTo>
                  <a:cubicBezTo>
                    <a:pt x="135109" y="129297"/>
                    <a:pt x="126568" y="144175"/>
                    <a:pt x="87097" y="144175"/>
                  </a:cubicBezTo>
                  <a:lnTo>
                    <a:pt x="53397" y="144175"/>
                  </a:lnTo>
                  <a:cubicBezTo>
                    <a:pt x="50165" y="144175"/>
                    <a:pt x="49704" y="144175"/>
                    <a:pt x="48319" y="143953"/>
                  </a:cubicBezTo>
                  <a:cubicBezTo>
                    <a:pt x="46011" y="143731"/>
                    <a:pt x="45318" y="143509"/>
                    <a:pt x="45318" y="141732"/>
                  </a:cubicBezTo>
                  <a:cubicBezTo>
                    <a:pt x="45318" y="141066"/>
                    <a:pt x="45318" y="140622"/>
                    <a:pt x="46472" y="136625"/>
                  </a:cubicBezTo>
                  <a:lnTo>
                    <a:pt x="62168" y="76005"/>
                  </a:lnTo>
                  <a:lnTo>
                    <a:pt x="85020" y="76005"/>
                  </a:lnTo>
                  <a:cubicBezTo>
                    <a:pt x="104640" y="76005"/>
                    <a:pt x="104640" y="80668"/>
                    <a:pt x="104640" y="86219"/>
                  </a:cubicBezTo>
                  <a:cubicBezTo>
                    <a:pt x="104640" y="87773"/>
                    <a:pt x="104640" y="90438"/>
                    <a:pt x="103024" y="97100"/>
                  </a:cubicBezTo>
                  <a:cubicBezTo>
                    <a:pt x="102562" y="98210"/>
                    <a:pt x="102332" y="98876"/>
                    <a:pt x="102332" y="99542"/>
                  </a:cubicBezTo>
                  <a:cubicBezTo>
                    <a:pt x="102332" y="100652"/>
                    <a:pt x="103255" y="101985"/>
                    <a:pt x="105332" y="101985"/>
                  </a:cubicBezTo>
                  <a:cubicBezTo>
                    <a:pt x="107179" y="101985"/>
                    <a:pt x="107871" y="100874"/>
                    <a:pt x="108795" y="97544"/>
                  </a:cubicBezTo>
                  <a:lnTo>
                    <a:pt x="121952" y="45583"/>
                  </a:lnTo>
                  <a:cubicBezTo>
                    <a:pt x="121952" y="44251"/>
                    <a:pt x="120797" y="43141"/>
                    <a:pt x="119182" y="43141"/>
                  </a:cubicBezTo>
                  <a:cubicBezTo>
                    <a:pt x="117104" y="43141"/>
                    <a:pt x="116643" y="44473"/>
                    <a:pt x="115950" y="47138"/>
                  </a:cubicBezTo>
                  <a:cubicBezTo>
                    <a:pt x="111103" y="64014"/>
                    <a:pt x="106948" y="69121"/>
                    <a:pt x="85712" y="69121"/>
                  </a:cubicBezTo>
                  <a:lnTo>
                    <a:pt x="64015" y="69121"/>
                  </a:lnTo>
                  <a:lnTo>
                    <a:pt x="77864" y="15606"/>
                  </a:lnTo>
                  <a:cubicBezTo>
                    <a:pt x="79942" y="7835"/>
                    <a:pt x="80173" y="6946"/>
                    <a:pt x="90329" y="6946"/>
                  </a:cubicBezTo>
                  <a:lnTo>
                    <a:pt x="122875" y="6946"/>
                  </a:lnTo>
                  <a:cubicBezTo>
                    <a:pt x="151035" y="6946"/>
                    <a:pt x="157960" y="13386"/>
                    <a:pt x="157960" y="31594"/>
                  </a:cubicBezTo>
                  <a:cubicBezTo>
                    <a:pt x="157960" y="36923"/>
                    <a:pt x="157960" y="37368"/>
                    <a:pt x="157037" y="43363"/>
                  </a:cubicBezTo>
                  <a:cubicBezTo>
                    <a:pt x="157037" y="44695"/>
                    <a:pt x="156806" y="46250"/>
                    <a:pt x="156806" y="47360"/>
                  </a:cubicBezTo>
                  <a:cubicBezTo>
                    <a:pt x="156806" y="48470"/>
                    <a:pt x="157498" y="50025"/>
                    <a:pt x="159576" y="50025"/>
                  </a:cubicBezTo>
                  <a:cubicBezTo>
                    <a:pt x="162115" y="50025"/>
                    <a:pt x="162346" y="48692"/>
                    <a:pt x="162807" y="44473"/>
                  </a:cubicBezTo>
                  <a:lnTo>
                    <a:pt x="167424" y="6058"/>
                  </a:lnTo>
                  <a:cubicBezTo>
                    <a:pt x="168116" y="63"/>
                    <a:pt x="166962" y="63"/>
                    <a:pt x="161192" y="63"/>
                  </a:cubicBezTo>
                  <a:lnTo>
                    <a:pt x="44626" y="63"/>
                  </a:lnTo>
                  <a:cubicBezTo>
                    <a:pt x="40009" y="63"/>
                    <a:pt x="37701" y="63"/>
                    <a:pt x="37701" y="4504"/>
                  </a:cubicBezTo>
                  <a:cubicBezTo>
                    <a:pt x="37701" y="6946"/>
                    <a:pt x="39778" y="6946"/>
                    <a:pt x="44164" y="6946"/>
                  </a:cubicBezTo>
                  <a:cubicBezTo>
                    <a:pt x="52704" y="6946"/>
                    <a:pt x="59168" y="6946"/>
                    <a:pt x="59168" y="10943"/>
                  </a:cubicBezTo>
                  <a:cubicBezTo>
                    <a:pt x="59168" y="11832"/>
                    <a:pt x="59168" y="12276"/>
                    <a:pt x="58013" y="16273"/>
                  </a:cubicBezTo>
                  <a:lnTo>
                    <a:pt x="27545" y="133738"/>
                  </a:lnTo>
                  <a:cubicBezTo>
                    <a:pt x="25236" y="142398"/>
                    <a:pt x="24775" y="144175"/>
                    <a:pt x="6540" y="144175"/>
                  </a:cubicBezTo>
                  <a:cubicBezTo>
                    <a:pt x="2616" y="144175"/>
                    <a:pt x="77" y="144175"/>
                    <a:pt x="77" y="148394"/>
                  </a:cubicBezTo>
                  <a:cubicBezTo>
                    <a:pt x="77" y="151058"/>
                    <a:pt x="2154" y="151058"/>
                    <a:pt x="6540" y="151058"/>
                  </a:cubicBezTo>
                  <a:lnTo>
                    <a:pt x="126337" y="151058"/>
                  </a:lnTo>
                  <a:cubicBezTo>
                    <a:pt x="131646" y="151058"/>
                    <a:pt x="131877" y="150836"/>
                    <a:pt x="133493" y="147283"/>
                  </a:cubicBezTo>
                  <a:lnTo>
                    <a:pt x="154729" y="99320"/>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 name="Freeform: Shape 10">
              <a:extLst>
                <a:ext uri="{FF2B5EF4-FFF2-40B4-BE49-F238E27FC236}">
                  <a16:creationId xmlns:a16="http://schemas.microsoft.com/office/drawing/2014/main" id="{95B3F1EA-2D93-A572-9D6B-DB6D26FC2209}"/>
                </a:ext>
              </a:extLst>
            </p:cNvPr>
            <p:cNvSpPr/>
            <p:nvPr>
              <p:custDataLst>
                <p:tags r:id="rId175"/>
              </p:custDataLst>
            </p:nvPr>
          </p:nvSpPr>
          <p:spPr>
            <a:xfrm>
              <a:off x="11546202" y="4106251"/>
              <a:ext cx="31622" cy="222052"/>
            </a:xfrm>
            <a:custGeom>
              <a:avLst/>
              <a:gdLst>
                <a:gd name="connsiteX0" fmla="*/ 31707 w 31622"/>
                <a:gd name="connsiteY0" fmla="*/ 222115 h 222052"/>
                <a:gd name="connsiteX1" fmla="*/ 31707 w 31622"/>
                <a:gd name="connsiteY1" fmla="*/ 213233 h 222052"/>
                <a:gd name="connsiteX2" fmla="*/ 9318 w 31622"/>
                <a:gd name="connsiteY2" fmla="*/ 213233 h 222052"/>
                <a:gd name="connsiteX3" fmla="*/ 9318 w 31622"/>
                <a:gd name="connsiteY3" fmla="*/ 8945 h 222052"/>
                <a:gd name="connsiteX4" fmla="*/ 31707 w 31622"/>
                <a:gd name="connsiteY4" fmla="*/ 8945 h 222052"/>
                <a:gd name="connsiteX5" fmla="*/ 31707 w 31622"/>
                <a:gd name="connsiteY5" fmla="*/ 63 h 222052"/>
                <a:gd name="connsiteX6" fmla="*/ 85 w 31622"/>
                <a:gd name="connsiteY6" fmla="*/ 63 h 222052"/>
                <a:gd name="connsiteX7" fmla="*/ 85 w 31622"/>
                <a:gd name="connsiteY7" fmla="*/ 222115 h 222052"/>
                <a:gd name="connsiteX8" fmla="*/ 31707 w 31622"/>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07" y="222115"/>
                  </a:moveTo>
                  <a:lnTo>
                    <a:pt x="31707" y="213233"/>
                  </a:lnTo>
                  <a:lnTo>
                    <a:pt x="9318" y="213233"/>
                  </a:lnTo>
                  <a:lnTo>
                    <a:pt x="9318" y="8945"/>
                  </a:lnTo>
                  <a:lnTo>
                    <a:pt x="31707" y="8945"/>
                  </a:lnTo>
                  <a:lnTo>
                    <a:pt x="31707" y="63"/>
                  </a:lnTo>
                  <a:lnTo>
                    <a:pt x="85" y="63"/>
                  </a:lnTo>
                  <a:lnTo>
                    <a:pt x="85" y="222115"/>
                  </a:lnTo>
                  <a:lnTo>
                    <a:pt x="31707" y="222115"/>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 name="Freeform: Shape 11">
              <a:extLst>
                <a:ext uri="{FF2B5EF4-FFF2-40B4-BE49-F238E27FC236}">
                  <a16:creationId xmlns:a16="http://schemas.microsoft.com/office/drawing/2014/main" id="{FB6F799C-0C88-3C4D-6063-4E7E715056E3}"/>
                </a:ext>
              </a:extLst>
            </p:cNvPr>
            <p:cNvSpPr/>
            <p:nvPr>
              <p:custDataLst>
                <p:tags r:id="rId176"/>
              </p:custDataLst>
            </p:nvPr>
          </p:nvSpPr>
          <p:spPr>
            <a:xfrm>
              <a:off x="11589777" y="4174643"/>
              <a:ext cx="118643" cy="100589"/>
            </a:xfrm>
            <a:custGeom>
              <a:avLst/>
              <a:gdLst>
                <a:gd name="connsiteX0" fmla="*/ 74182 w 118643"/>
                <a:gd name="connsiteY0" fmla="*/ 85775 h 100589"/>
                <a:gd name="connsiteX1" fmla="*/ 94725 w 118643"/>
                <a:gd name="connsiteY1" fmla="*/ 100652 h 100589"/>
                <a:gd name="connsiteX2" fmla="*/ 111806 w 118643"/>
                <a:gd name="connsiteY2" fmla="*/ 88440 h 100589"/>
                <a:gd name="connsiteX3" fmla="*/ 118731 w 118643"/>
                <a:gd name="connsiteY3" fmla="*/ 66456 h 100589"/>
                <a:gd name="connsiteX4" fmla="*/ 115961 w 118643"/>
                <a:gd name="connsiteY4" fmla="*/ 64236 h 100589"/>
                <a:gd name="connsiteX5" fmla="*/ 112729 w 118643"/>
                <a:gd name="connsiteY5" fmla="*/ 68233 h 100589"/>
                <a:gd name="connsiteX6" fmla="*/ 95418 w 118643"/>
                <a:gd name="connsiteY6" fmla="*/ 95767 h 100589"/>
                <a:gd name="connsiteX7" fmla="*/ 88262 w 118643"/>
                <a:gd name="connsiteY7" fmla="*/ 85553 h 100589"/>
                <a:gd name="connsiteX8" fmla="*/ 92878 w 118643"/>
                <a:gd name="connsiteY8" fmla="*/ 62459 h 100589"/>
                <a:gd name="connsiteX9" fmla="*/ 99342 w 118643"/>
                <a:gd name="connsiteY9" fmla="*/ 38478 h 100589"/>
                <a:gd name="connsiteX10" fmla="*/ 103266 w 118643"/>
                <a:gd name="connsiteY10" fmla="*/ 23378 h 100589"/>
                <a:gd name="connsiteX11" fmla="*/ 106728 w 118643"/>
                <a:gd name="connsiteY11" fmla="*/ 8501 h 100589"/>
                <a:gd name="connsiteX12" fmla="*/ 100034 w 118643"/>
                <a:gd name="connsiteY12" fmla="*/ 2505 h 100589"/>
                <a:gd name="connsiteX13" fmla="*/ 91032 w 118643"/>
                <a:gd name="connsiteY13" fmla="*/ 10277 h 100589"/>
                <a:gd name="connsiteX14" fmla="*/ 73720 w 118643"/>
                <a:gd name="connsiteY14" fmla="*/ 77115 h 100589"/>
                <a:gd name="connsiteX15" fmla="*/ 47406 w 118643"/>
                <a:gd name="connsiteY15" fmla="*/ 95767 h 100589"/>
                <a:gd name="connsiteX16" fmla="*/ 33095 w 118643"/>
                <a:gd name="connsiteY16" fmla="*/ 77559 h 100589"/>
                <a:gd name="connsiteX17" fmla="*/ 45560 w 118643"/>
                <a:gd name="connsiteY17" fmla="*/ 32260 h 100589"/>
                <a:gd name="connsiteX18" fmla="*/ 49484 w 118643"/>
                <a:gd name="connsiteY18" fmla="*/ 18271 h 100589"/>
                <a:gd name="connsiteX19" fmla="*/ 30556 w 118643"/>
                <a:gd name="connsiteY19" fmla="*/ 63 h 100589"/>
                <a:gd name="connsiteX20" fmla="*/ 87 w 118643"/>
                <a:gd name="connsiteY20" fmla="*/ 34259 h 100589"/>
                <a:gd name="connsiteX21" fmla="*/ 2857 w 118643"/>
                <a:gd name="connsiteY21" fmla="*/ 36479 h 100589"/>
                <a:gd name="connsiteX22" fmla="*/ 6550 w 118643"/>
                <a:gd name="connsiteY22" fmla="*/ 32482 h 100589"/>
                <a:gd name="connsiteX23" fmla="*/ 29864 w 118643"/>
                <a:gd name="connsiteY23" fmla="*/ 4948 h 100589"/>
                <a:gd name="connsiteX24" fmla="*/ 35634 w 118643"/>
                <a:gd name="connsiteY24" fmla="*/ 12276 h 100589"/>
                <a:gd name="connsiteX25" fmla="*/ 31710 w 118643"/>
                <a:gd name="connsiteY25" fmla="*/ 27375 h 100589"/>
                <a:gd name="connsiteX26" fmla="*/ 18322 w 118643"/>
                <a:gd name="connsiteY26" fmla="*/ 74006 h 100589"/>
                <a:gd name="connsiteX27" fmla="*/ 46714 w 118643"/>
                <a:gd name="connsiteY27" fmla="*/ 100652 h 100589"/>
                <a:gd name="connsiteX28" fmla="*/ 74182 w 118643"/>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643" h="100589">
                  <a:moveTo>
                    <a:pt x="74182" y="85775"/>
                  </a:moveTo>
                  <a:cubicBezTo>
                    <a:pt x="76721" y="94879"/>
                    <a:pt x="84800" y="100652"/>
                    <a:pt x="94725" y="100652"/>
                  </a:cubicBezTo>
                  <a:cubicBezTo>
                    <a:pt x="102804" y="100652"/>
                    <a:pt x="108113" y="95545"/>
                    <a:pt x="111806" y="88440"/>
                  </a:cubicBezTo>
                  <a:cubicBezTo>
                    <a:pt x="115730" y="80446"/>
                    <a:pt x="118731" y="66901"/>
                    <a:pt x="118731" y="66456"/>
                  </a:cubicBezTo>
                  <a:cubicBezTo>
                    <a:pt x="118731" y="64236"/>
                    <a:pt x="116653" y="64236"/>
                    <a:pt x="115961" y="64236"/>
                  </a:cubicBezTo>
                  <a:cubicBezTo>
                    <a:pt x="113653" y="64236"/>
                    <a:pt x="113422" y="65124"/>
                    <a:pt x="112729" y="68233"/>
                  </a:cubicBezTo>
                  <a:cubicBezTo>
                    <a:pt x="109498" y="80668"/>
                    <a:pt x="105112" y="95767"/>
                    <a:pt x="95418" y="95767"/>
                  </a:cubicBezTo>
                  <a:cubicBezTo>
                    <a:pt x="90570" y="95767"/>
                    <a:pt x="88262" y="92881"/>
                    <a:pt x="88262" y="85553"/>
                  </a:cubicBezTo>
                  <a:cubicBezTo>
                    <a:pt x="88262" y="80668"/>
                    <a:pt x="91032" y="70231"/>
                    <a:pt x="92878" y="62459"/>
                  </a:cubicBezTo>
                  <a:lnTo>
                    <a:pt x="99342" y="38478"/>
                  </a:lnTo>
                  <a:cubicBezTo>
                    <a:pt x="100034" y="35147"/>
                    <a:pt x="102342" y="26709"/>
                    <a:pt x="103266" y="23378"/>
                  </a:cubicBezTo>
                  <a:cubicBezTo>
                    <a:pt x="104420" y="18271"/>
                    <a:pt x="106728" y="9833"/>
                    <a:pt x="106728" y="8501"/>
                  </a:cubicBezTo>
                  <a:cubicBezTo>
                    <a:pt x="106728" y="4504"/>
                    <a:pt x="103496" y="2505"/>
                    <a:pt x="100034" y="2505"/>
                  </a:cubicBezTo>
                  <a:cubicBezTo>
                    <a:pt x="98880" y="2505"/>
                    <a:pt x="92878" y="2727"/>
                    <a:pt x="91032" y="10277"/>
                  </a:cubicBezTo>
                  <a:cubicBezTo>
                    <a:pt x="86646" y="26487"/>
                    <a:pt x="76490" y="65346"/>
                    <a:pt x="73720" y="77115"/>
                  </a:cubicBezTo>
                  <a:cubicBezTo>
                    <a:pt x="73489" y="78003"/>
                    <a:pt x="64256" y="95767"/>
                    <a:pt x="47406" y="95767"/>
                  </a:cubicBezTo>
                  <a:cubicBezTo>
                    <a:pt x="35403" y="95767"/>
                    <a:pt x="33095" y="85775"/>
                    <a:pt x="33095" y="77559"/>
                  </a:cubicBezTo>
                  <a:cubicBezTo>
                    <a:pt x="33095" y="65124"/>
                    <a:pt x="39558" y="47582"/>
                    <a:pt x="45560" y="32260"/>
                  </a:cubicBezTo>
                  <a:cubicBezTo>
                    <a:pt x="48330" y="25599"/>
                    <a:pt x="49484" y="22490"/>
                    <a:pt x="49484" y="18271"/>
                  </a:cubicBezTo>
                  <a:cubicBezTo>
                    <a:pt x="49484" y="8279"/>
                    <a:pt x="42097" y="63"/>
                    <a:pt x="30556" y="63"/>
                  </a:cubicBezTo>
                  <a:cubicBezTo>
                    <a:pt x="8628" y="63"/>
                    <a:pt x="87" y="32260"/>
                    <a:pt x="87" y="34259"/>
                  </a:cubicBezTo>
                  <a:cubicBezTo>
                    <a:pt x="87" y="36479"/>
                    <a:pt x="2396" y="36479"/>
                    <a:pt x="2857" y="36479"/>
                  </a:cubicBezTo>
                  <a:cubicBezTo>
                    <a:pt x="5166" y="36479"/>
                    <a:pt x="5396" y="36035"/>
                    <a:pt x="6550" y="32482"/>
                  </a:cubicBezTo>
                  <a:cubicBezTo>
                    <a:pt x="12321" y="13164"/>
                    <a:pt x="21092" y="4948"/>
                    <a:pt x="29864" y="4948"/>
                  </a:cubicBezTo>
                  <a:cubicBezTo>
                    <a:pt x="31941" y="4948"/>
                    <a:pt x="35634" y="5170"/>
                    <a:pt x="35634" y="12276"/>
                  </a:cubicBezTo>
                  <a:cubicBezTo>
                    <a:pt x="35634" y="17605"/>
                    <a:pt x="33095" y="24044"/>
                    <a:pt x="31710" y="27375"/>
                  </a:cubicBezTo>
                  <a:cubicBezTo>
                    <a:pt x="23170" y="49358"/>
                    <a:pt x="18322" y="63126"/>
                    <a:pt x="18322" y="74006"/>
                  </a:cubicBezTo>
                  <a:cubicBezTo>
                    <a:pt x="18322" y="95101"/>
                    <a:pt x="34249" y="100652"/>
                    <a:pt x="46714" y="100652"/>
                  </a:cubicBezTo>
                  <a:cubicBezTo>
                    <a:pt x="61948" y="100652"/>
                    <a:pt x="70258" y="90660"/>
                    <a:pt x="74182" y="85775"/>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3" name="Freeform: Shape 12">
              <a:extLst>
                <a:ext uri="{FF2B5EF4-FFF2-40B4-BE49-F238E27FC236}">
                  <a16:creationId xmlns:a16="http://schemas.microsoft.com/office/drawing/2014/main" id="{BFB89A91-974A-8BF2-50E7-0C88B8D99D03}"/>
                </a:ext>
              </a:extLst>
            </p:cNvPr>
            <p:cNvSpPr/>
            <p:nvPr>
              <p:custDataLst>
                <p:tags r:id="rId177"/>
              </p:custDataLst>
            </p:nvPr>
          </p:nvSpPr>
          <p:spPr>
            <a:xfrm>
              <a:off x="11720298" y="4106251"/>
              <a:ext cx="31622" cy="222052"/>
            </a:xfrm>
            <a:custGeom>
              <a:avLst/>
              <a:gdLst>
                <a:gd name="connsiteX0" fmla="*/ 31716 w 31622"/>
                <a:gd name="connsiteY0" fmla="*/ 63 h 222052"/>
                <a:gd name="connsiteX1" fmla="*/ 93 w 31622"/>
                <a:gd name="connsiteY1" fmla="*/ 63 h 222052"/>
                <a:gd name="connsiteX2" fmla="*/ 93 w 31622"/>
                <a:gd name="connsiteY2" fmla="*/ 8945 h 222052"/>
                <a:gd name="connsiteX3" fmla="*/ 22483 w 31622"/>
                <a:gd name="connsiteY3" fmla="*/ 8945 h 222052"/>
                <a:gd name="connsiteX4" fmla="*/ 22483 w 31622"/>
                <a:gd name="connsiteY4" fmla="*/ 213233 h 222052"/>
                <a:gd name="connsiteX5" fmla="*/ 93 w 31622"/>
                <a:gd name="connsiteY5" fmla="*/ 213233 h 222052"/>
                <a:gd name="connsiteX6" fmla="*/ 93 w 31622"/>
                <a:gd name="connsiteY6" fmla="*/ 222115 h 222052"/>
                <a:gd name="connsiteX7" fmla="*/ 31716 w 31622"/>
                <a:gd name="connsiteY7" fmla="*/ 222115 h 222052"/>
                <a:gd name="connsiteX8" fmla="*/ 31716 w 31622"/>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16" y="63"/>
                  </a:moveTo>
                  <a:lnTo>
                    <a:pt x="93" y="63"/>
                  </a:lnTo>
                  <a:lnTo>
                    <a:pt x="93" y="8945"/>
                  </a:lnTo>
                  <a:lnTo>
                    <a:pt x="22483" y="8945"/>
                  </a:lnTo>
                  <a:lnTo>
                    <a:pt x="22483" y="213233"/>
                  </a:lnTo>
                  <a:lnTo>
                    <a:pt x="93" y="213233"/>
                  </a:lnTo>
                  <a:lnTo>
                    <a:pt x="93" y="222115"/>
                  </a:lnTo>
                  <a:lnTo>
                    <a:pt x="31716" y="222115"/>
                  </a:lnTo>
                  <a:lnTo>
                    <a:pt x="31716" y="6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4" name="Freeform: Shape 13">
              <a:extLst>
                <a:ext uri="{FF2B5EF4-FFF2-40B4-BE49-F238E27FC236}">
                  <a16:creationId xmlns:a16="http://schemas.microsoft.com/office/drawing/2014/main" id="{EDDE6952-346E-BC06-CD68-3A35D9CB5BFF}"/>
                </a:ext>
              </a:extLst>
            </p:cNvPr>
            <p:cNvSpPr/>
            <p:nvPr>
              <p:custDataLst>
                <p:tags r:id="rId178"/>
              </p:custDataLst>
            </p:nvPr>
          </p:nvSpPr>
          <p:spPr>
            <a:xfrm>
              <a:off x="11856380" y="4191297"/>
              <a:ext cx="153497" cy="51960"/>
            </a:xfrm>
            <a:custGeom>
              <a:avLst/>
              <a:gdLst>
                <a:gd name="connsiteX0" fmla="*/ 145748 w 153497"/>
                <a:gd name="connsiteY0" fmla="*/ 8945 h 51960"/>
                <a:gd name="connsiteX1" fmla="*/ 153596 w 153497"/>
                <a:gd name="connsiteY1" fmla="*/ 4504 h 51960"/>
                <a:gd name="connsiteX2" fmla="*/ 145979 w 153497"/>
                <a:gd name="connsiteY2" fmla="*/ 63 h 51960"/>
                <a:gd name="connsiteX3" fmla="*/ 7716 w 153497"/>
                <a:gd name="connsiteY3" fmla="*/ 63 h 51960"/>
                <a:gd name="connsiteX4" fmla="*/ 99 w 153497"/>
                <a:gd name="connsiteY4" fmla="*/ 4504 h 51960"/>
                <a:gd name="connsiteX5" fmla="*/ 7947 w 153497"/>
                <a:gd name="connsiteY5" fmla="*/ 8945 h 51960"/>
                <a:gd name="connsiteX6" fmla="*/ 145748 w 153497"/>
                <a:gd name="connsiteY6" fmla="*/ 8945 h 51960"/>
                <a:gd name="connsiteX7" fmla="*/ 145979 w 153497"/>
                <a:gd name="connsiteY7" fmla="*/ 52023 h 51960"/>
                <a:gd name="connsiteX8" fmla="*/ 153596 w 153497"/>
                <a:gd name="connsiteY8" fmla="*/ 47582 h 51960"/>
                <a:gd name="connsiteX9" fmla="*/ 145748 w 153497"/>
                <a:gd name="connsiteY9" fmla="*/ 43141 h 51960"/>
                <a:gd name="connsiteX10" fmla="*/ 7947 w 153497"/>
                <a:gd name="connsiteY10" fmla="*/ 43141 h 51960"/>
                <a:gd name="connsiteX11" fmla="*/ 99 w 153497"/>
                <a:gd name="connsiteY11" fmla="*/ 47582 h 51960"/>
                <a:gd name="connsiteX12" fmla="*/ 7716 w 153497"/>
                <a:gd name="connsiteY12" fmla="*/ 52023 h 51960"/>
                <a:gd name="connsiteX13" fmla="*/ 145979 w 15349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497" h="51960">
                  <a:moveTo>
                    <a:pt x="145748" y="8945"/>
                  </a:moveTo>
                  <a:cubicBezTo>
                    <a:pt x="149211" y="8945"/>
                    <a:pt x="153596" y="8945"/>
                    <a:pt x="153596" y="4504"/>
                  </a:cubicBezTo>
                  <a:cubicBezTo>
                    <a:pt x="153596" y="63"/>
                    <a:pt x="149211" y="63"/>
                    <a:pt x="145979" y="63"/>
                  </a:cubicBezTo>
                  <a:lnTo>
                    <a:pt x="7716" y="63"/>
                  </a:lnTo>
                  <a:cubicBezTo>
                    <a:pt x="4484" y="63"/>
                    <a:pt x="99" y="63"/>
                    <a:pt x="99" y="4504"/>
                  </a:cubicBezTo>
                  <a:cubicBezTo>
                    <a:pt x="99" y="8945"/>
                    <a:pt x="4484" y="8945"/>
                    <a:pt x="7947" y="8945"/>
                  </a:cubicBezTo>
                  <a:lnTo>
                    <a:pt x="145748" y="8945"/>
                  </a:lnTo>
                  <a:close/>
                  <a:moveTo>
                    <a:pt x="145979" y="52023"/>
                  </a:moveTo>
                  <a:cubicBezTo>
                    <a:pt x="149211" y="52023"/>
                    <a:pt x="153596" y="52023"/>
                    <a:pt x="153596" y="47582"/>
                  </a:cubicBezTo>
                  <a:cubicBezTo>
                    <a:pt x="153596" y="43141"/>
                    <a:pt x="149211" y="43141"/>
                    <a:pt x="145748" y="43141"/>
                  </a:cubicBezTo>
                  <a:lnTo>
                    <a:pt x="7947" y="43141"/>
                  </a:lnTo>
                  <a:cubicBezTo>
                    <a:pt x="4484" y="43141"/>
                    <a:pt x="99" y="43141"/>
                    <a:pt x="99" y="47582"/>
                  </a:cubicBezTo>
                  <a:cubicBezTo>
                    <a:pt x="99" y="52023"/>
                    <a:pt x="4484" y="52023"/>
                    <a:pt x="7716" y="52023"/>
                  </a:cubicBezTo>
                  <a:lnTo>
                    <a:pt x="145979" y="5202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 name="Freeform: Shape 15">
              <a:extLst>
                <a:ext uri="{FF2B5EF4-FFF2-40B4-BE49-F238E27FC236}">
                  <a16:creationId xmlns:a16="http://schemas.microsoft.com/office/drawing/2014/main" id="{A9477D77-A73E-260D-D982-675AC29A291B}"/>
                </a:ext>
              </a:extLst>
            </p:cNvPr>
            <p:cNvSpPr/>
            <p:nvPr>
              <p:custDataLst>
                <p:tags r:id="rId179"/>
              </p:custDataLst>
            </p:nvPr>
          </p:nvSpPr>
          <p:spPr>
            <a:xfrm>
              <a:off x="12096102" y="4124903"/>
              <a:ext cx="97176" cy="152771"/>
            </a:xfrm>
            <a:custGeom>
              <a:avLst/>
              <a:gdLst>
                <a:gd name="connsiteX0" fmla="*/ 97286 w 97176"/>
                <a:gd name="connsiteY0" fmla="*/ 76893 h 152771"/>
                <a:gd name="connsiteX1" fmla="*/ 88053 w 97176"/>
                <a:gd name="connsiteY1" fmla="*/ 24933 h 152771"/>
                <a:gd name="connsiteX2" fmla="*/ 48813 w 97176"/>
                <a:gd name="connsiteY2" fmla="*/ 63 h 152771"/>
                <a:gd name="connsiteX3" fmla="*/ 8650 w 97176"/>
                <a:gd name="connsiteY3" fmla="*/ 26487 h 152771"/>
                <a:gd name="connsiteX4" fmla="*/ 109 w 97176"/>
                <a:gd name="connsiteY4" fmla="*/ 76893 h 152771"/>
                <a:gd name="connsiteX5" fmla="*/ 10496 w 97176"/>
                <a:gd name="connsiteY5" fmla="*/ 130407 h 152771"/>
                <a:gd name="connsiteX6" fmla="*/ 48582 w 97176"/>
                <a:gd name="connsiteY6" fmla="*/ 152835 h 152771"/>
                <a:gd name="connsiteX7" fmla="*/ 88745 w 97176"/>
                <a:gd name="connsiteY7" fmla="*/ 127077 h 152771"/>
                <a:gd name="connsiteX8" fmla="*/ 97286 w 97176"/>
                <a:gd name="connsiteY8" fmla="*/ 76893 h 152771"/>
                <a:gd name="connsiteX9" fmla="*/ 48582 w 97176"/>
                <a:gd name="connsiteY9" fmla="*/ 147950 h 152771"/>
                <a:gd name="connsiteX10" fmla="*/ 21807 w 97176"/>
                <a:gd name="connsiteY10" fmla="*/ 121081 h 152771"/>
                <a:gd name="connsiteX11" fmla="*/ 19268 w 97176"/>
                <a:gd name="connsiteY11" fmla="*/ 74228 h 152771"/>
                <a:gd name="connsiteX12" fmla="*/ 21114 w 97176"/>
                <a:gd name="connsiteY12" fmla="*/ 33371 h 152771"/>
                <a:gd name="connsiteX13" fmla="*/ 48582 w 97176"/>
                <a:gd name="connsiteY13" fmla="*/ 4948 h 152771"/>
                <a:gd name="connsiteX14" fmla="*/ 75819 w 97176"/>
                <a:gd name="connsiteY14" fmla="*/ 30928 h 152771"/>
                <a:gd name="connsiteX15" fmla="*/ 78128 w 97176"/>
                <a:gd name="connsiteY15" fmla="*/ 74228 h 152771"/>
                <a:gd name="connsiteX16" fmla="*/ 75588 w 97176"/>
                <a:gd name="connsiteY16" fmla="*/ 120193 h 152771"/>
                <a:gd name="connsiteX17" fmla="*/ 48582 w 97176"/>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176" h="152771">
                  <a:moveTo>
                    <a:pt x="97286" y="76893"/>
                  </a:moveTo>
                  <a:cubicBezTo>
                    <a:pt x="97286" y="59129"/>
                    <a:pt x="96132" y="41364"/>
                    <a:pt x="88053" y="24933"/>
                  </a:cubicBezTo>
                  <a:cubicBezTo>
                    <a:pt x="77435" y="3616"/>
                    <a:pt x="58508" y="63"/>
                    <a:pt x="48813" y="63"/>
                  </a:cubicBezTo>
                  <a:cubicBezTo>
                    <a:pt x="34964" y="63"/>
                    <a:pt x="18113" y="5836"/>
                    <a:pt x="8650" y="26487"/>
                  </a:cubicBezTo>
                  <a:cubicBezTo>
                    <a:pt x="1263" y="41809"/>
                    <a:pt x="109" y="59129"/>
                    <a:pt x="109" y="76893"/>
                  </a:cubicBezTo>
                  <a:cubicBezTo>
                    <a:pt x="109" y="93547"/>
                    <a:pt x="1032" y="113531"/>
                    <a:pt x="10496" y="130407"/>
                  </a:cubicBezTo>
                  <a:cubicBezTo>
                    <a:pt x="20422" y="148394"/>
                    <a:pt x="37272" y="152835"/>
                    <a:pt x="48582" y="152835"/>
                  </a:cubicBezTo>
                  <a:cubicBezTo>
                    <a:pt x="61047" y="152835"/>
                    <a:pt x="78589" y="148172"/>
                    <a:pt x="88745" y="127077"/>
                  </a:cubicBezTo>
                  <a:cubicBezTo>
                    <a:pt x="96132" y="111755"/>
                    <a:pt x="97286" y="94435"/>
                    <a:pt x="97286" y="76893"/>
                  </a:cubicBezTo>
                  <a:close/>
                  <a:moveTo>
                    <a:pt x="48582" y="147950"/>
                  </a:moveTo>
                  <a:cubicBezTo>
                    <a:pt x="39580" y="147950"/>
                    <a:pt x="25961" y="142398"/>
                    <a:pt x="21807" y="121081"/>
                  </a:cubicBezTo>
                  <a:cubicBezTo>
                    <a:pt x="19268" y="107758"/>
                    <a:pt x="19268" y="87329"/>
                    <a:pt x="19268" y="74228"/>
                  </a:cubicBezTo>
                  <a:cubicBezTo>
                    <a:pt x="19268" y="60017"/>
                    <a:pt x="19268" y="45361"/>
                    <a:pt x="21114" y="33371"/>
                  </a:cubicBezTo>
                  <a:cubicBezTo>
                    <a:pt x="25500" y="6946"/>
                    <a:pt x="42812" y="4948"/>
                    <a:pt x="48582" y="4948"/>
                  </a:cubicBezTo>
                  <a:cubicBezTo>
                    <a:pt x="56199" y="4948"/>
                    <a:pt x="71434" y="8945"/>
                    <a:pt x="75819" y="30928"/>
                  </a:cubicBezTo>
                  <a:cubicBezTo>
                    <a:pt x="78128" y="43363"/>
                    <a:pt x="78128" y="60239"/>
                    <a:pt x="78128" y="74228"/>
                  </a:cubicBezTo>
                  <a:cubicBezTo>
                    <a:pt x="78128" y="90882"/>
                    <a:pt x="78128" y="105982"/>
                    <a:pt x="75588" y="120193"/>
                  </a:cubicBezTo>
                  <a:cubicBezTo>
                    <a:pt x="72126" y="141288"/>
                    <a:pt x="58969" y="147950"/>
                    <a:pt x="48582" y="147950"/>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17" name="Group 16">
            <a:extLst>
              <a:ext uri="{FF2B5EF4-FFF2-40B4-BE49-F238E27FC236}">
                <a16:creationId xmlns:a16="http://schemas.microsoft.com/office/drawing/2014/main" id="{8477FA4E-D654-5F53-DBB8-A11573C506CA}"/>
              </a:ext>
            </a:extLst>
          </p:cNvPr>
          <p:cNvGrpSpPr>
            <a:grpSpLocks noChangeAspect="1"/>
          </p:cNvGrpSpPr>
          <p:nvPr>
            <p:custDataLst>
              <p:tags r:id="rId3"/>
            </p:custDataLst>
          </p:nvPr>
        </p:nvGrpSpPr>
        <p:grpSpPr>
          <a:xfrm>
            <a:off x="1020150" y="4735753"/>
            <a:ext cx="1025736" cy="222052"/>
            <a:chOff x="3663204" y="6853006"/>
            <a:chExt cx="1025736" cy="222052"/>
          </a:xfrm>
        </p:grpSpPr>
        <p:sp>
          <p:nvSpPr>
            <p:cNvPr id="18" name="Freeform: Shape 17">
              <a:extLst>
                <a:ext uri="{FF2B5EF4-FFF2-40B4-BE49-F238E27FC236}">
                  <a16:creationId xmlns:a16="http://schemas.microsoft.com/office/drawing/2014/main" id="{73B97733-4677-A287-F2D2-11A63A3FE8E7}"/>
                </a:ext>
              </a:extLst>
            </p:cNvPr>
            <p:cNvSpPr/>
            <p:nvPr>
              <p:custDataLst>
                <p:tags r:id="rId166"/>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9" name="Freeform: Shape 18">
              <a:extLst>
                <a:ext uri="{FF2B5EF4-FFF2-40B4-BE49-F238E27FC236}">
                  <a16:creationId xmlns:a16="http://schemas.microsoft.com/office/drawing/2014/main" id="{54569D50-F36F-5069-C8F9-29FE62C3E764}"/>
                </a:ext>
              </a:extLst>
            </p:cNvPr>
            <p:cNvSpPr/>
            <p:nvPr>
              <p:custDataLst>
                <p:tags r:id="rId167"/>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0" name="Freeform: Shape 19">
              <a:extLst>
                <a:ext uri="{FF2B5EF4-FFF2-40B4-BE49-F238E27FC236}">
                  <a16:creationId xmlns:a16="http://schemas.microsoft.com/office/drawing/2014/main" id="{56CEBC89-D4EB-A09B-CF2E-19681337C81E}"/>
                </a:ext>
              </a:extLst>
            </p:cNvPr>
            <p:cNvSpPr/>
            <p:nvPr>
              <p:custDataLst>
                <p:tags r:id="rId168"/>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1" name="Freeform: Shape 20">
              <a:extLst>
                <a:ext uri="{FF2B5EF4-FFF2-40B4-BE49-F238E27FC236}">
                  <a16:creationId xmlns:a16="http://schemas.microsoft.com/office/drawing/2014/main" id="{AB2C03CF-9A34-07D8-6F8D-0DE2DDC41A62}"/>
                </a:ext>
              </a:extLst>
            </p:cNvPr>
            <p:cNvSpPr/>
            <p:nvPr>
              <p:custDataLst>
                <p:tags r:id="rId169"/>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2" name="Freeform: Shape 21">
              <a:extLst>
                <a:ext uri="{FF2B5EF4-FFF2-40B4-BE49-F238E27FC236}">
                  <a16:creationId xmlns:a16="http://schemas.microsoft.com/office/drawing/2014/main" id="{A7843696-7A74-B95B-E1E0-DF9FDCC78342}"/>
                </a:ext>
              </a:extLst>
            </p:cNvPr>
            <p:cNvSpPr/>
            <p:nvPr>
              <p:custDataLst>
                <p:tags r:id="rId170"/>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3" name="Freeform: Shape 22">
              <a:extLst>
                <a:ext uri="{FF2B5EF4-FFF2-40B4-BE49-F238E27FC236}">
                  <a16:creationId xmlns:a16="http://schemas.microsoft.com/office/drawing/2014/main" id="{9A095463-E144-9C28-07E0-7455F278C5C6}"/>
                </a:ext>
              </a:extLst>
            </p:cNvPr>
            <p:cNvSpPr/>
            <p:nvPr>
              <p:custDataLst>
                <p:tags r:id="rId171"/>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4" name="Freeform: Shape 23">
              <a:extLst>
                <a:ext uri="{FF2B5EF4-FFF2-40B4-BE49-F238E27FC236}">
                  <a16:creationId xmlns:a16="http://schemas.microsoft.com/office/drawing/2014/main" id="{792433E9-6112-58EC-130B-B705C553A528}"/>
                </a:ext>
              </a:extLst>
            </p:cNvPr>
            <p:cNvSpPr/>
            <p:nvPr>
              <p:custDataLst>
                <p:tags r:id="rId172"/>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 name="Freeform: Shape 24">
              <a:extLst>
                <a:ext uri="{FF2B5EF4-FFF2-40B4-BE49-F238E27FC236}">
                  <a16:creationId xmlns:a16="http://schemas.microsoft.com/office/drawing/2014/main" id="{6FD6A700-864F-6519-0E46-037421B1BAD0}"/>
                </a:ext>
              </a:extLst>
            </p:cNvPr>
            <p:cNvSpPr/>
            <p:nvPr>
              <p:custDataLst>
                <p:tags r:id="rId173"/>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93" name="Group 92" descr="\documentclass{article}&#10;\usepackage{amsmath}&#10;\pagestyle{empty}&#10;\begin{document}&#10;&#10;&#10;$ Cov[u,x]= E[xu] = 0$&#10;\end{document}" title="IguanaTex Shape Display">
            <a:extLst>
              <a:ext uri="{FF2B5EF4-FFF2-40B4-BE49-F238E27FC236}">
                <a16:creationId xmlns:a16="http://schemas.microsoft.com/office/drawing/2014/main" id="{2C2B6E45-8220-6923-0DAC-88FE8F65CF22}"/>
              </a:ext>
            </a:extLst>
          </p:cNvPr>
          <p:cNvGrpSpPr>
            <a:grpSpLocks noChangeAspect="1"/>
          </p:cNvGrpSpPr>
          <p:nvPr>
            <p:custDataLst>
              <p:tags r:id="rId4"/>
            </p:custDataLst>
          </p:nvPr>
        </p:nvGrpSpPr>
        <p:grpSpPr>
          <a:xfrm>
            <a:off x="1028700" y="5143500"/>
            <a:ext cx="2148396" cy="222052"/>
            <a:chOff x="2783831" y="6378161"/>
            <a:chExt cx="2148396" cy="222052"/>
          </a:xfrm>
        </p:grpSpPr>
        <p:sp>
          <p:nvSpPr>
            <p:cNvPr id="77" name="Freeform: Shape 76">
              <a:extLst>
                <a:ext uri="{FF2B5EF4-FFF2-40B4-BE49-F238E27FC236}">
                  <a16:creationId xmlns:a16="http://schemas.microsoft.com/office/drawing/2014/main" id="{AD78F780-CA07-1168-CCAD-F1729EB2BD49}"/>
                </a:ext>
              </a:extLst>
            </p:cNvPr>
            <p:cNvSpPr/>
            <p:nvPr>
              <p:custDataLst>
                <p:tags r:id="rId150"/>
              </p:custDataLst>
            </p:nvPr>
          </p:nvSpPr>
          <p:spPr>
            <a:xfrm>
              <a:off x="2783831" y="6388153"/>
              <a:ext cx="160436" cy="161432"/>
            </a:xfrm>
            <a:custGeom>
              <a:avLst/>
              <a:gdLst>
                <a:gd name="csX0" fmla="*/ 160513 w 160436"/>
                <a:gd name="csY0" fmla="*/ 2283 h 161432"/>
                <a:gd name="csX1" fmla="*/ 158027 w 160436"/>
                <a:gd name="csY1" fmla="*/ 63 h 161432"/>
                <a:gd name="csX2" fmla="*/ 154638 w 160436"/>
                <a:gd name="csY2" fmla="*/ 2727 h 161432"/>
                <a:gd name="csX3" fmla="*/ 138820 w 160436"/>
                <a:gd name="csY3" fmla="*/ 19825 h 161432"/>
                <a:gd name="csX4" fmla="*/ 101310 w 160436"/>
                <a:gd name="csY4" fmla="*/ 63 h 161432"/>
                <a:gd name="csX5" fmla="*/ 77 w 160436"/>
                <a:gd name="csY5" fmla="*/ 100652 h 161432"/>
                <a:gd name="csX6" fmla="*/ 61314 w 160436"/>
                <a:gd name="csY6" fmla="*/ 161495 h 161432"/>
                <a:gd name="csX7" fmla="*/ 110122 w 160436"/>
                <a:gd name="csY7" fmla="*/ 142398 h 161432"/>
                <a:gd name="csX8" fmla="*/ 134979 w 160436"/>
                <a:gd name="csY8" fmla="*/ 103317 h 161432"/>
                <a:gd name="csX9" fmla="*/ 132267 w 160436"/>
                <a:gd name="csY9" fmla="*/ 101097 h 161432"/>
                <a:gd name="csX10" fmla="*/ 129330 w 160436"/>
                <a:gd name="csY10" fmla="*/ 103317 h 161432"/>
                <a:gd name="csX11" fmla="*/ 106507 w 160436"/>
                <a:gd name="csY11" fmla="*/ 138401 h 161432"/>
                <a:gd name="csX12" fmla="*/ 64929 w 160436"/>
                <a:gd name="csY12" fmla="*/ 154611 h 161432"/>
                <a:gd name="csX13" fmla="*/ 20640 w 160436"/>
                <a:gd name="csY13" fmla="*/ 108424 h 161432"/>
                <a:gd name="csX14" fmla="*/ 47982 w 160436"/>
                <a:gd name="csY14" fmla="*/ 33815 h 161432"/>
                <a:gd name="csX15" fmla="*/ 103118 w 160436"/>
                <a:gd name="csY15" fmla="*/ 6946 h 161432"/>
                <a:gd name="csX16" fmla="*/ 139498 w 160436"/>
                <a:gd name="csY16" fmla="*/ 49802 h 161432"/>
                <a:gd name="csX17" fmla="*/ 138820 w 160436"/>
                <a:gd name="csY17" fmla="*/ 61127 h 161432"/>
                <a:gd name="csX18" fmla="*/ 142210 w 160436"/>
                <a:gd name="csY18" fmla="*/ 63348 h 161432"/>
                <a:gd name="csX19" fmla="*/ 146277 w 160436"/>
                <a:gd name="csY19" fmla="*/ 58907 h 161432"/>
                <a:gd name="csX20" fmla="*/ 160513 w 160436"/>
                <a:gd name="csY20" fmla="*/ 2283 h 161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60436" h="161432">
                  <a:moveTo>
                    <a:pt x="160513" y="2283"/>
                  </a:moveTo>
                  <a:cubicBezTo>
                    <a:pt x="160513" y="1617"/>
                    <a:pt x="160061" y="63"/>
                    <a:pt x="158027" y="63"/>
                  </a:cubicBezTo>
                  <a:cubicBezTo>
                    <a:pt x="157350" y="63"/>
                    <a:pt x="157124" y="285"/>
                    <a:pt x="154638" y="2727"/>
                  </a:cubicBezTo>
                  <a:lnTo>
                    <a:pt x="138820" y="19825"/>
                  </a:lnTo>
                  <a:cubicBezTo>
                    <a:pt x="136787" y="16717"/>
                    <a:pt x="126392" y="63"/>
                    <a:pt x="101310" y="63"/>
                  </a:cubicBezTo>
                  <a:cubicBezTo>
                    <a:pt x="50919" y="63"/>
                    <a:pt x="77" y="49136"/>
                    <a:pt x="77" y="100652"/>
                  </a:cubicBezTo>
                  <a:cubicBezTo>
                    <a:pt x="77" y="137291"/>
                    <a:pt x="26741" y="161495"/>
                    <a:pt x="61314" y="161495"/>
                  </a:cubicBezTo>
                  <a:cubicBezTo>
                    <a:pt x="80973" y="161495"/>
                    <a:pt x="98146" y="152613"/>
                    <a:pt x="110122" y="142398"/>
                  </a:cubicBezTo>
                  <a:cubicBezTo>
                    <a:pt x="131137" y="124190"/>
                    <a:pt x="134979" y="103983"/>
                    <a:pt x="134979" y="103317"/>
                  </a:cubicBezTo>
                  <a:cubicBezTo>
                    <a:pt x="134979" y="101097"/>
                    <a:pt x="132719" y="101097"/>
                    <a:pt x="132267" y="101097"/>
                  </a:cubicBezTo>
                  <a:cubicBezTo>
                    <a:pt x="130911" y="101097"/>
                    <a:pt x="129782" y="101541"/>
                    <a:pt x="129330" y="103317"/>
                  </a:cubicBezTo>
                  <a:cubicBezTo>
                    <a:pt x="127296" y="109757"/>
                    <a:pt x="122099" y="125522"/>
                    <a:pt x="106507" y="138401"/>
                  </a:cubicBezTo>
                  <a:cubicBezTo>
                    <a:pt x="90915" y="150836"/>
                    <a:pt x="76679" y="154611"/>
                    <a:pt x="64929" y="154611"/>
                  </a:cubicBezTo>
                  <a:cubicBezTo>
                    <a:pt x="44592" y="154611"/>
                    <a:pt x="20640" y="143064"/>
                    <a:pt x="20640" y="108424"/>
                  </a:cubicBezTo>
                  <a:cubicBezTo>
                    <a:pt x="20640" y="95767"/>
                    <a:pt x="25385" y="59795"/>
                    <a:pt x="47982" y="33815"/>
                  </a:cubicBezTo>
                  <a:cubicBezTo>
                    <a:pt x="61766" y="18049"/>
                    <a:pt x="83006" y="6946"/>
                    <a:pt x="103118" y="6946"/>
                  </a:cubicBezTo>
                  <a:cubicBezTo>
                    <a:pt x="126166" y="6946"/>
                    <a:pt x="139498" y="24044"/>
                    <a:pt x="139498" y="49802"/>
                  </a:cubicBezTo>
                  <a:cubicBezTo>
                    <a:pt x="139498" y="58685"/>
                    <a:pt x="138820" y="58907"/>
                    <a:pt x="138820" y="61127"/>
                  </a:cubicBezTo>
                  <a:cubicBezTo>
                    <a:pt x="138820" y="63348"/>
                    <a:pt x="141306" y="63348"/>
                    <a:pt x="142210" y="63348"/>
                  </a:cubicBezTo>
                  <a:cubicBezTo>
                    <a:pt x="145147" y="63348"/>
                    <a:pt x="145147" y="62904"/>
                    <a:pt x="146277" y="58907"/>
                  </a:cubicBezTo>
                  <a:lnTo>
                    <a:pt x="160513" y="2283"/>
                  </a:lnTo>
                  <a:close/>
                </a:path>
              </a:pathLst>
            </a:custGeom>
            <a:solidFill>
              <a:srgbClr val="000000"/>
            </a:solidFill>
            <a:ln w="22860"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51CA9234-ECB4-9201-C0CA-E5D7B8A4C323}"/>
                </a:ext>
              </a:extLst>
            </p:cNvPr>
            <p:cNvSpPr/>
            <p:nvPr>
              <p:custDataLst>
                <p:tags r:id="rId151"/>
              </p:custDataLst>
            </p:nvPr>
          </p:nvSpPr>
          <p:spPr>
            <a:xfrm>
              <a:off x="2959464" y="6446553"/>
              <a:ext cx="96713" cy="100589"/>
            </a:xfrm>
            <a:custGeom>
              <a:avLst/>
              <a:gdLst>
                <a:gd name="csX0" fmla="*/ 96798 w 96713"/>
                <a:gd name="csY0" fmla="*/ 37590 h 100589"/>
                <a:gd name="csX1" fmla="*/ 60644 w 96713"/>
                <a:gd name="csY1" fmla="*/ 63 h 100589"/>
                <a:gd name="csX2" fmla="*/ 85 w 96713"/>
                <a:gd name="csY2" fmla="*/ 63126 h 100589"/>
                <a:gd name="csX3" fmla="*/ 36239 w 96713"/>
                <a:gd name="csY3" fmla="*/ 100652 h 100589"/>
                <a:gd name="csX4" fmla="*/ 96798 w 96713"/>
                <a:gd name="csY4" fmla="*/ 37590 h 100589"/>
                <a:gd name="csX5" fmla="*/ 36465 w 96713"/>
                <a:gd name="csY5" fmla="*/ 95767 h 100589"/>
                <a:gd name="csX6" fmla="*/ 16806 w 96713"/>
                <a:gd name="csY6" fmla="*/ 71564 h 100589"/>
                <a:gd name="csX7" fmla="*/ 29912 w 96713"/>
                <a:gd name="csY7" fmla="*/ 25377 h 100589"/>
                <a:gd name="csX8" fmla="*/ 60418 w 96713"/>
                <a:gd name="csY8" fmla="*/ 4948 h 100589"/>
                <a:gd name="csX9" fmla="*/ 80303 w 96713"/>
                <a:gd name="csY9" fmla="*/ 28930 h 100589"/>
                <a:gd name="csX10" fmla="*/ 67197 w 96713"/>
                <a:gd name="csY10" fmla="*/ 75339 h 100589"/>
                <a:gd name="csX11" fmla="*/ 36465 w 96713"/>
                <a:gd name="csY11" fmla="*/ 95767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713" h="100589">
                  <a:moveTo>
                    <a:pt x="96798" y="37590"/>
                  </a:moveTo>
                  <a:cubicBezTo>
                    <a:pt x="96798" y="14496"/>
                    <a:pt x="80981" y="63"/>
                    <a:pt x="60644" y="63"/>
                  </a:cubicBezTo>
                  <a:cubicBezTo>
                    <a:pt x="30364" y="63"/>
                    <a:pt x="85" y="31594"/>
                    <a:pt x="85" y="63126"/>
                  </a:cubicBezTo>
                  <a:cubicBezTo>
                    <a:pt x="85" y="85109"/>
                    <a:pt x="15224" y="100652"/>
                    <a:pt x="36239" y="100652"/>
                  </a:cubicBezTo>
                  <a:cubicBezTo>
                    <a:pt x="66293" y="100652"/>
                    <a:pt x="96798" y="70009"/>
                    <a:pt x="96798" y="37590"/>
                  </a:cubicBezTo>
                  <a:close/>
                  <a:moveTo>
                    <a:pt x="36465" y="95767"/>
                  </a:moveTo>
                  <a:cubicBezTo>
                    <a:pt x="26749" y="95767"/>
                    <a:pt x="16806" y="88884"/>
                    <a:pt x="16806" y="71564"/>
                  </a:cubicBezTo>
                  <a:cubicBezTo>
                    <a:pt x="16806" y="60683"/>
                    <a:pt x="22681" y="36701"/>
                    <a:pt x="29912" y="25377"/>
                  </a:cubicBezTo>
                  <a:cubicBezTo>
                    <a:pt x="41210" y="8279"/>
                    <a:pt x="54091" y="4948"/>
                    <a:pt x="60418" y="4948"/>
                  </a:cubicBezTo>
                  <a:cubicBezTo>
                    <a:pt x="73524" y="4948"/>
                    <a:pt x="80303" y="15606"/>
                    <a:pt x="80303" y="28930"/>
                  </a:cubicBezTo>
                  <a:cubicBezTo>
                    <a:pt x="80303" y="37590"/>
                    <a:pt x="75783" y="60905"/>
                    <a:pt x="67197" y="75339"/>
                  </a:cubicBezTo>
                  <a:cubicBezTo>
                    <a:pt x="59288" y="88218"/>
                    <a:pt x="46860" y="95767"/>
                    <a:pt x="36465" y="95767"/>
                  </a:cubicBezTo>
                  <a:close/>
                </a:path>
              </a:pathLst>
            </a:custGeom>
            <a:solidFill>
              <a:srgbClr val="000000"/>
            </a:solidFill>
            <a:ln w="22860" cap="flat">
              <a:noFill/>
              <a:prstDash val="solid"/>
              <a:miter/>
            </a:ln>
          </p:spPr>
          <p:txBody>
            <a:bodyPr/>
            <a:lstStyle/>
            <a:p>
              <a:endParaRPr lang="en-US"/>
            </a:p>
          </p:txBody>
        </p:sp>
        <p:sp>
          <p:nvSpPr>
            <p:cNvPr id="79" name="Freeform: Shape 78">
              <a:extLst>
                <a:ext uri="{FF2B5EF4-FFF2-40B4-BE49-F238E27FC236}">
                  <a16:creationId xmlns:a16="http://schemas.microsoft.com/office/drawing/2014/main" id="{C1B1266C-C966-D416-11AD-5024F755580A}"/>
                </a:ext>
              </a:extLst>
            </p:cNvPr>
            <p:cNvSpPr/>
            <p:nvPr>
              <p:custDataLst>
                <p:tags r:id="rId152"/>
              </p:custDataLst>
            </p:nvPr>
          </p:nvSpPr>
          <p:spPr>
            <a:xfrm>
              <a:off x="3066283" y="6446553"/>
              <a:ext cx="99199" cy="100589"/>
            </a:xfrm>
            <a:custGeom>
              <a:avLst/>
              <a:gdLst>
                <a:gd name="csX0" fmla="*/ 99289 w 99199"/>
                <a:gd name="csY0" fmla="*/ 15606 h 100589"/>
                <a:gd name="csX1" fmla="*/ 89346 w 99199"/>
                <a:gd name="csY1" fmla="*/ 63 h 100589"/>
                <a:gd name="csX2" fmla="*/ 78274 w 99199"/>
                <a:gd name="csY2" fmla="*/ 10721 h 100589"/>
                <a:gd name="csX3" fmla="*/ 81889 w 99199"/>
                <a:gd name="csY3" fmla="*/ 17383 h 100589"/>
                <a:gd name="csX4" fmla="*/ 89572 w 99199"/>
                <a:gd name="csY4" fmla="*/ 35591 h 100589"/>
                <a:gd name="csX5" fmla="*/ 49350 w 99199"/>
                <a:gd name="csY5" fmla="*/ 95767 h 100589"/>
                <a:gd name="csX6" fmla="*/ 32629 w 99199"/>
                <a:gd name="csY6" fmla="*/ 76449 h 100589"/>
                <a:gd name="csX7" fmla="*/ 45735 w 99199"/>
                <a:gd name="csY7" fmla="*/ 29374 h 100589"/>
                <a:gd name="csX8" fmla="*/ 48446 w 99199"/>
                <a:gd name="csY8" fmla="*/ 18271 h 100589"/>
                <a:gd name="csX9" fmla="*/ 29917 w 99199"/>
                <a:gd name="csY9" fmla="*/ 63 h 100589"/>
                <a:gd name="csX10" fmla="*/ 89 w 99199"/>
                <a:gd name="csY10" fmla="*/ 34259 h 100589"/>
                <a:gd name="csX11" fmla="*/ 2801 w 99199"/>
                <a:gd name="csY11" fmla="*/ 36479 h 100589"/>
                <a:gd name="csX12" fmla="*/ 6416 w 99199"/>
                <a:gd name="csY12" fmla="*/ 32482 h 100589"/>
                <a:gd name="csX13" fmla="*/ 29239 w 99199"/>
                <a:gd name="csY13" fmla="*/ 4948 h 100589"/>
                <a:gd name="csX14" fmla="*/ 34888 w 99199"/>
                <a:gd name="csY14" fmla="*/ 12054 h 100589"/>
                <a:gd name="csX15" fmla="*/ 31047 w 99199"/>
                <a:gd name="csY15" fmla="*/ 27597 h 100589"/>
                <a:gd name="csX16" fmla="*/ 18167 w 99199"/>
                <a:gd name="csY16" fmla="*/ 73118 h 100589"/>
                <a:gd name="csX17" fmla="*/ 48446 w 99199"/>
                <a:gd name="csY17" fmla="*/ 100652 h 100589"/>
                <a:gd name="csX18" fmla="*/ 99289 w 99199"/>
                <a:gd name="csY18" fmla="*/ 15606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199" h="100589">
                  <a:moveTo>
                    <a:pt x="99289" y="15606"/>
                  </a:moveTo>
                  <a:cubicBezTo>
                    <a:pt x="99289" y="3616"/>
                    <a:pt x="93414" y="63"/>
                    <a:pt x="89346" y="63"/>
                  </a:cubicBezTo>
                  <a:cubicBezTo>
                    <a:pt x="83697" y="63"/>
                    <a:pt x="78274" y="5836"/>
                    <a:pt x="78274" y="10721"/>
                  </a:cubicBezTo>
                  <a:cubicBezTo>
                    <a:pt x="78274" y="13608"/>
                    <a:pt x="79404" y="14940"/>
                    <a:pt x="81889" y="17383"/>
                  </a:cubicBezTo>
                  <a:cubicBezTo>
                    <a:pt x="86635" y="21824"/>
                    <a:pt x="89572" y="27597"/>
                    <a:pt x="89572" y="35591"/>
                  </a:cubicBezTo>
                  <a:cubicBezTo>
                    <a:pt x="89572" y="44917"/>
                    <a:pt x="75788" y="95767"/>
                    <a:pt x="49350" y="95767"/>
                  </a:cubicBezTo>
                  <a:cubicBezTo>
                    <a:pt x="37826" y="95767"/>
                    <a:pt x="32629" y="87995"/>
                    <a:pt x="32629" y="76449"/>
                  </a:cubicBezTo>
                  <a:cubicBezTo>
                    <a:pt x="32629" y="64014"/>
                    <a:pt x="38730" y="47804"/>
                    <a:pt x="45735" y="29374"/>
                  </a:cubicBezTo>
                  <a:cubicBezTo>
                    <a:pt x="47316" y="25599"/>
                    <a:pt x="48446" y="22490"/>
                    <a:pt x="48446" y="18271"/>
                  </a:cubicBezTo>
                  <a:cubicBezTo>
                    <a:pt x="48446" y="8279"/>
                    <a:pt x="41215" y="63"/>
                    <a:pt x="29917" y="63"/>
                  </a:cubicBezTo>
                  <a:cubicBezTo>
                    <a:pt x="8676" y="63"/>
                    <a:pt x="89" y="32260"/>
                    <a:pt x="89" y="34259"/>
                  </a:cubicBezTo>
                  <a:cubicBezTo>
                    <a:pt x="89" y="36479"/>
                    <a:pt x="2349" y="36479"/>
                    <a:pt x="2801" y="36479"/>
                  </a:cubicBezTo>
                  <a:cubicBezTo>
                    <a:pt x="5061" y="36479"/>
                    <a:pt x="5287" y="36035"/>
                    <a:pt x="6416" y="32482"/>
                  </a:cubicBezTo>
                  <a:cubicBezTo>
                    <a:pt x="12969" y="10055"/>
                    <a:pt x="22686" y="4948"/>
                    <a:pt x="29239" y="4948"/>
                  </a:cubicBezTo>
                  <a:cubicBezTo>
                    <a:pt x="31047" y="4948"/>
                    <a:pt x="34888" y="4948"/>
                    <a:pt x="34888" y="12054"/>
                  </a:cubicBezTo>
                  <a:cubicBezTo>
                    <a:pt x="34888" y="17605"/>
                    <a:pt x="32629" y="23600"/>
                    <a:pt x="31047" y="27597"/>
                  </a:cubicBezTo>
                  <a:cubicBezTo>
                    <a:pt x="21104" y="53355"/>
                    <a:pt x="18167" y="63570"/>
                    <a:pt x="18167" y="73118"/>
                  </a:cubicBezTo>
                  <a:cubicBezTo>
                    <a:pt x="18167" y="97100"/>
                    <a:pt x="38052" y="100652"/>
                    <a:pt x="48446" y="100652"/>
                  </a:cubicBezTo>
                  <a:cubicBezTo>
                    <a:pt x="86409" y="100652"/>
                    <a:pt x="99289" y="27153"/>
                    <a:pt x="99289" y="15606"/>
                  </a:cubicBezTo>
                  <a:close/>
                </a:path>
              </a:pathLst>
            </a:custGeom>
            <a:solidFill>
              <a:srgbClr val="000000"/>
            </a:solidFill>
            <a:ln w="22860" cap="flat">
              <a:noFill/>
              <a:prstDash val="solid"/>
              <a:miter/>
            </a:ln>
          </p:spPr>
          <p:txBody>
            <a:bodyPr/>
            <a:lstStyle/>
            <a:p>
              <a:endParaRPr lang="en-US"/>
            </a:p>
          </p:txBody>
        </p:sp>
        <p:sp>
          <p:nvSpPr>
            <p:cNvPr id="80" name="Freeform: Shape 79">
              <a:extLst>
                <a:ext uri="{FF2B5EF4-FFF2-40B4-BE49-F238E27FC236}">
                  <a16:creationId xmlns:a16="http://schemas.microsoft.com/office/drawing/2014/main" id="{363DC8B9-83AD-7E78-A78E-AF413BD72320}"/>
                </a:ext>
              </a:extLst>
            </p:cNvPr>
            <p:cNvSpPr/>
            <p:nvPr>
              <p:custDataLst>
                <p:tags r:id="rId153"/>
              </p:custDataLst>
            </p:nvPr>
          </p:nvSpPr>
          <p:spPr>
            <a:xfrm>
              <a:off x="3204033" y="6378161"/>
              <a:ext cx="30957" cy="222052"/>
            </a:xfrm>
            <a:custGeom>
              <a:avLst/>
              <a:gdLst>
                <a:gd name="csX0" fmla="*/ 31052 w 30957"/>
                <a:gd name="csY0" fmla="*/ 222115 h 222052"/>
                <a:gd name="csX1" fmla="*/ 31052 w 30957"/>
                <a:gd name="csY1" fmla="*/ 213233 h 222052"/>
                <a:gd name="csX2" fmla="*/ 9133 w 30957"/>
                <a:gd name="csY2" fmla="*/ 213233 h 222052"/>
                <a:gd name="csX3" fmla="*/ 9133 w 30957"/>
                <a:gd name="csY3" fmla="*/ 8945 h 222052"/>
                <a:gd name="csX4" fmla="*/ 31052 w 30957"/>
                <a:gd name="csY4" fmla="*/ 8945 h 222052"/>
                <a:gd name="csX5" fmla="*/ 31052 w 30957"/>
                <a:gd name="csY5" fmla="*/ 63 h 222052"/>
                <a:gd name="csX6" fmla="*/ 95 w 30957"/>
                <a:gd name="csY6" fmla="*/ 63 h 222052"/>
                <a:gd name="csX7" fmla="*/ 95 w 30957"/>
                <a:gd name="csY7" fmla="*/ 222115 h 222052"/>
                <a:gd name="csX8" fmla="*/ 31052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52" y="222115"/>
                  </a:moveTo>
                  <a:lnTo>
                    <a:pt x="31052" y="213233"/>
                  </a:lnTo>
                  <a:lnTo>
                    <a:pt x="9133" y="213233"/>
                  </a:lnTo>
                  <a:lnTo>
                    <a:pt x="9133" y="8945"/>
                  </a:lnTo>
                  <a:lnTo>
                    <a:pt x="31052" y="8945"/>
                  </a:lnTo>
                  <a:lnTo>
                    <a:pt x="31052" y="63"/>
                  </a:lnTo>
                  <a:lnTo>
                    <a:pt x="95" y="63"/>
                  </a:lnTo>
                  <a:lnTo>
                    <a:pt x="95" y="222115"/>
                  </a:lnTo>
                  <a:lnTo>
                    <a:pt x="31052" y="222115"/>
                  </a:lnTo>
                  <a:close/>
                </a:path>
              </a:pathLst>
            </a:custGeom>
            <a:solidFill>
              <a:srgbClr val="000000"/>
            </a:solidFill>
            <a:ln w="22860" cap="flat">
              <a:noFill/>
              <a:prstDash val="solid"/>
              <a:miter/>
            </a:ln>
          </p:spPr>
          <p:txBody>
            <a:bodyPr/>
            <a:lstStyle/>
            <a:p>
              <a:endParaRPr lang="en-US"/>
            </a:p>
          </p:txBody>
        </p:sp>
        <p:sp>
          <p:nvSpPr>
            <p:cNvPr id="81" name="Freeform: Shape 80">
              <a:extLst>
                <a:ext uri="{FF2B5EF4-FFF2-40B4-BE49-F238E27FC236}">
                  <a16:creationId xmlns:a16="http://schemas.microsoft.com/office/drawing/2014/main" id="{7F2A7750-C367-0E1B-BD41-0FC48F59B36F}"/>
                </a:ext>
              </a:extLst>
            </p:cNvPr>
            <p:cNvSpPr/>
            <p:nvPr>
              <p:custDataLst>
                <p:tags r:id="rId154"/>
              </p:custDataLst>
            </p:nvPr>
          </p:nvSpPr>
          <p:spPr>
            <a:xfrm>
              <a:off x="3246691" y="6446553"/>
              <a:ext cx="116146" cy="100589"/>
            </a:xfrm>
            <a:custGeom>
              <a:avLst/>
              <a:gdLst>
                <a:gd name="csX0" fmla="*/ 72633 w 116146"/>
                <a:gd name="csY0" fmla="*/ 85775 h 100589"/>
                <a:gd name="csX1" fmla="*/ 92744 w 116146"/>
                <a:gd name="csY1" fmla="*/ 100652 h 100589"/>
                <a:gd name="csX2" fmla="*/ 109465 w 116146"/>
                <a:gd name="csY2" fmla="*/ 88440 h 100589"/>
                <a:gd name="csX3" fmla="*/ 116244 w 116146"/>
                <a:gd name="csY3" fmla="*/ 66456 h 100589"/>
                <a:gd name="csX4" fmla="*/ 113533 w 116146"/>
                <a:gd name="csY4" fmla="*/ 64236 h 100589"/>
                <a:gd name="csX5" fmla="*/ 110369 w 116146"/>
                <a:gd name="csY5" fmla="*/ 68233 h 100589"/>
                <a:gd name="csX6" fmla="*/ 93422 w 116146"/>
                <a:gd name="csY6" fmla="*/ 95767 h 100589"/>
                <a:gd name="csX7" fmla="*/ 86417 w 116146"/>
                <a:gd name="csY7" fmla="*/ 85553 h 100589"/>
                <a:gd name="csX8" fmla="*/ 90936 w 116146"/>
                <a:gd name="csY8" fmla="*/ 62459 h 100589"/>
                <a:gd name="csX9" fmla="*/ 97263 w 116146"/>
                <a:gd name="csY9" fmla="*/ 38478 h 100589"/>
                <a:gd name="csX10" fmla="*/ 101104 w 116146"/>
                <a:gd name="csY10" fmla="*/ 23378 h 100589"/>
                <a:gd name="csX11" fmla="*/ 104494 w 116146"/>
                <a:gd name="csY11" fmla="*/ 8501 h 100589"/>
                <a:gd name="csX12" fmla="*/ 97941 w 116146"/>
                <a:gd name="csY12" fmla="*/ 2505 h 100589"/>
                <a:gd name="csX13" fmla="*/ 89128 w 116146"/>
                <a:gd name="csY13" fmla="*/ 10277 h 100589"/>
                <a:gd name="csX14" fmla="*/ 72181 w 116146"/>
                <a:gd name="csY14" fmla="*/ 77115 h 100589"/>
                <a:gd name="csX15" fmla="*/ 46420 w 116146"/>
                <a:gd name="csY15" fmla="*/ 95767 h 100589"/>
                <a:gd name="csX16" fmla="*/ 32411 w 116146"/>
                <a:gd name="csY16" fmla="*/ 77559 h 100589"/>
                <a:gd name="csX17" fmla="*/ 44613 w 116146"/>
                <a:gd name="csY17" fmla="*/ 32260 h 100589"/>
                <a:gd name="csX18" fmla="*/ 48454 w 116146"/>
                <a:gd name="csY18" fmla="*/ 18271 h 100589"/>
                <a:gd name="csX19" fmla="*/ 29925 w 116146"/>
                <a:gd name="csY19" fmla="*/ 63 h 100589"/>
                <a:gd name="csX20" fmla="*/ 97 w 116146"/>
                <a:gd name="csY20" fmla="*/ 34259 h 100589"/>
                <a:gd name="csX21" fmla="*/ 2809 w 116146"/>
                <a:gd name="csY21" fmla="*/ 36479 h 100589"/>
                <a:gd name="csX22" fmla="*/ 6424 w 116146"/>
                <a:gd name="csY22" fmla="*/ 32482 h 100589"/>
                <a:gd name="csX23" fmla="*/ 29247 w 116146"/>
                <a:gd name="csY23" fmla="*/ 4948 h 100589"/>
                <a:gd name="csX24" fmla="*/ 34896 w 116146"/>
                <a:gd name="csY24" fmla="*/ 12276 h 100589"/>
                <a:gd name="csX25" fmla="*/ 31055 w 116146"/>
                <a:gd name="csY25" fmla="*/ 27375 h 100589"/>
                <a:gd name="csX26" fmla="*/ 17949 w 116146"/>
                <a:gd name="csY26" fmla="*/ 74006 h 100589"/>
                <a:gd name="csX27" fmla="*/ 45743 w 116146"/>
                <a:gd name="csY27" fmla="*/ 100652 h 100589"/>
                <a:gd name="csX28" fmla="*/ 72633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33" y="85775"/>
                  </a:moveTo>
                  <a:cubicBezTo>
                    <a:pt x="75118" y="94879"/>
                    <a:pt x="83027" y="100652"/>
                    <a:pt x="92744" y="100652"/>
                  </a:cubicBezTo>
                  <a:cubicBezTo>
                    <a:pt x="100652" y="100652"/>
                    <a:pt x="105850" y="95545"/>
                    <a:pt x="109465" y="88440"/>
                  </a:cubicBezTo>
                  <a:cubicBezTo>
                    <a:pt x="113307" y="80446"/>
                    <a:pt x="116244" y="66901"/>
                    <a:pt x="116244" y="66456"/>
                  </a:cubicBezTo>
                  <a:cubicBezTo>
                    <a:pt x="116244" y="64236"/>
                    <a:pt x="114210" y="64236"/>
                    <a:pt x="113533" y="64236"/>
                  </a:cubicBezTo>
                  <a:cubicBezTo>
                    <a:pt x="111273" y="64236"/>
                    <a:pt x="111047" y="65124"/>
                    <a:pt x="110369" y="68233"/>
                  </a:cubicBezTo>
                  <a:cubicBezTo>
                    <a:pt x="107206" y="80668"/>
                    <a:pt x="102912" y="95767"/>
                    <a:pt x="93422" y="95767"/>
                  </a:cubicBezTo>
                  <a:cubicBezTo>
                    <a:pt x="88676" y="95767"/>
                    <a:pt x="86417" y="92881"/>
                    <a:pt x="86417" y="85553"/>
                  </a:cubicBezTo>
                  <a:cubicBezTo>
                    <a:pt x="86417" y="80668"/>
                    <a:pt x="89128" y="70231"/>
                    <a:pt x="90936" y="62459"/>
                  </a:cubicBezTo>
                  <a:lnTo>
                    <a:pt x="97263" y="38478"/>
                  </a:lnTo>
                  <a:cubicBezTo>
                    <a:pt x="97941" y="35147"/>
                    <a:pt x="100201" y="26709"/>
                    <a:pt x="101104" y="23378"/>
                  </a:cubicBezTo>
                  <a:cubicBezTo>
                    <a:pt x="102234" y="18271"/>
                    <a:pt x="104494" y="9833"/>
                    <a:pt x="104494" y="8501"/>
                  </a:cubicBezTo>
                  <a:cubicBezTo>
                    <a:pt x="104494" y="4504"/>
                    <a:pt x="101330" y="2505"/>
                    <a:pt x="97941" y="2505"/>
                  </a:cubicBezTo>
                  <a:cubicBezTo>
                    <a:pt x="96811" y="2505"/>
                    <a:pt x="90936" y="2727"/>
                    <a:pt x="89128" y="10277"/>
                  </a:cubicBezTo>
                  <a:cubicBezTo>
                    <a:pt x="84835" y="26487"/>
                    <a:pt x="74892" y="65346"/>
                    <a:pt x="72181" y="77115"/>
                  </a:cubicBezTo>
                  <a:cubicBezTo>
                    <a:pt x="71955" y="78003"/>
                    <a:pt x="62916" y="95767"/>
                    <a:pt x="46420" y="95767"/>
                  </a:cubicBezTo>
                  <a:cubicBezTo>
                    <a:pt x="34670" y="95767"/>
                    <a:pt x="32411" y="85775"/>
                    <a:pt x="32411" y="77559"/>
                  </a:cubicBezTo>
                  <a:cubicBezTo>
                    <a:pt x="32411" y="65124"/>
                    <a:pt x="38738" y="47582"/>
                    <a:pt x="44613" y="32260"/>
                  </a:cubicBezTo>
                  <a:cubicBezTo>
                    <a:pt x="47324" y="25599"/>
                    <a:pt x="48454" y="22490"/>
                    <a:pt x="48454" y="18271"/>
                  </a:cubicBezTo>
                  <a:cubicBezTo>
                    <a:pt x="48454" y="8279"/>
                    <a:pt x="41223" y="63"/>
                    <a:pt x="29925" y="63"/>
                  </a:cubicBezTo>
                  <a:cubicBezTo>
                    <a:pt x="8458" y="63"/>
                    <a:pt x="97" y="32260"/>
                    <a:pt x="97" y="34259"/>
                  </a:cubicBezTo>
                  <a:cubicBezTo>
                    <a:pt x="97" y="36479"/>
                    <a:pt x="2357" y="36479"/>
                    <a:pt x="2809" y="36479"/>
                  </a:cubicBezTo>
                  <a:cubicBezTo>
                    <a:pt x="5069" y="36479"/>
                    <a:pt x="5295" y="36035"/>
                    <a:pt x="6424" y="32482"/>
                  </a:cubicBezTo>
                  <a:cubicBezTo>
                    <a:pt x="12074" y="13164"/>
                    <a:pt x="20660" y="4948"/>
                    <a:pt x="29247" y="4948"/>
                  </a:cubicBezTo>
                  <a:cubicBezTo>
                    <a:pt x="31281" y="4948"/>
                    <a:pt x="34896" y="5170"/>
                    <a:pt x="34896" y="12276"/>
                  </a:cubicBezTo>
                  <a:cubicBezTo>
                    <a:pt x="34896" y="17605"/>
                    <a:pt x="32411" y="24044"/>
                    <a:pt x="31055" y="27375"/>
                  </a:cubicBezTo>
                  <a:cubicBezTo>
                    <a:pt x="22694" y="49358"/>
                    <a:pt x="17949" y="63126"/>
                    <a:pt x="17949" y="74006"/>
                  </a:cubicBezTo>
                  <a:cubicBezTo>
                    <a:pt x="17949" y="95101"/>
                    <a:pt x="33540" y="100652"/>
                    <a:pt x="45743" y="100652"/>
                  </a:cubicBezTo>
                  <a:cubicBezTo>
                    <a:pt x="60656" y="100652"/>
                    <a:pt x="68791" y="90660"/>
                    <a:pt x="72633" y="85775"/>
                  </a:cubicBezTo>
                  <a:close/>
                </a:path>
              </a:pathLst>
            </a:custGeom>
            <a:solidFill>
              <a:srgbClr val="000000"/>
            </a:solidFill>
            <a:ln w="22860"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265793F1-7C8D-1A74-C471-5A0A2C1275B9}"/>
                </a:ext>
              </a:extLst>
            </p:cNvPr>
            <p:cNvSpPr/>
            <p:nvPr>
              <p:custDataLst>
                <p:tags r:id="rId155"/>
              </p:custDataLst>
            </p:nvPr>
          </p:nvSpPr>
          <p:spPr>
            <a:xfrm>
              <a:off x="3388927" y="6521162"/>
              <a:ext cx="26438" cy="66393"/>
            </a:xfrm>
            <a:custGeom>
              <a:avLst/>
              <a:gdLst>
                <a:gd name="csX0" fmla="*/ 26541 w 26438"/>
                <a:gd name="csY0" fmla="*/ 23378 h 66393"/>
                <a:gd name="csX1" fmla="*/ 12079 w 26438"/>
                <a:gd name="csY1" fmla="*/ 63 h 66393"/>
                <a:gd name="csX2" fmla="*/ 103 w 26438"/>
                <a:gd name="csY2" fmla="*/ 11832 h 66393"/>
                <a:gd name="csX3" fmla="*/ 12079 w 26438"/>
                <a:gd name="csY3" fmla="*/ 23600 h 66393"/>
                <a:gd name="csX4" fmla="*/ 19988 w 26438"/>
                <a:gd name="csY4" fmla="*/ 20714 h 66393"/>
                <a:gd name="csX5" fmla="*/ 21118 w 26438"/>
                <a:gd name="csY5" fmla="*/ 20047 h 66393"/>
                <a:gd name="csX6" fmla="*/ 21570 w 26438"/>
                <a:gd name="csY6" fmla="*/ 23378 h 66393"/>
                <a:gd name="csX7" fmla="*/ 6204 w 26438"/>
                <a:gd name="csY7" fmla="*/ 60461 h 66393"/>
                <a:gd name="csX8" fmla="*/ 3718 w 26438"/>
                <a:gd name="csY8" fmla="*/ 64014 h 66393"/>
                <a:gd name="csX9" fmla="*/ 5978 w 26438"/>
                <a:gd name="csY9" fmla="*/ 66456 h 66393"/>
                <a:gd name="csX10" fmla="*/ 26541 w 26438"/>
                <a:gd name="csY10" fmla="*/ 23378 h 66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438" h="66393">
                  <a:moveTo>
                    <a:pt x="26541" y="23378"/>
                  </a:moveTo>
                  <a:cubicBezTo>
                    <a:pt x="26541" y="8723"/>
                    <a:pt x="20892" y="63"/>
                    <a:pt x="12079" y="63"/>
                  </a:cubicBezTo>
                  <a:cubicBezTo>
                    <a:pt x="4622" y="63"/>
                    <a:pt x="103" y="5614"/>
                    <a:pt x="103" y="11832"/>
                  </a:cubicBezTo>
                  <a:cubicBezTo>
                    <a:pt x="103" y="17827"/>
                    <a:pt x="4622" y="23600"/>
                    <a:pt x="12079" y="23600"/>
                  </a:cubicBezTo>
                  <a:cubicBezTo>
                    <a:pt x="14791" y="23600"/>
                    <a:pt x="17728" y="22712"/>
                    <a:pt x="19988" y="20714"/>
                  </a:cubicBezTo>
                  <a:cubicBezTo>
                    <a:pt x="20666" y="20270"/>
                    <a:pt x="20892" y="20047"/>
                    <a:pt x="21118" y="20047"/>
                  </a:cubicBezTo>
                  <a:cubicBezTo>
                    <a:pt x="21344" y="20047"/>
                    <a:pt x="21570" y="20270"/>
                    <a:pt x="21570" y="23378"/>
                  </a:cubicBezTo>
                  <a:cubicBezTo>
                    <a:pt x="21570" y="39810"/>
                    <a:pt x="13661" y="53133"/>
                    <a:pt x="6204" y="60461"/>
                  </a:cubicBezTo>
                  <a:cubicBezTo>
                    <a:pt x="3718" y="62904"/>
                    <a:pt x="3718" y="63348"/>
                    <a:pt x="3718" y="64014"/>
                  </a:cubicBezTo>
                  <a:cubicBezTo>
                    <a:pt x="3718" y="65568"/>
                    <a:pt x="4848" y="66456"/>
                    <a:pt x="5978" y="66456"/>
                  </a:cubicBezTo>
                  <a:cubicBezTo>
                    <a:pt x="8464" y="66456"/>
                    <a:pt x="26541" y="49358"/>
                    <a:pt x="26541" y="23378"/>
                  </a:cubicBezTo>
                  <a:close/>
                </a:path>
              </a:pathLst>
            </a:custGeom>
            <a:solidFill>
              <a:srgbClr val="000000"/>
            </a:solidFill>
            <a:ln w="22860" cap="flat">
              <a:noFill/>
              <a:prstDash val="solid"/>
              <a:miter/>
            </a:ln>
          </p:spPr>
          <p:txBody>
            <a:bodyPr/>
            <a:lstStyle/>
            <a:p>
              <a:endParaRPr lang="en-US"/>
            </a:p>
          </p:txBody>
        </p:sp>
        <p:sp>
          <p:nvSpPr>
            <p:cNvPr id="83" name="Freeform: Shape 82">
              <a:extLst>
                <a:ext uri="{FF2B5EF4-FFF2-40B4-BE49-F238E27FC236}">
                  <a16:creationId xmlns:a16="http://schemas.microsoft.com/office/drawing/2014/main" id="{641CF3DB-2D55-24D1-1B9E-16BC6139D38D}"/>
                </a:ext>
              </a:extLst>
            </p:cNvPr>
            <p:cNvSpPr/>
            <p:nvPr>
              <p:custDataLst>
                <p:tags r:id="rId156"/>
              </p:custDataLst>
            </p:nvPr>
          </p:nvSpPr>
          <p:spPr>
            <a:xfrm>
              <a:off x="3476476" y="6446553"/>
              <a:ext cx="112531" cy="100589"/>
            </a:xfrm>
            <a:custGeom>
              <a:avLst/>
              <a:gdLst>
                <a:gd name="csX0" fmla="*/ 69027 w 112531"/>
                <a:gd name="csY0" fmla="*/ 31150 h 100589"/>
                <a:gd name="csX1" fmla="*/ 91398 w 112531"/>
                <a:gd name="csY1" fmla="*/ 4948 h 100589"/>
                <a:gd name="csX2" fmla="*/ 102696 w 112531"/>
                <a:gd name="csY2" fmla="*/ 7835 h 100589"/>
                <a:gd name="csX3" fmla="*/ 91850 w 112531"/>
                <a:gd name="csY3" fmla="*/ 19825 h 100589"/>
                <a:gd name="csX4" fmla="*/ 100437 w 112531"/>
                <a:gd name="csY4" fmla="*/ 27597 h 100589"/>
                <a:gd name="csX5" fmla="*/ 112639 w 112531"/>
                <a:gd name="csY5" fmla="*/ 14718 h 100589"/>
                <a:gd name="csX6" fmla="*/ 91624 w 112531"/>
                <a:gd name="csY6" fmla="*/ 63 h 100589"/>
                <a:gd name="csX7" fmla="*/ 67897 w 112531"/>
                <a:gd name="csY7" fmla="*/ 16939 h 100589"/>
                <a:gd name="csX8" fmla="*/ 43493 w 112531"/>
                <a:gd name="csY8" fmla="*/ 63 h 100589"/>
                <a:gd name="csX9" fmla="*/ 7112 w 112531"/>
                <a:gd name="csY9" fmla="*/ 34259 h 100589"/>
                <a:gd name="csX10" fmla="*/ 9824 w 112531"/>
                <a:gd name="csY10" fmla="*/ 36479 h 100589"/>
                <a:gd name="csX11" fmla="*/ 12762 w 112531"/>
                <a:gd name="csY11" fmla="*/ 34037 h 100589"/>
                <a:gd name="csX12" fmla="*/ 43041 w 112531"/>
                <a:gd name="csY12" fmla="*/ 4948 h 100589"/>
                <a:gd name="csX13" fmla="*/ 55243 w 112531"/>
                <a:gd name="csY13" fmla="*/ 19825 h 100589"/>
                <a:gd name="csX14" fmla="*/ 43041 w 112531"/>
                <a:gd name="csY14" fmla="*/ 72674 h 100589"/>
                <a:gd name="csX15" fmla="*/ 21574 w 112531"/>
                <a:gd name="csY15" fmla="*/ 95767 h 100589"/>
                <a:gd name="csX16" fmla="*/ 10276 w 112531"/>
                <a:gd name="csY16" fmla="*/ 92881 h 100589"/>
                <a:gd name="csX17" fmla="*/ 20896 w 112531"/>
                <a:gd name="csY17" fmla="*/ 80890 h 100589"/>
                <a:gd name="csX18" fmla="*/ 12536 w 112531"/>
                <a:gd name="csY18" fmla="*/ 73118 h 100589"/>
                <a:gd name="csX19" fmla="*/ 107 w 112531"/>
                <a:gd name="csY19" fmla="*/ 85997 h 100589"/>
                <a:gd name="csX20" fmla="*/ 21348 w 112531"/>
                <a:gd name="csY20" fmla="*/ 100652 h 100589"/>
                <a:gd name="csX21" fmla="*/ 45075 w 112531"/>
                <a:gd name="csY21" fmla="*/ 83776 h 100589"/>
                <a:gd name="csX22" fmla="*/ 69479 w 112531"/>
                <a:gd name="csY22" fmla="*/ 100652 h 100589"/>
                <a:gd name="csX23" fmla="*/ 105634 w 112531"/>
                <a:gd name="csY23" fmla="*/ 66456 h 100589"/>
                <a:gd name="csX24" fmla="*/ 102922 w 112531"/>
                <a:gd name="csY24" fmla="*/ 64236 h 100589"/>
                <a:gd name="csX25" fmla="*/ 99985 w 112531"/>
                <a:gd name="csY25" fmla="*/ 66678 h 100589"/>
                <a:gd name="csX26" fmla="*/ 69931 w 112531"/>
                <a:gd name="csY26" fmla="*/ 95767 h 100589"/>
                <a:gd name="csX27" fmla="*/ 57503 w 112531"/>
                <a:gd name="csY27" fmla="*/ 81112 h 100589"/>
                <a:gd name="csX28" fmla="*/ 61344 w 112531"/>
                <a:gd name="csY28" fmla="*/ 61571 h 100589"/>
                <a:gd name="csX29" fmla="*/ 69027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27" y="31150"/>
                  </a:moveTo>
                  <a:cubicBezTo>
                    <a:pt x="70383" y="25377"/>
                    <a:pt x="75580" y="4948"/>
                    <a:pt x="91398" y="4948"/>
                  </a:cubicBezTo>
                  <a:cubicBezTo>
                    <a:pt x="92528" y="4948"/>
                    <a:pt x="97951" y="4948"/>
                    <a:pt x="102696" y="7835"/>
                  </a:cubicBezTo>
                  <a:cubicBezTo>
                    <a:pt x="96369" y="8945"/>
                    <a:pt x="91850" y="14496"/>
                    <a:pt x="91850" y="19825"/>
                  </a:cubicBezTo>
                  <a:cubicBezTo>
                    <a:pt x="91850" y="23378"/>
                    <a:pt x="94336" y="27597"/>
                    <a:pt x="100437" y="27597"/>
                  </a:cubicBezTo>
                  <a:cubicBezTo>
                    <a:pt x="105408" y="27597"/>
                    <a:pt x="112639" y="23600"/>
                    <a:pt x="112639" y="14718"/>
                  </a:cubicBezTo>
                  <a:cubicBezTo>
                    <a:pt x="112639" y="3172"/>
                    <a:pt x="99307" y="63"/>
                    <a:pt x="91624" y="63"/>
                  </a:cubicBezTo>
                  <a:cubicBezTo>
                    <a:pt x="78518" y="63"/>
                    <a:pt x="70609" y="11832"/>
                    <a:pt x="67897" y="16939"/>
                  </a:cubicBezTo>
                  <a:cubicBezTo>
                    <a:pt x="62248" y="2283"/>
                    <a:pt x="50046" y="63"/>
                    <a:pt x="43493" y="63"/>
                  </a:cubicBezTo>
                  <a:cubicBezTo>
                    <a:pt x="19993" y="63"/>
                    <a:pt x="7112" y="28708"/>
                    <a:pt x="7112" y="34259"/>
                  </a:cubicBezTo>
                  <a:cubicBezTo>
                    <a:pt x="7112" y="36479"/>
                    <a:pt x="9372" y="36479"/>
                    <a:pt x="9824" y="36479"/>
                  </a:cubicBezTo>
                  <a:cubicBezTo>
                    <a:pt x="11632" y="36479"/>
                    <a:pt x="12310" y="36035"/>
                    <a:pt x="12762" y="34037"/>
                  </a:cubicBezTo>
                  <a:cubicBezTo>
                    <a:pt x="20444" y="10499"/>
                    <a:pt x="35358" y="4948"/>
                    <a:pt x="43041" y="4948"/>
                  </a:cubicBezTo>
                  <a:cubicBezTo>
                    <a:pt x="47334" y="4948"/>
                    <a:pt x="55243" y="6946"/>
                    <a:pt x="55243" y="19825"/>
                  </a:cubicBezTo>
                  <a:cubicBezTo>
                    <a:pt x="55243" y="26709"/>
                    <a:pt x="51402" y="41587"/>
                    <a:pt x="43041" y="72674"/>
                  </a:cubicBezTo>
                  <a:cubicBezTo>
                    <a:pt x="39426" y="86441"/>
                    <a:pt x="31517" y="95767"/>
                    <a:pt x="21574" y="95767"/>
                  </a:cubicBezTo>
                  <a:cubicBezTo>
                    <a:pt x="20218" y="95767"/>
                    <a:pt x="15021" y="95767"/>
                    <a:pt x="10276" y="92881"/>
                  </a:cubicBezTo>
                  <a:cubicBezTo>
                    <a:pt x="15925" y="91770"/>
                    <a:pt x="20896" y="87107"/>
                    <a:pt x="20896" y="80890"/>
                  </a:cubicBezTo>
                  <a:cubicBezTo>
                    <a:pt x="20896" y="74894"/>
                    <a:pt x="15925" y="73118"/>
                    <a:pt x="12536" y="73118"/>
                  </a:cubicBezTo>
                  <a:cubicBezTo>
                    <a:pt x="5757" y="73118"/>
                    <a:pt x="107" y="78891"/>
                    <a:pt x="107" y="85997"/>
                  </a:cubicBezTo>
                  <a:cubicBezTo>
                    <a:pt x="107" y="96211"/>
                    <a:pt x="11406" y="100652"/>
                    <a:pt x="21348" y="100652"/>
                  </a:cubicBezTo>
                  <a:cubicBezTo>
                    <a:pt x="36262" y="100652"/>
                    <a:pt x="44397" y="85109"/>
                    <a:pt x="45075" y="83776"/>
                  </a:cubicBezTo>
                  <a:cubicBezTo>
                    <a:pt x="47786" y="91992"/>
                    <a:pt x="55921" y="100652"/>
                    <a:pt x="69479" y="100652"/>
                  </a:cubicBezTo>
                  <a:cubicBezTo>
                    <a:pt x="92754" y="100652"/>
                    <a:pt x="105634" y="72008"/>
                    <a:pt x="105634" y="66456"/>
                  </a:cubicBezTo>
                  <a:cubicBezTo>
                    <a:pt x="105634" y="64236"/>
                    <a:pt x="103600" y="64236"/>
                    <a:pt x="102922" y="64236"/>
                  </a:cubicBezTo>
                  <a:cubicBezTo>
                    <a:pt x="100889" y="64236"/>
                    <a:pt x="100437" y="65124"/>
                    <a:pt x="99985" y="66678"/>
                  </a:cubicBezTo>
                  <a:cubicBezTo>
                    <a:pt x="92528" y="90438"/>
                    <a:pt x="77162" y="95767"/>
                    <a:pt x="69931" y="95767"/>
                  </a:cubicBezTo>
                  <a:cubicBezTo>
                    <a:pt x="61118" y="95767"/>
                    <a:pt x="57503" y="88662"/>
                    <a:pt x="57503" y="81112"/>
                  </a:cubicBezTo>
                  <a:cubicBezTo>
                    <a:pt x="57503" y="76227"/>
                    <a:pt x="58859" y="71342"/>
                    <a:pt x="61344" y="61571"/>
                  </a:cubicBezTo>
                  <a:lnTo>
                    <a:pt x="69027" y="31150"/>
                  </a:lnTo>
                  <a:close/>
                </a:path>
              </a:pathLst>
            </a:custGeom>
            <a:solidFill>
              <a:srgbClr val="000000"/>
            </a:solidFill>
            <a:ln w="22860" cap="flat">
              <a:noFill/>
              <a:prstDash val="solid"/>
              <a:miter/>
            </a:ln>
          </p:spPr>
          <p:txBody>
            <a:bodyPr/>
            <a:lstStyle/>
            <a:p>
              <a:endParaRPr lang="en-US"/>
            </a:p>
          </p:txBody>
        </p:sp>
        <p:sp>
          <p:nvSpPr>
            <p:cNvPr id="84" name="Freeform: Shape 83">
              <a:extLst>
                <a:ext uri="{FF2B5EF4-FFF2-40B4-BE49-F238E27FC236}">
                  <a16:creationId xmlns:a16="http://schemas.microsoft.com/office/drawing/2014/main" id="{5AFD370B-E0A8-B4FD-DAE0-AFBB3F3E9021}"/>
                </a:ext>
              </a:extLst>
            </p:cNvPr>
            <p:cNvSpPr/>
            <p:nvPr>
              <p:custDataLst>
                <p:tags r:id="rId157"/>
              </p:custDataLst>
            </p:nvPr>
          </p:nvSpPr>
          <p:spPr>
            <a:xfrm>
              <a:off x="3604041" y="6378161"/>
              <a:ext cx="30957" cy="222052"/>
            </a:xfrm>
            <a:custGeom>
              <a:avLst/>
              <a:gdLst>
                <a:gd name="csX0" fmla="*/ 31071 w 30957"/>
                <a:gd name="csY0" fmla="*/ 63 h 222052"/>
                <a:gd name="csX1" fmla="*/ 113 w 30957"/>
                <a:gd name="csY1" fmla="*/ 63 h 222052"/>
                <a:gd name="csX2" fmla="*/ 113 w 30957"/>
                <a:gd name="csY2" fmla="*/ 8945 h 222052"/>
                <a:gd name="csX3" fmla="*/ 22032 w 30957"/>
                <a:gd name="csY3" fmla="*/ 8945 h 222052"/>
                <a:gd name="csX4" fmla="*/ 22032 w 30957"/>
                <a:gd name="csY4" fmla="*/ 213233 h 222052"/>
                <a:gd name="csX5" fmla="*/ 113 w 30957"/>
                <a:gd name="csY5" fmla="*/ 213233 h 222052"/>
                <a:gd name="csX6" fmla="*/ 113 w 30957"/>
                <a:gd name="csY6" fmla="*/ 222115 h 222052"/>
                <a:gd name="csX7" fmla="*/ 31071 w 30957"/>
                <a:gd name="csY7" fmla="*/ 222115 h 222052"/>
                <a:gd name="csX8" fmla="*/ 31071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71" y="63"/>
                  </a:moveTo>
                  <a:lnTo>
                    <a:pt x="113" y="63"/>
                  </a:lnTo>
                  <a:lnTo>
                    <a:pt x="113" y="8945"/>
                  </a:lnTo>
                  <a:lnTo>
                    <a:pt x="22032" y="8945"/>
                  </a:lnTo>
                  <a:lnTo>
                    <a:pt x="22032" y="213233"/>
                  </a:lnTo>
                  <a:lnTo>
                    <a:pt x="113" y="213233"/>
                  </a:lnTo>
                  <a:lnTo>
                    <a:pt x="113" y="222115"/>
                  </a:lnTo>
                  <a:lnTo>
                    <a:pt x="31071" y="222115"/>
                  </a:lnTo>
                  <a:lnTo>
                    <a:pt x="31071" y="63"/>
                  </a:lnTo>
                  <a:close/>
                </a:path>
              </a:pathLst>
            </a:custGeom>
            <a:solidFill>
              <a:srgbClr val="000000"/>
            </a:solidFill>
            <a:ln w="22860" cap="flat">
              <a:noFill/>
              <a:prstDash val="solid"/>
              <a:miter/>
            </a:ln>
          </p:spPr>
          <p:txBody>
            <a:bodyPr/>
            <a:lstStyle/>
            <a:p>
              <a:endParaRPr lang="en-US"/>
            </a:p>
          </p:txBody>
        </p:sp>
        <p:sp>
          <p:nvSpPr>
            <p:cNvPr id="85" name="Freeform: Shape 84">
              <a:extLst>
                <a:ext uri="{FF2B5EF4-FFF2-40B4-BE49-F238E27FC236}">
                  <a16:creationId xmlns:a16="http://schemas.microsoft.com/office/drawing/2014/main" id="{7D2D8923-316A-FA44-6131-93436D7E9AAD}"/>
                </a:ext>
              </a:extLst>
            </p:cNvPr>
            <p:cNvSpPr/>
            <p:nvPr>
              <p:custDataLst>
                <p:tags r:id="rId158"/>
              </p:custDataLst>
            </p:nvPr>
          </p:nvSpPr>
          <p:spPr>
            <a:xfrm>
              <a:off x="3737259" y="6463207"/>
              <a:ext cx="150267" cy="51960"/>
            </a:xfrm>
            <a:custGeom>
              <a:avLst/>
              <a:gdLst>
                <a:gd name="csX0" fmla="*/ 142704 w 150267"/>
                <a:gd name="csY0" fmla="*/ 8945 h 51960"/>
                <a:gd name="csX1" fmla="*/ 150387 w 150267"/>
                <a:gd name="csY1" fmla="*/ 4504 h 51960"/>
                <a:gd name="csX2" fmla="*/ 142930 w 150267"/>
                <a:gd name="csY2" fmla="*/ 63 h 51960"/>
                <a:gd name="csX3" fmla="*/ 7576 w 150267"/>
                <a:gd name="csY3" fmla="*/ 63 h 51960"/>
                <a:gd name="csX4" fmla="*/ 119 w 150267"/>
                <a:gd name="csY4" fmla="*/ 4504 h 51960"/>
                <a:gd name="csX5" fmla="*/ 7802 w 150267"/>
                <a:gd name="csY5" fmla="*/ 8945 h 51960"/>
                <a:gd name="csX6" fmla="*/ 142704 w 150267"/>
                <a:gd name="csY6" fmla="*/ 8945 h 51960"/>
                <a:gd name="csX7" fmla="*/ 142930 w 150267"/>
                <a:gd name="csY7" fmla="*/ 52023 h 51960"/>
                <a:gd name="csX8" fmla="*/ 150387 w 150267"/>
                <a:gd name="csY8" fmla="*/ 47582 h 51960"/>
                <a:gd name="csX9" fmla="*/ 142704 w 150267"/>
                <a:gd name="csY9" fmla="*/ 43141 h 51960"/>
                <a:gd name="csX10" fmla="*/ 7802 w 150267"/>
                <a:gd name="csY10" fmla="*/ 43141 h 51960"/>
                <a:gd name="csX11" fmla="*/ 119 w 150267"/>
                <a:gd name="csY11" fmla="*/ 47582 h 51960"/>
                <a:gd name="csX12" fmla="*/ 7576 w 150267"/>
                <a:gd name="csY12" fmla="*/ 52023 h 51960"/>
                <a:gd name="csX13" fmla="*/ 142930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04" y="8945"/>
                  </a:moveTo>
                  <a:cubicBezTo>
                    <a:pt x="146093" y="8945"/>
                    <a:pt x="150387" y="8945"/>
                    <a:pt x="150387" y="4504"/>
                  </a:cubicBezTo>
                  <a:cubicBezTo>
                    <a:pt x="150387" y="63"/>
                    <a:pt x="146093" y="63"/>
                    <a:pt x="142930" y="63"/>
                  </a:cubicBezTo>
                  <a:lnTo>
                    <a:pt x="7576" y="63"/>
                  </a:lnTo>
                  <a:cubicBezTo>
                    <a:pt x="4412" y="63"/>
                    <a:pt x="119" y="63"/>
                    <a:pt x="119" y="4504"/>
                  </a:cubicBezTo>
                  <a:cubicBezTo>
                    <a:pt x="119" y="8945"/>
                    <a:pt x="4412" y="8945"/>
                    <a:pt x="7802" y="8945"/>
                  </a:cubicBezTo>
                  <a:lnTo>
                    <a:pt x="142704" y="8945"/>
                  </a:lnTo>
                  <a:close/>
                  <a:moveTo>
                    <a:pt x="142930" y="52023"/>
                  </a:moveTo>
                  <a:cubicBezTo>
                    <a:pt x="146093" y="52023"/>
                    <a:pt x="150387" y="52023"/>
                    <a:pt x="150387" y="47582"/>
                  </a:cubicBezTo>
                  <a:cubicBezTo>
                    <a:pt x="150387" y="43141"/>
                    <a:pt x="146093" y="43141"/>
                    <a:pt x="142704" y="43141"/>
                  </a:cubicBezTo>
                  <a:lnTo>
                    <a:pt x="7802" y="43141"/>
                  </a:lnTo>
                  <a:cubicBezTo>
                    <a:pt x="4412" y="43141"/>
                    <a:pt x="119" y="43141"/>
                    <a:pt x="119" y="47582"/>
                  </a:cubicBezTo>
                  <a:cubicBezTo>
                    <a:pt x="119" y="52023"/>
                    <a:pt x="4412" y="52023"/>
                    <a:pt x="7576" y="52023"/>
                  </a:cubicBezTo>
                  <a:lnTo>
                    <a:pt x="142930" y="52023"/>
                  </a:lnTo>
                  <a:close/>
                </a:path>
              </a:pathLst>
            </a:custGeom>
            <a:solidFill>
              <a:srgbClr val="000000"/>
            </a:solidFill>
            <a:ln w="22860" cap="flat">
              <a:noFill/>
              <a:prstDash val="solid"/>
              <a:miter/>
            </a:ln>
          </p:spPr>
          <p:txBody>
            <a:bodyPr/>
            <a:lstStyle/>
            <a:p>
              <a:endParaRPr lang="en-US"/>
            </a:p>
          </p:txBody>
        </p:sp>
        <p:sp>
          <p:nvSpPr>
            <p:cNvPr id="86" name="Freeform: Shape 85">
              <a:extLst>
                <a:ext uri="{FF2B5EF4-FFF2-40B4-BE49-F238E27FC236}">
                  <a16:creationId xmlns:a16="http://schemas.microsoft.com/office/drawing/2014/main" id="{E534EC3D-E5C2-06A5-4AD9-72ACE0EE6CF4}"/>
                </a:ext>
              </a:extLst>
            </p:cNvPr>
            <p:cNvSpPr/>
            <p:nvPr>
              <p:custDataLst>
                <p:tags r:id="rId159"/>
              </p:custDataLst>
            </p:nvPr>
          </p:nvSpPr>
          <p:spPr>
            <a:xfrm>
              <a:off x="3971711" y="6393704"/>
              <a:ext cx="164001" cy="150995"/>
            </a:xfrm>
            <a:custGeom>
              <a:avLst/>
              <a:gdLst>
                <a:gd name="csX0" fmla="*/ 151527 w 164001"/>
                <a:gd name="csY0" fmla="*/ 99320 h 150995"/>
                <a:gd name="csX1" fmla="*/ 152657 w 164001"/>
                <a:gd name="csY1" fmla="*/ 96211 h 150995"/>
                <a:gd name="csX2" fmla="*/ 149945 w 164001"/>
                <a:gd name="csY2" fmla="*/ 93769 h 150995"/>
                <a:gd name="csX3" fmla="*/ 147008 w 164001"/>
                <a:gd name="csY3" fmla="*/ 96433 h 150995"/>
                <a:gd name="csX4" fmla="*/ 85319 w 164001"/>
                <a:gd name="csY4" fmla="*/ 144175 h 150995"/>
                <a:gd name="csX5" fmla="*/ 52328 w 164001"/>
                <a:gd name="csY5" fmla="*/ 144175 h 150995"/>
                <a:gd name="csX6" fmla="*/ 47356 w 164001"/>
                <a:gd name="csY6" fmla="*/ 143953 h 150995"/>
                <a:gd name="csX7" fmla="*/ 44419 w 164001"/>
                <a:gd name="csY7" fmla="*/ 141732 h 150995"/>
                <a:gd name="csX8" fmla="*/ 45549 w 164001"/>
                <a:gd name="csY8" fmla="*/ 136625 h 150995"/>
                <a:gd name="csX9" fmla="*/ 60914 w 164001"/>
                <a:gd name="csY9" fmla="*/ 76005 h 150995"/>
                <a:gd name="csX10" fmla="*/ 83285 w 164001"/>
                <a:gd name="csY10" fmla="*/ 76005 h 150995"/>
                <a:gd name="csX11" fmla="*/ 102492 w 164001"/>
                <a:gd name="csY11" fmla="*/ 86219 h 150995"/>
                <a:gd name="csX12" fmla="*/ 100910 w 164001"/>
                <a:gd name="csY12" fmla="*/ 97100 h 150995"/>
                <a:gd name="csX13" fmla="*/ 100232 w 164001"/>
                <a:gd name="csY13" fmla="*/ 99542 h 150995"/>
                <a:gd name="csX14" fmla="*/ 103170 w 164001"/>
                <a:gd name="csY14" fmla="*/ 101985 h 150995"/>
                <a:gd name="csX15" fmla="*/ 106560 w 164001"/>
                <a:gd name="csY15" fmla="*/ 97544 h 150995"/>
                <a:gd name="csX16" fmla="*/ 119440 w 164001"/>
                <a:gd name="csY16" fmla="*/ 45583 h 150995"/>
                <a:gd name="csX17" fmla="*/ 116728 w 164001"/>
                <a:gd name="csY17" fmla="*/ 43141 h 150995"/>
                <a:gd name="csX18" fmla="*/ 113565 w 164001"/>
                <a:gd name="csY18" fmla="*/ 47138 h 150995"/>
                <a:gd name="csX19" fmla="*/ 83963 w 164001"/>
                <a:gd name="csY19" fmla="*/ 69121 h 150995"/>
                <a:gd name="csX20" fmla="*/ 62722 w 164001"/>
                <a:gd name="csY20" fmla="*/ 69121 h 150995"/>
                <a:gd name="csX21" fmla="*/ 76280 w 164001"/>
                <a:gd name="csY21" fmla="*/ 15606 h 150995"/>
                <a:gd name="csX22" fmla="*/ 88482 w 164001"/>
                <a:gd name="csY22" fmla="*/ 6946 h 150995"/>
                <a:gd name="csX23" fmla="*/ 120344 w 164001"/>
                <a:gd name="csY23" fmla="*/ 6946 h 150995"/>
                <a:gd name="csX24" fmla="*/ 154690 w 164001"/>
                <a:gd name="csY24" fmla="*/ 31594 h 150995"/>
                <a:gd name="csX25" fmla="*/ 153787 w 164001"/>
                <a:gd name="csY25" fmla="*/ 43363 h 150995"/>
                <a:gd name="csX26" fmla="*/ 153561 w 164001"/>
                <a:gd name="csY26" fmla="*/ 47360 h 150995"/>
                <a:gd name="csX27" fmla="*/ 156272 w 164001"/>
                <a:gd name="csY27" fmla="*/ 50025 h 150995"/>
                <a:gd name="csX28" fmla="*/ 159436 w 164001"/>
                <a:gd name="csY28" fmla="*/ 44473 h 150995"/>
                <a:gd name="csX29" fmla="*/ 163955 w 164001"/>
                <a:gd name="csY29" fmla="*/ 6058 h 150995"/>
                <a:gd name="csX30" fmla="*/ 157854 w 164001"/>
                <a:gd name="csY30" fmla="*/ 63 h 150995"/>
                <a:gd name="csX31" fmla="*/ 43741 w 164001"/>
                <a:gd name="csY31" fmla="*/ 63 h 150995"/>
                <a:gd name="csX32" fmla="*/ 36962 w 164001"/>
                <a:gd name="csY32" fmla="*/ 4504 h 150995"/>
                <a:gd name="csX33" fmla="*/ 43289 w 164001"/>
                <a:gd name="csY33" fmla="*/ 6946 h 150995"/>
                <a:gd name="csX34" fmla="*/ 57977 w 164001"/>
                <a:gd name="csY34" fmla="*/ 10943 h 150995"/>
                <a:gd name="csX35" fmla="*/ 56847 w 164001"/>
                <a:gd name="csY35" fmla="*/ 16273 h 150995"/>
                <a:gd name="csX36" fmla="*/ 27019 w 164001"/>
                <a:gd name="csY36" fmla="*/ 133738 h 150995"/>
                <a:gd name="csX37" fmla="*/ 6456 w 164001"/>
                <a:gd name="csY37" fmla="*/ 144175 h 150995"/>
                <a:gd name="csX38" fmla="*/ 129 w 164001"/>
                <a:gd name="csY38" fmla="*/ 148394 h 150995"/>
                <a:gd name="csX39" fmla="*/ 6456 w 164001"/>
                <a:gd name="csY39" fmla="*/ 151058 h 150995"/>
                <a:gd name="csX40" fmla="*/ 123733 w 164001"/>
                <a:gd name="csY40" fmla="*/ 151058 h 150995"/>
                <a:gd name="csX41" fmla="*/ 130738 w 164001"/>
                <a:gd name="csY41" fmla="*/ 147283 h 150995"/>
                <a:gd name="csX42" fmla="*/ 151527 w 164001"/>
                <a:gd name="csY42" fmla="*/ 99320 h 150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4001" h="150995">
                  <a:moveTo>
                    <a:pt x="151527" y="99320"/>
                  </a:moveTo>
                  <a:cubicBezTo>
                    <a:pt x="151979" y="98210"/>
                    <a:pt x="152657" y="96656"/>
                    <a:pt x="152657" y="96211"/>
                  </a:cubicBezTo>
                  <a:cubicBezTo>
                    <a:pt x="152657" y="95989"/>
                    <a:pt x="152657" y="93769"/>
                    <a:pt x="149945" y="93769"/>
                  </a:cubicBezTo>
                  <a:cubicBezTo>
                    <a:pt x="147911" y="93769"/>
                    <a:pt x="147460" y="95101"/>
                    <a:pt x="147008" y="96433"/>
                  </a:cubicBezTo>
                  <a:cubicBezTo>
                    <a:pt x="132320" y="129297"/>
                    <a:pt x="123959" y="144175"/>
                    <a:pt x="85319" y="144175"/>
                  </a:cubicBezTo>
                  <a:lnTo>
                    <a:pt x="52328" y="144175"/>
                  </a:lnTo>
                  <a:cubicBezTo>
                    <a:pt x="49164" y="144175"/>
                    <a:pt x="48712" y="144175"/>
                    <a:pt x="47356" y="143953"/>
                  </a:cubicBezTo>
                  <a:cubicBezTo>
                    <a:pt x="45097" y="143731"/>
                    <a:pt x="44419" y="143509"/>
                    <a:pt x="44419" y="141732"/>
                  </a:cubicBezTo>
                  <a:cubicBezTo>
                    <a:pt x="44419" y="141066"/>
                    <a:pt x="44419" y="140622"/>
                    <a:pt x="45549" y="136625"/>
                  </a:cubicBezTo>
                  <a:lnTo>
                    <a:pt x="60914" y="76005"/>
                  </a:lnTo>
                  <a:lnTo>
                    <a:pt x="83285" y="76005"/>
                  </a:lnTo>
                  <a:cubicBezTo>
                    <a:pt x="102492" y="76005"/>
                    <a:pt x="102492" y="80668"/>
                    <a:pt x="102492" y="86219"/>
                  </a:cubicBezTo>
                  <a:cubicBezTo>
                    <a:pt x="102492" y="87773"/>
                    <a:pt x="102492" y="90438"/>
                    <a:pt x="100910" y="97100"/>
                  </a:cubicBezTo>
                  <a:cubicBezTo>
                    <a:pt x="100458" y="98210"/>
                    <a:pt x="100232" y="98876"/>
                    <a:pt x="100232" y="99542"/>
                  </a:cubicBezTo>
                  <a:cubicBezTo>
                    <a:pt x="100232" y="100652"/>
                    <a:pt x="101136" y="101985"/>
                    <a:pt x="103170" y="101985"/>
                  </a:cubicBezTo>
                  <a:cubicBezTo>
                    <a:pt x="104978" y="101985"/>
                    <a:pt x="105656" y="100874"/>
                    <a:pt x="106560" y="97544"/>
                  </a:cubicBezTo>
                  <a:lnTo>
                    <a:pt x="119440" y="45583"/>
                  </a:lnTo>
                  <a:cubicBezTo>
                    <a:pt x="119440" y="44251"/>
                    <a:pt x="118310" y="43141"/>
                    <a:pt x="116728" y="43141"/>
                  </a:cubicBezTo>
                  <a:cubicBezTo>
                    <a:pt x="114694" y="43141"/>
                    <a:pt x="114242" y="44473"/>
                    <a:pt x="113565" y="47138"/>
                  </a:cubicBezTo>
                  <a:cubicBezTo>
                    <a:pt x="108819" y="64014"/>
                    <a:pt x="104752" y="69121"/>
                    <a:pt x="83963" y="69121"/>
                  </a:cubicBezTo>
                  <a:lnTo>
                    <a:pt x="62722" y="69121"/>
                  </a:lnTo>
                  <a:lnTo>
                    <a:pt x="76280" y="15606"/>
                  </a:lnTo>
                  <a:cubicBezTo>
                    <a:pt x="78314" y="7835"/>
                    <a:pt x="78540" y="6946"/>
                    <a:pt x="88482" y="6946"/>
                  </a:cubicBezTo>
                  <a:lnTo>
                    <a:pt x="120344" y="6946"/>
                  </a:lnTo>
                  <a:cubicBezTo>
                    <a:pt x="147911" y="6946"/>
                    <a:pt x="154690" y="13386"/>
                    <a:pt x="154690" y="31594"/>
                  </a:cubicBezTo>
                  <a:cubicBezTo>
                    <a:pt x="154690" y="36923"/>
                    <a:pt x="154690" y="37368"/>
                    <a:pt x="153787" y="43363"/>
                  </a:cubicBezTo>
                  <a:cubicBezTo>
                    <a:pt x="153787" y="44695"/>
                    <a:pt x="153561" y="46250"/>
                    <a:pt x="153561" y="47360"/>
                  </a:cubicBezTo>
                  <a:cubicBezTo>
                    <a:pt x="153561" y="48470"/>
                    <a:pt x="154239" y="50025"/>
                    <a:pt x="156272" y="50025"/>
                  </a:cubicBezTo>
                  <a:cubicBezTo>
                    <a:pt x="158758" y="50025"/>
                    <a:pt x="158984" y="48692"/>
                    <a:pt x="159436" y="44473"/>
                  </a:cubicBezTo>
                  <a:lnTo>
                    <a:pt x="163955" y="6058"/>
                  </a:lnTo>
                  <a:cubicBezTo>
                    <a:pt x="164633" y="63"/>
                    <a:pt x="163503" y="63"/>
                    <a:pt x="157854" y="63"/>
                  </a:cubicBezTo>
                  <a:lnTo>
                    <a:pt x="43741" y="63"/>
                  </a:lnTo>
                  <a:cubicBezTo>
                    <a:pt x="39221" y="63"/>
                    <a:pt x="36962" y="63"/>
                    <a:pt x="36962" y="4504"/>
                  </a:cubicBezTo>
                  <a:cubicBezTo>
                    <a:pt x="36962" y="6946"/>
                    <a:pt x="38995" y="6946"/>
                    <a:pt x="43289" y="6946"/>
                  </a:cubicBezTo>
                  <a:cubicBezTo>
                    <a:pt x="51650" y="6946"/>
                    <a:pt x="57977" y="6946"/>
                    <a:pt x="57977" y="10943"/>
                  </a:cubicBezTo>
                  <a:cubicBezTo>
                    <a:pt x="57977" y="11832"/>
                    <a:pt x="57977" y="12276"/>
                    <a:pt x="56847" y="16273"/>
                  </a:cubicBezTo>
                  <a:lnTo>
                    <a:pt x="27019" y="133738"/>
                  </a:lnTo>
                  <a:cubicBezTo>
                    <a:pt x="24760" y="142398"/>
                    <a:pt x="24308" y="144175"/>
                    <a:pt x="6456" y="144175"/>
                  </a:cubicBezTo>
                  <a:cubicBezTo>
                    <a:pt x="2615" y="144175"/>
                    <a:pt x="129" y="144175"/>
                    <a:pt x="129" y="148394"/>
                  </a:cubicBezTo>
                  <a:cubicBezTo>
                    <a:pt x="129" y="151058"/>
                    <a:pt x="2163" y="151058"/>
                    <a:pt x="6456" y="151058"/>
                  </a:cubicBezTo>
                  <a:lnTo>
                    <a:pt x="123733" y="151058"/>
                  </a:lnTo>
                  <a:cubicBezTo>
                    <a:pt x="128930" y="151058"/>
                    <a:pt x="129156" y="150836"/>
                    <a:pt x="130738" y="147283"/>
                  </a:cubicBezTo>
                  <a:lnTo>
                    <a:pt x="151527" y="99320"/>
                  </a:lnTo>
                  <a:close/>
                </a:path>
              </a:pathLst>
            </a:custGeom>
            <a:solidFill>
              <a:srgbClr val="000000"/>
            </a:solidFill>
            <a:ln w="22860" cap="flat">
              <a:noFill/>
              <a:prstDash val="solid"/>
              <a:miter/>
            </a:ln>
          </p:spPr>
          <p:txBody>
            <a:bodyPr/>
            <a:lstStyle/>
            <a:p>
              <a:endParaRPr lang="en-US"/>
            </a:p>
          </p:txBody>
        </p:sp>
        <p:sp>
          <p:nvSpPr>
            <p:cNvPr id="87" name="Freeform: Shape 86">
              <a:extLst>
                <a:ext uri="{FF2B5EF4-FFF2-40B4-BE49-F238E27FC236}">
                  <a16:creationId xmlns:a16="http://schemas.microsoft.com/office/drawing/2014/main" id="{41C89338-F676-34AD-AA0C-592971DB9F51}"/>
                </a:ext>
              </a:extLst>
            </p:cNvPr>
            <p:cNvSpPr/>
            <p:nvPr>
              <p:custDataLst>
                <p:tags r:id="rId160"/>
              </p:custDataLst>
            </p:nvPr>
          </p:nvSpPr>
          <p:spPr>
            <a:xfrm>
              <a:off x="4169620" y="6378161"/>
              <a:ext cx="30957" cy="222052"/>
            </a:xfrm>
            <a:custGeom>
              <a:avLst/>
              <a:gdLst>
                <a:gd name="csX0" fmla="*/ 31095 w 30957"/>
                <a:gd name="csY0" fmla="*/ 222115 h 222052"/>
                <a:gd name="csX1" fmla="*/ 31095 w 30957"/>
                <a:gd name="csY1" fmla="*/ 213233 h 222052"/>
                <a:gd name="csX2" fmla="*/ 9176 w 30957"/>
                <a:gd name="csY2" fmla="*/ 213233 h 222052"/>
                <a:gd name="csX3" fmla="*/ 9176 w 30957"/>
                <a:gd name="csY3" fmla="*/ 8945 h 222052"/>
                <a:gd name="csX4" fmla="*/ 31095 w 30957"/>
                <a:gd name="csY4" fmla="*/ 8945 h 222052"/>
                <a:gd name="csX5" fmla="*/ 31095 w 30957"/>
                <a:gd name="csY5" fmla="*/ 63 h 222052"/>
                <a:gd name="csX6" fmla="*/ 137 w 30957"/>
                <a:gd name="csY6" fmla="*/ 63 h 222052"/>
                <a:gd name="csX7" fmla="*/ 137 w 30957"/>
                <a:gd name="csY7" fmla="*/ 222115 h 222052"/>
                <a:gd name="csX8" fmla="*/ 31095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95" y="222115"/>
                  </a:moveTo>
                  <a:lnTo>
                    <a:pt x="31095" y="213233"/>
                  </a:lnTo>
                  <a:lnTo>
                    <a:pt x="9176" y="213233"/>
                  </a:lnTo>
                  <a:lnTo>
                    <a:pt x="9176" y="8945"/>
                  </a:lnTo>
                  <a:lnTo>
                    <a:pt x="31095" y="8945"/>
                  </a:lnTo>
                  <a:lnTo>
                    <a:pt x="31095" y="63"/>
                  </a:lnTo>
                  <a:lnTo>
                    <a:pt x="137" y="63"/>
                  </a:lnTo>
                  <a:lnTo>
                    <a:pt x="137" y="222115"/>
                  </a:lnTo>
                  <a:lnTo>
                    <a:pt x="31095" y="222115"/>
                  </a:lnTo>
                  <a:close/>
                </a:path>
              </a:pathLst>
            </a:custGeom>
            <a:solidFill>
              <a:srgbClr val="000000"/>
            </a:solidFill>
            <a:ln w="22860" cap="flat">
              <a:noFill/>
              <a:prstDash val="solid"/>
              <a:miter/>
            </a:ln>
          </p:spPr>
          <p:txBody>
            <a:bodyPr/>
            <a:lstStyle/>
            <a:p>
              <a:endParaRPr lang="en-US"/>
            </a:p>
          </p:txBody>
        </p:sp>
        <p:sp>
          <p:nvSpPr>
            <p:cNvPr id="88" name="Freeform: Shape 87">
              <a:extLst>
                <a:ext uri="{FF2B5EF4-FFF2-40B4-BE49-F238E27FC236}">
                  <a16:creationId xmlns:a16="http://schemas.microsoft.com/office/drawing/2014/main" id="{56706A25-686D-A978-2333-30D423AC7837}"/>
                </a:ext>
              </a:extLst>
            </p:cNvPr>
            <p:cNvSpPr/>
            <p:nvPr>
              <p:custDataLst>
                <p:tags r:id="rId161"/>
              </p:custDataLst>
            </p:nvPr>
          </p:nvSpPr>
          <p:spPr>
            <a:xfrm>
              <a:off x="4212278" y="6446553"/>
              <a:ext cx="112531" cy="100589"/>
            </a:xfrm>
            <a:custGeom>
              <a:avLst/>
              <a:gdLst>
                <a:gd name="csX0" fmla="*/ 69060 w 112531"/>
                <a:gd name="csY0" fmla="*/ 31150 h 100589"/>
                <a:gd name="csX1" fmla="*/ 91430 w 112531"/>
                <a:gd name="csY1" fmla="*/ 4948 h 100589"/>
                <a:gd name="csX2" fmla="*/ 102729 w 112531"/>
                <a:gd name="csY2" fmla="*/ 7835 h 100589"/>
                <a:gd name="csX3" fmla="*/ 91882 w 112531"/>
                <a:gd name="csY3" fmla="*/ 19825 h 100589"/>
                <a:gd name="csX4" fmla="*/ 100469 w 112531"/>
                <a:gd name="csY4" fmla="*/ 27597 h 100589"/>
                <a:gd name="csX5" fmla="*/ 112671 w 112531"/>
                <a:gd name="csY5" fmla="*/ 14718 h 100589"/>
                <a:gd name="csX6" fmla="*/ 91656 w 112531"/>
                <a:gd name="csY6" fmla="*/ 63 h 100589"/>
                <a:gd name="csX7" fmla="*/ 67930 w 112531"/>
                <a:gd name="csY7" fmla="*/ 16939 h 100589"/>
                <a:gd name="csX8" fmla="*/ 43525 w 112531"/>
                <a:gd name="csY8" fmla="*/ 63 h 100589"/>
                <a:gd name="csX9" fmla="*/ 7145 w 112531"/>
                <a:gd name="csY9" fmla="*/ 34259 h 100589"/>
                <a:gd name="csX10" fmla="*/ 9856 w 112531"/>
                <a:gd name="csY10" fmla="*/ 36479 h 100589"/>
                <a:gd name="csX11" fmla="*/ 12794 w 112531"/>
                <a:gd name="csY11" fmla="*/ 34037 h 100589"/>
                <a:gd name="csX12" fmla="*/ 43074 w 112531"/>
                <a:gd name="csY12" fmla="*/ 4948 h 100589"/>
                <a:gd name="csX13" fmla="*/ 55276 w 112531"/>
                <a:gd name="csY13" fmla="*/ 19825 h 100589"/>
                <a:gd name="csX14" fmla="*/ 43074 w 112531"/>
                <a:gd name="csY14" fmla="*/ 72674 h 100589"/>
                <a:gd name="csX15" fmla="*/ 21607 w 112531"/>
                <a:gd name="csY15" fmla="*/ 95767 h 100589"/>
                <a:gd name="csX16" fmla="*/ 10308 w 112531"/>
                <a:gd name="csY16" fmla="*/ 92881 h 100589"/>
                <a:gd name="csX17" fmla="*/ 20929 w 112531"/>
                <a:gd name="csY17" fmla="*/ 80890 h 100589"/>
                <a:gd name="csX18" fmla="*/ 12568 w 112531"/>
                <a:gd name="csY18" fmla="*/ 73118 h 100589"/>
                <a:gd name="csX19" fmla="*/ 140 w 112531"/>
                <a:gd name="csY19" fmla="*/ 85997 h 100589"/>
                <a:gd name="csX20" fmla="*/ 21381 w 112531"/>
                <a:gd name="csY20" fmla="*/ 100652 h 100589"/>
                <a:gd name="csX21" fmla="*/ 45107 w 112531"/>
                <a:gd name="csY21" fmla="*/ 83776 h 100589"/>
                <a:gd name="csX22" fmla="*/ 69512 w 112531"/>
                <a:gd name="csY22" fmla="*/ 100652 h 100589"/>
                <a:gd name="csX23" fmla="*/ 105666 w 112531"/>
                <a:gd name="csY23" fmla="*/ 66456 h 100589"/>
                <a:gd name="csX24" fmla="*/ 102955 w 112531"/>
                <a:gd name="csY24" fmla="*/ 64236 h 100589"/>
                <a:gd name="csX25" fmla="*/ 100017 w 112531"/>
                <a:gd name="csY25" fmla="*/ 66678 h 100589"/>
                <a:gd name="csX26" fmla="*/ 69964 w 112531"/>
                <a:gd name="csY26" fmla="*/ 95767 h 100589"/>
                <a:gd name="csX27" fmla="*/ 57535 w 112531"/>
                <a:gd name="csY27" fmla="*/ 81112 h 100589"/>
                <a:gd name="csX28" fmla="*/ 61377 w 112531"/>
                <a:gd name="csY28" fmla="*/ 61571 h 100589"/>
                <a:gd name="csX29" fmla="*/ 69060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60" y="31150"/>
                  </a:moveTo>
                  <a:cubicBezTo>
                    <a:pt x="70416" y="25377"/>
                    <a:pt x="75613" y="4948"/>
                    <a:pt x="91430" y="4948"/>
                  </a:cubicBezTo>
                  <a:cubicBezTo>
                    <a:pt x="92560" y="4948"/>
                    <a:pt x="97983" y="4948"/>
                    <a:pt x="102729" y="7835"/>
                  </a:cubicBezTo>
                  <a:cubicBezTo>
                    <a:pt x="96402" y="8945"/>
                    <a:pt x="91882" y="14496"/>
                    <a:pt x="91882" y="19825"/>
                  </a:cubicBezTo>
                  <a:cubicBezTo>
                    <a:pt x="91882" y="23378"/>
                    <a:pt x="94368" y="27597"/>
                    <a:pt x="100469" y="27597"/>
                  </a:cubicBezTo>
                  <a:cubicBezTo>
                    <a:pt x="105440" y="27597"/>
                    <a:pt x="112671" y="23600"/>
                    <a:pt x="112671" y="14718"/>
                  </a:cubicBezTo>
                  <a:cubicBezTo>
                    <a:pt x="112671" y="3172"/>
                    <a:pt x="99339" y="63"/>
                    <a:pt x="91656" y="63"/>
                  </a:cubicBezTo>
                  <a:cubicBezTo>
                    <a:pt x="78550" y="63"/>
                    <a:pt x="70641" y="11832"/>
                    <a:pt x="67930" y="16939"/>
                  </a:cubicBezTo>
                  <a:cubicBezTo>
                    <a:pt x="62281" y="2283"/>
                    <a:pt x="50079" y="63"/>
                    <a:pt x="43525" y="63"/>
                  </a:cubicBezTo>
                  <a:cubicBezTo>
                    <a:pt x="20025" y="63"/>
                    <a:pt x="7145" y="28708"/>
                    <a:pt x="7145" y="34259"/>
                  </a:cubicBezTo>
                  <a:cubicBezTo>
                    <a:pt x="7145" y="36479"/>
                    <a:pt x="9405" y="36479"/>
                    <a:pt x="9856" y="36479"/>
                  </a:cubicBezTo>
                  <a:cubicBezTo>
                    <a:pt x="11664" y="36479"/>
                    <a:pt x="12342" y="36035"/>
                    <a:pt x="12794" y="34037"/>
                  </a:cubicBezTo>
                  <a:cubicBezTo>
                    <a:pt x="20477" y="10499"/>
                    <a:pt x="35391" y="4948"/>
                    <a:pt x="43074" y="4948"/>
                  </a:cubicBezTo>
                  <a:cubicBezTo>
                    <a:pt x="47367" y="4948"/>
                    <a:pt x="55276" y="6946"/>
                    <a:pt x="55276" y="19825"/>
                  </a:cubicBezTo>
                  <a:cubicBezTo>
                    <a:pt x="55276" y="26709"/>
                    <a:pt x="51434" y="41587"/>
                    <a:pt x="43074" y="72674"/>
                  </a:cubicBezTo>
                  <a:cubicBezTo>
                    <a:pt x="39458" y="86441"/>
                    <a:pt x="31549" y="95767"/>
                    <a:pt x="21607" y="95767"/>
                  </a:cubicBezTo>
                  <a:cubicBezTo>
                    <a:pt x="20251" y="95767"/>
                    <a:pt x="15054" y="95767"/>
                    <a:pt x="10308" y="92881"/>
                  </a:cubicBezTo>
                  <a:cubicBezTo>
                    <a:pt x="15958" y="91770"/>
                    <a:pt x="20929" y="87107"/>
                    <a:pt x="20929" y="80890"/>
                  </a:cubicBezTo>
                  <a:cubicBezTo>
                    <a:pt x="20929" y="74894"/>
                    <a:pt x="15958" y="73118"/>
                    <a:pt x="12568" y="73118"/>
                  </a:cubicBezTo>
                  <a:cubicBezTo>
                    <a:pt x="5789" y="73118"/>
                    <a:pt x="140" y="78891"/>
                    <a:pt x="140" y="85997"/>
                  </a:cubicBezTo>
                  <a:cubicBezTo>
                    <a:pt x="140" y="96211"/>
                    <a:pt x="11438" y="100652"/>
                    <a:pt x="21381" y="100652"/>
                  </a:cubicBezTo>
                  <a:cubicBezTo>
                    <a:pt x="36295" y="100652"/>
                    <a:pt x="44429" y="85109"/>
                    <a:pt x="45107" y="83776"/>
                  </a:cubicBezTo>
                  <a:cubicBezTo>
                    <a:pt x="47819" y="91992"/>
                    <a:pt x="55954" y="100652"/>
                    <a:pt x="69512" y="100652"/>
                  </a:cubicBezTo>
                  <a:cubicBezTo>
                    <a:pt x="92786" y="100652"/>
                    <a:pt x="105666" y="72008"/>
                    <a:pt x="105666" y="66456"/>
                  </a:cubicBezTo>
                  <a:cubicBezTo>
                    <a:pt x="105666" y="64236"/>
                    <a:pt x="103633" y="64236"/>
                    <a:pt x="102955" y="64236"/>
                  </a:cubicBezTo>
                  <a:cubicBezTo>
                    <a:pt x="100921" y="64236"/>
                    <a:pt x="100469" y="65124"/>
                    <a:pt x="100017" y="66678"/>
                  </a:cubicBezTo>
                  <a:cubicBezTo>
                    <a:pt x="92560" y="90438"/>
                    <a:pt x="77195" y="95767"/>
                    <a:pt x="69964" y="95767"/>
                  </a:cubicBezTo>
                  <a:cubicBezTo>
                    <a:pt x="61151" y="95767"/>
                    <a:pt x="57535" y="88662"/>
                    <a:pt x="57535" y="81112"/>
                  </a:cubicBezTo>
                  <a:cubicBezTo>
                    <a:pt x="57535" y="76227"/>
                    <a:pt x="58891" y="71342"/>
                    <a:pt x="61377" y="61571"/>
                  </a:cubicBezTo>
                  <a:lnTo>
                    <a:pt x="69060" y="31150"/>
                  </a:lnTo>
                  <a:close/>
                </a:path>
              </a:pathLst>
            </a:custGeom>
            <a:solidFill>
              <a:srgbClr val="000000"/>
            </a:solidFill>
            <a:ln w="22860" cap="flat">
              <a:noFill/>
              <a:prstDash val="solid"/>
              <a:miter/>
            </a:ln>
          </p:spPr>
          <p:txBody>
            <a:bodyPr/>
            <a:lstStyle/>
            <a:p>
              <a:endParaRPr lang="en-US"/>
            </a:p>
          </p:txBody>
        </p:sp>
        <p:sp>
          <p:nvSpPr>
            <p:cNvPr id="89" name="Freeform: Shape 88">
              <a:extLst>
                <a:ext uri="{FF2B5EF4-FFF2-40B4-BE49-F238E27FC236}">
                  <a16:creationId xmlns:a16="http://schemas.microsoft.com/office/drawing/2014/main" id="{035AD671-629A-EBF1-DCCF-B9633E3972AB}"/>
                </a:ext>
              </a:extLst>
            </p:cNvPr>
            <p:cNvSpPr/>
            <p:nvPr>
              <p:custDataLst>
                <p:tags r:id="rId162"/>
              </p:custDataLst>
            </p:nvPr>
          </p:nvSpPr>
          <p:spPr>
            <a:xfrm>
              <a:off x="4341424" y="6446553"/>
              <a:ext cx="116146" cy="100589"/>
            </a:xfrm>
            <a:custGeom>
              <a:avLst/>
              <a:gdLst>
                <a:gd name="csX0" fmla="*/ 72681 w 116146"/>
                <a:gd name="csY0" fmla="*/ 85775 h 100589"/>
                <a:gd name="csX1" fmla="*/ 92792 w 116146"/>
                <a:gd name="csY1" fmla="*/ 100652 h 100589"/>
                <a:gd name="csX2" fmla="*/ 109513 w 116146"/>
                <a:gd name="csY2" fmla="*/ 88440 h 100589"/>
                <a:gd name="csX3" fmla="*/ 116292 w 116146"/>
                <a:gd name="csY3" fmla="*/ 66456 h 100589"/>
                <a:gd name="csX4" fmla="*/ 113581 w 116146"/>
                <a:gd name="csY4" fmla="*/ 64236 h 100589"/>
                <a:gd name="csX5" fmla="*/ 110417 w 116146"/>
                <a:gd name="csY5" fmla="*/ 68233 h 100589"/>
                <a:gd name="csX6" fmla="*/ 93470 w 116146"/>
                <a:gd name="csY6" fmla="*/ 95767 h 100589"/>
                <a:gd name="csX7" fmla="*/ 86465 w 116146"/>
                <a:gd name="csY7" fmla="*/ 85553 h 100589"/>
                <a:gd name="csX8" fmla="*/ 90984 w 116146"/>
                <a:gd name="csY8" fmla="*/ 62459 h 100589"/>
                <a:gd name="csX9" fmla="*/ 97311 w 116146"/>
                <a:gd name="csY9" fmla="*/ 38478 h 100589"/>
                <a:gd name="csX10" fmla="*/ 101153 w 116146"/>
                <a:gd name="csY10" fmla="*/ 23378 h 100589"/>
                <a:gd name="csX11" fmla="*/ 104542 w 116146"/>
                <a:gd name="csY11" fmla="*/ 8501 h 100589"/>
                <a:gd name="csX12" fmla="*/ 97989 w 116146"/>
                <a:gd name="csY12" fmla="*/ 2505 h 100589"/>
                <a:gd name="csX13" fmla="*/ 89176 w 116146"/>
                <a:gd name="csY13" fmla="*/ 10277 h 100589"/>
                <a:gd name="csX14" fmla="*/ 72229 w 116146"/>
                <a:gd name="csY14" fmla="*/ 77115 h 100589"/>
                <a:gd name="csX15" fmla="*/ 46469 w 116146"/>
                <a:gd name="csY15" fmla="*/ 95767 h 100589"/>
                <a:gd name="csX16" fmla="*/ 32459 w 116146"/>
                <a:gd name="csY16" fmla="*/ 77559 h 100589"/>
                <a:gd name="csX17" fmla="*/ 44661 w 116146"/>
                <a:gd name="csY17" fmla="*/ 32260 h 100589"/>
                <a:gd name="csX18" fmla="*/ 48502 w 116146"/>
                <a:gd name="csY18" fmla="*/ 18271 h 100589"/>
                <a:gd name="csX19" fmla="*/ 29973 w 116146"/>
                <a:gd name="csY19" fmla="*/ 63 h 100589"/>
                <a:gd name="csX20" fmla="*/ 146 w 116146"/>
                <a:gd name="csY20" fmla="*/ 34259 h 100589"/>
                <a:gd name="csX21" fmla="*/ 2857 w 116146"/>
                <a:gd name="csY21" fmla="*/ 36479 h 100589"/>
                <a:gd name="csX22" fmla="*/ 6473 w 116146"/>
                <a:gd name="csY22" fmla="*/ 32482 h 100589"/>
                <a:gd name="csX23" fmla="*/ 29295 w 116146"/>
                <a:gd name="csY23" fmla="*/ 4948 h 100589"/>
                <a:gd name="csX24" fmla="*/ 34944 w 116146"/>
                <a:gd name="csY24" fmla="*/ 12276 h 100589"/>
                <a:gd name="csX25" fmla="*/ 31103 w 116146"/>
                <a:gd name="csY25" fmla="*/ 27375 h 100589"/>
                <a:gd name="csX26" fmla="*/ 17997 w 116146"/>
                <a:gd name="csY26" fmla="*/ 74006 h 100589"/>
                <a:gd name="csX27" fmla="*/ 45791 w 116146"/>
                <a:gd name="csY27" fmla="*/ 100652 h 100589"/>
                <a:gd name="csX28" fmla="*/ 72681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81" y="85775"/>
                  </a:moveTo>
                  <a:cubicBezTo>
                    <a:pt x="75167" y="94879"/>
                    <a:pt x="83075" y="100652"/>
                    <a:pt x="92792" y="100652"/>
                  </a:cubicBezTo>
                  <a:cubicBezTo>
                    <a:pt x="100701" y="100652"/>
                    <a:pt x="105898" y="95545"/>
                    <a:pt x="109513" y="88440"/>
                  </a:cubicBezTo>
                  <a:cubicBezTo>
                    <a:pt x="113355" y="80446"/>
                    <a:pt x="116292" y="66901"/>
                    <a:pt x="116292" y="66456"/>
                  </a:cubicBezTo>
                  <a:cubicBezTo>
                    <a:pt x="116292" y="64236"/>
                    <a:pt x="114259" y="64236"/>
                    <a:pt x="113581" y="64236"/>
                  </a:cubicBezTo>
                  <a:cubicBezTo>
                    <a:pt x="111321" y="64236"/>
                    <a:pt x="111095" y="65124"/>
                    <a:pt x="110417" y="68233"/>
                  </a:cubicBezTo>
                  <a:cubicBezTo>
                    <a:pt x="107254" y="80668"/>
                    <a:pt x="102960" y="95767"/>
                    <a:pt x="93470" y="95767"/>
                  </a:cubicBezTo>
                  <a:cubicBezTo>
                    <a:pt x="88725" y="95767"/>
                    <a:pt x="86465" y="92881"/>
                    <a:pt x="86465" y="85553"/>
                  </a:cubicBezTo>
                  <a:cubicBezTo>
                    <a:pt x="86465" y="80668"/>
                    <a:pt x="89176" y="70231"/>
                    <a:pt x="90984" y="62459"/>
                  </a:cubicBezTo>
                  <a:lnTo>
                    <a:pt x="97311" y="38478"/>
                  </a:lnTo>
                  <a:cubicBezTo>
                    <a:pt x="97989" y="35147"/>
                    <a:pt x="100249" y="26709"/>
                    <a:pt x="101153" y="23378"/>
                  </a:cubicBezTo>
                  <a:cubicBezTo>
                    <a:pt x="102283" y="18271"/>
                    <a:pt x="104542" y="9833"/>
                    <a:pt x="104542" y="8501"/>
                  </a:cubicBezTo>
                  <a:cubicBezTo>
                    <a:pt x="104542" y="4504"/>
                    <a:pt x="101379" y="2505"/>
                    <a:pt x="97989" y="2505"/>
                  </a:cubicBezTo>
                  <a:cubicBezTo>
                    <a:pt x="96859" y="2505"/>
                    <a:pt x="90984" y="2727"/>
                    <a:pt x="89176" y="10277"/>
                  </a:cubicBezTo>
                  <a:cubicBezTo>
                    <a:pt x="84883" y="26487"/>
                    <a:pt x="74941" y="65346"/>
                    <a:pt x="72229" y="77115"/>
                  </a:cubicBezTo>
                  <a:cubicBezTo>
                    <a:pt x="72003" y="78003"/>
                    <a:pt x="62964" y="95767"/>
                    <a:pt x="46469" y="95767"/>
                  </a:cubicBezTo>
                  <a:cubicBezTo>
                    <a:pt x="34718" y="95767"/>
                    <a:pt x="32459" y="85775"/>
                    <a:pt x="32459" y="77559"/>
                  </a:cubicBezTo>
                  <a:cubicBezTo>
                    <a:pt x="32459" y="65124"/>
                    <a:pt x="38786" y="47582"/>
                    <a:pt x="44661" y="32260"/>
                  </a:cubicBezTo>
                  <a:cubicBezTo>
                    <a:pt x="47373" y="25599"/>
                    <a:pt x="48502" y="22490"/>
                    <a:pt x="48502" y="18271"/>
                  </a:cubicBezTo>
                  <a:cubicBezTo>
                    <a:pt x="48502" y="8279"/>
                    <a:pt x="41272" y="63"/>
                    <a:pt x="29973" y="63"/>
                  </a:cubicBezTo>
                  <a:cubicBezTo>
                    <a:pt x="8506" y="63"/>
                    <a:pt x="146" y="32260"/>
                    <a:pt x="146" y="34259"/>
                  </a:cubicBezTo>
                  <a:cubicBezTo>
                    <a:pt x="146" y="36479"/>
                    <a:pt x="2405" y="36479"/>
                    <a:pt x="2857" y="36479"/>
                  </a:cubicBezTo>
                  <a:cubicBezTo>
                    <a:pt x="5117" y="36479"/>
                    <a:pt x="5343" y="36035"/>
                    <a:pt x="6473" y="32482"/>
                  </a:cubicBezTo>
                  <a:cubicBezTo>
                    <a:pt x="12122" y="13164"/>
                    <a:pt x="20709" y="4948"/>
                    <a:pt x="29295" y="4948"/>
                  </a:cubicBezTo>
                  <a:cubicBezTo>
                    <a:pt x="31329" y="4948"/>
                    <a:pt x="34944" y="5170"/>
                    <a:pt x="34944" y="12276"/>
                  </a:cubicBezTo>
                  <a:cubicBezTo>
                    <a:pt x="34944" y="17605"/>
                    <a:pt x="32459" y="24044"/>
                    <a:pt x="31103" y="27375"/>
                  </a:cubicBezTo>
                  <a:cubicBezTo>
                    <a:pt x="22742" y="49358"/>
                    <a:pt x="17997" y="63126"/>
                    <a:pt x="17997" y="74006"/>
                  </a:cubicBezTo>
                  <a:cubicBezTo>
                    <a:pt x="17997" y="95101"/>
                    <a:pt x="33589" y="100652"/>
                    <a:pt x="45791" y="100652"/>
                  </a:cubicBezTo>
                  <a:cubicBezTo>
                    <a:pt x="60705" y="100652"/>
                    <a:pt x="68839" y="90660"/>
                    <a:pt x="72681" y="85775"/>
                  </a:cubicBezTo>
                  <a:close/>
                </a:path>
              </a:pathLst>
            </a:custGeom>
            <a:solidFill>
              <a:srgbClr val="000000"/>
            </a:solidFill>
            <a:ln w="22860"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5F695073-C2CB-55C2-DDF4-E3540D7450C4}"/>
                </a:ext>
              </a:extLst>
            </p:cNvPr>
            <p:cNvSpPr/>
            <p:nvPr>
              <p:custDataLst>
                <p:tags r:id="rId163"/>
              </p:custDataLst>
            </p:nvPr>
          </p:nvSpPr>
          <p:spPr>
            <a:xfrm>
              <a:off x="4469199" y="6378161"/>
              <a:ext cx="30957" cy="222052"/>
            </a:xfrm>
            <a:custGeom>
              <a:avLst/>
              <a:gdLst>
                <a:gd name="csX0" fmla="*/ 31109 w 30957"/>
                <a:gd name="csY0" fmla="*/ 63 h 222052"/>
                <a:gd name="csX1" fmla="*/ 151 w 30957"/>
                <a:gd name="csY1" fmla="*/ 63 h 222052"/>
                <a:gd name="csX2" fmla="*/ 151 w 30957"/>
                <a:gd name="csY2" fmla="*/ 8945 h 222052"/>
                <a:gd name="csX3" fmla="*/ 22070 w 30957"/>
                <a:gd name="csY3" fmla="*/ 8945 h 222052"/>
                <a:gd name="csX4" fmla="*/ 22070 w 30957"/>
                <a:gd name="csY4" fmla="*/ 213233 h 222052"/>
                <a:gd name="csX5" fmla="*/ 151 w 30957"/>
                <a:gd name="csY5" fmla="*/ 213233 h 222052"/>
                <a:gd name="csX6" fmla="*/ 151 w 30957"/>
                <a:gd name="csY6" fmla="*/ 222115 h 222052"/>
                <a:gd name="csX7" fmla="*/ 31109 w 30957"/>
                <a:gd name="csY7" fmla="*/ 222115 h 222052"/>
                <a:gd name="csX8" fmla="*/ 31109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109" y="63"/>
                  </a:moveTo>
                  <a:lnTo>
                    <a:pt x="151" y="63"/>
                  </a:lnTo>
                  <a:lnTo>
                    <a:pt x="151" y="8945"/>
                  </a:lnTo>
                  <a:lnTo>
                    <a:pt x="22070" y="8945"/>
                  </a:lnTo>
                  <a:lnTo>
                    <a:pt x="22070" y="213233"/>
                  </a:lnTo>
                  <a:lnTo>
                    <a:pt x="151" y="213233"/>
                  </a:lnTo>
                  <a:lnTo>
                    <a:pt x="151" y="222115"/>
                  </a:lnTo>
                  <a:lnTo>
                    <a:pt x="31109" y="222115"/>
                  </a:lnTo>
                  <a:lnTo>
                    <a:pt x="31109" y="63"/>
                  </a:lnTo>
                  <a:close/>
                </a:path>
              </a:pathLst>
            </a:custGeom>
            <a:solidFill>
              <a:srgbClr val="000000"/>
            </a:solidFill>
            <a:ln w="22860" cap="flat">
              <a:noFill/>
              <a:prstDash val="solid"/>
              <a:miter/>
            </a:ln>
          </p:spPr>
          <p:txBody>
            <a:bodyPr/>
            <a:lstStyle/>
            <a:p>
              <a:endParaRPr lang="en-US"/>
            </a:p>
          </p:txBody>
        </p:sp>
        <p:sp>
          <p:nvSpPr>
            <p:cNvPr id="91" name="Freeform: Shape 90">
              <a:extLst>
                <a:ext uri="{FF2B5EF4-FFF2-40B4-BE49-F238E27FC236}">
                  <a16:creationId xmlns:a16="http://schemas.microsoft.com/office/drawing/2014/main" id="{6D12B3E7-8B3C-CEC7-6CEE-70A0C58220C2}"/>
                </a:ext>
              </a:extLst>
            </p:cNvPr>
            <p:cNvSpPr/>
            <p:nvPr>
              <p:custDataLst>
                <p:tags r:id="rId164"/>
              </p:custDataLst>
            </p:nvPr>
          </p:nvSpPr>
          <p:spPr>
            <a:xfrm>
              <a:off x="4602418" y="6463207"/>
              <a:ext cx="150267" cy="51960"/>
            </a:xfrm>
            <a:custGeom>
              <a:avLst/>
              <a:gdLst>
                <a:gd name="csX0" fmla="*/ 142742 w 150267"/>
                <a:gd name="csY0" fmla="*/ 8945 h 51960"/>
                <a:gd name="csX1" fmla="*/ 150425 w 150267"/>
                <a:gd name="csY1" fmla="*/ 4504 h 51960"/>
                <a:gd name="csX2" fmla="*/ 142968 w 150267"/>
                <a:gd name="csY2" fmla="*/ 63 h 51960"/>
                <a:gd name="csX3" fmla="*/ 7614 w 150267"/>
                <a:gd name="csY3" fmla="*/ 63 h 51960"/>
                <a:gd name="csX4" fmla="*/ 157 w 150267"/>
                <a:gd name="csY4" fmla="*/ 4504 h 51960"/>
                <a:gd name="csX5" fmla="*/ 7840 w 150267"/>
                <a:gd name="csY5" fmla="*/ 8945 h 51960"/>
                <a:gd name="csX6" fmla="*/ 142742 w 150267"/>
                <a:gd name="csY6" fmla="*/ 8945 h 51960"/>
                <a:gd name="csX7" fmla="*/ 142968 w 150267"/>
                <a:gd name="csY7" fmla="*/ 52023 h 51960"/>
                <a:gd name="csX8" fmla="*/ 150425 w 150267"/>
                <a:gd name="csY8" fmla="*/ 47582 h 51960"/>
                <a:gd name="csX9" fmla="*/ 142742 w 150267"/>
                <a:gd name="csY9" fmla="*/ 43141 h 51960"/>
                <a:gd name="csX10" fmla="*/ 7840 w 150267"/>
                <a:gd name="csY10" fmla="*/ 43141 h 51960"/>
                <a:gd name="csX11" fmla="*/ 157 w 150267"/>
                <a:gd name="csY11" fmla="*/ 47582 h 51960"/>
                <a:gd name="csX12" fmla="*/ 7614 w 150267"/>
                <a:gd name="csY12" fmla="*/ 52023 h 51960"/>
                <a:gd name="csX13" fmla="*/ 142968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42" y="8945"/>
                  </a:moveTo>
                  <a:cubicBezTo>
                    <a:pt x="146131" y="8945"/>
                    <a:pt x="150425" y="8945"/>
                    <a:pt x="150425" y="4504"/>
                  </a:cubicBezTo>
                  <a:cubicBezTo>
                    <a:pt x="150425" y="63"/>
                    <a:pt x="146131" y="63"/>
                    <a:pt x="142968" y="63"/>
                  </a:cubicBezTo>
                  <a:lnTo>
                    <a:pt x="7614" y="63"/>
                  </a:lnTo>
                  <a:cubicBezTo>
                    <a:pt x="4450" y="63"/>
                    <a:pt x="157" y="63"/>
                    <a:pt x="157" y="4504"/>
                  </a:cubicBezTo>
                  <a:cubicBezTo>
                    <a:pt x="157" y="8945"/>
                    <a:pt x="4450" y="8945"/>
                    <a:pt x="7840" y="8945"/>
                  </a:cubicBezTo>
                  <a:lnTo>
                    <a:pt x="142742" y="8945"/>
                  </a:lnTo>
                  <a:close/>
                  <a:moveTo>
                    <a:pt x="142968" y="52023"/>
                  </a:moveTo>
                  <a:cubicBezTo>
                    <a:pt x="146131" y="52023"/>
                    <a:pt x="150425" y="52023"/>
                    <a:pt x="150425" y="47582"/>
                  </a:cubicBezTo>
                  <a:cubicBezTo>
                    <a:pt x="150425" y="43141"/>
                    <a:pt x="146131" y="43141"/>
                    <a:pt x="142742" y="43141"/>
                  </a:cubicBezTo>
                  <a:lnTo>
                    <a:pt x="7840" y="43141"/>
                  </a:lnTo>
                  <a:cubicBezTo>
                    <a:pt x="4450" y="43141"/>
                    <a:pt x="157" y="43141"/>
                    <a:pt x="157" y="47582"/>
                  </a:cubicBezTo>
                  <a:cubicBezTo>
                    <a:pt x="157" y="52023"/>
                    <a:pt x="4450" y="52023"/>
                    <a:pt x="7614" y="52023"/>
                  </a:cubicBezTo>
                  <a:lnTo>
                    <a:pt x="142968" y="52023"/>
                  </a:lnTo>
                  <a:close/>
                </a:path>
              </a:pathLst>
            </a:custGeom>
            <a:solidFill>
              <a:srgbClr val="000000"/>
            </a:solidFill>
            <a:ln w="22860" cap="flat">
              <a:noFill/>
              <a:prstDash val="solid"/>
              <a:miter/>
            </a:ln>
          </p:spPr>
          <p:txBody>
            <a:bodyPr/>
            <a:lstStyle/>
            <a:p>
              <a:endParaRPr lang="en-US"/>
            </a:p>
          </p:txBody>
        </p:sp>
        <p:sp>
          <p:nvSpPr>
            <p:cNvPr id="92" name="Freeform: Shape 91">
              <a:extLst>
                <a:ext uri="{FF2B5EF4-FFF2-40B4-BE49-F238E27FC236}">
                  <a16:creationId xmlns:a16="http://schemas.microsoft.com/office/drawing/2014/main" id="{2AAD3342-6F76-B239-F31C-C6D33F11B51E}"/>
                </a:ext>
              </a:extLst>
            </p:cNvPr>
            <p:cNvSpPr/>
            <p:nvPr>
              <p:custDataLst>
                <p:tags r:id="rId165"/>
              </p:custDataLst>
            </p:nvPr>
          </p:nvSpPr>
          <p:spPr>
            <a:xfrm>
              <a:off x="4837096" y="6396813"/>
              <a:ext cx="95131" cy="152771"/>
            </a:xfrm>
            <a:custGeom>
              <a:avLst/>
              <a:gdLst>
                <a:gd name="csX0" fmla="*/ 95299 w 95131"/>
                <a:gd name="csY0" fmla="*/ 76893 h 152771"/>
                <a:gd name="csX1" fmla="*/ 86261 w 95131"/>
                <a:gd name="csY1" fmla="*/ 24933 h 152771"/>
                <a:gd name="csX2" fmla="*/ 47846 w 95131"/>
                <a:gd name="csY2" fmla="*/ 63 h 152771"/>
                <a:gd name="csX3" fmla="*/ 8528 w 95131"/>
                <a:gd name="csY3" fmla="*/ 26487 h 152771"/>
                <a:gd name="csX4" fmla="*/ 167 w 95131"/>
                <a:gd name="csY4" fmla="*/ 76893 h 152771"/>
                <a:gd name="csX5" fmla="*/ 10336 w 95131"/>
                <a:gd name="csY5" fmla="*/ 130407 h 152771"/>
                <a:gd name="csX6" fmla="*/ 47620 w 95131"/>
                <a:gd name="csY6" fmla="*/ 152835 h 152771"/>
                <a:gd name="csX7" fmla="*/ 86939 w 95131"/>
                <a:gd name="csY7" fmla="*/ 127077 h 152771"/>
                <a:gd name="csX8" fmla="*/ 95299 w 95131"/>
                <a:gd name="csY8" fmla="*/ 76893 h 152771"/>
                <a:gd name="csX9" fmla="*/ 47620 w 95131"/>
                <a:gd name="csY9" fmla="*/ 147950 h 152771"/>
                <a:gd name="csX10" fmla="*/ 21408 w 95131"/>
                <a:gd name="csY10" fmla="*/ 121081 h 152771"/>
                <a:gd name="csX11" fmla="*/ 18923 w 95131"/>
                <a:gd name="csY11" fmla="*/ 74228 h 152771"/>
                <a:gd name="csX12" fmla="*/ 20730 w 95131"/>
                <a:gd name="csY12" fmla="*/ 33371 h 152771"/>
                <a:gd name="csX13" fmla="*/ 47620 w 95131"/>
                <a:gd name="csY13" fmla="*/ 4948 h 152771"/>
                <a:gd name="csX14" fmla="*/ 74284 w 95131"/>
                <a:gd name="csY14" fmla="*/ 30928 h 152771"/>
                <a:gd name="csX15" fmla="*/ 76544 w 95131"/>
                <a:gd name="csY15" fmla="*/ 74228 h 152771"/>
                <a:gd name="csX16" fmla="*/ 74058 w 95131"/>
                <a:gd name="csY16" fmla="*/ 120193 h 152771"/>
                <a:gd name="csX17" fmla="*/ 47620 w 95131"/>
                <a:gd name="csY17" fmla="*/ 147950 h 152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5131" h="152771">
                  <a:moveTo>
                    <a:pt x="95299" y="76893"/>
                  </a:moveTo>
                  <a:cubicBezTo>
                    <a:pt x="95299" y="59129"/>
                    <a:pt x="94169" y="41364"/>
                    <a:pt x="86261" y="24933"/>
                  </a:cubicBezTo>
                  <a:cubicBezTo>
                    <a:pt x="75866" y="3616"/>
                    <a:pt x="57337" y="63"/>
                    <a:pt x="47846" y="63"/>
                  </a:cubicBezTo>
                  <a:cubicBezTo>
                    <a:pt x="34288" y="63"/>
                    <a:pt x="17793" y="5836"/>
                    <a:pt x="8528" y="26487"/>
                  </a:cubicBezTo>
                  <a:cubicBezTo>
                    <a:pt x="1297" y="41809"/>
                    <a:pt x="167" y="59129"/>
                    <a:pt x="167" y="76893"/>
                  </a:cubicBezTo>
                  <a:cubicBezTo>
                    <a:pt x="167" y="93547"/>
                    <a:pt x="1071" y="113531"/>
                    <a:pt x="10336" y="130407"/>
                  </a:cubicBezTo>
                  <a:cubicBezTo>
                    <a:pt x="20052" y="148394"/>
                    <a:pt x="36548" y="152835"/>
                    <a:pt x="47620" y="152835"/>
                  </a:cubicBezTo>
                  <a:cubicBezTo>
                    <a:pt x="59823" y="152835"/>
                    <a:pt x="76996" y="148172"/>
                    <a:pt x="86939" y="127077"/>
                  </a:cubicBezTo>
                  <a:cubicBezTo>
                    <a:pt x="94169" y="111755"/>
                    <a:pt x="95299" y="94435"/>
                    <a:pt x="95299" y="76893"/>
                  </a:cubicBezTo>
                  <a:close/>
                  <a:moveTo>
                    <a:pt x="47620" y="147950"/>
                  </a:moveTo>
                  <a:cubicBezTo>
                    <a:pt x="38808" y="147950"/>
                    <a:pt x="25476" y="142398"/>
                    <a:pt x="21408" y="121081"/>
                  </a:cubicBezTo>
                  <a:cubicBezTo>
                    <a:pt x="18923" y="107758"/>
                    <a:pt x="18923" y="87329"/>
                    <a:pt x="18923" y="74228"/>
                  </a:cubicBezTo>
                  <a:cubicBezTo>
                    <a:pt x="18923" y="60017"/>
                    <a:pt x="18923" y="45361"/>
                    <a:pt x="20730" y="33371"/>
                  </a:cubicBezTo>
                  <a:cubicBezTo>
                    <a:pt x="25024" y="6946"/>
                    <a:pt x="41971" y="4948"/>
                    <a:pt x="47620" y="4948"/>
                  </a:cubicBezTo>
                  <a:cubicBezTo>
                    <a:pt x="55077" y="4948"/>
                    <a:pt x="69991" y="8945"/>
                    <a:pt x="74284" y="30928"/>
                  </a:cubicBezTo>
                  <a:cubicBezTo>
                    <a:pt x="76544" y="43363"/>
                    <a:pt x="76544" y="60239"/>
                    <a:pt x="76544" y="74228"/>
                  </a:cubicBezTo>
                  <a:cubicBezTo>
                    <a:pt x="76544" y="90882"/>
                    <a:pt x="76544" y="105982"/>
                    <a:pt x="74058" y="120193"/>
                  </a:cubicBezTo>
                  <a:cubicBezTo>
                    <a:pt x="70669" y="141288"/>
                    <a:pt x="57789" y="147950"/>
                    <a:pt x="47620" y="147950"/>
                  </a:cubicBezTo>
                  <a:close/>
                </a:path>
              </a:pathLst>
            </a:custGeom>
            <a:solidFill>
              <a:srgbClr val="000000"/>
            </a:solidFill>
            <a:ln w="22860" cap="flat">
              <a:noFill/>
              <a:prstDash val="solid"/>
              <a:miter/>
            </a:ln>
          </p:spPr>
          <p:txBody>
            <a:bodyPr/>
            <a:lstStyle/>
            <a:p>
              <a:endParaRPr lang="en-US"/>
            </a:p>
          </p:txBody>
        </p:sp>
      </p:grpSp>
      <p:cxnSp>
        <p:nvCxnSpPr>
          <p:cNvPr id="7" name="Straight Connector 6">
            <a:extLst>
              <a:ext uri="{FF2B5EF4-FFF2-40B4-BE49-F238E27FC236}">
                <a16:creationId xmlns:a16="http://schemas.microsoft.com/office/drawing/2014/main" id="{6ACA4BD5-7882-8167-9D47-6362452A28B8}"/>
              </a:ext>
            </a:extLst>
          </p:cNvPr>
          <p:cNvCxnSpPr>
            <a:cxnSpLocks/>
          </p:cNvCxnSpPr>
          <p:nvPr/>
        </p:nvCxnSpPr>
        <p:spPr>
          <a:xfrm>
            <a:off x="3805308" y="2745653"/>
            <a:ext cx="0" cy="344797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7" name="TextBox 426">
            <a:extLst>
              <a:ext uri="{FF2B5EF4-FFF2-40B4-BE49-F238E27FC236}">
                <a16:creationId xmlns:a16="http://schemas.microsoft.com/office/drawing/2014/main" id="{73995D69-96FE-516B-7390-A4B4A11E91BD}"/>
              </a:ext>
            </a:extLst>
          </p:cNvPr>
          <p:cNvSpPr txBox="1"/>
          <p:nvPr/>
        </p:nvSpPr>
        <p:spPr>
          <a:xfrm>
            <a:off x="891590" y="2605527"/>
            <a:ext cx="2401866" cy="338554"/>
          </a:xfrm>
          <a:prstGeom prst="rect">
            <a:avLst/>
          </a:prstGeom>
          <a:noFill/>
        </p:spPr>
        <p:txBody>
          <a:bodyPr wrap="square">
            <a:spAutoFit/>
          </a:bodyPr>
          <a:lstStyle/>
          <a:p>
            <a:r>
              <a:rPr lang="es-CO" sz="1600" b="1" err="1">
                <a:solidFill>
                  <a:srgbClr val="FF0000"/>
                </a:solidFill>
              </a:rPr>
              <a:t>Where</a:t>
            </a:r>
            <a:r>
              <a:rPr lang="es-CO" sz="1600" b="1">
                <a:solidFill>
                  <a:srgbClr val="FF0000"/>
                </a:solidFill>
              </a:rPr>
              <a:t> do </a:t>
            </a:r>
            <a:r>
              <a:rPr lang="es-CO" sz="1600" b="1" err="1">
                <a:solidFill>
                  <a:srgbClr val="FF0000"/>
                </a:solidFill>
              </a:rPr>
              <a:t>we</a:t>
            </a:r>
            <a:r>
              <a:rPr lang="es-CO" sz="1600" b="1">
                <a:solidFill>
                  <a:srgbClr val="FF0000"/>
                </a:solidFill>
              </a:rPr>
              <a:t> </a:t>
            </a:r>
            <a:r>
              <a:rPr lang="es-CO" sz="1600" b="1" err="1">
                <a:solidFill>
                  <a:srgbClr val="FF0000"/>
                </a:solidFill>
              </a:rPr>
              <a:t>begin</a:t>
            </a:r>
            <a:r>
              <a:rPr lang="es-CO" sz="1600" b="1">
                <a:solidFill>
                  <a:srgbClr val="FF0000"/>
                </a:solidFill>
              </a:rPr>
              <a:t>?</a:t>
            </a:r>
          </a:p>
        </p:txBody>
      </p:sp>
      <p:sp>
        <p:nvSpPr>
          <p:cNvPr id="428" name="TextBox 427">
            <a:extLst>
              <a:ext uri="{FF2B5EF4-FFF2-40B4-BE49-F238E27FC236}">
                <a16:creationId xmlns:a16="http://schemas.microsoft.com/office/drawing/2014/main" id="{F9F219C7-9414-379E-D25C-2E781001B99D}"/>
              </a:ext>
            </a:extLst>
          </p:cNvPr>
          <p:cNvSpPr txBox="1"/>
          <p:nvPr/>
        </p:nvSpPr>
        <p:spPr>
          <a:xfrm>
            <a:off x="891590" y="3849462"/>
            <a:ext cx="2506953" cy="338554"/>
          </a:xfrm>
          <a:prstGeom prst="rect">
            <a:avLst/>
          </a:prstGeom>
          <a:noFill/>
        </p:spPr>
        <p:txBody>
          <a:bodyPr wrap="square">
            <a:spAutoFit/>
          </a:bodyPr>
          <a:lstStyle>
            <a:defPPr>
              <a:defRPr lang="en-US"/>
            </a:defPPr>
            <a:lvl1pPr>
              <a:defRPr sz="1600" b="1">
                <a:solidFill>
                  <a:srgbClr val="FF0000"/>
                </a:solidFill>
              </a:defRPr>
            </a:lvl1pPr>
          </a:lstStyle>
          <a:p>
            <a:r>
              <a:rPr lang="es-CO" err="1"/>
              <a:t>Under</a:t>
            </a:r>
            <a:r>
              <a:rPr lang="es-CO"/>
              <a:t> </a:t>
            </a:r>
            <a:r>
              <a:rPr lang="es-CO" err="1"/>
              <a:t>which</a:t>
            </a:r>
            <a:r>
              <a:rPr lang="es-CO"/>
              <a:t> </a:t>
            </a:r>
            <a:r>
              <a:rPr lang="es-CO" err="1"/>
              <a:t>conditions</a:t>
            </a:r>
            <a:r>
              <a:rPr lang="es-CO"/>
              <a:t>?</a:t>
            </a:r>
          </a:p>
        </p:txBody>
      </p:sp>
      <p:grpSp>
        <p:nvGrpSpPr>
          <p:cNvPr id="430" name="Group 429">
            <a:extLst>
              <a:ext uri="{FF2B5EF4-FFF2-40B4-BE49-F238E27FC236}">
                <a16:creationId xmlns:a16="http://schemas.microsoft.com/office/drawing/2014/main" id="{9D576711-ECED-2608-B0D0-480D7AF28FAB}"/>
              </a:ext>
            </a:extLst>
          </p:cNvPr>
          <p:cNvGrpSpPr>
            <a:grpSpLocks noChangeAspect="1"/>
          </p:cNvGrpSpPr>
          <p:nvPr>
            <p:custDataLst>
              <p:tags r:id="rId5"/>
            </p:custDataLst>
          </p:nvPr>
        </p:nvGrpSpPr>
        <p:grpSpPr>
          <a:xfrm>
            <a:off x="1051145" y="3080294"/>
            <a:ext cx="1875612" cy="222052"/>
            <a:chOff x="3731627" y="4308965"/>
            <a:chExt cx="1875612" cy="222052"/>
          </a:xfrm>
        </p:grpSpPr>
        <p:sp>
          <p:nvSpPr>
            <p:cNvPr id="431" name="Freeform: Shape 430">
              <a:extLst>
                <a:ext uri="{FF2B5EF4-FFF2-40B4-BE49-F238E27FC236}">
                  <a16:creationId xmlns:a16="http://schemas.microsoft.com/office/drawing/2014/main" id="{BEA45030-745F-E4AC-196F-B5EC0B5E9EE3}"/>
                </a:ext>
              </a:extLst>
            </p:cNvPr>
            <p:cNvSpPr/>
            <p:nvPr>
              <p:custDataLst>
                <p:tags r:id="rId134"/>
              </p:custDataLst>
            </p:nvPr>
          </p:nvSpPr>
          <p:spPr>
            <a:xfrm>
              <a:off x="3731627" y="4308965"/>
              <a:ext cx="52996" cy="222052"/>
            </a:xfrm>
            <a:custGeom>
              <a:avLst/>
              <a:gdLst>
                <a:gd name="connsiteX0" fmla="*/ 53073 w 52996"/>
                <a:gd name="connsiteY0" fmla="*/ 219895 h 222052"/>
                <a:gd name="connsiteX1" fmla="*/ 49190 w 52996"/>
                <a:gd name="connsiteY1" fmla="*/ 215009 h 222052"/>
                <a:gd name="connsiteX2" fmla="*/ 13326 w 52996"/>
                <a:gd name="connsiteY2" fmla="*/ 111089 h 222052"/>
                <a:gd name="connsiteX3" fmla="*/ 50103 w 52996"/>
                <a:gd name="connsiteY3" fmla="*/ 6058 h 222052"/>
                <a:gd name="connsiteX4" fmla="*/ 53073 w 52996"/>
                <a:gd name="connsiteY4" fmla="*/ 2283 h 222052"/>
                <a:gd name="connsiteX5" fmla="*/ 50789 w 52996"/>
                <a:gd name="connsiteY5" fmla="*/ 63 h 222052"/>
                <a:gd name="connsiteX6" fmla="*/ 14468 w 52996"/>
                <a:gd name="connsiteY6" fmla="*/ 43363 h 222052"/>
                <a:gd name="connsiteX7" fmla="*/ 77 w 52996"/>
                <a:gd name="connsiteY7" fmla="*/ 111089 h 222052"/>
                <a:gd name="connsiteX8" fmla="*/ 15153 w 52996"/>
                <a:gd name="connsiteY8" fmla="*/ 180369 h 222052"/>
                <a:gd name="connsiteX9" fmla="*/ 50789 w 52996"/>
                <a:gd name="connsiteY9" fmla="*/ 222115 h 222052"/>
                <a:gd name="connsiteX10" fmla="*/ 53073 w 52996"/>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73" y="219895"/>
                  </a:moveTo>
                  <a:cubicBezTo>
                    <a:pt x="53073" y="219228"/>
                    <a:pt x="53073" y="218784"/>
                    <a:pt x="49190" y="215009"/>
                  </a:cubicBezTo>
                  <a:cubicBezTo>
                    <a:pt x="20636" y="187031"/>
                    <a:pt x="13326" y="145063"/>
                    <a:pt x="13326" y="111089"/>
                  </a:cubicBezTo>
                  <a:cubicBezTo>
                    <a:pt x="13326" y="72452"/>
                    <a:pt x="22006" y="33815"/>
                    <a:pt x="50103" y="6058"/>
                  </a:cubicBezTo>
                  <a:cubicBezTo>
                    <a:pt x="53073" y="3394"/>
                    <a:pt x="53073" y="2949"/>
                    <a:pt x="53073" y="2283"/>
                  </a:cubicBezTo>
                  <a:cubicBezTo>
                    <a:pt x="53073" y="729"/>
                    <a:pt x="52159" y="63"/>
                    <a:pt x="50789" y="63"/>
                  </a:cubicBezTo>
                  <a:cubicBezTo>
                    <a:pt x="48504" y="63"/>
                    <a:pt x="27945" y="15162"/>
                    <a:pt x="14468" y="43363"/>
                  </a:cubicBezTo>
                  <a:cubicBezTo>
                    <a:pt x="2818" y="67789"/>
                    <a:pt x="77" y="92437"/>
                    <a:pt x="77" y="111089"/>
                  </a:cubicBezTo>
                  <a:cubicBezTo>
                    <a:pt x="77" y="128409"/>
                    <a:pt x="2589" y="155277"/>
                    <a:pt x="15153" y="180369"/>
                  </a:cubicBezTo>
                  <a:cubicBezTo>
                    <a:pt x="28859" y="207682"/>
                    <a:pt x="48504" y="222115"/>
                    <a:pt x="50789" y="222115"/>
                  </a:cubicBezTo>
                  <a:cubicBezTo>
                    <a:pt x="52159" y="222115"/>
                    <a:pt x="53073" y="221449"/>
                    <a:pt x="53073" y="219895"/>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2" name="Freeform: Shape 431">
              <a:extLst>
                <a:ext uri="{FF2B5EF4-FFF2-40B4-BE49-F238E27FC236}">
                  <a16:creationId xmlns:a16="http://schemas.microsoft.com/office/drawing/2014/main" id="{6E251E84-3D68-A025-A416-3447070E0021}"/>
                </a:ext>
              </a:extLst>
            </p:cNvPr>
            <p:cNvSpPr/>
            <p:nvPr>
              <p:custDataLst>
                <p:tags r:id="rId135"/>
              </p:custDataLst>
            </p:nvPr>
          </p:nvSpPr>
          <p:spPr>
            <a:xfrm>
              <a:off x="3804472" y="4377357"/>
              <a:ext cx="113759" cy="100589"/>
            </a:xfrm>
            <a:custGeom>
              <a:avLst/>
              <a:gdLst>
                <a:gd name="connsiteX0" fmla="*/ 69752 w 113759"/>
                <a:gd name="connsiteY0" fmla="*/ 31150 h 100589"/>
                <a:gd name="connsiteX1" fmla="*/ 92367 w 113759"/>
                <a:gd name="connsiteY1" fmla="*/ 4948 h 100589"/>
                <a:gd name="connsiteX2" fmla="*/ 103789 w 113759"/>
                <a:gd name="connsiteY2" fmla="*/ 7835 h 100589"/>
                <a:gd name="connsiteX3" fmla="*/ 92824 w 113759"/>
                <a:gd name="connsiteY3" fmla="*/ 19825 h 100589"/>
                <a:gd name="connsiteX4" fmla="*/ 101504 w 113759"/>
                <a:gd name="connsiteY4" fmla="*/ 27597 h 100589"/>
                <a:gd name="connsiteX5" fmla="*/ 113840 w 113759"/>
                <a:gd name="connsiteY5" fmla="*/ 14718 h 100589"/>
                <a:gd name="connsiteX6" fmla="*/ 92596 w 113759"/>
                <a:gd name="connsiteY6" fmla="*/ 63 h 100589"/>
                <a:gd name="connsiteX7" fmla="*/ 68610 w 113759"/>
                <a:gd name="connsiteY7" fmla="*/ 16939 h 100589"/>
                <a:gd name="connsiteX8" fmla="*/ 43939 w 113759"/>
                <a:gd name="connsiteY8" fmla="*/ 63 h 100589"/>
                <a:gd name="connsiteX9" fmla="*/ 7162 w 113759"/>
                <a:gd name="connsiteY9" fmla="*/ 34259 h 100589"/>
                <a:gd name="connsiteX10" fmla="*/ 9903 w 113759"/>
                <a:gd name="connsiteY10" fmla="*/ 36479 h 100589"/>
                <a:gd name="connsiteX11" fmla="*/ 12873 w 113759"/>
                <a:gd name="connsiteY11" fmla="*/ 34037 h 100589"/>
                <a:gd name="connsiteX12" fmla="*/ 43483 w 113759"/>
                <a:gd name="connsiteY12" fmla="*/ 4948 h 100589"/>
                <a:gd name="connsiteX13" fmla="*/ 55818 w 113759"/>
                <a:gd name="connsiteY13" fmla="*/ 19825 h 100589"/>
                <a:gd name="connsiteX14" fmla="*/ 43483 w 113759"/>
                <a:gd name="connsiteY14" fmla="*/ 72674 h 100589"/>
                <a:gd name="connsiteX15" fmla="*/ 21782 w 113759"/>
                <a:gd name="connsiteY15" fmla="*/ 95767 h 100589"/>
                <a:gd name="connsiteX16" fmla="*/ 10360 w 113759"/>
                <a:gd name="connsiteY16" fmla="*/ 92881 h 100589"/>
                <a:gd name="connsiteX17" fmla="*/ 21096 w 113759"/>
                <a:gd name="connsiteY17" fmla="*/ 80890 h 100589"/>
                <a:gd name="connsiteX18" fmla="*/ 12644 w 113759"/>
                <a:gd name="connsiteY18" fmla="*/ 73118 h 100589"/>
                <a:gd name="connsiteX19" fmla="*/ 81 w 113759"/>
                <a:gd name="connsiteY19" fmla="*/ 85997 h 100589"/>
                <a:gd name="connsiteX20" fmla="*/ 21553 w 113759"/>
                <a:gd name="connsiteY20" fmla="*/ 100652 h 100589"/>
                <a:gd name="connsiteX21" fmla="*/ 45539 w 113759"/>
                <a:gd name="connsiteY21" fmla="*/ 83776 h 100589"/>
                <a:gd name="connsiteX22" fmla="*/ 70209 w 113759"/>
                <a:gd name="connsiteY22" fmla="*/ 100652 h 100589"/>
                <a:gd name="connsiteX23" fmla="*/ 106758 w 113759"/>
                <a:gd name="connsiteY23" fmla="*/ 66456 h 100589"/>
                <a:gd name="connsiteX24" fmla="*/ 104017 w 113759"/>
                <a:gd name="connsiteY24" fmla="*/ 64236 h 100589"/>
                <a:gd name="connsiteX25" fmla="*/ 101047 w 113759"/>
                <a:gd name="connsiteY25" fmla="*/ 66678 h 100589"/>
                <a:gd name="connsiteX26" fmla="*/ 70666 w 113759"/>
                <a:gd name="connsiteY26" fmla="*/ 95767 h 100589"/>
                <a:gd name="connsiteX27" fmla="*/ 58102 w 113759"/>
                <a:gd name="connsiteY27" fmla="*/ 81112 h 100589"/>
                <a:gd name="connsiteX28" fmla="*/ 61986 w 113759"/>
                <a:gd name="connsiteY28" fmla="*/ 61571 h 100589"/>
                <a:gd name="connsiteX29" fmla="*/ 69752 w 113759"/>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759" h="100589">
                  <a:moveTo>
                    <a:pt x="69752" y="31150"/>
                  </a:moveTo>
                  <a:cubicBezTo>
                    <a:pt x="71123" y="25377"/>
                    <a:pt x="76377" y="4948"/>
                    <a:pt x="92367" y="4948"/>
                  </a:cubicBezTo>
                  <a:cubicBezTo>
                    <a:pt x="93509" y="4948"/>
                    <a:pt x="98992" y="4948"/>
                    <a:pt x="103789" y="7835"/>
                  </a:cubicBezTo>
                  <a:cubicBezTo>
                    <a:pt x="97393" y="8945"/>
                    <a:pt x="92824" y="14496"/>
                    <a:pt x="92824" y="19825"/>
                  </a:cubicBezTo>
                  <a:cubicBezTo>
                    <a:pt x="92824" y="23378"/>
                    <a:pt x="95337" y="27597"/>
                    <a:pt x="101504" y="27597"/>
                  </a:cubicBezTo>
                  <a:cubicBezTo>
                    <a:pt x="106530" y="27597"/>
                    <a:pt x="113840" y="23600"/>
                    <a:pt x="113840" y="14718"/>
                  </a:cubicBezTo>
                  <a:cubicBezTo>
                    <a:pt x="113840" y="3172"/>
                    <a:pt x="100362" y="63"/>
                    <a:pt x="92596" y="63"/>
                  </a:cubicBezTo>
                  <a:cubicBezTo>
                    <a:pt x="79346" y="63"/>
                    <a:pt x="71351" y="11832"/>
                    <a:pt x="68610" y="16939"/>
                  </a:cubicBezTo>
                  <a:cubicBezTo>
                    <a:pt x="62899" y="2283"/>
                    <a:pt x="50564" y="63"/>
                    <a:pt x="43939" y="63"/>
                  </a:cubicBezTo>
                  <a:cubicBezTo>
                    <a:pt x="20183" y="63"/>
                    <a:pt x="7162" y="28708"/>
                    <a:pt x="7162" y="34259"/>
                  </a:cubicBezTo>
                  <a:cubicBezTo>
                    <a:pt x="7162" y="36479"/>
                    <a:pt x="9446" y="36479"/>
                    <a:pt x="9903" y="36479"/>
                  </a:cubicBezTo>
                  <a:cubicBezTo>
                    <a:pt x="11731" y="36479"/>
                    <a:pt x="12416" y="36035"/>
                    <a:pt x="12873" y="34037"/>
                  </a:cubicBezTo>
                  <a:cubicBezTo>
                    <a:pt x="20639" y="10499"/>
                    <a:pt x="35716" y="4948"/>
                    <a:pt x="43483" y="4948"/>
                  </a:cubicBezTo>
                  <a:cubicBezTo>
                    <a:pt x="47823" y="4948"/>
                    <a:pt x="55818" y="6946"/>
                    <a:pt x="55818" y="19825"/>
                  </a:cubicBezTo>
                  <a:cubicBezTo>
                    <a:pt x="55818" y="26709"/>
                    <a:pt x="51935" y="41587"/>
                    <a:pt x="43483" y="72674"/>
                  </a:cubicBezTo>
                  <a:cubicBezTo>
                    <a:pt x="39828" y="86441"/>
                    <a:pt x="31833" y="95767"/>
                    <a:pt x="21782" y="95767"/>
                  </a:cubicBezTo>
                  <a:cubicBezTo>
                    <a:pt x="20411" y="95767"/>
                    <a:pt x="15157" y="95767"/>
                    <a:pt x="10360" y="92881"/>
                  </a:cubicBezTo>
                  <a:cubicBezTo>
                    <a:pt x="16071" y="91770"/>
                    <a:pt x="21096" y="87107"/>
                    <a:pt x="21096" y="80890"/>
                  </a:cubicBezTo>
                  <a:cubicBezTo>
                    <a:pt x="21096" y="74894"/>
                    <a:pt x="16071" y="73118"/>
                    <a:pt x="12644" y="73118"/>
                  </a:cubicBezTo>
                  <a:cubicBezTo>
                    <a:pt x="5791" y="73118"/>
                    <a:pt x="81" y="78891"/>
                    <a:pt x="81" y="85997"/>
                  </a:cubicBezTo>
                  <a:cubicBezTo>
                    <a:pt x="81" y="96211"/>
                    <a:pt x="11502" y="100652"/>
                    <a:pt x="21553" y="100652"/>
                  </a:cubicBezTo>
                  <a:cubicBezTo>
                    <a:pt x="36630" y="100652"/>
                    <a:pt x="44853" y="85109"/>
                    <a:pt x="45539" y="83776"/>
                  </a:cubicBezTo>
                  <a:cubicBezTo>
                    <a:pt x="48280" y="91992"/>
                    <a:pt x="56503" y="100652"/>
                    <a:pt x="70209" y="100652"/>
                  </a:cubicBezTo>
                  <a:cubicBezTo>
                    <a:pt x="93738" y="100652"/>
                    <a:pt x="106758" y="72008"/>
                    <a:pt x="106758" y="66456"/>
                  </a:cubicBezTo>
                  <a:cubicBezTo>
                    <a:pt x="106758" y="64236"/>
                    <a:pt x="104702" y="64236"/>
                    <a:pt x="104017" y="64236"/>
                  </a:cubicBezTo>
                  <a:cubicBezTo>
                    <a:pt x="101961" y="64236"/>
                    <a:pt x="101504" y="65124"/>
                    <a:pt x="101047" y="66678"/>
                  </a:cubicBezTo>
                  <a:cubicBezTo>
                    <a:pt x="93509" y="90438"/>
                    <a:pt x="77976" y="95767"/>
                    <a:pt x="70666" y="95767"/>
                  </a:cubicBezTo>
                  <a:cubicBezTo>
                    <a:pt x="61757" y="95767"/>
                    <a:pt x="58102" y="88662"/>
                    <a:pt x="58102" y="81112"/>
                  </a:cubicBezTo>
                  <a:cubicBezTo>
                    <a:pt x="58102" y="76227"/>
                    <a:pt x="59473" y="71342"/>
                    <a:pt x="61986" y="61571"/>
                  </a:cubicBezTo>
                  <a:lnTo>
                    <a:pt x="69752" y="31150"/>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3" name="Freeform: Shape 432">
              <a:extLst>
                <a:ext uri="{FF2B5EF4-FFF2-40B4-BE49-F238E27FC236}">
                  <a16:creationId xmlns:a16="http://schemas.microsoft.com/office/drawing/2014/main" id="{ED080FA5-97D1-835A-C028-59581F8048FF}"/>
                </a:ext>
              </a:extLst>
            </p:cNvPr>
            <p:cNvSpPr/>
            <p:nvPr>
              <p:custDataLst>
                <p:tags r:id="rId136"/>
              </p:custDataLst>
            </p:nvPr>
          </p:nvSpPr>
          <p:spPr>
            <a:xfrm>
              <a:off x="3935918" y="4405757"/>
              <a:ext cx="48450" cy="104608"/>
            </a:xfrm>
            <a:custGeom>
              <a:avLst/>
              <a:gdLst>
                <a:gd name="connsiteX0" fmla="*/ 44379 w 48450"/>
                <a:gd name="connsiteY0" fmla="*/ 5971 h 104608"/>
                <a:gd name="connsiteX1" fmla="*/ 37983 w 48450"/>
                <a:gd name="connsiteY1" fmla="*/ 64 h 104608"/>
                <a:gd name="connsiteX2" fmla="*/ 29029 w 48450"/>
                <a:gd name="connsiteY2" fmla="*/ 8613 h 104608"/>
                <a:gd name="connsiteX3" fmla="*/ 35425 w 48450"/>
                <a:gd name="connsiteY3" fmla="*/ 14520 h 104608"/>
                <a:gd name="connsiteX4" fmla="*/ 44379 w 48450"/>
                <a:gd name="connsiteY4" fmla="*/ 5971 h 104608"/>
                <a:gd name="connsiteX5" fmla="*/ 11759 w 48450"/>
                <a:gd name="connsiteY5" fmla="*/ 84933 h 104608"/>
                <a:gd name="connsiteX6" fmla="*/ 10320 w 48450"/>
                <a:gd name="connsiteY6" fmla="*/ 91461 h 104608"/>
                <a:gd name="connsiteX7" fmla="*/ 25511 w 48450"/>
                <a:gd name="connsiteY7" fmla="*/ 104673 h 104608"/>
                <a:gd name="connsiteX8" fmla="*/ 48537 w 48450"/>
                <a:gd name="connsiteY8" fmla="*/ 80891 h 104608"/>
                <a:gd name="connsiteX9" fmla="*/ 45978 w 48450"/>
                <a:gd name="connsiteY9" fmla="*/ 78871 h 104608"/>
                <a:gd name="connsiteX10" fmla="*/ 42940 w 48450"/>
                <a:gd name="connsiteY10" fmla="*/ 81513 h 104608"/>
                <a:gd name="connsiteX11" fmla="*/ 25990 w 48450"/>
                <a:gd name="connsiteY11" fmla="*/ 100321 h 104608"/>
                <a:gd name="connsiteX12" fmla="*/ 21993 w 48450"/>
                <a:gd name="connsiteY12" fmla="*/ 94881 h 104608"/>
                <a:gd name="connsiteX13" fmla="*/ 24551 w 48450"/>
                <a:gd name="connsiteY13" fmla="*/ 84933 h 104608"/>
                <a:gd name="connsiteX14" fmla="*/ 29668 w 48450"/>
                <a:gd name="connsiteY14" fmla="*/ 72498 h 104608"/>
                <a:gd name="connsiteX15" fmla="*/ 37503 w 48450"/>
                <a:gd name="connsiteY15" fmla="*/ 52757 h 104608"/>
                <a:gd name="connsiteX16" fmla="*/ 38463 w 48450"/>
                <a:gd name="connsiteY16" fmla="*/ 47783 h 104608"/>
                <a:gd name="connsiteX17" fmla="*/ 23272 w 48450"/>
                <a:gd name="connsiteY17" fmla="*/ 34571 h 104608"/>
                <a:gd name="connsiteX18" fmla="*/ 86 w 48450"/>
                <a:gd name="connsiteY18" fmla="*/ 58353 h 104608"/>
                <a:gd name="connsiteX19" fmla="*/ 2805 w 48450"/>
                <a:gd name="connsiteY19" fmla="*/ 60374 h 104608"/>
                <a:gd name="connsiteX20" fmla="*/ 5683 w 48450"/>
                <a:gd name="connsiteY20" fmla="*/ 57887 h 104608"/>
                <a:gd name="connsiteX21" fmla="*/ 22792 w 48450"/>
                <a:gd name="connsiteY21" fmla="*/ 38923 h 104608"/>
                <a:gd name="connsiteX22" fmla="*/ 26790 w 48450"/>
                <a:gd name="connsiteY22" fmla="*/ 44364 h 104608"/>
                <a:gd name="connsiteX23" fmla="*/ 21833 w 48450"/>
                <a:gd name="connsiteY23" fmla="*/ 59907 h 104608"/>
                <a:gd name="connsiteX24" fmla="*/ 11759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79" y="5971"/>
                  </a:moveTo>
                  <a:cubicBezTo>
                    <a:pt x="44379" y="3484"/>
                    <a:pt x="42460" y="64"/>
                    <a:pt x="37983" y="64"/>
                  </a:cubicBezTo>
                  <a:cubicBezTo>
                    <a:pt x="33666" y="64"/>
                    <a:pt x="29029" y="4106"/>
                    <a:pt x="29029" y="8613"/>
                  </a:cubicBezTo>
                  <a:cubicBezTo>
                    <a:pt x="29029" y="11256"/>
                    <a:pt x="31107" y="14520"/>
                    <a:pt x="35425" y="14520"/>
                  </a:cubicBezTo>
                  <a:cubicBezTo>
                    <a:pt x="40062" y="14520"/>
                    <a:pt x="44379" y="10168"/>
                    <a:pt x="44379" y="5971"/>
                  </a:cubicBezTo>
                  <a:close/>
                  <a:moveTo>
                    <a:pt x="11759" y="84933"/>
                  </a:moveTo>
                  <a:cubicBezTo>
                    <a:pt x="11120" y="86953"/>
                    <a:pt x="10320" y="88819"/>
                    <a:pt x="10320" y="91461"/>
                  </a:cubicBezTo>
                  <a:cubicBezTo>
                    <a:pt x="10320" y="98767"/>
                    <a:pt x="16716" y="104673"/>
                    <a:pt x="25511" y="104673"/>
                  </a:cubicBezTo>
                  <a:cubicBezTo>
                    <a:pt x="41501" y="104673"/>
                    <a:pt x="48537" y="83223"/>
                    <a:pt x="48537" y="80891"/>
                  </a:cubicBezTo>
                  <a:cubicBezTo>
                    <a:pt x="48537" y="78871"/>
                    <a:pt x="46458" y="78871"/>
                    <a:pt x="45978" y="78871"/>
                  </a:cubicBezTo>
                  <a:cubicBezTo>
                    <a:pt x="43740" y="78871"/>
                    <a:pt x="43580" y="79803"/>
                    <a:pt x="42940" y="81513"/>
                  </a:cubicBezTo>
                  <a:cubicBezTo>
                    <a:pt x="39262" y="93948"/>
                    <a:pt x="32227" y="100321"/>
                    <a:pt x="25990" y="100321"/>
                  </a:cubicBezTo>
                  <a:cubicBezTo>
                    <a:pt x="22792" y="100321"/>
                    <a:pt x="21993" y="98300"/>
                    <a:pt x="21993" y="94881"/>
                  </a:cubicBezTo>
                  <a:cubicBezTo>
                    <a:pt x="21993" y="91306"/>
                    <a:pt x="23112" y="88352"/>
                    <a:pt x="24551" y="84933"/>
                  </a:cubicBezTo>
                  <a:cubicBezTo>
                    <a:pt x="26150" y="80736"/>
                    <a:pt x="27909" y="76539"/>
                    <a:pt x="29668" y="72498"/>
                  </a:cubicBezTo>
                  <a:cubicBezTo>
                    <a:pt x="31107" y="68767"/>
                    <a:pt x="36864" y="54622"/>
                    <a:pt x="37503" y="52757"/>
                  </a:cubicBezTo>
                  <a:cubicBezTo>
                    <a:pt x="37983" y="51203"/>
                    <a:pt x="38463" y="49338"/>
                    <a:pt x="38463" y="47783"/>
                  </a:cubicBezTo>
                  <a:cubicBezTo>
                    <a:pt x="38463" y="40478"/>
                    <a:pt x="32067" y="34571"/>
                    <a:pt x="23272" y="34571"/>
                  </a:cubicBezTo>
                  <a:cubicBezTo>
                    <a:pt x="7442" y="34571"/>
                    <a:pt x="86" y="55711"/>
                    <a:pt x="86" y="58353"/>
                  </a:cubicBezTo>
                  <a:cubicBezTo>
                    <a:pt x="86" y="60374"/>
                    <a:pt x="2325" y="60374"/>
                    <a:pt x="2805" y="60374"/>
                  </a:cubicBezTo>
                  <a:cubicBezTo>
                    <a:pt x="5043" y="60374"/>
                    <a:pt x="5203" y="59596"/>
                    <a:pt x="5683" y="57887"/>
                  </a:cubicBezTo>
                  <a:cubicBezTo>
                    <a:pt x="9840" y="44519"/>
                    <a:pt x="16876" y="38923"/>
                    <a:pt x="22792" y="38923"/>
                  </a:cubicBezTo>
                  <a:cubicBezTo>
                    <a:pt x="25351" y="38923"/>
                    <a:pt x="26790" y="40167"/>
                    <a:pt x="26790" y="44364"/>
                  </a:cubicBezTo>
                  <a:cubicBezTo>
                    <a:pt x="26790" y="47939"/>
                    <a:pt x="25831" y="50270"/>
                    <a:pt x="21833" y="59907"/>
                  </a:cubicBezTo>
                  <a:lnTo>
                    <a:pt x="11759"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4" name="Freeform: Shape 433">
              <a:extLst>
                <a:ext uri="{FF2B5EF4-FFF2-40B4-BE49-F238E27FC236}">
                  <a16:creationId xmlns:a16="http://schemas.microsoft.com/office/drawing/2014/main" id="{1C395CF8-3F29-4DB1-B636-38811F9C0944}"/>
                </a:ext>
              </a:extLst>
            </p:cNvPr>
            <p:cNvSpPr/>
            <p:nvPr>
              <p:custDataLst>
                <p:tags r:id="rId137"/>
              </p:custDataLst>
            </p:nvPr>
          </p:nvSpPr>
          <p:spPr>
            <a:xfrm>
              <a:off x="4024099" y="4451966"/>
              <a:ext cx="26726" cy="66393"/>
            </a:xfrm>
            <a:custGeom>
              <a:avLst/>
              <a:gdLst>
                <a:gd name="connsiteX0" fmla="*/ 26816 w 26726"/>
                <a:gd name="connsiteY0" fmla="*/ 23378 h 66393"/>
                <a:gd name="connsiteX1" fmla="*/ 12196 w 26726"/>
                <a:gd name="connsiteY1" fmla="*/ 63 h 66393"/>
                <a:gd name="connsiteX2" fmla="*/ 90 w 26726"/>
                <a:gd name="connsiteY2" fmla="*/ 11832 h 66393"/>
                <a:gd name="connsiteX3" fmla="*/ 12196 w 26726"/>
                <a:gd name="connsiteY3" fmla="*/ 23600 h 66393"/>
                <a:gd name="connsiteX4" fmla="*/ 20192 w 26726"/>
                <a:gd name="connsiteY4" fmla="*/ 20714 h 66393"/>
                <a:gd name="connsiteX5" fmla="*/ 21334 w 26726"/>
                <a:gd name="connsiteY5" fmla="*/ 20047 h 66393"/>
                <a:gd name="connsiteX6" fmla="*/ 21791 w 26726"/>
                <a:gd name="connsiteY6" fmla="*/ 23378 h 66393"/>
                <a:gd name="connsiteX7" fmla="*/ 6257 w 26726"/>
                <a:gd name="connsiteY7" fmla="*/ 60461 h 66393"/>
                <a:gd name="connsiteX8" fmla="*/ 3745 w 26726"/>
                <a:gd name="connsiteY8" fmla="*/ 64014 h 66393"/>
                <a:gd name="connsiteX9" fmla="*/ 6029 w 26726"/>
                <a:gd name="connsiteY9" fmla="*/ 66456 h 66393"/>
                <a:gd name="connsiteX10" fmla="*/ 26816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16" y="23378"/>
                  </a:moveTo>
                  <a:cubicBezTo>
                    <a:pt x="26816" y="8723"/>
                    <a:pt x="21105" y="63"/>
                    <a:pt x="12196" y="63"/>
                  </a:cubicBezTo>
                  <a:cubicBezTo>
                    <a:pt x="4658" y="63"/>
                    <a:pt x="90" y="5614"/>
                    <a:pt x="90" y="11832"/>
                  </a:cubicBezTo>
                  <a:cubicBezTo>
                    <a:pt x="90" y="17827"/>
                    <a:pt x="4658" y="23600"/>
                    <a:pt x="12196" y="23600"/>
                  </a:cubicBezTo>
                  <a:cubicBezTo>
                    <a:pt x="14938" y="23600"/>
                    <a:pt x="17907" y="22712"/>
                    <a:pt x="20192" y="20714"/>
                  </a:cubicBezTo>
                  <a:cubicBezTo>
                    <a:pt x="20877" y="20270"/>
                    <a:pt x="21105" y="20047"/>
                    <a:pt x="21334" y="20047"/>
                  </a:cubicBezTo>
                  <a:cubicBezTo>
                    <a:pt x="21562" y="20047"/>
                    <a:pt x="21791" y="20270"/>
                    <a:pt x="21791" y="23378"/>
                  </a:cubicBezTo>
                  <a:cubicBezTo>
                    <a:pt x="21791" y="39810"/>
                    <a:pt x="13796" y="53133"/>
                    <a:pt x="6257" y="60461"/>
                  </a:cubicBezTo>
                  <a:cubicBezTo>
                    <a:pt x="3745" y="62904"/>
                    <a:pt x="3745" y="63348"/>
                    <a:pt x="3745" y="64014"/>
                  </a:cubicBezTo>
                  <a:cubicBezTo>
                    <a:pt x="3745" y="65568"/>
                    <a:pt x="4887" y="66456"/>
                    <a:pt x="6029" y="66456"/>
                  </a:cubicBezTo>
                  <a:cubicBezTo>
                    <a:pt x="8542" y="66456"/>
                    <a:pt x="26816" y="49358"/>
                    <a:pt x="26816"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5" name="Freeform: Shape 434">
              <a:extLst>
                <a:ext uri="{FF2B5EF4-FFF2-40B4-BE49-F238E27FC236}">
                  <a16:creationId xmlns:a16="http://schemas.microsoft.com/office/drawing/2014/main" id="{B255CAF5-D881-BA53-9965-52C1CC30AD95}"/>
                </a:ext>
              </a:extLst>
            </p:cNvPr>
            <p:cNvSpPr/>
            <p:nvPr>
              <p:custDataLst>
                <p:tags r:id="rId138"/>
              </p:custDataLst>
            </p:nvPr>
          </p:nvSpPr>
          <p:spPr>
            <a:xfrm>
              <a:off x="4112603" y="4377357"/>
              <a:ext cx="105307" cy="143667"/>
            </a:xfrm>
            <a:custGeom>
              <a:avLst/>
              <a:gdLst>
                <a:gd name="connsiteX0" fmla="*/ 104487 w 105307"/>
                <a:gd name="connsiteY0" fmla="*/ 13608 h 143667"/>
                <a:gd name="connsiteX1" fmla="*/ 105401 w 105307"/>
                <a:gd name="connsiteY1" fmla="*/ 8501 h 143667"/>
                <a:gd name="connsiteX2" fmla="*/ 98777 w 105307"/>
                <a:gd name="connsiteY2" fmla="*/ 2505 h 143667"/>
                <a:gd name="connsiteX3" fmla="*/ 90782 w 105307"/>
                <a:gd name="connsiteY3" fmla="*/ 7168 h 143667"/>
                <a:gd name="connsiteX4" fmla="*/ 87583 w 105307"/>
                <a:gd name="connsiteY4" fmla="*/ 19159 h 143667"/>
                <a:gd name="connsiteX5" fmla="*/ 83015 w 105307"/>
                <a:gd name="connsiteY5" fmla="*/ 36923 h 143667"/>
                <a:gd name="connsiteX6" fmla="*/ 72735 w 105307"/>
                <a:gd name="connsiteY6" fmla="*/ 76893 h 143667"/>
                <a:gd name="connsiteX7" fmla="*/ 46923 w 105307"/>
                <a:gd name="connsiteY7" fmla="*/ 95767 h 143667"/>
                <a:gd name="connsiteX8" fmla="*/ 32760 w 105307"/>
                <a:gd name="connsiteY8" fmla="*/ 77781 h 143667"/>
                <a:gd name="connsiteX9" fmla="*/ 44410 w 105307"/>
                <a:gd name="connsiteY9" fmla="*/ 34259 h 143667"/>
                <a:gd name="connsiteX10" fmla="*/ 48978 w 105307"/>
                <a:gd name="connsiteY10" fmla="*/ 18271 h 143667"/>
                <a:gd name="connsiteX11" fmla="*/ 30247 w 105307"/>
                <a:gd name="connsiteY11" fmla="*/ 63 h 143667"/>
                <a:gd name="connsiteX12" fmla="*/ 94 w 105307"/>
                <a:gd name="connsiteY12" fmla="*/ 34259 h 143667"/>
                <a:gd name="connsiteX13" fmla="*/ 2835 w 105307"/>
                <a:gd name="connsiteY13" fmla="*/ 36479 h 143667"/>
                <a:gd name="connsiteX14" fmla="*/ 6490 w 105307"/>
                <a:gd name="connsiteY14" fmla="*/ 32482 h 143667"/>
                <a:gd name="connsiteX15" fmla="*/ 29562 w 105307"/>
                <a:gd name="connsiteY15" fmla="*/ 4948 h 143667"/>
                <a:gd name="connsiteX16" fmla="*/ 35273 w 105307"/>
                <a:gd name="connsiteY16" fmla="*/ 12054 h 143667"/>
                <a:gd name="connsiteX17" fmla="*/ 31389 w 105307"/>
                <a:gd name="connsiteY17" fmla="*/ 27597 h 143667"/>
                <a:gd name="connsiteX18" fmla="*/ 18140 w 105307"/>
                <a:gd name="connsiteY18" fmla="*/ 74228 h 143667"/>
                <a:gd name="connsiteX19" fmla="*/ 46009 w 105307"/>
                <a:gd name="connsiteY19" fmla="*/ 100652 h 143667"/>
                <a:gd name="connsiteX20" fmla="*/ 69080 w 105307"/>
                <a:gd name="connsiteY20" fmla="*/ 90660 h 143667"/>
                <a:gd name="connsiteX21" fmla="*/ 54232 w 105307"/>
                <a:gd name="connsiteY21" fmla="*/ 124856 h 143667"/>
                <a:gd name="connsiteX22" fmla="*/ 29105 w 105307"/>
                <a:gd name="connsiteY22" fmla="*/ 138845 h 143667"/>
                <a:gd name="connsiteX23" fmla="*/ 11744 w 105307"/>
                <a:gd name="connsiteY23" fmla="*/ 129519 h 143667"/>
                <a:gd name="connsiteX24" fmla="*/ 21567 w 105307"/>
                <a:gd name="connsiteY24" fmla="*/ 126855 h 143667"/>
                <a:gd name="connsiteX25" fmla="*/ 26135 w 105307"/>
                <a:gd name="connsiteY25" fmla="*/ 117750 h 143667"/>
                <a:gd name="connsiteX26" fmla="*/ 17683 w 105307"/>
                <a:gd name="connsiteY26" fmla="*/ 109979 h 143667"/>
                <a:gd name="connsiteX27" fmla="*/ 4891 w 105307"/>
                <a:gd name="connsiteY27" fmla="*/ 124412 h 143667"/>
                <a:gd name="connsiteX28" fmla="*/ 29105 w 105307"/>
                <a:gd name="connsiteY28" fmla="*/ 143731 h 143667"/>
                <a:gd name="connsiteX29" fmla="*/ 82558 w 105307"/>
                <a:gd name="connsiteY29" fmla="*/ 98432 h 143667"/>
                <a:gd name="connsiteX30" fmla="*/ 104487 w 105307"/>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07" h="143667">
                  <a:moveTo>
                    <a:pt x="104487" y="13608"/>
                  </a:moveTo>
                  <a:cubicBezTo>
                    <a:pt x="105401" y="10499"/>
                    <a:pt x="105401" y="10055"/>
                    <a:pt x="105401" y="8501"/>
                  </a:cubicBezTo>
                  <a:cubicBezTo>
                    <a:pt x="105401" y="4504"/>
                    <a:pt x="102203" y="2505"/>
                    <a:pt x="98777" y="2505"/>
                  </a:cubicBezTo>
                  <a:cubicBezTo>
                    <a:pt x="96492" y="2505"/>
                    <a:pt x="92837" y="3838"/>
                    <a:pt x="90782" y="7168"/>
                  </a:cubicBezTo>
                  <a:cubicBezTo>
                    <a:pt x="90325" y="8279"/>
                    <a:pt x="88497" y="15162"/>
                    <a:pt x="87583" y="19159"/>
                  </a:cubicBezTo>
                  <a:cubicBezTo>
                    <a:pt x="85984" y="24933"/>
                    <a:pt x="84385" y="30928"/>
                    <a:pt x="83015" y="36923"/>
                  </a:cubicBezTo>
                  <a:lnTo>
                    <a:pt x="72735" y="76893"/>
                  </a:lnTo>
                  <a:cubicBezTo>
                    <a:pt x="71822" y="80224"/>
                    <a:pt x="61999" y="95767"/>
                    <a:pt x="46923" y="95767"/>
                  </a:cubicBezTo>
                  <a:cubicBezTo>
                    <a:pt x="35273" y="95767"/>
                    <a:pt x="32760" y="85997"/>
                    <a:pt x="32760" y="77781"/>
                  </a:cubicBezTo>
                  <a:cubicBezTo>
                    <a:pt x="32760" y="67567"/>
                    <a:pt x="36643" y="53799"/>
                    <a:pt x="44410" y="34259"/>
                  </a:cubicBezTo>
                  <a:cubicBezTo>
                    <a:pt x="48065" y="25155"/>
                    <a:pt x="48978" y="22712"/>
                    <a:pt x="48978" y="18271"/>
                  </a:cubicBezTo>
                  <a:cubicBezTo>
                    <a:pt x="48978" y="8279"/>
                    <a:pt x="41669" y="63"/>
                    <a:pt x="30247" y="63"/>
                  </a:cubicBezTo>
                  <a:cubicBezTo>
                    <a:pt x="8546" y="63"/>
                    <a:pt x="94" y="32260"/>
                    <a:pt x="94" y="34259"/>
                  </a:cubicBezTo>
                  <a:cubicBezTo>
                    <a:pt x="94" y="36479"/>
                    <a:pt x="2378" y="36479"/>
                    <a:pt x="2835" y="36479"/>
                  </a:cubicBezTo>
                  <a:cubicBezTo>
                    <a:pt x="5120" y="36479"/>
                    <a:pt x="5348" y="36035"/>
                    <a:pt x="6490" y="32482"/>
                  </a:cubicBezTo>
                  <a:cubicBezTo>
                    <a:pt x="12658" y="11609"/>
                    <a:pt x="21795" y="4948"/>
                    <a:pt x="29562" y="4948"/>
                  </a:cubicBezTo>
                  <a:cubicBezTo>
                    <a:pt x="31389" y="4948"/>
                    <a:pt x="35273" y="4948"/>
                    <a:pt x="35273" y="12054"/>
                  </a:cubicBezTo>
                  <a:cubicBezTo>
                    <a:pt x="35273" y="17605"/>
                    <a:pt x="32988" y="23378"/>
                    <a:pt x="31389" y="27597"/>
                  </a:cubicBezTo>
                  <a:cubicBezTo>
                    <a:pt x="22252" y="51135"/>
                    <a:pt x="18140" y="63792"/>
                    <a:pt x="18140" y="74228"/>
                  </a:cubicBezTo>
                  <a:cubicBezTo>
                    <a:pt x="18140" y="93991"/>
                    <a:pt x="32531" y="100652"/>
                    <a:pt x="46009" y="100652"/>
                  </a:cubicBezTo>
                  <a:cubicBezTo>
                    <a:pt x="54918" y="100652"/>
                    <a:pt x="62684" y="96878"/>
                    <a:pt x="69080" y="90660"/>
                  </a:cubicBezTo>
                  <a:cubicBezTo>
                    <a:pt x="66111" y="102207"/>
                    <a:pt x="63370" y="113087"/>
                    <a:pt x="54232" y="124856"/>
                  </a:cubicBezTo>
                  <a:cubicBezTo>
                    <a:pt x="48293" y="132406"/>
                    <a:pt x="39613" y="138845"/>
                    <a:pt x="29105" y="138845"/>
                  </a:cubicBezTo>
                  <a:cubicBezTo>
                    <a:pt x="25907" y="138845"/>
                    <a:pt x="15627" y="138179"/>
                    <a:pt x="11744" y="129519"/>
                  </a:cubicBezTo>
                  <a:cubicBezTo>
                    <a:pt x="15399" y="129519"/>
                    <a:pt x="18369" y="129519"/>
                    <a:pt x="21567" y="126855"/>
                  </a:cubicBezTo>
                  <a:cubicBezTo>
                    <a:pt x="23851" y="124856"/>
                    <a:pt x="26135" y="121969"/>
                    <a:pt x="26135" y="117750"/>
                  </a:cubicBezTo>
                  <a:cubicBezTo>
                    <a:pt x="26135" y="110867"/>
                    <a:pt x="19968" y="109979"/>
                    <a:pt x="17683" y="109979"/>
                  </a:cubicBezTo>
                  <a:cubicBezTo>
                    <a:pt x="12429" y="109979"/>
                    <a:pt x="4891" y="113531"/>
                    <a:pt x="4891" y="124412"/>
                  </a:cubicBezTo>
                  <a:cubicBezTo>
                    <a:pt x="4891" y="135515"/>
                    <a:pt x="14942" y="143731"/>
                    <a:pt x="29105" y="143731"/>
                  </a:cubicBezTo>
                  <a:cubicBezTo>
                    <a:pt x="52633" y="143731"/>
                    <a:pt x="76162" y="123524"/>
                    <a:pt x="82558" y="98432"/>
                  </a:cubicBezTo>
                  <a:lnTo>
                    <a:pt x="104487" y="1360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6" name="Freeform: Shape 435">
              <a:extLst>
                <a:ext uri="{FF2B5EF4-FFF2-40B4-BE49-F238E27FC236}">
                  <a16:creationId xmlns:a16="http://schemas.microsoft.com/office/drawing/2014/main" id="{BDE937B4-D203-834F-767C-AE5587AC9839}"/>
                </a:ext>
              </a:extLst>
            </p:cNvPr>
            <p:cNvSpPr/>
            <p:nvPr>
              <p:custDataLst>
                <p:tags r:id="rId139"/>
              </p:custDataLst>
            </p:nvPr>
          </p:nvSpPr>
          <p:spPr>
            <a:xfrm>
              <a:off x="4225490" y="4405757"/>
              <a:ext cx="48450" cy="104608"/>
            </a:xfrm>
            <a:custGeom>
              <a:avLst/>
              <a:gdLst>
                <a:gd name="connsiteX0" fmla="*/ 44392 w 48450"/>
                <a:gd name="connsiteY0" fmla="*/ 5971 h 104608"/>
                <a:gd name="connsiteX1" fmla="*/ 37996 w 48450"/>
                <a:gd name="connsiteY1" fmla="*/ 64 h 104608"/>
                <a:gd name="connsiteX2" fmla="*/ 29041 w 48450"/>
                <a:gd name="connsiteY2" fmla="*/ 8613 h 104608"/>
                <a:gd name="connsiteX3" fmla="*/ 35437 w 48450"/>
                <a:gd name="connsiteY3" fmla="*/ 14520 h 104608"/>
                <a:gd name="connsiteX4" fmla="*/ 44392 w 48450"/>
                <a:gd name="connsiteY4" fmla="*/ 5971 h 104608"/>
                <a:gd name="connsiteX5" fmla="*/ 11772 w 48450"/>
                <a:gd name="connsiteY5" fmla="*/ 84933 h 104608"/>
                <a:gd name="connsiteX6" fmla="*/ 10333 w 48450"/>
                <a:gd name="connsiteY6" fmla="*/ 91461 h 104608"/>
                <a:gd name="connsiteX7" fmla="*/ 25523 w 48450"/>
                <a:gd name="connsiteY7" fmla="*/ 104673 h 104608"/>
                <a:gd name="connsiteX8" fmla="*/ 48549 w 48450"/>
                <a:gd name="connsiteY8" fmla="*/ 80891 h 104608"/>
                <a:gd name="connsiteX9" fmla="*/ 45991 w 48450"/>
                <a:gd name="connsiteY9" fmla="*/ 78871 h 104608"/>
                <a:gd name="connsiteX10" fmla="*/ 42953 w 48450"/>
                <a:gd name="connsiteY10" fmla="*/ 81513 h 104608"/>
                <a:gd name="connsiteX11" fmla="*/ 26003 w 48450"/>
                <a:gd name="connsiteY11" fmla="*/ 100321 h 104608"/>
                <a:gd name="connsiteX12" fmla="*/ 22006 w 48450"/>
                <a:gd name="connsiteY12" fmla="*/ 94881 h 104608"/>
                <a:gd name="connsiteX13" fmla="*/ 24564 w 48450"/>
                <a:gd name="connsiteY13" fmla="*/ 84933 h 104608"/>
                <a:gd name="connsiteX14" fmla="*/ 29681 w 48450"/>
                <a:gd name="connsiteY14" fmla="*/ 72498 h 104608"/>
                <a:gd name="connsiteX15" fmla="*/ 37516 w 48450"/>
                <a:gd name="connsiteY15" fmla="*/ 52757 h 104608"/>
                <a:gd name="connsiteX16" fmla="*/ 38475 w 48450"/>
                <a:gd name="connsiteY16" fmla="*/ 47783 h 104608"/>
                <a:gd name="connsiteX17" fmla="*/ 23285 w 48450"/>
                <a:gd name="connsiteY17" fmla="*/ 34571 h 104608"/>
                <a:gd name="connsiteX18" fmla="*/ 99 w 48450"/>
                <a:gd name="connsiteY18" fmla="*/ 58353 h 104608"/>
                <a:gd name="connsiteX19" fmla="*/ 2817 w 48450"/>
                <a:gd name="connsiteY19" fmla="*/ 60374 h 104608"/>
                <a:gd name="connsiteX20" fmla="*/ 5696 w 48450"/>
                <a:gd name="connsiteY20" fmla="*/ 57887 h 104608"/>
                <a:gd name="connsiteX21" fmla="*/ 22805 w 48450"/>
                <a:gd name="connsiteY21" fmla="*/ 38923 h 104608"/>
                <a:gd name="connsiteX22" fmla="*/ 26803 w 48450"/>
                <a:gd name="connsiteY22" fmla="*/ 44364 h 104608"/>
                <a:gd name="connsiteX23" fmla="*/ 21846 w 48450"/>
                <a:gd name="connsiteY23" fmla="*/ 59907 h 104608"/>
                <a:gd name="connsiteX24" fmla="*/ 11772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92" y="5971"/>
                  </a:moveTo>
                  <a:cubicBezTo>
                    <a:pt x="44392" y="3484"/>
                    <a:pt x="42473" y="64"/>
                    <a:pt x="37996" y="64"/>
                  </a:cubicBezTo>
                  <a:cubicBezTo>
                    <a:pt x="33678" y="64"/>
                    <a:pt x="29041" y="4106"/>
                    <a:pt x="29041" y="8613"/>
                  </a:cubicBezTo>
                  <a:cubicBezTo>
                    <a:pt x="29041" y="11256"/>
                    <a:pt x="31120" y="14520"/>
                    <a:pt x="35437" y="14520"/>
                  </a:cubicBezTo>
                  <a:cubicBezTo>
                    <a:pt x="40075" y="14520"/>
                    <a:pt x="44392" y="10168"/>
                    <a:pt x="44392" y="5971"/>
                  </a:cubicBezTo>
                  <a:close/>
                  <a:moveTo>
                    <a:pt x="11772" y="84933"/>
                  </a:moveTo>
                  <a:cubicBezTo>
                    <a:pt x="11132" y="86953"/>
                    <a:pt x="10333" y="88819"/>
                    <a:pt x="10333" y="91461"/>
                  </a:cubicBezTo>
                  <a:cubicBezTo>
                    <a:pt x="10333" y="98767"/>
                    <a:pt x="16729" y="104673"/>
                    <a:pt x="25523" y="104673"/>
                  </a:cubicBezTo>
                  <a:cubicBezTo>
                    <a:pt x="41514" y="104673"/>
                    <a:pt x="48549" y="83223"/>
                    <a:pt x="48549" y="80891"/>
                  </a:cubicBezTo>
                  <a:cubicBezTo>
                    <a:pt x="48549" y="78871"/>
                    <a:pt x="46471" y="78871"/>
                    <a:pt x="45991" y="78871"/>
                  </a:cubicBezTo>
                  <a:cubicBezTo>
                    <a:pt x="43752" y="78871"/>
                    <a:pt x="43592" y="79803"/>
                    <a:pt x="42953" y="81513"/>
                  </a:cubicBezTo>
                  <a:cubicBezTo>
                    <a:pt x="39275" y="93948"/>
                    <a:pt x="32239" y="100321"/>
                    <a:pt x="26003" y="100321"/>
                  </a:cubicBezTo>
                  <a:cubicBezTo>
                    <a:pt x="22805" y="100321"/>
                    <a:pt x="22006" y="98300"/>
                    <a:pt x="22006" y="94881"/>
                  </a:cubicBezTo>
                  <a:cubicBezTo>
                    <a:pt x="22006" y="91306"/>
                    <a:pt x="23125" y="88352"/>
                    <a:pt x="24564" y="84933"/>
                  </a:cubicBezTo>
                  <a:cubicBezTo>
                    <a:pt x="26163" y="80736"/>
                    <a:pt x="27922" y="76539"/>
                    <a:pt x="29681" y="72498"/>
                  </a:cubicBezTo>
                  <a:cubicBezTo>
                    <a:pt x="31120" y="68767"/>
                    <a:pt x="36876" y="54622"/>
                    <a:pt x="37516" y="52757"/>
                  </a:cubicBezTo>
                  <a:cubicBezTo>
                    <a:pt x="37996" y="51203"/>
                    <a:pt x="38475" y="49338"/>
                    <a:pt x="38475" y="47783"/>
                  </a:cubicBezTo>
                  <a:cubicBezTo>
                    <a:pt x="38475" y="40478"/>
                    <a:pt x="32079" y="34571"/>
                    <a:pt x="23285" y="34571"/>
                  </a:cubicBezTo>
                  <a:cubicBezTo>
                    <a:pt x="7454" y="34571"/>
                    <a:pt x="99" y="55711"/>
                    <a:pt x="99" y="58353"/>
                  </a:cubicBezTo>
                  <a:cubicBezTo>
                    <a:pt x="99" y="60374"/>
                    <a:pt x="2338" y="60374"/>
                    <a:pt x="2817" y="60374"/>
                  </a:cubicBezTo>
                  <a:cubicBezTo>
                    <a:pt x="5056" y="60374"/>
                    <a:pt x="5216" y="59596"/>
                    <a:pt x="5696" y="57887"/>
                  </a:cubicBezTo>
                  <a:cubicBezTo>
                    <a:pt x="9853" y="44519"/>
                    <a:pt x="16889" y="38923"/>
                    <a:pt x="22805" y="38923"/>
                  </a:cubicBezTo>
                  <a:cubicBezTo>
                    <a:pt x="25363" y="38923"/>
                    <a:pt x="26803" y="40167"/>
                    <a:pt x="26803" y="44364"/>
                  </a:cubicBezTo>
                  <a:cubicBezTo>
                    <a:pt x="26803" y="47939"/>
                    <a:pt x="25843" y="50270"/>
                    <a:pt x="21846" y="59907"/>
                  </a:cubicBezTo>
                  <a:lnTo>
                    <a:pt x="11772"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7" name="Freeform: Shape 436">
              <a:extLst>
                <a:ext uri="{FF2B5EF4-FFF2-40B4-BE49-F238E27FC236}">
                  <a16:creationId xmlns:a16="http://schemas.microsoft.com/office/drawing/2014/main" id="{921A40AD-27B9-3A6D-1ADE-A77340E063D2}"/>
                </a:ext>
              </a:extLst>
            </p:cNvPr>
            <p:cNvSpPr/>
            <p:nvPr>
              <p:custDataLst>
                <p:tags r:id="rId140"/>
              </p:custDataLst>
            </p:nvPr>
          </p:nvSpPr>
          <p:spPr>
            <a:xfrm>
              <a:off x="4307047" y="4308965"/>
              <a:ext cx="52996" cy="222052"/>
            </a:xfrm>
            <a:custGeom>
              <a:avLst/>
              <a:gdLst>
                <a:gd name="connsiteX0" fmla="*/ 53098 w 52996"/>
                <a:gd name="connsiteY0" fmla="*/ 111089 h 222052"/>
                <a:gd name="connsiteX1" fmla="*/ 38022 w 52996"/>
                <a:gd name="connsiteY1" fmla="*/ 41809 h 222052"/>
                <a:gd name="connsiteX2" fmla="*/ 2387 w 52996"/>
                <a:gd name="connsiteY2" fmla="*/ 63 h 222052"/>
                <a:gd name="connsiteX3" fmla="*/ 102 w 52996"/>
                <a:gd name="connsiteY3" fmla="*/ 2283 h 222052"/>
                <a:gd name="connsiteX4" fmla="*/ 4442 w 52996"/>
                <a:gd name="connsiteY4" fmla="*/ 7390 h 222052"/>
                <a:gd name="connsiteX5" fmla="*/ 39849 w 52996"/>
                <a:gd name="connsiteY5" fmla="*/ 111089 h 222052"/>
                <a:gd name="connsiteX6" fmla="*/ 3072 w 52996"/>
                <a:gd name="connsiteY6" fmla="*/ 216120 h 222052"/>
                <a:gd name="connsiteX7" fmla="*/ 102 w 52996"/>
                <a:gd name="connsiteY7" fmla="*/ 219895 h 222052"/>
                <a:gd name="connsiteX8" fmla="*/ 2387 w 52996"/>
                <a:gd name="connsiteY8" fmla="*/ 222115 h 222052"/>
                <a:gd name="connsiteX9" fmla="*/ 38707 w 52996"/>
                <a:gd name="connsiteY9" fmla="*/ 178815 h 222052"/>
                <a:gd name="connsiteX10" fmla="*/ 53098 w 52996"/>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98" y="111089"/>
                  </a:moveTo>
                  <a:cubicBezTo>
                    <a:pt x="53098" y="93769"/>
                    <a:pt x="50586" y="66901"/>
                    <a:pt x="38022" y="41809"/>
                  </a:cubicBezTo>
                  <a:cubicBezTo>
                    <a:pt x="24316" y="14496"/>
                    <a:pt x="4671" y="63"/>
                    <a:pt x="2387" y="63"/>
                  </a:cubicBezTo>
                  <a:cubicBezTo>
                    <a:pt x="1016" y="63"/>
                    <a:pt x="102" y="951"/>
                    <a:pt x="102" y="2283"/>
                  </a:cubicBezTo>
                  <a:cubicBezTo>
                    <a:pt x="102" y="2949"/>
                    <a:pt x="102" y="3394"/>
                    <a:pt x="4442" y="7390"/>
                  </a:cubicBezTo>
                  <a:cubicBezTo>
                    <a:pt x="26829" y="29374"/>
                    <a:pt x="39849" y="64680"/>
                    <a:pt x="39849" y="111089"/>
                  </a:cubicBezTo>
                  <a:cubicBezTo>
                    <a:pt x="39849" y="149060"/>
                    <a:pt x="31397" y="188141"/>
                    <a:pt x="3072" y="216120"/>
                  </a:cubicBezTo>
                  <a:cubicBezTo>
                    <a:pt x="102" y="218784"/>
                    <a:pt x="102" y="219228"/>
                    <a:pt x="102" y="219895"/>
                  </a:cubicBezTo>
                  <a:cubicBezTo>
                    <a:pt x="102" y="221227"/>
                    <a:pt x="1016" y="222115"/>
                    <a:pt x="2387" y="222115"/>
                  </a:cubicBezTo>
                  <a:cubicBezTo>
                    <a:pt x="4671" y="222115"/>
                    <a:pt x="25230" y="207016"/>
                    <a:pt x="38707" y="178815"/>
                  </a:cubicBezTo>
                  <a:cubicBezTo>
                    <a:pt x="50357" y="154389"/>
                    <a:pt x="53098" y="129741"/>
                    <a:pt x="53098" y="11108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8" name="Freeform: Shape 437">
              <a:extLst>
                <a:ext uri="{FF2B5EF4-FFF2-40B4-BE49-F238E27FC236}">
                  <a16:creationId xmlns:a16="http://schemas.microsoft.com/office/drawing/2014/main" id="{4203C188-A958-4CA2-12B2-02135C1E0064}"/>
                </a:ext>
              </a:extLst>
            </p:cNvPr>
            <p:cNvSpPr/>
            <p:nvPr>
              <p:custDataLst>
                <p:tags r:id="rId141"/>
              </p:custDataLst>
            </p:nvPr>
          </p:nvSpPr>
          <p:spPr>
            <a:xfrm>
              <a:off x="4465958" y="4379799"/>
              <a:ext cx="24213" cy="95704"/>
            </a:xfrm>
            <a:custGeom>
              <a:avLst/>
              <a:gdLst>
                <a:gd name="connsiteX0" fmla="*/ 24323 w 24213"/>
                <a:gd name="connsiteY0" fmla="*/ 11832 h 95704"/>
                <a:gd name="connsiteX1" fmla="*/ 12216 w 24213"/>
                <a:gd name="connsiteY1" fmla="*/ 63 h 95704"/>
                <a:gd name="connsiteX2" fmla="*/ 109 w 24213"/>
                <a:gd name="connsiteY2" fmla="*/ 11832 h 95704"/>
                <a:gd name="connsiteX3" fmla="*/ 12216 w 24213"/>
                <a:gd name="connsiteY3" fmla="*/ 23600 h 95704"/>
                <a:gd name="connsiteX4" fmla="*/ 24323 w 24213"/>
                <a:gd name="connsiteY4" fmla="*/ 11832 h 95704"/>
                <a:gd name="connsiteX5" fmla="*/ 24323 w 24213"/>
                <a:gd name="connsiteY5" fmla="*/ 83999 h 95704"/>
                <a:gd name="connsiteX6" fmla="*/ 12216 w 24213"/>
                <a:gd name="connsiteY6" fmla="*/ 72230 h 95704"/>
                <a:gd name="connsiteX7" fmla="*/ 109 w 24213"/>
                <a:gd name="connsiteY7" fmla="*/ 83999 h 95704"/>
                <a:gd name="connsiteX8" fmla="*/ 12216 w 24213"/>
                <a:gd name="connsiteY8" fmla="*/ 95767 h 95704"/>
                <a:gd name="connsiteX9" fmla="*/ 24323 w 24213"/>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13" h="95704">
                  <a:moveTo>
                    <a:pt x="24323" y="11832"/>
                  </a:moveTo>
                  <a:cubicBezTo>
                    <a:pt x="24323" y="5392"/>
                    <a:pt x="18840" y="63"/>
                    <a:pt x="12216" y="63"/>
                  </a:cubicBezTo>
                  <a:cubicBezTo>
                    <a:pt x="5591" y="63"/>
                    <a:pt x="109" y="5392"/>
                    <a:pt x="109" y="11832"/>
                  </a:cubicBezTo>
                  <a:cubicBezTo>
                    <a:pt x="109" y="18271"/>
                    <a:pt x="5591" y="23600"/>
                    <a:pt x="12216" y="23600"/>
                  </a:cubicBezTo>
                  <a:cubicBezTo>
                    <a:pt x="18840" y="23600"/>
                    <a:pt x="24323" y="18271"/>
                    <a:pt x="24323" y="11832"/>
                  </a:cubicBezTo>
                  <a:close/>
                  <a:moveTo>
                    <a:pt x="24323" y="83999"/>
                  </a:moveTo>
                  <a:cubicBezTo>
                    <a:pt x="24323" y="77559"/>
                    <a:pt x="18840" y="72230"/>
                    <a:pt x="12216" y="72230"/>
                  </a:cubicBezTo>
                  <a:cubicBezTo>
                    <a:pt x="5591" y="72230"/>
                    <a:pt x="109" y="77559"/>
                    <a:pt x="109" y="83999"/>
                  </a:cubicBezTo>
                  <a:cubicBezTo>
                    <a:pt x="109" y="90438"/>
                    <a:pt x="5591" y="95767"/>
                    <a:pt x="12216" y="95767"/>
                  </a:cubicBezTo>
                  <a:cubicBezTo>
                    <a:pt x="18840" y="95767"/>
                    <a:pt x="24323" y="90438"/>
                    <a:pt x="24323" y="8399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9" name="Freeform: Shape 438">
              <a:extLst>
                <a:ext uri="{FF2B5EF4-FFF2-40B4-BE49-F238E27FC236}">
                  <a16:creationId xmlns:a16="http://schemas.microsoft.com/office/drawing/2014/main" id="{96EEE346-ACD8-F4A8-1073-53FC863B962E}"/>
                </a:ext>
              </a:extLst>
            </p:cNvPr>
            <p:cNvSpPr/>
            <p:nvPr>
              <p:custDataLst>
                <p:tags r:id="rId142"/>
              </p:custDataLst>
            </p:nvPr>
          </p:nvSpPr>
          <p:spPr>
            <a:xfrm>
              <a:off x="4579843" y="4328727"/>
              <a:ext cx="60306" cy="149219"/>
            </a:xfrm>
            <a:custGeom>
              <a:avLst/>
              <a:gdLst>
                <a:gd name="connsiteX0" fmla="*/ 58365 w 60306"/>
                <a:gd name="connsiteY0" fmla="*/ 8057 h 149219"/>
                <a:gd name="connsiteX1" fmla="*/ 49913 w 60306"/>
                <a:gd name="connsiteY1" fmla="*/ 63 h 149219"/>
                <a:gd name="connsiteX2" fmla="*/ 37577 w 60306"/>
                <a:gd name="connsiteY2" fmla="*/ 11832 h 149219"/>
                <a:gd name="connsiteX3" fmla="*/ 46258 w 60306"/>
                <a:gd name="connsiteY3" fmla="*/ 19825 h 149219"/>
                <a:gd name="connsiteX4" fmla="*/ 58365 w 60306"/>
                <a:gd name="connsiteY4" fmla="*/ 8057 h 149219"/>
                <a:gd name="connsiteX5" fmla="*/ 41004 w 60306"/>
                <a:gd name="connsiteY5" fmla="*/ 91548 h 149219"/>
                <a:gd name="connsiteX6" fmla="*/ 46029 w 60306"/>
                <a:gd name="connsiteY6" fmla="*/ 78669 h 149219"/>
                <a:gd name="connsiteX7" fmla="*/ 48999 w 60306"/>
                <a:gd name="connsiteY7" fmla="*/ 66901 h 149219"/>
                <a:gd name="connsiteX8" fmla="*/ 30267 w 60306"/>
                <a:gd name="connsiteY8" fmla="*/ 48692 h 149219"/>
                <a:gd name="connsiteX9" fmla="*/ 114 w 60306"/>
                <a:gd name="connsiteY9" fmla="*/ 82888 h 149219"/>
                <a:gd name="connsiteX10" fmla="*/ 2856 w 60306"/>
                <a:gd name="connsiteY10" fmla="*/ 85109 h 149219"/>
                <a:gd name="connsiteX11" fmla="*/ 6510 w 60306"/>
                <a:gd name="connsiteY11" fmla="*/ 81112 h 149219"/>
                <a:gd name="connsiteX12" fmla="*/ 29582 w 60306"/>
                <a:gd name="connsiteY12" fmla="*/ 53577 h 149219"/>
                <a:gd name="connsiteX13" fmla="*/ 35293 w 60306"/>
                <a:gd name="connsiteY13" fmla="*/ 60683 h 149219"/>
                <a:gd name="connsiteX14" fmla="*/ 32780 w 60306"/>
                <a:gd name="connsiteY14" fmla="*/ 72230 h 149219"/>
                <a:gd name="connsiteX15" fmla="*/ 17018 w 60306"/>
                <a:gd name="connsiteY15" fmla="*/ 113309 h 149219"/>
                <a:gd name="connsiteX16" fmla="*/ 11764 w 60306"/>
                <a:gd name="connsiteY16" fmla="*/ 131074 h 149219"/>
                <a:gd name="connsiteX17" fmla="*/ 30496 w 60306"/>
                <a:gd name="connsiteY17" fmla="*/ 149282 h 149219"/>
                <a:gd name="connsiteX18" fmla="*/ 60420 w 60306"/>
                <a:gd name="connsiteY18" fmla="*/ 115086 h 149219"/>
                <a:gd name="connsiteX19" fmla="*/ 57679 w 60306"/>
                <a:gd name="connsiteY19" fmla="*/ 112865 h 149219"/>
                <a:gd name="connsiteX20" fmla="*/ 54253 w 60306"/>
                <a:gd name="connsiteY20" fmla="*/ 116862 h 149219"/>
                <a:gd name="connsiteX21" fmla="*/ 30953 w 60306"/>
                <a:gd name="connsiteY21" fmla="*/ 144397 h 149219"/>
                <a:gd name="connsiteX22" fmla="*/ 25470 w 60306"/>
                <a:gd name="connsiteY22" fmla="*/ 137069 h 149219"/>
                <a:gd name="connsiteX23" fmla="*/ 32095 w 60306"/>
                <a:gd name="connsiteY23" fmla="*/ 114864 h 149219"/>
                <a:gd name="connsiteX24" fmla="*/ 41004 w 60306"/>
                <a:gd name="connsiteY24" fmla="*/ 91548 h 14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06" h="149219">
                  <a:moveTo>
                    <a:pt x="58365" y="8057"/>
                  </a:moveTo>
                  <a:cubicBezTo>
                    <a:pt x="58365" y="3616"/>
                    <a:pt x="55166" y="63"/>
                    <a:pt x="49913" y="63"/>
                  </a:cubicBezTo>
                  <a:cubicBezTo>
                    <a:pt x="43745" y="63"/>
                    <a:pt x="37577" y="5836"/>
                    <a:pt x="37577" y="11832"/>
                  </a:cubicBezTo>
                  <a:cubicBezTo>
                    <a:pt x="37577" y="16051"/>
                    <a:pt x="40775" y="19825"/>
                    <a:pt x="46258" y="19825"/>
                  </a:cubicBezTo>
                  <a:cubicBezTo>
                    <a:pt x="51512" y="19825"/>
                    <a:pt x="58365" y="14718"/>
                    <a:pt x="58365" y="8057"/>
                  </a:cubicBezTo>
                  <a:close/>
                  <a:moveTo>
                    <a:pt x="41004" y="91548"/>
                  </a:moveTo>
                  <a:cubicBezTo>
                    <a:pt x="43745" y="85109"/>
                    <a:pt x="43745" y="84665"/>
                    <a:pt x="46029" y="78669"/>
                  </a:cubicBezTo>
                  <a:cubicBezTo>
                    <a:pt x="47857" y="74228"/>
                    <a:pt x="48999" y="71120"/>
                    <a:pt x="48999" y="66901"/>
                  </a:cubicBezTo>
                  <a:cubicBezTo>
                    <a:pt x="48999" y="56908"/>
                    <a:pt x="41689" y="48692"/>
                    <a:pt x="30267" y="48692"/>
                  </a:cubicBezTo>
                  <a:cubicBezTo>
                    <a:pt x="8795" y="48692"/>
                    <a:pt x="114" y="80890"/>
                    <a:pt x="114" y="82888"/>
                  </a:cubicBezTo>
                  <a:cubicBezTo>
                    <a:pt x="114" y="85109"/>
                    <a:pt x="2399" y="85109"/>
                    <a:pt x="2856" y="85109"/>
                  </a:cubicBezTo>
                  <a:cubicBezTo>
                    <a:pt x="5140" y="85109"/>
                    <a:pt x="5368" y="84665"/>
                    <a:pt x="6510" y="81112"/>
                  </a:cubicBezTo>
                  <a:cubicBezTo>
                    <a:pt x="12678" y="60239"/>
                    <a:pt x="21815" y="53577"/>
                    <a:pt x="29582" y="53577"/>
                  </a:cubicBezTo>
                  <a:cubicBezTo>
                    <a:pt x="31410" y="53577"/>
                    <a:pt x="35293" y="53577"/>
                    <a:pt x="35293" y="60683"/>
                  </a:cubicBezTo>
                  <a:cubicBezTo>
                    <a:pt x="35293" y="65346"/>
                    <a:pt x="33694" y="70009"/>
                    <a:pt x="32780" y="72230"/>
                  </a:cubicBezTo>
                  <a:cubicBezTo>
                    <a:pt x="30953" y="78003"/>
                    <a:pt x="20673" y="103761"/>
                    <a:pt x="17018" y="113309"/>
                  </a:cubicBezTo>
                  <a:cubicBezTo>
                    <a:pt x="14734" y="119083"/>
                    <a:pt x="11764" y="126411"/>
                    <a:pt x="11764" y="131074"/>
                  </a:cubicBezTo>
                  <a:cubicBezTo>
                    <a:pt x="11764" y="141510"/>
                    <a:pt x="19531" y="149282"/>
                    <a:pt x="30496" y="149282"/>
                  </a:cubicBezTo>
                  <a:cubicBezTo>
                    <a:pt x="51968" y="149282"/>
                    <a:pt x="60420" y="117084"/>
                    <a:pt x="60420" y="115086"/>
                  </a:cubicBezTo>
                  <a:cubicBezTo>
                    <a:pt x="60420" y="112865"/>
                    <a:pt x="58365" y="112865"/>
                    <a:pt x="57679" y="112865"/>
                  </a:cubicBezTo>
                  <a:cubicBezTo>
                    <a:pt x="55395" y="112865"/>
                    <a:pt x="55395" y="113531"/>
                    <a:pt x="54253" y="116862"/>
                  </a:cubicBezTo>
                  <a:cubicBezTo>
                    <a:pt x="50141" y="130852"/>
                    <a:pt x="42603" y="144397"/>
                    <a:pt x="30953" y="144397"/>
                  </a:cubicBezTo>
                  <a:cubicBezTo>
                    <a:pt x="27069" y="144397"/>
                    <a:pt x="25470" y="142176"/>
                    <a:pt x="25470" y="137069"/>
                  </a:cubicBezTo>
                  <a:cubicBezTo>
                    <a:pt x="25470" y="131518"/>
                    <a:pt x="26841" y="128409"/>
                    <a:pt x="32095" y="114864"/>
                  </a:cubicBezTo>
                  <a:lnTo>
                    <a:pt x="41004" y="9154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0" name="Freeform: Shape 439">
              <a:extLst>
                <a:ext uri="{FF2B5EF4-FFF2-40B4-BE49-F238E27FC236}">
                  <a16:creationId xmlns:a16="http://schemas.microsoft.com/office/drawing/2014/main" id="{EEFE625C-F525-3C89-2D39-7AE98F25AF5D}"/>
                </a:ext>
              </a:extLst>
            </p:cNvPr>
            <p:cNvSpPr/>
            <p:nvPr>
              <p:custDataLst>
                <p:tags r:id="rId143"/>
              </p:custDataLst>
            </p:nvPr>
          </p:nvSpPr>
          <p:spPr>
            <a:xfrm>
              <a:off x="4728160" y="4394011"/>
              <a:ext cx="151907" cy="51960"/>
            </a:xfrm>
            <a:custGeom>
              <a:avLst/>
              <a:gdLst>
                <a:gd name="connsiteX0" fmla="*/ 144261 w 151907"/>
                <a:gd name="connsiteY0" fmla="*/ 8945 h 51960"/>
                <a:gd name="connsiteX1" fmla="*/ 152028 w 151907"/>
                <a:gd name="connsiteY1" fmla="*/ 4504 h 51960"/>
                <a:gd name="connsiteX2" fmla="*/ 144490 w 151907"/>
                <a:gd name="connsiteY2" fmla="*/ 63 h 51960"/>
                <a:gd name="connsiteX3" fmla="*/ 7659 w 151907"/>
                <a:gd name="connsiteY3" fmla="*/ 63 h 51960"/>
                <a:gd name="connsiteX4" fmla="*/ 121 w 151907"/>
                <a:gd name="connsiteY4" fmla="*/ 4504 h 51960"/>
                <a:gd name="connsiteX5" fmla="*/ 7887 w 151907"/>
                <a:gd name="connsiteY5" fmla="*/ 8945 h 51960"/>
                <a:gd name="connsiteX6" fmla="*/ 144261 w 151907"/>
                <a:gd name="connsiteY6" fmla="*/ 8945 h 51960"/>
                <a:gd name="connsiteX7" fmla="*/ 144490 w 151907"/>
                <a:gd name="connsiteY7" fmla="*/ 52023 h 51960"/>
                <a:gd name="connsiteX8" fmla="*/ 152028 w 151907"/>
                <a:gd name="connsiteY8" fmla="*/ 47582 h 51960"/>
                <a:gd name="connsiteX9" fmla="*/ 144261 w 151907"/>
                <a:gd name="connsiteY9" fmla="*/ 43141 h 51960"/>
                <a:gd name="connsiteX10" fmla="*/ 7887 w 151907"/>
                <a:gd name="connsiteY10" fmla="*/ 43141 h 51960"/>
                <a:gd name="connsiteX11" fmla="*/ 121 w 151907"/>
                <a:gd name="connsiteY11" fmla="*/ 47582 h 51960"/>
                <a:gd name="connsiteX12" fmla="*/ 7659 w 151907"/>
                <a:gd name="connsiteY12" fmla="*/ 52023 h 51960"/>
                <a:gd name="connsiteX13" fmla="*/ 144490 w 15190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07" h="51960">
                  <a:moveTo>
                    <a:pt x="144261" y="8945"/>
                  </a:moveTo>
                  <a:cubicBezTo>
                    <a:pt x="147688" y="8945"/>
                    <a:pt x="152028" y="8945"/>
                    <a:pt x="152028" y="4504"/>
                  </a:cubicBezTo>
                  <a:cubicBezTo>
                    <a:pt x="152028" y="63"/>
                    <a:pt x="147688" y="63"/>
                    <a:pt x="144490" y="63"/>
                  </a:cubicBezTo>
                  <a:lnTo>
                    <a:pt x="7659" y="63"/>
                  </a:lnTo>
                  <a:cubicBezTo>
                    <a:pt x="4461" y="63"/>
                    <a:pt x="121" y="63"/>
                    <a:pt x="121" y="4504"/>
                  </a:cubicBezTo>
                  <a:cubicBezTo>
                    <a:pt x="121" y="8945"/>
                    <a:pt x="4461" y="8945"/>
                    <a:pt x="7887" y="8945"/>
                  </a:cubicBezTo>
                  <a:lnTo>
                    <a:pt x="144261" y="8945"/>
                  </a:lnTo>
                  <a:close/>
                  <a:moveTo>
                    <a:pt x="144490" y="52023"/>
                  </a:moveTo>
                  <a:cubicBezTo>
                    <a:pt x="147688" y="52023"/>
                    <a:pt x="152028" y="52023"/>
                    <a:pt x="152028" y="47582"/>
                  </a:cubicBezTo>
                  <a:cubicBezTo>
                    <a:pt x="152028" y="43141"/>
                    <a:pt x="147688" y="43141"/>
                    <a:pt x="144261" y="43141"/>
                  </a:cubicBezTo>
                  <a:lnTo>
                    <a:pt x="7887" y="43141"/>
                  </a:lnTo>
                  <a:cubicBezTo>
                    <a:pt x="4461" y="43141"/>
                    <a:pt x="121" y="43141"/>
                    <a:pt x="121" y="47582"/>
                  </a:cubicBezTo>
                  <a:cubicBezTo>
                    <a:pt x="121" y="52023"/>
                    <a:pt x="4461" y="52023"/>
                    <a:pt x="7659" y="52023"/>
                  </a:cubicBezTo>
                  <a:lnTo>
                    <a:pt x="144490" y="5202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1" name="Freeform: Shape 440">
              <a:extLst>
                <a:ext uri="{FF2B5EF4-FFF2-40B4-BE49-F238E27FC236}">
                  <a16:creationId xmlns:a16="http://schemas.microsoft.com/office/drawing/2014/main" id="{505A7389-F225-A91C-EEB7-E41A83B5782D}"/>
                </a:ext>
              </a:extLst>
            </p:cNvPr>
            <p:cNvSpPr/>
            <p:nvPr>
              <p:custDataLst>
                <p:tags r:id="rId144"/>
              </p:custDataLst>
            </p:nvPr>
          </p:nvSpPr>
          <p:spPr>
            <a:xfrm>
              <a:off x="4976820" y="4327617"/>
              <a:ext cx="75382" cy="147886"/>
            </a:xfrm>
            <a:custGeom>
              <a:avLst/>
              <a:gdLst>
                <a:gd name="connsiteX0" fmla="*/ 46960 w 75382"/>
                <a:gd name="connsiteY0" fmla="*/ 5836 h 147886"/>
                <a:gd name="connsiteX1" fmla="*/ 41706 w 75382"/>
                <a:gd name="connsiteY1" fmla="*/ 63 h 147886"/>
                <a:gd name="connsiteX2" fmla="*/ 131 w 75382"/>
                <a:gd name="connsiteY2" fmla="*/ 14274 h 147886"/>
                <a:gd name="connsiteX3" fmla="*/ 131 w 75382"/>
                <a:gd name="connsiteY3" fmla="*/ 21158 h 147886"/>
                <a:gd name="connsiteX4" fmla="*/ 30056 w 75382"/>
                <a:gd name="connsiteY4" fmla="*/ 15384 h 147886"/>
                <a:gd name="connsiteX5" fmla="*/ 30056 w 75382"/>
                <a:gd name="connsiteY5" fmla="*/ 130407 h 147886"/>
                <a:gd name="connsiteX6" fmla="*/ 8812 w 75382"/>
                <a:gd name="connsiteY6" fmla="*/ 141066 h 147886"/>
                <a:gd name="connsiteX7" fmla="*/ 1502 w 75382"/>
                <a:gd name="connsiteY7" fmla="*/ 141066 h 147886"/>
                <a:gd name="connsiteX8" fmla="*/ 1502 w 75382"/>
                <a:gd name="connsiteY8" fmla="*/ 147950 h 147886"/>
                <a:gd name="connsiteX9" fmla="*/ 38508 w 75382"/>
                <a:gd name="connsiteY9" fmla="*/ 147283 h 147886"/>
                <a:gd name="connsiteX10" fmla="*/ 75514 w 75382"/>
                <a:gd name="connsiteY10" fmla="*/ 147950 h 147886"/>
                <a:gd name="connsiteX11" fmla="*/ 75514 w 75382"/>
                <a:gd name="connsiteY11" fmla="*/ 141066 h 147886"/>
                <a:gd name="connsiteX12" fmla="*/ 68204 w 75382"/>
                <a:gd name="connsiteY12" fmla="*/ 141066 h 147886"/>
                <a:gd name="connsiteX13" fmla="*/ 46960 w 75382"/>
                <a:gd name="connsiteY13" fmla="*/ 130407 h 147886"/>
                <a:gd name="connsiteX14" fmla="*/ 46960 w 75382"/>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382" h="147886">
                  <a:moveTo>
                    <a:pt x="46960" y="5836"/>
                  </a:moveTo>
                  <a:cubicBezTo>
                    <a:pt x="46960" y="507"/>
                    <a:pt x="46960" y="63"/>
                    <a:pt x="41706" y="63"/>
                  </a:cubicBezTo>
                  <a:cubicBezTo>
                    <a:pt x="27543" y="14274"/>
                    <a:pt x="7441" y="14274"/>
                    <a:pt x="131" y="14274"/>
                  </a:cubicBezTo>
                  <a:lnTo>
                    <a:pt x="131" y="21158"/>
                  </a:lnTo>
                  <a:cubicBezTo>
                    <a:pt x="4700" y="21158"/>
                    <a:pt x="18177" y="21158"/>
                    <a:pt x="30056" y="15384"/>
                  </a:cubicBezTo>
                  <a:lnTo>
                    <a:pt x="30056" y="130407"/>
                  </a:lnTo>
                  <a:cubicBezTo>
                    <a:pt x="30056" y="138401"/>
                    <a:pt x="29370" y="141066"/>
                    <a:pt x="8812" y="141066"/>
                  </a:cubicBezTo>
                  <a:lnTo>
                    <a:pt x="1502" y="141066"/>
                  </a:lnTo>
                  <a:lnTo>
                    <a:pt x="1502" y="147950"/>
                  </a:lnTo>
                  <a:cubicBezTo>
                    <a:pt x="9497" y="147283"/>
                    <a:pt x="29370" y="147283"/>
                    <a:pt x="38508" y="147283"/>
                  </a:cubicBezTo>
                  <a:cubicBezTo>
                    <a:pt x="47645" y="147283"/>
                    <a:pt x="67519" y="147283"/>
                    <a:pt x="75514" y="147950"/>
                  </a:cubicBezTo>
                  <a:lnTo>
                    <a:pt x="75514" y="141066"/>
                  </a:lnTo>
                  <a:lnTo>
                    <a:pt x="68204" y="141066"/>
                  </a:lnTo>
                  <a:cubicBezTo>
                    <a:pt x="47645" y="141066"/>
                    <a:pt x="46960" y="138623"/>
                    <a:pt x="46960" y="130407"/>
                  </a:cubicBezTo>
                  <a:lnTo>
                    <a:pt x="46960" y="5836"/>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2" name="Freeform: Shape 441">
              <a:extLst>
                <a:ext uri="{FF2B5EF4-FFF2-40B4-BE49-F238E27FC236}">
                  <a16:creationId xmlns:a16="http://schemas.microsoft.com/office/drawing/2014/main" id="{A1D6CC04-F7D0-0EC8-36BA-DF44B2C868CC}"/>
                </a:ext>
              </a:extLst>
            </p:cNvPr>
            <p:cNvSpPr/>
            <p:nvPr>
              <p:custDataLst>
                <p:tags r:id="rId145"/>
              </p:custDataLst>
            </p:nvPr>
          </p:nvSpPr>
          <p:spPr>
            <a:xfrm>
              <a:off x="5090351" y="4451966"/>
              <a:ext cx="26726" cy="66393"/>
            </a:xfrm>
            <a:custGeom>
              <a:avLst/>
              <a:gdLst>
                <a:gd name="connsiteX0" fmla="*/ 26863 w 26726"/>
                <a:gd name="connsiteY0" fmla="*/ 23378 h 66393"/>
                <a:gd name="connsiteX1" fmla="*/ 12243 w 26726"/>
                <a:gd name="connsiteY1" fmla="*/ 63 h 66393"/>
                <a:gd name="connsiteX2" fmla="*/ 136 w 26726"/>
                <a:gd name="connsiteY2" fmla="*/ 11832 h 66393"/>
                <a:gd name="connsiteX3" fmla="*/ 12243 w 26726"/>
                <a:gd name="connsiteY3" fmla="*/ 23600 h 66393"/>
                <a:gd name="connsiteX4" fmla="*/ 20238 w 26726"/>
                <a:gd name="connsiteY4" fmla="*/ 20714 h 66393"/>
                <a:gd name="connsiteX5" fmla="*/ 21380 w 26726"/>
                <a:gd name="connsiteY5" fmla="*/ 20047 h 66393"/>
                <a:gd name="connsiteX6" fmla="*/ 21837 w 26726"/>
                <a:gd name="connsiteY6" fmla="*/ 23378 h 66393"/>
                <a:gd name="connsiteX7" fmla="*/ 6304 w 26726"/>
                <a:gd name="connsiteY7" fmla="*/ 60461 h 66393"/>
                <a:gd name="connsiteX8" fmla="*/ 3791 w 26726"/>
                <a:gd name="connsiteY8" fmla="*/ 64014 h 66393"/>
                <a:gd name="connsiteX9" fmla="*/ 6075 w 26726"/>
                <a:gd name="connsiteY9" fmla="*/ 66456 h 66393"/>
                <a:gd name="connsiteX10" fmla="*/ 26863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63" y="23378"/>
                  </a:moveTo>
                  <a:cubicBezTo>
                    <a:pt x="26863" y="8723"/>
                    <a:pt x="21152" y="63"/>
                    <a:pt x="12243" y="63"/>
                  </a:cubicBezTo>
                  <a:cubicBezTo>
                    <a:pt x="4705" y="63"/>
                    <a:pt x="136" y="5614"/>
                    <a:pt x="136" y="11832"/>
                  </a:cubicBezTo>
                  <a:cubicBezTo>
                    <a:pt x="136" y="17827"/>
                    <a:pt x="4705" y="23600"/>
                    <a:pt x="12243" y="23600"/>
                  </a:cubicBezTo>
                  <a:cubicBezTo>
                    <a:pt x="14984" y="23600"/>
                    <a:pt x="17954" y="22712"/>
                    <a:pt x="20238" y="20714"/>
                  </a:cubicBezTo>
                  <a:cubicBezTo>
                    <a:pt x="20923" y="20270"/>
                    <a:pt x="21152" y="20047"/>
                    <a:pt x="21380" y="20047"/>
                  </a:cubicBezTo>
                  <a:cubicBezTo>
                    <a:pt x="21609" y="20047"/>
                    <a:pt x="21837" y="20270"/>
                    <a:pt x="21837" y="23378"/>
                  </a:cubicBezTo>
                  <a:cubicBezTo>
                    <a:pt x="21837" y="39810"/>
                    <a:pt x="13842" y="53133"/>
                    <a:pt x="6304" y="60461"/>
                  </a:cubicBezTo>
                  <a:cubicBezTo>
                    <a:pt x="3791" y="62904"/>
                    <a:pt x="3791" y="63348"/>
                    <a:pt x="3791" y="64014"/>
                  </a:cubicBezTo>
                  <a:cubicBezTo>
                    <a:pt x="3791" y="65568"/>
                    <a:pt x="4933" y="66456"/>
                    <a:pt x="6075" y="66456"/>
                  </a:cubicBezTo>
                  <a:cubicBezTo>
                    <a:pt x="8588" y="66456"/>
                    <a:pt x="26863" y="49358"/>
                    <a:pt x="26863"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3" name="Freeform: Shape 442">
              <a:extLst>
                <a:ext uri="{FF2B5EF4-FFF2-40B4-BE49-F238E27FC236}">
                  <a16:creationId xmlns:a16="http://schemas.microsoft.com/office/drawing/2014/main" id="{9C924726-1068-123E-EDCB-61EE683DEBE2}"/>
                </a:ext>
              </a:extLst>
            </p:cNvPr>
            <p:cNvSpPr/>
            <p:nvPr>
              <p:custDataLst>
                <p:tags r:id="rId146"/>
              </p:custDataLst>
            </p:nvPr>
          </p:nvSpPr>
          <p:spPr>
            <a:xfrm>
              <a:off x="5191876" y="4451966"/>
              <a:ext cx="24213" cy="23537"/>
            </a:xfrm>
            <a:custGeom>
              <a:avLst/>
              <a:gdLst>
                <a:gd name="connsiteX0" fmla="*/ 24354 w 24213"/>
                <a:gd name="connsiteY0" fmla="*/ 11832 h 23537"/>
                <a:gd name="connsiteX1" fmla="*/ 12247 w 24213"/>
                <a:gd name="connsiteY1" fmla="*/ 63 h 23537"/>
                <a:gd name="connsiteX2" fmla="*/ 141 w 24213"/>
                <a:gd name="connsiteY2" fmla="*/ 11832 h 23537"/>
                <a:gd name="connsiteX3" fmla="*/ 12247 w 24213"/>
                <a:gd name="connsiteY3" fmla="*/ 23600 h 23537"/>
                <a:gd name="connsiteX4" fmla="*/ 24354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4" y="11832"/>
                  </a:moveTo>
                  <a:cubicBezTo>
                    <a:pt x="24354" y="5392"/>
                    <a:pt x="18872" y="63"/>
                    <a:pt x="12247" y="63"/>
                  </a:cubicBezTo>
                  <a:cubicBezTo>
                    <a:pt x="5623" y="63"/>
                    <a:pt x="141" y="5392"/>
                    <a:pt x="141" y="11832"/>
                  </a:cubicBezTo>
                  <a:cubicBezTo>
                    <a:pt x="141" y="18271"/>
                    <a:pt x="5623" y="23600"/>
                    <a:pt x="12247" y="23600"/>
                  </a:cubicBezTo>
                  <a:cubicBezTo>
                    <a:pt x="18872" y="23600"/>
                    <a:pt x="24354" y="18271"/>
                    <a:pt x="24354"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4" name="Freeform: Shape 443">
              <a:extLst>
                <a:ext uri="{FF2B5EF4-FFF2-40B4-BE49-F238E27FC236}">
                  <a16:creationId xmlns:a16="http://schemas.microsoft.com/office/drawing/2014/main" id="{B0F1AFA6-88E8-51D1-34A8-28BF5D882BB5}"/>
                </a:ext>
              </a:extLst>
            </p:cNvPr>
            <p:cNvSpPr/>
            <p:nvPr>
              <p:custDataLst>
                <p:tags r:id="rId147"/>
              </p:custDataLst>
            </p:nvPr>
          </p:nvSpPr>
          <p:spPr>
            <a:xfrm>
              <a:off x="5293400" y="4451966"/>
              <a:ext cx="24213" cy="23537"/>
            </a:xfrm>
            <a:custGeom>
              <a:avLst/>
              <a:gdLst>
                <a:gd name="connsiteX0" fmla="*/ 24359 w 24213"/>
                <a:gd name="connsiteY0" fmla="*/ 11832 h 23537"/>
                <a:gd name="connsiteX1" fmla="*/ 12252 w 24213"/>
                <a:gd name="connsiteY1" fmla="*/ 63 h 23537"/>
                <a:gd name="connsiteX2" fmla="*/ 145 w 24213"/>
                <a:gd name="connsiteY2" fmla="*/ 11832 h 23537"/>
                <a:gd name="connsiteX3" fmla="*/ 12252 w 24213"/>
                <a:gd name="connsiteY3" fmla="*/ 23600 h 23537"/>
                <a:gd name="connsiteX4" fmla="*/ 24359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9" y="11832"/>
                  </a:moveTo>
                  <a:cubicBezTo>
                    <a:pt x="24359" y="5392"/>
                    <a:pt x="18876" y="63"/>
                    <a:pt x="12252" y="63"/>
                  </a:cubicBezTo>
                  <a:cubicBezTo>
                    <a:pt x="5627" y="63"/>
                    <a:pt x="145" y="5392"/>
                    <a:pt x="145" y="11832"/>
                  </a:cubicBezTo>
                  <a:cubicBezTo>
                    <a:pt x="145" y="18271"/>
                    <a:pt x="5627" y="23600"/>
                    <a:pt x="12252" y="23600"/>
                  </a:cubicBezTo>
                  <a:cubicBezTo>
                    <a:pt x="18876" y="23600"/>
                    <a:pt x="24359" y="18271"/>
                    <a:pt x="24359"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5" name="Freeform: Shape 444">
              <a:extLst>
                <a:ext uri="{FF2B5EF4-FFF2-40B4-BE49-F238E27FC236}">
                  <a16:creationId xmlns:a16="http://schemas.microsoft.com/office/drawing/2014/main" id="{2380EF95-FF28-6382-7DB6-3B7FF9B94CA8}"/>
                </a:ext>
              </a:extLst>
            </p:cNvPr>
            <p:cNvSpPr/>
            <p:nvPr>
              <p:custDataLst>
                <p:tags r:id="rId148"/>
              </p:custDataLst>
            </p:nvPr>
          </p:nvSpPr>
          <p:spPr>
            <a:xfrm>
              <a:off x="5394925" y="4451966"/>
              <a:ext cx="24213" cy="23537"/>
            </a:xfrm>
            <a:custGeom>
              <a:avLst/>
              <a:gdLst>
                <a:gd name="connsiteX0" fmla="*/ 24363 w 24213"/>
                <a:gd name="connsiteY0" fmla="*/ 11832 h 23537"/>
                <a:gd name="connsiteX1" fmla="*/ 12256 w 24213"/>
                <a:gd name="connsiteY1" fmla="*/ 63 h 23537"/>
                <a:gd name="connsiteX2" fmla="*/ 149 w 24213"/>
                <a:gd name="connsiteY2" fmla="*/ 11832 h 23537"/>
                <a:gd name="connsiteX3" fmla="*/ 12256 w 24213"/>
                <a:gd name="connsiteY3" fmla="*/ 23600 h 23537"/>
                <a:gd name="connsiteX4" fmla="*/ 24363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63" y="11832"/>
                  </a:moveTo>
                  <a:cubicBezTo>
                    <a:pt x="24363" y="5392"/>
                    <a:pt x="18881" y="63"/>
                    <a:pt x="12256" y="63"/>
                  </a:cubicBezTo>
                  <a:cubicBezTo>
                    <a:pt x="5632" y="63"/>
                    <a:pt x="149" y="5392"/>
                    <a:pt x="149" y="11832"/>
                  </a:cubicBezTo>
                  <a:cubicBezTo>
                    <a:pt x="149" y="18271"/>
                    <a:pt x="5632" y="23600"/>
                    <a:pt x="12256" y="23600"/>
                  </a:cubicBezTo>
                  <a:cubicBezTo>
                    <a:pt x="18881" y="23600"/>
                    <a:pt x="24363" y="18271"/>
                    <a:pt x="24363"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6" name="Freeform: Shape 445">
              <a:extLst>
                <a:ext uri="{FF2B5EF4-FFF2-40B4-BE49-F238E27FC236}">
                  <a16:creationId xmlns:a16="http://schemas.microsoft.com/office/drawing/2014/main" id="{AADA4C09-82E0-5DC8-6D49-CD6A88B0FFE6}"/>
                </a:ext>
              </a:extLst>
            </p:cNvPr>
            <p:cNvSpPr/>
            <p:nvPr>
              <p:custDataLst>
                <p:tags r:id="rId149"/>
              </p:custDataLst>
            </p:nvPr>
          </p:nvSpPr>
          <p:spPr>
            <a:xfrm>
              <a:off x="5483429" y="4377357"/>
              <a:ext cx="123810" cy="100589"/>
            </a:xfrm>
            <a:custGeom>
              <a:avLst/>
              <a:gdLst>
                <a:gd name="connsiteX0" fmla="*/ 13631 w 123810"/>
                <a:gd name="connsiteY0" fmla="*/ 85109 h 100589"/>
                <a:gd name="connsiteX1" fmla="*/ 11575 w 123810"/>
                <a:gd name="connsiteY1" fmla="*/ 94657 h 100589"/>
                <a:gd name="connsiteX2" fmla="*/ 18200 w 123810"/>
                <a:gd name="connsiteY2" fmla="*/ 100652 h 100589"/>
                <a:gd name="connsiteX3" fmla="*/ 26652 w 123810"/>
                <a:gd name="connsiteY3" fmla="*/ 94435 h 100589"/>
                <a:gd name="connsiteX4" fmla="*/ 30992 w 123810"/>
                <a:gd name="connsiteY4" fmla="*/ 78003 h 100589"/>
                <a:gd name="connsiteX5" fmla="*/ 36018 w 123810"/>
                <a:gd name="connsiteY5" fmla="*/ 58018 h 100589"/>
                <a:gd name="connsiteX6" fmla="*/ 39901 w 123810"/>
                <a:gd name="connsiteY6" fmla="*/ 43141 h 100589"/>
                <a:gd name="connsiteX7" fmla="*/ 42871 w 123810"/>
                <a:gd name="connsiteY7" fmla="*/ 32038 h 100589"/>
                <a:gd name="connsiteX8" fmla="*/ 80105 w 123810"/>
                <a:gd name="connsiteY8" fmla="*/ 4948 h 100589"/>
                <a:gd name="connsiteX9" fmla="*/ 92440 w 123810"/>
                <a:gd name="connsiteY9" fmla="*/ 20492 h 100589"/>
                <a:gd name="connsiteX10" fmla="*/ 77592 w 123810"/>
                <a:gd name="connsiteY10" fmla="*/ 72230 h 100589"/>
                <a:gd name="connsiteX11" fmla="*/ 75308 w 123810"/>
                <a:gd name="connsiteY11" fmla="*/ 82444 h 100589"/>
                <a:gd name="connsiteX12" fmla="*/ 94039 w 123810"/>
                <a:gd name="connsiteY12" fmla="*/ 100652 h 100589"/>
                <a:gd name="connsiteX13" fmla="*/ 123964 w 123810"/>
                <a:gd name="connsiteY13" fmla="*/ 66456 h 100589"/>
                <a:gd name="connsiteX14" fmla="*/ 121223 w 123810"/>
                <a:gd name="connsiteY14" fmla="*/ 64236 h 100589"/>
                <a:gd name="connsiteX15" fmla="*/ 117796 w 123810"/>
                <a:gd name="connsiteY15" fmla="*/ 68233 h 100589"/>
                <a:gd name="connsiteX16" fmla="*/ 94496 w 123810"/>
                <a:gd name="connsiteY16" fmla="*/ 95767 h 100589"/>
                <a:gd name="connsiteX17" fmla="*/ 89014 w 123810"/>
                <a:gd name="connsiteY17" fmla="*/ 88440 h 100589"/>
                <a:gd name="connsiteX18" fmla="*/ 93126 w 123810"/>
                <a:gd name="connsiteY18" fmla="*/ 72674 h 100589"/>
                <a:gd name="connsiteX19" fmla="*/ 107060 w 123810"/>
                <a:gd name="connsiteY19" fmla="*/ 23822 h 100589"/>
                <a:gd name="connsiteX20" fmla="*/ 80790 w 123810"/>
                <a:gd name="connsiteY20" fmla="*/ 63 h 100589"/>
                <a:gd name="connsiteX21" fmla="*/ 45155 w 123810"/>
                <a:gd name="connsiteY21" fmla="*/ 19381 h 100589"/>
                <a:gd name="connsiteX22" fmla="*/ 24139 w 123810"/>
                <a:gd name="connsiteY22" fmla="*/ 63 h 100589"/>
                <a:gd name="connsiteX23" fmla="*/ 7007 w 123810"/>
                <a:gd name="connsiteY23" fmla="*/ 12720 h 100589"/>
                <a:gd name="connsiteX24" fmla="*/ 154 w 123810"/>
                <a:gd name="connsiteY24" fmla="*/ 34259 h 100589"/>
                <a:gd name="connsiteX25" fmla="*/ 2895 w 123810"/>
                <a:gd name="connsiteY25" fmla="*/ 36479 h 100589"/>
                <a:gd name="connsiteX26" fmla="*/ 6778 w 123810"/>
                <a:gd name="connsiteY26" fmla="*/ 31372 h 100589"/>
                <a:gd name="connsiteX27" fmla="*/ 23454 w 123810"/>
                <a:gd name="connsiteY27" fmla="*/ 4948 h 100589"/>
                <a:gd name="connsiteX28" fmla="*/ 30535 w 123810"/>
                <a:gd name="connsiteY28" fmla="*/ 15162 h 100589"/>
                <a:gd name="connsiteX29" fmla="*/ 26880 w 123810"/>
                <a:gd name="connsiteY29" fmla="*/ 33815 h 100589"/>
                <a:gd name="connsiteX30" fmla="*/ 13631 w 123810"/>
                <a:gd name="connsiteY30" fmla="*/ 85109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3810" h="100589">
                  <a:moveTo>
                    <a:pt x="13631" y="85109"/>
                  </a:moveTo>
                  <a:cubicBezTo>
                    <a:pt x="12946" y="88440"/>
                    <a:pt x="11575" y="93547"/>
                    <a:pt x="11575" y="94657"/>
                  </a:cubicBezTo>
                  <a:cubicBezTo>
                    <a:pt x="11575" y="98654"/>
                    <a:pt x="14773" y="100652"/>
                    <a:pt x="18200" y="100652"/>
                  </a:cubicBezTo>
                  <a:cubicBezTo>
                    <a:pt x="20941" y="100652"/>
                    <a:pt x="25053" y="98876"/>
                    <a:pt x="26652" y="94435"/>
                  </a:cubicBezTo>
                  <a:cubicBezTo>
                    <a:pt x="26880" y="93991"/>
                    <a:pt x="29622" y="83554"/>
                    <a:pt x="30992" y="78003"/>
                  </a:cubicBezTo>
                  <a:lnTo>
                    <a:pt x="36018" y="58018"/>
                  </a:lnTo>
                  <a:cubicBezTo>
                    <a:pt x="37388" y="53133"/>
                    <a:pt x="38759" y="48248"/>
                    <a:pt x="39901" y="43141"/>
                  </a:cubicBezTo>
                  <a:cubicBezTo>
                    <a:pt x="40815" y="39366"/>
                    <a:pt x="42642" y="32927"/>
                    <a:pt x="42871" y="32038"/>
                  </a:cubicBezTo>
                  <a:cubicBezTo>
                    <a:pt x="46297" y="25155"/>
                    <a:pt x="58404" y="4948"/>
                    <a:pt x="80105" y="4948"/>
                  </a:cubicBezTo>
                  <a:cubicBezTo>
                    <a:pt x="90384" y="4948"/>
                    <a:pt x="92440" y="13164"/>
                    <a:pt x="92440" y="20492"/>
                  </a:cubicBezTo>
                  <a:cubicBezTo>
                    <a:pt x="92440" y="34259"/>
                    <a:pt x="81247" y="62682"/>
                    <a:pt x="77592" y="72230"/>
                  </a:cubicBezTo>
                  <a:cubicBezTo>
                    <a:pt x="75536" y="77337"/>
                    <a:pt x="75308" y="80002"/>
                    <a:pt x="75308" y="82444"/>
                  </a:cubicBezTo>
                  <a:cubicBezTo>
                    <a:pt x="75308" y="92881"/>
                    <a:pt x="83303" y="100652"/>
                    <a:pt x="94039" y="100652"/>
                  </a:cubicBezTo>
                  <a:cubicBezTo>
                    <a:pt x="115512" y="100652"/>
                    <a:pt x="123964" y="68233"/>
                    <a:pt x="123964" y="66456"/>
                  </a:cubicBezTo>
                  <a:cubicBezTo>
                    <a:pt x="123964" y="64236"/>
                    <a:pt x="121908" y="64236"/>
                    <a:pt x="121223" y="64236"/>
                  </a:cubicBezTo>
                  <a:cubicBezTo>
                    <a:pt x="118938" y="64236"/>
                    <a:pt x="118938" y="64902"/>
                    <a:pt x="117796" y="68233"/>
                  </a:cubicBezTo>
                  <a:cubicBezTo>
                    <a:pt x="113228" y="83332"/>
                    <a:pt x="105689" y="95767"/>
                    <a:pt x="94496" y="95767"/>
                  </a:cubicBezTo>
                  <a:cubicBezTo>
                    <a:pt x="90613" y="95767"/>
                    <a:pt x="89014" y="93547"/>
                    <a:pt x="89014" y="88440"/>
                  </a:cubicBezTo>
                  <a:cubicBezTo>
                    <a:pt x="89014" y="82888"/>
                    <a:pt x="91070" y="77559"/>
                    <a:pt x="93126" y="72674"/>
                  </a:cubicBezTo>
                  <a:cubicBezTo>
                    <a:pt x="97466" y="60905"/>
                    <a:pt x="107060" y="36479"/>
                    <a:pt x="107060" y="23822"/>
                  </a:cubicBezTo>
                  <a:cubicBezTo>
                    <a:pt x="107060" y="8945"/>
                    <a:pt x="97237" y="63"/>
                    <a:pt x="80790" y="63"/>
                  </a:cubicBezTo>
                  <a:cubicBezTo>
                    <a:pt x="60231" y="63"/>
                    <a:pt x="49038" y="14274"/>
                    <a:pt x="45155" y="19381"/>
                  </a:cubicBezTo>
                  <a:cubicBezTo>
                    <a:pt x="44013" y="6946"/>
                    <a:pt x="34647" y="63"/>
                    <a:pt x="24139" y="63"/>
                  </a:cubicBezTo>
                  <a:cubicBezTo>
                    <a:pt x="13631" y="63"/>
                    <a:pt x="9291" y="8723"/>
                    <a:pt x="7007" y="12720"/>
                  </a:cubicBezTo>
                  <a:cubicBezTo>
                    <a:pt x="3352" y="20270"/>
                    <a:pt x="154" y="33371"/>
                    <a:pt x="154" y="34259"/>
                  </a:cubicBezTo>
                  <a:cubicBezTo>
                    <a:pt x="154" y="36479"/>
                    <a:pt x="2438" y="36479"/>
                    <a:pt x="2895" y="36479"/>
                  </a:cubicBezTo>
                  <a:cubicBezTo>
                    <a:pt x="5179" y="36479"/>
                    <a:pt x="5408" y="36257"/>
                    <a:pt x="6778" y="31372"/>
                  </a:cubicBezTo>
                  <a:cubicBezTo>
                    <a:pt x="10662" y="15606"/>
                    <a:pt x="15230" y="4948"/>
                    <a:pt x="23454" y="4948"/>
                  </a:cubicBezTo>
                  <a:cubicBezTo>
                    <a:pt x="28023" y="4948"/>
                    <a:pt x="30535" y="7835"/>
                    <a:pt x="30535" y="15162"/>
                  </a:cubicBezTo>
                  <a:cubicBezTo>
                    <a:pt x="30535" y="19825"/>
                    <a:pt x="29850" y="22268"/>
                    <a:pt x="26880" y="33815"/>
                  </a:cubicBezTo>
                  <a:lnTo>
                    <a:pt x="13631" y="85109"/>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70" name="Título 1">
            <a:extLst>
              <a:ext uri="{FF2B5EF4-FFF2-40B4-BE49-F238E27FC236}">
                <a16:creationId xmlns:a16="http://schemas.microsoft.com/office/drawing/2014/main" id="{9B85DB3F-5AFD-D048-C7C4-A0F3FF349B37}"/>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126" name="Footer Placeholder 4">
            <a:extLst>
              <a:ext uri="{FF2B5EF4-FFF2-40B4-BE49-F238E27FC236}">
                <a16:creationId xmlns:a16="http://schemas.microsoft.com/office/drawing/2014/main" id="{C5518B3E-CFBB-6530-98C7-9B116EC3AD8C}"/>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81" name="TextBox 280">
            <a:extLst>
              <a:ext uri="{FF2B5EF4-FFF2-40B4-BE49-F238E27FC236}">
                <a16:creationId xmlns:a16="http://schemas.microsoft.com/office/drawing/2014/main" id="{3BFCDA29-7294-A3FF-A5E4-10A86A5D3511}"/>
              </a:ext>
            </a:extLst>
          </p:cNvPr>
          <p:cNvSpPr txBox="1"/>
          <p:nvPr/>
        </p:nvSpPr>
        <p:spPr>
          <a:xfrm>
            <a:off x="4085414" y="2703302"/>
            <a:ext cx="2782957" cy="338554"/>
          </a:xfrm>
          <a:prstGeom prst="rect">
            <a:avLst/>
          </a:prstGeom>
          <a:noFill/>
        </p:spPr>
        <p:txBody>
          <a:bodyPr wrap="square">
            <a:spAutoFit/>
          </a:bodyPr>
          <a:lstStyle/>
          <a:p>
            <a:r>
              <a:rPr lang="es-CO" sz="1600" b="1" err="1">
                <a:solidFill>
                  <a:srgbClr val="FF0000"/>
                </a:solidFill>
              </a:rPr>
              <a:t>What</a:t>
            </a:r>
            <a:r>
              <a:rPr lang="es-CO" sz="1600" b="1">
                <a:solidFill>
                  <a:srgbClr val="FF0000"/>
                </a:solidFill>
              </a:rPr>
              <a:t> are </a:t>
            </a:r>
            <a:r>
              <a:rPr lang="es-CO" sz="1600" b="1" err="1">
                <a:solidFill>
                  <a:srgbClr val="FF0000"/>
                </a:solidFill>
              </a:rPr>
              <a:t>we</a:t>
            </a:r>
            <a:r>
              <a:rPr lang="es-CO" sz="1600" b="1">
                <a:solidFill>
                  <a:srgbClr val="FF0000"/>
                </a:solidFill>
              </a:rPr>
              <a:t> </a:t>
            </a:r>
            <a:r>
              <a:rPr lang="es-CO" sz="1600" b="1" err="1">
                <a:solidFill>
                  <a:srgbClr val="FF0000"/>
                </a:solidFill>
              </a:rPr>
              <a:t>looking</a:t>
            </a:r>
            <a:r>
              <a:rPr lang="es-CO" sz="1600" b="1">
                <a:solidFill>
                  <a:srgbClr val="FF0000"/>
                </a:solidFill>
              </a:rPr>
              <a:t> </a:t>
            </a:r>
            <a:r>
              <a:rPr lang="es-CO" sz="1600" b="1" err="1">
                <a:solidFill>
                  <a:srgbClr val="FF0000"/>
                </a:solidFill>
              </a:rPr>
              <a:t>for</a:t>
            </a:r>
            <a:r>
              <a:rPr lang="es-CO" sz="1600" b="1">
                <a:solidFill>
                  <a:srgbClr val="FF0000"/>
                </a:solidFill>
              </a:rPr>
              <a:t>?</a:t>
            </a:r>
          </a:p>
        </p:txBody>
      </p:sp>
      <p:sp>
        <p:nvSpPr>
          <p:cNvPr id="282" name="TextBox 281">
            <a:extLst>
              <a:ext uri="{FF2B5EF4-FFF2-40B4-BE49-F238E27FC236}">
                <a16:creationId xmlns:a16="http://schemas.microsoft.com/office/drawing/2014/main" id="{240DB771-4981-3CAA-04A0-D0F94F907B41}"/>
              </a:ext>
            </a:extLst>
          </p:cNvPr>
          <p:cNvSpPr txBox="1"/>
          <p:nvPr/>
        </p:nvSpPr>
        <p:spPr>
          <a:xfrm>
            <a:off x="4085414" y="3032191"/>
            <a:ext cx="6096000" cy="584775"/>
          </a:xfrm>
          <a:prstGeom prst="rect">
            <a:avLst/>
          </a:prstGeom>
          <a:noFill/>
        </p:spPr>
        <p:txBody>
          <a:bodyPr wrap="square">
            <a:spAutoFit/>
          </a:bodyPr>
          <a:lstStyle/>
          <a:p>
            <a:r>
              <a:rPr lang="en-US" sz="1600"/>
              <a:t>To choose estimates of β₀ and β₁ that solve the sample counterparts of the equations.</a:t>
            </a:r>
            <a:endParaRPr lang="es-CO" sz="1600"/>
          </a:p>
        </p:txBody>
      </p:sp>
      <p:grpSp>
        <p:nvGrpSpPr>
          <p:cNvPr id="283" name="Group 282">
            <a:extLst>
              <a:ext uri="{FF2B5EF4-FFF2-40B4-BE49-F238E27FC236}">
                <a16:creationId xmlns:a16="http://schemas.microsoft.com/office/drawing/2014/main" id="{53549B9A-A0B0-2CBF-E018-18341FE796E2}"/>
              </a:ext>
            </a:extLst>
          </p:cNvPr>
          <p:cNvGrpSpPr>
            <a:grpSpLocks noChangeAspect="1"/>
          </p:cNvGrpSpPr>
          <p:nvPr>
            <p:custDataLst>
              <p:tags r:id="rId6"/>
            </p:custDataLst>
          </p:nvPr>
        </p:nvGrpSpPr>
        <p:grpSpPr>
          <a:xfrm>
            <a:off x="4477342" y="3795331"/>
            <a:ext cx="3423057" cy="230802"/>
            <a:chOff x="6901687" y="5125254"/>
            <a:chExt cx="3423057" cy="230802"/>
          </a:xfrm>
        </p:grpSpPr>
        <p:sp>
          <p:nvSpPr>
            <p:cNvPr id="284" name="Freeform: Shape 283">
              <a:extLst>
                <a:ext uri="{FF2B5EF4-FFF2-40B4-BE49-F238E27FC236}">
                  <a16:creationId xmlns:a16="http://schemas.microsoft.com/office/drawing/2014/main" id="{36CF9269-11A0-CD99-0EE5-FDC8C68DA78E}"/>
                </a:ext>
              </a:extLst>
            </p:cNvPr>
            <p:cNvSpPr/>
            <p:nvPr>
              <p:custDataLst>
                <p:tags r:id="rId110"/>
              </p:custDataLst>
            </p:nvPr>
          </p:nvSpPr>
          <p:spPr>
            <a:xfrm>
              <a:off x="6901687" y="5141411"/>
              <a:ext cx="171510" cy="156945"/>
            </a:xfrm>
            <a:custGeom>
              <a:avLst/>
              <a:gdLst>
                <a:gd name="connsiteX0" fmla="*/ 158406 w 171510"/>
                <a:gd name="connsiteY0" fmla="*/ 103231 h 156945"/>
                <a:gd name="connsiteX1" fmla="*/ 159588 w 171510"/>
                <a:gd name="connsiteY1" fmla="*/ 100000 h 156945"/>
                <a:gd name="connsiteX2" fmla="*/ 156752 w 171510"/>
                <a:gd name="connsiteY2" fmla="*/ 97461 h 156945"/>
                <a:gd name="connsiteX3" fmla="*/ 153680 w 171510"/>
                <a:gd name="connsiteY3" fmla="*/ 100231 h 156945"/>
                <a:gd name="connsiteX4" fmla="*/ 89167 w 171510"/>
                <a:gd name="connsiteY4" fmla="*/ 149854 h 156945"/>
                <a:gd name="connsiteX5" fmla="*/ 54665 w 171510"/>
                <a:gd name="connsiteY5" fmla="*/ 149854 h 156945"/>
                <a:gd name="connsiteX6" fmla="*/ 49466 w 171510"/>
                <a:gd name="connsiteY6" fmla="*/ 149623 h 156945"/>
                <a:gd name="connsiteX7" fmla="*/ 46394 w 171510"/>
                <a:gd name="connsiteY7" fmla="*/ 147315 h 156945"/>
                <a:gd name="connsiteX8" fmla="*/ 47576 w 171510"/>
                <a:gd name="connsiteY8" fmla="*/ 142006 h 156945"/>
                <a:gd name="connsiteX9" fmla="*/ 63645 w 171510"/>
                <a:gd name="connsiteY9" fmla="*/ 78997 h 156945"/>
                <a:gd name="connsiteX10" fmla="*/ 87040 w 171510"/>
                <a:gd name="connsiteY10" fmla="*/ 78997 h 156945"/>
                <a:gd name="connsiteX11" fmla="*/ 107126 w 171510"/>
                <a:gd name="connsiteY11" fmla="*/ 89614 h 156945"/>
                <a:gd name="connsiteX12" fmla="*/ 105472 w 171510"/>
                <a:gd name="connsiteY12" fmla="*/ 100923 h 156945"/>
                <a:gd name="connsiteX13" fmla="*/ 104763 w 171510"/>
                <a:gd name="connsiteY13" fmla="*/ 103462 h 156945"/>
                <a:gd name="connsiteX14" fmla="*/ 107835 w 171510"/>
                <a:gd name="connsiteY14" fmla="*/ 106001 h 156945"/>
                <a:gd name="connsiteX15" fmla="*/ 111380 w 171510"/>
                <a:gd name="connsiteY15" fmla="*/ 101385 h 156945"/>
                <a:gd name="connsiteX16" fmla="*/ 124850 w 171510"/>
                <a:gd name="connsiteY16" fmla="*/ 47377 h 156945"/>
                <a:gd name="connsiteX17" fmla="*/ 122014 w 171510"/>
                <a:gd name="connsiteY17" fmla="*/ 44838 h 156945"/>
                <a:gd name="connsiteX18" fmla="*/ 118706 w 171510"/>
                <a:gd name="connsiteY18" fmla="*/ 48993 h 156945"/>
                <a:gd name="connsiteX19" fmla="*/ 87749 w 171510"/>
                <a:gd name="connsiteY19" fmla="*/ 71842 h 156945"/>
                <a:gd name="connsiteX20" fmla="*/ 65535 w 171510"/>
                <a:gd name="connsiteY20" fmla="*/ 71842 h 156945"/>
                <a:gd name="connsiteX21" fmla="*/ 79714 w 171510"/>
                <a:gd name="connsiteY21" fmla="*/ 16219 h 156945"/>
                <a:gd name="connsiteX22" fmla="*/ 92475 w 171510"/>
                <a:gd name="connsiteY22" fmla="*/ 7218 h 156945"/>
                <a:gd name="connsiteX23" fmla="*/ 125795 w 171510"/>
                <a:gd name="connsiteY23" fmla="*/ 7218 h 156945"/>
                <a:gd name="connsiteX24" fmla="*/ 161715 w 171510"/>
                <a:gd name="connsiteY24" fmla="*/ 32837 h 156945"/>
                <a:gd name="connsiteX25" fmla="*/ 160769 w 171510"/>
                <a:gd name="connsiteY25" fmla="*/ 45069 h 156945"/>
                <a:gd name="connsiteX26" fmla="*/ 160533 w 171510"/>
                <a:gd name="connsiteY26" fmla="*/ 49224 h 156945"/>
                <a:gd name="connsiteX27" fmla="*/ 163369 w 171510"/>
                <a:gd name="connsiteY27" fmla="*/ 51993 h 156945"/>
                <a:gd name="connsiteX28" fmla="*/ 166677 w 171510"/>
                <a:gd name="connsiteY28" fmla="*/ 46223 h 156945"/>
                <a:gd name="connsiteX29" fmla="*/ 171403 w 171510"/>
                <a:gd name="connsiteY29" fmla="*/ 6294 h 156945"/>
                <a:gd name="connsiteX30" fmla="*/ 165023 w 171510"/>
                <a:gd name="connsiteY30" fmla="*/ 63 h 156945"/>
                <a:gd name="connsiteX31" fmla="*/ 45685 w 171510"/>
                <a:gd name="connsiteY31" fmla="*/ 63 h 156945"/>
                <a:gd name="connsiteX32" fmla="*/ 38596 w 171510"/>
                <a:gd name="connsiteY32" fmla="*/ 4679 h 156945"/>
                <a:gd name="connsiteX33" fmla="*/ 45212 w 171510"/>
                <a:gd name="connsiteY33" fmla="*/ 7218 h 156945"/>
                <a:gd name="connsiteX34" fmla="*/ 60573 w 171510"/>
                <a:gd name="connsiteY34" fmla="*/ 11372 h 156945"/>
                <a:gd name="connsiteX35" fmla="*/ 59391 w 171510"/>
                <a:gd name="connsiteY35" fmla="*/ 16911 h 156945"/>
                <a:gd name="connsiteX36" fmla="*/ 28198 w 171510"/>
                <a:gd name="connsiteY36" fmla="*/ 139006 h 156945"/>
                <a:gd name="connsiteX37" fmla="*/ 6693 w 171510"/>
                <a:gd name="connsiteY37" fmla="*/ 149854 h 156945"/>
                <a:gd name="connsiteX38" fmla="*/ 77 w 171510"/>
                <a:gd name="connsiteY38" fmla="*/ 154239 h 156945"/>
                <a:gd name="connsiteX39" fmla="*/ 6693 w 171510"/>
                <a:gd name="connsiteY39" fmla="*/ 157008 h 156945"/>
                <a:gd name="connsiteX40" fmla="*/ 129340 w 171510"/>
                <a:gd name="connsiteY40" fmla="*/ 157008 h 156945"/>
                <a:gd name="connsiteX41" fmla="*/ 136665 w 171510"/>
                <a:gd name="connsiteY41" fmla="*/ 153085 h 156945"/>
                <a:gd name="connsiteX42" fmla="*/ 158406 w 171510"/>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510" h="156945">
                  <a:moveTo>
                    <a:pt x="158406" y="103231"/>
                  </a:moveTo>
                  <a:cubicBezTo>
                    <a:pt x="158879" y="102077"/>
                    <a:pt x="159588" y="100462"/>
                    <a:pt x="159588" y="100000"/>
                  </a:cubicBezTo>
                  <a:cubicBezTo>
                    <a:pt x="159588" y="99769"/>
                    <a:pt x="159588" y="97461"/>
                    <a:pt x="156752" y="97461"/>
                  </a:cubicBezTo>
                  <a:cubicBezTo>
                    <a:pt x="154625" y="97461"/>
                    <a:pt x="154153" y="98846"/>
                    <a:pt x="153680" y="100231"/>
                  </a:cubicBezTo>
                  <a:cubicBezTo>
                    <a:pt x="138320" y="134390"/>
                    <a:pt x="129576" y="149854"/>
                    <a:pt x="89167" y="149854"/>
                  </a:cubicBezTo>
                  <a:lnTo>
                    <a:pt x="54665" y="149854"/>
                  </a:lnTo>
                  <a:cubicBezTo>
                    <a:pt x="51357" y="149854"/>
                    <a:pt x="50884" y="149854"/>
                    <a:pt x="49466" y="149623"/>
                  </a:cubicBezTo>
                  <a:cubicBezTo>
                    <a:pt x="47103" y="149392"/>
                    <a:pt x="46394" y="149161"/>
                    <a:pt x="46394" y="147315"/>
                  </a:cubicBezTo>
                  <a:cubicBezTo>
                    <a:pt x="46394" y="146622"/>
                    <a:pt x="46394" y="146161"/>
                    <a:pt x="47576" y="142006"/>
                  </a:cubicBezTo>
                  <a:lnTo>
                    <a:pt x="63645" y="78997"/>
                  </a:lnTo>
                  <a:lnTo>
                    <a:pt x="87040" y="78997"/>
                  </a:lnTo>
                  <a:cubicBezTo>
                    <a:pt x="107126" y="78997"/>
                    <a:pt x="107126" y="83844"/>
                    <a:pt x="107126" y="89614"/>
                  </a:cubicBezTo>
                  <a:cubicBezTo>
                    <a:pt x="107126" y="91230"/>
                    <a:pt x="107126" y="93999"/>
                    <a:pt x="105472" y="100923"/>
                  </a:cubicBezTo>
                  <a:cubicBezTo>
                    <a:pt x="105000" y="102077"/>
                    <a:pt x="104763" y="102770"/>
                    <a:pt x="104763" y="103462"/>
                  </a:cubicBezTo>
                  <a:cubicBezTo>
                    <a:pt x="104763" y="104616"/>
                    <a:pt x="105708" y="106001"/>
                    <a:pt x="107835" y="106001"/>
                  </a:cubicBezTo>
                  <a:cubicBezTo>
                    <a:pt x="109726" y="106001"/>
                    <a:pt x="110435" y="104847"/>
                    <a:pt x="111380" y="101385"/>
                  </a:cubicBezTo>
                  <a:lnTo>
                    <a:pt x="124850" y="47377"/>
                  </a:lnTo>
                  <a:cubicBezTo>
                    <a:pt x="124850" y="45992"/>
                    <a:pt x="123668" y="44838"/>
                    <a:pt x="122014" y="44838"/>
                  </a:cubicBezTo>
                  <a:cubicBezTo>
                    <a:pt x="119887" y="44838"/>
                    <a:pt x="119415" y="46223"/>
                    <a:pt x="118706" y="48993"/>
                  </a:cubicBezTo>
                  <a:cubicBezTo>
                    <a:pt x="113743" y="66534"/>
                    <a:pt x="109489" y="71842"/>
                    <a:pt x="87749" y="71842"/>
                  </a:cubicBezTo>
                  <a:lnTo>
                    <a:pt x="65535" y="71842"/>
                  </a:lnTo>
                  <a:lnTo>
                    <a:pt x="79714" y="16219"/>
                  </a:lnTo>
                  <a:cubicBezTo>
                    <a:pt x="81841" y="8141"/>
                    <a:pt x="82077" y="7218"/>
                    <a:pt x="92475" y="7218"/>
                  </a:cubicBezTo>
                  <a:lnTo>
                    <a:pt x="125795" y="7218"/>
                  </a:lnTo>
                  <a:cubicBezTo>
                    <a:pt x="154625" y="7218"/>
                    <a:pt x="161715" y="13911"/>
                    <a:pt x="161715" y="32837"/>
                  </a:cubicBezTo>
                  <a:cubicBezTo>
                    <a:pt x="161715" y="38376"/>
                    <a:pt x="161715" y="38838"/>
                    <a:pt x="160769" y="45069"/>
                  </a:cubicBezTo>
                  <a:cubicBezTo>
                    <a:pt x="160769" y="46454"/>
                    <a:pt x="160533" y="48070"/>
                    <a:pt x="160533" y="49224"/>
                  </a:cubicBezTo>
                  <a:cubicBezTo>
                    <a:pt x="160533" y="50378"/>
                    <a:pt x="161242" y="51993"/>
                    <a:pt x="163369" y="51993"/>
                  </a:cubicBezTo>
                  <a:cubicBezTo>
                    <a:pt x="165968" y="51993"/>
                    <a:pt x="166205" y="50609"/>
                    <a:pt x="166677" y="46223"/>
                  </a:cubicBezTo>
                  <a:lnTo>
                    <a:pt x="171403" y="6294"/>
                  </a:lnTo>
                  <a:cubicBezTo>
                    <a:pt x="172112" y="63"/>
                    <a:pt x="170931" y="63"/>
                    <a:pt x="165023" y="63"/>
                  </a:cubicBezTo>
                  <a:lnTo>
                    <a:pt x="45685" y="63"/>
                  </a:lnTo>
                  <a:cubicBezTo>
                    <a:pt x="40959" y="63"/>
                    <a:pt x="38596" y="63"/>
                    <a:pt x="38596" y="4679"/>
                  </a:cubicBezTo>
                  <a:cubicBezTo>
                    <a:pt x="38596" y="7218"/>
                    <a:pt x="40722" y="7218"/>
                    <a:pt x="45212" y="7218"/>
                  </a:cubicBezTo>
                  <a:cubicBezTo>
                    <a:pt x="53956" y="7218"/>
                    <a:pt x="60573" y="7218"/>
                    <a:pt x="60573" y="11372"/>
                  </a:cubicBezTo>
                  <a:cubicBezTo>
                    <a:pt x="60573" y="12295"/>
                    <a:pt x="60573" y="12757"/>
                    <a:pt x="59391" y="16911"/>
                  </a:cubicBezTo>
                  <a:lnTo>
                    <a:pt x="28198" y="139006"/>
                  </a:lnTo>
                  <a:cubicBezTo>
                    <a:pt x="25835" y="148007"/>
                    <a:pt x="25362" y="149854"/>
                    <a:pt x="6693" y="149854"/>
                  </a:cubicBezTo>
                  <a:cubicBezTo>
                    <a:pt x="2676" y="149854"/>
                    <a:pt x="77" y="149854"/>
                    <a:pt x="77" y="154239"/>
                  </a:cubicBezTo>
                  <a:cubicBezTo>
                    <a:pt x="77" y="157008"/>
                    <a:pt x="2204" y="157008"/>
                    <a:pt x="6693" y="157008"/>
                  </a:cubicBezTo>
                  <a:lnTo>
                    <a:pt x="129340" y="157008"/>
                  </a:lnTo>
                  <a:cubicBezTo>
                    <a:pt x="134775" y="157008"/>
                    <a:pt x="135011" y="156778"/>
                    <a:pt x="136665" y="153085"/>
                  </a:cubicBezTo>
                  <a:lnTo>
                    <a:pt x="158406"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5" name="Freeform: Shape 284">
              <a:extLst>
                <a:ext uri="{FF2B5EF4-FFF2-40B4-BE49-F238E27FC236}">
                  <a16:creationId xmlns:a16="http://schemas.microsoft.com/office/drawing/2014/main" id="{76E436A9-FFDF-D2E2-00B5-49C76FF16352}"/>
                </a:ext>
              </a:extLst>
            </p:cNvPr>
            <p:cNvSpPr/>
            <p:nvPr>
              <p:custDataLst>
                <p:tags r:id="rId111"/>
              </p:custDataLst>
            </p:nvPr>
          </p:nvSpPr>
          <p:spPr>
            <a:xfrm>
              <a:off x="7108657" y="5125254"/>
              <a:ext cx="32374" cy="230802"/>
            </a:xfrm>
            <a:custGeom>
              <a:avLst/>
              <a:gdLst>
                <a:gd name="connsiteX0" fmla="*/ 32459 w 32374"/>
                <a:gd name="connsiteY0" fmla="*/ 230865 h 230802"/>
                <a:gd name="connsiteX1" fmla="*/ 32459 w 32374"/>
                <a:gd name="connsiteY1" fmla="*/ 221633 h 230802"/>
                <a:gd name="connsiteX2" fmla="*/ 9537 w 32374"/>
                <a:gd name="connsiteY2" fmla="*/ 221633 h 230802"/>
                <a:gd name="connsiteX3" fmla="*/ 9537 w 32374"/>
                <a:gd name="connsiteY3" fmla="*/ 9295 h 230802"/>
                <a:gd name="connsiteX4" fmla="*/ 32459 w 32374"/>
                <a:gd name="connsiteY4" fmla="*/ 9295 h 230802"/>
                <a:gd name="connsiteX5" fmla="*/ 32459 w 32374"/>
                <a:gd name="connsiteY5" fmla="*/ 63 h 230802"/>
                <a:gd name="connsiteX6" fmla="*/ 85 w 32374"/>
                <a:gd name="connsiteY6" fmla="*/ 63 h 230802"/>
                <a:gd name="connsiteX7" fmla="*/ 85 w 32374"/>
                <a:gd name="connsiteY7" fmla="*/ 230865 h 230802"/>
                <a:gd name="connsiteX8" fmla="*/ 32459 w 32374"/>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74" h="230802">
                  <a:moveTo>
                    <a:pt x="32459" y="230865"/>
                  </a:moveTo>
                  <a:lnTo>
                    <a:pt x="32459" y="221633"/>
                  </a:lnTo>
                  <a:lnTo>
                    <a:pt x="9537" y="221633"/>
                  </a:lnTo>
                  <a:lnTo>
                    <a:pt x="9537" y="9295"/>
                  </a:lnTo>
                  <a:lnTo>
                    <a:pt x="32459" y="9295"/>
                  </a:lnTo>
                  <a:lnTo>
                    <a:pt x="32459" y="63"/>
                  </a:lnTo>
                  <a:lnTo>
                    <a:pt x="85" y="63"/>
                  </a:lnTo>
                  <a:lnTo>
                    <a:pt x="85" y="230865"/>
                  </a:lnTo>
                  <a:lnTo>
                    <a:pt x="32459"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6" name="Freeform: Shape 285">
              <a:extLst>
                <a:ext uri="{FF2B5EF4-FFF2-40B4-BE49-F238E27FC236}">
                  <a16:creationId xmlns:a16="http://schemas.microsoft.com/office/drawing/2014/main" id="{805828CB-8282-99DB-9E7A-240F90462C98}"/>
                </a:ext>
              </a:extLst>
            </p:cNvPr>
            <p:cNvSpPr/>
            <p:nvPr>
              <p:custDataLst>
                <p:tags r:id="rId112"/>
              </p:custDataLst>
            </p:nvPr>
          </p:nvSpPr>
          <p:spPr>
            <a:xfrm>
              <a:off x="7153268" y="5196341"/>
              <a:ext cx="117683" cy="104553"/>
            </a:xfrm>
            <a:custGeom>
              <a:avLst/>
              <a:gdLst>
                <a:gd name="connsiteX0" fmla="*/ 72163 w 117683"/>
                <a:gd name="connsiteY0" fmla="*/ 32375 h 104553"/>
                <a:gd name="connsiteX1" fmla="*/ 95558 w 117683"/>
                <a:gd name="connsiteY1" fmla="*/ 5140 h 104553"/>
                <a:gd name="connsiteX2" fmla="*/ 107373 w 117683"/>
                <a:gd name="connsiteY2" fmla="*/ 8141 h 104553"/>
                <a:gd name="connsiteX3" fmla="*/ 96030 w 117683"/>
                <a:gd name="connsiteY3" fmla="*/ 20604 h 104553"/>
                <a:gd name="connsiteX4" fmla="*/ 105010 w 117683"/>
                <a:gd name="connsiteY4" fmla="*/ 28682 h 104553"/>
                <a:gd name="connsiteX5" fmla="*/ 117771 w 117683"/>
                <a:gd name="connsiteY5" fmla="*/ 15296 h 104553"/>
                <a:gd name="connsiteX6" fmla="*/ 95794 w 117683"/>
                <a:gd name="connsiteY6" fmla="*/ 63 h 104553"/>
                <a:gd name="connsiteX7" fmla="*/ 70981 w 117683"/>
                <a:gd name="connsiteY7" fmla="*/ 17604 h 104553"/>
                <a:gd name="connsiteX8" fmla="*/ 45459 w 117683"/>
                <a:gd name="connsiteY8" fmla="*/ 63 h 104553"/>
                <a:gd name="connsiteX9" fmla="*/ 7413 w 117683"/>
                <a:gd name="connsiteY9" fmla="*/ 35606 h 104553"/>
                <a:gd name="connsiteX10" fmla="*/ 10249 w 117683"/>
                <a:gd name="connsiteY10" fmla="*/ 37914 h 104553"/>
                <a:gd name="connsiteX11" fmla="*/ 13321 w 117683"/>
                <a:gd name="connsiteY11" fmla="*/ 35376 h 104553"/>
                <a:gd name="connsiteX12" fmla="*/ 44987 w 117683"/>
                <a:gd name="connsiteY12" fmla="*/ 5140 h 104553"/>
                <a:gd name="connsiteX13" fmla="*/ 57748 w 117683"/>
                <a:gd name="connsiteY13" fmla="*/ 20604 h 104553"/>
                <a:gd name="connsiteX14" fmla="*/ 44987 w 117683"/>
                <a:gd name="connsiteY14" fmla="*/ 75535 h 104553"/>
                <a:gd name="connsiteX15" fmla="*/ 22537 w 117683"/>
                <a:gd name="connsiteY15" fmla="*/ 99539 h 104553"/>
                <a:gd name="connsiteX16" fmla="*/ 10721 w 117683"/>
                <a:gd name="connsiteY16" fmla="*/ 96538 h 104553"/>
                <a:gd name="connsiteX17" fmla="*/ 21828 w 117683"/>
                <a:gd name="connsiteY17" fmla="*/ 84075 h 104553"/>
                <a:gd name="connsiteX18" fmla="*/ 13085 w 117683"/>
                <a:gd name="connsiteY18" fmla="*/ 75997 h 104553"/>
                <a:gd name="connsiteX19" fmla="*/ 87 w 117683"/>
                <a:gd name="connsiteY19" fmla="*/ 89383 h 104553"/>
                <a:gd name="connsiteX20" fmla="*/ 22301 w 117683"/>
                <a:gd name="connsiteY20" fmla="*/ 104616 h 104553"/>
                <a:gd name="connsiteX21" fmla="*/ 47114 w 117683"/>
                <a:gd name="connsiteY21" fmla="*/ 87075 h 104553"/>
                <a:gd name="connsiteX22" fmla="*/ 72635 w 117683"/>
                <a:gd name="connsiteY22" fmla="*/ 104616 h 104553"/>
                <a:gd name="connsiteX23" fmla="*/ 110445 w 117683"/>
                <a:gd name="connsiteY23" fmla="*/ 69073 h 104553"/>
                <a:gd name="connsiteX24" fmla="*/ 107610 w 117683"/>
                <a:gd name="connsiteY24" fmla="*/ 66765 h 104553"/>
                <a:gd name="connsiteX25" fmla="*/ 104538 w 117683"/>
                <a:gd name="connsiteY25" fmla="*/ 69304 h 104553"/>
                <a:gd name="connsiteX26" fmla="*/ 73108 w 117683"/>
                <a:gd name="connsiteY26" fmla="*/ 99539 h 104553"/>
                <a:gd name="connsiteX27" fmla="*/ 60111 w 117683"/>
                <a:gd name="connsiteY27" fmla="*/ 84306 h 104553"/>
                <a:gd name="connsiteX28" fmla="*/ 64128 w 117683"/>
                <a:gd name="connsiteY28" fmla="*/ 63995 h 104553"/>
                <a:gd name="connsiteX29" fmla="*/ 72163 w 117683"/>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3" h="104553">
                  <a:moveTo>
                    <a:pt x="72163" y="32375"/>
                  </a:moveTo>
                  <a:cubicBezTo>
                    <a:pt x="73581" y="26374"/>
                    <a:pt x="79016" y="5140"/>
                    <a:pt x="95558" y="5140"/>
                  </a:cubicBezTo>
                  <a:cubicBezTo>
                    <a:pt x="96739" y="5140"/>
                    <a:pt x="102411" y="5140"/>
                    <a:pt x="107373" y="8141"/>
                  </a:cubicBezTo>
                  <a:cubicBezTo>
                    <a:pt x="100757" y="9295"/>
                    <a:pt x="96030" y="15065"/>
                    <a:pt x="96030" y="20604"/>
                  </a:cubicBezTo>
                  <a:cubicBezTo>
                    <a:pt x="96030" y="24297"/>
                    <a:pt x="98630" y="28682"/>
                    <a:pt x="105010" y="28682"/>
                  </a:cubicBezTo>
                  <a:cubicBezTo>
                    <a:pt x="110209" y="28682"/>
                    <a:pt x="117771" y="24528"/>
                    <a:pt x="117771" y="15296"/>
                  </a:cubicBezTo>
                  <a:cubicBezTo>
                    <a:pt x="117771" y="3294"/>
                    <a:pt x="103829" y="63"/>
                    <a:pt x="95794" y="63"/>
                  </a:cubicBezTo>
                  <a:cubicBezTo>
                    <a:pt x="82088" y="63"/>
                    <a:pt x="73817" y="12295"/>
                    <a:pt x="70981" y="17604"/>
                  </a:cubicBezTo>
                  <a:cubicBezTo>
                    <a:pt x="65073" y="2371"/>
                    <a:pt x="52312" y="63"/>
                    <a:pt x="45459" y="63"/>
                  </a:cubicBezTo>
                  <a:cubicBezTo>
                    <a:pt x="20883" y="63"/>
                    <a:pt x="7413" y="29836"/>
                    <a:pt x="7413" y="35606"/>
                  </a:cubicBezTo>
                  <a:cubicBezTo>
                    <a:pt x="7413" y="37914"/>
                    <a:pt x="9776" y="37914"/>
                    <a:pt x="10249" y="37914"/>
                  </a:cubicBezTo>
                  <a:cubicBezTo>
                    <a:pt x="12139" y="37914"/>
                    <a:pt x="12848" y="37453"/>
                    <a:pt x="13321" y="35376"/>
                  </a:cubicBezTo>
                  <a:cubicBezTo>
                    <a:pt x="21356" y="10910"/>
                    <a:pt x="36952" y="5140"/>
                    <a:pt x="44987" y="5140"/>
                  </a:cubicBezTo>
                  <a:cubicBezTo>
                    <a:pt x="49477" y="5140"/>
                    <a:pt x="57748" y="7218"/>
                    <a:pt x="57748" y="20604"/>
                  </a:cubicBezTo>
                  <a:cubicBezTo>
                    <a:pt x="57748" y="27759"/>
                    <a:pt x="53730" y="43223"/>
                    <a:pt x="44987" y="75535"/>
                  </a:cubicBezTo>
                  <a:cubicBezTo>
                    <a:pt x="41206" y="89845"/>
                    <a:pt x="32935" y="99539"/>
                    <a:pt x="22537" y="99539"/>
                  </a:cubicBezTo>
                  <a:cubicBezTo>
                    <a:pt x="21119" y="99539"/>
                    <a:pt x="15684" y="99539"/>
                    <a:pt x="10721" y="96538"/>
                  </a:cubicBezTo>
                  <a:cubicBezTo>
                    <a:pt x="16629" y="95384"/>
                    <a:pt x="21828" y="90537"/>
                    <a:pt x="21828" y="84075"/>
                  </a:cubicBezTo>
                  <a:cubicBezTo>
                    <a:pt x="21828" y="77843"/>
                    <a:pt x="16629" y="75997"/>
                    <a:pt x="13085" y="75997"/>
                  </a:cubicBezTo>
                  <a:cubicBezTo>
                    <a:pt x="5995" y="75997"/>
                    <a:pt x="87" y="81998"/>
                    <a:pt x="87" y="89383"/>
                  </a:cubicBezTo>
                  <a:cubicBezTo>
                    <a:pt x="87" y="100000"/>
                    <a:pt x="11903" y="104616"/>
                    <a:pt x="22301" y="104616"/>
                  </a:cubicBezTo>
                  <a:cubicBezTo>
                    <a:pt x="37897" y="104616"/>
                    <a:pt x="46405" y="88460"/>
                    <a:pt x="47114" y="87075"/>
                  </a:cubicBezTo>
                  <a:cubicBezTo>
                    <a:pt x="49949" y="95615"/>
                    <a:pt x="58457" y="104616"/>
                    <a:pt x="72635" y="104616"/>
                  </a:cubicBezTo>
                  <a:cubicBezTo>
                    <a:pt x="96976" y="104616"/>
                    <a:pt x="110445" y="74843"/>
                    <a:pt x="110445" y="69073"/>
                  </a:cubicBezTo>
                  <a:cubicBezTo>
                    <a:pt x="110445" y="66765"/>
                    <a:pt x="108319" y="66765"/>
                    <a:pt x="107610" y="66765"/>
                  </a:cubicBezTo>
                  <a:cubicBezTo>
                    <a:pt x="105483" y="66765"/>
                    <a:pt x="105010" y="67688"/>
                    <a:pt x="104538" y="69304"/>
                  </a:cubicBezTo>
                  <a:cubicBezTo>
                    <a:pt x="96739" y="93999"/>
                    <a:pt x="80670" y="99539"/>
                    <a:pt x="73108" y="99539"/>
                  </a:cubicBezTo>
                  <a:cubicBezTo>
                    <a:pt x="63892" y="99539"/>
                    <a:pt x="60111" y="92153"/>
                    <a:pt x="60111" y="84306"/>
                  </a:cubicBezTo>
                  <a:cubicBezTo>
                    <a:pt x="60111" y="79228"/>
                    <a:pt x="61529" y="74150"/>
                    <a:pt x="64128" y="63995"/>
                  </a:cubicBezTo>
                  <a:lnTo>
                    <a:pt x="72163"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7" name="Freeform: Shape 286">
              <a:extLst>
                <a:ext uri="{FF2B5EF4-FFF2-40B4-BE49-F238E27FC236}">
                  <a16:creationId xmlns:a16="http://schemas.microsoft.com/office/drawing/2014/main" id="{96EF6842-25BF-50DC-3CA2-BE1202A24318}"/>
                </a:ext>
              </a:extLst>
            </p:cNvPr>
            <p:cNvSpPr/>
            <p:nvPr>
              <p:custDataLst>
                <p:tags r:id="rId113"/>
              </p:custDataLst>
            </p:nvPr>
          </p:nvSpPr>
          <p:spPr>
            <a:xfrm>
              <a:off x="7288327" y="5196341"/>
              <a:ext cx="121464" cy="104553"/>
            </a:xfrm>
            <a:custGeom>
              <a:avLst/>
              <a:gdLst>
                <a:gd name="connsiteX0" fmla="*/ 75949 w 121464"/>
                <a:gd name="connsiteY0" fmla="*/ 89153 h 104553"/>
                <a:gd name="connsiteX1" fmla="*/ 96981 w 121464"/>
                <a:gd name="connsiteY1" fmla="*/ 104616 h 104553"/>
                <a:gd name="connsiteX2" fmla="*/ 114468 w 121464"/>
                <a:gd name="connsiteY2" fmla="*/ 91922 h 104553"/>
                <a:gd name="connsiteX3" fmla="*/ 121558 w 121464"/>
                <a:gd name="connsiteY3" fmla="*/ 69073 h 104553"/>
                <a:gd name="connsiteX4" fmla="*/ 118722 w 121464"/>
                <a:gd name="connsiteY4" fmla="*/ 66765 h 104553"/>
                <a:gd name="connsiteX5" fmla="*/ 115414 w 121464"/>
                <a:gd name="connsiteY5" fmla="*/ 70919 h 104553"/>
                <a:gd name="connsiteX6" fmla="*/ 97690 w 121464"/>
                <a:gd name="connsiteY6" fmla="*/ 99539 h 104553"/>
                <a:gd name="connsiteX7" fmla="*/ 90365 w 121464"/>
                <a:gd name="connsiteY7" fmla="*/ 88922 h 104553"/>
                <a:gd name="connsiteX8" fmla="*/ 95091 w 121464"/>
                <a:gd name="connsiteY8" fmla="*/ 64918 h 104553"/>
                <a:gd name="connsiteX9" fmla="*/ 101708 w 121464"/>
                <a:gd name="connsiteY9" fmla="*/ 39992 h 104553"/>
                <a:gd name="connsiteX10" fmla="*/ 105725 w 121464"/>
                <a:gd name="connsiteY10" fmla="*/ 24297 h 104553"/>
                <a:gd name="connsiteX11" fmla="*/ 109270 w 121464"/>
                <a:gd name="connsiteY11" fmla="*/ 8833 h 104553"/>
                <a:gd name="connsiteX12" fmla="*/ 102416 w 121464"/>
                <a:gd name="connsiteY12" fmla="*/ 2602 h 104553"/>
                <a:gd name="connsiteX13" fmla="*/ 93200 w 121464"/>
                <a:gd name="connsiteY13" fmla="*/ 10680 h 104553"/>
                <a:gd name="connsiteX14" fmla="*/ 75477 w 121464"/>
                <a:gd name="connsiteY14" fmla="*/ 80151 h 104553"/>
                <a:gd name="connsiteX15" fmla="*/ 48537 w 121464"/>
                <a:gd name="connsiteY15" fmla="*/ 99539 h 104553"/>
                <a:gd name="connsiteX16" fmla="*/ 33886 w 121464"/>
                <a:gd name="connsiteY16" fmla="*/ 80613 h 104553"/>
                <a:gd name="connsiteX17" fmla="*/ 46647 w 121464"/>
                <a:gd name="connsiteY17" fmla="*/ 33529 h 104553"/>
                <a:gd name="connsiteX18" fmla="*/ 50664 w 121464"/>
                <a:gd name="connsiteY18" fmla="*/ 18989 h 104553"/>
                <a:gd name="connsiteX19" fmla="*/ 31286 w 121464"/>
                <a:gd name="connsiteY19" fmla="*/ 63 h 104553"/>
                <a:gd name="connsiteX20" fmla="*/ 93 w 121464"/>
                <a:gd name="connsiteY20" fmla="*/ 35606 h 104553"/>
                <a:gd name="connsiteX21" fmla="*/ 2929 w 121464"/>
                <a:gd name="connsiteY21" fmla="*/ 37914 h 104553"/>
                <a:gd name="connsiteX22" fmla="*/ 6710 w 121464"/>
                <a:gd name="connsiteY22" fmla="*/ 33760 h 104553"/>
                <a:gd name="connsiteX23" fmla="*/ 30577 w 121464"/>
                <a:gd name="connsiteY23" fmla="*/ 5140 h 104553"/>
                <a:gd name="connsiteX24" fmla="*/ 36485 w 121464"/>
                <a:gd name="connsiteY24" fmla="*/ 12757 h 104553"/>
                <a:gd name="connsiteX25" fmla="*/ 32468 w 121464"/>
                <a:gd name="connsiteY25" fmla="*/ 28451 h 104553"/>
                <a:gd name="connsiteX26" fmla="*/ 18762 w 121464"/>
                <a:gd name="connsiteY26" fmla="*/ 76920 h 104553"/>
                <a:gd name="connsiteX27" fmla="*/ 47828 w 121464"/>
                <a:gd name="connsiteY27" fmla="*/ 104616 h 104553"/>
                <a:gd name="connsiteX28" fmla="*/ 75949 w 121464"/>
                <a:gd name="connsiteY28" fmla="*/ 89153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464" h="104553">
                  <a:moveTo>
                    <a:pt x="75949" y="89153"/>
                  </a:moveTo>
                  <a:cubicBezTo>
                    <a:pt x="78549" y="98615"/>
                    <a:pt x="86820" y="104616"/>
                    <a:pt x="96981" y="104616"/>
                  </a:cubicBezTo>
                  <a:cubicBezTo>
                    <a:pt x="105252" y="104616"/>
                    <a:pt x="110687" y="99308"/>
                    <a:pt x="114468" y="91922"/>
                  </a:cubicBezTo>
                  <a:cubicBezTo>
                    <a:pt x="118486" y="83613"/>
                    <a:pt x="121558" y="69534"/>
                    <a:pt x="121558" y="69073"/>
                  </a:cubicBezTo>
                  <a:cubicBezTo>
                    <a:pt x="121558" y="66765"/>
                    <a:pt x="119431" y="66765"/>
                    <a:pt x="118722" y="66765"/>
                  </a:cubicBezTo>
                  <a:cubicBezTo>
                    <a:pt x="116359" y="66765"/>
                    <a:pt x="116123" y="67688"/>
                    <a:pt x="115414" y="70919"/>
                  </a:cubicBezTo>
                  <a:cubicBezTo>
                    <a:pt x="112105" y="83844"/>
                    <a:pt x="107615" y="99539"/>
                    <a:pt x="97690" y="99539"/>
                  </a:cubicBezTo>
                  <a:cubicBezTo>
                    <a:pt x="92728" y="99539"/>
                    <a:pt x="90365" y="96538"/>
                    <a:pt x="90365" y="88922"/>
                  </a:cubicBezTo>
                  <a:cubicBezTo>
                    <a:pt x="90365" y="83844"/>
                    <a:pt x="93200" y="72996"/>
                    <a:pt x="95091" y="64918"/>
                  </a:cubicBezTo>
                  <a:lnTo>
                    <a:pt x="101708" y="39992"/>
                  </a:lnTo>
                  <a:cubicBezTo>
                    <a:pt x="102416" y="36530"/>
                    <a:pt x="104780" y="27759"/>
                    <a:pt x="105725" y="24297"/>
                  </a:cubicBezTo>
                  <a:cubicBezTo>
                    <a:pt x="106906" y="18989"/>
                    <a:pt x="109270" y="10218"/>
                    <a:pt x="109270" y="8833"/>
                  </a:cubicBezTo>
                  <a:cubicBezTo>
                    <a:pt x="109270" y="4679"/>
                    <a:pt x="105961" y="2602"/>
                    <a:pt x="102416" y="2602"/>
                  </a:cubicBezTo>
                  <a:cubicBezTo>
                    <a:pt x="101235" y="2602"/>
                    <a:pt x="95091" y="2832"/>
                    <a:pt x="93200" y="10680"/>
                  </a:cubicBezTo>
                  <a:cubicBezTo>
                    <a:pt x="88710" y="27528"/>
                    <a:pt x="78313" y="67919"/>
                    <a:pt x="75477" y="80151"/>
                  </a:cubicBezTo>
                  <a:cubicBezTo>
                    <a:pt x="75241" y="81074"/>
                    <a:pt x="65788" y="99539"/>
                    <a:pt x="48537" y="99539"/>
                  </a:cubicBezTo>
                  <a:cubicBezTo>
                    <a:pt x="36249" y="99539"/>
                    <a:pt x="33886" y="89153"/>
                    <a:pt x="33886" y="80613"/>
                  </a:cubicBezTo>
                  <a:cubicBezTo>
                    <a:pt x="33886" y="67688"/>
                    <a:pt x="40503" y="49455"/>
                    <a:pt x="46647" y="33529"/>
                  </a:cubicBezTo>
                  <a:cubicBezTo>
                    <a:pt x="49482" y="26605"/>
                    <a:pt x="50664" y="23374"/>
                    <a:pt x="50664" y="18989"/>
                  </a:cubicBezTo>
                  <a:cubicBezTo>
                    <a:pt x="50664" y="8602"/>
                    <a:pt x="43102" y="63"/>
                    <a:pt x="31286" y="63"/>
                  </a:cubicBezTo>
                  <a:cubicBezTo>
                    <a:pt x="8837" y="63"/>
                    <a:pt x="93" y="33529"/>
                    <a:pt x="93" y="35606"/>
                  </a:cubicBezTo>
                  <a:cubicBezTo>
                    <a:pt x="93" y="37914"/>
                    <a:pt x="2456" y="37914"/>
                    <a:pt x="2929" y="37914"/>
                  </a:cubicBezTo>
                  <a:cubicBezTo>
                    <a:pt x="5292" y="37914"/>
                    <a:pt x="5528" y="37453"/>
                    <a:pt x="6710" y="33760"/>
                  </a:cubicBezTo>
                  <a:cubicBezTo>
                    <a:pt x="12618" y="13680"/>
                    <a:pt x="21598" y="5140"/>
                    <a:pt x="30577" y="5140"/>
                  </a:cubicBezTo>
                  <a:cubicBezTo>
                    <a:pt x="32704" y="5140"/>
                    <a:pt x="36485" y="5371"/>
                    <a:pt x="36485" y="12757"/>
                  </a:cubicBezTo>
                  <a:cubicBezTo>
                    <a:pt x="36485" y="18296"/>
                    <a:pt x="33886" y="24989"/>
                    <a:pt x="32468" y="28451"/>
                  </a:cubicBezTo>
                  <a:cubicBezTo>
                    <a:pt x="23724" y="51301"/>
                    <a:pt x="18762" y="65611"/>
                    <a:pt x="18762" y="76920"/>
                  </a:cubicBezTo>
                  <a:cubicBezTo>
                    <a:pt x="18762" y="98846"/>
                    <a:pt x="35067" y="104616"/>
                    <a:pt x="47828" y="104616"/>
                  </a:cubicBezTo>
                  <a:cubicBezTo>
                    <a:pt x="63425" y="104616"/>
                    <a:pt x="71932" y="94230"/>
                    <a:pt x="75949" y="89153"/>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8" name="Freeform: Shape 287">
              <a:extLst>
                <a:ext uri="{FF2B5EF4-FFF2-40B4-BE49-F238E27FC236}">
                  <a16:creationId xmlns:a16="http://schemas.microsoft.com/office/drawing/2014/main" id="{81C7A334-ECEE-303B-5B7F-4F7D4C30CEEE}"/>
                </a:ext>
              </a:extLst>
            </p:cNvPr>
            <p:cNvSpPr/>
            <p:nvPr>
              <p:custDataLst>
                <p:tags r:id="rId114"/>
              </p:custDataLst>
            </p:nvPr>
          </p:nvSpPr>
          <p:spPr>
            <a:xfrm>
              <a:off x="7421952" y="5125254"/>
              <a:ext cx="32374" cy="230802"/>
            </a:xfrm>
            <a:custGeom>
              <a:avLst/>
              <a:gdLst>
                <a:gd name="connsiteX0" fmla="*/ 32474 w 32374"/>
                <a:gd name="connsiteY0" fmla="*/ 63 h 230802"/>
                <a:gd name="connsiteX1" fmla="*/ 99 w 32374"/>
                <a:gd name="connsiteY1" fmla="*/ 63 h 230802"/>
                <a:gd name="connsiteX2" fmla="*/ 99 w 32374"/>
                <a:gd name="connsiteY2" fmla="*/ 9295 h 230802"/>
                <a:gd name="connsiteX3" fmla="*/ 23021 w 32374"/>
                <a:gd name="connsiteY3" fmla="*/ 9295 h 230802"/>
                <a:gd name="connsiteX4" fmla="*/ 23021 w 32374"/>
                <a:gd name="connsiteY4" fmla="*/ 221633 h 230802"/>
                <a:gd name="connsiteX5" fmla="*/ 99 w 32374"/>
                <a:gd name="connsiteY5" fmla="*/ 221633 h 230802"/>
                <a:gd name="connsiteX6" fmla="*/ 99 w 32374"/>
                <a:gd name="connsiteY6" fmla="*/ 230865 h 230802"/>
                <a:gd name="connsiteX7" fmla="*/ 32474 w 32374"/>
                <a:gd name="connsiteY7" fmla="*/ 230865 h 230802"/>
                <a:gd name="connsiteX8" fmla="*/ 32474 w 32374"/>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74" h="230802">
                  <a:moveTo>
                    <a:pt x="32474" y="63"/>
                  </a:moveTo>
                  <a:lnTo>
                    <a:pt x="99" y="63"/>
                  </a:lnTo>
                  <a:lnTo>
                    <a:pt x="99" y="9295"/>
                  </a:lnTo>
                  <a:lnTo>
                    <a:pt x="23021" y="9295"/>
                  </a:lnTo>
                  <a:lnTo>
                    <a:pt x="23021" y="221633"/>
                  </a:lnTo>
                  <a:lnTo>
                    <a:pt x="99" y="221633"/>
                  </a:lnTo>
                  <a:lnTo>
                    <a:pt x="99" y="230865"/>
                  </a:lnTo>
                  <a:lnTo>
                    <a:pt x="32474" y="230865"/>
                  </a:lnTo>
                  <a:lnTo>
                    <a:pt x="32474"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9" name="Freeform: Shape 288">
              <a:extLst>
                <a:ext uri="{FF2B5EF4-FFF2-40B4-BE49-F238E27FC236}">
                  <a16:creationId xmlns:a16="http://schemas.microsoft.com/office/drawing/2014/main" id="{41A96770-C509-0223-2D75-85C08BF5D2C9}"/>
                </a:ext>
              </a:extLst>
            </p:cNvPr>
            <p:cNvSpPr/>
            <p:nvPr>
              <p:custDataLst>
                <p:tags r:id="rId115"/>
              </p:custDataLst>
            </p:nvPr>
          </p:nvSpPr>
          <p:spPr>
            <a:xfrm>
              <a:off x="7561270" y="5213652"/>
              <a:ext cx="157147" cy="54007"/>
            </a:xfrm>
            <a:custGeom>
              <a:avLst/>
              <a:gdLst>
                <a:gd name="connsiteX0" fmla="*/ 149218 w 157147"/>
                <a:gd name="connsiteY0" fmla="*/ 9295 h 54007"/>
                <a:gd name="connsiteX1" fmla="*/ 157252 w 157147"/>
                <a:gd name="connsiteY1" fmla="*/ 4679 h 54007"/>
                <a:gd name="connsiteX2" fmla="*/ 149454 w 157147"/>
                <a:gd name="connsiteY2" fmla="*/ 63 h 54007"/>
                <a:gd name="connsiteX3" fmla="*/ 7903 w 157147"/>
                <a:gd name="connsiteY3" fmla="*/ 63 h 54007"/>
                <a:gd name="connsiteX4" fmla="*/ 104 w 157147"/>
                <a:gd name="connsiteY4" fmla="*/ 4679 h 54007"/>
                <a:gd name="connsiteX5" fmla="*/ 8139 w 157147"/>
                <a:gd name="connsiteY5" fmla="*/ 9295 h 54007"/>
                <a:gd name="connsiteX6" fmla="*/ 149218 w 157147"/>
                <a:gd name="connsiteY6" fmla="*/ 9295 h 54007"/>
                <a:gd name="connsiteX7" fmla="*/ 149454 w 157147"/>
                <a:gd name="connsiteY7" fmla="*/ 54071 h 54007"/>
                <a:gd name="connsiteX8" fmla="*/ 157252 w 157147"/>
                <a:gd name="connsiteY8" fmla="*/ 49455 h 54007"/>
                <a:gd name="connsiteX9" fmla="*/ 149218 w 157147"/>
                <a:gd name="connsiteY9" fmla="*/ 44838 h 54007"/>
                <a:gd name="connsiteX10" fmla="*/ 8139 w 157147"/>
                <a:gd name="connsiteY10" fmla="*/ 44838 h 54007"/>
                <a:gd name="connsiteX11" fmla="*/ 104 w 157147"/>
                <a:gd name="connsiteY11" fmla="*/ 49455 h 54007"/>
                <a:gd name="connsiteX12" fmla="*/ 7903 w 157147"/>
                <a:gd name="connsiteY12" fmla="*/ 54071 h 54007"/>
                <a:gd name="connsiteX13" fmla="*/ 149454 w 157147"/>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7" h="54007">
                  <a:moveTo>
                    <a:pt x="149218" y="9295"/>
                  </a:moveTo>
                  <a:cubicBezTo>
                    <a:pt x="152762" y="9295"/>
                    <a:pt x="157252" y="9295"/>
                    <a:pt x="157252" y="4679"/>
                  </a:cubicBezTo>
                  <a:cubicBezTo>
                    <a:pt x="157252" y="63"/>
                    <a:pt x="152762" y="63"/>
                    <a:pt x="149454" y="63"/>
                  </a:cubicBezTo>
                  <a:lnTo>
                    <a:pt x="7903" y="63"/>
                  </a:lnTo>
                  <a:cubicBezTo>
                    <a:pt x="4594" y="63"/>
                    <a:pt x="104" y="63"/>
                    <a:pt x="104" y="4679"/>
                  </a:cubicBezTo>
                  <a:cubicBezTo>
                    <a:pt x="104" y="9295"/>
                    <a:pt x="4594" y="9295"/>
                    <a:pt x="8139" y="9295"/>
                  </a:cubicBezTo>
                  <a:lnTo>
                    <a:pt x="149218" y="9295"/>
                  </a:lnTo>
                  <a:close/>
                  <a:moveTo>
                    <a:pt x="149454" y="54071"/>
                  </a:moveTo>
                  <a:cubicBezTo>
                    <a:pt x="152762" y="54071"/>
                    <a:pt x="157252" y="54071"/>
                    <a:pt x="157252" y="49455"/>
                  </a:cubicBezTo>
                  <a:cubicBezTo>
                    <a:pt x="157252" y="44838"/>
                    <a:pt x="152762" y="44838"/>
                    <a:pt x="149218" y="44838"/>
                  </a:cubicBezTo>
                  <a:lnTo>
                    <a:pt x="8139" y="44838"/>
                  </a:lnTo>
                  <a:cubicBezTo>
                    <a:pt x="4594" y="44838"/>
                    <a:pt x="104" y="44838"/>
                    <a:pt x="104" y="49455"/>
                  </a:cubicBezTo>
                  <a:cubicBezTo>
                    <a:pt x="104" y="54071"/>
                    <a:pt x="4594" y="54071"/>
                    <a:pt x="7903" y="54071"/>
                  </a:cubicBezTo>
                  <a:lnTo>
                    <a:pt x="149454"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0" name="Freeform: Shape 289">
              <a:extLst>
                <a:ext uri="{FF2B5EF4-FFF2-40B4-BE49-F238E27FC236}">
                  <a16:creationId xmlns:a16="http://schemas.microsoft.com/office/drawing/2014/main" id="{B1AD0EB2-6036-CEF4-934C-DC7FCA67A2D3}"/>
                </a:ext>
              </a:extLst>
            </p:cNvPr>
            <p:cNvSpPr/>
            <p:nvPr>
              <p:custDataLst>
                <p:tags r:id="rId116"/>
              </p:custDataLst>
            </p:nvPr>
          </p:nvSpPr>
          <p:spPr>
            <a:xfrm>
              <a:off x="7806457" y="5141411"/>
              <a:ext cx="171510" cy="156945"/>
            </a:xfrm>
            <a:custGeom>
              <a:avLst/>
              <a:gdLst>
                <a:gd name="connsiteX0" fmla="*/ 158444 w 171510"/>
                <a:gd name="connsiteY0" fmla="*/ 103231 h 156945"/>
                <a:gd name="connsiteX1" fmla="*/ 159626 w 171510"/>
                <a:gd name="connsiteY1" fmla="*/ 100000 h 156945"/>
                <a:gd name="connsiteX2" fmla="*/ 156790 w 171510"/>
                <a:gd name="connsiteY2" fmla="*/ 97461 h 156945"/>
                <a:gd name="connsiteX3" fmla="*/ 153718 w 171510"/>
                <a:gd name="connsiteY3" fmla="*/ 100231 h 156945"/>
                <a:gd name="connsiteX4" fmla="*/ 89205 w 171510"/>
                <a:gd name="connsiteY4" fmla="*/ 149854 h 156945"/>
                <a:gd name="connsiteX5" fmla="*/ 54703 w 171510"/>
                <a:gd name="connsiteY5" fmla="*/ 149854 h 156945"/>
                <a:gd name="connsiteX6" fmla="*/ 49504 w 171510"/>
                <a:gd name="connsiteY6" fmla="*/ 149623 h 156945"/>
                <a:gd name="connsiteX7" fmla="*/ 46432 w 171510"/>
                <a:gd name="connsiteY7" fmla="*/ 147315 h 156945"/>
                <a:gd name="connsiteX8" fmla="*/ 47614 w 171510"/>
                <a:gd name="connsiteY8" fmla="*/ 142006 h 156945"/>
                <a:gd name="connsiteX9" fmla="*/ 63683 w 171510"/>
                <a:gd name="connsiteY9" fmla="*/ 78997 h 156945"/>
                <a:gd name="connsiteX10" fmla="*/ 87078 w 171510"/>
                <a:gd name="connsiteY10" fmla="*/ 78997 h 156945"/>
                <a:gd name="connsiteX11" fmla="*/ 107164 w 171510"/>
                <a:gd name="connsiteY11" fmla="*/ 89614 h 156945"/>
                <a:gd name="connsiteX12" fmla="*/ 105510 w 171510"/>
                <a:gd name="connsiteY12" fmla="*/ 100923 h 156945"/>
                <a:gd name="connsiteX13" fmla="*/ 104801 w 171510"/>
                <a:gd name="connsiteY13" fmla="*/ 103462 h 156945"/>
                <a:gd name="connsiteX14" fmla="*/ 107873 w 171510"/>
                <a:gd name="connsiteY14" fmla="*/ 106001 h 156945"/>
                <a:gd name="connsiteX15" fmla="*/ 111418 w 171510"/>
                <a:gd name="connsiteY15" fmla="*/ 101385 h 156945"/>
                <a:gd name="connsiteX16" fmla="*/ 124888 w 171510"/>
                <a:gd name="connsiteY16" fmla="*/ 47377 h 156945"/>
                <a:gd name="connsiteX17" fmla="*/ 122052 w 171510"/>
                <a:gd name="connsiteY17" fmla="*/ 44838 h 156945"/>
                <a:gd name="connsiteX18" fmla="*/ 118744 w 171510"/>
                <a:gd name="connsiteY18" fmla="*/ 48993 h 156945"/>
                <a:gd name="connsiteX19" fmla="*/ 87787 w 171510"/>
                <a:gd name="connsiteY19" fmla="*/ 71842 h 156945"/>
                <a:gd name="connsiteX20" fmla="*/ 65573 w 171510"/>
                <a:gd name="connsiteY20" fmla="*/ 71842 h 156945"/>
                <a:gd name="connsiteX21" fmla="*/ 79752 w 171510"/>
                <a:gd name="connsiteY21" fmla="*/ 16219 h 156945"/>
                <a:gd name="connsiteX22" fmla="*/ 92513 w 171510"/>
                <a:gd name="connsiteY22" fmla="*/ 7218 h 156945"/>
                <a:gd name="connsiteX23" fmla="*/ 125833 w 171510"/>
                <a:gd name="connsiteY23" fmla="*/ 7218 h 156945"/>
                <a:gd name="connsiteX24" fmla="*/ 161753 w 171510"/>
                <a:gd name="connsiteY24" fmla="*/ 32837 h 156945"/>
                <a:gd name="connsiteX25" fmla="*/ 160807 w 171510"/>
                <a:gd name="connsiteY25" fmla="*/ 45069 h 156945"/>
                <a:gd name="connsiteX26" fmla="*/ 160571 w 171510"/>
                <a:gd name="connsiteY26" fmla="*/ 49224 h 156945"/>
                <a:gd name="connsiteX27" fmla="*/ 163407 w 171510"/>
                <a:gd name="connsiteY27" fmla="*/ 51993 h 156945"/>
                <a:gd name="connsiteX28" fmla="*/ 166715 w 171510"/>
                <a:gd name="connsiteY28" fmla="*/ 46223 h 156945"/>
                <a:gd name="connsiteX29" fmla="*/ 171442 w 171510"/>
                <a:gd name="connsiteY29" fmla="*/ 6294 h 156945"/>
                <a:gd name="connsiteX30" fmla="*/ 165061 w 171510"/>
                <a:gd name="connsiteY30" fmla="*/ 63 h 156945"/>
                <a:gd name="connsiteX31" fmla="*/ 45723 w 171510"/>
                <a:gd name="connsiteY31" fmla="*/ 63 h 156945"/>
                <a:gd name="connsiteX32" fmla="*/ 38634 w 171510"/>
                <a:gd name="connsiteY32" fmla="*/ 4679 h 156945"/>
                <a:gd name="connsiteX33" fmla="*/ 45251 w 171510"/>
                <a:gd name="connsiteY33" fmla="*/ 7218 h 156945"/>
                <a:gd name="connsiteX34" fmla="*/ 60611 w 171510"/>
                <a:gd name="connsiteY34" fmla="*/ 11372 h 156945"/>
                <a:gd name="connsiteX35" fmla="*/ 59429 w 171510"/>
                <a:gd name="connsiteY35" fmla="*/ 16911 h 156945"/>
                <a:gd name="connsiteX36" fmla="*/ 28236 w 171510"/>
                <a:gd name="connsiteY36" fmla="*/ 139006 h 156945"/>
                <a:gd name="connsiteX37" fmla="*/ 6732 w 171510"/>
                <a:gd name="connsiteY37" fmla="*/ 149854 h 156945"/>
                <a:gd name="connsiteX38" fmla="*/ 115 w 171510"/>
                <a:gd name="connsiteY38" fmla="*/ 154239 h 156945"/>
                <a:gd name="connsiteX39" fmla="*/ 6732 w 171510"/>
                <a:gd name="connsiteY39" fmla="*/ 157008 h 156945"/>
                <a:gd name="connsiteX40" fmla="*/ 129378 w 171510"/>
                <a:gd name="connsiteY40" fmla="*/ 157008 h 156945"/>
                <a:gd name="connsiteX41" fmla="*/ 136704 w 171510"/>
                <a:gd name="connsiteY41" fmla="*/ 153085 h 156945"/>
                <a:gd name="connsiteX42" fmla="*/ 158444 w 171510"/>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510" h="156945">
                  <a:moveTo>
                    <a:pt x="158444" y="103231"/>
                  </a:moveTo>
                  <a:cubicBezTo>
                    <a:pt x="158917" y="102077"/>
                    <a:pt x="159626" y="100462"/>
                    <a:pt x="159626" y="100000"/>
                  </a:cubicBezTo>
                  <a:cubicBezTo>
                    <a:pt x="159626" y="99769"/>
                    <a:pt x="159626" y="97461"/>
                    <a:pt x="156790" y="97461"/>
                  </a:cubicBezTo>
                  <a:cubicBezTo>
                    <a:pt x="154663" y="97461"/>
                    <a:pt x="154191" y="98846"/>
                    <a:pt x="153718" y="100231"/>
                  </a:cubicBezTo>
                  <a:cubicBezTo>
                    <a:pt x="138358" y="134390"/>
                    <a:pt x="129614" y="149854"/>
                    <a:pt x="89205" y="149854"/>
                  </a:cubicBezTo>
                  <a:lnTo>
                    <a:pt x="54703" y="149854"/>
                  </a:lnTo>
                  <a:cubicBezTo>
                    <a:pt x="51395" y="149854"/>
                    <a:pt x="50922" y="149854"/>
                    <a:pt x="49504" y="149623"/>
                  </a:cubicBezTo>
                  <a:cubicBezTo>
                    <a:pt x="47141" y="149392"/>
                    <a:pt x="46432" y="149161"/>
                    <a:pt x="46432" y="147315"/>
                  </a:cubicBezTo>
                  <a:cubicBezTo>
                    <a:pt x="46432" y="146622"/>
                    <a:pt x="46432" y="146161"/>
                    <a:pt x="47614" y="142006"/>
                  </a:cubicBezTo>
                  <a:lnTo>
                    <a:pt x="63683" y="78997"/>
                  </a:lnTo>
                  <a:lnTo>
                    <a:pt x="87078" y="78997"/>
                  </a:lnTo>
                  <a:cubicBezTo>
                    <a:pt x="107164" y="78997"/>
                    <a:pt x="107164" y="83844"/>
                    <a:pt x="107164" y="89614"/>
                  </a:cubicBezTo>
                  <a:cubicBezTo>
                    <a:pt x="107164" y="91230"/>
                    <a:pt x="107164" y="93999"/>
                    <a:pt x="105510" y="100923"/>
                  </a:cubicBezTo>
                  <a:cubicBezTo>
                    <a:pt x="105038" y="102077"/>
                    <a:pt x="104801" y="102770"/>
                    <a:pt x="104801" y="103462"/>
                  </a:cubicBezTo>
                  <a:cubicBezTo>
                    <a:pt x="104801" y="104616"/>
                    <a:pt x="105747" y="106001"/>
                    <a:pt x="107873" y="106001"/>
                  </a:cubicBezTo>
                  <a:cubicBezTo>
                    <a:pt x="109764" y="106001"/>
                    <a:pt x="110473" y="104847"/>
                    <a:pt x="111418" y="101385"/>
                  </a:cubicBezTo>
                  <a:lnTo>
                    <a:pt x="124888" y="47377"/>
                  </a:lnTo>
                  <a:cubicBezTo>
                    <a:pt x="124888" y="45992"/>
                    <a:pt x="123706" y="44838"/>
                    <a:pt x="122052" y="44838"/>
                  </a:cubicBezTo>
                  <a:cubicBezTo>
                    <a:pt x="119925" y="44838"/>
                    <a:pt x="119453" y="46223"/>
                    <a:pt x="118744" y="48993"/>
                  </a:cubicBezTo>
                  <a:cubicBezTo>
                    <a:pt x="113781" y="66534"/>
                    <a:pt x="109528" y="71842"/>
                    <a:pt x="87787" y="71842"/>
                  </a:cubicBezTo>
                  <a:lnTo>
                    <a:pt x="65573" y="71842"/>
                  </a:lnTo>
                  <a:lnTo>
                    <a:pt x="79752" y="16219"/>
                  </a:lnTo>
                  <a:cubicBezTo>
                    <a:pt x="81879" y="8141"/>
                    <a:pt x="82115" y="7218"/>
                    <a:pt x="92513" y="7218"/>
                  </a:cubicBezTo>
                  <a:lnTo>
                    <a:pt x="125833" y="7218"/>
                  </a:lnTo>
                  <a:cubicBezTo>
                    <a:pt x="154663" y="7218"/>
                    <a:pt x="161753" y="13911"/>
                    <a:pt x="161753" y="32837"/>
                  </a:cubicBezTo>
                  <a:cubicBezTo>
                    <a:pt x="161753" y="38376"/>
                    <a:pt x="161753" y="38838"/>
                    <a:pt x="160807" y="45069"/>
                  </a:cubicBezTo>
                  <a:cubicBezTo>
                    <a:pt x="160807" y="46454"/>
                    <a:pt x="160571" y="48070"/>
                    <a:pt x="160571" y="49224"/>
                  </a:cubicBezTo>
                  <a:cubicBezTo>
                    <a:pt x="160571" y="50378"/>
                    <a:pt x="161280" y="51993"/>
                    <a:pt x="163407" y="51993"/>
                  </a:cubicBezTo>
                  <a:cubicBezTo>
                    <a:pt x="166006" y="51993"/>
                    <a:pt x="166243" y="50609"/>
                    <a:pt x="166715" y="46223"/>
                  </a:cubicBezTo>
                  <a:lnTo>
                    <a:pt x="171442" y="6294"/>
                  </a:lnTo>
                  <a:cubicBezTo>
                    <a:pt x="172150" y="63"/>
                    <a:pt x="170969" y="63"/>
                    <a:pt x="165061" y="63"/>
                  </a:cubicBezTo>
                  <a:lnTo>
                    <a:pt x="45723" y="63"/>
                  </a:lnTo>
                  <a:cubicBezTo>
                    <a:pt x="40997" y="63"/>
                    <a:pt x="38634" y="63"/>
                    <a:pt x="38634" y="4679"/>
                  </a:cubicBezTo>
                  <a:cubicBezTo>
                    <a:pt x="38634" y="7218"/>
                    <a:pt x="40761" y="7218"/>
                    <a:pt x="45251" y="7218"/>
                  </a:cubicBezTo>
                  <a:cubicBezTo>
                    <a:pt x="53994" y="7218"/>
                    <a:pt x="60611" y="7218"/>
                    <a:pt x="60611" y="11372"/>
                  </a:cubicBezTo>
                  <a:cubicBezTo>
                    <a:pt x="60611" y="12295"/>
                    <a:pt x="60611" y="12757"/>
                    <a:pt x="59429" y="16911"/>
                  </a:cubicBezTo>
                  <a:lnTo>
                    <a:pt x="28236" y="139006"/>
                  </a:lnTo>
                  <a:cubicBezTo>
                    <a:pt x="25873" y="148007"/>
                    <a:pt x="25400" y="149854"/>
                    <a:pt x="6732" y="149854"/>
                  </a:cubicBezTo>
                  <a:cubicBezTo>
                    <a:pt x="2714" y="149854"/>
                    <a:pt x="115" y="149854"/>
                    <a:pt x="115" y="154239"/>
                  </a:cubicBezTo>
                  <a:cubicBezTo>
                    <a:pt x="115" y="157008"/>
                    <a:pt x="2242" y="157008"/>
                    <a:pt x="6732" y="157008"/>
                  </a:cubicBezTo>
                  <a:lnTo>
                    <a:pt x="129378" y="157008"/>
                  </a:lnTo>
                  <a:cubicBezTo>
                    <a:pt x="134813" y="157008"/>
                    <a:pt x="135049" y="156778"/>
                    <a:pt x="136704" y="153085"/>
                  </a:cubicBezTo>
                  <a:lnTo>
                    <a:pt x="158444"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1" name="Freeform: Shape 290">
              <a:extLst>
                <a:ext uri="{FF2B5EF4-FFF2-40B4-BE49-F238E27FC236}">
                  <a16:creationId xmlns:a16="http://schemas.microsoft.com/office/drawing/2014/main" id="{5167AF34-80BE-7CA2-14C3-3D39698B6783}"/>
                </a:ext>
              </a:extLst>
            </p:cNvPr>
            <p:cNvSpPr/>
            <p:nvPr>
              <p:custDataLst>
                <p:tags r:id="rId117"/>
              </p:custDataLst>
            </p:nvPr>
          </p:nvSpPr>
          <p:spPr>
            <a:xfrm>
              <a:off x="8013427" y="5125254"/>
              <a:ext cx="32374" cy="230802"/>
            </a:xfrm>
            <a:custGeom>
              <a:avLst/>
              <a:gdLst>
                <a:gd name="connsiteX0" fmla="*/ 32498 w 32374"/>
                <a:gd name="connsiteY0" fmla="*/ 230865 h 230802"/>
                <a:gd name="connsiteX1" fmla="*/ 32498 w 32374"/>
                <a:gd name="connsiteY1" fmla="*/ 221633 h 230802"/>
                <a:gd name="connsiteX2" fmla="*/ 9575 w 32374"/>
                <a:gd name="connsiteY2" fmla="*/ 221633 h 230802"/>
                <a:gd name="connsiteX3" fmla="*/ 9575 w 32374"/>
                <a:gd name="connsiteY3" fmla="*/ 9295 h 230802"/>
                <a:gd name="connsiteX4" fmla="*/ 32498 w 32374"/>
                <a:gd name="connsiteY4" fmla="*/ 9295 h 230802"/>
                <a:gd name="connsiteX5" fmla="*/ 32498 w 32374"/>
                <a:gd name="connsiteY5" fmla="*/ 63 h 230802"/>
                <a:gd name="connsiteX6" fmla="*/ 123 w 32374"/>
                <a:gd name="connsiteY6" fmla="*/ 63 h 230802"/>
                <a:gd name="connsiteX7" fmla="*/ 123 w 32374"/>
                <a:gd name="connsiteY7" fmla="*/ 230865 h 230802"/>
                <a:gd name="connsiteX8" fmla="*/ 32498 w 32374"/>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74" h="230802">
                  <a:moveTo>
                    <a:pt x="32498" y="230865"/>
                  </a:moveTo>
                  <a:lnTo>
                    <a:pt x="32498" y="221633"/>
                  </a:lnTo>
                  <a:lnTo>
                    <a:pt x="9575" y="221633"/>
                  </a:lnTo>
                  <a:lnTo>
                    <a:pt x="9575" y="9295"/>
                  </a:lnTo>
                  <a:lnTo>
                    <a:pt x="32498" y="9295"/>
                  </a:lnTo>
                  <a:lnTo>
                    <a:pt x="32498" y="63"/>
                  </a:lnTo>
                  <a:lnTo>
                    <a:pt x="123" y="63"/>
                  </a:lnTo>
                  <a:lnTo>
                    <a:pt x="123" y="230865"/>
                  </a:lnTo>
                  <a:lnTo>
                    <a:pt x="32498"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2" name="Freeform: Shape 291">
              <a:extLst>
                <a:ext uri="{FF2B5EF4-FFF2-40B4-BE49-F238E27FC236}">
                  <a16:creationId xmlns:a16="http://schemas.microsoft.com/office/drawing/2014/main" id="{BBEA2D36-A2B4-8952-864A-CC9F56B50C8C}"/>
                </a:ext>
              </a:extLst>
            </p:cNvPr>
            <p:cNvSpPr/>
            <p:nvPr>
              <p:custDataLst>
                <p:tags r:id="rId118"/>
              </p:custDataLst>
            </p:nvPr>
          </p:nvSpPr>
          <p:spPr>
            <a:xfrm>
              <a:off x="8058038" y="5196341"/>
              <a:ext cx="117683" cy="104553"/>
            </a:xfrm>
            <a:custGeom>
              <a:avLst/>
              <a:gdLst>
                <a:gd name="connsiteX0" fmla="*/ 72201 w 117683"/>
                <a:gd name="connsiteY0" fmla="*/ 32375 h 104553"/>
                <a:gd name="connsiteX1" fmla="*/ 95596 w 117683"/>
                <a:gd name="connsiteY1" fmla="*/ 5140 h 104553"/>
                <a:gd name="connsiteX2" fmla="*/ 107411 w 117683"/>
                <a:gd name="connsiteY2" fmla="*/ 8141 h 104553"/>
                <a:gd name="connsiteX3" fmla="*/ 96068 w 117683"/>
                <a:gd name="connsiteY3" fmla="*/ 20604 h 104553"/>
                <a:gd name="connsiteX4" fmla="*/ 105048 w 117683"/>
                <a:gd name="connsiteY4" fmla="*/ 28682 h 104553"/>
                <a:gd name="connsiteX5" fmla="*/ 117809 w 117683"/>
                <a:gd name="connsiteY5" fmla="*/ 15296 h 104553"/>
                <a:gd name="connsiteX6" fmla="*/ 95832 w 117683"/>
                <a:gd name="connsiteY6" fmla="*/ 63 h 104553"/>
                <a:gd name="connsiteX7" fmla="*/ 71019 w 117683"/>
                <a:gd name="connsiteY7" fmla="*/ 17604 h 104553"/>
                <a:gd name="connsiteX8" fmla="*/ 45498 w 117683"/>
                <a:gd name="connsiteY8" fmla="*/ 63 h 104553"/>
                <a:gd name="connsiteX9" fmla="*/ 7451 w 117683"/>
                <a:gd name="connsiteY9" fmla="*/ 35606 h 104553"/>
                <a:gd name="connsiteX10" fmla="*/ 10287 w 117683"/>
                <a:gd name="connsiteY10" fmla="*/ 37914 h 104553"/>
                <a:gd name="connsiteX11" fmla="*/ 13359 w 117683"/>
                <a:gd name="connsiteY11" fmla="*/ 35376 h 104553"/>
                <a:gd name="connsiteX12" fmla="*/ 45025 w 117683"/>
                <a:gd name="connsiteY12" fmla="*/ 5140 h 104553"/>
                <a:gd name="connsiteX13" fmla="*/ 57786 w 117683"/>
                <a:gd name="connsiteY13" fmla="*/ 20604 h 104553"/>
                <a:gd name="connsiteX14" fmla="*/ 45025 w 117683"/>
                <a:gd name="connsiteY14" fmla="*/ 75535 h 104553"/>
                <a:gd name="connsiteX15" fmla="*/ 22575 w 117683"/>
                <a:gd name="connsiteY15" fmla="*/ 99539 h 104553"/>
                <a:gd name="connsiteX16" fmla="*/ 10760 w 117683"/>
                <a:gd name="connsiteY16" fmla="*/ 96538 h 104553"/>
                <a:gd name="connsiteX17" fmla="*/ 21866 w 117683"/>
                <a:gd name="connsiteY17" fmla="*/ 84075 h 104553"/>
                <a:gd name="connsiteX18" fmla="*/ 13123 w 117683"/>
                <a:gd name="connsiteY18" fmla="*/ 75997 h 104553"/>
                <a:gd name="connsiteX19" fmla="*/ 126 w 117683"/>
                <a:gd name="connsiteY19" fmla="*/ 89383 h 104553"/>
                <a:gd name="connsiteX20" fmla="*/ 22339 w 117683"/>
                <a:gd name="connsiteY20" fmla="*/ 104616 h 104553"/>
                <a:gd name="connsiteX21" fmla="*/ 47152 w 117683"/>
                <a:gd name="connsiteY21" fmla="*/ 87075 h 104553"/>
                <a:gd name="connsiteX22" fmla="*/ 72674 w 117683"/>
                <a:gd name="connsiteY22" fmla="*/ 104616 h 104553"/>
                <a:gd name="connsiteX23" fmla="*/ 110484 w 117683"/>
                <a:gd name="connsiteY23" fmla="*/ 69073 h 104553"/>
                <a:gd name="connsiteX24" fmla="*/ 107648 w 117683"/>
                <a:gd name="connsiteY24" fmla="*/ 66765 h 104553"/>
                <a:gd name="connsiteX25" fmla="*/ 104576 w 117683"/>
                <a:gd name="connsiteY25" fmla="*/ 69304 h 104553"/>
                <a:gd name="connsiteX26" fmla="*/ 73146 w 117683"/>
                <a:gd name="connsiteY26" fmla="*/ 99539 h 104553"/>
                <a:gd name="connsiteX27" fmla="*/ 60149 w 117683"/>
                <a:gd name="connsiteY27" fmla="*/ 84306 h 104553"/>
                <a:gd name="connsiteX28" fmla="*/ 64166 w 117683"/>
                <a:gd name="connsiteY28" fmla="*/ 63995 h 104553"/>
                <a:gd name="connsiteX29" fmla="*/ 72201 w 117683"/>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3" h="104553">
                  <a:moveTo>
                    <a:pt x="72201" y="32375"/>
                  </a:moveTo>
                  <a:cubicBezTo>
                    <a:pt x="73619" y="26374"/>
                    <a:pt x="79054" y="5140"/>
                    <a:pt x="95596" y="5140"/>
                  </a:cubicBezTo>
                  <a:cubicBezTo>
                    <a:pt x="96777" y="5140"/>
                    <a:pt x="102449" y="5140"/>
                    <a:pt x="107411" y="8141"/>
                  </a:cubicBezTo>
                  <a:cubicBezTo>
                    <a:pt x="100795" y="9295"/>
                    <a:pt x="96068" y="15065"/>
                    <a:pt x="96068" y="20604"/>
                  </a:cubicBezTo>
                  <a:cubicBezTo>
                    <a:pt x="96068" y="24297"/>
                    <a:pt x="98668" y="28682"/>
                    <a:pt x="105048" y="28682"/>
                  </a:cubicBezTo>
                  <a:cubicBezTo>
                    <a:pt x="110247" y="28682"/>
                    <a:pt x="117809" y="24528"/>
                    <a:pt x="117809" y="15296"/>
                  </a:cubicBezTo>
                  <a:cubicBezTo>
                    <a:pt x="117809" y="3294"/>
                    <a:pt x="103867" y="63"/>
                    <a:pt x="95832" y="63"/>
                  </a:cubicBezTo>
                  <a:cubicBezTo>
                    <a:pt x="82126" y="63"/>
                    <a:pt x="73855" y="12295"/>
                    <a:pt x="71019" y="17604"/>
                  </a:cubicBezTo>
                  <a:cubicBezTo>
                    <a:pt x="65112" y="2371"/>
                    <a:pt x="52351" y="63"/>
                    <a:pt x="45498" y="63"/>
                  </a:cubicBezTo>
                  <a:cubicBezTo>
                    <a:pt x="20921" y="63"/>
                    <a:pt x="7451" y="29836"/>
                    <a:pt x="7451" y="35606"/>
                  </a:cubicBezTo>
                  <a:cubicBezTo>
                    <a:pt x="7451" y="37914"/>
                    <a:pt x="9814" y="37914"/>
                    <a:pt x="10287" y="37914"/>
                  </a:cubicBezTo>
                  <a:cubicBezTo>
                    <a:pt x="12177" y="37914"/>
                    <a:pt x="12886" y="37453"/>
                    <a:pt x="13359" y="35376"/>
                  </a:cubicBezTo>
                  <a:cubicBezTo>
                    <a:pt x="21394" y="10910"/>
                    <a:pt x="36990" y="5140"/>
                    <a:pt x="45025" y="5140"/>
                  </a:cubicBezTo>
                  <a:cubicBezTo>
                    <a:pt x="49515" y="5140"/>
                    <a:pt x="57786" y="7218"/>
                    <a:pt x="57786" y="20604"/>
                  </a:cubicBezTo>
                  <a:cubicBezTo>
                    <a:pt x="57786" y="27759"/>
                    <a:pt x="53769" y="43223"/>
                    <a:pt x="45025" y="75535"/>
                  </a:cubicBezTo>
                  <a:cubicBezTo>
                    <a:pt x="41244" y="89845"/>
                    <a:pt x="32973" y="99539"/>
                    <a:pt x="22575" y="99539"/>
                  </a:cubicBezTo>
                  <a:cubicBezTo>
                    <a:pt x="21157" y="99539"/>
                    <a:pt x="15722" y="99539"/>
                    <a:pt x="10760" y="96538"/>
                  </a:cubicBezTo>
                  <a:cubicBezTo>
                    <a:pt x="16667" y="95384"/>
                    <a:pt x="21866" y="90537"/>
                    <a:pt x="21866" y="84075"/>
                  </a:cubicBezTo>
                  <a:cubicBezTo>
                    <a:pt x="21866" y="77843"/>
                    <a:pt x="16667" y="75997"/>
                    <a:pt x="13123" y="75997"/>
                  </a:cubicBezTo>
                  <a:cubicBezTo>
                    <a:pt x="6033" y="75997"/>
                    <a:pt x="126" y="81998"/>
                    <a:pt x="126" y="89383"/>
                  </a:cubicBezTo>
                  <a:cubicBezTo>
                    <a:pt x="126" y="100000"/>
                    <a:pt x="11941" y="104616"/>
                    <a:pt x="22339" y="104616"/>
                  </a:cubicBezTo>
                  <a:cubicBezTo>
                    <a:pt x="37936" y="104616"/>
                    <a:pt x="46443" y="88460"/>
                    <a:pt x="47152" y="87075"/>
                  </a:cubicBezTo>
                  <a:cubicBezTo>
                    <a:pt x="49988" y="95615"/>
                    <a:pt x="58495" y="104616"/>
                    <a:pt x="72674" y="104616"/>
                  </a:cubicBezTo>
                  <a:cubicBezTo>
                    <a:pt x="97014" y="104616"/>
                    <a:pt x="110484" y="74843"/>
                    <a:pt x="110484" y="69073"/>
                  </a:cubicBezTo>
                  <a:cubicBezTo>
                    <a:pt x="110484" y="66765"/>
                    <a:pt x="108357" y="66765"/>
                    <a:pt x="107648" y="66765"/>
                  </a:cubicBezTo>
                  <a:cubicBezTo>
                    <a:pt x="105521" y="66765"/>
                    <a:pt x="105048" y="67688"/>
                    <a:pt x="104576" y="69304"/>
                  </a:cubicBezTo>
                  <a:cubicBezTo>
                    <a:pt x="96777" y="93999"/>
                    <a:pt x="80708" y="99539"/>
                    <a:pt x="73146" y="99539"/>
                  </a:cubicBezTo>
                  <a:cubicBezTo>
                    <a:pt x="63930" y="99539"/>
                    <a:pt x="60149" y="92153"/>
                    <a:pt x="60149" y="84306"/>
                  </a:cubicBezTo>
                  <a:cubicBezTo>
                    <a:pt x="60149" y="79228"/>
                    <a:pt x="61567" y="74150"/>
                    <a:pt x="64166" y="63995"/>
                  </a:cubicBezTo>
                  <a:lnTo>
                    <a:pt x="72201"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3" name="Freeform: Shape 292">
              <a:extLst>
                <a:ext uri="{FF2B5EF4-FFF2-40B4-BE49-F238E27FC236}">
                  <a16:creationId xmlns:a16="http://schemas.microsoft.com/office/drawing/2014/main" id="{7A18FC81-3FDD-D7A2-6051-C15CD6342187}"/>
                </a:ext>
              </a:extLst>
            </p:cNvPr>
            <p:cNvSpPr/>
            <p:nvPr>
              <p:custDataLst>
                <p:tags r:id="rId119"/>
              </p:custDataLst>
            </p:nvPr>
          </p:nvSpPr>
          <p:spPr>
            <a:xfrm>
              <a:off x="8209639" y="5125254"/>
              <a:ext cx="54824" cy="230802"/>
            </a:xfrm>
            <a:custGeom>
              <a:avLst/>
              <a:gdLst>
                <a:gd name="connsiteX0" fmla="*/ 54956 w 54824"/>
                <a:gd name="connsiteY0" fmla="*/ 228557 h 230802"/>
                <a:gd name="connsiteX1" fmla="*/ 50938 w 54824"/>
                <a:gd name="connsiteY1" fmla="*/ 223480 h 230802"/>
                <a:gd name="connsiteX2" fmla="*/ 13837 w 54824"/>
                <a:gd name="connsiteY2" fmla="*/ 115464 h 230802"/>
                <a:gd name="connsiteX3" fmla="*/ 51884 w 54824"/>
                <a:gd name="connsiteY3" fmla="*/ 6294 h 230802"/>
                <a:gd name="connsiteX4" fmla="*/ 54956 w 54824"/>
                <a:gd name="connsiteY4" fmla="*/ 2371 h 230802"/>
                <a:gd name="connsiteX5" fmla="*/ 52593 w 54824"/>
                <a:gd name="connsiteY5" fmla="*/ 63 h 230802"/>
                <a:gd name="connsiteX6" fmla="*/ 15019 w 54824"/>
                <a:gd name="connsiteY6" fmla="*/ 45069 h 230802"/>
                <a:gd name="connsiteX7" fmla="*/ 131 w 54824"/>
                <a:gd name="connsiteY7" fmla="*/ 115464 h 230802"/>
                <a:gd name="connsiteX8" fmla="*/ 15728 w 54824"/>
                <a:gd name="connsiteY8" fmla="*/ 187474 h 230802"/>
                <a:gd name="connsiteX9" fmla="*/ 52593 w 54824"/>
                <a:gd name="connsiteY9" fmla="*/ 230865 h 230802"/>
                <a:gd name="connsiteX10" fmla="*/ 54956 w 54824"/>
                <a:gd name="connsiteY10" fmla="*/ 228557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4" h="230802">
                  <a:moveTo>
                    <a:pt x="54956" y="228557"/>
                  </a:moveTo>
                  <a:cubicBezTo>
                    <a:pt x="54956" y="227865"/>
                    <a:pt x="54956" y="227403"/>
                    <a:pt x="50938" y="223480"/>
                  </a:cubicBezTo>
                  <a:cubicBezTo>
                    <a:pt x="21399" y="194398"/>
                    <a:pt x="13837" y="150777"/>
                    <a:pt x="13837" y="115464"/>
                  </a:cubicBezTo>
                  <a:cubicBezTo>
                    <a:pt x="13837" y="75304"/>
                    <a:pt x="22817" y="35145"/>
                    <a:pt x="51884" y="6294"/>
                  </a:cubicBezTo>
                  <a:cubicBezTo>
                    <a:pt x="54956" y="3525"/>
                    <a:pt x="54956" y="3063"/>
                    <a:pt x="54956" y="2371"/>
                  </a:cubicBezTo>
                  <a:cubicBezTo>
                    <a:pt x="54956" y="755"/>
                    <a:pt x="54011" y="63"/>
                    <a:pt x="52593" y="63"/>
                  </a:cubicBezTo>
                  <a:cubicBezTo>
                    <a:pt x="50230" y="63"/>
                    <a:pt x="28961" y="15757"/>
                    <a:pt x="15019" y="45069"/>
                  </a:cubicBezTo>
                  <a:cubicBezTo>
                    <a:pt x="2967" y="70458"/>
                    <a:pt x="131" y="96077"/>
                    <a:pt x="131" y="115464"/>
                  </a:cubicBezTo>
                  <a:cubicBezTo>
                    <a:pt x="131" y="133467"/>
                    <a:pt x="2731" y="161394"/>
                    <a:pt x="15728" y="187474"/>
                  </a:cubicBezTo>
                  <a:cubicBezTo>
                    <a:pt x="29907" y="215863"/>
                    <a:pt x="50230" y="230865"/>
                    <a:pt x="52593" y="230865"/>
                  </a:cubicBezTo>
                  <a:cubicBezTo>
                    <a:pt x="54011" y="230865"/>
                    <a:pt x="54956" y="230173"/>
                    <a:pt x="54956" y="22855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4" name="Freeform: Shape 293">
              <a:extLst>
                <a:ext uri="{FF2B5EF4-FFF2-40B4-BE49-F238E27FC236}">
                  <a16:creationId xmlns:a16="http://schemas.microsoft.com/office/drawing/2014/main" id="{5A0C3BC1-1512-F2F4-FC7D-A666DD2CE5FC}"/>
                </a:ext>
              </a:extLst>
            </p:cNvPr>
            <p:cNvSpPr/>
            <p:nvPr>
              <p:custDataLst>
                <p:tags r:id="rId120"/>
              </p:custDataLst>
            </p:nvPr>
          </p:nvSpPr>
          <p:spPr>
            <a:xfrm>
              <a:off x="8284997" y="5196341"/>
              <a:ext cx="108940" cy="149329"/>
            </a:xfrm>
            <a:custGeom>
              <a:avLst/>
              <a:gdLst>
                <a:gd name="connsiteX0" fmla="*/ 108130 w 108940"/>
                <a:gd name="connsiteY0" fmla="*/ 14142 h 149329"/>
                <a:gd name="connsiteX1" fmla="*/ 109075 w 108940"/>
                <a:gd name="connsiteY1" fmla="*/ 8833 h 149329"/>
                <a:gd name="connsiteX2" fmla="*/ 102222 w 108940"/>
                <a:gd name="connsiteY2" fmla="*/ 2602 h 149329"/>
                <a:gd name="connsiteX3" fmla="*/ 93951 w 108940"/>
                <a:gd name="connsiteY3" fmla="*/ 7448 h 149329"/>
                <a:gd name="connsiteX4" fmla="*/ 90643 w 108940"/>
                <a:gd name="connsiteY4" fmla="*/ 19912 h 149329"/>
                <a:gd name="connsiteX5" fmla="*/ 85917 w 108940"/>
                <a:gd name="connsiteY5" fmla="*/ 38376 h 149329"/>
                <a:gd name="connsiteX6" fmla="*/ 75283 w 108940"/>
                <a:gd name="connsiteY6" fmla="*/ 79920 h 149329"/>
                <a:gd name="connsiteX7" fmla="*/ 48579 w 108940"/>
                <a:gd name="connsiteY7" fmla="*/ 99539 h 149329"/>
                <a:gd name="connsiteX8" fmla="*/ 33928 w 108940"/>
                <a:gd name="connsiteY8" fmla="*/ 80844 h 149329"/>
                <a:gd name="connsiteX9" fmla="*/ 45980 w 108940"/>
                <a:gd name="connsiteY9" fmla="*/ 35606 h 149329"/>
                <a:gd name="connsiteX10" fmla="*/ 50706 w 108940"/>
                <a:gd name="connsiteY10" fmla="*/ 18989 h 149329"/>
                <a:gd name="connsiteX11" fmla="*/ 31328 w 108940"/>
                <a:gd name="connsiteY11" fmla="*/ 63 h 149329"/>
                <a:gd name="connsiteX12" fmla="*/ 135 w 108940"/>
                <a:gd name="connsiteY12" fmla="*/ 35606 h 149329"/>
                <a:gd name="connsiteX13" fmla="*/ 2971 w 108940"/>
                <a:gd name="connsiteY13" fmla="*/ 37914 h 149329"/>
                <a:gd name="connsiteX14" fmla="*/ 6752 w 108940"/>
                <a:gd name="connsiteY14" fmla="*/ 33760 h 149329"/>
                <a:gd name="connsiteX15" fmla="*/ 30619 w 108940"/>
                <a:gd name="connsiteY15" fmla="*/ 5140 h 149329"/>
                <a:gd name="connsiteX16" fmla="*/ 36527 w 108940"/>
                <a:gd name="connsiteY16" fmla="*/ 12526 h 149329"/>
                <a:gd name="connsiteX17" fmla="*/ 32510 w 108940"/>
                <a:gd name="connsiteY17" fmla="*/ 28682 h 149329"/>
                <a:gd name="connsiteX18" fmla="*/ 18804 w 108940"/>
                <a:gd name="connsiteY18" fmla="*/ 77151 h 149329"/>
                <a:gd name="connsiteX19" fmla="*/ 47634 w 108940"/>
                <a:gd name="connsiteY19" fmla="*/ 104616 h 149329"/>
                <a:gd name="connsiteX20" fmla="*/ 71502 w 108940"/>
                <a:gd name="connsiteY20" fmla="*/ 94230 h 149329"/>
                <a:gd name="connsiteX21" fmla="*/ 56141 w 108940"/>
                <a:gd name="connsiteY21" fmla="*/ 129774 h 149329"/>
                <a:gd name="connsiteX22" fmla="*/ 30147 w 108940"/>
                <a:gd name="connsiteY22" fmla="*/ 144314 h 149329"/>
                <a:gd name="connsiteX23" fmla="*/ 12187 w 108940"/>
                <a:gd name="connsiteY23" fmla="*/ 134621 h 149329"/>
                <a:gd name="connsiteX24" fmla="*/ 22349 w 108940"/>
                <a:gd name="connsiteY24" fmla="*/ 131851 h 149329"/>
                <a:gd name="connsiteX25" fmla="*/ 27075 w 108940"/>
                <a:gd name="connsiteY25" fmla="*/ 122388 h 149329"/>
                <a:gd name="connsiteX26" fmla="*/ 18331 w 108940"/>
                <a:gd name="connsiteY26" fmla="*/ 114310 h 149329"/>
                <a:gd name="connsiteX27" fmla="*/ 5098 w 108940"/>
                <a:gd name="connsiteY27" fmla="*/ 129312 h 149329"/>
                <a:gd name="connsiteX28" fmla="*/ 30147 w 108940"/>
                <a:gd name="connsiteY28" fmla="*/ 149392 h 149329"/>
                <a:gd name="connsiteX29" fmla="*/ 85444 w 108940"/>
                <a:gd name="connsiteY29" fmla="*/ 102308 h 149329"/>
                <a:gd name="connsiteX30" fmla="*/ 108130 w 108940"/>
                <a:gd name="connsiteY30" fmla="*/ 14142 h 14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940" h="149329">
                  <a:moveTo>
                    <a:pt x="108130" y="14142"/>
                  </a:moveTo>
                  <a:cubicBezTo>
                    <a:pt x="109075" y="10910"/>
                    <a:pt x="109075" y="10449"/>
                    <a:pt x="109075" y="8833"/>
                  </a:cubicBezTo>
                  <a:cubicBezTo>
                    <a:pt x="109075" y="4679"/>
                    <a:pt x="105767" y="2602"/>
                    <a:pt x="102222" y="2602"/>
                  </a:cubicBezTo>
                  <a:cubicBezTo>
                    <a:pt x="99859" y="2602"/>
                    <a:pt x="96078" y="3986"/>
                    <a:pt x="93951" y="7448"/>
                  </a:cubicBezTo>
                  <a:cubicBezTo>
                    <a:pt x="93479" y="8602"/>
                    <a:pt x="91588" y="15757"/>
                    <a:pt x="90643" y="19912"/>
                  </a:cubicBezTo>
                  <a:cubicBezTo>
                    <a:pt x="88989" y="25913"/>
                    <a:pt x="87334" y="32144"/>
                    <a:pt x="85917" y="38376"/>
                  </a:cubicBezTo>
                  <a:lnTo>
                    <a:pt x="75283" y="79920"/>
                  </a:lnTo>
                  <a:cubicBezTo>
                    <a:pt x="74337" y="83382"/>
                    <a:pt x="64176" y="99539"/>
                    <a:pt x="48579" y="99539"/>
                  </a:cubicBezTo>
                  <a:cubicBezTo>
                    <a:pt x="36527" y="99539"/>
                    <a:pt x="33928" y="89383"/>
                    <a:pt x="33928" y="80844"/>
                  </a:cubicBezTo>
                  <a:cubicBezTo>
                    <a:pt x="33928" y="70227"/>
                    <a:pt x="37945" y="55917"/>
                    <a:pt x="45980" y="35606"/>
                  </a:cubicBezTo>
                  <a:cubicBezTo>
                    <a:pt x="49761" y="26143"/>
                    <a:pt x="50706" y="23605"/>
                    <a:pt x="50706" y="18989"/>
                  </a:cubicBezTo>
                  <a:cubicBezTo>
                    <a:pt x="50706" y="8602"/>
                    <a:pt x="43144" y="63"/>
                    <a:pt x="31328" y="63"/>
                  </a:cubicBezTo>
                  <a:cubicBezTo>
                    <a:pt x="8879" y="63"/>
                    <a:pt x="135" y="33529"/>
                    <a:pt x="135" y="35606"/>
                  </a:cubicBezTo>
                  <a:cubicBezTo>
                    <a:pt x="135" y="37914"/>
                    <a:pt x="2498" y="37914"/>
                    <a:pt x="2971" y="37914"/>
                  </a:cubicBezTo>
                  <a:cubicBezTo>
                    <a:pt x="5334" y="37914"/>
                    <a:pt x="5570" y="37453"/>
                    <a:pt x="6752" y="33760"/>
                  </a:cubicBezTo>
                  <a:cubicBezTo>
                    <a:pt x="13132" y="12064"/>
                    <a:pt x="22585" y="5140"/>
                    <a:pt x="30619" y="5140"/>
                  </a:cubicBezTo>
                  <a:cubicBezTo>
                    <a:pt x="32510" y="5140"/>
                    <a:pt x="36527" y="5140"/>
                    <a:pt x="36527" y="12526"/>
                  </a:cubicBezTo>
                  <a:cubicBezTo>
                    <a:pt x="36527" y="18296"/>
                    <a:pt x="34164" y="24297"/>
                    <a:pt x="32510" y="28682"/>
                  </a:cubicBezTo>
                  <a:cubicBezTo>
                    <a:pt x="23057" y="53147"/>
                    <a:pt x="18804" y="66303"/>
                    <a:pt x="18804" y="77151"/>
                  </a:cubicBezTo>
                  <a:cubicBezTo>
                    <a:pt x="18804" y="97692"/>
                    <a:pt x="33691" y="104616"/>
                    <a:pt x="47634" y="104616"/>
                  </a:cubicBezTo>
                  <a:cubicBezTo>
                    <a:pt x="56850" y="104616"/>
                    <a:pt x="64885" y="100693"/>
                    <a:pt x="71502" y="94230"/>
                  </a:cubicBezTo>
                  <a:cubicBezTo>
                    <a:pt x="68429" y="106232"/>
                    <a:pt x="65594" y="117541"/>
                    <a:pt x="56141" y="129774"/>
                  </a:cubicBezTo>
                  <a:cubicBezTo>
                    <a:pt x="49997" y="137621"/>
                    <a:pt x="41017" y="144314"/>
                    <a:pt x="30147" y="144314"/>
                  </a:cubicBezTo>
                  <a:cubicBezTo>
                    <a:pt x="26838" y="144314"/>
                    <a:pt x="16204" y="143622"/>
                    <a:pt x="12187" y="134621"/>
                  </a:cubicBezTo>
                  <a:cubicBezTo>
                    <a:pt x="15968" y="134621"/>
                    <a:pt x="19040" y="134621"/>
                    <a:pt x="22349" y="131851"/>
                  </a:cubicBezTo>
                  <a:cubicBezTo>
                    <a:pt x="24712" y="129774"/>
                    <a:pt x="27075" y="126773"/>
                    <a:pt x="27075" y="122388"/>
                  </a:cubicBezTo>
                  <a:cubicBezTo>
                    <a:pt x="27075" y="115233"/>
                    <a:pt x="20694" y="114310"/>
                    <a:pt x="18331" y="114310"/>
                  </a:cubicBezTo>
                  <a:cubicBezTo>
                    <a:pt x="12896" y="114310"/>
                    <a:pt x="5098" y="118003"/>
                    <a:pt x="5098" y="129312"/>
                  </a:cubicBezTo>
                  <a:cubicBezTo>
                    <a:pt x="5098" y="140852"/>
                    <a:pt x="15495" y="149392"/>
                    <a:pt x="30147" y="149392"/>
                  </a:cubicBezTo>
                  <a:cubicBezTo>
                    <a:pt x="54487" y="149392"/>
                    <a:pt x="78827" y="128389"/>
                    <a:pt x="85444" y="102308"/>
                  </a:cubicBezTo>
                  <a:lnTo>
                    <a:pt x="108130" y="141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5" name="Freeform: Shape 294">
              <a:extLst>
                <a:ext uri="{FF2B5EF4-FFF2-40B4-BE49-F238E27FC236}">
                  <a16:creationId xmlns:a16="http://schemas.microsoft.com/office/drawing/2014/main" id="{05310BDB-8736-471A-FB2D-9D51A9EE98D7}"/>
                </a:ext>
              </a:extLst>
            </p:cNvPr>
            <p:cNvSpPr/>
            <p:nvPr>
              <p:custDataLst>
                <p:tags r:id="rId121"/>
              </p:custDataLst>
            </p:nvPr>
          </p:nvSpPr>
          <p:spPr>
            <a:xfrm>
              <a:off x="8401778" y="5225861"/>
              <a:ext cx="50121" cy="108731"/>
            </a:xfrm>
            <a:custGeom>
              <a:avLst/>
              <a:gdLst>
                <a:gd name="connsiteX0" fmla="*/ 45961 w 50121"/>
                <a:gd name="connsiteY0" fmla="*/ 6204 h 108731"/>
                <a:gd name="connsiteX1" fmla="*/ 39344 w 50121"/>
                <a:gd name="connsiteY1" fmla="*/ 64 h 108731"/>
                <a:gd name="connsiteX2" fmla="*/ 30081 w 50121"/>
                <a:gd name="connsiteY2" fmla="*/ 8950 h 108731"/>
                <a:gd name="connsiteX3" fmla="*/ 36698 w 50121"/>
                <a:gd name="connsiteY3" fmla="*/ 15090 h 108731"/>
                <a:gd name="connsiteX4" fmla="*/ 45961 w 50121"/>
                <a:gd name="connsiteY4" fmla="*/ 6204 h 108731"/>
                <a:gd name="connsiteX5" fmla="*/ 12216 w 50121"/>
                <a:gd name="connsiteY5" fmla="*/ 88277 h 108731"/>
                <a:gd name="connsiteX6" fmla="*/ 10727 w 50121"/>
                <a:gd name="connsiteY6" fmla="*/ 95063 h 108731"/>
                <a:gd name="connsiteX7" fmla="*/ 26442 w 50121"/>
                <a:gd name="connsiteY7" fmla="*/ 108795 h 108731"/>
                <a:gd name="connsiteX8" fmla="*/ 50262 w 50121"/>
                <a:gd name="connsiteY8" fmla="*/ 84076 h 108731"/>
                <a:gd name="connsiteX9" fmla="*/ 47615 w 50121"/>
                <a:gd name="connsiteY9" fmla="*/ 81976 h 108731"/>
                <a:gd name="connsiteX10" fmla="*/ 44472 w 50121"/>
                <a:gd name="connsiteY10" fmla="*/ 84723 h 108731"/>
                <a:gd name="connsiteX11" fmla="*/ 26938 w 50121"/>
                <a:gd name="connsiteY11" fmla="*/ 104272 h 108731"/>
                <a:gd name="connsiteX12" fmla="*/ 22802 w 50121"/>
                <a:gd name="connsiteY12" fmla="*/ 98617 h 108731"/>
                <a:gd name="connsiteX13" fmla="*/ 25449 w 50121"/>
                <a:gd name="connsiteY13" fmla="*/ 88277 h 108731"/>
                <a:gd name="connsiteX14" fmla="*/ 30742 w 50121"/>
                <a:gd name="connsiteY14" fmla="*/ 75352 h 108731"/>
                <a:gd name="connsiteX15" fmla="*/ 38848 w 50121"/>
                <a:gd name="connsiteY15" fmla="*/ 54834 h 108731"/>
                <a:gd name="connsiteX16" fmla="*/ 39841 w 50121"/>
                <a:gd name="connsiteY16" fmla="*/ 49664 h 108731"/>
                <a:gd name="connsiteX17" fmla="*/ 24126 w 50121"/>
                <a:gd name="connsiteY17" fmla="*/ 35931 h 108731"/>
                <a:gd name="connsiteX18" fmla="*/ 140 w 50121"/>
                <a:gd name="connsiteY18" fmla="*/ 60650 h 108731"/>
                <a:gd name="connsiteX19" fmla="*/ 2952 w 50121"/>
                <a:gd name="connsiteY19" fmla="*/ 62750 h 108731"/>
                <a:gd name="connsiteX20" fmla="*/ 5930 w 50121"/>
                <a:gd name="connsiteY20" fmla="*/ 60165 h 108731"/>
                <a:gd name="connsiteX21" fmla="*/ 23629 w 50121"/>
                <a:gd name="connsiteY21" fmla="*/ 40455 h 108731"/>
                <a:gd name="connsiteX22" fmla="*/ 27765 w 50121"/>
                <a:gd name="connsiteY22" fmla="*/ 46109 h 108731"/>
                <a:gd name="connsiteX23" fmla="*/ 22637 w 50121"/>
                <a:gd name="connsiteY23" fmla="*/ 62266 h 108731"/>
                <a:gd name="connsiteX24" fmla="*/ 12216 w 50121"/>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1" h="108731">
                  <a:moveTo>
                    <a:pt x="45961" y="6204"/>
                  </a:moveTo>
                  <a:cubicBezTo>
                    <a:pt x="45961" y="3619"/>
                    <a:pt x="43976" y="64"/>
                    <a:pt x="39344" y="64"/>
                  </a:cubicBezTo>
                  <a:cubicBezTo>
                    <a:pt x="34878" y="64"/>
                    <a:pt x="30081" y="4265"/>
                    <a:pt x="30081" y="8950"/>
                  </a:cubicBezTo>
                  <a:cubicBezTo>
                    <a:pt x="30081" y="11697"/>
                    <a:pt x="32231" y="15090"/>
                    <a:pt x="36698" y="15090"/>
                  </a:cubicBezTo>
                  <a:cubicBezTo>
                    <a:pt x="41495" y="15090"/>
                    <a:pt x="45961" y="10566"/>
                    <a:pt x="45961" y="6204"/>
                  </a:cubicBezTo>
                  <a:close/>
                  <a:moveTo>
                    <a:pt x="12216" y="88277"/>
                  </a:moveTo>
                  <a:cubicBezTo>
                    <a:pt x="11554" y="90377"/>
                    <a:pt x="10727" y="92316"/>
                    <a:pt x="10727" y="95063"/>
                  </a:cubicBezTo>
                  <a:cubicBezTo>
                    <a:pt x="10727" y="102656"/>
                    <a:pt x="17344" y="108795"/>
                    <a:pt x="26442" y="108795"/>
                  </a:cubicBezTo>
                  <a:cubicBezTo>
                    <a:pt x="42983" y="108795"/>
                    <a:pt x="50262" y="86500"/>
                    <a:pt x="50262" y="84076"/>
                  </a:cubicBezTo>
                  <a:cubicBezTo>
                    <a:pt x="50262" y="81976"/>
                    <a:pt x="48111" y="81976"/>
                    <a:pt x="47615" y="81976"/>
                  </a:cubicBezTo>
                  <a:cubicBezTo>
                    <a:pt x="45299" y="81976"/>
                    <a:pt x="45134" y="82945"/>
                    <a:pt x="44472" y="84723"/>
                  </a:cubicBezTo>
                  <a:cubicBezTo>
                    <a:pt x="40668" y="97648"/>
                    <a:pt x="33389" y="104272"/>
                    <a:pt x="26938" y="104272"/>
                  </a:cubicBezTo>
                  <a:cubicBezTo>
                    <a:pt x="23629" y="104272"/>
                    <a:pt x="22802" y="102171"/>
                    <a:pt x="22802" y="98617"/>
                  </a:cubicBezTo>
                  <a:cubicBezTo>
                    <a:pt x="22802" y="94901"/>
                    <a:pt x="23960" y="91831"/>
                    <a:pt x="25449" y="88277"/>
                  </a:cubicBezTo>
                  <a:cubicBezTo>
                    <a:pt x="27103" y="83915"/>
                    <a:pt x="28923" y="79553"/>
                    <a:pt x="30742" y="75352"/>
                  </a:cubicBezTo>
                  <a:cubicBezTo>
                    <a:pt x="32231" y="71475"/>
                    <a:pt x="38186" y="56772"/>
                    <a:pt x="38848" y="54834"/>
                  </a:cubicBezTo>
                  <a:cubicBezTo>
                    <a:pt x="39344" y="53218"/>
                    <a:pt x="39841" y="51279"/>
                    <a:pt x="39841" y="49664"/>
                  </a:cubicBezTo>
                  <a:cubicBezTo>
                    <a:pt x="39841" y="42070"/>
                    <a:pt x="33224" y="35931"/>
                    <a:pt x="24126" y="35931"/>
                  </a:cubicBezTo>
                  <a:cubicBezTo>
                    <a:pt x="7749" y="35931"/>
                    <a:pt x="140" y="57903"/>
                    <a:pt x="140" y="60650"/>
                  </a:cubicBezTo>
                  <a:cubicBezTo>
                    <a:pt x="140" y="62750"/>
                    <a:pt x="2456" y="62750"/>
                    <a:pt x="2952" y="62750"/>
                  </a:cubicBezTo>
                  <a:cubicBezTo>
                    <a:pt x="5268" y="62750"/>
                    <a:pt x="5433" y="61942"/>
                    <a:pt x="5930" y="60165"/>
                  </a:cubicBezTo>
                  <a:cubicBezTo>
                    <a:pt x="10231" y="46271"/>
                    <a:pt x="17509" y="40455"/>
                    <a:pt x="23629" y="40455"/>
                  </a:cubicBezTo>
                  <a:cubicBezTo>
                    <a:pt x="26276" y="40455"/>
                    <a:pt x="27765" y="41747"/>
                    <a:pt x="27765" y="46109"/>
                  </a:cubicBezTo>
                  <a:cubicBezTo>
                    <a:pt x="27765" y="49825"/>
                    <a:pt x="26772" y="52249"/>
                    <a:pt x="22637" y="62266"/>
                  </a:cubicBezTo>
                  <a:lnTo>
                    <a:pt x="12216"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6" name="Freeform: Shape 295">
              <a:extLst>
                <a:ext uri="{FF2B5EF4-FFF2-40B4-BE49-F238E27FC236}">
                  <a16:creationId xmlns:a16="http://schemas.microsoft.com/office/drawing/2014/main" id="{6085BE3D-629F-CC4A-D358-7CE29264E98D}"/>
                </a:ext>
              </a:extLst>
            </p:cNvPr>
            <p:cNvSpPr/>
            <p:nvPr>
              <p:custDataLst>
                <p:tags r:id="rId122"/>
              </p:custDataLst>
            </p:nvPr>
          </p:nvSpPr>
          <p:spPr>
            <a:xfrm>
              <a:off x="8544806" y="5236040"/>
              <a:ext cx="144387" cy="9232"/>
            </a:xfrm>
            <a:custGeom>
              <a:avLst/>
              <a:gdLst>
                <a:gd name="connsiteX0" fmla="*/ 136262 w 144387"/>
                <a:gd name="connsiteY0" fmla="*/ 9295 h 9232"/>
                <a:gd name="connsiteX1" fmla="*/ 144533 w 144387"/>
                <a:gd name="connsiteY1" fmla="*/ 4679 h 9232"/>
                <a:gd name="connsiteX2" fmla="*/ 136262 w 144387"/>
                <a:gd name="connsiteY2" fmla="*/ 63 h 9232"/>
                <a:gd name="connsiteX3" fmla="*/ 8416 w 144387"/>
                <a:gd name="connsiteY3" fmla="*/ 63 h 9232"/>
                <a:gd name="connsiteX4" fmla="*/ 146 w 144387"/>
                <a:gd name="connsiteY4" fmla="*/ 4679 h 9232"/>
                <a:gd name="connsiteX5" fmla="*/ 8416 w 144387"/>
                <a:gd name="connsiteY5" fmla="*/ 9295 h 9232"/>
                <a:gd name="connsiteX6" fmla="*/ 136262 w 144387"/>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387" h="9232">
                  <a:moveTo>
                    <a:pt x="136262" y="9295"/>
                  </a:moveTo>
                  <a:cubicBezTo>
                    <a:pt x="140279" y="9295"/>
                    <a:pt x="144533" y="9295"/>
                    <a:pt x="144533" y="4679"/>
                  </a:cubicBezTo>
                  <a:cubicBezTo>
                    <a:pt x="144533" y="63"/>
                    <a:pt x="140279" y="63"/>
                    <a:pt x="136262" y="63"/>
                  </a:cubicBezTo>
                  <a:lnTo>
                    <a:pt x="8416" y="63"/>
                  </a:lnTo>
                  <a:cubicBezTo>
                    <a:pt x="4399" y="63"/>
                    <a:pt x="146" y="63"/>
                    <a:pt x="146" y="4679"/>
                  </a:cubicBezTo>
                  <a:cubicBezTo>
                    <a:pt x="146" y="9295"/>
                    <a:pt x="4399" y="9295"/>
                    <a:pt x="8416" y="9295"/>
                  </a:cubicBezTo>
                  <a:lnTo>
                    <a:pt x="136262"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7" name="Freeform: Shape 296">
              <a:extLst>
                <a:ext uri="{FF2B5EF4-FFF2-40B4-BE49-F238E27FC236}">
                  <a16:creationId xmlns:a16="http://schemas.microsoft.com/office/drawing/2014/main" id="{5DF8AF8A-2307-DF5B-5975-7261E58612B9}"/>
                </a:ext>
              </a:extLst>
            </p:cNvPr>
            <p:cNvSpPr/>
            <p:nvPr>
              <p:custDataLst>
                <p:tags r:id="rId123"/>
              </p:custDataLst>
            </p:nvPr>
          </p:nvSpPr>
          <p:spPr>
            <a:xfrm>
              <a:off x="8768563" y="5135410"/>
              <a:ext cx="128820" cy="207722"/>
            </a:xfrm>
            <a:custGeom>
              <a:avLst/>
              <a:gdLst>
                <a:gd name="connsiteX0" fmla="*/ 128976 w 128820"/>
                <a:gd name="connsiteY0" fmla="*/ 31683 h 207722"/>
                <a:gd name="connsiteX1" fmla="*/ 96837 w 128820"/>
                <a:gd name="connsiteY1" fmla="*/ 63 h 207722"/>
                <a:gd name="connsiteX2" fmla="*/ 68244 w 128820"/>
                <a:gd name="connsiteY2" fmla="*/ 9756 h 207722"/>
                <a:gd name="connsiteX3" fmla="*/ 37759 w 128820"/>
                <a:gd name="connsiteY3" fmla="*/ 58917 h 207722"/>
                <a:gd name="connsiteX4" fmla="*/ 185 w 128820"/>
                <a:gd name="connsiteY4" fmla="*/ 205477 h 207722"/>
                <a:gd name="connsiteX5" fmla="*/ 3021 w 128820"/>
                <a:gd name="connsiteY5" fmla="*/ 207785 h 207722"/>
                <a:gd name="connsiteX6" fmla="*/ 5857 w 128820"/>
                <a:gd name="connsiteY6" fmla="*/ 206631 h 207722"/>
                <a:gd name="connsiteX7" fmla="*/ 22399 w 128820"/>
                <a:gd name="connsiteY7" fmla="*/ 142930 h 207722"/>
                <a:gd name="connsiteX8" fmla="*/ 54537 w 128820"/>
                <a:gd name="connsiteY8" fmla="*/ 165317 h 207722"/>
                <a:gd name="connsiteX9" fmla="*/ 100146 w 128820"/>
                <a:gd name="connsiteY9" fmla="*/ 147084 h 207722"/>
                <a:gd name="connsiteX10" fmla="*/ 119051 w 128820"/>
                <a:gd name="connsiteY10" fmla="*/ 104616 h 207722"/>
                <a:gd name="connsiteX11" fmla="*/ 101800 w 128820"/>
                <a:gd name="connsiteY11" fmla="*/ 70227 h 207722"/>
                <a:gd name="connsiteX12" fmla="*/ 128976 w 128820"/>
                <a:gd name="connsiteY12" fmla="*/ 31683 h 207722"/>
                <a:gd name="connsiteX13" fmla="*/ 86440 w 128820"/>
                <a:gd name="connsiteY13" fmla="*/ 69996 h 207722"/>
                <a:gd name="connsiteX14" fmla="*/ 75097 w 128820"/>
                <a:gd name="connsiteY14" fmla="*/ 71612 h 207722"/>
                <a:gd name="connsiteX15" fmla="*/ 64699 w 128820"/>
                <a:gd name="connsiteY15" fmla="*/ 70688 h 207722"/>
                <a:gd name="connsiteX16" fmla="*/ 76278 w 128820"/>
                <a:gd name="connsiteY16" fmla="*/ 68842 h 207722"/>
                <a:gd name="connsiteX17" fmla="*/ 86440 w 128820"/>
                <a:gd name="connsiteY17" fmla="*/ 69996 h 207722"/>
                <a:gd name="connsiteX18" fmla="*/ 115742 w 128820"/>
                <a:gd name="connsiteY18" fmla="*/ 26374 h 207722"/>
                <a:gd name="connsiteX19" fmla="*/ 94474 w 128820"/>
                <a:gd name="connsiteY19" fmla="*/ 66303 h 207722"/>
                <a:gd name="connsiteX20" fmla="*/ 76278 w 128820"/>
                <a:gd name="connsiteY20" fmla="*/ 63533 h 207722"/>
                <a:gd name="connsiteX21" fmla="*/ 58082 w 128820"/>
                <a:gd name="connsiteY21" fmla="*/ 70919 h 207722"/>
                <a:gd name="connsiteX22" fmla="*/ 74388 w 128820"/>
                <a:gd name="connsiteY22" fmla="*/ 76689 h 207722"/>
                <a:gd name="connsiteX23" fmla="*/ 93765 w 128820"/>
                <a:gd name="connsiteY23" fmla="*/ 73689 h 207722"/>
                <a:gd name="connsiteX24" fmla="*/ 104163 w 128820"/>
                <a:gd name="connsiteY24" fmla="*/ 99769 h 207722"/>
                <a:gd name="connsiteX25" fmla="*/ 92347 w 128820"/>
                <a:gd name="connsiteY25" fmla="*/ 139467 h 207722"/>
                <a:gd name="connsiteX26" fmla="*/ 53828 w 128820"/>
                <a:gd name="connsiteY26" fmla="*/ 160240 h 207722"/>
                <a:gd name="connsiteX27" fmla="*/ 26889 w 128820"/>
                <a:gd name="connsiteY27" fmla="*/ 130466 h 207722"/>
                <a:gd name="connsiteX28" fmla="*/ 28070 w 128820"/>
                <a:gd name="connsiteY28" fmla="*/ 120311 h 207722"/>
                <a:gd name="connsiteX29" fmla="*/ 43194 w 128820"/>
                <a:gd name="connsiteY29" fmla="*/ 61918 h 207722"/>
                <a:gd name="connsiteX30" fmla="*/ 93765 w 128820"/>
                <a:gd name="connsiteY30" fmla="*/ 5371 h 207722"/>
                <a:gd name="connsiteX31" fmla="*/ 115742 w 128820"/>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820" h="207722">
                  <a:moveTo>
                    <a:pt x="128976" y="31683"/>
                  </a:moveTo>
                  <a:cubicBezTo>
                    <a:pt x="128976" y="14373"/>
                    <a:pt x="115979" y="63"/>
                    <a:pt x="96837" y="63"/>
                  </a:cubicBezTo>
                  <a:cubicBezTo>
                    <a:pt x="83131" y="63"/>
                    <a:pt x="76514" y="3756"/>
                    <a:pt x="68244" y="9756"/>
                  </a:cubicBezTo>
                  <a:cubicBezTo>
                    <a:pt x="55246" y="18989"/>
                    <a:pt x="42249" y="41376"/>
                    <a:pt x="37759" y="58917"/>
                  </a:cubicBezTo>
                  <a:lnTo>
                    <a:pt x="185" y="205477"/>
                  </a:lnTo>
                  <a:cubicBezTo>
                    <a:pt x="-51" y="206400"/>
                    <a:pt x="1131" y="207785"/>
                    <a:pt x="3021" y="207785"/>
                  </a:cubicBezTo>
                  <a:cubicBezTo>
                    <a:pt x="4912" y="207785"/>
                    <a:pt x="5621" y="207323"/>
                    <a:pt x="5857" y="206631"/>
                  </a:cubicBezTo>
                  <a:lnTo>
                    <a:pt x="22399" y="142930"/>
                  </a:lnTo>
                  <a:cubicBezTo>
                    <a:pt x="26889" y="156778"/>
                    <a:pt x="37287" y="165317"/>
                    <a:pt x="54537" y="165317"/>
                  </a:cubicBezTo>
                  <a:cubicBezTo>
                    <a:pt x="71788" y="165317"/>
                    <a:pt x="89512" y="157239"/>
                    <a:pt x="100146" y="147084"/>
                  </a:cubicBezTo>
                  <a:cubicBezTo>
                    <a:pt x="111489" y="136467"/>
                    <a:pt x="119051" y="121696"/>
                    <a:pt x="119051" y="104616"/>
                  </a:cubicBezTo>
                  <a:cubicBezTo>
                    <a:pt x="119051" y="87999"/>
                    <a:pt x="110307" y="75997"/>
                    <a:pt x="101800" y="70227"/>
                  </a:cubicBezTo>
                  <a:cubicBezTo>
                    <a:pt x="115506" y="62610"/>
                    <a:pt x="128976" y="48300"/>
                    <a:pt x="128976" y="31683"/>
                  </a:cubicBezTo>
                  <a:close/>
                  <a:moveTo>
                    <a:pt x="86440" y="69996"/>
                  </a:moveTo>
                  <a:cubicBezTo>
                    <a:pt x="83368" y="71150"/>
                    <a:pt x="80768" y="71612"/>
                    <a:pt x="75097" y="71612"/>
                  </a:cubicBezTo>
                  <a:cubicBezTo>
                    <a:pt x="71788" y="71612"/>
                    <a:pt x="67062" y="71842"/>
                    <a:pt x="64699" y="70688"/>
                  </a:cubicBezTo>
                  <a:cubicBezTo>
                    <a:pt x="65171" y="68380"/>
                    <a:pt x="73679" y="68842"/>
                    <a:pt x="76278" y="68842"/>
                  </a:cubicBezTo>
                  <a:cubicBezTo>
                    <a:pt x="81241" y="68842"/>
                    <a:pt x="83368" y="68842"/>
                    <a:pt x="86440" y="69996"/>
                  </a:cubicBezTo>
                  <a:close/>
                  <a:moveTo>
                    <a:pt x="115742" y="26374"/>
                  </a:moveTo>
                  <a:cubicBezTo>
                    <a:pt x="115742" y="42530"/>
                    <a:pt x="106762" y="59148"/>
                    <a:pt x="94474" y="66303"/>
                  </a:cubicBezTo>
                  <a:cubicBezTo>
                    <a:pt x="88094" y="63995"/>
                    <a:pt x="83368" y="63533"/>
                    <a:pt x="76278" y="63533"/>
                  </a:cubicBezTo>
                  <a:cubicBezTo>
                    <a:pt x="71316" y="63533"/>
                    <a:pt x="58082" y="63303"/>
                    <a:pt x="58082" y="70919"/>
                  </a:cubicBezTo>
                  <a:cubicBezTo>
                    <a:pt x="57846" y="77382"/>
                    <a:pt x="70134" y="76689"/>
                    <a:pt x="74388" y="76689"/>
                  </a:cubicBezTo>
                  <a:cubicBezTo>
                    <a:pt x="83131" y="76689"/>
                    <a:pt x="86676" y="76458"/>
                    <a:pt x="93765" y="73689"/>
                  </a:cubicBezTo>
                  <a:cubicBezTo>
                    <a:pt x="102745" y="81998"/>
                    <a:pt x="103927" y="89153"/>
                    <a:pt x="104163" y="99769"/>
                  </a:cubicBezTo>
                  <a:cubicBezTo>
                    <a:pt x="104636" y="113156"/>
                    <a:pt x="98964" y="130466"/>
                    <a:pt x="92347" y="139467"/>
                  </a:cubicBezTo>
                  <a:cubicBezTo>
                    <a:pt x="83131" y="151931"/>
                    <a:pt x="67298" y="160240"/>
                    <a:pt x="53828" y="160240"/>
                  </a:cubicBezTo>
                  <a:cubicBezTo>
                    <a:pt x="35869" y="160240"/>
                    <a:pt x="26889" y="146853"/>
                    <a:pt x="26889" y="130466"/>
                  </a:cubicBezTo>
                  <a:cubicBezTo>
                    <a:pt x="26889" y="128158"/>
                    <a:pt x="26889" y="124696"/>
                    <a:pt x="28070" y="120311"/>
                  </a:cubicBezTo>
                  <a:lnTo>
                    <a:pt x="43194" y="61918"/>
                  </a:lnTo>
                  <a:cubicBezTo>
                    <a:pt x="48393" y="42069"/>
                    <a:pt x="65408" y="5371"/>
                    <a:pt x="93765" y="5371"/>
                  </a:cubicBezTo>
                  <a:cubicBezTo>
                    <a:pt x="107471" y="5371"/>
                    <a:pt x="115742" y="12526"/>
                    <a:pt x="115742"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8" name="Freeform: Shape 297">
              <a:extLst>
                <a:ext uri="{FF2B5EF4-FFF2-40B4-BE49-F238E27FC236}">
                  <a16:creationId xmlns:a16="http://schemas.microsoft.com/office/drawing/2014/main" id="{948EC6A0-9BD6-BF8F-3CD4-07404C9C0180}"/>
                </a:ext>
              </a:extLst>
            </p:cNvPr>
            <p:cNvSpPr/>
            <p:nvPr>
              <p:custDataLst>
                <p:tags r:id="rId124"/>
              </p:custDataLst>
            </p:nvPr>
          </p:nvSpPr>
          <p:spPr>
            <a:xfrm>
              <a:off x="8903770" y="5225699"/>
              <a:ext cx="76754" cy="110508"/>
            </a:xfrm>
            <a:custGeom>
              <a:avLst/>
              <a:gdLst>
                <a:gd name="connsiteX0" fmla="*/ 76915 w 76754"/>
                <a:gd name="connsiteY0" fmla="*/ 55803 h 110508"/>
                <a:gd name="connsiteX1" fmla="*/ 67156 w 76754"/>
                <a:gd name="connsiteY1" fmla="*/ 13959 h 110508"/>
                <a:gd name="connsiteX2" fmla="*/ 38538 w 76754"/>
                <a:gd name="connsiteY2" fmla="*/ 64 h 110508"/>
                <a:gd name="connsiteX3" fmla="*/ 161 w 76754"/>
                <a:gd name="connsiteY3" fmla="*/ 55803 h 110508"/>
                <a:gd name="connsiteX4" fmla="*/ 38538 w 76754"/>
                <a:gd name="connsiteY4" fmla="*/ 110572 h 110508"/>
                <a:gd name="connsiteX5" fmla="*/ 76915 w 76754"/>
                <a:gd name="connsiteY5" fmla="*/ 55803 h 110508"/>
                <a:gd name="connsiteX6" fmla="*/ 38538 w 76754"/>
                <a:gd name="connsiteY6" fmla="*/ 106049 h 110508"/>
                <a:gd name="connsiteX7" fmla="*/ 17530 w 76754"/>
                <a:gd name="connsiteY7" fmla="*/ 88439 h 110508"/>
                <a:gd name="connsiteX8" fmla="*/ 15214 w 76754"/>
                <a:gd name="connsiteY8" fmla="*/ 53703 h 110508"/>
                <a:gd name="connsiteX9" fmla="*/ 17696 w 76754"/>
                <a:gd name="connsiteY9" fmla="*/ 20744 h 110508"/>
                <a:gd name="connsiteX10" fmla="*/ 38538 w 76754"/>
                <a:gd name="connsiteY10" fmla="*/ 4588 h 110508"/>
                <a:gd name="connsiteX11" fmla="*/ 59050 w 76754"/>
                <a:gd name="connsiteY11" fmla="*/ 19290 h 110508"/>
                <a:gd name="connsiteX12" fmla="*/ 61862 w 76754"/>
                <a:gd name="connsiteY12" fmla="*/ 53703 h 110508"/>
                <a:gd name="connsiteX13" fmla="*/ 59712 w 76754"/>
                <a:gd name="connsiteY13" fmla="*/ 87792 h 110508"/>
                <a:gd name="connsiteX14" fmla="*/ 38538 w 76754"/>
                <a:gd name="connsiteY14" fmla="*/ 106049 h 11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754" h="110508">
                  <a:moveTo>
                    <a:pt x="76915" y="55803"/>
                  </a:moveTo>
                  <a:cubicBezTo>
                    <a:pt x="76915" y="38031"/>
                    <a:pt x="74765" y="25268"/>
                    <a:pt x="67156" y="13959"/>
                  </a:cubicBezTo>
                  <a:cubicBezTo>
                    <a:pt x="62028" y="6527"/>
                    <a:pt x="51772" y="64"/>
                    <a:pt x="38538" y="64"/>
                  </a:cubicBezTo>
                  <a:cubicBezTo>
                    <a:pt x="161" y="64"/>
                    <a:pt x="161" y="44171"/>
                    <a:pt x="161" y="55803"/>
                  </a:cubicBezTo>
                  <a:cubicBezTo>
                    <a:pt x="161" y="67435"/>
                    <a:pt x="161" y="110572"/>
                    <a:pt x="38538" y="110572"/>
                  </a:cubicBezTo>
                  <a:cubicBezTo>
                    <a:pt x="76915" y="110572"/>
                    <a:pt x="76915" y="67436"/>
                    <a:pt x="76915" y="55803"/>
                  </a:cubicBezTo>
                  <a:close/>
                  <a:moveTo>
                    <a:pt x="38538" y="106049"/>
                  </a:moveTo>
                  <a:cubicBezTo>
                    <a:pt x="30929" y="106049"/>
                    <a:pt x="20838" y="101687"/>
                    <a:pt x="17530" y="88439"/>
                  </a:cubicBezTo>
                  <a:cubicBezTo>
                    <a:pt x="15214" y="78906"/>
                    <a:pt x="15214" y="65658"/>
                    <a:pt x="15214" y="53703"/>
                  </a:cubicBezTo>
                  <a:cubicBezTo>
                    <a:pt x="15214" y="41909"/>
                    <a:pt x="15214" y="29630"/>
                    <a:pt x="17696" y="20744"/>
                  </a:cubicBezTo>
                  <a:cubicBezTo>
                    <a:pt x="21169" y="7981"/>
                    <a:pt x="31756" y="4588"/>
                    <a:pt x="38538" y="4588"/>
                  </a:cubicBezTo>
                  <a:cubicBezTo>
                    <a:pt x="47471" y="4588"/>
                    <a:pt x="56073" y="9920"/>
                    <a:pt x="59050" y="19290"/>
                  </a:cubicBezTo>
                  <a:cubicBezTo>
                    <a:pt x="61697" y="28014"/>
                    <a:pt x="61862" y="39647"/>
                    <a:pt x="61862" y="53703"/>
                  </a:cubicBezTo>
                  <a:cubicBezTo>
                    <a:pt x="61862" y="65658"/>
                    <a:pt x="61862" y="77614"/>
                    <a:pt x="59712" y="87792"/>
                  </a:cubicBezTo>
                  <a:cubicBezTo>
                    <a:pt x="56404" y="102494"/>
                    <a:pt x="45155" y="106049"/>
                    <a:pt x="38538" y="106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9" name="Freeform: Shape 298">
              <a:extLst>
                <a:ext uri="{FF2B5EF4-FFF2-40B4-BE49-F238E27FC236}">
                  <a16:creationId xmlns:a16="http://schemas.microsoft.com/office/drawing/2014/main" id="{1CBE51DA-8604-4F5A-0283-662A7BBD3C28}"/>
                </a:ext>
              </a:extLst>
            </p:cNvPr>
            <p:cNvSpPr/>
            <p:nvPr>
              <p:custDataLst>
                <p:tags r:id="rId125"/>
              </p:custDataLst>
            </p:nvPr>
          </p:nvSpPr>
          <p:spPr>
            <a:xfrm>
              <a:off x="9073308" y="5236040"/>
              <a:ext cx="144387" cy="9232"/>
            </a:xfrm>
            <a:custGeom>
              <a:avLst/>
              <a:gdLst>
                <a:gd name="connsiteX0" fmla="*/ 136284 w 144387"/>
                <a:gd name="connsiteY0" fmla="*/ 9295 h 9232"/>
                <a:gd name="connsiteX1" fmla="*/ 144555 w 144387"/>
                <a:gd name="connsiteY1" fmla="*/ 4679 h 9232"/>
                <a:gd name="connsiteX2" fmla="*/ 136284 w 144387"/>
                <a:gd name="connsiteY2" fmla="*/ 63 h 9232"/>
                <a:gd name="connsiteX3" fmla="*/ 8439 w 144387"/>
                <a:gd name="connsiteY3" fmla="*/ 63 h 9232"/>
                <a:gd name="connsiteX4" fmla="*/ 168 w 144387"/>
                <a:gd name="connsiteY4" fmla="*/ 4679 h 9232"/>
                <a:gd name="connsiteX5" fmla="*/ 8439 w 144387"/>
                <a:gd name="connsiteY5" fmla="*/ 9295 h 9232"/>
                <a:gd name="connsiteX6" fmla="*/ 136284 w 144387"/>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387" h="9232">
                  <a:moveTo>
                    <a:pt x="136284" y="9295"/>
                  </a:moveTo>
                  <a:cubicBezTo>
                    <a:pt x="140301" y="9295"/>
                    <a:pt x="144555" y="9295"/>
                    <a:pt x="144555" y="4679"/>
                  </a:cubicBezTo>
                  <a:cubicBezTo>
                    <a:pt x="144555" y="63"/>
                    <a:pt x="140301" y="63"/>
                    <a:pt x="136284" y="63"/>
                  </a:cubicBezTo>
                  <a:lnTo>
                    <a:pt x="8439" y="63"/>
                  </a:lnTo>
                  <a:cubicBezTo>
                    <a:pt x="4421" y="63"/>
                    <a:pt x="168" y="63"/>
                    <a:pt x="168" y="4679"/>
                  </a:cubicBezTo>
                  <a:cubicBezTo>
                    <a:pt x="168" y="9295"/>
                    <a:pt x="4421" y="9295"/>
                    <a:pt x="8439" y="9295"/>
                  </a:cubicBezTo>
                  <a:lnTo>
                    <a:pt x="136284"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0" name="Freeform: Shape 299">
              <a:extLst>
                <a:ext uri="{FF2B5EF4-FFF2-40B4-BE49-F238E27FC236}">
                  <a16:creationId xmlns:a16="http://schemas.microsoft.com/office/drawing/2014/main" id="{552504DD-4F33-6EA6-A1CD-65D9AB30C1F8}"/>
                </a:ext>
              </a:extLst>
            </p:cNvPr>
            <p:cNvSpPr/>
            <p:nvPr>
              <p:custDataLst>
                <p:tags r:id="rId126"/>
              </p:custDataLst>
            </p:nvPr>
          </p:nvSpPr>
          <p:spPr>
            <a:xfrm>
              <a:off x="9297065" y="5135410"/>
              <a:ext cx="128820" cy="207722"/>
            </a:xfrm>
            <a:custGeom>
              <a:avLst/>
              <a:gdLst>
                <a:gd name="connsiteX0" fmla="*/ 128998 w 128820"/>
                <a:gd name="connsiteY0" fmla="*/ 31683 h 207722"/>
                <a:gd name="connsiteX1" fmla="*/ 96860 w 128820"/>
                <a:gd name="connsiteY1" fmla="*/ 63 h 207722"/>
                <a:gd name="connsiteX2" fmla="*/ 68266 w 128820"/>
                <a:gd name="connsiteY2" fmla="*/ 9756 h 207722"/>
                <a:gd name="connsiteX3" fmla="*/ 37781 w 128820"/>
                <a:gd name="connsiteY3" fmla="*/ 58917 h 207722"/>
                <a:gd name="connsiteX4" fmla="*/ 208 w 128820"/>
                <a:gd name="connsiteY4" fmla="*/ 205477 h 207722"/>
                <a:gd name="connsiteX5" fmla="*/ 3043 w 128820"/>
                <a:gd name="connsiteY5" fmla="*/ 207785 h 207722"/>
                <a:gd name="connsiteX6" fmla="*/ 5879 w 128820"/>
                <a:gd name="connsiteY6" fmla="*/ 206631 h 207722"/>
                <a:gd name="connsiteX7" fmla="*/ 22421 w 128820"/>
                <a:gd name="connsiteY7" fmla="*/ 142930 h 207722"/>
                <a:gd name="connsiteX8" fmla="*/ 54560 w 128820"/>
                <a:gd name="connsiteY8" fmla="*/ 165317 h 207722"/>
                <a:gd name="connsiteX9" fmla="*/ 100168 w 128820"/>
                <a:gd name="connsiteY9" fmla="*/ 147084 h 207722"/>
                <a:gd name="connsiteX10" fmla="*/ 119073 w 128820"/>
                <a:gd name="connsiteY10" fmla="*/ 104616 h 207722"/>
                <a:gd name="connsiteX11" fmla="*/ 101822 w 128820"/>
                <a:gd name="connsiteY11" fmla="*/ 70227 h 207722"/>
                <a:gd name="connsiteX12" fmla="*/ 128998 w 128820"/>
                <a:gd name="connsiteY12" fmla="*/ 31683 h 207722"/>
                <a:gd name="connsiteX13" fmla="*/ 86462 w 128820"/>
                <a:gd name="connsiteY13" fmla="*/ 69996 h 207722"/>
                <a:gd name="connsiteX14" fmla="*/ 75119 w 128820"/>
                <a:gd name="connsiteY14" fmla="*/ 71612 h 207722"/>
                <a:gd name="connsiteX15" fmla="*/ 64721 w 128820"/>
                <a:gd name="connsiteY15" fmla="*/ 70688 h 207722"/>
                <a:gd name="connsiteX16" fmla="*/ 76300 w 128820"/>
                <a:gd name="connsiteY16" fmla="*/ 68842 h 207722"/>
                <a:gd name="connsiteX17" fmla="*/ 86462 w 128820"/>
                <a:gd name="connsiteY17" fmla="*/ 69996 h 207722"/>
                <a:gd name="connsiteX18" fmla="*/ 115765 w 128820"/>
                <a:gd name="connsiteY18" fmla="*/ 26374 h 207722"/>
                <a:gd name="connsiteX19" fmla="*/ 94497 w 128820"/>
                <a:gd name="connsiteY19" fmla="*/ 66303 h 207722"/>
                <a:gd name="connsiteX20" fmla="*/ 76300 w 128820"/>
                <a:gd name="connsiteY20" fmla="*/ 63533 h 207722"/>
                <a:gd name="connsiteX21" fmla="*/ 58104 w 128820"/>
                <a:gd name="connsiteY21" fmla="*/ 70919 h 207722"/>
                <a:gd name="connsiteX22" fmla="*/ 74410 w 128820"/>
                <a:gd name="connsiteY22" fmla="*/ 76689 h 207722"/>
                <a:gd name="connsiteX23" fmla="*/ 93788 w 128820"/>
                <a:gd name="connsiteY23" fmla="*/ 73689 h 207722"/>
                <a:gd name="connsiteX24" fmla="*/ 104185 w 128820"/>
                <a:gd name="connsiteY24" fmla="*/ 99769 h 207722"/>
                <a:gd name="connsiteX25" fmla="*/ 92370 w 128820"/>
                <a:gd name="connsiteY25" fmla="*/ 139467 h 207722"/>
                <a:gd name="connsiteX26" fmla="*/ 53851 w 128820"/>
                <a:gd name="connsiteY26" fmla="*/ 160240 h 207722"/>
                <a:gd name="connsiteX27" fmla="*/ 26911 w 128820"/>
                <a:gd name="connsiteY27" fmla="*/ 130466 h 207722"/>
                <a:gd name="connsiteX28" fmla="*/ 28093 w 128820"/>
                <a:gd name="connsiteY28" fmla="*/ 120311 h 207722"/>
                <a:gd name="connsiteX29" fmla="*/ 43217 w 128820"/>
                <a:gd name="connsiteY29" fmla="*/ 61918 h 207722"/>
                <a:gd name="connsiteX30" fmla="*/ 93788 w 128820"/>
                <a:gd name="connsiteY30" fmla="*/ 5371 h 207722"/>
                <a:gd name="connsiteX31" fmla="*/ 115765 w 128820"/>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820" h="207722">
                  <a:moveTo>
                    <a:pt x="128998" y="31683"/>
                  </a:moveTo>
                  <a:cubicBezTo>
                    <a:pt x="128998" y="14373"/>
                    <a:pt x="116001" y="63"/>
                    <a:pt x="96860" y="63"/>
                  </a:cubicBezTo>
                  <a:cubicBezTo>
                    <a:pt x="83153" y="63"/>
                    <a:pt x="76537" y="3756"/>
                    <a:pt x="68266" y="9756"/>
                  </a:cubicBezTo>
                  <a:cubicBezTo>
                    <a:pt x="55269" y="18989"/>
                    <a:pt x="42271" y="41376"/>
                    <a:pt x="37781" y="58917"/>
                  </a:cubicBezTo>
                  <a:lnTo>
                    <a:pt x="208" y="205477"/>
                  </a:lnTo>
                  <a:cubicBezTo>
                    <a:pt x="-29" y="206400"/>
                    <a:pt x="1153" y="207785"/>
                    <a:pt x="3043" y="207785"/>
                  </a:cubicBezTo>
                  <a:cubicBezTo>
                    <a:pt x="4934" y="207785"/>
                    <a:pt x="5643" y="207323"/>
                    <a:pt x="5879" y="206631"/>
                  </a:cubicBezTo>
                  <a:lnTo>
                    <a:pt x="22421" y="142930"/>
                  </a:lnTo>
                  <a:cubicBezTo>
                    <a:pt x="26911" y="156778"/>
                    <a:pt x="37309" y="165317"/>
                    <a:pt x="54560" y="165317"/>
                  </a:cubicBezTo>
                  <a:cubicBezTo>
                    <a:pt x="71810" y="165317"/>
                    <a:pt x="89534" y="157239"/>
                    <a:pt x="100168" y="147084"/>
                  </a:cubicBezTo>
                  <a:cubicBezTo>
                    <a:pt x="111511" y="136467"/>
                    <a:pt x="119073" y="121696"/>
                    <a:pt x="119073" y="104616"/>
                  </a:cubicBezTo>
                  <a:cubicBezTo>
                    <a:pt x="119073" y="87999"/>
                    <a:pt x="110329" y="75997"/>
                    <a:pt x="101822" y="70227"/>
                  </a:cubicBezTo>
                  <a:cubicBezTo>
                    <a:pt x="115528" y="62610"/>
                    <a:pt x="128998" y="48300"/>
                    <a:pt x="128998" y="31683"/>
                  </a:cubicBezTo>
                  <a:close/>
                  <a:moveTo>
                    <a:pt x="86462" y="69996"/>
                  </a:moveTo>
                  <a:cubicBezTo>
                    <a:pt x="83390" y="71150"/>
                    <a:pt x="80790" y="71612"/>
                    <a:pt x="75119" y="71612"/>
                  </a:cubicBezTo>
                  <a:cubicBezTo>
                    <a:pt x="71810" y="71612"/>
                    <a:pt x="67084" y="71842"/>
                    <a:pt x="64721" y="70688"/>
                  </a:cubicBezTo>
                  <a:cubicBezTo>
                    <a:pt x="65194" y="68380"/>
                    <a:pt x="73701" y="68842"/>
                    <a:pt x="76300" y="68842"/>
                  </a:cubicBezTo>
                  <a:cubicBezTo>
                    <a:pt x="81263" y="68842"/>
                    <a:pt x="83390" y="68842"/>
                    <a:pt x="86462" y="69996"/>
                  </a:cubicBezTo>
                  <a:close/>
                  <a:moveTo>
                    <a:pt x="115765" y="26374"/>
                  </a:moveTo>
                  <a:cubicBezTo>
                    <a:pt x="115765" y="42530"/>
                    <a:pt x="106785" y="59148"/>
                    <a:pt x="94497" y="66303"/>
                  </a:cubicBezTo>
                  <a:cubicBezTo>
                    <a:pt x="88116" y="63995"/>
                    <a:pt x="83390" y="63533"/>
                    <a:pt x="76300" y="63533"/>
                  </a:cubicBezTo>
                  <a:cubicBezTo>
                    <a:pt x="71338" y="63533"/>
                    <a:pt x="58104" y="63303"/>
                    <a:pt x="58104" y="70919"/>
                  </a:cubicBezTo>
                  <a:cubicBezTo>
                    <a:pt x="57868" y="77382"/>
                    <a:pt x="70156" y="76689"/>
                    <a:pt x="74410" y="76689"/>
                  </a:cubicBezTo>
                  <a:cubicBezTo>
                    <a:pt x="83153" y="76689"/>
                    <a:pt x="86698" y="76458"/>
                    <a:pt x="93788" y="73689"/>
                  </a:cubicBezTo>
                  <a:cubicBezTo>
                    <a:pt x="102767" y="81998"/>
                    <a:pt x="103949" y="89153"/>
                    <a:pt x="104185" y="99769"/>
                  </a:cubicBezTo>
                  <a:cubicBezTo>
                    <a:pt x="104658" y="113156"/>
                    <a:pt x="98986" y="130466"/>
                    <a:pt x="92370" y="139467"/>
                  </a:cubicBezTo>
                  <a:cubicBezTo>
                    <a:pt x="83153" y="151931"/>
                    <a:pt x="67321" y="160240"/>
                    <a:pt x="53851" y="160240"/>
                  </a:cubicBezTo>
                  <a:cubicBezTo>
                    <a:pt x="35891" y="160240"/>
                    <a:pt x="26911" y="146853"/>
                    <a:pt x="26911" y="130466"/>
                  </a:cubicBezTo>
                  <a:cubicBezTo>
                    <a:pt x="26911" y="128158"/>
                    <a:pt x="26911" y="124696"/>
                    <a:pt x="28093" y="120311"/>
                  </a:cubicBezTo>
                  <a:lnTo>
                    <a:pt x="43217" y="61918"/>
                  </a:lnTo>
                  <a:cubicBezTo>
                    <a:pt x="48416" y="42069"/>
                    <a:pt x="65430" y="5371"/>
                    <a:pt x="93788" y="5371"/>
                  </a:cubicBezTo>
                  <a:cubicBezTo>
                    <a:pt x="107494" y="5371"/>
                    <a:pt x="115765" y="12526"/>
                    <a:pt x="115765"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1" name="Freeform: Shape 300">
              <a:extLst>
                <a:ext uri="{FF2B5EF4-FFF2-40B4-BE49-F238E27FC236}">
                  <a16:creationId xmlns:a16="http://schemas.microsoft.com/office/drawing/2014/main" id="{A3BCF867-143F-A793-88F2-F6F1CCD23A88}"/>
                </a:ext>
              </a:extLst>
            </p:cNvPr>
            <p:cNvSpPr/>
            <p:nvPr>
              <p:custDataLst>
                <p:tags r:id="rId127"/>
              </p:custDataLst>
            </p:nvPr>
          </p:nvSpPr>
          <p:spPr>
            <a:xfrm>
              <a:off x="9441701" y="5225699"/>
              <a:ext cx="60212" cy="107276"/>
            </a:xfrm>
            <a:custGeom>
              <a:avLst/>
              <a:gdLst>
                <a:gd name="connsiteX0" fmla="*/ 37568 w 60212"/>
                <a:gd name="connsiteY0" fmla="*/ 4588 h 107276"/>
                <a:gd name="connsiteX1" fmla="*/ 32606 w 60212"/>
                <a:gd name="connsiteY1" fmla="*/ 64 h 107276"/>
                <a:gd name="connsiteX2" fmla="*/ 183 w 60212"/>
                <a:gd name="connsiteY2" fmla="*/ 10404 h 107276"/>
                <a:gd name="connsiteX3" fmla="*/ 183 w 60212"/>
                <a:gd name="connsiteY3" fmla="*/ 16220 h 107276"/>
                <a:gd name="connsiteX4" fmla="*/ 24169 w 60212"/>
                <a:gd name="connsiteY4" fmla="*/ 11697 h 107276"/>
                <a:gd name="connsiteX5" fmla="*/ 24169 w 60212"/>
                <a:gd name="connsiteY5" fmla="*/ 94093 h 107276"/>
                <a:gd name="connsiteX6" fmla="*/ 7627 w 60212"/>
                <a:gd name="connsiteY6" fmla="*/ 101525 h 107276"/>
                <a:gd name="connsiteX7" fmla="*/ 1341 w 60212"/>
                <a:gd name="connsiteY7" fmla="*/ 101525 h 107276"/>
                <a:gd name="connsiteX8" fmla="*/ 1341 w 60212"/>
                <a:gd name="connsiteY8" fmla="*/ 107341 h 107276"/>
                <a:gd name="connsiteX9" fmla="*/ 30786 w 60212"/>
                <a:gd name="connsiteY9" fmla="*/ 106695 h 107276"/>
                <a:gd name="connsiteX10" fmla="*/ 60396 w 60212"/>
                <a:gd name="connsiteY10" fmla="*/ 107341 h 107276"/>
                <a:gd name="connsiteX11" fmla="*/ 60396 w 60212"/>
                <a:gd name="connsiteY11" fmla="*/ 101525 h 107276"/>
                <a:gd name="connsiteX12" fmla="*/ 54110 w 60212"/>
                <a:gd name="connsiteY12" fmla="*/ 101525 h 107276"/>
                <a:gd name="connsiteX13" fmla="*/ 37568 w 60212"/>
                <a:gd name="connsiteY13" fmla="*/ 94093 h 107276"/>
                <a:gd name="connsiteX14" fmla="*/ 37568 w 60212"/>
                <a:gd name="connsiteY14" fmla="*/ 4588 h 10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212" h="107276">
                  <a:moveTo>
                    <a:pt x="37568" y="4588"/>
                  </a:moveTo>
                  <a:cubicBezTo>
                    <a:pt x="37568" y="226"/>
                    <a:pt x="37237" y="64"/>
                    <a:pt x="32606" y="64"/>
                  </a:cubicBezTo>
                  <a:cubicBezTo>
                    <a:pt x="22019" y="10243"/>
                    <a:pt x="6966" y="10404"/>
                    <a:pt x="183" y="10404"/>
                  </a:cubicBezTo>
                  <a:lnTo>
                    <a:pt x="183" y="16220"/>
                  </a:lnTo>
                  <a:cubicBezTo>
                    <a:pt x="4153" y="16220"/>
                    <a:pt x="15071" y="16220"/>
                    <a:pt x="24169" y="11697"/>
                  </a:cubicBezTo>
                  <a:lnTo>
                    <a:pt x="24169" y="94093"/>
                  </a:lnTo>
                  <a:cubicBezTo>
                    <a:pt x="24169" y="99425"/>
                    <a:pt x="24169" y="101525"/>
                    <a:pt x="7627" y="101525"/>
                  </a:cubicBezTo>
                  <a:lnTo>
                    <a:pt x="1341" y="101525"/>
                  </a:lnTo>
                  <a:lnTo>
                    <a:pt x="1341" y="107341"/>
                  </a:lnTo>
                  <a:cubicBezTo>
                    <a:pt x="4319" y="107180"/>
                    <a:pt x="24665" y="106695"/>
                    <a:pt x="30786" y="106695"/>
                  </a:cubicBezTo>
                  <a:cubicBezTo>
                    <a:pt x="35914" y="106695"/>
                    <a:pt x="56757" y="107180"/>
                    <a:pt x="60396" y="107341"/>
                  </a:cubicBezTo>
                  <a:lnTo>
                    <a:pt x="60396" y="101525"/>
                  </a:lnTo>
                  <a:lnTo>
                    <a:pt x="54110" y="101525"/>
                  </a:lnTo>
                  <a:cubicBezTo>
                    <a:pt x="37568" y="101525"/>
                    <a:pt x="37568" y="99425"/>
                    <a:pt x="37568" y="94093"/>
                  </a:cubicBezTo>
                  <a:lnTo>
                    <a:pt x="37568" y="458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3" name="Freeform: Shape 322">
              <a:extLst>
                <a:ext uri="{FF2B5EF4-FFF2-40B4-BE49-F238E27FC236}">
                  <a16:creationId xmlns:a16="http://schemas.microsoft.com/office/drawing/2014/main" id="{68EA5A55-F9E0-8676-DF30-458AE562B023}"/>
                </a:ext>
              </a:extLst>
            </p:cNvPr>
            <p:cNvSpPr/>
            <p:nvPr>
              <p:custDataLst>
                <p:tags r:id="rId128"/>
              </p:custDataLst>
            </p:nvPr>
          </p:nvSpPr>
          <p:spPr>
            <a:xfrm>
              <a:off x="9536536" y="5196341"/>
              <a:ext cx="117683" cy="104553"/>
            </a:xfrm>
            <a:custGeom>
              <a:avLst/>
              <a:gdLst>
                <a:gd name="connsiteX0" fmla="*/ 72263 w 117683"/>
                <a:gd name="connsiteY0" fmla="*/ 32375 h 104553"/>
                <a:gd name="connsiteX1" fmla="*/ 95658 w 117683"/>
                <a:gd name="connsiteY1" fmla="*/ 5140 h 104553"/>
                <a:gd name="connsiteX2" fmla="*/ 107474 w 117683"/>
                <a:gd name="connsiteY2" fmla="*/ 8141 h 104553"/>
                <a:gd name="connsiteX3" fmla="*/ 96131 w 117683"/>
                <a:gd name="connsiteY3" fmla="*/ 20604 h 104553"/>
                <a:gd name="connsiteX4" fmla="*/ 105111 w 117683"/>
                <a:gd name="connsiteY4" fmla="*/ 28682 h 104553"/>
                <a:gd name="connsiteX5" fmla="*/ 117872 w 117683"/>
                <a:gd name="connsiteY5" fmla="*/ 15296 h 104553"/>
                <a:gd name="connsiteX6" fmla="*/ 95895 w 117683"/>
                <a:gd name="connsiteY6" fmla="*/ 63 h 104553"/>
                <a:gd name="connsiteX7" fmla="*/ 71082 w 117683"/>
                <a:gd name="connsiteY7" fmla="*/ 17604 h 104553"/>
                <a:gd name="connsiteX8" fmla="*/ 45560 w 117683"/>
                <a:gd name="connsiteY8" fmla="*/ 63 h 104553"/>
                <a:gd name="connsiteX9" fmla="*/ 7514 w 117683"/>
                <a:gd name="connsiteY9" fmla="*/ 35606 h 104553"/>
                <a:gd name="connsiteX10" fmla="*/ 10349 w 117683"/>
                <a:gd name="connsiteY10" fmla="*/ 37914 h 104553"/>
                <a:gd name="connsiteX11" fmla="*/ 13421 w 117683"/>
                <a:gd name="connsiteY11" fmla="*/ 35376 h 104553"/>
                <a:gd name="connsiteX12" fmla="*/ 45087 w 117683"/>
                <a:gd name="connsiteY12" fmla="*/ 5140 h 104553"/>
                <a:gd name="connsiteX13" fmla="*/ 57848 w 117683"/>
                <a:gd name="connsiteY13" fmla="*/ 20604 h 104553"/>
                <a:gd name="connsiteX14" fmla="*/ 45087 w 117683"/>
                <a:gd name="connsiteY14" fmla="*/ 75535 h 104553"/>
                <a:gd name="connsiteX15" fmla="*/ 22638 w 117683"/>
                <a:gd name="connsiteY15" fmla="*/ 99539 h 104553"/>
                <a:gd name="connsiteX16" fmla="*/ 10822 w 117683"/>
                <a:gd name="connsiteY16" fmla="*/ 96538 h 104553"/>
                <a:gd name="connsiteX17" fmla="*/ 21929 w 117683"/>
                <a:gd name="connsiteY17" fmla="*/ 84075 h 104553"/>
                <a:gd name="connsiteX18" fmla="*/ 13185 w 117683"/>
                <a:gd name="connsiteY18" fmla="*/ 75997 h 104553"/>
                <a:gd name="connsiteX19" fmla="*/ 188 w 117683"/>
                <a:gd name="connsiteY19" fmla="*/ 89383 h 104553"/>
                <a:gd name="connsiteX20" fmla="*/ 22401 w 117683"/>
                <a:gd name="connsiteY20" fmla="*/ 104616 h 104553"/>
                <a:gd name="connsiteX21" fmla="*/ 47214 w 117683"/>
                <a:gd name="connsiteY21" fmla="*/ 87075 h 104553"/>
                <a:gd name="connsiteX22" fmla="*/ 72736 w 117683"/>
                <a:gd name="connsiteY22" fmla="*/ 104616 h 104553"/>
                <a:gd name="connsiteX23" fmla="*/ 110546 w 117683"/>
                <a:gd name="connsiteY23" fmla="*/ 69073 h 104553"/>
                <a:gd name="connsiteX24" fmla="*/ 107710 w 117683"/>
                <a:gd name="connsiteY24" fmla="*/ 66765 h 104553"/>
                <a:gd name="connsiteX25" fmla="*/ 104638 w 117683"/>
                <a:gd name="connsiteY25" fmla="*/ 69304 h 104553"/>
                <a:gd name="connsiteX26" fmla="*/ 73208 w 117683"/>
                <a:gd name="connsiteY26" fmla="*/ 99539 h 104553"/>
                <a:gd name="connsiteX27" fmla="*/ 60211 w 117683"/>
                <a:gd name="connsiteY27" fmla="*/ 84306 h 104553"/>
                <a:gd name="connsiteX28" fmla="*/ 64229 w 117683"/>
                <a:gd name="connsiteY28" fmla="*/ 63995 h 104553"/>
                <a:gd name="connsiteX29" fmla="*/ 72263 w 117683"/>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683" h="104553">
                  <a:moveTo>
                    <a:pt x="72263" y="32375"/>
                  </a:moveTo>
                  <a:cubicBezTo>
                    <a:pt x="73681" y="26374"/>
                    <a:pt x="79116" y="5140"/>
                    <a:pt x="95658" y="5140"/>
                  </a:cubicBezTo>
                  <a:cubicBezTo>
                    <a:pt x="96840" y="5140"/>
                    <a:pt x="102511" y="5140"/>
                    <a:pt x="107474" y="8141"/>
                  </a:cubicBezTo>
                  <a:cubicBezTo>
                    <a:pt x="100857" y="9295"/>
                    <a:pt x="96131" y="15065"/>
                    <a:pt x="96131" y="20604"/>
                  </a:cubicBezTo>
                  <a:cubicBezTo>
                    <a:pt x="96131" y="24297"/>
                    <a:pt x="98730" y="28682"/>
                    <a:pt x="105111" y="28682"/>
                  </a:cubicBezTo>
                  <a:cubicBezTo>
                    <a:pt x="110310" y="28682"/>
                    <a:pt x="117872" y="24528"/>
                    <a:pt x="117872" y="15296"/>
                  </a:cubicBezTo>
                  <a:cubicBezTo>
                    <a:pt x="117872" y="3294"/>
                    <a:pt x="103929" y="63"/>
                    <a:pt x="95895" y="63"/>
                  </a:cubicBezTo>
                  <a:cubicBezTo>
                    <a:pt x="82188" y="63"/>
                    <a:pt x="73917" y="12295"/>
                    <a:pt x="71082" y="17604"/>
                  </a:cubicBezTo>
                  <a:cubicBezTo>
                    <a:pt x="65174" y="2371"/>
                    <a:pt x="52413" y="63"/>
                    <a:pt x="45560" y="63"/>
                  </a:cubicBezTo>
                  <a:cubicBezTo>
                    <a:pt x="20983" y="63"/>
                    <a:pt x="7514" y="29836"/>
                    <a:pt x="7514" y="35606"/>
                  </a:cubicBezTo>
                  <a:cubicBezTo>
                    <a:pt x="7514" y="37914"/>
                    <a:pt x="9877" y="37914"/>
                    <a:pt x="10349" y="37914"/>
                  </a:cubicBezTo>
                  <a:cubicBezTo>
                    <a:pt x="12240" y="37914"/>
                    <a:pt x="12949" y="37453"/>
                    <a:pt x="13421" y="35376"/>
                  </a:cubicBezTo>
                  <a:cubicBezTo>
                    <a:pt x="21456" y="10910"/>
                    <a:pt x="37053" y="5140"/>
                    <a:pt x="45087" y="5140"/>
                  </a:cubicBezTo>
                  <a:cubicBezTo>
                    <a:pt x="49577" y="5140"/>
                    <a:pt x="57848" y="7218"/>
                    <a:pt x="57848" y="20604"/>
                  </a:cubicBezTo>
                  <a:cubicBezTo>
                    <a:pt x="57848" y="27759"/>
                    <a:pt x="53831" y="43223"/>
                    <a:pt x="45087" y="75535"/>
                  </a:cubicBezTo>
                  <a:cubicBezTo>
                    <a:pt x="41306" y="89845"/>
                    <a:pt x="33035" y="99539"/>
                    <a:pt x="22638" y="99539"/>
                  </a:cubicBezTo>
                  <a:cubicBezTo>
                    <a:pt x="21220" y="99539"/>
                    <a:pt x="15785" y="99539"/>
                    <a:pt x="10822" y="96538"/>
                  </a:cubicBezTo>
                  <a:cubicBezTo>
                    <a:pt x="16730" y="95384"/>
                    <a:pt x="21929" y="90537"/>
                    <a:pt x="21929" y="84075"/>
                  </a:cubicBezTo>
                  <a:cubicBezTo>
                    <a:pt x="21929" y="77843"/>
                    <a:pt x="16730" y="75997"/>
                    <a:pt x="13185" y="75997"/>
                  </a:cubicBezTo>
                  <a:cubicBezTo>
                    <a:pt x="6096" y="75997"/>
                    <a:pt x="188" y="81998"/>
                    <a:pt x="188" y="89383"/>
                  </a:cubicBezTo>
                  <a:cubicBezTo>
                    <a:pt x="188" y="100000"/>
                    <a:pt x="12004" y="104616"/>
                    <a:pt x="22401" y="104616"/>
                  </a:cubicBezTo>
                  <a:cubicBezTo>
                    <a:pt x="37998" y="104616"/>
                    <a:pt x="46505" y="88460"/>
                    <a:pt x="47214" y="87075"/>
                  </a:cubicBezTo>
                  <a:cubicBezTo>
                    <a:pt x="50050" y="95615"/>
                    <a:pt x="58557" y="104616"/>
                    <a:pt x="72736" y="104616"/>
                  </a:cubicBezTo>
                  <a:cubicBezTo>
                    <a:pt x="97076" y="104616"/>
                    <a:pt x="110546" y="74843"/>
                    <a:pt x="110546" y="69073"/>
                  </a:cubicBezTo>
                  <a:cubicBezTo>
                    <a:pt x="110546" y="66765"/>
                    <a:pt x="108419" y="66765"/>
                    <a:pt x="107710" y="66765"/>
                  </a:cubicBezTo>
                  <a:cubicBezTo>
                    <a:pt x="105583" y="66765"/>
                    <a:pt x="105111" y="67688"/>
                    <a:pt x="104638" y="69304"/>
                  </a:cubicBezTo>
                  <a:cubicBezTo>
                    <a:pt x="96840" y="93999"/>
                    <a:pt x="80770" y="99539"/>
                    <a:pt x="73208" y="99539"/>
                  </a:cubicBezTo>
                  <a:cubicBezTo>
                    <a:pt x="63992" y="99539"/>
                    <a:pt x="60211" y="92153"/>
                    <a:pt x="60211" y="84306"/>
                  </a:cubicBezTo>
                  <a:cubicBezTo>
                    <a:pt x="60211" y="79228"/>
                    <a:pt x="61629" y="74150"/>
                    <a:pt x="64229" y="63995"/>
                  </a:cubicBezTo>
                  <a:lnTo>
                    <a:pt x="72263"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4" name="Freeform: Shape 323">
              <a:extLst>
                <a:ext uri="{FF2B5EF4-FFF2-40B4-BE49-F238E27FC236}">
                  <a16:creationId xmlns:a16="http://schemas.microsoft.com/office/drawing/2014/main" id="{9680CAEE-64FB-7C17-CA2D-2A0AB18F4DD3}"/>
                </a:ext>
              </a:extLst>
            </p:cNvPr>
            <p:cNvSpPr/>
            <p:nvPr>
              <p:custDataLst>
                <p:tags r:id="rId129"/>
              </p:custDataLst>
            </p:nvPr>
          </p:nvSpPr>
          <p:spPr>
            <a:xfrm>
              <a:off x="9672518" y="5225861"/>
              <a:ext cx="50121" cy="108731"/>
            </a:xfrm>
            <a:custGeom>
              <a:avLst/>
              <a:gdLst>
                <a:gd name="connsiteX0" fmla="*/ 46015 w 50121"/>
                <a:gd name="connsiteY0" fmla="*/ 6204 h 108731"/>
                <a:gd name="connsiteX1" fmla="*/ 39398 w 50121"/>
                <a:gd name="connsiteY1" fmla="*/ 64 h 108731"/>
                <a:gd name="connsiteX2" fmla="*/ 30134 w 50121"/>
                <a:gd name="connsiteY2" fmla="*/ 8950 h 108731"/>
                <a:gd name="connsiteX3" fmla="*/ 36751 w 50121"/>
                <a:gd name="connsiteY3" fmla="*/ 15090 h 108731"/>
                <a:gd name="connsiteX4" fmla="*/ 46015 w 50121"/>
                <a:gd name="connsiteY4" fmla="*/ 6204 h 108731"/>
                <a:gd name="connsiteX5" fmla="*/ 12269 w 50121"/>
                <a:gd name="connsiteY5" fmla="*/ 88277 h 108731"/>
                <a:gd name="connsiteX6" fmla="*/ 10780 w 50121"/>
                <a:gd name="connsiteY6" fmla="*/ 95063 h 108731"/>
                <a:gd name="connsiteX7" fmla="*/ 26495 w 50121"/>
                <a:gd name="connsiteY7" fmla="*/ 108795 h 108731"/>
                <a:gd name="connsiteX8" fmla="*/ 50315 w 50121"/>
                <a:gd name="connsiteY8" fmla="*/ 84076 h 108731"/>
                <a:gd name="connsiteX9" fmla="*/ 47669 w 50121"/>
                <a:gd name="connsiteY9" fmla="*/ 81976 h 108731"/>
                <a:gd name="connsiteX10" fmla="*/ 44526 w 50121"/>
                <a:gd name="connsiteY10" fmla="*/ 84723 h 108731"/>
                <a:gd name="connsiteX11" fmla="*/ 26991 w 50121"/>
                <a:gd name="connsiteY11" fmla="*/ 104272 h 108731"/>
                <a:gd name="connsiteX12" fmla="*/ 22856 w 50121"/>
                <a:gd name="connsiteY12" fmla="*/ 98617 h 108731"/>
                <a:gd name="connsiteX13" fmla="*/ 25503 w 50121"/>
                <a:gd name="connsiteY13" fmla="*/ 88277 h 108731"/>
                <a:gd name="connsiteX14" fmla="*/ 30796 w 50121"/>
                <a:gd name="connsiteY14" fmla="*/ 75352 h 108731"/>
                <a:gd name="connsiteX15" fmla="*/ 38902 w 50121"/>
                <a:gd name="connsiteY15" fmla="*/ 54834 h 108731"/>
                <a:gd name="connsiteX16" fmla="*/ 39894 w 50121"/>
                <a:gd name="connsiteY16" fmla="*/ 49664 h 108731"/>
                <a:gd name="connsiteX17" fmla="*/ 24179 w 50121"/>
                <a:gd name="connsiteY17" fmla="*/ 35931 h 108731"/>
                <a:gd name="connsiteX18" fmla="*/ 194 w 50121"/>
                <a:gd name="connsiteY18" fmla="*/ 60650 h 108731"/>
                <a:gd name="connsiteX19" fmla="*/ 3006 w 50121"/>
                <a:gd name="connsiteY19" fmla="*/ 62750 h 108731"/>
                <a:gd name="connsiteX20" fmla="*/ 5983 w 50121"/>
                <a:gd name="connsiteY20" fmla="*/ 60165 h 108731"/>
                <a:gd name="connsiteX21" fmla="*/ 23683 w 50121"/>
                <a:gd name="connsiteY21" fmla="*/ 40455 h 108731"/>
                <a:gd name="connsiteX22" fmla="*/ 27819 w 50121"/>
                <a:gd name="connsiteY22" fmla="*/ 46109 h 108731"/>
                <a:gd name="connsiteX23" fmla="*/ 22691 w 50121"/>
                <a:gd name="connsiteY23" fmla="*/ 62266 h 108731"/>
                <a:gd name="connsiteX24" fmla="*/ 12269 w 50121"/>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121" h="108731">
                  <a:moveTo>
                    <a:pt x="46015" y="6204"/>
                  </a:moveTo>
                  <a:cubicBezTo>
                    <a:pt x="46015" y="3619"/>
                    <a:pt x="44030" y="64"/>
                    <a:pt x="39398" y="64"/>
                  </a:cubicBezTo>
                  <a:cubicBezTo>
                    <a:pt x="34932" y="64"/>
                    <a:pt x="30134" y="4265"/>
                    <a:pt x="30134" y="8950"/>
                  </a:cubicBezTo>
                  <a:cubicBezTo>
                    <a:pt x="30134" y="11697"/>
                    <a:pt x="32285" y="15090"/>
                    <a:pt x="36751" y="15090"/>
                  </a:cubicBezTo>
                  <a:cubicBezTo>
                    <a:pt x="41548" y="15090"/>
                    <a:pt x="46015" y="10566"/>
                    <a:pt x="46015" y="6204"/>
                  </a:cubicBezTo>
                  <a:close/>
                  <a:moveTo>
                    <a:pt x="12269" y="88277"/>
                  </a:moveTo>
                  <a:cubicBezTo>
                    <a:pt x="11607" y="90377"/>
                    <a:pt x="10780" y="92316"/>
                    <a:pt x="10780" y="95063"/>
                  </a:cubicBezTo>
                  <a:cubicBezTo>
                    <a:pt x="10780" y="102656"/>
                    <a:pt x="17397" y="108795"/>
                    <a:pt x="26495" y="108795"/>
                  </a:cubicBezTo>
                  <a:cubicBezTo>
                    <a:pt x="43037" y="108795"/>
                    <a:pt x="50315" y="86500"/>
                    <a:pt x="50315" y="84076"/>
                  </a:cubicBezTo>
                  <a:cubicBezTo>
                    <a:pt x="50315" y="81976"/>
                    <a:pt x="48165" y="81976"/>
                    <a:pt x="47669" y="81976"/>
                  </a:cubicBezTo>
                  <a:cubicBezTo>
                    <a:pt x="45353" y="81976"/>
                    <a:pt x="45188" y="82945"/>
                    <a:pt x="44526" y="84723"/>
                  </a:cubicBezTo>
                  <a:cubicBezTo>
                    <a:pt x="40721" y="97648"/>
                    <a:pt x="33443" y="104272"/>
                    <a:pt x="26991" y="104272"/>
                  </a:cubicBezTo>
                  <a:cubicBezTo>
                    <a:pt x="23683" y="104272"/>
                    <a:pt x="22856" y="102171"/>
                    <a:pt x="22856" y="98617"/>
                  </a:cubicBezTo>
                  <a:cubicBezTo>
                    <a:pt x="22856" y="94901"/>
                    <a:pt x="24014" y="91831"/>
                    <a:pt x="25503" y="88277"/>
                  </a:cubicBezTo>
                  <a:cubicBezTo>
                    <a:pt x="27157" y="83915"/>
                    <a:pt x="28976" y="79553"/>
                    <a:pt x="30796" y="75352"/>
                  </a:cubicBezTo>
                  <a:cubicBezTo>
                    <a:pt x="32285" y="71475"/>
                    <a:pt x="38240" y="56772"/>
                    <a:pt x="38902" y="54834"/>
                  </a:cubicBezTo>
                  <a:cubicBezTo>
                    <a:pt x="39398" y="53218"/>
                    <a:pt x="39894" y="51279"/>
                    <a:pt x="39894" y="49664"/>
                  </a:cubicBezTo>
                  <a:cubicBezTo>
                    <a:pt x="39894" y="42070"/>
                    <a:pt x="33277" y="35931"/>
                    <a:pt x="24179" y="35931"/>
                  </a:cubicBezTo>
                  <a:cubicBezTo>
                    <a:pt x="7803" y="35931"/>
                    <a:pt x="194" y="57903"/>
                    <a:pt x="194" y="60650"/>
                  </a:cubicBezTo>
                  <a:cubicBezTo>
                    <a:pt x="194" y="62750"/>
                    <a:pt x="2509" y="62750"/>
                    <a:pt x="3006" y="62750"/>
                  </a:cubicBezTo>
                  <a:cubicBezTo>
                    <a:pt x="5322" y="62750"/>
                    <a:pt x="5487" y="61942"/>
                    <a:pt x="5983" y="60165"/>
                  </a:cubicBezTo>
                  <a:cubicBezTo>
                    <a:pt x="10284" y="46271"/>
                    <a:pt x="17563" y="40455"/>
                    <a:pt x="23683" y="40455"/>
                  </a:cubicBezTo>
                  <a:cubicBezTo>
                    <a:pt x="26330" y="40455"/>
                    <a:pt x="27819" y="41747"/>
                    <a:pt x="27819" y="46109"/>
                  </a:cubicBezTo>
                  <a:cubicBezTo>
                    <a:pt x="27819" y="49825"/>
                    <a:pt x="26826" y="52249"/>
                    <a:pt x="22691" y="62266"/>
                  </a:cubicBezTo>
                  <a:lnTo>
                    <a:pt x="12269"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5" name="Freeform: Shape 324">
              <a:extLst>
                <a:ext uri="{FF2B5EF4-FFF2-40B4-BE49-F238E27FC236}">
                  <a16:creationId xmlns:a16="http://schemas.microsoft.com/office/drawing/2014/main" id="{2DDFA35E-E428-94CE-FA36-C4FE58484C15}"/>
                </a:ext>
              </a:extLst>
            </p:cNvPr>
            <p:cNvSpPr/>
            <p:nvPr>
              <p:custDataLst>
                <p:tags r:id="rId130"/>
              </p:custDataLst>
            </p:nvPr>
          </p:nvSpPr>
          <p:spPr>
            <a:xfrm>
              <a:off x="9756888" y="5125254"/>
              <a:ext cx="54824" cy="230802"/>
            </a:xfrm>
            <a:custGeom>
              <a:avLst/>
              <a:gdLst>
                <a:gd name="connsiteX0" fmla="*/ 55021 w 54824"/>
                <a:gd name="connsiteY0" fmla="*/ 115464 h 230802"/>
                <a:gd name="connsiteX1" fmla="*/ 39425 w 54824"/>
                <a:gd name="connsiteY1" fmla="*/ 43454 h 230802"/>
                <a:gd name="connsiteX2" fmla="*/ 2560 w 54824"/>
                <a:gd name="connsiteY2" fmla="*/ 63 h 230802"/>
                <a:gd name="connsiteX3" fmla="*/ 197 w 54824"/>
                <a:gd name="connsiteY3" fmla="*/ 2371 h 230802"/>
                <a:gd name="connsiteX4" fmla="*/ 4687 w 54824"/>
                <a:gd name="connsiteY4" fmla="*/ 7679 h 230802"/>
                <a:gd name="connsiteX5" fmla="*/ 41315 w 54824"/>
                <a:gd name="connsiteY5" fmla="*/ 115464 h 230802"/>
                <a:gd name="connsiteX6" fmla="*/ 3269 w 54824"/>
                <a:gd name="connsiteY6" fmla="*/ 224634 h 230802"/>
                <a:gd name="connsiteX7" fmla="*/ 197 w 54824"/>
                <a:gd name="connsiteY7" fmla="*/ 228557 h 230802"/>
                <a:gd name="connsiteX8" fmla="*/ 2560 w 54824"/>
                <a:gd name="connsiteY8" fmla="*/ 230865 h 230802"/>
                <a:gd name="connsiteX9" fmla="*/ 40134 w 54824"/>
                <a:gd name="connsiteY9" fmla="*/ 185859 h 230802"/>
                <a:gd name="connsiteX10" fmla="*/ 55021 w 54824"/>
                <a:gd name="connsiteY10" fmla="*/ 115464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24" h="230802">
                  <a:moveTo>
                    <a:pt x="55021" y="115464"/>
                  </a:moveTo>
                  <a:cubicBezTo>
                    <a:pt x="55021" y="97461"/>
                    <a:pt x="52422" y="69534"/>
                    <a:pt x="39425" y="43454"/>
                  </a:cubicBezTo>
                  <a:cubicBezTo>
                    <a:pt x="25246" y="15065"/>
                    <a:pt x="4923" y="63"/>
                    <a:pt x="2560" y="63"/>
                  </a:cubicBezTo>
                  <a:cubicBezTo>
                    <a:pt x="1142" y="63"/>
                    <a:pt x="197" y="986"/>
                    <a:pt x="197" y="2371"/>
                  </a:cubicBezTo>
                  <a:cubicBezTo>
                    <a:pt x="197" y="3063"/>
                    <a:pt x="197" y="3525"/>
                    <a:pt x="4687" y="7679"/>
                  </a:cubicBezTo>
                  <a:cubicBezTo>
                    <a:pt x="27845" y="30529"/>
                    <a:pt x="41315" y="67226"/>
                    <a:pt x="41315" y="115464"/>
                  </a:cubicBezTo>
                  <a:cubicBezTo>
                    <a:pt x="41315" y="154931"/>
                    <a:pt x="32572" y="195552"/>
                    <a:pt x="3269" y="224634"/>
                  </a:cubicBezTo>
                  <a:cubicBezTo>
                    <a:pt x="197" y="227403"/>
                    <a:pt x="197" y="227865"/>
                    <a:pt x="197" y="228557"/>
                  </a:cubicBezTo>
                  <a:cubicBezTo>
                    <a:pt x="197" y="229942"/>
                    <a:pt x="1142" y="230865"/>
                    <a:pt x="2560" y="230865"/>
                  </a:cubicBezTo>
                  <a:cubicBezTo>
                    <a:pt x="4923" y="230865"/>
                    <a:pt x="26191" y="215171"/>
                    <a:pt x="40134" y="185859"/>
                  </a:cubicBezTo>
                  <a:cubicBezTo>
                    <a:pt x="52186" y="160471"/>
                    <a:pt x="55021" y="134851"/>
                    <a:pt x="55021" y="11546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6" name="Freeform: Shape 325">
              <a:extLst>
                <a:ext uri="{FF2B5EF4-FFF2-40B4-BE49-F238E27FC236}">
                  <a16:creationId xmlns:a16="http://schemas.microsoft.com/office/drawing/2014/main" id="{1F49D1D7-9621-ED33-9A0E-5079800BDEE5}"/>
                </a:ext>
              </a:extLst>
            </p:cNvPr>
            <p:cNvSpPr/>
            <p:nvPr>
              <p:custDataLst>
                <p:tags r:id="rId131"/>
              </p:custDataLst>
            </p:nvPr>
          </p:nvSpPr>
          <p:spPr>
            <a:xfrm>
              <a:off x="9840517" y="5125254"/>
              <a:ext cx="32374" cy="230802"/>
            </a:xfrm>
            <a:custGeom>
              <a:avLst/>
              <a:gdLst>
                <a:gd name="connsiteX0" fmla="*/ 32576 w 32374"/>
                <a:gd name="connsiteY0" fmla="*/ 63 h 230802"/>
                <a:gd name="connsiteX1" fmla="*/ 201 w 32374"/>
                <a:gd name="connsiteY1" fmla="*/ 63 h 230802"/>
                <a:gd name="connsiteX2" fmla="*/ 201 w 32374"/>
                <a:gd name="connsiteY2" fmla="*/ 9295 h 230802"/>
                <a:gd name="connsiteX3" fmla="*/ 23123 w 32374"/>
                <a:gd name="connsiteY3" fmla="*/ 9295 h 230802"/>
                <a:gd name="connsiteX4" fmla="*/ 23123 w 32374"/>
                <a:gd name="connsiteY4" fmla="*/ 221633 h 230802"/>
                <a:gd name="connsiteX5" fmla="*/ 201 w 32374"/>
                <a:gd name="connsiteY5" fmla="*/ 221633 h 230802"/>
                <a:gd name="connsiteX6" fmla="*/ 201 w 32374"/>
                <a:gd name="connsiteY6" fmla="*/ 230865 h 230802"/>
                <a:gd name="connsiteX7" fmla="*/ 32576 w 32374"/>
                <a:gd name="connsiteY7" fmla="*/ 230865 h 230802"/>
                <a:gd name="connsiteX8" fmla="*/ 32576 w 32374"/>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74" h="230802">
                  <a:moveTo>
                    <a:pt x="32576" y="63"/>
                  </a:moveTo>
                  <a:lnTo>
                    <a:pt x="201" y="63"/>
                  </a:lnTo>
                  <a:lnTo>
                    <a:pt x="201" y="9295"/>
                  </a:lnTo>
                  <a:lnTo>
                    <a:pt x="23123" y="9295"/>
                  </a:lnTo>
                  <a:lnTo>
                    <a:pt x="23123" y="221633"/>
                  </a:lnTo>
                  <a:lnTo>
                    <a:pt x="201" y="221633"/>
                  </a:lnTo>
                  <a:lnTo>
                    <a:pt x="201" y="230865"/>
                  </a:lnTo>
                  <a:lnTo>
                    <a:pt x="32576" y="230865"/>
                  </a:lnTo>
                  <a:lnTo>
                    <a:pt x="32576"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7" name="Freeform: Shape 326">
              <a:extLst>
                <a:ext uri="{FF2B5EF4-FFF2-40B4-BE49-F238E27FC236}">
                  <a16:creationId xmlns:a16="http://schemas.microsoft.com/office/drawing/2014/main" id="{FDD1903B-928D-7642-1FD3-11D45F1F79B1}"/>
                </a:ext>
              </a:extLst>
            </p:cNvPr>
            <p:cNvSpPr/>
            <p:nvPr>
              <p:custDataLst>
                <p:tags r:id="rId132"/>
              </p:custDataLst>
            </p:nvPr>
          </p:nvSpPr>
          <p:spPr>
            <a:xfrm>
              <a:off x="9979835" y="5213652"/>
              <a:ext cx="157147" cy="54007"/>
            </a:xfrm>
            <a:custGeom>
              <a:avLst/>
              <a:gdLst>
                <a:gd name="connsiteX0" fmla="*/ 149320 w 157147"/>
                <a:gd name="connsiteY0" fmla="*/ 9295 h 54007"/>
                <a:gd name="connsiteX1" fmla="*/ 157354 w 157147"/>
                <a:gd name="connsiteY1" fmla="*/ 4679 h 54007"/>
                <a:gd name="connsiteX2" fmla="*/ 149556 w 157147"/>
                <a:gd name="connsiteY2" fmla="*/ 63 h 54007"/>
                <a:gd name="connsiteX3" fmla="*/ 8005 w 157147"/>
                <a:gd name="connsiteY3" fmla="*/ 63 h 54007"/>
                <a:gd name="connsiteX4" fmla="*/ 206 w 157147"/>
                <a:gd name="connsiteY4" fmla="*/ 4679 h 54007"/>
                <a:gd name="connsiteX5" fmla="*/ 8241 w 157147"/>
                <a:gd name="connsiteY5" fmla="*/ 9295 h 54007"/>
                <a:gd name="connsiteX6" fmla="*/ 149320 w 157147"/>
                <a:gd name="connsiteY6" fmla="*/ 9295 h 54007"/>
                <a:gd name="connsiteX7" fmla="*/ 149556 w 157147"/>
                <a:gd name="connsiteY7" fmla="*/ 54071 h 54007"/>
                <a:gd name="connsiteX8" fmla="*/ 157354 w 157147"/>
                <a:gd name="connsiteY8" fmla="*/ 49455 h 54007"/>
                <a:gd name="connsiteX9" fmla="*/ 149320 w 157147"/>
                <a:gd name="connsiteY9" fmla="*/ 44838 h 54007"/>
                <a:gd name="connsiteX10" fmla="*/ 8241 w 157147"/>
                <a:gd name="connsiteY10" fmla="*/ 44838 h 54007"/>
                <a:gd name="connsiteX11" fmla="*/ 206 w 157147"/>
                <a:gd name="connsiteY11" fmla="*/ 49455 h 54007"/>
                <a:gd name="connsiteX12" fmla="*/ 8005 w 157147"/>
                <a:gd name="connsiteY12" fmla="*/ 54071 h 54007"/>
                <a:gd name="connsiteX13" fmla="*/ 149556 w 157147"/>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7" h="54007">
                  <a:moveTo>
                    <a:pt x="149320" y="9295"/>
                  </a:moveTo>
                  <a:cubicBezTo>
                    <a:pt x="152864" y="9295"/>
                    <a:pt x="157354" y="9295"/>
                    <a:pt x="157354" y="4679"/>
                  </a:cubicBezTo>
                  <a:cubicBezTo>
                    <a:pt x="157354" y="63"/>
                    <a:pt x="152864" y="63"/>
                    <a:pt x="149556" y="63"/>
                  </a:cubicBezTo>
                  <a:lnTo>
                    <a:pt x="8005" y="63"/>
                  </a:lnTo>
                  <a:cubicBezTo>
                    <a:pt x="4696" y="63"/>
                    <a:pt x="206" y="63"/>
                    <a:pt x="206" y="4679"/>
                  </a:cubicBezTo>
                  <a:cubicBezTo>
                    <a:pt x="206" y="9295"/>
                    <a:pt x="4696" y="9295"/>
                    <a:pt x="8241" y="9295"/>
                  </a:cubicBezTo>
                  <a:lnTo>
                    <a:pt x="149320" y="9295"/>
                  </a:lnTo>
                  <a:close/>
                  <a:moveTo>
                    <a:pt x="149556" y="54071"/>
                  </a:moveTo>
                  <a:cubicBezTo>
                    <a:pt x="152864" y="54071"/>
                    <a:pt x="157354" y="54071"/>
                    <a:pt x="157354" y="49455"/>
                  </a:cubicBezTo>
                  <a:cubicBezTo>
                    <a:pt x="157354" y="44838"/>
                    <a:pt x="152864" y="44838"/>
                    <a:pt x="149320" y="44838"/>
                  </a:cubicBezTo>
                  <a:lnTo>
                    <a:pt x="8241" y="44838"/>
                  </a:lnTo>
                  <a:cubicBezTo>
                    <a:pt x="4696" y="44838"/>
                    <a:pt x="206" y="44838"/>
                    <a:pt x="206" y="49455"/>
                  </a:cubicBezTo>
                  <a:cubicBezTo>
                    <a:pt x="206" y="54071"/>
                    <a:pt x="4696" y="54071"/>
                    <a:pt x="8005" y="54071"/>
                  </a:cubicBezTo>
                  <a:lnTo>
                    <a:pt x="149556"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8" name="Freeform: Shape 327">
              <a:extLst>
                <a:ext uri="{FF2B5EF4-FFF2-40B4-BE49-F238E27FC236}">
                  <a16:creationId xmlns:a16="http://schemas.microsoft.com/office/drawing/2014/main" id="{1B306231-C60F-8FF6-1928-6DEA921F5DB5}"/>
                </a:ext>
              </a:extLst>
            </p:cNvPr>
            <p:cNvSpPr/>
            <p:nvPr>
              <p:custDataLst>
                <p:tags r:id="rId133"/>
              </p:custDataLst>
            </p:nvPr>
          </p:nvSpPr>
          <p:spPr>
            <a:xfrm>
              <a:off x="10225257" y="5144642"/>
              <a:ext cx="99487" cy="158792"/>
            </a:xfrm>
            <a:custGeom>
              <a:avLst/>
              <a:gdLst>
                <a:gd name="connsiteX0" fmla="*/ 99704 w 99487"/>
                <a:gd name="connsiteY0" fmla="*/ 79920 h 158792"/>
                <a:gd name="connsiteX1" fmla="*/ 90252 w 99487"/>
                <a:gd name="connsiteY1" fmla="*/ 25913 h 158792"/>
                <a:gd name="connsiteX2" fmla="*/ 50079 w 99487"/>
                <a:gd name="connsiteY2" fmla="*/ 63 h 158792"/>
                <a:gd name="connsiteX3" fmla="*/ 8960 w 99487"/>
                <a:gd name="connsiteY3" fmla="*/ 27528 h 158792"/>
                <a:gd name="connsiteX4" fmla="*/ 217 w 99487"/>
                <a:gd name="connsiteY4" fmla="*/ 79920 h 158792"/>
                <a:gd name="connsiteX5" fmla="*/ 10851 w 99487"/>
                <a:gd name="connsiteY5" fmla="*/ 135544 h 158792"/>
                <a:gd name="connsiteX6" fmla="*/ 49842 w 99487"/>
                <a:gd name="connsiteY6" fmla="*/ 158855 h 158792"/>
                <a:gd name="connsiteX7" fmla="*/ 90961 w 99487"/>
                <a:gd name="connsiteY7" fmla="*/ 132082 h 158792"/>
                <a:gd name="connsiteX8" fmla="*/ 99704 w 99487"/>
                <a:gd name="connsiteY8" fmla="*/ 79920 h 158792"/>
                <a:gd name="connsiteX9" fmla="*/ 49842 w 99487"/>
                <a:gd name="connsiteY9" fmla="*/ 153777 h 158792"/>
                <a:gd name="connsiteX10" fmla="*/ 22430 w 99487"/>
                <a:gd name="connsiteY10" fmla="*/ 125850 h 158792"/>
                <a:gd name="connsiteX11" fmla="*/ 19831 w 99487"/>
                <a:gd name="connsiteY11" fmla="*/ 77151 h 158792"/>
                <a:gd name="connsiteX12" fmla="*/ 21721 w 99487"/>
                <a:gd name="connsiteY12" fmla="*/ 34683 h 158792"/>
                <a:gd name="connsiteX13" fmla="*/ 49842 w 99487"/>
                <a:gd name="connsiteY13" fmla="*/ 5140 h 158792"/>
                <a:gd name="connsiteX14" fmla="*/ 77727 w 99487"/>
                <a:gd name="connsiteY14" fmla="*/ 32144 h 158792"/>
                <a:gd name="connsiteX15" fmla="*/ 80090 w 99487"/>
                <a:gd name="connsiteY15" fmla="*/ 77151 h 158792"/>
                <a:gd name="connsiteX16" fmla="*/ 77491 w 99487"/>
                <a:gd name="connsiteY16" fmla="*/ 124927 h 158792"/>
                <a:gd name="connsiteX17" fmla="*/ 49842 w 99487"/>
                <a:gd name="connsiteY17" fmla="*/ 153777 h 15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487" h="158792">
                  <a:moveTo>
                    <a:pt x="99704" y="79920"/>
                  </a:moveTo>
                  <a:cubicBezTo>
                    <a:pt x="99704" y="61456"/>
                    <a:pt x="98523" y="42992"/>
                    <a:pt x="90252" y="25913"/>
                  </a:cubicBezTo>
                  <a:cubicBezTo>
                    <a:pt x="79382" y="3756"/>
                    <a:pt x="60004" y="63"/>
                    <a:pt x="50079" y="63"/>
                  </a:cubicBezTo>
                  <a:cubicBezTo>
                    <a:pt x="35900" y="63"/>
                    <a:pt x="18649" y="6064"/>
                    <a:pt x="8960" y="27528"/>
                  </a:cubicBezTo>
                  <a:cubicBezTo>
                    <a:pt x="1398" y="43454"/>
                    <a:pt x="217" y="61456"/>
                    <a:pt x="217" y="79920"/>
                  </a:cubicBezTo>
                  <a:cubicBezTo>
                    <a:pt x="217" y="97231"/>
                    <a:pt x="1162" y="118003"/>
                    <a:pt x="10851" y="135544"/>
                  </a:cubicBezTo>
                  <a:cubicBezTo>
                    <a:pt x="21012" y="154239"/>
                    <a:pt x="38263" y="158855"/>
                    <a:pt x="49842" y="158855"/>
                  </a:cubicBezTo>
                  <a:cubicBezTo>
                    <a:pt x="62603" y="158855"/>
                    <a:pt x="80563" y="154008"/>
                    <a:pt x="90961" y="132082"/>
                  </a:cubicBezTo>
                  <a:cubicBezTo>
                    <a:pt x="98523" y="116156"/>
                    <a:pt x="99704" y="98154"/>
                    <a:pt x="99704" y="79920"/>
                  </a:cubicBezTo>
                  <a:close/>
                  <a:moveTo>
                    <a:pt x="49842" y="153777"/>
                  </a:moveTo>
                  <a:cubicBezTo>
                    <a:pt x="40626" y="153777"/>
                    <a:pt x="26684" y="148007"/>
                    <a:pt x="22430" y="125850"/>
                  </a:cubicBezTo>
                  <a:cubicBezTo>
                    <a:pt x="19831" y="112002"/>
                    <a:pt x="19831" y="90768"/>
                    <a:pt x="19831" y="77151"/>
                  </a:cubicBezTo>
                  <a:cubicBezTo>
                    <a:pt x="19831" y="62379"/>
                    <a:pt x="19831" y="47146"/>
                    <a:pt x="21721" y="34683"/>
                  </a:cubicBezTo>
                  <a:cubicBezTo>
                    <a:pt x="26211" y="7218"/>
                    <a:pt x="43935" y="5140"/>
                    <a:pt x="49842" y="5140"/>
                  </a:cubicBezTo>
                  <a:cubicBezTo>
                    <a:pt x="57641" y="5140"/>
                    <a:pt x="73237" y="9295"/>
                    <a:pt x="77727" y="32144"/>
                  </a:cubicBezTo>
                  <a:cubicBezTo>
                    <a:pt x="80090" y="45069"/>
                    <a:pt x="80090" y="62610"/>
                    <a:pt x="80090" y="77151"/>
                  </a:cubicBezTo>
                  <a:cubicBezTo>
                    <a:pt x="80090" y="94461"/>
                    <a:pt x="80090" y="110156"/>
                    <a:pt x="77491" y="124927"/>
                  </a:cubicBezTo>
                  <a:cubicBezTo>
                    <a:pt x="73946" y="146853"/>
                    <a:pt x="60477" y="153777"/>
                    <a:pt x="49842" y="15377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329" name="Group 328">
            <a:extLst>
              <a:ext uri="{FF2B5EF4-FFF2-40B4-BE49-F238E27FC236}">
                <a16:creationId xmlns:a16="http://schemas.microsoft.com/office/drawing/2014/main" id="{84021707-4094-70BA-2560-F4640FA13155}"/>
              </a:ext>
            </a:extLst>
          </p:cNvPr>
          <p:cNvGrpSpPr>
            <a:grpSpLocks noChangeAspect="1"/>
          </p:cNvGrpSpPr>
          <p:nvPr>
            <p:custDataLst>
              <p:tags r:id="rId7"/>
            </p:custDataLst>
          </p:nvPr>
        </p:nvGrpSpPr>
        <p:grpSpPr>
          <a:xfrm>
            <a:off x="4471712" y="4135247"/>
            <a:ext cx="2974268" cy="230802"/>
            <a:chOff x="7169293" y="6054830"/>
            <a:chExt cx="2974268" cy="230802"/>
          </a:xfrm>
        </p:grpSpPr>
        <p:sp>
          <p:nvSpPr>
            <p:cNvPr id="330" name="Freeform: Shape 329">
              <a:extLst>
                <a:ext uri="{FF2B5EF4-FFF2-40B4-BE49-F238E27FC236}">
                  <a16:creationId xmlns:a16="http://schemas.microsoft.com/office/drawing/2014/main" id="{2F65C0A4-889D-7798-D284-EA1459A01512}"/>
                </a:ext>
              </a:extLst>
            </p:cNvPr>
            <p:cNvSpPr/>
            <p:nvPr>
              <p:custDataLst>
                <p:tags r:id="rId90"/>
              </p:custDataLst>
            </p:nvPr>
          </p:nvSpPr>
          <p:spPr>
            <a:xfrm>
              <a:off x="7169293" y="6070987"/>
              <a:ext cx="171806" cy="156945"/>
            </a:xfrm>
            <a:custGeom>
              <a:avLst/>
              <a:gdLst>
                <a:gd name="connsiteX0" fmla="*/ 158680 w 171806"/>
                <a:gd name="connsiteY0" fmla="*/ 103231 h 156945"/>
                <a:gd name="connsiteX1" fmla="*/ 159863 w 171806"/>
                <a:gd name="connsiteY1" fmla="*/ 100000 h 156945"/>
                <a:gd name="connsiteX2" fmla="*/ 157023 w 171806"/>
                <a:gd name="connsiteY2" fmla="*/ 97461 h 156945"/>
                <a:gd name="connsiteX3" fmla="*/ 153945 w 171806"/>
                <a:gd name="connsiteY3" fmla="*/ 100231 h 156945"/>
                <a:gd name="connsiteX4" fmla="*/ 89320 w 171806"/>
                <a:gd name="connsiteY4" fmla="*/ 149854 h 156945"/>
                <a:gd name="connsiteX5" fmla="*/ 54759 w 171806"/>
                <a:gd name="connsiteY5" fmla="*/ 149854 h 156945"/>
                <a:gd name="connsiteX6" fmla="*/ 49551 w 171806"/>
                <a:gd name="connsiteY6" fmla="*/ 149623 h 156945"/>
                <a:gd name="connsiteX7" fmla="*/ 46474 w 171806"/>
                <a:gd name="connsiteY7" fmla="*/ 147315 h 156945"/>
                <a:gd name="connsiteX8" fmla="*/ 47658 w 171806"/>
                <a:gd name="connsiteY8" fmla="*/ 142006 h 156945"/>
                <a:gd name="connsiteX9" fmla="*/ 63755 w 171806"/>
                <a:gd name="connsiteY9" fmla="*/ 78997 h 156945"/>
                <a:gd name="connsiteX10" fmla="*/ 87190 w 171806"/>
                <a:gd name="connsiteY10" fmla="*/ 78997 h 156945"/>
                <a:gd name="connsiteX11" fmla="*/ 107311 w 171806"/>
                <a:gd name="connsiteY11" fmla="*/ 89614 h 156945"/>
                <a:gd name="connsiteX12" fmla="*/ 105654 w 171806"/>
                <a:gd name="connsiteY12" fmla="*/ 100923 h 156945"/>
                <a:gd name="connsiteX13" fmla="*/ 104944 w 171806"/>
                <a:gd name="connsiteY13" fmla="*/ 103462 h 156945"/>
                <a:gd name="connsiteX14" fmla="*/ 108021 w 171806"/>
                <a:gd name="connsiteY14" fmla="*/ 106001 h 156945"/>
                <a:gd name="connsiteX15" fmla="*/ 111572 w 171806"/>
                <a:gd name="connsiteY15" fmla="*/ 101385 h 156945"/>
                <a:gd name="connsiteX16" fmla="*/ 125065 w 171806"/>
                <a:gd name="connsiteY16" fmla="*/ 47377 h 156945"/>
                <a:gd name="connsiteX17" fmla="*/ 122225 w 171806"/>
                <a:gd name="connsiteY17" fmla="*/ 44838 h 156945"/>
                <a:gd name="connsiteX18" fmla="*/ 118911 w 171806"/>
                <a:gd name="connsiteY18" fmla="*/ 48993 h 156945"/>
                <a:gd name="connsiteX19" fmla="*/ 87900 w 171806"/>
                <a:gd name="connsiteY19" fmla="*/ 71842 h 156945"/>
                <a:gd name="connsiteX20" fmla="*/ 65648 w 171806"/>
                <a:gd name="connsiteY20" fmla="*/ 71842 h 156945"/>
                <a:gd name="connsiteX21" fmla="*/ 79852 w 171806"/>
                <a:gd name="connsiteY21" fmla="*/ 16219 h 156945"/>
                <a:gd name="connsiteX22" fmla="*/ 92635 w 171806"/>
                <a:gd name="connsiteY22" fmla="*/ 7218 h 156945"/>
                <a:gd name="connsiteX23" fmla="*/ 126012 w 171806"/>
                <a:gd name="connsiteY23" fmla="*/ 7218 h 156945"/>
                <a:gd name="connsiteX24" fmla="*/ 161994 w 171806"/>
                <a:gd name="connsiteY24" fmla="*/ 32837 h 156945"/>
                <a:gd name="connsiteX25" fmla="*/ 161047 w 171806"/>
                <a:gd name="connsiteY25" fmla="*/ 45069 h 156945"/>
                <a:gd name="connsiteX26" fmla="*/ 160810 w 171806"/>
                <a:gd name="connsiteY26" fmla="*/ 49224 h 156945"/>
                <a:gd name="connsiteX27" fmla="*/ 163651 w 171806"/>
                <a:gd name="connsiteY27" fmla="*/ 51993 h 156945"/>
                <a:gd name="connsiteX28" fmla="*/ 166965 w 171806"/>
                <a:gd name="connsiteY28" fmla="*/ 46223 h 156945"/>
                <a:gd name="connsiteX29" fmla="*/ 171699 w 171806"/>
                <a:gd name="connsiteY29" fmla="*/ 6294 h 156945"/>
                <a:gd name="connsiteX30" fmla="*/ 165308 w 171806"/>
                <a:gd name="connsiteY30" fmla="*/ 63 h 156945"/>
                <a:gd name="connsiteX31" fmla="*/ 45764 w 171806"/>
                <a:gd name="connsiteY31" fmla="*/ 63 h 156945"/>
                <a:gd name="connsiteX32" fmla="*/ 38662 w 171806"/>
                <a:gd name="connsiteY32" fmla="*/ 4679 h 156945"/>
                <a:gd name="connsiteX33" fmla="*/ 45290 w 171806"/>
                <a:gd name="connsiteY33" fmla="*/ 7218 h 156945"/>
                <a:gd name="connsiteX34" fmla="*/ 60677 w 171806"/>
                <a:gd name="connsiteY34" fmla="*/ 11372 h 156945"/>
                <a:gd name="connsiteX35" fmla="*/ 59494 w 171806"/>
                <a:gd name="connsiteY35" fmla="*/ 16911 h 156945"/>
                <a:gd name="connsiteX36" fmla="*/ 28246 w 171806"/>
                <a:gd name="connsiteY36" fmla="*/ 139006 h 156945"/>
                <a:gd name="connsiteX37" fmla="*/ 6705 w 171806"/>
                <a:gd name="connsiteY37" fmla="*/ 149854 h 156945"/>
                <a:gd name="connsiteX38" fmla="*/ 77 w 171806"/>
                <a:gd name="connsiteY38" fmla="*/ 154239 h 156945"/>
                <a:gd name="connsiteX39" fmla="*/ 6705 w 171806"/>
                <a:gd name="connsiteY39" fmla="*/ 157008 h 156945"/>
                <a:gd name="connsiteX40" fmla="*/ 129563 w 171806"/>
                <a:gd name="connsiteY40" fmla="*/ 157008 h 156945"/>
                <a:gd name="connsiteX41" fmla="*/ 136901 w 171806"/>
                <a:gd name="connsiteY41" fmla="*/ 153085 h 156945"/>
                <a:gd name="connsiteX42" fmla="*/ 158680 w 171806"/>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806" h="156945">
                  <a:moveTo>
                    <a:pt x="158680" y="103231"/>
                  </a:moveTo>
                  <a:cubicBezTo>
                    <a:pt x="159153" y="102077"/>
                    <a:pt x="159863" y="100462"/>
                    <a:pt x="159863" y="100000"/>
                  </a:cubicBezTo>
                  <a:cubicBezTo>
                    <a:pt x="159863" y="99769"/>
                    <a:pt x="159863" y="97461"/>
                    <a:pt x="157023" y="97461"/>
                  </a:cubicBezTo>
                  <a:cubicBezTo>
                    <a:pt x="154892" y="97461"/>
                    <a:pt x="154419" y="98846"/>
                    <a:pt x="153945" y="100231"/>
                  </a:cubicBezTo>
                  <a:cubicBezTo>
                    <a:pt x="138558" y="134390"/>
                    <a:pt x="129800" y="149854"/>
                    <a:pt x="89320" y="149854"/>
                  </a:cubicBezTo>
                  <a:lnTo>
                    <a:pt x="54759" y="149854"/>
                  </a:lnTo>
                  <a:cubicBezTo>
                    <a:pt x="51445" y="149854"/>
                    <a:pt x="50972" y="149854"/>
                    <a:pt x="49551" y="149623"/>
                  </a:cubicBezTo>
                  <a:cubicBezTo>
                    <a:pt x="47184" y="149392"/>
                    <a:pt x="46474" y="149161"/>
                    <a:pt x="46474" y="147315"/>
                  </a:cubicBezTo>
                  <a:cubicBezTo>
                    <a:pt x="46474" y="146622"/>
                    <a:pt x="46474" y="146161"/>
                    <a:pt x="47658" y="142006"/>
                  </a:cubicBezTo>
                  <a:lnTo>
                    <a:pt x="63755" y="78997"/>
                  </a:lnTo>
                  <a:lnTo>
                    <a:pt x="87190" y="78997"/>
                  </a:lnTo>
                  <a:cubicBezTo>
                    <a:pt x="107311" y="78997"/>
                    <a:pt x="107311" y="83844"/>
                    <a:pt x="107311" y="89614"/>
                  </a:cubicBezTo>
                  <a:cubicBezTo>
                    <a:pt x="107311" y="91230"/>
                    <a:pt x="107311" y="93999"/>
                    <a:pt x="105654" y="100923"/>
                  </a:cubicBezTo>
                  <a:cubicBezTo>
                    <a:pt x="105181" y="102077"/>
                    <a:pt x="104944" y="102770"/>
                    <a:pt x="104944" y="103462"/>
                  </a:cubicBezTo>
                  <a:cubicBezTo>
                    <a:pt x="104944" y="104616"/>
                    <a:pt x="105891" y="106001"/>
                    <a:pt x="108021" y="106001"/>
                  </a:cubicBezTo>
                  <a:cubicBezTo>
                    <a:pt x="109915" y="106001"/>
                    <a:pt x="110625" y="104847"/>
                    <a:pt x="111572" y="101385"/>
                  </a:cubicBezTo>
                  <a:lnTo>
                    <a:pt x="125065" y="47377"/>
                  </a:lnTo>
                  <a:cubicBezTo>
                    <a:pt x="125065" y="45992"/>
                    <a:pt x="123882" y="44838"/>
                    <a:pt x="122225" y="44838"/>
                  </a:cubicBezTo>
                  <a:cubicBezTo>
                    <a:pt x="120094" y="44838"/>
                    <a:pt x="119621" y="46223"/>
                    <a:pt x="118911" y="48993"/>
                  </a:cubicBezTo>
                  <a:cubicBezTo>
                    <a:pt x="113939" y="66534"/>
                    <a:pt x="109678" y="71842"/>
                    <a:pt x="87900" y="71842"/>
                  </a:cubicBezTo>
                  <a:lnTo>
                    <a:pt x="65648" y="71842"/>
                  </a:lnTo>
                  <a:lnTo>
                    <a:pt x="79852" y="16219"/>
                  </a:lnTo>
                  <a:cubicBezTo>
                    <a:pt x="81982" y="8141"/>
                    <a:pt x="82219" y="7218"/>
                    <a:pt x="92635" y="7218"/>
                  </a:cubicBezTo>
                  <a:lnTo>
                    <a:pt x="126012" y="7218"/>
                  </a:lnTo>
                  <a:cubicBezTo>
                    <a:pt x="154892" y="7218"/>
                    <a:pt x="161994" y="13911"/>
                    <a:pt x="161994" y="32837"/>
                  </a:cubicBezTo>
                  <a:cubicBezTo>
                    <a:pt x="161994" y="38376"/>
                    <a:pt x="161994" y="38838"/>
                    <a:pt x="161047" y="45069"/>
                  </a:cubicBezTo>
                  <a:cubicBezTo>
                    <a:pt x="161047" y="46454"/>
                    <a:pt x="160810" y="48070"/>
                    <a:pt x="160810" y="49224"/>
                  </a:cubicBezTo>
                  <a:cubicBezTo>
                    <a:pt x="160810" y="50378"/>
                    <a:pt x="161520" y="51993"/>
                    <a:pt x="163651" y="51993"/>
                  </a:cubicBezTo>
                  <a:cubicBezTo>
                    <a:pt x="166255" y="51993"/>
                    <a:pt x="166491" y="50609"/>
                    <a:pt x="166965" y="46223"/>
                  </a:cubicBezTo>
                  <a:lnTo>
                    <a:pt x="171699" y="6294"/>
                  </a:lnTo>
                  <a:cubicBezTo>
                    <a:pt x="172409" y="63"/>
                    <a:pt x="171226" y="63"/>
                    <a:pt x="165308" y="63"/>
                  </a:cubicBezTo>
                  <a:lnTo>
                    <a:pt x="45764" y="63"/>
                  </a:lnTo>
                  <a:cubicBezTo>
                    <a:pt x="41029" y="63"/>
                    <a:pt x="38662" y="63"/>
                    <a:pt x="38662" y="4679"/>
                  </a:cubicBezTo>
                  <a:cubicBezTo>
                    <a:pt x="38662" y="7218"/>
                    <a:pt x="40793" y="7218"/>
                    <a:pt x="45290" y="7218"/>
                  </a:cubicBezTo>
                  <a:cubicBezTo>
                    <a:pt x="54049" y="7218"/>
                    <a:pt x="60677" y="7218"/>
                    <a:pt x="60677" y="11372"/>
                  </a:cubicBezTo>
                  <a:cubicBezTo>
                    <a:pt x="60677" y="12295"/>
                    <a:pt x="60677" y="12757"/>
                    <a:pt x="59494" y="16911"/>
                  </a:cubicBezTo>
                  <a:lnTo>
                    <a:pt x="28246" y="139006"/>
                  </a:lnTo>
                  <a:cubicBezTo>
                    <a:pt x="25879" y="148007"/>
                    <a:pt x="25406" y="149854"/>
                    <a:pt x="6705" y="149854"/>
                  </a:cubicBezTo>
                  <a:cubicBezTo>
                    <a:pt x="2681" y="149854"/>
                    <a:pt x="77" y="149854"/>
                    <a:pt x="77" y="154239"/>
                  </a:cubicBezTo>
                  <a:cubicBezTo>
                    <a:pt x="77" y="157008"/>
                    <a:pt x="2207" y="157008"/>
                    <a:pt x="6705" y="157008"/>
                  </a:cubicBezTo>
                  <a:lnTo>
                    <a:pt x="129563" y="157008"/>
                  </a:lnTo>
                  <a:cubicBezTo>
                    <a:pt x="135008" y="157008"/>
                    <a:pt x="135244" y="156778"/>
                    <a:pt x="136901" y="153085"/>
                  </a:cubicBezTo>
                  <a:lnTo>
                    <a:pt x="158680"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1" name="Freeform: Shape 330">
              <a:extLst>
                <a:ext uri="{FF2B5EF4-FFF2-40B4-BE49-F238E27FC236}">
                  <a16:creationId xmlns:a16="http://schemas.microsoft.com/office/drawing/2014/main" id="{542E8838-8125-FEC6-AF2A-1D691923D94A}"/>
                </a:ext>
              </a:extLst>
            </p:cNvPr>
            <p:cNvSpPr/>
            <p:nvPr>
              <p:custDataLst>
                <p:tags r:id="rId91"/>
              </p:custDataLst>
            </p:nvPr>
          </p:nvSpPr>
          <p:spPr>
            <a:xfrm>
              <a:off x="7376621" y="6054830"/>
              <a:ext cx="32430" cy="230802"/>
            </a:xfrm>
            <a:custGeom>
              <a:avLst/>
              <a:gdLst>
                <a:gd name="connsiteX0" fmla="*/ 32515 w 32430"/>
                <a:gd name="connsiteY0" fmla="*/ 230865 h 230802"/>
                <a:gd name="connsiteX1" fmla="*/ 32515 w 32430"/>
                <a:gd name="connsiteY1" fmla="*/ 221633 h 230802"/>
                <a:gd name="connsiteX2" fmla="*/ 9553 w 32430"/>
                <a:gd name="connsiteY2" fmla="*/ 221633 h 230802"/>
                <a:gd name="connsiteX3" fmla="*/ 9553 w 32430"/>
                <a:gd name="connsiteY3" fmla="*/ 9295 h 230802"/>
                <a:gd name="connsiteX4" fmla="*/ 32515 w 32430"/>
                <a:gd name="connsiteY4" fmla="*/ 9295 h 230802"/>
                <a:gd name="connsiteX5" fmla="*/ 32515 w 32430"/>
                <a:gd name="connsiteY5" fmla="*/ 63 h 230802"/>
                <a:gd name="connsiteX6" fmla="*/ 85 w 32430"/>
                <a:gd name="connsiteY6" fmla="*/ 63 h 230802"/>
                <a:gd name="connsiteX7" fmla="*/ 85 w 32430"/>
                <a:gd name="connsiteY7" fmla="*/ 230865 h 230802"/>
                <a:gd name="connsiteX8" fmla="*/ 32515 w 32430"/>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15" y="230865"/>
                  </a:moveTo>
                  <a:lnTo>
                    <a:pt x="32515" y="221633"/>
                  </a:lnTo>
                  <a:lnTo>
                    <a:pt x="9553" y="221633"/>
                  </a:lnTo>
                  <a:lnTo>
                    <a:pt x="9553" y="9295"/>
                  </a:lnTo>
                  <a:lnTo>
                    <a:pt x="32515" y="9295"/>
                  </a:lnTo>
                  <a:lnTo>
                    <a:pt x="32515" y="63"/>
                  </a:lnTo>
                  <a:lnTo>
                    <a:pt x="85" y="63"/>
                  </a:lnTo>
                  <a:lnTo>
                    <a:pt x="85" y="230865"/>
                  </a:lnTo>
                  <a:lnTo>
                    <a:pt x="32515"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2" name="Freeform: Shape 331">
              <a:extLst>
                <a:ext uri="{FF2B5EF4-FFF2-40B4-BE49-F238E27FC236}">
                  <a16:creationId xmlns:a16="http://schemas.microsoft.com/office/drawing/2014/main" id="{A82C5631-3DBA-0728-D30F-4FB03EF3DA28}"/>
                </a:ext>
              </a:extLst>
            </p:cNvPr>
            <p:cNvSpPr/>
            <p:nvPr>
              <p:custDataLst>
                <p:tags r:id="rId92"/>
              </p:custDataLst>
            </p:nvPr>
          </p:nvSpPr>
          <p:spPr>
            <a:xfrm>
              <a:off x="7421309" y="6125917"/>
              <a:ext cx="121674" cy="104553"/>
            </a:xfrm>
            <a:custGeom>
              <a:avLst/>
              <a:gdLst>
                <a:gd name="connsiteX0" fmla="*/ 76075 w 121674"/>
                <a:gd name="connsiteY0" fmla="*/ 89153 h 104553"/>
                <a:gd name="connsiteX1" fmla="*/ 97143 w 121674"/>
                <a:gd name="connsiteY1" fmla="*/ 104616 h 104553"/>
                <a:gd name="connsiteX2" fmla="*/ 114660 w 121674"/>
                <a:gd name="connsiteY2" fmla="*/ 91922 h 104553"/>
                <a:gd name="connsiteX3" fmla="*/ 121762 w 121674"/>
                <a:gd name="connsiteY3" fmla="*/ 69073 h 104553"/>
                <a:gd name="connsiteX4" fmla="*/ 118921 w 121674"/>
                <a:gd name="connsiteY4" fmla="*/ 66765 h 104553"/>
                <a:gd name="connsiteX5" fmla="*/ 115607 w 121674"/>
                <a:gd name="connsiteY5" fmla="*/ 70919 h 104553"/>
                <a:gd name="connsiteX6" fmla="*/ 97853 w 121674"/>
                <a:gd name="connsiteY6" fmla="*/ 99539 h 104553"/>
                <a:gd name="connsiteX7" fmla="*/ 90515 w 121674"/>
                <a:gd name="connsiteY7" fmla="*/ 88922 h 104553"/>
                <a:gd name="connsiteX8" fmla="*/ 95249 w 121674"/>
                <a:gd name="connsiteY8" fmla="*/ 64918 h 104553"/>
                <a:gd name="connsiteX9" fmla="*/ 101877 w 121674"/>
                <a:gd name="connsiteY9" fmla="*/ 39992 h 104553"/>
                <a:gd name="connsiteX10" fmla="*/ 105902 w 121674"/>
                <a:gd name="connsiteY10" fmla="*/ 24297 h 104553"/>
                <a:gd name="connsiteX11" fmla="*/ 109452 w 121674"/>
                <a:gd name="connsiteY11" fmla="*/ 8833 h 104553"/>
                <a:gd name="connsiteX12" fmla="*/ 102588 w 121674"/>
                <a:gd name="connsiteY12" fmla="*/ 2602 h 104553"/>
                <a:gd name="connsiteX13" fmla="*/ 93355 w 121674"/>
                <a:gd name="connsiteY13" fmla="*/ 10680 h 104553"/>
                <a:gd name="connsiteX14" fmla="*/ 75601 w 121674"/>
                <a:gd name="connsiteY14" fmla="*/ 80151 h 104553"/>
                <a:gd name="connsiteX15" fmla="*/ 48615 w 121674"/>
                <a:gd name="connsiteY15" fmla="*/ 99539 h 104553"/>
                <a:gd name="connsiteX16" fmla="*/ 33938 w 121674"/>
                <a:gd name="connsiteY16" fmla="*/ 80613 h 104553"/>
                <a:gd name="connsiteX17" fmla="*/ 46721 w 121674"/>
                <a:gd name="connsiteY17" fmla="*/ 33529 h 104553"/>
                <a:gd name="connsiteX18" fmla="*/ 50746 w 121674"/>
                <a:gd name="connsiteY18" fmla="*/ 18989 h 104553"/>
                <a:gd name="connsiteX19" fmla="*/ 31335 w 121674"/>
                <a:gd name="connsiteY19" fmla="*/ 63 h 104553"/>
                <a:gd name="connsiteX20" fmla="*/ 87 w 121674"/>
                <a:gd name="connsiteY20" fmla="*/ 35606 h 104553"/>
                <a:gd name="connsiteX21" fmla="*/ 2928 w 121674"/>
                <a:gd name="connsiteY21" fmla="*/ 37914 h 104553"/>
                <a:gd name="connsiteX22" fmla="*/ 6716 w 121674"/>
                <a:gd name="connsiteY22" fmla="*/ 33760 h 104553"/>
                <a:gd name="connsiteX23" fmla="*/ 30624 w 121674"/>
                <a:gd name="connsiteY23" fmla="*/ 5140 h 104553"/>
                <a:gd name="connsiteX24" fmla="*/ 36542 w 121674"/>
                <a:gd name="connsiteY24" fmla="*/ 12757 h 104553"/>
                <a:gd name="connsiteX25" fmla="*/ 32518 w 121674"/>
                <a:gd name="connsiteY25" fmla="*/ 28451 h 104553"/>
                <a:gd name="connsiteX26" fmla="*/ 18788 w 121674"/>
                <a:gd name="connsiteY26" fmla="*/ 76920 h 104553"/>
                <a:gd name="connsiteX27" fmla="*/ 47905 w 121674"/>
                <a:gd name="connsiteY27" fmla="*/ 104616 h 104553"/>
                <a:gd name="connsiteX28" fmla="*/ 76075 w 121674"/>
                <a:gd name="connsiteY28" fmla="*/ 89153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674" h="104553">
                  <a:moveTo>
                    <a:pt x="76075" y="89153"/>
                  </a:moveTo>
                  <a:cubicBezTo>
                    <a:pt x="78679" y="98615"/>
                    <a:pt x="86964" y="104616"/>
                    <a:pt x="97143" y="104616"/>
                  </a:cubicBezTo>
                  <a:cubicBezTo>
                    <a:pt x="105428" y="104616"/>
                    <a:pt x="110873" y="99308"/>
                    <a:pt x="114660" y="91922"/>
                  </a:cubicBezTo>
                  <a:cubicBezTo>
                    <a:pt x="118685" y="83613"/>
                    <a:pt x="121762" y="69534"/>
                    <a:pt x="121762" y="69073"/>
                  </a:cubicBezTo>
                  <a:cubicBezTo>
                    <a:pt x="121762" y="66765"/>
                    <a:pt x="119631" y="66765"/>
                    <a:pt x="118921" y="66765"/>
                  </a:cubicBezTo>
                  <a:cubicBezTo>
                    <a:pt x="116554" y="66765"/>
                    <a:pt x="116317" y="67688"/>
                    <a:pt x="115607" y="70919"/>
                  </a:cubicBezTo>
                  <a:cubicBezTo>
                    <a:pt x="112293" y="83844"/>
                    <a:pt x="107795" y="99539"/>
                    <a:pt x="97853" y="99539"/>
                  </a:cubicBezTo>
                  <a:cubicBezTo>
                    <a:pt x="92882" y="99539"/>
                    <a:pt x="90515" y="96538"/>
                    <a:pt x="90515" y="88922"/>
                  </a:cubicBezTo>
                  <a:cubicBezTo>
                    <a:pt x="90515" y="83844"/>
                    <a:pt x="93355" y="72996"/>
                    <a:pt x="95249" y="64918"/>
                  </a:cubicBezTo>
                  <a:lnTo>
                    <a:pt x="101877" y="39992"/>
                  </a:lnTo>
                  <a:cubicBezTo>
                    <a:pt x="102588" y="36530"/>
                    <a:pt x="104955" y="27759"/>
                    <a:pt x="105902" y="24297"/>
                  </a:cubicBezTo>
                  <a:cubicBezTo>
                    <a:pt x="107085" y="18989"/>
                    <a:pt x="109452" y="10218"/>
                    <a:pt x="109452" y="8833"/>
                  </a:cubicBezTo>
                  <a:cubicBezTo>
                    <a:pt x="109452" y="4679"/>
                    <a:pt x="106138" y="2602"/>
                    <a:pt x="102588" y="2602"/>
                  </a:cubicBezTo>
                  <a:cubicBezTo>
                    <a:pt x="101404" y="2602"/>
                    <a:pt x="95249" y="2832"/>
                    <a:pt x="93355" y="10680"/>
                  </a:cubicBezTo>
                  <a:cubicBezTo>
                    <a:pt x="88858" y="27528"/>
                    <a:pt x="78442" y="67919"/>
                    <a:pt x="75601" y="80151"/>
                  </a:cubicBezTo>
                  <a:cubicBezTo>
                    <a:pt x="75365" y="81074"/>
                    <a:pt x="65896" y="99539"/>
                    <a:pt x="48615" y="99539"/>
                  </a:cubicBezTo>
                  <a:cubicBezTo>
                    <a:pt x="36306" y="99539"/>
                    <a:pt x="33938" y="89153"/>
                    <a:pt x="33938" y="80613"/>
                  </a:cubicBezTo>
                  <a:cubicBezTo>
                    <a:pt x="33938" y="67688"/>
                    <a:pt x="40567" y="49455"/>
                    <a:pt x="46721" y="33529"/>
                  </a:cubicBezTo>
                  <a:cubicBezTo>
                    <a:pt x="49562" y="26605"/>
                    <a:pt x="50746" y="23374"/>
                    <a:pt x="50746" y="18989"/>
                  </a:cubicBezTo>
                  <a:cubicBezTo>
                    <a:pt x="50746" y="8602"/>
                    <a:pt x="43171" y="63"/>
                    <a:pt x="31335" y="63"/>
                  </a:cubicBezTo>
                  <a:cubicBezTo>
                    <a:pt x="8846" y="63"/>
                    <a:pt x="87" y="33529"/>
                    <a:pt x="87" y="35606"/>
                  </a:cubicBezTo>
                  <a:cubicBezTo>
                    <a:pt x="87" y="37914"/>
                    <a:pt x="2455" y="37914"/>
                    <a:pt x="2928" y="37914"/>
                  </a:cubicBezTo>
                  <a:cubicBezTo>
                    <a:pt x="5295" y="37914"/>
                    <a:pt x="5532" y="37453"/>
                    <a:pt x="6716" y="33760"/>
                  </a:cubicBezTo>
                  <a:cubicBezTo>
                    <a:pt x="12634" y="13680"/>
                    <a:pt x="21629" y="5140"/>
                    <a:pt x="30624" y="5140"/>
                  </a:cubicBezTo>
                  <a:cubicBezTo>
                    <a:pt x="32755" y="5140"/>
                    <a:pt x="36542" y="5371"/>
                    <a:pt x="36542" y="12757"/>
                  </a:cubicBezTo>
                  <a:cubicBezTo>
                    <a:pt x="36542" y="18296"/>
                    <a:pt x="33938" y="24989"/>
                    <a:pt x="32518" y="28451"/>
                  </a:cubicBezTo>
                  <a:cubicBezTo>
                    <a:pt x="23759" y="51301"/>
                    <a:pt x="18788" y="65611"/>
                    <a:pt x="18788" y="76920"/>
                  </a:cubicBezTo>
                  <a:cubicBezTo>
                    <a:pt x="18788" y="98846"/>
                    <a:pt x="35122" y="104616"/>
                    <a:pt x="47905" y="104616"/>
                  </a:cubicBezTo>
                  <a:cubicBezTo>
                    <a:pt x="63529" y="104616"/>
                    <a:pt x="72051" y="94230"/>
                    <a:pt x="76075" y="89153"/>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3" name="Freeform: Shape 332">
              <a:extLst>
                <a:ext uri="{FF2B5EF4-FFF2-40B4-BE49-F238E27FC236}">
                  <a16:creationId xmlns:a16="http://schemas.microsoft.com/office/drawing/2014/main" id="{7FC08F84-47AA-23C4-DB1E-A5C0384395DF}"/>
                </a:ext>
              </a:extLst>
            </p:cNvPr>
            <p:cNvSpPr/>
            <p:nvPr>
              <p:custDataLst>
                <p:tags r:id="rId93"/>
              </p:custDataLst>
            </p:nvPr>
          </p:nvSpPr>
          <p:spPr>
            <a:xfrm>
              <a:off x="7555164" y="6054830"/>
              <a:ext cx="32430" cy="230802"/>
            </a:xfrm>
            <a:custGeom>
              <a:avLst/>
              <a:gdLst>
                <a:gd name="connsiteX0" fmla="*/ 32524 w 32430"/>
                <a:gd name="connsiteY0" fmla="*/ 63 h 230802"/>
                <a:gd name="connsiteX1" fmla="*/ 93 w 32430"/>
                <a:gd name="connsiteY1" fmla="*/ 63 h 230802"/>
                <a:gd name="connsiteX2" fmla="*/ 93 w 32430"/>
                <a:gd name="connsiteY2" fmla="*/ 9295 h 230802"/>
                <a:gd name="connsiteX3" fmla="*/ 23055 w 32430"/>
                <a:gd name="connsiteY3" fmla="*/ 9295 h 230802"/>
                <a:gd name="connsiteX4" fmla="*/ 23055 w 32430"/>
                <a:gd name="connsiteY4" fmla="*/ 221633 h 230802"/>
                <a:gd name="connsiteX5" fmla="*/ 93 w 32430"/>
                <a:gd name="connsiteY5" fmla="*/ 221633 h 230802"/>
                <a:gd name="connsiteX6" fmla="*/ 93 w 32430"/>
                <a:gd name="connsiteY6" fmla="*/ 230865 h 230802"/>
                <a:gd name="connsiteX7" fmla="*/ 32524 w 32430"/>
                <a:gd name="connsiteY7" fmla="*/ 230865 h 230802"/>
                <a:gd name="connsiteX8" fmla="*/ 32524 w 32430"/>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24" y="63"/>
                  </a:moveTo>
                  <a:lnTo>
                    <a:pt x="93" y="63"/>
                  </a:lnTo>
                  <a:lnTo>
                    <a:pt x="93" y="9295"/>
                  </a:lnTo>
                  <a:lnTo>
                    <a:pt x="23055" y="9295"/>
                  </a:lnTo>
                  <a:lnTo>
                    <a:pt x="23055" y="221633"/>
                  </a:lnTo>
                  <a:lnTo>
                    <a:pt x="93" y="221633"/>
                  </a:lnTo>
                  <a:lnTo>
                    <a:pt x="93" y="230865"/>
                  </a:lnTo>
                  <a:lnTo>
                    <a:pt x="32524" y="230865"/>
                  </a:lnTo>
                  <a:lnTo>
                    <a:pt x="32524"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4" name="Freeform: Shape 333">
              <a:extLst>
                <a:ext uri="{FF2B5EF4-FFF2-40B4-BE49-F238E27FC236}">
                  <a16:creationId xmlns:a16="http://schemas.microsoft.com/office/drawing/2014/main" id="{73C64EEA-5EC3-B8AD-E6FF-66532DA7B2F6}"/>
                </a:ext>
              </a:extLst>
            </p:cNvPr>
            <p:cNvSpPr/>
            <p:nvPr>
              <p:custDataLst>
                <p:tags r:id="rId94"/>
              </p:custDataLst>
            </p:nvPr>
          </p:nvSpPr>
          <p:spPr>
            <a:xfrm>
              <a:off x="7694723" y="6143228"/>
              <a:ext cx="157419" cy="54007"/>
            </a:xfrm>
            <a:custGeom>
              <a:avLst/>
              <a:gdLst>
                <a:gd name="connsiteX0" fmla="*/ 149469 w 157419"/>
                <a:gd name="connsiteY0" fmla="*/ 9295 h 54007"/>
                <a:gd name="connsiteX1" fmla="*/ 157518 w 157419"/>
                <a:gd name="connsiteY1" fmla="*/ 4679 h 54007"/>
                <a:gd name="connsiteX2" fmla="*/ 149706 w 157419"/>
                <a:gd name="connsiteY2" fmla="*/ 63 h 54007"/>
                <a:gd name="connsiteX3" fmla="*/ 7910 w 157419"/>
                <a:gd name="connsiteY3" fmla="*/ 63 h 54007"/>
                <a:gd name="connsiteX4" fmla="*/ 99 w 157419"/>
                <a:gd name="connsiteY4" fmla="*/ 4679 h 54007"/>
                <a:gd name="connsiteX5" fmla="*/ 8147 w 157419"/>
                <a:gd name="connsiteY5" fmla="*/ 9295 h 54007"/>
                <a:gd name="connsiteX6" fmla="*/ 149469 w 157419"/>
                <a:gd name="connsiteY6" fmla="*/ 9295 h 54007"/>
                <a:gd name="connsiteX7" fmla="*/ 149706 w 157419"/>
                <a:gd name="connsiteY7" fmla="*/ 54071 h 54007"/>
                <a:gd name="connsiteX8" fmla="*/ 157518 w 157419"/>
                <a:gd name="connsiteY8" fmla="*/ 49455 h 54007"/>
                <a:gd name="connsiteX9" fmla="*/ 149469 w 157419"/>
                <a:gd name="connsiteY9" fmla="*/ 44838 h 54007"/>
                <a:gd name="connsiteX10" fmla="*/ 8147 w 157419"/>
                <a:gd name="connsiteY10" fmla="*/ 44838 h 54007"/>
                <a:gd name="connsiteX11" fmla="*/ 99 w 157419"/>
                <a:gd name="connsiteY11" fmla="*/ 49455 h 54007"/>
                <a:gd name="connsiteX12" fmla="*/ 7910 w 157419"/>
                <a:gd name="connsiteY12" fmla="*/ 54071 h 54007"/>
                <a:gd name="connsiteX13" fmla="*/ 149706 w 157419"/>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4007">
                  <a:moveTo>
                    <a:pt x="149469" y="9295"/>
                  </a:moveTo>
                  <a:cubicBezTo>
                    <a:pt x="153020" y="9295"/>
                    <a:pt x="157518" y="9295"/>
                    <a:pt x="157518" y="4679"/>
                  </a:cubicBezTo>
                  <a:cubicBezTo>
                    <a:pt x="157518" y="63"/>
                    <a:pt x="153020" y="63"/>
                    <a:pt x="149706" y="63"/>
                  </a:cubicBezTo>
                  <a:lnTo>
                    <a:pt x="7910" y="63"/>
                  </a:lnTo>
                  <a:cubicBezTo>
                    <a:pt x="4596" y="63"/>
                    <a:pt x="99" y="63"/>
                    <a:pt x="99" y="4679"/>
                  </a:cubicBezTo>
                  <a:cubicBezTo>
                    <a:pt x="99" y="9295"/>
                    <a:pt x="4596" y="9295"/>
                    <a:pt x="8147" y="9295"/>
                  </a:cubicBezTo>
                  <a:lnTo>
                    <a:pt x="149469" y="9295"/>
                  </a:lnTo>
                  <a:close/>
                  <a:moveTo>
                    <a:pt x="149706" y="54071"/>
                  </a:moveTo>
                  <a:cubicBezTo>
                    <a:pt x="153020" y="54071"/>
                    <a:pt x="157518" y="54071"/>
                    <a:pt x="157518" y="49455"/>
                  </a:cubicBezTo>
                  <a:cubicBezTo>
                    <a:pt x="157518" y="44838"/>
                    <a:pt x="153020" y="44838"/>
                    <a:pt x="149469" y="44838"/>
                  </a:cubicBezTo>
                  <a:lnTo>
                    <a:pt x="8147" y="44838"/>
                  </a:lnTo>
                  <a:cubicBezTo>
                    <a:pt x="4596" y="44838"/>
                    <a:pt x="99" y="44838"/>
                    <a:pt x="99" y="49455"/>
                  </a:cubicBezTo>
                  <a:cubicBezTo>
                    <a:pt x="99" y="54071"/>
                    <a:pt x="4596" y="54071"/>
                    <a:pt x="7910" y="54071"/>
                  </a:cubicBezTo>
                  <a:lnTo>
                    <a:pt x="149706"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5" name="Freeform: Shape 334">
              <a:extLst>
                <a:ext uri="{FF2B5EF4-FFF2-40B4-BE49-F238E27FC236}">
                  <a16:creationId xmlns:a16="http://schemas.microsoft.com/office/drawing/2014/main" id="{82AE6076-6C61-FD09-CE81-C5584D9C3A30}"/>
                </a:ext>
              </a:extLst>
            </p:cNvPr>
            <p:cNvSpPr/>
            <p:nvPr>
              <p:custDataLst>
                <p:tags r:id="rId95"/>
              </p:custDataLst>
            </p:nvPr>
          </p:nvSpPr>
          <p:spPr>
            <a:xfrm>
              <a:off x="7940333" y="6070987"/>
              <a:ext cx="171806" cy="156945"/>
            </a:xfrm>
            <a:custGeom>
              <a:avLst/>
              <a:gdLst>
                <a:gd name="connsiteX0" fmla="*/ 158712 w 171806"/>
                <a:gd name="connsiteY0" fmla="*/ 103231 h 156945"/>
                <a:gd name="connsiteX1" fmla="*/ 159896 w 171806"/>
                <a:gd name="connsiteY1" fmla="*/ 100000 h 156945"/>
                <a:gd name="connsiteX2" fmla="*/ 157055 w 171806"/>
                <a:gd name="connsiteY2" fmla="*/ 97461 h 156945"/>
                <a:gd name="connsiteX3" fmla="*/ 153978 w 171806"/>
                <a:gd name="connsiteY3" fmla="*/ 100231 h 156945"/>
                <a:gd name="connsiteX4" fmla="*/ 89353 w 171806"/>
                <a:gd name="connsiteY4" fmla="*/ 149854 h 156945"/>
                <a:gd name="connsiteX5" fmla="*/ 54792 w 171806"/>
                <a:gd name="connsiteY5" fmla="*/ 149854 h 156945"/>
                <a:gd name="connsiteX6" fmla="*/ 49584 w 171806"/>
                <a:gd name="connsiteY6" fmla="*/ 149623 h 156945"/>
                <a:gd name="connsiteX7" fmla="*/ 46506 w 171806"/>
                <a:gd name="connsiteY7" fmla="*/ 147315 h 156945"/>
                <a:gd name="connsiteX8" fmla="*/ 47690 w 171806"/>
                <a:gd name="connsiteY8" fmla="*/ 142006 h 156945"/>
                <a:gd name="connsiteX9" fmla="*/ 63787 w 171806"/>
                <a:gd name="connsiteY9" fmla="*/ 78997 h 156945"/>
                <a:gd name="connsiteX10" fmla="*/ 87222 w 171806"/>
                <a:gd name="connsiteY10" fmla="*/ 78997 h 156945"/>
                <a:gd name="connsiteX11" fmla="*/ 107344 w 171806"/>
                <a:gd name="connsiteY11" fmla="*/ 89614 h 156945"/>
                <a:gd name="connsiteX12" fmla="*/ 105687 w 171806"/>
                <a:gd name="connsiteY12" fmla="*/ 100923 h 156945"/>
                <a:gd name="connsiteX13" fmla="*/ 104976 w 171806"/>
                <a:gd name="connsiteY13" fmla="*/ 103462 h 156945"/>
                <a:gd name="connsiteX14" fmla="*/ 108054 w 171806"/>
                <a:gd name="connsiteY14" fmla="*/ 106001 h 156945"/>
                <a:gd name="connsiteX15" fmla="*/ 111605 w 171806"/>
                <a:gd name="connsiteY15" fmla="*/ 101385 h 156945"/>
                <a:gd name="connsiteX16" fmla="*/ 125098 w 171806"/>
                <a:gd name="connsiteY16" fmla="*/ 47377 h 156945"/>
                <a:gd name="connsiteX17" fmla="*/ 122257 w 171806"/>
                <a:gd name="connsiteY17" fmla="*/ 44838 h 156945"/>
                <a:gd name="connsiteX18" fmla="*/ 118943 w 171806"/>
                <a:gd name="connsiteY18" fmla="*/ 48993 h 156945"/>
                <a:gd name="connsiteX19" fmla="*/ 87933 w 171806"/>
                <a:gd name="connsiteY19" fmla="*/ 71842 h 156945"/>
                <a:gd name="connsiteX20" fmla="*/ 65681 w 171806"/>
                <a:gd name="connsiteY20" fmla="*/ 71842 h 156945"/>
                <a:gd name="connsiteX21" fmla="*/ 79884 w 171806"/>
                <a:gd name="connsiteY21" fmla="*/ 16219 h 156945"/>
                <a:gd name="connsiteX22" fmla="*/ 92667 w 171806"/>
                <a:gd name="connsiteY22" fmla="*/ 7218 h 156945"/>
                <a:gd name="connsiteX23" fmla="*/ 126045 w 171806"/>
                <a:gd name="connsiteY23" fmla="*/ 7218 h 156945"/>
                <a:gd name="connsiteX24" fmla="*/ 162026 w 171806"/>
                <a:gd name="connsiteY24" fmla="*/ 32837 h 156945"/>
                <a:gd name="connsiteX25" fmla="*/ 161079 w 171806"/>
                <a:gd name="connsiteY25" fmla="*/ 45069 h 156945"/>
                <a:gd name="connsiteX26" fmla="*/ 160843 w 171806"/>
                <a:gd name="connsiteY26" fmla="*/ 49224 h 156945"/>
                <a:gd name="connsiteX27" fmla="*/ 163683 w 171806"/>
                <a:gd name="connsiteY27" fmla="*/ 51993 h 156945"/>
                <a:gd name="connsiteX28" fmla="*/ 166997 w 171806"/>
                <a:gd name="connsiteY28" fmla="*/ 46223 h 156945"/>
                <a:gd name="connsiteX29" fmla="*/ 171732 w 171806"/>
                <a:gd name="connsiteY29" fmla="*/ 6294 h 156945"/>
                <a:gd name="connsiteX30" fmla="*/ 165340 w 171806"/>
                <a:gd name="connsiteY30" fmla="*/ 63 h 156945"/>
                <a:gd name="connsiteX31" fmla="*/ 45796 w 171806"/>
                <a:gd name="connsiteY31" fmla="*/ 63 h 156945"/>
                <a:gd name="connsiteX32" fmla="*/ 38695 w 171806"/>
                <a:gd name="connsiteY32" fmla="*/ 4679 h 156945"/>
                <a:gd name="connsiteX33" fmla="*/ 45323 w 171806"/>
                <a:gd name="connsiteY33" fmla="*/ 7218 h 156945"/>
                <a:gd name="connsiteX34" fmla="*/ 60710 w 171806"/>
                <a:gd name="connsiteY34" fmla="*/ 11372 h 156945"/>
                <a:gd name="connsiteX35" fmla="*/ 59526 w 171806"/>
                <a:gd name="connsiteY35" fmla="*/ 16911 h 156945"/>
                <a:gd name="connsiteX36" fmla="*/ 28279 w 171806"/>
                <a:gd name="connsiteY36" fmla="*/ 139006 h 156945"/>
                <a:gd name="connsiteX37" fmla="*/ 6737 w 171806"/>
                <a:gd name="connsiteY37" fmla="*/ 149854 h 156945"/>
                <a:gd name="connsiteX38" fmla="*/ 109 w 171806"/>
                <a:gd name="connsiteY38" fmla="*/ 154239 h 156945"/>
                <a:gd name="connsiteX39" fmla="*/ 6737 w 171806"/>
                <a:gd name="connsiteY39" fmla="*/ 157008 h 156945"/>
                <a:gd name="connsiteX40" fmla="*/ 129595 w 171806"/>
                <a:gd name="connsiteY40" fmla="*/ 157008 h 156945"/>
                <a:gd name="connsiteX41" fmla="*/ 136934 w 171806"/>
                <a:gd name="connsiteY41" fmla="*/ 153085 h 156945"/>
                <a:gd name="connsiteX42" fmla="*/ 158712 w 171806"/>
                <a:gd name="connsiteY42" fmla="*/ 103231 h 15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1806" h="156945">
                  <a:moveTo>
                    <a:pt x="158712" y="103231"/>
                  </a:moveTo>
                  <a:cubicBezTo>
                    <a:pt x="159186" y="102077"/>
                    <a:pt x="159896" y="100462"/>
                    <a:pt x="159896" y="100000"/>
                  </a:cubicBezTo>
                  <a:cubicBezTo>
                    <a:pt x="159896" y="99769"/>
                    <a:pt x="159896" y="97461"/>
                    <a:pt x="157055" y="97461"/>
                  </a:cubicBezTo>
                  <a:cubicBezTo>
                    <a:pt x="154925" y="97461"/>
                    <a:pt x="154451" y="98846"/>
                    <a:pt x="153978" y="100231"/>
                  </a:cubicBezTo>
                  <a:cubicBezTo>
                    <a:pt x="138591" y="134390"/>
                    <a:pt x="129832" y="149854"/>
                    <a:pt x="89353" y="149854"/>
                  </a:cubicBezTo>
                  <a:lnTo>
                    <a:pt x="54792" y="149854"/>
                  </a:lnTo>
                  <a:cubicBezTo>
                    <a:pt x="51478" y="149854"/>
                    <a:pt x="51004" y="149854"/>
                    <a:pt x="49584" y="149623"/>
                  </a:cubicBezTo>
                  <a:cubicBezTo>
                    <a:pt x="47217" y="149392"/>
                    <a:pt x="46506" y="149161"/>
                    <a:pt x="46506" y="147315"/>
                  </a:cubicBezTo>
                  <a:cubicBezTo>
                    <a:pt x="46506" y="146622"/>
                    <a:pt x="46506" y="146161"/>
                    <a:pt x="47690" y="142006"/>
                  </a:cubicBezTo>
                  <a:lnTo>
                    <a:pt x="63787" y="78997"/>
                  </a:lnTo>
                  <a:lnTo>
                    <a:pt x="87222" y="78997"/>
                  </a:lnTo>
                  <a:cubicBezTo>
                    <a:pt x="107344" y="78997"/>
                    <a:pt x="107344" y="83844"/>
                    <a:pt x="107344" y="89614"/>
                  </a:cubicBezTo>
                  <a:cubicBezTo>
                    <a:pt x="107344" y="91230"/>
                    <a:pt x="107344" y="93999"/>
                    <a:pt x="105687" y="100923"/>
                  </a:cubicBezTo>
                  <a:cubicBezTo>
                    <a:pt x="105213" y="102077"/>
                    <a:pt x="104976" y="102770"/>
                    <a:pt x="104976" y="103462"/>
                  </a:cubicBezTo>
                  <a:cubicBezTo>
                    <a:pt x="104976" y="104616"/>
                    <a:pt x="105923" y="106001"/>
                    <a:pt x="108054" y="106001"/>
                  </a:cubicBezTo>
                  <a:cubicBezTo>
                    <a:pt x="109948" y="106001"/>
                    <a:pt x="110658" y="104847"/>
                    <a:pt x="111605" y="101385"/>
                  </a:cubicBezTo>
                  <a:lnTo>
                    <a:pt x="125098" y="47377"/>
                  </a:lnTo>
                  <a:cubicBezTo>
                    <a:pt x="125098" y="45992"/>
                    <a:pt x="123914" y="44838"/>
                    <a:pt x="122257" y="44838"/>
                  </a:cubicBezTo>
                  <a:cubicBezTo>
                    <a:pt x="120127" y="44838"/>
                    <a:pt x="119653" y="46223"/>
                    <a:pt x="118943" y="48993"/>
                  </a:cubicBezTo>
                  <a:cubicBezTo>
                    <a:pt x="113972" y="66534"/>
                    <a:pt x="109711" y="71842"/>
                    <a:pt x="87933" y="71842"/>
                  </a:cubicBezTo>
                  <a:lnTo>
                    <a:pt x="65681" y="71842"/>
                  </a:lnTo>
                  <a:lnTo>
                    <a:pt x="79884" y="16219"/>
                  </a:lnTo>
                  <a:cubicBezTo>
                    <a:pt x="82015" y="8141"/>
                    <a:pt x="82251" y="7218"/>
                    <a:pt x="92667" y="7218"/>
                  </a:cubicBezTo>
                  <a:lnTo>
                    <a:pt x="126045" y="7218"/>
                  </a:lnTo>
                  <a:cubicBezTo>
                    <a:pt x="154925" y="7218"/>
                    <a:pt x="162026" y="13911"/>
                    <a:pt x="162026" y="32837"/>
                  </a:cubicBezTo>
                  <a:cubicBezTo>
                    <a:pt x="162026" y="38376"/>
                    <a:pt x="162026" y="38838"/>
                    <a:pt x="161079" y="45069"/>
                  </a:cubicBezTo>
                  <a:cubicBezTo>
                    <a:pt x="161079" y="46454"/>
                    <a:pt x="160843" y="48070"/>
                    <a:pt x="160843" y="49224"/>
                  </a:cubicBezTo>
                  <a:cubicBezTo>
                    <a:pt x="160843" y="50378"/>
                    <a:pt x="161553" y="51993"/>
                    <a:pt x="163683" y="51993"/>
                  </a:cubicBezTo>
                  <a:cubicBezTo>
                    <a:pt x="166287" y="51993"/>
                    <a:pt x="166524" y="50609"/>
                    <a:pt x="166997" y="46223"/>
                  </a:cubicBezTo>
                  <a:lnTo>
                    <a:pt x="171732" y="6294"/>
                  </a:lnTo>
                  <a:cubicBezTo>
                    <a:pt x="172442" y="63"/>
                    <a:pt x="171258" y="63"/>
                    <a:pt x="165340" y="63"/>
                  </a:cubicBezTo>
                  <a:lnTo>
                    <a:pt x="45796" y="63"/>
                  </a:lnTo>
                  <a:cubicBezTo>
                    <a:pt x="41062" y="63"/>
                    <a:pt x="38695" y="63"/>
                    <a:pt x="38695" y="4679"/>
                  </a:cubicBezTo>
                  <a:cubicBezTo>
                    <a:pt x="38695" y="7218"/>
                    <a:pt x="40825" y="7218"/>
                    <a:pt x="45323" y="7218"/>
                  </a:cubicBezTo>
                  <a:cubicBezTo>
                    <a:pt x="54082" y="7218"/>
                    <a:pt x="60710" y="7218"/>
                    <a:pt x="60710" y="11372"/>
                  </a:cubicBezTo>
                  <a:cubicBezTo>
                    <a:pt x="60710" y="12295"/>
                    <a:pt x="60710" y="12757"/>
                    <a:pt x="59526" y="16911"/>
                  </a:cubicBezTo>
                  <a:lnTo>
                    <a:pt x="28279" y="139006"/>
                  </a:lnTo>
                  <a:cubicBezTo>
                    <a:pt x="25912" y="148007"/>
                    <a:pt x="25438" y="149854"/>
                    <a:pt x="6737" y="149854"/>
                  </a:cubicBezTo>
                  <a:cubicBezTo>
                    <a:pt x="2713" y="149854"/>
                    <a:pt x="109" y="149854"/>
                    <a:pt x="109" y="154239"/>
                  </a:cubicBezTo>
                  <a:cubicBezTo>
                    <a:pt x="109" y="157008"/>
                    <a:pt x="2240" y="157008"/>
                    <a:pt x="6737" y="157008"/>
                  </a:cubicBezTo>
                  <a:lnTo>
                    <a:pt x="129595" y="157008"/>
                  </a:lnTo>
                  <a:cubicBezTo>
                    <a:pt x="135040" y="157008"/>
                    <a:pt x="135277" y="156778"/>
                    <a:pt x="136934" y="153085"/>
                  </a:cubicBezTo>
                  <a:lnTo>
                    <a:pt x="158712" y="1032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6" name="Freeform: Shape 335">
              <a:extLst>
                <a:ext uri="{FF2B5EF4-FFF2-40B4-BE49-F238E27FC236}">
                  <a16:creationId xmlns:a16="http://schemas.microsoft.com/office/drawing/2014/main" id="{75DC0A31-DDFF-EA71-4365-F921C8147334}"/>
                </a:ext>
              </a:extLst>
            </p:cNvPr>
            <p:cNvSpPr/>
            <p:nvPr>
              <p:custDataLst>
                <p:tags r:id="rId96"/>
              </p:custDataLst>
            </p:nvPr>
          </p:nvSpPr>
          <p:spPr>
            <a:xfrm>
              <a:off x="8147661" y="6054830"/>
              <a:ext cx="32430" cy="230802"/>
            </a:xfrm>
            <a:custGeom>
              <a:avLst/>
              <a:gdLst>
                <a:gd name="connsiteX0" fmla="*/ 32548 w 32430"/>
                <a:gd name="connsiteY0" fmla="*/ 230865 h 230802"/>
                <a:gd name="connsiteX1" fmla="*/ 32548 w 32430"/>
                <a:gd name="connsiteY1" fmla="*/ 221633 h 230802"/>
                <a:gd name="connsiteX2" fmla="*/ 9586 w 32430"/>
                <a:gd name="connsiteY2" fmla="*/ 221633 h 230802"/>
                <a:gd name="connsiteX3" fmla="*/ 9586 w 32430"/>
                <a:gd name="connsiteY3" fmla="*/ 9295 h 230802"/>
                <a:gd name="connsiteX4" fmla="*/ 32548 w 32430"/>
                <a:gd name="connsiteY4" fmla="*/ 9295 h 230802"/>
                <a:gd name="connsiteX5" fmla="*/ 32548 w 32430"/>
                <a:gd name="connsiteY5" fmla="*/ 63 h 230802"/>
                <a:gd name="connsiteX6" fmla="*/ 117 w 32430"/>
                <a:gd name="connsiteY6" fmla="*/ 63 h 230802"/>
                <a:gd name="connsiteX7" fmla="*/ 117 w 32430"/>
                <a:gd name="connsiteY7" fmla="*/ 230865 h 230802"/>
                <a:gd name="connsiteX8" fmla="*/ 32548 w 32430"/>
                <a:gd name="connsiteY8" fmla="*/ 230865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548" y="230865"/>
                  </a:moveTo>
                  <a:lnTo>
                    <a:pt x="32548" y="221633"/>
                  </a:lnTo>
                  <a:lnTo>
                    <a:pt x="9586" y="221633"/>
                  </a:lnTo>
                  <a:lnTo>
                    <a:pt x="9586" y="9295"/>
                  </a:lnTo>
                  <a:lnTo>
                    <a:pt x="32548" y="9295"/>
                  </a:lnTo>
                  <a:lnTo>
                    <a:pt x="32548" y="63"/>
                  </a:lnTo>
                  <a:lnTo>
                    <a:pt x="117" y="63"/>
                  </a:lnTo>
                  <a:lnTo>
                    <a:pt x="117" y="230865"/>
                  </a:lnTo>
                  <a:lnTo>
                    <a:pt x="32548" y="23086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7" name="Freeform: Shape 336">
              <a:extLst>
                <a:ext uri="{FF2B5EF4-FFF2-40B4-BE49-F238E27FC236}">
                  <a16:creationId xmlns:a16="http://schemas.microsoft.com/office/drawing/2014/main" id="{3E54DC77-3807-927A-9220-3E81DF04A6DE}"/>
                </a:ext>
              </a:extLst>
            </p:cNvPr>
            <p:cNvSpPr/>
            <p:nvPr>
              <p:custDataLst>
                <p:tags r:id="rId97"/>
              </p:custDataLst>
            </p:nvPr>
          </p:nvSpPr>
          <p:spPr>
            <a:xfrm>
              <a:off x="8192349" y="6125917"/>
              <a:ext cx="109128" cy="149329"/>
            </a:xfrm>
            <a:custGeom>
              <a:avLst/>
              <a:gdLst>
                <a:gd name="connsiteX0" fmla="*/ 108301 w 109128"/>
                <a:gd name="connsiteY0" fmla="*/ 14142 h 149329"/>
                <a:gd name="connsiteX1" fmla="*/ 109248 w 109128"/>
                <a:gd name="connsiteY1" fmla="*/ 8833 h 149329"/>
                <a:gd name="connsiteX2" fmla="*/ 102383 w 109128"/>
                <a:gd name="connsiteY2" fmla="*/ 2602 h 149329"/>
                <a:gd name="connsiteX3" fmla="*/ 94098 w 109128"/>
                <a:gd name="connsiteY3" fmla="*/ 7448 h 149329"/>
                <a:gd name="connsiteX4" fmla="*/ 90784 w 109128"/>
                <a:gd name="connsiteY4" fmla="*/ 19912 h 149329"/>
                <a:gd name="connsiteX5" fmla="*/ 86049 w 109128"/>
                <a:gd name="connsiteY5" fmla="*/ 38376 h 149329"/>
                <a:gd name="connsiteX6" fmla="*/ 75397 w 109128"/>
                <a:gd name="connsiteY6" fmla="*/ 79920 h 149329"/>
                <a:gd name="connsiteX7" fmla="*/ 48648 w 109128"/>
                <a:gd name="connsiteY7" fmla="*/ 99539 h 149329"/>
                <a:gd name="connsiteX8" fmla="*/ 33971 w 109128"/>
                <a:gd name="connsiteY8" fmla="*/ 80844 h 149329"/>
                <a:gd name="connsiteX9" fmla="*/ 46044 w 109128"/>
                <a:gd name="connsiteY9" fmla="*/ 35606 h 149329"/>
                <a:gd name="connsiteX10" fmla="*/ 50778 w 109128"/>
                <a:gd name="connsiteY10" fmla="*/ 18989 h 149329"/>
                <a:gd name="connsiteX11" fmla="*/ 31367 w 109128"/>
                <a:gd name="connsiteY11" fmla="*/ 63 h 149329"/>
                <a:gd name="connsiteX12" fmla="*/ 120 w 109128"/>
                <a:gd name="connsiteY12" fmla="*/ 35606 h 149329"/>
                <a:gd name="connsiteX13" fmla="*/ 2960 w 109128"/>
                <a:gd name="connsiteY13" fmla="*/ 37914 h 149329"/>
                <a:gd name="connsiteX14" fmla="*/ 6748 w 109128"/>
                <a:gd name="connsiteY14" fmla="*/ 33760 h 149329"/>
                <a:gd name="connsiteX15" fmla="*/ 30657 w 109128"/>
                <a:gd name="connsiteY15" fmla="*/ 5140 h 149329"/>
                <a:gd name="connsiteX16" fmla="*/ 36575 w 109128"/>
                <a:gd name="connsiteY16" fmla="*/ 12526 h 149329"/>
                <a:gd name="connsiteX17" fmla="*/ 32551 w 109128"/>
                <a:gd name="connsiteY17" fmla="*/ 28682 h 149329"/>
                <a:gd name="connsiteX18" fmla="*/ 18821 w 109128"/>
                <a:gd name="connsiteY18" fmla="*/ 77151 h 149329"/>
                <a:gd name="connsiteX19" fmla="*/ 47701 w 109128"/>
                <a:gd name="connsiteY19" fmla="*/ 104616 h 149329"/>
                <a:gd name="connsiteX20" fmla="*/ 71610 w 109128"/>
                <a:gd name="connsiteY20" fmla="*/ 94230 h 149329"/>
                <a:gd name="connsiteX21" fmla="*/ 56223 w 109128"/>
                <a:gd name="connsiteY21" fmla="*/ 129774 h 149329"/>
                <a:gd name="connsiteX22" fmla="*/ 30183 w 109128"/>
                <a:gd name="connsiteY22" fmla="*/ 144314 h 149329"/>
                <a:gd name="connsiteX23" fmla="*/ 12193 w 109128"/>
                <a:gd name="connsiteY23" fmla="*/ 134621 h 149329"/>
                <a:gd name="connsiteX24" fmla="*/ 22372 w 109128"/>
                <a:gd name="connsiteY24" fmla="*/ 131851 h 149329"/>
                <a:gd name="connsiteX25" fmla="*/ 27106 w 109128"/>
                <a:gd name="connsiteY25" fmla="*/ 122388 h 149329"/>
                <a:gd name="connsiteX26" fmla="*/ 18347 w 109128"/>
                <a:gd name="connsiteY26" fmla="*/ 114310 h 149329"/>
                <a:gd name="connsiteX27" fmla="*/ 5091 w 109128"/>
                <a:gd name="connsiteY27" fmla="*/ 129312 h 149329"/>
                <a:gd name="connsiteX28" fmla="*/ 30183 w 109128"/>
                <a:gd name="connsiteY28" fmla="*/ 149392 h 149329"/>
                <a:gd name="connsiteX29" fmla="*/ 85576 w 109128"/>
                <a:gd name="connsiteY29" fmla="*/ 102308 h 149329"/>
                <a:gd name="connsiteX30" fmla="*/ 108301 w 109128"/>
                <a:gd name="connsiteY30" fmla="*/ 14142 h 14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28" h="149329">
                  <a:moveTo>
                    <a:pt x="108301" y="14142"/>
                  </a:moveTo>
                  <a:cubicBezTo>
                    <a:pt x="109248" y="10910"/>
                    <a:pt x="109248" y="10449"/>
                    <a:pt x="109248" y="8833"/>
                  </a:cubicBezTo>
                  <a:cubicBezTo>
                    <a:pt x="109248" y="4679"/>
                    <a:pt x="105934" y="2602"/>
                    <a:pt x="102383" y="2602"/>
                  </a:cubicBezTo>
                  <a:cubicBezTo>
                    <a:pt x="100016" y="2602"/>
                    <a:pt x="96228" y="3986"/>
                    <a:pt x="94098" y="7448"/>
                  </a:cubicBezTo>
                  <a:cubicBezTo>
                    <a:pt x="93625" y="8602"/>
                    <a:pt x="91731" y="15757"/>
                    <a:pt x="90784" y="19912"/>
                  </a:cubicBezTo>
                  <a:cubicBezTo>
                    <a:pt x="89127" y="25913"/>
                    <a:pt x="87470" y="32144"/>
                    <a:pt x="86049" y="38376"/>
                  </a:cubicBezTo>
                  <a:lnTo>
                    <a:pt x="75397" y="79920"/>
                  </a:lnTo>
                  <a:cubicBezTo>
                    <a:pt x="74450" y="83382"/>
                    <a:pt x="64271" y="99539"/>
                    <a:pt x="48648" y="99539"/>
                  </a:cubicBezTo>
                  <a:cubicBezTo>
                    <a:pt x="36575" y="99539"/>
                    <a:pt x="33971" y="89383"/>
                    <a:pt x="33971" y="80844"/>
                  </a:cubicBezTo>
                  <a:cubicBezTo>
                    <a:pt x="33971" y="70227"/>
                    <a:pt x="37995" y="55917"/>
                    <a:pt x="46044" y="35606"/>
                  </a:cubicBezTo>
                  <a:cubicBezTo>
                    <a:pt x="49831" y="26143"/>
                    <a:pt x="50778" y="23605"/>
                    <a:pt x="50778" y="18989"/>
                  </a:cubicBezTo>
                  <a:cubicBezTo>
                    <a:pt x="50778" y="8602"/>
                    <a:pt x="43203" y="63"/>
                    <a:pt x="31367" y="63"/>
                  </a:cubicBezTo>
                  <a:cubicBezTo>
                    <a:pt x="8879" y="63"/>
                    <a:pt x="120" y="33529"/>
                    <a:pt x="120" y="35606"/>
                  </a:cubicBezTo>
                  <a:cubicBezTo>
                    <a:pt x="120" y="37914"/>
                    <a:pt x="2487" y="37914"/>
                    <a:pt x="2960" y="37914"/>
                  </a:cubicBezTo>
                  <a:cubicBezTo>
                    <a:pt x="5328" y="37914"/>
                    <a:pt x="5564" y="37453"/>
                    <a:pt x="6748" y="33760"/>
                  </a:cubicBezTo>
                  <a:cubicBezTo>
                    <a:pt x="13139" y="12064"/>
                    <a:pt x="22608" y="5140"/>
                    <a:pt x="30657" y="5140"/>
                  </a:cubicBezTo>
                  <a:cubicBezTo>
                    <a:pt x="32551" y="5140"/>
                    <a:pt x="36575" y="5140"/>
                    <a:pt x="36575" y="12526"/>
                  </a:cubicBezTo>
                  <a:cubicBezTo>
                    <a:pt x="36575" y="18296"/>
                    <a:pt x="34208" y="24297"/>
                    <a:pt x="32551" y="28682"/>
                  </a:cubicBezTo>
                  <a:cubicBezTo>
                    <a:pt x="23082" y="53147"/>
                    <a:pt x="18821" y="66303"/>
                    <a:pt x="18821" y="77151"/>
                  </a:cubicBezTo>
                  <a:cubicBezTo>
                    <a:pt x="18821" y="97692"/>
                    <a:pt x="33734" y="104616"/>
                    <a:pt x="47701" y="104616"/>
                  </a:cubicBezTo>
                  <a:cubicBezTo>
                    <a:pt x="56933" y="104616"/>
                    <a:pt x="64981" y="100693"/>
                    <a:pt x="71610" y="94230"/>
                  </a:cubicBezTo>
                  <a:cubicBezTo>
                    <a:pt x="68532" y="106232"/>
                    <a:pt x="65692" y="117541"/>
                    <a:pt x="56223" y="129774"/>
                  </a:cubicBezTo>
                  <a:cubicBezTo>
                    <a:pt x="50068" y="137621"/>
                    <a:pt x="41073" y="144314"/>
                    <a:pt x="30183" y="144314"/>
                  </a:cubicBezTo>
                  <a:cubicBezTo>
                    <a:pt x="26869" y="144314"/>
                    <a:pt x="16217" y="143622"/>
                    <a:pt x="12193" y="134621"/>
                  </a:cubicBezTo>
                  <a:cubicBezTo>
                    <a:pt x="15980" y="134621"/>
                    <a:pt x="19058" y="134621"/>
                    <a:pt x="22372" y="131851"/>
                  </a:cubicBezTo>
                  <a:cubicBezTo>
                    <a:pt x="24739" y="129774"/>
                    <a:pt x="27106" y="126773"/>
                    <a:pt x="27106" y="122388"/>
                  </a:cubicBezTo>
                  <a:cubicBezTo>
                    <a:pt x="27106" y="115233"/>
                    <a:pt x="20715" y="114310"/>
                    <a:pt x="18347" y="114310"/>
                  </a:cubicBezTo>
                  <a:cubicBezTo>
                    <a:pt x="12903" y="114310"/>
                    <a:pt x="5091" y="118003"/>
                    <a:pt x="5091" y="129312"/>
                  </a:cubicBezTo>
                  <a:cubicBezTo>
                    <a:pt x="5091" y="140852"/>
                    <a:pt x="15507" y="149392"/>
                    <a:pt x="30183" y="149392"/>
                  </a:cubicBezTo>
                  <a:cubicBezTo>
                    <a:pt x="54566" y="149392"/>
                    <a:pt x="78948" y="128389"/>
                    <a:pt x="85576" y="102308"/>
                  </a:cubicBezTo>
                  <a:lnTo>
                    <a:pt x="108301" y="141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8" name="Freeform: Shape 337">
              <a:extLst>
                <a:ext uri="{FF2B5EF4-FFF2-40B4-BE49-F238E27FC236}">
                  <a16:creationId xmlns:a16="http://schemas.microsoft.com/office/drawing/2014/main" id="{DFDCB49B-BDC6-C3F0-A969-B1DF44CFD944}"/>
                </a:ext>
              </a:extLst>
            </p:cNvPr>
            <p:cNvSpPr/>
            <p:nvPr>
              <p:custDataLst>
                <p:tags r:id="rId98"/>
              </p:custDataLst>
            </p:nvPr>
          </p:nvSpPr>
          <p:spPr>
            <a:xfrm>
              <a:off x="8309332" y="6155437"/>
              <a:ext cx="50208" cy="108731"/>
            </a:xfrm>
            <a:custGeom>
              <a:avLst/>
              <a:gdLst>
                <a:gd name="connsiteX0" fmla="*/ 46025 w 50208"/>
                <a:gd name="connsiteY0" fmla="*/ 6204 h 108731"/>
                <a:gd name="connsiteX1" fmla="*/ 39397 w 50208"/>
                <a:gd name="connsiteY1" fmla="*/ 64 h 108731"/>
                <a:gd name="connsiteX2" fmla="*/ 30117 w 50208"/>
                <a:gd name="connsiteY2" fmla="*/ 8950 h 108731"/>
                <a:gd name="connsiteX3" fmla="*/ 36745 w 50208"/>
                <a:gd name="connsiteY3" fmla="*/ 15090 h 108731"/>
                <a:gd name="connsiteX4" fmla="*/ 46025 w 50208"/>
                <a:gd name="connsiteY4" fmla="*/ 6204 h 108731"/>
                <a:gd name="connsiteX5" fmla="*/ 12221 w 50208"/>
                <a:gd name="connsiteY5" fmla="*/ 88277 h 108731"/>
                <a:gd name="connsiteX6" fmla="*/ 10730 w 50208"/>
                <a:gd name="connsiteY6" fmla="*/ 95063 h 108731"/>
                <a:gd name="connsiteX7" fmla="*/ 26472 w 50208"/>
                <a:gd name="connsiteY7" fmla="*/ 108795 h 108731"/>
                <a:gd name="connsiteX8" fmla="*/ 50333 w 50208"/>
                <a:gd name="connsiteY8" fmla="*/ 84076 h 108731"/>
                <a:gd name="connsiteX9" fmla="*/ 47682 w 50208"/>
                <a:gd name="connsiteY9" fmla="*/ 81976 h 108731"/>
                <a:gd name="connsiteX10" fmla="*/ 44534 w 50208"/>
                <a:gd name="connsiteY10" fmla="*/ 84723 h 108731"/>
                <a:gd name="connsiteX11" fmla="*/ 26969 w 50208"/>
                <a:gd name="connsiteY11" fmla="*/ 104272 h 108731"/>
                <a:gd name="connsiteX12" fmla="*/ 22826 w 50208"/>
                <a:gd name="connsiteY12" fmla="*/ 98617 h 108731"/>
                <a:gd name="connsiteX13" fmla="*/ 25478 w 50208"/>
                <a:gd name="connsiteY13" fmla="*/ 88277 h 108731"/>
                <a:gd name="connsiteX14" fmla="*/ 30780 w 50208"/>
                <a:gd name="connsiteY14" fmla="*/ 75352 h 108731"/>
                <a:gd name="connsiteX15" fmla="*/ 38900 w 50208"/>
                <a:gd name="connsiteY15" fmla="*/ 54834 h 108731"/>
                <a:gd name="connsiteX16" fmla="*/ 39894 w 50208"/>
                <a:gd name="connsiteY16" fmla="*/ 49664 h 108731"/>
                <a:gd name="connsiteX17" fmla="*/ 24152 w 50208"/>
                <a:gd name="connsiteY17" fmla="*/ 35931 h 108731"/>
                <a:gd name="connsiteX18" fmla="*/ 125 w 50208"/>
                <a:gd name="connsiteY18" fmla="*/ 60650 h 108731"/>
                <a:gd name="connsiteX19" fmla="*/ 2942 w 50208"/>
                <a:gd name="connsiteY19" fmla="*/ 62750 h 108731"/>
                <a:gd name="connsiteX20" fmla="*/ 5924 w 50208"/>
                <a:gd name="connsiteY20" fmla="*/ 60165 h 108731"/>
                <a:gd name="connsiteX21" fmla="*/ 23655 w 50208"/>
                <a:gd name="connsiteY21" fmla="*/ 40455 h 108731"/>
                <a:gd name="connsiteX22" fmla="*/ 27797 w 50208"/>
                <a:gd name="connsiteY22" fmla="*/ 46109 h 108731"/>
                <a:gd name="connsiteX23" fmla="*/ 22661 w 50208"/>
                <a:gd name="connsiteY23" fmla="*/ 62266 h 108731"/>
                <a:gd name="connsiteX24" fmla="*/ 12221 w 5020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08731">
                  <a:moveTo>
                    <a:pt x="46025" y="6204"/>
                  </a:moveTo>
                  <a:cubicBezTo>
                    <a:pt x="46025" y="3619"/>
                    <a:pt x="44036" y="64"/>
                    <a:pt x="39397" y="64"/>
                  </a:cubicBezTo>
                  <a:cubicBezTo>
                    <a:pt x="34923" y="64"/>
                    <a:pt x="30117" y="4265"/>
                    <a:pt x="30117" y="8950"/>
                  </a:cubicBezTo>
                  <a:cubicBezTo>
                    <a:pt x="30117" y="11697"/>
                    <a:pt x="32271" y="15090"/>
                    <a:pt x="36745" y="15090"/>
                  </a:cubicBezTo>
                  <a:cubicBezTo>
                    <a:pt x="41551" y="15090"/>
                    <a:pt x="46025" y="10566"/>
                    <a:pt x="46025" y="6204"/>
                  </a:cubicBezTo>
                  <a:close/>
                  <a:moveTo>
                    <a:pt x="12221" y="88277"/>
                  </a:moveTo>
                  <a:cubicBezTo>
                    <a:pt x="11558" y="90377"/>
                    <a:pt x="10730" y="92316"/>
                    <a:pt x="10730" y="95063"/>
                  </a:cubicBezTo>
                  <a:cubicBezTo>
                    <a:pt x="10730" y="102656"/>
                    <a:pt x="17358" y="108795"/>
                    <a:pt x="26472" y="108795"/>
                  </a:cubicBezTo>
                  <a:cubicBezTo>
                    <a:pt x="43042" y="108795"/>
                    <a:pt x="50333" y="86500"/>
                    <a:pt x="50333" y="84076"/>
                  </a:cubicBezTo>
                  <a:cubicBezTo>
                    <a:pt x="50333" y="81976"/>
                    <a:pt x="48179" y="81976"/>
                    <a:pt x="47682" y="81976"/>
                  </a:cubicBezTo>
                  <a:cubicBezTo>
                    <a:pt x="45362" y="81976"/>
                    <a:pt x="45196" y="82945"/>
                    <a:pt x="44534" y="84723"/>
                  </a:cubicBezTo>
                  <a:cubicBezTo>
                    <a:pt x="40722" y="97648"/>
                    <a:pt x="33431" y="104272"/>
                    <a:pt x="26969" y="104272"/>
                  </a:cubicBezTo>
                  <a:cubicBezTo>
                    <a:pt x="23655" y="104272"/>
                    <a:pt x="22826" y="102171"/>
                    <a:pt x="22826" y="98617"/>
                  </a:cubicBezTo>
                  <a:cubicBezTo>
                    <a:pt x="22826" y="94901"/>
                    <a:pt x="23986" y="91831"/>
                    <a:pt x="25478" y="88277"/>
                  </a:cubicBezTo>
                  <a:cubicBezTo>
                    <a:pt x="27135" y="83915"/>
                    <a:pt x="28957" y="79553"/>
                    <a:pt x="30780" y="75352"/>
                  </a:cubicBezTo>
                  <a:cubicBezTo>
                    <a:pt x="32271" y="71475"/>
                    <a:pt x="38237" y="56772"/>
                    <a:pt x="38900" y="54834"/>
                  </a:cubicBezTo>
                  <a:cubicBezTo>
                    <a:pt x="39397" y="53218"/>
                    <a:pt x="39894" y="51279"/>
                    <a:pt x="39894" y="49664"/>
                  </a:cubicBezTo>
                  <a:cubicBezTo>
                    <a:pt x="39894" y="42070"/>
                    <a:pt x="33266" y="35931"/>
                    <a:pt x="24152" y="35931"/>
                  </a:cubicBezTo>
                  <a:cubicBezTo>
                    <a:pt x="7747" y="35931"/>
                    <a:pt x="125" y="57903"/>
                    <a:pt x="125" y="60650"/>
                  </a:cubicBezTo>
                  <a:cubicBezTo>
                    <a:pt x="125" y="62750"/>
                    <a:pt x="2445" y="62750"/>
                    <a:pt x="2942" y="62750"/>
                  </a:cubicBezTo>
                  <a:cubicBezTo>
                    <a:pt x="5262" y="62750"/>
                    <a:pt x="5427" y="61942"/>
                    <a:pt x="5924" y="60165"/>
                  </a:cubicBezTo>
                  <a:cubicBezTo>
                    <a:pt x="10233" y="46271"/>
                    <a:pt x="17524" y="40455"/>
                    <a:pt x="23655" y="40455"/>
                  </a:cubicBezTo>
                  <a:cubicBezTo>
                    <a:pt x="26306" y="40455"/>
                    <a:pt x="27797" y="41747"/>
                    <a:pt x="27797" y="46109"/>
                  </a:cubicBezTo>
                  <a:cubicBezTo>
                    <a:pt x="27797" y="49825"/>
                    <a:pt x="26803" y="52249"/>
                    <a:pt x="22661" y="62266"/>
                  </a:cubicBezTo>
                  <a:lnTo>
                    <a:pt x="12221"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39" name="Freeform: Shape 338">
              <a:extLst>
                <a:ext uri="{FF2B5EF4-FFF2-40B4-BE49-F238E27FC236}">
                  <a16:creationId xmlns:a16="http://schemas.microsoft.com/office/drawing/2014/main" id="{D0ACDD23-ED86-D172-40DC-9290EEF3B0F4}"/>
                </a:ext>
              </a:extLst>
            </p:cNvPr>
            <p:cNvSpPr/>
            <p:nvPr>
              <p:custDataLst>
                <p:tags r:id="rId99"/>
              </p:custDataLst>
            </p:nvPr>
          </p:nvSpPr>
          <p:spPr>
            <a:xfrm>
              <a:off x="8452606" y="6165616"/>
              <a:ext cx="144636" cy="9232"/>
            </a:xfrm>
            <a:custGeom>
              <a:avLst/>
              <a:gdLst>
                <a:gd name="connsiteX0" fmla="*/ 136481 w 144636"/>
                <a:gd name="connsiteY0" fmla="*/ 9295 h 9232"/>
                <a:gd name="connsiteX1" fmla="*/ 144767 w 144636"/>
                <a:gd name="connsiteY1" fmla="*/ 4679 h 9232"/>
                <a:gd name="connsiteX2" fmla="*/ 136481 w 144636"/>
                <a:gd name="connsiteY2" fmla="*/ 63 h 9232"/>
                <a:gd name="connsiteX3" fmla="*/ 8416 w 144636"/>
                <a:gd name="connsiteY3" fmla="*/ 63 h 9232"/>
                <a:gd name="connsiteX4" fmla="*/ 130 w 144636"/>
                <a:gd name="connsiteY4" fmla="*/ 4679 h 9232"/>
                <a:gd name="connsiteX5" fmla="*/ 8416 w 144636"/>
                <a:gd name="connsiteY5" fmla="*/ 9295 h 9232"/>
                <a:gd name="connsiteX6" fmla="*/ 136481 w 144636"/>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232">
                  <a:moveTo>
                    <a:pt x="136481" y="9295"/>
                  </a:moveTo>
                  <a:cubicBezTo>
                    <a:pt x="140506" y="9295"/>
                    <a:pt x="144767" y="9295"/>
                    <a:pt x="144767" y="4679"/>
                  </a:cubicBezTo>
                  <a:cubicBezTo>
                    <a:pt x="144767" y="63"/>
                    <a:pt x="140506" y="63"/>
                    <a:pt x="136481" y="63"/>
                  </a:cubicBezTo>
                  <a:lnTo>
                    <a:pt x="8416" y="63"/>
                  </a:lnTo>
                  <a:cubicBezTo>
                    <a:pt x="4391" y="63"/>
                    <a:pt x="130" y="63"/>
                    <a:pt x="130" y="4679"/>
                  </a:cubicBezTo>
                  <a:cubicBezTo>
                    <a:pt x="130" y="9295"/>
                    <a:pt x="4391" y="9295"/>
                    <a:pt x="8416" y="9295"/>
                  </a:cubicBezTo>
                  <a:lnTo>
                    <a:pt x="136481"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0" name="Freeform: Shape 339">
              <a:extLst>
                <a:ext uri="{FF2B5EF4-FFF2-40B4-BE49-F238E27FC236}">
                  <a16:creationId xmlns:a16="http://schemas.microsoft.com/office/drawing/2014/main" id="{9CE8BBE6-913E-5C99-E4C9-42AEA9DB2631}"/>
                </a:ext>
              </a:extLst>
            </p:cNvPr>
            <p:cNvSpPr/>
            <p:nvPr>
              <p:custDataLst>
                <p:tags r:id="rId100"/>
              </p:custDataLst>
            </p:nvPr>
          </p:nvSpPr>
          <p:spPr>
            <a:xfrm>
              <a:off x="8676750" y="6064986"/>
              <a:ext cx="129042" cy="207722"/>
            </a:xfrm>
            <a:custGeom>
              <a:avLst/>
              <a:gdLst>
                <a:gd name="connsiteX0" fmla="*/ 129183 w 129042"/>
                <a:gd name="connsiteY0" fmla="*/ 31683 h 207722"/>
                <a:gd name="connsiteX1" fmla="*/ 96989 w 129042"/>
                <a:gd name="connsiteY1" fmla="*/ 63 h 207722"/>
                <a:gd name="connsiteX2" fmla="*/ 68346 w 129042"/>
                <a:gd name="connsiteY2" fmla="*/ 9756 h 207722"/>
                <a:gd name="connsiteX3" fmla="*/ 37809 w 129042"/>
                <a:gd name="connsiteY3" fmla="*/ 58917 h 207722"/>
                <a:gd name="connsiteX4" fmla="*/ 170 w 129042"/>
                <a:gd name="connsiteY4" fmla="*/ 205477 h 207722"/>
                <a:gd name="connsiteX5" fmla="*/ 3011 w 129042"/>
                <a:gd name="connsiteY5" fmla="*/ 207785 h 207722"/>
                <a:gd name="connsiteX6" fmla="*/ 5852 w 129042"/>
                <a:gd name="connsiteY6" fmla="*/ 206631 h 207722"/>
                <a:gd name="connsiteX7" fmla="*/ 22422 w 129042"/>
                <a:gd name="connsiteY7" fmla="*/ 142930 h 207722"/>
                <a:gd name="connsiteX8" fmla="*/ 54616 w 129042"/>
                <a:gd name="connsiteY8" fmla="*/ 165317 h 207722"/>
                <a:gd name="connsiteX9" fmla="*/ 100303 w 129042"/>
                <a:gd name="connsiteY9" fmla="*/ 147084 h 207722"/>
                <a:gd name="connsiteX10" fmla="*/ 119241 w 129042"/>
                <a:gd name="connsiteY10" fmla="*/ 104616 h 207722"/>
                <a:gd name="connsiteX11" fmla="*/ 101960 w 129042"/>
                <a:gd name="connsiteY11" fmla="*/ 70227 h 207722"/>
                <a:gd name="connsiteX12" fmla="*/ 129183 w 129042"/>
                <a:gd name="connsiteY12" fmla="*/ 31683 h 207722"/>
                <a:gd name="connsiteX13" fmla="*/ 86573 w 129042"/>
                <a:gd name="connsiteY13" fmla="*/ 69996 h 207722"/>
                <a:gd name="connsiteX14" fmla="*/ 75211 w 129042"/>
                <a:gd name="connsiteY14" fmla="*/ 71612 h 207722"/>
                <a:gd name="connsiteX15" fmla="*/ 64795 w 129042"/>
                <a:gd name="connsiteY15" fmla="*/ 70688 h 207722"/>
                <a:gd name="connsiteX16" fmla="*/ 76394 w 129042"/>
                <a:gd name="connsiteY16" fmla="*/ 68842 h 207722"/>
                <a:gd name="connsiteX17" fmla="*/ 86573 w 129042"/>
                <a:gd name="connsiteY17" fmla="*/ 69996 h 207722"/>
                <a:gd name="connsiteX18" fmla="*/ 115927 w 129042"/>
                <a:gd name="connsiteY18" fmla="*/ 26374 h 207722"/>
                <a:gd name="connsiteX19" fmla="*/ 94622 w 129042"/>
                <a:gd name="connsiteY19" fmla="*/ 66303 h 207722"/>
                <a:gd name="connsiteX20" fmla="*/ 76394 w 129042"/>
                <a:gd name="connsiteY20" fmla="*/ 63533 h 207722"/>
                <a:gd name="connsiteX21" fmla="*/ 58167 w 129042"/>
                <a:gd name="connsiteY21" fmla="*/ 70919 h 207722"/>
                <a:gd name="connsiteX22" fmla="*/ 74501 w 129042"/>
                <a:gd name="connsiteY22" fmla="*/ 76689 h 207722"/>
                <a:gd name="connsiteX23" fmla="*/ 93912 w 129042"/>
                <a:gd name="connsiteY23" fmla="*/ 73689 h 207722"/>
                <a:gd name="connsiteX24" fmla="*/ 104327 w 129042"/>
                <a:gd name="connsiteY24" fmla="*/ 99769 h 207722"/>
                <a:gd name="connsiteX25" fmla="*/ 92491 w 129042"/>
                <a:gd name="connsiteY25" fmla="*/ 139467 h 207722"/>
                <a:gd name="connsiteX26" fmla="*/ 53906 w 129042"/>
                <a:gd name="connsiteY26" fmla="*/ 160240 h 207722"/>
                <a:gd name="connsiteX27" fmla="*/ 26920 w 129042"/>
                <a:gd name="connsiteY27" fmla="*/ 130466 h 207722"/>
                <a:gd name="connsiteX28" fmla="*/ 28103 w 129042"/>
                <a:gd name="connsiteY28" fmla="*/ 120311 h 207722"/>
                <a:gd name="connsiteX29" fmla="*/ 43253 w 129042"/>
                <a:gd name="connsiteY29" fmla="*/ 61918 h 207722"/>
                <a:gd name="connsiteX30" fmla="*/ 93912 w 129042"/>
                <a:gd name="connsiteY30" fmla="*/ 5371 h 207722"/>
                <a:gd name="connsiteX31" fmla="*/ 115927 w 129042"/>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07722">
                  <a:moveTo>
                    <a:pt x="129183" y="31683"/>
                  </a:moveTo>
                  <a:cubicBezTo>
                    <a:pt x="129183" y="14373"/>
                    <a:pt x="116163" y="63"/>
                    <a:pt x="96989" y="63"/>
                  </a:cubicBezTo>
                  <a:cubicBezTo>
                    <a:pt x="83259" y="63"/>
                    <a:pt x="76631" y="3756"/>
                    <a:pt x="68346" y="9756"/>
                  </a:cubicBezTo>
                  <a:cubicBezTo>
                    <a:pt x="55326" y="18989"/>
                    <a:pt x="42307" y="41376"/>
                    <a:pt x="37809" y="58917"/>
                  </a:cubicBezTo>
                  <a:lnTo>
                    <a:pt x="170" y="205477"/>
                  </a:lnTo>
                  <a:cubicBezTo>
                    <a:pt x="-66" y="206400"/>
                    <a:pt x="1117" y="207785"/>
                    <a:pt x="3011" y="207785"/>
                  </a:cubicBezTo>
                  <a:cubicBezTo>
                    <a:pt x="4905" y="207785"/>
                    <a:pt x="5615" y="207323"/>
                    <a:pt x="5852" y="206631"/>
                  </a:cubicBezTo>
                  <a:lnTo>
                    <a:pt x="22422" y="142930"/>
                  </a:lnTo>
                  <a:cubicBezTo>
                    <a:pt x="26920" y="156778"/>
                    <a:pt x="37335" y="165317"/>
                    <a:pt x="54616" y="165317"/>
                  </a:cubicBezTo>
                  <a:cubicBezTo>
                    <a:pt x="71897" y="165317"/>
                    <a:pt x="89651" y="157239"/>
                    <a:pt x="100303" y="147084"/>
                  </a:cubicBezTo>
                  <a:cubicBezTo>
                    <a:pt x="111666" y="136467"/>
                    <a:pt x="119241" y="121696"/>
                    <a:pt x="119241" y="104616"/>
                  </a:cubicBezTo>
                  <a:cubicBezTo>
                    <a:pt x="119241" y="87999"/>
                    <a:pt x="110482" y="75997"/>
                    <a:pt x="101960" y="70227"/>
                  </a:cubicBezTo>
                  <a:cubicBezTo>
                    <a:pt x="115690" y="62610"/>
                    <a:pt x="129183" y="48300"/>
                    <a:pt x="129183" y="31683"/>
                  </a:cubicBezTo>
                  <a:close/>
                  <a:moveTo>
                    <a:pt x="86573" y="69996"/>
                  </a:moveTo>
                  <a:cubicBezTo>
                    <a:pt x="83496" y="71150"/>
                    <a:pt x="80892" y="71612"/>
                    <a:pt x="75211" y="71612"/>
                  </a:cubicBezTo>
                  <a:cubicBezTo>
                    <a:pt x="71897" y="71612"/>
                    <a:pt x="67162" y="71842"/>
                    <a:pt x="64795" y="70688"/>
                  </a:cubicBezTo>
                  <a:cubicBezTo>
                    <a:pt x="65268" y="68380"/>
                    <a:pt x="73790" y="68842"/>
                    <a:pt x="76394" y="68842"/>
                  </a:cubicBezTo>
                  <a:cubicBezTo>
                    <a:pt x="81365" y="68842"/>
                    <a:pt x="83496" y="68842"/>
                    <a:pt x="86573" y="69996"/>
                  </a:cubicBezTo>
                  <a:close/>
                  <a:moveTo>
                    <a:pt x="115927" y="26374"/>
                  </a:moveTo>
                  <a:cubicBezTo>
                    <a:pt x="115927" y="42530"/>
                    <a:pt x="106931" y="59148"/>
                    <a:pt x="94622" y="66303"/>
                  </a:cubicBezTo>
                  <a:cubicBezTo>
                    <a:pt x="88230" y="63995"/>
                    <a:pt x="83496" y="63533"/>
                    <a:pt x="76394" y="63533"/>
                  </a:cubicBezTo>
                  <a:cubicBezTo>
                    <a:pt x="71423" y="63533"/>
                    <a:pt x="58167" y="63303"/>
                    <a:pt x="58167" y="70919"/>
                  </a:cubicBezTo>
                  <a:cubicBezTo>
                    <a:pt x="57930" y="77382"/>
                    <a:pt x="70240" y="76689"/>
                    <a:pt x="74501" y="76689"/>
                  </a:cubicBezTo>
                  <a:cubicBezTo>
                    <a:pt x="83259" y="76689"/>
                    <a:pt x="86810" y="76458"/>
                    <a:pt x="93912" y="73689"/>
                  </a:cubicBezTo>
                  <a:cubicBezTo>
                    <a:pt x="102907" y="81998"/>
                    <a:pt x="104091" y="89153"/>
                    <a:pt x="104327" y="99769"/>
                  </a:cubicBezTo>
                  <a:cubicBezTo>
                    <a:pt x="104801" y="113156"/>
                    <a:pt x="99120" y="130466"/>
                    <a:pt x="92491" y="139467"/>
                  </a:cubicBezTo>
                  <a:cubicBezTo>
                    <a:pt x="83259" y="151931"/>
                    <a:pt x="67399" y="160240"/>
                    <a:pt x="53906" y="160240"/>
                  </a:cubicBezTo>
                  <a:cubicBezTo>
                    <a:pt x="35915" y="160240"/>
                    <a:pt x="26920" y="146853"/>
                    <a:pt x="26920" y="130466"/>
                  </a:cubicBezTo>
                  <a:cubicBezTo>
                    <a:pt x="26920" y="128158"/>
                    <a:pt x="26920" y="124696"/>
                    <a:pt x="28103" y="120311"/>
                  </a:cubicBezTo>
                  <a:lnTo>
                    <a:pt x="43253" y="61918"/>
                  </a:lnTo>
                  <a:cubicBezTo>
                    <a:pt x="48461" y="42069"/>
                    <a:pt x="65505" y="5371"/>
                    <a:pt x="93912" y="5371"/>
                  </a:cubicBezTo>
                  <a:cubicBezTo>
                    <a:pt x="107641" y="5371"/>
                    <a:pt x="115927" y="12526"/>
                    <a:pt x="115927"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1" name="Freeform: Shape 340">
              <a:extLst>
                <a:ext uri="{FF2B5EF4-FFF2-40B4-BE49-F238E27FC236}">
                  <a16:creationId xmlns:a16="http://schemas.microsoft.com/office/drawing/2014/main" id="{1ED7F98A-6ECC-3261-B0BA-1EE003181607}"/>
                </a:ext>
              </a:extLst>
            </p:cNvPr>
            <p:cNvSpPr/>
            <p:nvPr>
              <p:custDataLst>
                <p:tags r:id="rId101"/>
              </p:custDataLst>
            </p:nvPr>
          </p:nvSpPr>
          <p:spPr>
            <a:xfrm>
              <a:off x="8812190" y="6155275"/>
              <a:ext cx="76886" cy="110508"/>
            </a:xfrm>
            <a:custGeom>
              <a:avLst/>
              <a:gdLst>
                <a:gd name="connsiteX0" fmla="*/ 77033 w 76886"/>
                <a:gd name="connsiteY0" fmla="*/ 55803 h 110508"/>
                <a:gd name="connsiteX1" fmla="*/ 67256 w 76886"/>
                <a:gd name="connsiteY1" fmla="*/ 13959 h 110508"/>
                <a:gd name="connsiteX2" fmla="*/ 38589 w 76886"/>
                <a:gd name="connsiteY2" fmla="*/ 64 h 110508"/>
                <a:gd name="connsiteX3" fmla="*/ 146 w 76886"/>
                <a:gd name="connsiteY3" fmla="*/ 55803 h 110508"/>
                <a:gd name="connsiteX4" fmla="*/ 38589 w 76886"/>
                <a:gd name="connsiteY4" fmla="*/ 110572 h 110508"/>
                <a:gd name="connsiteX5" fmla="*/ 77033 w 76886"/>
                <a:gd name="connsiteY5" fmla="*/ 55803 h 110508"/>
                <a:gd name="connsiteX6" fmla="*/ 38589 w 76886"/>
                <a:gd name="connsiteY6" fmla="*/ 106049 h 110508"/>
                <a:gd name="connsiteX7" fmla="*/ 17545 w 76886"/>
                <a:gd name="connsiteY7" fmla="*/ 88439 h 110508"/>
                <a:gd name="connsiteX8" fmla="*/ 15225 w 76886"/>
                <a:gd name="connsiteY8" fmla="*/ 53703 h 110508"/>
                <a:gd name="connsiteX9" fmla="*/ 17711 w 76886"/>
                <a:gd name="connsiteY9" fmla="*/ 20744 h 110508"/>
                <a:gd name="connsiteX10" fmla="*/ 38589 w 76886"/>
                <a:gd name="connsiteY10" fmla="*/ 4588 h 110508"/>
                <a:gd name="connsiteX11" fmla="*/ 59137 w 76886"/>
                <a:gd name="connsiteY11" fmla="*/ 19290 h 110508"/>
                <a:gd name="connsiteX12" fmla="*/ 61954 w 76886"/>
                <a:gd name="connsiteY12" fmla="*/ 53703 h 110508"/>
                <a:gd name="connsiteX13" fmla="*/ 59800 w 76886"/>
                <a:gd name="connsiteY13" fmla="*/ 87792 h 110508"/>
                <a:gd name="connsiteX14" fmla="*/ 38589 w 76886"/>
                <a:gd name="connsiteY14" fmla="*/ 106049 h 11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886" h="110508">
                  <a:moveTo>
                    <a:pt x="77033" y="55803"/>
                  </a:moveTo>
                  <a:cubicBezTo>
                    <a:pt x="77033" y="38031"/>
                    <a:pt x="74879" y="25268"/>
                    <a:pt x="67256" y="13959"/>
                  </a:cubicBezTo>
                  <a:cubicBezTo>
                    <a:pt x="62119" y="6527"/>
                    <a:pt x="51846" y="64"/>
                    <a:pt x="38589" y="64"/>
                  </a:cubicBezTo>
                  <a:cubicBezTo>
                    <a:pt x="146" y="64"/>
                    <a:pt x="146" y="44171"/>
                    <a:pt x="146" y="55803"/>
                  </a:cubicBezTo>
                  <a:cubicBezTo>
                    <a:pt x="146" y="67435"/>
                    <a:pt x="146" y="110572"/>
                    <a:pt x="38589" y="110572"/>
                  </a:cubicBezTo>
                  <a:cubicBezTo>
                    <a:pt x="77033" y="110572"/>
                    <a:pt x="77033" y="67436"/>
                    <a:pt x="77033" y="55803"/>
                  </a:cubicBezTo>
                  <a:close/>
                  <a:moveTo>
                    <a:pt x="38589" y="106049"/>
                  </a:moveTo>
                  <a:cubicBezTo>
                    <a:pt x="30967" y="106049"/>
                    <a:pt x="20859" y="101687"/>
                    <a:pt x="17545" y="88439"/>
                  </a:cubicBezTo>
                  <a:cubicBezTo>
                    <a:pt x="15225" y="78906"/>
                    <a:pt x="15225" y="65658"/>
                    <a:pt x="15225" y="53703"/>
                  </a:cubicBezTo>
                  <a:cubicBezTo>
                    <a:pt x="15225" y="41909"/>
                    <a:pt x="15225" y="29630"/>
                    <a:pt x="17711" y="20744"/>
                  </a:cubicBezTo>
                  <a:cubicBezTo>
                    <a:pt x="21190" y="7981"/>
                    <a:pt x="31795" y="4588"/>
                    <a:pt x="38589" y="4588"/>
                  </a:cubicBezTo>
                  <a:cubicBezTo>
                    <a:pt x="47537" y="4588"/>
                    <a:pt x="56154" y="9920"/>
                    <a:pt x="59137" y="19290"/>
                  </a:cubicBezTo>
                  <a:cubicBezTo>
                    <a:pt x="61788" y="28014"/>
                    <a:pt x="61954" y="39647"/>
                    <a:pt x="61954" y="53703"/>
                  </a:cubicBezTo>
                  <a:cubicBezTo>
                    <a:pt x="61954" y="65658"/>
                    <a:pt x="61954" y="77614"/>
                    <a:pt x="59800" y="87792"/>
                  </a:cubicBezTo>
                  <a:cubicBezTo>
                    <a:pt x="56485" y="102494"/>
                    <a:pt x="45218" y="106049"/>
                    <a:pt x="38589" y="10604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2" name="Freeform: Shape 341">
              <a:extLst>
                <a:ext uri="{FF2B5EF4-FFF2-40B4-BE49-F238E27FC236}">
                  <a16:creationId xmlns:a16="http://schemas.microsoft.com/office/drawing/2014/main" id="{4E4E0660-F482-61A3-EC87-CF6D1B7BBC52}"/>
                </a:ext>
              </a:extLst>
            </p:cNvPr>
            <p:cNvSpPr/>
            <p:nvPr>
              <p:custDataLst>
                <p:tags r:id="rId102"/>
              </p:custDataLst>
            </p:nvPr>
          </p:nvSpPr>
          <p:spPr>
            <a:xfrm>
              <a:off x="8982021" y="6165616"/>
              <a:ext cx="144636" cy="9232"/>
            </a:xfrm>
            <a:custGeom>
              <a:avLst/>
              <a:gdLst>
                <a:gd name="connsiteX0" fmla="*/ 136504 w 144636"/>
                <a:gd name="connsiteY0" fmla="*/ 9295 h 9232"/>
                <a:gd name="connsiteX1" fmla="*/ 144789 w 144636"/>
                <a:gd name="connsiteY1" fmla="*/ 4679 h 9232"/>
                <a:gd name="connsiteX2" fmla="*/ 136504 w 144636"/>
                <a:gd name="connsiteY2" fmla="*/ 63 h 9232"/>
                <a:gd name="connsiteX3" fmla="*/ 8438 w 144636"/>
                <a:gd name="connsiteY3" fmla="*/ 63 h 9232"/>
                <a:gd name="connsiteX4" fmla="*/ 153 w 144636"/>
                <a:gd name="connsiteY4" fmla="*/ 4679 h 9232"/>
                <a:gd name="connsiteX5" fmla="*/ 8438 w 144636"/>
                <a:gd name="connsiteY5" fmla="*/ 9295 h 9232"/>
                <a:gd name="connsiteX6" fmla="*/ 136504 w 144636"/>
                <a:gd name="connsiteY6" fmla="*/ 9295 h 9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232">
                  <a:moveTo>
                    <a:pt x="136504" y="9295"/>
                  </a:moveTo>
                  <a:cubicBezTo>
                    <a:pt x="140528" y="9295"/>
                    <a:pt x="144789" y="9295"/>
                    <a:pt x="144789" y="4679"/>
                  </a:cubicBezTo>
                  <a:cubicBezTo>
                    <a:pt x="144789" y="63"/>
                    <a:pt x="140528" y="63"/>
                    <a:pt x="136504" y="63"/>
                  </a:cubicBezTo>
                  <a:lnTo>
                    <a:pt x="8438" y="63"/>
                  </a:lnTo>
                  <a:cubicBezTo>
                    <a:pt x="4414" y="63"/>
                    <a:pt x="153" y="63"/>
                    <a:pt x="153" y="4679"/>
                  </a:cubicBezTo>
                  <a:cubicBezTo>
                    <a:pt x="153" y="9295"/>
                    <a:pt x="4414" y="9295"/>
                    <a:pt x="8438" y="9295"/>
                  </a:cubicBezTo>
                  <a:lnTo>
                    <a:pt x="136504" y="929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3" name="Freeform: Shape 342">
              <a:extLst>
                <a:ext uri="{FF2B5EF4-FFF2-40B4-BE49-F238E27FC236}">
                  <a16:creationId xmlns:a16="http://schemas.microsoft.com/office/drawing/2014/main" id="{F9754668-5318-1C55-6EA9-49286E8215D0}"/>
                </a:ext>
              </a:extLst>
            </p:cNvPr>
            <p:cNvSpPr/>
            <p:nvPr>
              <p:custDataLst>
                <p:tags r:id="rId103"/>
              </p:custDataLst>
            </p:nvPr>
          </p:nvSpPr>
          <p:spPr>
            <a:xfrm>
              <a:off x="9206165" y="6064986"/>
              <a:ext cx="129042" cy="207722"/>
            </a:xfrm>
            <a:custGeom>
              <a:avLst/>
              <a:gdLst>
                <a:gd name="connsiteX0" fmla="*/ 129205 w 129042"/>
                <a:gd name="connsiteY0" fmla="*/ 31683 h 207722"/>
                <a:gd name="connsiteX1" fmla="*/ 97011 w 129042"/>
                <a:gd name="connsiteY1" fmla="*/ 63 h 207722"/>
                <a:gd name="connsiteX2" fmla="*/ 68368 w 129042"/>
                <a:gd name="connsiteY2" fmla="*/ 9756 h 207722"/>
                <a:gd name="connsiteX3" fmla="*/ 37831 w 129042"/>
                <a:gd name="connsiteY3" fmla="*/ 58917 h 207722"/>
                <a:gd name="connsiteX4" fmla="*/ 193 w 129042"/>
                <a:gd name="connsiteY4" fmla="*/ 205477 h 207722"/>
                <a:gd name="connsiteX5" fmla="*/ 3033 w 129042"/>
                <a:gd name="connsiteY5" fmla="*/ 207785 h 207722"/>
                <a:gd name="connsiteX6" fmla="*/ 5874 w 129042"/>
                <a:gd name="connsiteY6" fmla="*/ 206631 h 207722"/>
                <a:gd name="connsiteX7" fmla="*/ 22444 w 129042"/>
                <a:gd name="connsiteY7" fmla="*/ 142930 h 207722"/>
                <a:gd name="connsiteX8" fmla="*/ 54638 w 129042"/>
                <a:gd name="connsiteY8" fmla="*/ 165317 h 207722"/>
                <a:gd name="connsiteX9" fmla="*/ 100325 w 129042"/>
                <a:gd name="connsiteY9" fmla="*/ 147084 h 207722"/>
                <a:gd name="connsiteX10" fmla="*/ 119263 w 129042"/>
                <a:gd name="connsiteY10" fmla="*/ 104616 h 207722"/>
                <a:gd name="connsiteX11" fmla="*/ 101982 w 129042"/>
                <a:gd name="connsiteY11" fmla="*/ 70227 h 207722"/>
                <a:gd name="connsiteX12" fmla="*/ 129205 w 129042"/>
                <a:gd name="connsiteY12" fmla="*/ 31683 h 207722"/>
                <a:gd name="connsiteX13" fmla="*/ 86596 w 129042"/>
                <a:gd name="connsiteY13" fmla="*/ 69996 h 207722"/>
                <a:gd name="connsiteX14" fmla="*/ 75233 w 129042"/>
                <a:gd name="connsiteY14" fmla="*/ 71612 h 207722"/>
                <a:gd name="connsiteX15" fmla="*/ 64817 w 129042"/>
                <a:gd name="connsiteY15" fmla="*/ 70688 h 207722"/>
                <a:gd name="connsiteX16" fmla="*/ 76417 w 129042"/>
                <a:gd name="connsiteY16" fmla="*/ 68842 h 207722"/>
                <a:gd name="connsiteX17" fmla="*/ 86596 w 129042"/>
                <a:gd name="connsiteY17" fmla="*/ 69996 h 207722"/>
                <a:gd name="connsiteX18" fmla="*/ 115949 w 129042"/>
                <a:gd name="connsiteY18" fmla="*/ 26374 h 207722"/>
                <a:gd name="connsiteX19" fmla="*/ 94644 w 129042"/>
                <a:gd name="connsiteY19" fmla="*/ 66303 h 207722"/>
                <a:gd name="connsiteX20" fmla="*/ 76417 w 129042"/>
                <a:gd name="connsiteY20" fmla="*/ 63533 h 207722"/>
                <a:gd name="connsiteX21" fmla="*/ 58189 w 129042"/>
                <a:gd name="connsiteY21" fmla="*/ 70919 h 207722"/>
                <a:gd name="connsiteX22" fmla="*/ 74523 w 129042"/>
                <a:gd name="connsiteY22" fmla="*/ 76689 h 207722"/>
                <a:gd name="connsiteX23" fmla="*/ 93934 w 129042"/>
                <a:gd name="connsiteY23" fmla="*/ 73689 h 207722"/>
                <a:gd name="connsiteX24" fmla="*/ 104350 w 129042"/>
                <a:gd name="connsiteY24" fmla="*/ 99769 h 207722"/>
                <a:gd name="connsiteX25" fmla="*/ 92514 w 129042"/>
                <a:gd name="connsiteY25" fmla="*/ 139467 h 207722"/>
                <a:gd name="connsiteX26" fmla="*/ 53928 w 129042"/>
                <a:gd name="connsiteY26" fmla="*/ 160240 h 207722"/>
                <a:gd name="connsiteX27" fmla="*/ 26942 w 129042"/>
                <a:gd name="connsiteY27" fmla="*/ 130466 h 207722"/>
                <a:gd name="connsiteX28" fmla="*/ 28126 w 129042"/>
                <a:gd name="connsiteY28" fmla="*/ 120311 h 207722"/>
                <a:gd name="connsiteX29" fmla="*/ 43276 w 129042"/>
                <a:gd name="connsiteY29" fmla="*/ 61918 h 207722"/>
                <a:gd name="connsiteX30" fmla="*/ 93934 w 129042"/>
                <a:gd name="connsiteY30" fmla="*/ 5371 h 207722"/>
                <a:gd name="connsiteX31" fmla="*/ 115949 w 129042"/>
                <a:gd name="connsiteY31" fmla="*/ 26374 h 20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07722">
                  <a:moveTo>
                    <a:pt x="129205" y="31683"/>
                  </a:moveTo>
                  <a:cubicBezTo>
                    <a:pt x="129205" y="14373"/>
                    <a:pt x="116186" y="63"/>
                    <a:pt x="97011" y="63"/>
                  </a:cubicBezTo>
                  <a:cubicBezTo>
                    <a:pt x="83282" y="63"/>
                    <a:pt x="76653" y="3756"/>
                    <a:pt x="68368" y="9756"/>
                  </a:cubicBezTo>
                  <a:cubicBezTo>
                    <a:pt x="55348" y="18989"/>
                    <a:pt x="42329" y="41376"/>
                    <a:pt x="37831" y="58917"/>
                  </a:cubicBezTo>
                  <a:lnTo>
                    <a:pt x="193" y="205477"/>
                  </a:lnTo>
                  <a:cubicBezTo>
                    <a:pt x="-44" y="206400"/>
                    <a:pt x="1139" y="207785"/>
                    <a:pt x="3033" y="207785"/>
                  </a:cubicBezTo>
                  <a:cubicBezTo>
                    <a:pt x="4927" y="207785"/>
                    <a:pt x="5637" y="207323"/>
                    <a:pt x="5874" y="206631"/>
                  </a:cubicBezTo>
                  <a:lnTo>
                    <a:pt x="22444" y="142930"/>
                  </a:lnTo>
                  <a:cubicBezTo>
                    <a:pt x="26942" y="156778"/>
                    <a:pt x="37358" y="165317"/>
                    <a:pt x="54638" y="165317"/>
                  </a:cubicBezTo>
                  <a:cubicBezTo>
                    <a:pt x="71919" y="165317"/>
                    <a:pt x="89673" y="157239"/>
                    <a:pt x="100325" y="147084"/>
                  </a:cubicBezTo>
                  <a:cubicBezTo>
                    <a:pt x="111688" y="136467"/>
                    <a:pt x="119263" y="121696"/>
                    <a:pt x="119263" y="104616"/>
                  </a:cubicBezTo>
                  <a:cubicBezTo>
                    <a:pt x="119263" y="87999"/>
                    <a:pt x="110504" y="75997"/>
                    <a:pt x="101982" y="70227"/>
                  </a:cubicBezTo>
                  <a:cubicBezTo>
                    <a:pt x="115712" y="62610"/>
                    <a:pt x="129205" y="48300"/>
                    <a:pt x="129205" y="31683"/>
                  </a:cubicBezTo>
                  <a:close/>
                  <a:moveTo>
                    <a:pt x="86596" y="69996"/>
                  </a:moveTo>
                  <a:cubicBezTo>
                    <a:pt x="83518" y="71150"/>
                    <a:pt x="80914" y="71612"/>
                    <a:pt x="75233" y="71612"/>
                  </a:cubicBezTo>
                  <a:cubicBezTo>
                    <a:pt x="71919" y="71612"/>
                    <a:pt x="67185" y="71842"/>
                    <a:pt x="64817" y="70688"/>
                  </a:cubicBezTo>
                  <a:cubicBezTo>
                    <a:pt x="65291" y="68380"/>
                    <a:pt x="73813" y="68842"/>
                    <a:pt x="76417" y="68842"/>
                  </a:cubicBezTo>
                  <a:cubicBezTo>
                    <a:pt x="81388" y="68842"/>
                    <a:pt x="83518" y="68842"/>
                    <a:pt x="86596" y="69996"/>
                  </a:cubicBezTo>
                  <a:close/>
                  <a:moveTo>
                    <a:pt x="115949" y="26374"/>
                  </a:moveTo>
                  <a:cubicBezTo>
                    <a:pt x="115949" y="42530"/>
                    <a:pt x="106954" y="59148"/>
                    <a:pt x="94644" y="66303"/>
                  </a:cubicBezTo>
                  <a:cubicBezTo>
                    <a:pt x="88253" y="63995"/>
                    <a:pt x="83518" y="63533"/>
                    <a:pt x="76417" y="63533"/>
                  </a:cubicBezTo>
                  <a:cubicBezTo>
                    <a:pt x="71445" y="63533"/>
                    <a:pt x="58189" y="63303"/>
                    <a:pt x="58189" y="70919"/>
                  </a:cubicBezTo>
                  <a:cubicBezTo>
                    <a:pt x="57952" y="77382"/>
                    <a:pt x="70262" y="76689"/>
                    <a:pt x="74523" y="76689"/>
                  </a:cubicBezTo>
                  <a:cubicBezTo>
                    <a:pt x="83282" y="76689"/>
                    <a:pt x="86832" y="76458"/>
                    <a:pt x="93934" y="73689"/>
                  </a:cubicBezTo>
                  <a:cubicBezTo>
                    <a:pt x="102929" y="81998"/>
                    <a:pt x="104113" y="89153"/>
                    <a:pt x="104350" y="99769"/>
                  </a:cubicBezTo>
                  <a:cubicBezTo>
                    <a:pt x="104823" y="113156"/>
                    <a:pt x="99142" y="130466"/>
                    <a:pt x="92514" y="139467"/>
                  </a:cubicBezTo>
                  <a:cubicBezTo>
                    <a:pt x="83282" y="151931"/>
                    <a:pt x="67421" y="160240"/>
                    <a:pt x="53928" y="160240"/>
                  </a:cubicBezTo>
                  <a:cubicBezTo>
                    <a:pt x="35937" y="160240"/>
                    <a:pt x="26942" y="146853"/>
                    <a:pt x="26942" y="130466"/>
                  </a:cubicBezTo>
                  <a:cubicBezTo>
                    <a:pt x="26942" y="128158"/>
                    <a:pt x="26942" y="124696"/>
                    <a:pt x="28126" y="120311"/>
                  </a:cubicBezTo>
                  <a:lnTo>
                    <a:pt x="43276" y="61918"/>
                  </a:lnTo>
                  <a:cubicBezTo>
                    <a:pt x="48484" y="42069"/>
                    <a:pt x="65527" y="5371"/>
                    <a:pt x="93934" y="5371"/>
                  </a:cubicBezTo>
                  <a:cubicBezTo>
                    <a:pt x="107664" y="5371"/>
                    <a:pt x="115949" y="12526"/>
                    <a:pt x="115949" y="26374"/>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4" name="Freeform: Shape 343">
              <a:extLst>
                <a:ext uri="{FF2B5EF4-FFF2-40B4-BE49-F238E27FC236}">
                  <a16:creationId xmlns:a16="http://schemas.microsoft.com/office/drawing/2014/main" id="{9707DEDF-6B4C-A268-39C0-E693E24649CE}"/>
                </a:ext>
              </a:extLst>
            </p:cNvPr>
            <p:cNvSpPr/>
            <p:nvPr>
              <p:custDataLst>
                <p:tags r:id="rId104"/>
              </p:custDataLst>
            </p:nvPr>
          </p:nvSpPr>
          <p:spPr>
            <a:xfrm>
              <a:off x="9351050" y="6155275"/>
              <a:ext cx="60316" cy="107276"/>
            </a:xfrm>
            <a:custGeom>
              <a:avLst/>
              <a:gdLst>
                <a:gd name="connsiteX0" fmla="*/ 37617 w 60316"/>
                <a:gd name="connsiteY0" fmla="*/ 4588 h 107276"/>
                <a:gd name="connsiteX1" fmla="*/ 32646 w 60316"/>
                <a:gd name="connsiteY1" fmla="*/ 64 h 107276"/>
                <a:gd name="connsiteX2" fmla="*/ 168 w 60316"/>
                <a:gd name="connsiteY2" fmla="*/ 10404 h 107276"/>
                <a:gd name="connsiteX3" fmla="*/ 168 w 60316"/>
                <a:gd name="connsiteY3" fmla="*/ 16220 h 107276"/>
                <a:gd name="connsiteX4" fmla="*/ 24195 w 60316"/>
                <a:gd name="connsiteY4" fmla="*/ 11697 h 107276"/>
                <a:gd name="connsiteX5" fmla="*/ 24195 w 60316"/>
                <a:gd name="connsiteY5" fmla="*/ 94093 h 107276"/>
                <a:gd name="connsiteX6" fmla="*/ 7625 w 60316"/>
                <a:gd name="connsiteY6" fmla="*/ 101525 h 107276"/>
                <a:gd name="connsiteX7" fmla="*/ 1328 w 60316"/>
                <a:gd name="connsiteY7" fmla="*/ 101525 h 107276"/>
                <a:gd name="connsiteX8" fmla="*/ 1328 w 60316"/>
                <a:gd name="connsiteY8" fmla="*/ 107341 h 107276"/>
                <a:gd name="connsiteX9" fmla="*/ 30824 w 60316"/>
                <a:gd name="connsiteY9" fmla="*/ 106695 h 107276"/>
                <a:gd name="connsiteX10" fmla="*/ 60485 w 60316"/>
                <a:gd name="connsiteY10" fmla="*/ 107341 h 107276"/>
                <a:gd name="connsiteX11" fmla="*/ 60485 w 60316"/>
                <a:gd name="connsiteY11" fmla="*/ 101525 h 107276"/>
                <a:gd name="connsiteX12" fmla="*/ 54188 w 60316"/>
                <a:gd name="connsiteY12" fmla="*/ 101525 h 107276"/>
                <a:gd name="connsiteX13" fmla="*/ 37617 w 60316"/>
                <a:gd name="connsiteY13" fmla="*/ 94093 h 107276"/>
                <a:gd name="connsiteX14" fmla="*/ 37617 w 60316"/>
                <a:gd name="connsiteY14" fmla="*/ 4588 h 10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07276">
                  <a:moveTo>
                    <a:pt x="37617" y="4588"/>
                  </a:moveTo>
                  <a:cubicBezTo>
                    <a:pt x="37617" y="226"/>
                    <a:pt x="37286" y="64"/>
                    <a:pt x="32646" y="64"/>
                  </a:cubicBezTo>
                  <a:cubicBezTo>
                    <a:pt x="22041" y="10243"/>
                    <a:pt x="6962" y="10404"/>
                    <a:pt x="168" y="10404"/>
                  </a:cubicBezTo>
                  <a:lnTo>
                    <a:pt x="168" y="16220"/>
                  </a:lnTo>
                  <a:cubicBezTo>
                    <a:pt x="4145" y="16220"/>
                    <a:pt x="15082" y="16220"/>
                    <a:pt x="24195" y="11697"/>
                  </a:cubicBezTo>
                  <a:lnTo>
                    <a:pt x="24195" y="94093"/>
                  </a:lnTo>
                  <a:cubicBezTo>
                    <a:pt x="24195" y="99425"/>
                    <a:pt x="24195" y="101525"/>
                    <a:pt x="7625" y="101525"/>
                  </a:cubicBezTo>
                  <a:lnTo>
                    <a:pt x="1328" y="101525"/>
                  </a:lnTo>
                  <a:lnTo>
                    <a:pt x="1328" y="107341"/>
                  </a:lnTo>
                  <a:cubicBezTo>
                    <a:pt x="4311" y="107180"/>
                    <a:pt x="24692" y="106695"/>
                    <a:pt x="30824" y="106695"/>
                  </a:cubicBezTo>
                  <a:cubicBezTo>
                    <a:pt x="35960" y="106695"/>
                    <a:pt x="56839" y="107180"/>
                    <a:pt x="60485" y="107341"/>
                  </a:cubicBezTo>
                  <a:lnTo>
                    <a:pt x="60485" y="101525"/>
                  </a:lnTo>
                  <a:lnTo>
                    <a:pt x="54188" y="101525"/>
                  </a:lnTo>
                  <a:cubicBezTo>
                    <a:pt x="37617" y="101525"/>
                    <a:pt x="37617" y="99425"/>
                    <a:pt x="37617" y="94093"/>
                  </a:cubicBezTo>
                  <a:lnTo>
                    <a:pt x="37617" y="458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5" name="Freeform: Shape 344">
              <a:extLst>
                <a:ext uri="{FF2B5EF4-FFF2-40B4-BE49-F238E27FC236}">
                  <a16:creationId xmlns:a16="http://schemas.microsoft.com/office/drawing/2014/main" id="{D8349924-3466-D9A2-79EE-6DD08393AD16}"/>
                </a:ext>
              </a:extLst>
            </p:cNvPr>
            <p:cNvSpPr/>
            <p:nvPr>
              <p:custDataLst>
                <p:tags r:id="rId105"/>
              </p:custDataLst>
            </p:nvPr>
          </p:nvSpPr>
          <p:spPr>
            <a:xfrm>
              <a:off x="9446050" y="6125917"/>
              <a:ext cx="117886" cy="104553"/>
            </a:xfrm>
            <a:custGeom>
              <a:avLst/>
              <a:gdLst>
                <a:gd name="connsiteX0" fmla="*/ 72372 w 117886"/>
                <a:gd name="connsiteY0" fmla="*/ 32375 h 104553"/>
                <a:gd name="connsiteX1" fmla="*/ 95808 w 117886"/>
                <a:gd name="connsiteY1" fmla="*/ 5140 h 104553"/>
                <a:gd name="connsiteX2" fmla="*/ 107644 w 117886"/>
                <a:gd name="connsiteY2" fmla="*/ 8141 h 104553"/>
                <a:gd name="connsiteX3" fmla="*/ 96281 w 117886"/>
                <a:gd name="connsiteY3" fmla="*/ 20604 h 104553"/>
                <a:gd name="connsiteX4" fmla="*/ 105277 w 117886"/>
                <a:gd name="connsiteY4" fmla="*/ 28682 h 104553"/>
                <a:gd name="connsiteX5" fmla="*/ 118060 w 117886"/>
                <a:gd name="connsiteY5" fmla="*/ 15296 h 104553"/>
                <a:gd name="connsiteX6" fmla="*/ 96045 w 117886"/>
                <a:gd name="connsiteY6" fmla="*/ 63 h 104553"/>
                <a:gd name="connsiteX7" fmla="*/ 71189 w 117886"/>
                <a:gd name="connsiteY7" fmla="*/ 17604 h 104553"/>
                <a:gd name="connsiteX8" fmla="*/ 45623 w 117886"/>
                <a:gd name="connsiteY8" fmla="*/ 63 h 104553"/>
                <a:gd name="connsiteX9" fmla="*/ 7511 w 117886"/>
                <a:gd name="connsiteY9" fmla="*/ 35606 h 104553"/>
                <a:gd name="connsiteX10" fmla="*/ 10352 w 117886"/>
                <a:gd name="connsiteY10" fmla="*/ 37914 h 104553"/>
                <a:gd name="connsiteX11" fmla="*/ 13429 w 117886"/>
                <a:gd name="connsiteY11" fmla="*/ 35376 h 104553"/>
                <a:gd name="connsiteX12" fmla="*/ 45150 w 117886"/>
                <a:gd name="connsiteY12" fmla="*/ 5140 h 104553"/>
                <a:gd name="connsiteX13" fmla="*/ 57932 w 117886"/>
                <a:gd name="connsiteY13" fmla="*/ 20604 h 104553"/>
                <a:gd name="connsiteX14" fmla="*/ 45150 w 117886"/>
                <a:gd name="connsiteY14" fmla="*/ 75535 h 104553"/>
                <a:gd name="connsiteX15" fmla="*/ 22661 w 117886"/>
                <a:gd name="connsiteY15" fmla="*/ 99539 h 104553"/>
                <a:gd name="connsiteX16" fmla="*/ 10825 w 117886"/>
                <a:gd name="connsiteY16" fmla="*/ 96538 h 104553"/>
                <a:gd name="connsiteX17" fmla="*/ 21951 w 117886"/>
                <a:gd name="connsiteY17" fmla="*/ 84075 h 104553"/>
                <a:gd name="connsiteX18" fmla="*/ 13192 w 117886"/>
                <a:gd name="connsiteY18" fmla="*/ 75997 h 104553"/>
                <a:gd name="connsiteX19" fmla="*/ 173 w 117886"/>
                <a:gd name="connsiteY19" fmla="*/ 89383 h 104553"/>
                <a:gd name="connsiteX20" fmla="*/ 22424 w 117886"/>
                <a:gd name="connsiteY20" fmla="*/ 104616 h 104553"/>
                <a:gd name="connsiteX21" fmla="*/ 47280 w 117886"/>
                <a:gd name="connsiteY21" fmla="*/ 87075 h 104553"/>
                <a:gd name="connsiteX22" fmla="*/ 72846 w 117886"/>
                <a:gd name="connsiteY22" fmla="*/ 104616 h 104553"/>
                <a:gd name="connsiteX23" fmla="*/ 110721 w 117886"/>
                <a:gd name="connsiteY23" fmla="*/ 69073 h 104553"/>
                <a:gd name="connsiteX24" fmla="*/ 107881 w 117886"/>
                <a:gd name="connsiteY24" fmla="*/ 66765 h 104553"/>
                <a:gd name="connsiteX25" fmla="*/ 104803 w 117886"/>
                <a:gd name="connsiteY25" fmla="*/ 69304 h 104553"/>
                <a:gd name="connsiteX26" fmla="*/ 73319 w 117886"/>
                <a:gd name="connsiteY26" fmla="*/ 99539 h 104553"/>
                <a:gd name="connsiteX27" fmla="*/ 60300 w 117886"/>
                <a:gd name="connsiteY27" fmla="*/ 84306 h 104553"/>
                <a:gd name="connsiteX28" fmla="*/ 64324 w 117886"/>
                <a:gd name="connsiteY28" fmla="*/ 63995 h 104553"/>
                <a:gd name="connsiteX29" fmla="*/ 72372 w 117886"/>
                <a:gd name="connsiteY29" fmla="*/ 32375 h 10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4553">
                  <a:moveTo>
                    <a:pt x="72372" y="32375"/>
                  </a:moveTo>
                  <a:cubicBezTo>
                    <a:pt x="73793" y="26374"/>
                    <a:pt x="79237" y="5140"/>
                    <a:pt x="95808" y="5140"/>
                  </a:cubicBezTo>
                  <a:cubicBezTo>
                    <a:pt x="96991" y="5140"/>
                    <a:pt x="102673" y="5140"/>
                    <a:pt x="107644" y="8141"/>
                  </a:cubicBezTo>
                  <a:cubicBezTo>
                    <a:pt x="101016" y="9295"/>
                    <a:pt x="96281" y="15065"/>
                    <a:pt x="96281" y="20604"/>
                  </a:cubicBezTo>
                  <a:cubicBezTo>
                    <a:pt x="96281" y="24297"/>
                    <a:pt x="98885" y="28682"/>
                    <a:pt x="105277" y="28682"/>
                  </a:cubicBezTo>
                  <a:cubicBezTo>
                    <a:pt x="110485" y="28682"/>
                    <a:pt x="118060" y="24528"/>
                    <a:pt x="118060" y="15296"/>
                  </a:cubicBezTo>
                  <a:cubicBezTo>
                    <a:pt x="118060" y="3294"/>
                    <a:pt x="104093" y="63"/>
                    <a:pt x="96045" y="63"/>
                  </a:cubicBezTo>
                  <a:cubicBezTo>
                    <a:pt x="82315" y="63"/>
                    <a:pt x="74029" y="12295"/>
                    <a:pt x="71189" y="17604"/>
                  </a:cubicBezTo>
                  <a:cubicBezTo>
                    <a:pt x="65271" y="2371"/>
                    <a:pt x="52488" y="63"/>
                    <a:pt x="45623" y="63"/>
                  </a:cubicBezTo>
                  <a:cubicBezTo>
                    <a:pt x="21004" y="63"/>
                    <a:pt x="7511" y="29836"/>
                    <a:pt x="7511" y="35606"/>
                  </a:cubicBezTo>
                  <a:cubicBezTo>
                    <a:pt x="7511" y="37914"/>
                    <a:pt x="9878" y="37914"/>
                    <a:pt x="10352" y="37914"/>
                  </a:cubicBezTo>
                  <a:cubicBezTo>
                    <a:pt x="12245" y="37914"/>
                    <a:pt x="12956" y="37453"/>
                    <a:pt x="13429" y="35376"/>
                  </a:cubicBezTo>
                  <a:cubicBezTo>
                    <a:pt x="21477" y="10910"/>
                    <a:pt x="37101" y="5140"/>
                    <a:pt x="45150" y="5140"/>
                  </a:cubicBezTo>
                  <a:cubicBezTo>
                    <a:pt x="49647" y="5140"/>
                    <a:pt x="57932" y="7218"/>
                    <a:pt x="57932" y="20604"/>
                  </a:cubicBezTo>
                  <a:cubicBezTo>
                    <a:pt x="57932" y="27759"/>
                    <a:pt x="53908" y="43223"/>
                    <a:pt x="45150" y="75535"/>
                  </a:cubicBezTo>
                  <a:cubicBezTo>
                    <a:pt x="41362" y="89845"/>
                    <a:pt x="33077" y="99539"/>
                    <a:pt x="22661" y="99539"/>
                  </a:cubicBezTo>
                  <a:cubicBezTo>
                    <a:pt x="21241" y="99539"/>
                    <a:pt x="15796" y="99539"/>
                    <a:pt x="10825" y="96538"/>
                  </a:cubicBezTo>
                  <a:cubicBezTo>
                    <a:pt x="16743" y="95384"/>
                    <a:pt x="21951" y="90537"/>
                    <a:pt x="21951" y="84075"/>
                  </a:cubicBezTo>
                  <a:cubicBezTo>
                    <a:pt x="21951" y="77843"/>
                    <a:pt x="16743" y="75997"/>
                    <a:pt x="13192" y="75997"/>
                  </a:cubicBezTo>
                  <a:cubicBezTo>
                    <a:pt x="6091" y="75997"/>
                    <a:pt x="173" y="81998"/>
                    <a:pt x="173" y="89383"/>
                  </a:cubicBezTo>
                  <a:cubicBezTo>
                    <a:pt x="173" y="100000"/>
                    <a:pt x="12009" y="104616"/>
                    <a:pt x="22424" y="104616"/>
                  </a:cubicBezTo>
                  <a:cubicBezTo>
                    <a:pt x="38048" y="104616"/>
                    <a:pt x="46570" y="88460"/>
                    <a:pt x="47280" y="87075"/>
                  </a:cubicBezTo>
                  <a:cubicBezTo>
                    <a:pt x="50121" y="95615"/>
                    <a:pt x="58643" y="104616"/>
                    <a:pt x="72846" y="104616"/>
                  </a:cubicBezTo>
                  <a:cubicBezTo>
                    <a:pt x="97228" y="104616"/>
                    <a:pt x="110721" y="74843"/>
                    <a:pt x="110721" y="69073"/>
                  </a:cubicBezTo>
                  <a:cubicBezTo>
                    <a:pt x="110721" y="66765"/>
                    <a:pt x="108591" y="66765"/>
                    <a:pt x="107881" y="66765"/>
                  </a:cubicBezTo>
                  <a:cubicBezTo>
                    <a:pt x="105750" y="66765"/>
                    <a:pt x="105277" y="67688"/>
                    <a:pt x="104803" y="69304"/>
                  </a:cubicBezTo>
                  <a:cubicBezTo>
                    <a:pt x="96991" y="93999"/>
                    <a:pt x="80894" y="99539"/>
                    <a:pt x="73319" y="99539"/>
                  </a:cubicBezTo>
                  <a:cubicBezTo>
                    <a:pt x="64087" y="99539"/>
                    <a:pt x="60300" y="92153"/>
                    <a:pt x="60300" y="84306"/>
                  </a:cubicBezTo>
                  <a:cubicBezTo>
                    <a:pt x="60300" y="79228"/>
                    <a:pt x="61720" y="74150"/>
                    <a:pt x="64324" y="63995"/>
                  </a:cubicBezTo>
                  <a:lnTo>
                    <a:pt x="72372" y="3237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6" name="Freeform: Shape 345">
              <a:extLst>
                <a:ext uri="{FF2B5EF4-FFF2-40B4-BE49-F238E27FC236}">
                  <a16:creationId xmlns:a16="http://schemas.microsoft.com/office/drawing/2014/main" id="{E26C3EBD-D880-0147-0A15-8CFC2D6B0065}"/>
                </a:ext>
              </a:extLst>
            </p:cNvPr>
            <p:cNvSpPr/>
            <p:nvPr>
              <p:custDataLst>
                <p:tags r:id="rId106"/>
              </p:custDataLst>
            </p:nvPr>
          </p:nvSpPr>
          <p:spPr>
            <a:xfrm>
              <a:off x="9582265" y="6155437"/>
              <a:ext cx="50208" cy="108731"/>
            </a:xfrm>
            <a:custGeom>
              <a:avLst/>
              <a:gdLst>
                <a:gd name="connsiteX0" fmla="*/ 46078 w 50208"/>
                <a:gd name="connsiteY0" fmla="*/ 6204 h 108731"/>
                <a:gd name="connsiteX1" fmla="*/ 39450 w 50208"/>
                <a:gd name="connsiteY1" fmla="*/ 64 h 108731"/>
                <a:gd name="connsiteX2" fmla="*/ 30171 w 50208"/>
                <a:gd name="connsiteY2" fmla="*/ 8950 h 108731"/>
                <a:gd name="connsiteX3" fmla="*/ 36799 w 50208"/>
                <a:gd name="connsiteY3" fmla="*/ 15090 h 108731"/>
                <a:gd name="connsiteX4" fmla="*/ 46078 w 50208"/>
                <a:gd name="connsiteY4" fmla="*/ 6204 h 108731"/>
                <a:gd name="connsiteX5" fmla="*/ 12275 w 50208"/>
                <a:gd name="connsiteY5" fmla="*/ 88277 h 108731"/>
                <a:gd name="connsiteX6" fmla="*/ 10783 w 50208"/>
                <a:gd name="connsiteY6" fmla="*/ 95063 h 108731"/>
                <a:gd name="connsiteX7" fmla="*/ 26525 w 50208"/>
                <a:gd name="connsiteY7" fmla="*/ 108795 h 108731"/>
                <a:gd name="connsiteX8" fmla="*/ 50387 w 50208"/>
                <a:gd name="connsiteY8" fmla="*/ 84076 h 108731"/>
                <a:gd name="connsiteX9" fmla="*/ 47736 w 50208"/>
                <a:gd name="connsiteY9" fmla="*/ 81976 h 108731"/>
                <a:gd name="connsiteX10" fmla="*/ 44587 w 50208"/>
                <a:gd name="connsiteY10" fmla="*/ 84723 h 108731"/>
                <a:gd name="connsiteX11" fmla="*/ 27022 w 50208"/>
                <a:gd name="connsiteY11" fmla="*/ 104272 h 108731"/>
                <a:gd name="connsiteX12" fmla="*/ 22880 w 50208"/>
                <a:gd name="connsiteY12" fmla="*/ 98617 h 108731"/>
                <a:gd name="connsiteX13" fmla="*/ 25531 w 50208"/>
                <a:gd name="connsiteY13" fmla="*/ 88277 h 108731"/>
                <a:gd name="connsiteX14" fmla="*/ 30834 w 50208"/>
                <a:gd name="connsiteY14" fmla="*/ 75352 h 108731"/>
                <a:gd name="connsiteX15" fmla="*/ 38953 w 50208"/>
                <a:gd name="connsiteY15" fmla="*/ 54834 h 108731"/>
                <a:gd name="connsiteX16" fmla="*/ 39947 w 50208"/>
                <a:gd name="connsiteY16" fmla="*/ 49664 h 108731"/>
                <a:gd name="connsiteX17" fmla="*/ 24205 w 50208"/>
                <a:gd name="connsiteY17" fmla="*/ 35931 h 108731"/>
                <a:gd name="connsiteX18" fmla="*/ 178 w 50208"/>
                <a:gd name="connsiteY18" fmla="*/ 60650 h 108731"/>
                <a:gd name="connsiteX19" fmla="*/ 2995 w 50208"/>
                <a:gd name="connsiteY19" fmla="*/ 62750 h 108731"/>
                <a:gd name="connsiteX20" fmla="*/ 5978 w 50208"/>
                <a:gd name="connsiteY20" fmla="*/ 60165 h 108731"/>
                <a:gd name="connsiteX21" fmla="*/ 23708 w 50208"/>
                <a:gd name="connsiteY21" fmla="*/ 40455 h 108731"/>
                <a:gd name="connsiteX22" fmla="*/ 27851 w 50208"/>
                <a:gd name="connsiteY22" fmla="*/ 46109 h 108731"/>
                <a:gd name="connsiteX23" fmla="*/ 22714 w 50208"/>
                <a:gd name="connsiteY23" fmla="*/ 62266 h 108731"/>
                <a:gd name="connsiteX24" fmla="*/ 12275 w 50208"/>
                <a:gd name="connsiteY24" fmla="*/ 88277 h 10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08731">
                  <a:moveTo>
                    <a:pt x="46078" y="6204"/>
                  </a:moveTo>
                  <a:cubicBezTo>
                    <a:pt x="46078" y="3619"/>
                    <a:pt x="44090" y="64"/>
                    <a:pt x="39450" y="64"/>
                  </a:cubicBezTo>
                  <a:cubicBezTo>
                    <a:pt x="34976" y="64"/>
                    <a:pt x="30171" y="4265"/>
                    <a:pt x="30171" y="8950"/>
                  </a:cubicBezTo>
                  <a:cubicBezTo>
                    <a:pt x="30171" y="11697"/>
                    <a:pt x="32325" y="15090"/>
                    <a:pt x="36799" y="15090"/>
                  </a:cubicBezTo>
                  <a:cubicBezTo>
                    <a:pt x="41604" y="15090"/>
                    <a:pt x="46078" y="10566"/>
                    <a:pt x="46078" y="6204"/>
                  </a:cubicBezTo>
                  <a:close/>
                  <a:moveTo>
                    <a:pt x="12275" y="88277"/>
                  </a:moveTo>
                  <a:cubicBezTo>
                    <a:pt x="11612" y="90377"/>
                    <a:pt x="10783" y="92316"/>
                    <a:pt x="10783" y="95063"/>
                  </a:cubicBezTo>
                  <a:cubicBezTo>
                    <a:pt x="10783" y="102656"/>
                    <a:pt x="17412" y="108795"/>
                    <a:pt x="26525" y="108795"/>
                  </a:cubicBezTo>
                  <a:cubicBezTo>
                    <a:pt x="43096" y="108795"/>
                    <a:pt x="50387" y="86500"/>
                    <a:pt x="50387" y="84076"/>
                  </a:cubicBezTo>
                  <a:cubicBezTo>
                    <a:pt x="50387" y="81976"/>
                    <a:pt x="48233" y="81976"/>
                    <a:pt x="47736" y="81976"/>
                  </a:cubicBezTo>
                  <a:cubicBezTo>
                    <a:pt x="45416" y="81976"/>
                    <a:pt x="45250" y="82945"/>
                    <a:pt x="44587" y="84723"/>
                  </a:cubicBezTo>
                  <a:cubicBezTo>
                    <a:pt x="40776" y="97648"/>
                    <a:pt x="33485" y="104272"/>
                    <a:pt x="27022" y="104272"/>
                  </a:cubicBezTo>
                  <a:cubicBezTo>
                    <a:pt x="23708" y="104272"/>
                    <a:pt x="22880" y="102171"/>
                    <a:pt x="22880" y="98617"/>
                  </a:cubicBezTo>
                  <a:cubicBezTo>
                    <a:pt x="22880" y="94901"/>
                    <a:pt x="24040" y="91831"/>
                    <a:pt x="25531" y="88277"/>
                  </a:cubicBezTo>
                  <a:cubicBezTo>
                    <a:pt x="27188" y="83915"/>
                    <a:pt x="29011" y="79553"/>
                    <a:pt x="30834" y="75352"/>
                  </a:cubicBezTo>
                  <a:cubicBezTo>
                    <a:pt x="32325" y="71475"/>
                    <a:pt x="38290" y="56772"/>
                    <a:pt x="38953" y="54834"/>
                  </a:cubicBezTo>
                  <a:cubicBezTo>
                    <a:pt x="39450" y="53218"/>
                    <a:pt x="39947" y="51279"/>
                    <a:pt x="39947" y="49664"/>
                  </a:cubicBezTo>
                  <a:cubicBezTo>
                    <a:pt x="39947" y="42070"/>
                    <a:pt x="33319" y="35931"/>
                    <a:pt x="24205" y="35931"/>
                  </a:cubicBezTo>
                  <a:cubicBezTo>
                    <a:pt x="7801" y="35931"/>
                    <a:pt x="178" y="57903"/>
                    <a:pt x="178" y="60650"/>
                  </a:cubicBezTo>
                  <a:cubicBezTo>
                    <a:pt x="178" y="62750"/>
                    <a:pt x="2498" y="62750"/>
                    <a:pt x="2995" y="62750"/>
                  </a:cubicBezTo>
                  <a:cubicBezTo>
                    <a:pt x="5315" y="62750"/>
                    <a:pt x="5481" y="61942"/>
                    <a:pt x="5978" y="60165"/>
                  </a:cubicBezTo>
                  <a:cubicBezTo>
                    <a:pt x="10286" y="46271"/>
                    <a:pt x="17577" y="40455"/>
                    <a:pt x="23708" y="40455"/>
                  </a:cubicBezTo>
                  <a:cubicBezTo>
                    <a:pt x="26360" y="40455"/>
                    <a:pt x="27851" y="41747"/>
                    <a:pt x="27851" y="46109"/>
                  </a:cubicBezTo>
                  <a:cubicBezTo>
                    <a:pt x="27851" y="49825"/>
                    <a:pt x="26857" y="52249"/>
                    <a:pt x="22714" y="62266"/>
                  </a:cubicBezTo>
                  <a:lnTo>
                    <a:pt x="12275" y="8827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7" name="Freeform: Shape 346">
              <a:extLst>
                <a:ext uri="{FF2B5EF4-FFF2-40B4-BE49-F238E27FC236}">
                  <a16:creationId xmlns:a16="http://schemas.microsoft.com/office/drawing/2014/main" id="{D56E0616-5698-56A3-78FF-8E6194804684}"/>
                </a:ext>
              </a:extLst>
            </p:cNvPr>
            <p:cNvSpPr/>
            <p:nvPr>
              <p:custDataLst>
                <p:tags r:id="rId107"/>
              </p:custDataLst>
            </p:nvPr>
          </p:nvSpPr>
          <p:spPr>
            <a:xfrm>
              <a:off x="9658496" y="6054830"/>
              <a:ext cx="32430" cy="230802"/>
            </a:xfrm>
            <a:custGeom>
              <a:avLst/>
              <a:gdLst>
                <a:gd name="connsiteX0" fmla="*/ 32612 w 32430"/>
                <a:gd name="connsiteY0" fmla="*/ 63 h 230802"/>
                <a:gd name="connsiteX1" fmla="*/ 182 w 32430"/>
                <a:gd name="connsiteY1" fmla="*/ 63 h 230802"/>
                <a:gd name="connsiteX2" fmla="*/ 182 w 32430"/>
                <a:gd name="connsiteY2" fmla="*/ 9295 h 230802"/>
                <a:gd name="connsiteX3" fmla="*/ 23144 w 32430"/>
                <a:gd name="connsiteY3" fmla="*/ 9295 h 230802"/>
                <a:gd name="connsiteX4" fmla="*/ 23144 w 32430"/>
                <a:gd name="connsiteY4" fmla="*/ 221633 h 230802"/>
                <a:gd name="connsiteX5" fmla="*/ 182 w 32430"/>
                <a:gd name="connsiteY5" fmla="*/ 221633 h 230802"/>
                <a:gd name="connsiteX6" fmla="*/ 182 w 32430"/>
                <a:gd name="connsiteY6" fmla="*/ 230865 h 230802"/>
                <a:gd name="connsiteX7" fmla="*/ 32612 w 32430"/>
                <a:gd name="connsiteY7" fmla="*/ 230865 h 230802"/>
                <a:gd name="connsiteX8" fmla="*/ 32612 w 32430"/>
                <a:gd name="connsiteY8" fmla="*/ 63 h 230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30" h="230802">
                  <a:moveTo>
                    <a:pt x="32612" y="63"/>
                  </a:moveTo>
                  <a:lnTo>
                    <a:pt x="182" y="63"/>
                  </a:lnTo>
                  <a:lnTo>
                    <a:pt x="182" y="9295"/>
                  </a:lnTo>
                  <a:lnTo>
                    <a:pt x="23144" y="9295"/>
                  </a:lnTo>
                  <a:lnTo>
                    <a:pt x="23144" y="221633"/>
                  </a:lnTo>
                  <a:lnTo>
                    <a:pt x="182" y="221633"/>
                  </a:lnTo>
                  <a:lnTo>
                    <a:pt x="182" y="230865"/>
                  </a:lnTo>
                  <a:lnTo>
                    <a:pt x="32612" y="230865"/>
                  </a:lnTo>
                  <a:lnTo>
                    <a:pt x="32612" y="6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8" name="Freeform: Shape 347">
              <a:extLst>
                <a:ext uri="{FF2B5EF4-FFF2-40B4-BE49-F238E27FC236}">
                  <a16:creationId xmlns:a16="http://schemas.microsoft.com/office/drawing/2014/main" id="{6CA64A07-13C7-0412-DADD-21E00547146D}"/>
                </a:ext>
              </a:extLst>
            </p:cNvPr>
            <p:cNvSpPr/>
            <p:nvPr>
              <p:custDataLst>
                <p:tags r:id="rId108"/>
              </p:custDataLst>
            </p:nvPr>
          </p:nvSpPr>
          <p:spPr>
            <a:xfrm>
              <a:off x="9798055" y="6143228"/>
              <a:ext cx="157419" cy="54007"/>
            </a:xfrm>
            <a:custGeom>
              <a:avLst/>
              <a:gdLst>
                <a:gd name="connsiteX0" fmla="*/ 149558 w 157419"/>
                <a:gd name="connsiteY0" fmla="*/ 9295 h 54007"/>
                <a:gd name="connsiteX1" fmla="*/ 157607 w 157419"/>
                <a:gd name="connsiteY1" fmla="*/ 4679 h 54007"/>
                <a:gd name="connsiteX2" fmla="*/ 149795 w 157419"/>
                <a:gd name="connsiteY2" fmla="*/ 63 h 54007"/>
                <a:gd name="connsiteX3" fmla="*/ 7999 w 157419"/>
                <a:gd name="connsiteY3" fmla="*/ 63 h 54007"/>
                <a:gd name="connsiteX4" fmla="*/ 187 w 157419"/>
                <a:gd name="connsiteY4" fmla="*/ 4679 h 54007"/>
                <a:gd name="connsiteX5" fmla="*/ 8236 w 157419"/>
                <a:gd name="connsiteY5" fmla="*/ 9295 h 54007"/>
                <a:gd name="connsiteX6" fmla="*/ 149558 w 157419"/>
                <a:gd name="connsiteY6" fmla="*/ 9295 h 54007"/>
                <a:gd name="connsiteX7" fmla="*/ 149795 w 157419"/>
                <a:gd name="connsiteY7" fmla="*/ 54071 h 54007"/>
                <a:gd name="connsiteX8" fmla="*/ 157607 w 157419"/>
                <a:gd name="connsiteY8" fmla="*/ 49455 h 54007"/>
                <a:gd name="connsiteX9" fmla="*/ 149558 w 157419"/>
                <a:gd name="connsiteY9" fmla="*/ 44838 h 54007"/>
                <a:gd name="connsiteX10" fmla="*/ 8236 w 157419"/>
                <a:gd name="connsiteY10" fmla="*/ 44838 h 54007"/>
                <a:gd name="connsiteX11" fmla="*/ 187 w 157419"/>
                <a:gd name="connsiteY11" fmla="*/ 49455 h 54007"/>
                <a:gd name="connsiteX12" fmla="*/ 7999 w 157419"/>
                <a:gd name="connsiteY12" fmla="*/ 54071 h 54007"/>
                <a:gd name="connsiteX13" fmla="*/ 149795 w 157419"/>
                <a:gd name="connsiteY13" fmla="*/ 54071 h 5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4007">
                  <a:moveTo>
                    <a:pt x="149558" y="9295"/>
                  </a:moveTo>
                  <a:cubicBezTo>
                    <a:pt x="153109" y="9295"/>
                    <a:pt x="157607" y="9295"/>
                    <a:pt x="157607" y="4679"/>
                  </a:cubicBezTo>
                  <a:cubicBezTo>
                    <a:pt x="157607" y="63"/>
                    <a:pt x="153109" y="63"/>
                    <a:pt x="149795" y="63"/>
                  </a:cubicBezTo>
                  <a:lnTo>
                    <a:pt x="7999" y="63"/>
                  </a:lnTo>
                  <a:cubicBezTo>
                    <a:pt x="4685" y="63"/>
                    <a:pt x="187" y="63"/>
                    <a:pt x="187" y="4679"/>
                  </a:cubicBezTo>
                  <a:cubicBezTo>
                    <a:pt x="187" y="9295"/>
                    <a:pt x="4685" y="9295"/>
                    <a:pt x="8236" y="9295"/>
                  </a:cubicBezTo>
                  <a:lnTo>
                    <a:pt x="149558" y="9295"/>
                  </a:lnTo>
                  <a:close/>
                  <a:moveTo>
                    <a:pt x="149795" y="54071"/>
                  </a:moveTo>
                  <a:cubicBezTo>
                    <a:pt x="153109" y="54071"/>
                    <a:pt x="157607" y="54071"/>
                    <a:pt x="157607" y="49455"/>
                  </a:cubicBezTo>
                  <a:cubicBezTo>
                    <a:pt x="157607" y="44838"/>
                    <a:pt x="153109" y="44838"/>
                    <a:pt x="149558" y="44838"/>
                  </a:cubicBezTo>
                  <a:lnTo>
                    <a:pt x="8236" y="44838"/>
                  </a:lnTo>
                  <a:cubicBezTo>
                    <a:pt x="4685" y="44838"/>
                    <a:pt x="187" y="44838"/>
                    <a:pt x="187" y="49455"/>
                  </a:cubicBezTo>
                  <a:cubicBezTo>
                    <a:pt x="187" y="54071"/>
                    <a:pt x="4685" y="54071"/>
                    <a:pt x="7999" y="54071"/>
                  </a:cubicBezTo>
                  <a:lnTo>
                    <a:pt x="149795" y="5407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9" name="Freeform: Shape 348">
              <a:extLst>
                <a:ext uri="{FF2B5EF4-FFF2-40B4-BE49-F238E27FC236}">
                  <a16:creationId xmlns:a16="http://schemas.microsoft.com/office/drawing/2014/main" id="{7DB92440-7E85-C15A-5E86-E3697AA8828D}"/>
                </a:ext>
              </a:extLst>
            </p:cNvPr>
            <p:cNvSpPr/>
            <p:nvPr>
              <p:custDataLst>
                <p:tags r:id="rId109"/>
              </p:custDataLst>
            </p:nvPr>
          </p:nvSpPr>
          <p:spPr>
            <a:xfrm>
              <a:off x="10043902" y="6074218"/>
              <a:ext cx="99659" cy="158792"/>
            </a:xfrm>
            <a:custGeom>
              <a:avLst/>
              <a:gdLst>
                <a:gd name="connsiteX0" fmla="*/ 99857 w 99659"/>
                <a:gd name="connsiteY0" fmla="*/ 79920 h 158792"/>
                <a:gd name="connsiteX1" fmla="*/ 90388 w 99659"/>
                <a:gd name="connsiteY1" fmla="*/ 25913 h 158792"/>
                <a:gd name="connsiteX2" fmla="*/ 50146 w 99659"/>
                <a:gd name="connsiteY2" fmla="*/ 63 h 158792"/>
                <a:gd name="connsiteX3" fmla="*/ 8956 w 99659"/>
                <a:gd name="connsiteY3" fmla="*/ 27528 h 158792"/>
                <a:gd name="connsiteX4" fmla="*/ 198 w 99659"/>
                <a:gd name="connsiteY4" fmla="*/ 79920 h 158792"/>
                <a:gd name="connsiteX5" fmla="*/ 10850 w 99659"/>
                <a:gd name="connsiteY5" fmla="*/ 135544 h 158792"/>
                <a:gd name="connsiteX6" fmla="*/ 49909 w 99659"/>
                <a:gd name="connsiteY6" fmla="*/ 158855 h 158792"/>
                <a:gd name="connsiteX7" fmla="*/ 91098 w 99659"/>
                <a:gd name="connsiteY7" fmla="*/ 132082 h 158792"/>
                <a:gd name="connsiteX8" fmla="*/ 99857 w 99659"/>
                <a:gd name="connsiteY8" fmla="*/ 79920 h 158792"/>
                <a:gd name="connsiteX9" fmla="*/ 49909 w 99659"/>
                <a:gd name="connsiteY9" fmla="*/ 153777 h 158792"/>
                <a:gd name="connsiteX10" fmla="*/ 22449 w 99659"/>
                <a:gd name="connsiteY10" fmla="*/ 125850 h 158792"/>
                <a:gd name="connsiteX11" fmla="*/ 19846 w 99659"/>
                <a:gd name="connsiteY11" fmla="*/ 77151 h 158792"/>
                <a:gd name="connsiteX12" fmla="*/ 21739 w 99659"/>
                <a:gd name="connsiteY12" fmla="*/ 34683 h 158792"/>
                <a:gd name="connsiteX13" fmla="*/ 49909 w 99659"/>
                <a:gd name="connsiteY13" fmla="*/ 5140 h 158792"/>
                <a:gd name="connsiteX14" fmla="*/ 77842 w 99659"/>
                <a:gd name="connsiteY14" fmla="*/ 32144 h 158792"/>
                <a:gd name="connsiteX15" fmla="*/ 80209 w 99659"/>
                <a:gd name="connsiteY15" fmla="*/ 77151 h 158792"/>
                <a:gd name="connsiteX16" fmla="*/ 77605 w 99659"/>
                <a:gd name="connsiteY16" fmla="*/ 124927 h 158792"/>
                <a:gd name="connsiteX17" fmla="*/ 49909 w 99659"/>
                <a:gd name="connsiteY17" fmla="*/ 153777 h 15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59" h="158792">
                  <a:moveTo>
                    <a:pt x="99857" y="79920"/>
                  </a:moveTo>
                  <a:cubicBezTo>
                    <a:pt x="99857" y="61456"/>
                    <a:pt x="98674" y="42992"/>
                    <a:pt x="90388" y="25913"/>
                  </a:cubicBezTo>
                  <a:cubicBezTo>
                    <a:pt x="79499" y="3756"/>
                    <a:pt x="60088" y="63"/>
                    <a:pt x="50146" y="63"/>
                  </a:cubicBezTo>
                  <a:cubicBezTo>
                    <a:pt x="35943" y="63"/>
                    <a:pt x="18662" y="6064"/>
                    <a:pt x="8956" y="27528"/>
                  </a:cubicBezTo>
                  <a:cubicBezTo>
                    <a:pt x="1381" y="43454"/>
                    <a:pt x="198" y="61456"/>
                    <a:pt x="198" y="79920"/>
                  </a:cubicBezTo>
                  <a:cubicBezTo>
                    <a:pt x="198" y="97231"/>
                    <a:pt x="1145" y="118003"/>
                    <a:pt x="10850" y="135544"/>
                  </a:cubicBezTo>
                  <a:cubicBezTo>
                    <a:pt x="21029" y="154239"/>
                    <a:pt x="38310" y="158855"/>
                    <a:pt x="49909" y="158855"/>
                  </a:cubicBezTo>
                  <a:cubicBezTo>
                    <a:pt x="62692" y="158855"/>
                    <a:pt x="80683" y="154008"/>
                    <a:pt x="91098" y="132082"/>
                  </a:cubicBezTo>
                  <a:cubicBezTo>
                    <a:pt x="98674" y="116156"/>
                    <a:pt x="99857" y="98154"/>
                    <a:pt x="99857" y="79920"/>
                  </a:cubicBezTo>
                  <a:close/>
                  <a:moveTo>
                    <a:pt x="49909" y="153777"/>
                  </a:moveTo>
                  <a:cubicBezTo>
                    <a:pt x="40677" y="153777"/>
                    <a:pt x="26710" y="148007"/>
                    <a:pt x="22449" y="125850"/>
                  </a:cubicBezTo>
                  <a:cubicBezTo>
                    <a:pt x="19846" y="112002"/>
                    <a:pt x="19846" y="90768"/>
                    <a:pt x="19846" y="77151"/>
                  </a:cubicBezTo>
                  <a:cubicBezTo>
                    <a:pt x="19846" y="62379"/>
                    <a:pt x="19846" y="47146"/>
                    <a:pt x="21739" y="34683"/>
                  </a:cubicBezTo>
                  <a:cubicBezTo>
                    <a:pt x="26237" y="7218"/>
                    <a:pt x="43991" y="5140"/>
                    <a:pt x="49909" y="5140"/>
                  </a:cubicBezTo>
                  <a:cubicBezTo>
                    <a:pt x="57721" y="5140"/>
                    <a:pt x="73344" y="9295"/>
                    <a:pt x="77842" y="32144"/>
                  </a:cubicBezTo>
                  <a:cubicBezTo>
                    <a:pt x="80209" y="45069"/>
                    <a:pt x="80209" y="62610"/>
                    <a:pt x="80209" y="77151"/>
                  </a:cubicBezTo>
                  <a:cubicBezTo>
                    <a:pt x="80209" y="94461"/>
                    <a:pt x="80209" y="110156"/>
                    <a:pt x="77605" y="124927"/>
                  </a:cubicBezTo>
                  <a:cubicBezTo>
                    <a:pt x="74055" y="146853"/>
                    <a:pt x="60561" y="153777"/>
                    <a:pt x="49909" y="15377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350" name="TextBox 349">
            <a:extLst>
              <a:ext uri="{FF2B5EF4-FFF2-40B4-BE49-F238E27FC236}">
                <a16:creationId xmlns:a16="http://schemas.microsoft.com/office/drawing/2014/main" id="{20614874-065F-3C57-9997-9FFF532D21EB}"/>
              </a:ext>
            </a:extLst>
          </p:cNvPr>
          <p:cNvSpPr txBox="1"/>
          <p:nvPr/>
        </p:nvSpPr>
        <p:spPr>
          <a:xfrm>
            <a:off x="4113631" y="4494816"/>
            <a:ext cx="6096000" cy="338554"/>
          </a:xfrm>
          <a:prstGeom prst="rect">
            <a:avLst/>
          </a:prstGeom>
          <a:noFill/>
        </p:spPr>
        <p:txBody>
          <a:bodyPr wrap="square">
            <a:spAutoFit/>
          </a:bodyPr>
          <a:lstStyle/>
          <a:p>
            <a:r>
              <a:rPr lang="es-CO" sz="1600" err="1"/>
              <a:t>That</a:t>
            </a:r>
            <a:r>
              <a:rPr lang="es-CO" sz="1600"/>
              <a:t> </a:t>
            </a:r>
            <a:r>
              <a:rPr lang="es-CO" sz="1600" err="1"/>
              <a:t>is</a:t>
            </a:r>
            <a:r>
              <a:rPr lang="es-CO" sz="1600"/>
              <a:t>,</a:t>
            </a:r>
          </a:p>
        </p:txBody>
      </p:sp>
      <p:grpSp>
        <p:nvGrpSpPr>
          <p:cNvPr id="351" name="Group 350">
            <a:extLst>
              <a:ext uri="{FF2B5EF4-FFF2-40B4-BE49-F238E27FC236}">
                <a16:creationId xmlns:a16="http://schemas.microsoft.com/office/drawing/2014/main" id="{52CBD32C-7F28-D53C-5917-CC206DE5CE8B}"/>
              </a:ext>
            </a:extLst>
          </p:cNvPr>
          <p:cNvGrpSpPr>
            <a:grpSpLocks noChangeAspect="1"/>
          </p:cNvGrpSpPr>
          <p:nvPr>
            <p:custDataLst>
              <p:tags r:id="rId8"/>
            </p:custDataLst>
          </p:nvPr>
        </p:nvGrpSpPr>
        <p:grpSpPr>
          <a:xfrm>
            <a:off x="4487225" y="4914032"/>
            <a:ext cx="4414300" cy="507899"/>
            <a:chOff x="6956556" y="6127959"/>
            <a:chExt cx="4414300" cy="507899"/>
          </a:xfrm>
        </p:grpSpPr>
        <p:sp>
          <p:nvSpPr>
            <p:cNvPr id="352" name="Freeform: Shape 351">
              <a:extLst>
                <a:ext uri="{FF2B5EF4-FFF2-40B4-BE49-F238E27FC236}">
                  <a16:creationId xmlns:a16="http://schemas.microsoft.com/office/drawing/2014/main" id="{A1DCBA34-88D0-C36D-3913-142CA18A7AD5}"/>
                </a:ext>
              </a:extLst>
            </p:cNvPr>
            <p:cNvSpPr/>
            <p:nvPr>
              <p:custDataLst>
                <p:tags r:id="rId47"/>
              </p:custDataLst>
            </p:nvPr>
          </p:nvSpPr>
          <p:spPr>
            <a:xfrm>
              <a:off x="6985947" y="6222688"/>
              <a:ext cx="60316" cy="110027"/>
            </a:xfrm>
            <a:custGeom>
              <a:avLst/>
              <a:gdLst>
                <a:gd name="connsiteX0" fmla="*/ 37528 w 60316"/>
                <a:gd name="connsiteY0" fmla="*/ 4702 h 110027"/>
                <a:gd name="connsiteX1" fmla="*/ 32556 w 60316"/>
                <a:gd name="connsiteY1" fmla="*/ 62 h 110027"/>
                <a:gd name="connsiteX2" fmla="*/ 78 w 60316"/>
                <a:gd name="connsiteY2" fmla="*/ 10667 h 110027"/>
                <a:gd name="connsiteX3" fmla="*/ 78 w 60316"/>
                <a:gd name="connsiteY3" fmla="*/ 16633 h 110027"/>
                <a:gd name="connsiteX4" fmla="*/ 24106 w 60316"/>
                <a:gd name="connsiteY4" fmla="*/ 11993 h 110027"/>
                <a:gd name="connsiteX5" fmla="*/ 24106 w 60316"/>
                <a:gd name="connsiteY5" fmla="*/ 96502 h 110027"/>
                <a:gd name="connsiteX6" fmla="*/ 7535 w 60316"/>
                <a:gd name="connsiteY6" fmla="*/ 104125 h 110027"/>
                <a:gd name="connsiteX7" fmla="*/ 1238 w 60316"/>
                <a:gd name="connsiteY7" fmla="*/ 104125 h 110027"/>
                <a:gd name="connsiteX8" fmla="*/ 1238 w 60316"/>
                <a:gd name="connsiteY8" fmla="*/ 110090 h 110027"/>
                <a:gd name="connsiteX9" fmla="*/ 30734 w 60316"/>
                <a:gd name="connsiteY9" fmla="*/ 109427 h 110027"/>
                <a:gd name="connsiteX10" fmla="*/ 60395 w 60316"/>
                <a:gd name="connsiteY10" fmla="*/ 110090 h 110027"/>
                <a:gd name="connsiteX11" fmla="*/ 60395 w 60316"/>
                <a:gd name="connsiteY11" fmla="*/ 104125 h 110027"/>
                <a:gd name="connsiteX12" fmla="*/ 54098 w 60316"/>
                <a:gd name="connsiteY12" fmla="*/ 104125 h 110027"/>
                <a:gd name="connsiteX13" fmla="*/ 37528 w 60316"/>
                <a:gd name="connsiteY13" fmla="*/ 96502 h 110027"/>
                <a:gd name="connsiteX14" fmla="*/ 37528 w 60316"/>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28" y="4702"/>
                  </a:moveTo>
                  <a:cubicBezTo>
                    <a:pt x="37528" y="228"/>
                    <a:pt x="37196" y="62"/>
                    <a:pt x="32556" y="62"/>
                  </a:cubicBezTo>
                  <a:cubicBezTo>
                    <a:pt x="21951" y="10502"/>
                    <a:pt x="6872" y="10667"/>
                    <a:pt x="78" y="10667"/>
                  </a:cubicBezTo>
                  <a:lnTo>
                    <a:pt x="78" y="16633"/>
                  </a:lnTo>
                  <a:cubicBezTo>
                    <a:pt x="4055" y="16633"/>
                    <a:pt x="14992" y="16633"/>
                    <a:pt x="24106" y="11993"/>
                  </a:cubicBezTo>
                  <a:lnTo>
                    <a:pt x="24106" y="96502"/>
                  </a:lnTo>
                  <a:cubicBezTo>
                    <a:pt x="24106" y="101970"/>
                    <a:pt x="24106" y="104125"/>
                    <a:pt x="7535" y="104125"/>
                  </a:cubicBezTo>
                  <a:lnTo>
                    <a:pt x="1238" y="104125"/>
                  </a:lnTo>
                  <a:lnTo>
                    <a:pt x="1238" y="110090"/>
                  </a:lnTo>
                  <a:cubicBezTo>
                    <a:pt x="4221" y="109924"/>
                    <a:pt x="24603" y="109427"/>
                    <a:pt x="30734" y="109427"/>
                  </a:cubicBezTo>
                  <a:cubicBezTo>
                    <a:pt x="35871" y="109427"/>
                    <a:pt x="56749" y="109924"/>
                    <a:pt x="60395" y="110090"/>
                  </a:cubicBezTo>
                  <a:lnTo>
                    <a:pt x="60395" y="104125"/>
                  </a:lnTo>
                  <a:lnTo>
                    <a:pt x="54098" y="104125"/>
                  </a:lnTo>
                  <a:cubicBezTo>
                    <a:pt x="37528" y="104125"/>
                    <a:pt x="37528" y="101970"/>
                    <a:pt x="37528" y="96502"/>
                  </a:cubicBezTo>
                  <a:lnTo>
                    <a:pt x="37528"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3" name="Freeform: Shape 352">
              <a:extLst>
                <a:ext uri="{FF2B5EF4-FFF2-40B4-BE49-F238E27FC236}">
                  <a16:creationId xmlns:a16="http://schemas.microsoft.com/office/drawing/2014/main" id="{C5146DA3-3752-970B-2E36-F1305DABDEDF}"/>
                </a:ext>
              </a:extLst>
            </p:cNvPr>
            <p:cNvSpPr/>
            <p:nvPr>
              <p:custDataLst>
                <p:tags r:id="rId48"/>
              </p:custDataLst>
            </p:nvPr>
          </p:nvSpPr>
          <p:spPr>
            <a:xfrm>
              <a:off x="6956556" y="6362005"/>
              <a:ext cx="117018" cy="9468"/>
            </a:xfrm>
            <a:custGeom>
              <a:avLst/>
              <a:gdLst>
                <a:gd name="connsiteX0" fmla="*/ 0 w 117018"/>
                <a:gd name="connsiteY0" fmla="*/ 0 h 9468"/>
                <a:gd name="connsiteX1" fmla="*/ 117019 w 117018"/>
                <a:gd name="connsiteY1" fmla="*/ 0 h 9468"/>
                <a:gd name="connsiteX2" fmla="*/ 117019 w 117018"/>
                <a:gd name="connsiteY2" fmla="*/ 9468 h 9468"/>
                <a:gd name="connsiteX3" fmla="*/ 0 w 117018"/>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018" h="9468">
                  <a:moveTo>
                    <a:pt x="0" y="0"/>
                  </a:moveTo>
                  <a:lnTo>
                    <a:pt x="117019" y="0"/>
                  </a:lnTo>
                  <a:lnTo>
                    <a:pt x="117019"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4" name="Freeform: Shape 353">
              <a:extLst>
                <a:ext uri="{FF2B5EF4-FFF2-40B4-BE49-F238E27FC236}">
                  <a16:creationId xmlns:a16="http://schemas.microsoft.com/office/drawing/2014/main" id="{AE81BBF8-7B3A-DA67-16B5-F9A0A342BFFB}"/>
                </a:ext>
              </a:extLst>
            </p:cNvPr>
            <p:cNvSpPr/>
            <p:nvPr>
              <p:custDataLst>
                <p:tags r:id="rId49"/>
              </p:custDataLst>
            </p:nvPr>
          </p:nvSpPr>
          <p:spPr>
            <a:xfrm>
              <a:off x="6964344" y="6434475"/>
              <a:ext cx="101245" cy="74732"/>
            </a:xfrm>
            <a:custGeom>
              <a:avLst/>
              <a:gdLst>
                <a:gd name="connsiteX0" fmla="*/ 12506 w 101245"/>
                <a:gd name="connsiteY0" fmla="*/ 62706 h 74732"/>
                <a:gd name="connsiteX1" fmla="*/ 10849 w 101245"/>
                <a:gd name="connsiteY1" fmla="*/ 69500 h 74732"/>
                <a:gd name="connsiteX2" fmla="*/ 16483 w 101245"/>
                <a:gd name="connsiteY2" fmla="*/ 74802 h 74732"/>
                <a:gd name="connsiteX3" fmla="*/ 22945 w 101245"/>
                <a:gd name="connsiteY3" fmla="*/ 71157 h 74732"/>
                <a:gd name="connsiteX4" fmla="*/ 25928 w 101245"/>
                <a:gd name="connsiteY4" fmla="*/ 60883 h 74732"/>
                <a:gd name="connsiteX5" fmla="*/ 29573 w 101245"/>
                <a:gd name="connsiteY5" fmla="*/ 45970 h 74732"/>
                <a:gd name="connsiteX6" fmla="*/ 32390 w 101245"/>
                <a:gd name="connsiteY6" fmla="*/ 34868 h 74732"/>
                <a:gd name="connsiteX7" fmla="*/ 39350 w 101245"/>
                <a:gd name="connsiteY7" fmla="*/ 19954 h 74732"/>
                <a:gd name="connsiteX8" fmla="*/ 64206 w 101245"/>
                <a:gd name="connsiteY8" fmla="*/ 4709 h 74732"/>
                <a:gd name="connsiteX9" fmla="*/ 73982 w 101245"/>
                <a:gd name="connsiteY9" fmla="*/ 16309 h 74732"/>
                <a:gd name="connsiteX10" fmla="*/ 64206 w 101245"/>
                <a:gd name="connsiteY10" fmla="*/ 51604 h 74732"/>
                <a:gd name="connsiteX11" fmla="*/ 61720 w 101245"/>
                <a:gd name="connsiteY11" fmla="*/ 60552 h 74732"/>
                <a:gd name="connsiteX12" fmla="*/ 77462 w 101245"/>
                <a:gd name="connsiteY12" fmla="*/ 74802 h 74732"/>
                <a:gd name="connsiteX13" fmla="*/ 101323 w 101245"/>
                <a:gd name="connsiteY13" fmla="*/ 49450 h 74732"/>
                <a:gd name="connsiteX14" fmla="*/ 98672 w 101245"/>
                <a:gd name="connsiteY14" fmla="*/ 47295 h 74732"/>
                <a:gd name="connsiteX15" fmla="*/ 95524 w 101245"/>
                <a:gd name="connsiteY15" fmla="*/ 50112 h 74732"/>
                <a:gd name="connsiteX16" fmla="*/ 77959 w 101245"/>
                <a:gd name="connsiteY16" fmla="*/ 70163 h 74732"/>
                <a:gd name="connsiteX17" fmla="*/ 73816 w 101245"/>
                <a:gd name="connsiteY17" fmla="*/ 64363 h 74732"/>
                <a:gd name="connsiteX18" fmla="*/ 77628 w 101245"/>
                <a:gd name="connsiteY18" fmla="*/ 50941 h 74732"/>
                <a:gd name="connsiteX19" fmla="*/ 86410 w 101245"/>
                <a:gd name="connsiteY19" fmla="*/ 18960 h 74732"/>
                <a:gd name="connsiteX20" fmla="*/ 64868 w 101245"/>
                <a:gd name="connsiteY20" fmla="*/ 70 h 74732"/>
                <a:gd name="connsiteX21" fmla="*/ 36864 w 101245"/>
                <a:gd name="connsiteY21" fmla="*/ 15149 h 74732"/>
                <a:gd name="connsiteX22" fmla="*/ 19134 w 101245"/>
                <a:gd name="connsiteY22" fmla="*/ 70 h 74732"/>
                <a:gd name="connsiteX23" fmla="*/ 6043 w 101245"/>
                <a:gd name="connsiteY23" fmla="*/ 9018 h 74732"/>
                <a:gd name="connsiteX24" fmla="*/ 78 w 101245"/>
                <a:gd name="connsiteY24" fmla="*/ 25422 h 74732"/>
                <a:gd name="connsiteX25" fmla="*/ 2895 w 101245"/>
                <a:gd name="connsiteY25" fmla="*/ 27577 h 74732"/>
                <a:gd name="connsiteX26" fmla="*/ 6540 w 101245"/>
                <a:gd name="connsiteY26" fmla="*/ 22605 h 74732"/>
                <a:gd name="connsiteX27" fmla="*/ 18637 w 101245"/>
                <a:gd name="connsiteY27" fmla="*/ 4709 h 74732"/>
                <a:gd name="connsiteX28" fmla="*/ 24105 w 101245"/>
                <a:gd name="connsiteY28" fmla="*/ 12829 h 74732"/>
                <a:gd name="connsiteX29" fmla="*/ 21454 w 101245"/>
                <a:gd name="connsiteY29" fmla="*/ 26582 h 74732"/>
                <a:gd name="connsiteX30" fmla="*/ 17808 w 101245"/>
                <a:gd name="connsiteY30" fmla="*/ 41496 h 74732"/>
                <a:gd name="connsiteX31" fmla="*/ 12506 w 10124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06" y="62706"/>
                  </a:moveTo>
                  <a:cubicBezTo>
                    <a:pt x="11843" y="64860"/>
                    <a:pt x="10849" y="69003"/>
                    <a:pt x="10849" y="69500"/>
                  </a:cubicBezTo>
                  <a:cubicBezTo>
                    <a:pt x="10849" y="73145"/>
                    <a:pt x="13831" y="74802"/>
                    <a:pt x="16483" y="74802"/>
                  </a:cubicBezTo>
                  <a:cubicBezTo>
                    <a:pt x="19465" y="74802"/>
                    <a:pt x="22117" y="72648"/>
                    <a:pt x="22945" y="71157"/>
                  </a:cubicBezTo>
                  <a:cubicBezTo>
                    <a:pt x="23774" y="69666"/>
                    <a:pt x="25099" y="64363"/>
                    <a:pt x="25928" y="60883"/>
                  </a:cubicBezTo>
                  <a:cubicBezTo>
                    <a:pt x="26756" y="57735"/>
                    <a:pt x="28579" y="50112"/>
                    <a:pt x="29573" y="45970"/>
                  </a:cubicBezTo>
                  <a:cubicBezTo>
                    <a:pt x="30568" y="42324"/>
                    <a:pt x="31562" y="38679"/>
                    <a:pt x="32390" y="34868"/>
                  </a:cubicBezTo>
                  <a:cubicBezTo>
                    <a:pt x="34213" y="28074"/>
                    <a:pt x="34544" y="26748"/>
                    <a:pt x="39350" y="19954"/>
                  </a:cubicBezTo>
                  <a:cubicBezTo>
                    <a:pt x="43990" y="13326"/>
                    <a:pt x="51778" y="4709"/>
                    <a:pt x="64206" y="4709"/>
                  </a:cubicBezTo>
                  <a:cubicBezTo>
                    <a:pt x="73816" y="4709"/>
                    <a:pt x="73982" y="13160"/>
                    <a:pt x="73982" y="16309"/>
                  </a:cubicBezTo>
                  <a:cubicBezTo>
                    <a:pt x="73982" y="26251"/>
                    <a:pt x="66857" y="44644"/>
                    <a:pt x="64206" y="51604"/>
                  </a:cubicBezTo>
                  <a:cubicBezTo>
                    <a:pt x="62383" y="56243"/>
                    <a:pt x="61720" y="57735"/>
                    <a:pt x="61720" y="60552"/>
                  </a:cubicBezTo>
                  <a:cubicBezTo>
                    <a:pt x="61720" y="69334"/>
                    <a:pt x="69011" y="74802"/>
                    <a:pt x="77462" y="74802"/>
                  </a:cubicBezTo>
                  <a:cubicBezTo>
                    <a:pt x="94032" y="74802"/>
                    <a:pt x="101323" y="51935"/>
                    <a:pt x="101323" y="49450"/>
                  </a:cubicBezTo>
                  <a:cubicBezTo>
                    <a:pt x="101323" y="47295"/>
                    <a:pt x="99169" y="47295"/>
                    <a:pt x="98672" y="47295"/>
                  </a:cubicBezTo>
                  <a:cubicBezTo>
                    <a:pt x="96352" y="47295"/>
                    <a:pt x="96187" y="48290"/>
                    <a:pt x="95524" y="50112"/>
                  </a:cubicBezTo>
                  <a:cubicBezTo>
                    <a:pt x="91713" y="63369"/>
                    <a:pt x="84587" y="70163"/>
                    <a:pt x="77959" y="70163"/>
                  </a:cubicBezTo>
                  <a:cubicBezTo>
                    <a:pt x="74479" y="70163"/>
                    <a:pt x="73816" y="67843"/>
                    <a:pt x="73816" y="64363"/>
                  </a:cubicBezTo>
                  <a:cubicBezTo>
                    <a:pt x="73816" y="60552"/>
                    <a:pt x="74645" y="58398"/>
                    <a:pt x="77628" y="50941"/>
                  </a:cubicBezTo>
                  <a:cubicBezTo>
                    <a:pt x="79616" y="45804"/>
                    <a:pt x="86410" y="28239"/>
                    <a:pt x="86410" y="18960"/>
                  </a:cubicBezTo>
                  <a:cubicBezTo>
                    <a:pt x="86410" y="2887"/>
                    <a:pt x="73651" y="70"/>
                    <a:pt x="64868" y="70"/>
                  </a:cubicBezTo>
                  <a:cubicBezTo>
                    <a:pt x="51115" y="70"/>
                    <a:pt x="41835" y="8521"/>
                    <a:pt x="36864" y="15149"/>
                  </a:cubicBezTo>
                  <a:cubicBezTo>
                    <a:pt x="35704" y="3715"/>
                    <a:pt x="25928" y="70"/>
                    <a:pt x="19134" y="70"/>
                  </a:cubicBezTo>
                  <a:cubicBezTo>
                    <a:pt x="12009" y="70"/>
                    <a:pt x="8197" y="5207"/>
                    <a:pt x="6043" y="9018"/>
                  </a:cubicBezTo>
                  <a:cubicBezTo>
                    <a:pt x="2398" y="15149"/>
                    <a:pt x="78" y="24594"/>
                    <a:pt x="78" y="25422"/>
                  </a:cubicBezTo>
                  <a:cubicBezTo>
                    <a:pt x="78" y="27577"/>
                    <a:pt x="2398" y="27577"/>
                    <a:pt x="2895" y="27577"/>
                  </a:cubicBezTo>
                  <a:cubicBezTo>
                    <a:pt x="5215" y="27577"/>
                    <a:pt x="5380" y="27079"/>
                    <a:pt x="6540" y="22605"/>
                  </a:cubicBezTo>
                  <a:cubicBezTo>
                    <a:pt x="9026" y="12829"/>
                    <a:pt x="12174" y="4709"/>
                    <a:pt x="18637" y="4709"/>
                  </a:cubicBezTo>
                  <a:cubicBezTo>
                    <a:pt x="22945" y="4709"/>
                    <a:pt x="24105" y="8355"/>
                    <a:pt x="24105" y="12829"/>
                  </a:cubicBezTo>
                  <a:cubicBezTo>
                    <a:pt x="24105" y="15977"/>
                    <a:pt x="22614" y="22108"/>
                    <a:pt x="21454" y="26582"/>
                  </a:cubicBezTo>
                  <a:cubicBezTo>
                    <a:pt x="20294" y="31056"/>
                    <a:pt x="18637" y="37850"/>
                    <a:pt x="17808" y="41496"/>
                  </a:cubicBezTo>
                  <a:lnTo>
                    <a:pt x="12506"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5" name="Freeform: Shape 354">
              <a:extLst>
                <a:ext uri="{FF2B5EF4-FFF2-40B4-BE49-F238E27FC236}">
                  <a16:creationId xmlns:a16="http://schemas.microsoft.com/office/drawing/2014/main" id="{84F936CA-4116-75A8-1875-8EF6D4241BEA}"/>
                </a:ext>
              </a:extLst>
            </p:cNvPr>
            <p:cNvSpPr/>
            <p:nvPr>
              <p:custDataLst>
                <p:tags r:id="rId50"/>
              </p:custDataLst>
            </p:nvPr>
          </p:nvSpPr>
          <p:spPr>
            <a:xfrm>
              <a:off x="7244040" y="6127959"/>
              <a:ext cx="101245" cy="74732"/>
            </a:xfrm>
            <a:custGeom>
              <a:avLst/>
              <a:gdLst>
                <a:gd name="connsiteX0" fmla="*/ 12518 w 101245"/>
                <a:gd name="connsiteY0" fmla="*/ 62693 h 74732"/>
                <a:gd name="connsiteX1" fmla="*/ 10860 w 101245"/>
                <a:gd name="connsiteY1" fmla="*/ 69487 h 74732"/>
                <a:gd name="connsiteX2" fmla="*/ 16494 w 101245"/>
                <a:gd name="connsiteY2" fmla="*/ 74789 h 74732"/>
                <a:gd name="connsiteX3" fmla="*/ 22957 w 101245"/>
                <a:gd name="connsiteY3" fmla="*/ 71144 h 74732"/>
                <a:gd name="connsiteX4" fmla="*/ 25940 w 101245"/>
                <a:gd name="connsiteY4" fmla="*/ 60870 h 74732"/>
                <a:gd name="connsiteX5" fmla="*/ 29585 w 101245"/>
                <a:gd name="connsiteY5" fmla="*/ 45957 h 74732"/>
                <a:gd name="connsiteX6" fmla="*/ 32402 w 101245"/>
                <a:gd name="connsiteY6" fmla="*/ 34855 h 74732"/>
                <a:gd name="connsiteX7" fmla="*/ 39362 w 101245"/>
                <a:gd name="connsiteY7" fmla="*/ 19941 h 74732"/>
                <a:gd name="connsiteX8" fmla="*/ 64217 w 101245"/>
                <a:gd name="connsiteY8" fmla="*/ 4697 h 74732"/>
                <a:gd name="connsiteX9" fmla="*/ 73994 w 101245"/>
                <a:gd name="connsiteY9" fmla="*/ 16296 h 74732"/>
                <a:gd name="connsiteX10" fmla="*/ 64217 w 101245"/>
                <a:gd name="connsiteY10" fmla="*/ 51591 h 74732"/>
                <a:gd name="connsiteX11" fmla="*/ 61732 w 101245"/>
                <a:gd name="connsiteY11" fmla="*/ 60539 h 74732"/>
                <a:gd name="connsiteX12" fmla="*/ 77474 w 101245"/>
                <a:gd name="connsiteY12" fmla="*/ 74789 h 74732"/>
                <a:gd name="connsiteX13" fmla="*/ 101335 w 101245"/>
                <a:gd name="connsiteY13" fmla="*/ 49437 h 74732"/>
                <a:gd name="connsiteX14" fmla="*/ 98684 w 101245"/>
                <a:gd name="connsiteY14" fmla="*/ 47283 h 74732"/>
                <a:gd name="connsiteX15" fmla="*/ 95535 w 101245"/>
                <a:gd name="connsiteY15" fmla="*/ 50099 h 74732"/>
                <a:gd name="connsiteX16" fmla="*/ 77971 w 101245"/>
                <a:gd name="connsiteY16" fmla="*/ 70150 h 74732"/>
                <a:gd name="connsiteX17" fmla="*/ 73828 w 101245"/>
                <a:gd name="connsiteY17" fmla="*/ 64350 h 74732"/>
                <a:gd name="connsiteX18" fmla="*/ 77639 w 101245"/>
                <a:gd name="connsiteY18" fmla="*/ 50928 h 74732"/>
                <a:gd name="connsiteX19" fmla="*/ 86422 w 101245"/>
                <a:gd name="connsiteY19" fmla="*/ 18947 h 74732"/>
                <a:gd name="connsiteX20" fmla="*/ 64880 w 101245"/>
                <a:gd name="connsiteY20" fmla="*/ 57 h 74732"/>
                <a:gd name="connsiteX21" fmla="*/ 36876 w 101245"/>
                <a:gd name="connsiteY21" fmla="*/ 15136 h 74732"/>
                <a:gd name="connsiteX22" fmla="*/ 19146 w 101245"/>
                <a:gd name="connsiteY22" fmla="*/ 57 h 74732"/>
                <a:gd name="connsiteX23" fmla="*/ 6055 w 101245"/>
                <a:gd name="connsiteY23" fmla="*/ 9005 h 74732"/>
                <a:gd name="connsiteX24" fmla="*/ 90 w 101245"/>
                <a:gd name="connsiteY24" fmla="*/ 25410 h 74732"/>
                <a:gd name="connsiteX25" fmla="*/ 2907 w 101245"/>
                <a:gd name="connsiteY25" fmla="*/ 27564 h 74732"/>
                <a:gd name="connsiteX26" fmla="*/ 6552 w 101245"/>
                <a:gd name="connsiteY26" fmla="*/ 22593 h 74732"/>
                <a:gd name="connsiteX27" fmla="*/ 18649 w 101245"/>
                <a:gd name="connsiteY27" fmla="*/ 4697 h 74732"/>
                <a:gd name="connsiteX28" fmla="*/ 24117 w 101245"/>
                <a:gd name="connsiteY28" fmla="*/ 12816 h 74732"/>
                <a:gd name="connsiteX29" fmla="*/ 21466 w 101245"/>
                <a:gd name="connsiteY29" fmla="*/ 26569 h 74732"/>
                <a:gd name="connsiteX30" fmla="*/ 17820 w 101245"/>
                <a:gd name="connsiteY30" fmla="*/ 41483 h 74732"/>
                <a:gd name="connsiteX31" fmla="*/ 12518 w 10124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18" y="62693"/>
                  </a:moveTo>
                  <a:cubicBezTo>
                    <a:pt x="11855" y="64847"/>
                    <a:pt x="10860" y="68990"/>
                    <a:pt x="10860" y="69487"/>
                  </a:cubicBezTo>
                  <a:cubicBezTo>
                    <a:pt x="10860" y="73132"/>
                    <a:pt x="13843" y="74789"/>
                    <a:pt x="16494" y="74789"/>
                  </a:cubicBezTo>
                  <a:cubicBezTo>
                    <a:pt x="19477" y="74789"/>
                    <a:pt x="22128" y="72635"/>
                    <a:pt x="22957" y="71144"/>
                  </a:cubicBezTo>
                  <a:cubicBezTo>
                    <a:pt x="23785" y="69653"/>
                    <a:pt x="25111" y="64350"/>
                    <a:pt x="25940" y="60870"/>
                  </a:cubicBezTo>
                  <a:cubicBezTo>
                    <a:pt x="26768" y="57722"/>
                    <a:pt x="28591" y="50099"/>
                    <a:pt x="29585" y="45957"/>
                  </a:cubicBezTo>
                  <a:cubicBezTo>
                    <a:pt x="30579" y="42311"/>
                    <a:pt x="31574" y="38666"/>
                    <a:pt x="32402" y="34855"/>
                  </a:cubicBezTo>
                  <a:cubicBezTo>
                    <a:pt x="34225" y="28061"/>
                    <a:pt x="34556" y="26735"/>
                    <a:pt x="39362" y="19941"/>
                  </a:cubicBezTo>
                  <a:cubicBezTo>
                    <a:pt x="44001" y="13313"/>
                    <a:pt x="51789" y="4697"/>
                    <a:pt x="64217" y="4697"/>
                  </a:cubicBezTo>
                  <a:cubicBezTo>
                    <a:pt x="73828" y="4697"/>
                    <a:pt x="73994" y="13147"/>
                    <a:pt x="73994" y="16296"/>
                  </a:cubicBezTo>
                  <a:cubicBezTo>
                    <a:pt x="73994" y="26238"/>
                    <a:pt x="66869" y="44631"/>
                    <a:pt x="64217" y="51591"/>
                  </a:cubicBezTo>
                  <a:cubicBezTo>
                    <a:pt x="62395" y="56231"/>
                    <a:pt x="61732" y="57722"/>
                    <a:pt x="61732" y="60539"/>
                  </a:cubicBezTo>
                  <a:cubicBezTo>
                    <a:pt x="61732" y="69321"/>
                    <a:pt x="69023" y="74789"/>
                    <a:pt x="77474" y="74789"/>
                  </a:cubicBezTo>
                  <a:cubicBezTo>
                    <a:pt x="94044" y="74789"/>
                    <a:pt x="101335" y="51922"/>
                    <a:pt x="101335" y="49437"/>
                  </a:cubicBezTo>
                  <a:cubicBezTo>
                    <a:pt x="101335" y="47283"/>
                    <a:pt x="99181" y="47283"/>
                    <a:pt x="98684" y="47283"/>
                  </a:cubicBezTo>
                  <a:cubicBezTo>
                    <a:pt x="96364" y="47283"/>
                    <a:pt x="96198" y="48277"/>
                    <a:pt x="95535" y="50099"/>
                  </a:cubicBezTo>
                  <a:cubicBezTo>
                    <a:pt x="91724" y="63356"/>
                    <a:pt x="84599" y="70150"/>
                    <a:pt x="77971" y="70150"/>
                  </a:cubicBezTo>
                  <a:cubicBezTo>
                    <a:pt x="74491" y="70150"/>
                    <a:pt x="73828" y="67830"/>
                    <a:pt x="73828" y="64350"/>
                  </a:cubicBezTo>
                  <a:cubicBezTo>
                    <a:pt x="73828" y="60539"/>
                    <a:pt x="74657" y="58385"/>
                    <a:pt x="77639" y="50928"/>
                  </a:cubicBezTo>
                  <a:cubicBezTo>
                    <a:pt x="79628" y="45791"/>
                    <a:pt x="86422" y="28227"/>
                    <a:pt x="86422" y="18947"/>
                  </a:cubicBezTo>
                  <a:cubicBezTo>
                    <a:pt x="86422" y="2874"/>
                    <a:pt x="73662" y="57"/>
                    <a:pt x="64880" y="57"/>
                  </a:cubicBezTo>
                  <a:cubicBezTo>
                    <a:pt x="51127" y="57"/>
                    <a:pt x="41847" y="8508"/>
                    <a:pt x="36876" y="15136"/>
                  </a:cubicBezTo>
                  <a:cubicBezTo>
                    <a:pt x="35716" y="3702"/>
                    <a:pt x="25940" y="57"/>
                    <a:pt x="19146" y="57"/>
                  </a:cubicBezTo>
                  <a:cubicBezTo>
                    <a:pt x="12020" y="57"/>
                    <a:pt x="8209" y="5194"/>
                    <a:pt x="6055" y="9005"/>
                  </a:cubicBezTo>
                  <a:cubicBezTo>
                    <a:pt x="2410" y="15136"/>
                    <a:pt x="90" y="24581"/>
                    <a:pt x="90" y="25410"/>
                  </a:cubicBezTo>
                  <a:cubicBezTo>
                    <a:pt x="90" y="27564"/>
                    <a:pt x="2410" y="27564"/>
                    <a:pt x="2907" y="27564"/>
                  </a:cubicBezTo>
                  <a:cubicBezTo>
                    <a:pt x="5227" y="27564"/>
                    <a:pt x="5392" y="27067"/>
                    <a:pt x="6552" y="22593"/>
                  </a:cubicBezTo>
                  <a:cubicBezTo>
                    <a:pt x="9038" y="12816"/>
                    <a:pt x="12186" y="4697"/>
                    <a:pt x="18649" y="4697"/>
                  </a:cubicBezTo>
                  <a:cubicBezTo>
                    <a:pt x="22957" y="4697"/>
                    <a:pt x="24117" y="8342"/>
                    <a:pt x="24117" y="12816"/>
                  </a:cubicBezTo>
                  <a:cubicBezTo>
                    <a:pt x="24117" y="15964"/>
                    <a:pt x="22625" y="22095"/>
                    <a:pt x="21466" y="26569"/>
                  </a:cubicBezTo>
                  <a:cubicBezTo>
                    <a:pt x="20306" y="31044"/>
                    <a:pt x="18649" y="37837"/>
                    <a:pt x="17820" y="41483"/>
                  </a:cubicBezTo>
                  <a:lnTo>
                    <a:pt x="1251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6" name="Freeform: Shape 355">
              <a:extLst>
                <a:ext uri="{FF2B5EF4-FFF2-40B4-BE49-F238E27FC236}">
                  <a16:creationId xmlns:a16="http://schemas.microsoft.com/office/drawing/2014/main" id="{33B650B4-4541-1791-8932-28D9EF32848D}"/>
                </a:ext>
              </a:extLst>
            </p:cNvPr>
            <p:cNvSpPr/>
            <p:nvPr>
              <p:custDataLst>
                <p:tags r:id="rId51"/>
              </p:custDataLst>
            </p:nvPr>
          </p:nvSpPr>
          <p:spPr>
            <a:xfrm>
              <a:off x="7183081" y="6248378"/>
              <a:ext cx="223227" cy="236720"/>
            </a:xfrm>
            <a:custGeom>
              <a:avLst/>
              <a:gdLst>
                <a:gd name="connsiteX0" fmla="*/ 86490 w 223227"/>
                <a:gd name="connsiteY0" fmla="*/ 126467 h 236720"/>
                <a:gd name="connsiteX1" fmla="*/ 2454 w 223227"/>
                <a:gd name="connsiteY1" fmla="*/ 230388 h 236720"/>
                <a:gd name="connsiteX2" fmla="*/ 324 w 223227"/>
                <a:gd name="connsiteY2" fmla="*/ 234175 h 236720"/>
                <a:gd name="connsiteX3" fmla="*/ 6715 w 223227"/>
                <a:gd name="connsiteY3" fmla="*/ 236779 h 236720"/>
                <a:gd name="connsiteX4" fmla="*/ 202957 w 223227"/>
                <a:gd name="connsiteY4" fmla="*/ 236779 h 236720"/>
                <a:gd name="connsiteX5" fmla="*/ 223315 w 223227"/>
                <a:gd name="connsiteY5" fmla="*/ 177836 h 236720"/>
                <a:gd name="connsiteX6" fmla="*/ 217397 w 223227"/>
                <a:gd name="connsiteY6" fmla="*/ 177836 h 236720"/>
                <a:gd name="connsiteX7" fmla="*/ 175497 w 223227"/>
                <a:gd name="connsiteY7" fmla="*/ 216895 h 236720"/>
                <a:gd name="connsiteX8" fmla="*/ 120578 w 223227"/>
                <a:gd name="connsiteY8" fmla="*/ 223760 h 236720"/>
                <a:gd name="connsiteX9" fmla="*/ 19971 w 223227"/>
                <a:gd name="connsiteY9" fmla="*/ 223760 h 236720"/>
                <a:gd name="connsiteX10" fmla="*/ 102114 w 223227"/>
                <a:gd name="connsiteY10" fmla="*/ 122207 h 236720"/>
                <a:gd name="connsiteX11" fmla="*/ 104244 w 223227"/>
                <a:gd name="connsiteY11" fmla="*/ 118419 h 236720"/>
                <a:gd name="connsiteX12" fmla="*/ 102587 w 223227"/>
                <a:gd name="connsiteY12" fmla="*/ 115105 h 236720"/>
                <a:gd name="connsiteX13" fmla="*/ 25653 w 223227"/>
                <a:gd name="connsiteY13" fmla="*/ 9528 h 236720"/>
                <a:gd name="connsiteX14" fmla="*/ 119394 w 223227"/>
                <a:gd name="connsiteY14" fmla="*/ 9528 h 236720"/>
                <a:gd name="connsiteX15" fmla="*/ 217397 w 223227"/>
                <a:gd name="connsiteY15" fmla="*/ 55451 h 236720"/>
                <a:gd name="connsiteX16" fmla="*/ 223315 w 223227"/>
                <a:gd name="connsiteY16" fmla="*/ 55451 h 236720"/>
                <a:gd name="connsiteX17" fmla="*/ 202957 w 223227"/>
                <a:gd name="connsiteY17" fmla="*/ 59 h 236720"/>
                <a:gd name="connsiteX18" fmla="*/ 6715 w 223227"/>
                <a:gd name="connsiteY18" fmla="*/ 59 h 236720"/>
                <a:gd name="connsiteX19" fmla="*/ 87 w 223227"/>
                <a:gd name="connsiteY19" fmla="*/ 7634 h 236720"/>
                <a:gd name="connsiteX20" fmla="*/ 86490 w 22322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227" h="236720">
                  <a:moveTo>
                    <a:pt x="86490" y="126467"/>
                  </a:moveTo>
                  <a:lnTo>
                    <a:pt x="2454" y="230388"/>
                  </a:lnTo>
                  <a:cubicBezTo>
                    <a:pt x="560" y="232755"/>
                    <a:pt x="324" y="233228"/>
                    <a:pt x="324" y="234175"/>
                  </a:cubicBezTo>
                  <a:cubicBezTo>
                    <a:pt x="324" y="236779"/>
                    <a:pt x="2454" y="236779"/>
                    <a:pt x="6715" y="236779"/>
                  </a:cubicBezTo>
                  <a:lnTo>
                    <a:pt x="202957" y="236779"/>
                  </a:lnTo>
                  <a:lnTo>
                    <a:pt x="223315" y="177836"/>
                  </a:lnTo>
                  <a:lnTo>
                    <a:pt x="217397" y="177836"/>
                  </a:lnTo>
                  <a:cubicBezTo>
                    <a:pt x="211478" y="195590"/>
                    <a:pt x="195618" y="210030"/>
                    <a:pt x="175497" y="216895"/>
                  </a:cubicBezTo>
                  <a:cubicBezTo>
                    <a:pt x="171709" y="218078"/>
                    <a:pt x="155376" y="223760"/>
                    <a:pt x="120578" y="223760"/>
                  </a:cubicBezTo>
                  <a:lnTo>
                    <a:pt x="19971" y="223760"/>
                  </a:lnTo>
                  <a:lnTo>
                    <a:pt x="102114" y="122207"/>
                  </a:lnTo>
                  <a:cubicBezTo>
                    <a:pt x="103771" y="120076"/>
                    <a:pt x="104244" y="119366"/>
                    <a:pt x="104244" y="118419"/>
                  </a:cubicBezTo>
                  <a:cubicBezTo>
                    <a:pt x="104244" y="117472"/>
                    <a:pt x="104007" y="117235"/>
                    <a:pt x="102587" y="115105"/>
                  </a:cubicBezTo>
                  <a:lnTo>
                    <a:pt x="25653" y="9528"/>
                  </a:lnTo>
                  <a:lnTo>
                    <a:pt x="119394" y="9528"/>
                  </a:lnTo>
                  <a:cubicBezTo>
                    <a:pt x="146380" y="9528"/>
                    <a:pt x="200826" y="11185"/>
                    <a:pt x="217397" y="55451"/>
                  </a:cubicBezTo>
                  <a:lnTo>
                    <a:pt x="223315" y="55451"/>
                  </a:lnTo>
                  <a:lnTo>
                    <a:pt x="202957" y="59"/>
                  </a:lnTo>
                  <a:lnTo>
                    <a:pt x="6715" y="59"/>
                  </a:lnTo>
                  <a:cubicBezTo>
                    <a:pt x="324" y="59"/>
                    <a:pt x="87" y="296"/>
                    <a:pt x="87" y="7634"/>
                  </a:cubicBezTo>
                  <a:lnTo>
                    <a:pt x="86490"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7" name="Freeform: Shape 356">
              <a:extLst>
                <a:ext uri="{FF2B5EF4-FFF2-40B4-BE49-F238E27FC236}">
                  <a16:creationId xmlns:a16="http://schemas.microsoft.com/office/drawing/2014/main" id="{CB82D02C-C27D-083A-C444-8CFE4F59F6F8}"/>
                </a:ext>
              </a:extLst>
            </p:cNvPr>
            <p:cNvSpPr/>
            <p:nvPr>
              <p:custDataLst>
                <p:tags r:id="rId52"/>
              </p:custDataLst>
            </p:nvPr>
          </p:nvSpPr>
          <p:spPr>
            <a:xfrm>
              <a:off x="7149221" y="6524340"/>
              <a:ext cx="50208" cy="111518"/>
            </a:xfrm>
            <a:custGeom>
              <a:avLst/>
              <a:gdLst>
                <a:gd name="connsiteX0" fmla="*/ 45986 w 50208"/>
                <a:gd name="connsiteY0" fmla="*/ 6372 h 111518"/>
                <a:gd name="connsiteX1" fmla="*/ 39358 w 50208"/>
                <a:gd name="connsiteY1" fmla="*/ 75 h 111518"/>
                <a:gd name="connsiteX2" fmla="*/ 30078 w 50208"/>
                <a:gd name="connsiteY2" fmla="*/ 9189 h 111518"/>
                <a:gd name="connsiteX3" fmla="*/ 36706 w 50208"/>
                <a:gd name="connsiteY3" fmla="*/ 15486 h 111518"/>
                <a:gd name="connsiteX4" fmla="*/ 45986 w 50208"/>
                <a:gd name="connsiteY4" fmla="*/ 6372 h 111518"/>
                <a:gd name="connsiteX5" fmla="*/ 12182 w 50208"/>
                <a:gd name="connsiteY5" fmla="*/ 90550 h 111518"/>
                <a:gd name="connsiteX6" fmla="*/ 10691 w 50208"/>
                <a:gd name="connsiteY6" fmla="*/ 97509 h 111518"/>
                <a:gd name="connsiteX7" fmla="*/ 26433 w 50208"/>
                <a:gd name="connsiteY7" fmla="*/ 111594 h 111518"/>
                <a:gd name="connsiteX8" fmla="*/ 50294 w 50208"/>
                <a:gd name="connsiteY8" fmla="*/ 86241 h 111518"/>
                <a:gd name="connsiteX9" fmla="*/ 47643 w 50208"/>
                <a:gd name="connsiteY9" fmla="*/ 84087 h 111518"/>
                <a:gd name="connsiteX10" fmla="*/ 44494 w 50208"/>
                <a:gd name="connsiteY10" fmla="*/ 86904 h 111518"/>
                <a:gd name="connsiteX11" fmla="*/ 26930 w 50208"/>
                <a:gd name="connsiteY11" fmla="*/ 106954 h 111518"/>
                <a:gd name="connsiteX12" fmla="*/ 22787 w 50208"/>
                <a:gd name="connsiteY12" fmla="*/ 101155 h 111518"/>
                <a:gd name="connsiteX13" fmla="*/ 25438 w 50208"/>
                <a:gd name="connsiteY13" fmla="*/ 90550 h 111518"/>
                <a:gd name="connsiteX14" fmla="*/ 30741 w 50208"/>
                <a:gd name="connsiteY14" fmla="*/ 77293 h 111518"/>
                <a:gd name="connsiteX15" fmla="*/ 38861 w 50208"/>
                <a:gd name="connsiteY15" fmla="*/ 56249 h 111518"/>
                <a:gd name="connsiteX16" fmla="*/ 39855 w 50208"/>
                <a:gd name="connsiteY16" fmla="*/ 50946 h 111518"/>
                <a:gd name="connsiteX17" fmla="*/ 24113 w 50208"/>
                <a:gd name="connsiteY17" fmla="*/ 36861 h 111518"/>
                <a:gd name="connsiteX18" fmla="*/ 86 w 50208"/>
                <a:gd name="connsiteY18" fmla="*/ 62214 h 111518"/>
                <a:gd name="connsiteX19" fmla="*/ 2903 w 50208"/>
                <a:gd name="connsiteY19" fmla="*/ 64368 h 111518"/>
                <a:gd name="connsiteX20" fmla="*/ 5885 w 50208"/>
                <a:gd name="connsiteY20" fmla="*/ 61717 h 111518"/>
                <a:gd name="connsiteX21" fmla="*/ 23616 w 50208"/>
                <a:gd name="connsiteY21" fmla="*/ 41501 h 111518"/>
                <a:gd name="connsiteX22" fmla="*/ 27758 w 50208"/>
                <a:gd name="connsiteY22" fmla="*/ 47301 h 111518"/>
                <a:gd name="connsiteX23" fmla="*/ 22621 w 50208"/>
                <a:gd name="connsiteY23" fmla="*/ 63871 h 111518"/>
                <a:gd name="connsiteX24" fmla="*/ 12182 w 50208"/>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5986" y="6372"/>
                  </a:moveTo>
                  <a:cubicBezTo>
                    <a:pt x="45986" y="3721"/>
                    <a:pt x="43997" y="75"/>
                    <a:pt x="39358" y="75"/>
                  </a:cubicBezTo>
                  <a:cubicBezTo>
                    <a:pt x="34884" y="75"/>
                    <a:pt x="30078" y="4383"/>
                    <a:pt x="30078" y="9189"/>
                  </a:cubicBezTo>
                  <a:cubicBezTo>
                    <a:pt x="30078" y="12006"/>
                    <a:pt x="32232" y="15486"/>
                    <a:pt x="36706" y="15486"/>
                  </a:cubicBezTo>
                  <a:cubicBezTo>
                    <a:pt x="41512" y="15486"/>
                    <a:pt x="45986" y="10846"/>
                    <a:pt x="45986" y="6372"/>
                  </a:cubicBezTo>
                  <a:close/>
                  <a:moveTo>
                    <a:pt x="12182" y="90550"/>
                  </a:moveTo>
                  <a:cubicBezTo>
                    <a:pt x="11519" y="92704"/>
                    <a:pt x="10691" y="94692"/>
                    <a:pt x="10691" y="97509"/>
                  </a:cubicBezTo>
                  <a:cubicBezTo>
                    <a:pt x="10691" y="105297"/>
                    <a:pt x="17319" y="111594"/>
                    <a:pt x="26433" y="111594"/>
                  </a:cubicBezTo>
                  <a:cubicBezTo>
                    <a:pt x="43003" y="111594"/>
                    <a:pt x="50294" y="88727"/>
                    <a:pt x="50294" y="86241"/>
                  </a:cubicBezTo>
                  <a:cubicBezTo>
                    <a:pt x="50294" y="84087"/>
                    <a:pt x="48140" y="84087"/>
                    <a:pt x="47643" y="84087"/>
                  </a:cubicBezTo>
                  <a:cubicBezTo>
                    <a:pt x="45323" y="84087"/>
                    <a:pt x="45157" y="85081"/>
                    <a:pt x="44494" y="86904"/>
                  </a:cubicBezTo>
                  <a:cubicBezTo>
                    <a:pt x="40683" y="100160"/>
                    <a:pt x="33392" y="106954"/>
                    <a:pt x="26930" y="106954"/>
                  </a:cubicBezTo>
                  <a:cubicBezTo>
                    <a:pt x="23616" y="106954"/>
                    <a:pt x="22787" y="104800"/>
                    <a:pt x="22787" y="101155"/>
                  </a:cubicBezTo>
                  <a:cubicBezTo>
                    <a:pt x="22787" y="97343"/>
                    <a:pt x="23947" y="94195"/>
                    <a:pt x="25438" y="90550"/>
                  </a:cubicBezTo>
                  <a:cubicBezTo>
                    <a:pt x="27096" y="86076"/>
                    <a:pt x="28918" y="81602"/>
                    <a:pt x="30741" y="77293"/>
                  </a:cubicBezTo>
                  <a:cubicBezTo>
                    <a:pt x="32232" y="73316"/>
                    <a:pt x="38198" y="58237"/>
                    <a:pt x="38861" y="56249"/>
                  </a:cubicBezTo>
                  <a:cubicBezTo>
                    <a:pt x="39358" y="54592"/>
                    <a:pt x="39855" y="52603"/>
                    <a:pt x="39855" y="50946"/>
                  </a:cubicBezTo>
                  <a:cubicBezTo>
                    <a:pt x="39855" y="43158"/>
                    <a:pt x="33227" y="36861"/>
                    <a:pt x="24113" y="36861"/>
                  </a:cubicBezTo>
                  <a:cubicBezTo>
                    <a:pt x="7708" y="36861"/>
                    <a:pt x="86" y="59397"/>
                    <a:pt x="86" y="62214"/>
                  </a:cubicBezTo>
                  <a:cubicBezTo>
                    <a:pt x="86" y="64368"/>
                    <a:pt x="2406" y="64368"/>
                    <a:pt x="2903" y="64368"/>
                  </a:cubicBezTo>
                  <a:cubicBezTo>
                    <a:pt x="5223" y="64368"/>
                    <a:pt x="5388" y="63540"/>
                    <a:pt x="5885" y="61717"/>
                  </a:cubicBezTo>
                  <a:cubicBezTo>
                    <a:pt x="10194" y="47466"/>
                    <a:pt x="17485" y="41501"/>
                    <a:pt x="23616" y="41501"/>
                  </a:cubicBezTo>
                  <a:cubicBezTo>
                    <a:pt x="26267" y="41501"/>
                    <a:pt x="27758" y="42827"/>
                    <a:pt x="27758" y="47301"/>
                  </a:cubicBezTo>
                  <a:cubicBezTo>
                    <a:pt x="27758" y="51112"/>
                    <a:pt x="26764" y="53598"/>
                    <a:pt x="22621" y="63871"/>
                  </a:cubicBezTo>
                  <a:lnTo>
                    <a:pt x="1218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8" name="Freeform: Shape 357">
              <a:extLst>
                <a:ext uri="{FF2B5EF4-FFF2-40B4-BE49-F238E27FC236}">
                  <a16:creationId xmlns:a16="http://schemas.microsoft.com/office/drawing/2014/main" id="{2B981F03-B941-EF0B-A4C2-B4EB93F5FA8D}"/>
                </a:ext>
              </a:extLst>
            </p:cNvPr>
            <p:cNvSpPr/>
            <p:nvPr>
              <p:custDataLst>
                <p:tags r:id="rId53"/>
              </p:custDataLst>
            </p:nvPr>
          </p:nvSpPr>
          <p:spPr>
            <a:xfrm>
              <a:off x="7220008" y="6570406"/>
              <a:ext cx="121958" cy="44574"/>
            </a:xfrm>
            <a:custGeom>
              <a:avLst/>
              <a:gdLst>
                <a:gd name="connsiteX0" fmla="*/ 115750 w 121958"/>
                <a:gd name="connsiteY0" fmla="*/ 8195 h 44574"/>
                <a:gd name="connsiteX1" fmla="*/ 122047 w 121958"/>
                <a:gd name="connsiteY1" fmla="*/ 4052 h 44574"/>
                <a:gd name="connsiteX2" fmla="*/ 115916 w 121958"/>
                <a:gd name="connsiteY2" fmla="*/ 75 h 44574"/>
                <a:gd name="connsiteX3" fmla="*/ 6220 w 121958"/>
                <a:gd name="connsiteY3" fmla="*/ 75 h 44574"/>
                <a:gd name="connsiteX4" fmla="*/ 89 w 121958"/>
                <a:gd name="connsiteY4" fmla="*/ 4052 h 44574"/>
                <a:gd name="connsiteX5" fmla="*/ 6385 w 121958"/>
                <a:gd name="connsiteY5" fmla="*/ 8195 h 44574"/>
                <a:gd name="connsiteX6" fmla="*/ 115750 w 121958"/>
                <a:gd name="connsiteY6" fmla="*/ 8195 h 44574"/>
                <a:gd name="connsiteX7" fmla="*/ 115916 w 121958"/>
                <a:gd name="connsiteY7" fmla="*/ 44650 h 44574"/>
                <a:gd name="connsiteX8" fmla="*/ 122047 w 121958"/>
                <a:gd name="connsiteY8" fmla="*/ 40673 h 44574"/>
                <a:gd name="connsiteX9" fmla="*/ 115750 w 121958"/>
                <a:gd name="connsiteY9" fmla="*/ 36530 h 44574"/>
                <a:gd name="connsiteX10" fmla="*/ 6385 w 121958"/>
                <a:gd name="connsiteY10" fmla="*/ 36530 h 44574"/>
                <a:gd name="connsiteX11" fmla="*/ 89 w 121958"/>
                <a:gd name="connsiteY11" fmla="*/ 40673 h 44574"/>
                <a:gd name="connsiteX12" fmla="*/ 6220 w 121958"/>
                <a:gd name="connsiteY12" fmla="*/ 44650 h 44574"/>
                <a:gd name="connsiteX13" fmla="*/ 115916 w 121958"/>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58" h="44574">
                  <a:moveTo>
                    <a:pt x="115750" y="8195"/>
                  </a:moveTo>
                  <a:cubicBezTo>
                    <a:pt x="118236" y="8195"/>
                    <a:pt x="122047" y="8195"/>
                    <a:pt x="122047" y="4052"/>
                  </a:cubicBezTo>
                  <a:cubicBezTo>
                    <a:pt x="122047" y="75"/>
                    <a:pt x="118070" y="75"/>
                    <a:pt x="115916" y="75"/>
                  </a:cubicBezTo>
                  <a:lnTo>
                    <a:pt x="6220" y="75"/>
                  </a:lnTo>
                  <a:cubicBezTo>
                    <a:pt x="4065" y="75"/>
                    <a:pt x="89" y="75"/>
                    <a:pt x="89" y="4052"/>
                  </a:cubicBezTo>
                  <a:cubicBezTo>
                    <a:pt x="89" y="8195"/>
                    <a:pt x="3900" y="8195"/>
                    <a:pt x="6385" y="8195"/>
                  </a:cubicBezTo>
                  <a:lnTo>
                    <a:pt x="115750" y="8195"/>
                  </a:lnTo>
                  <a:close/>
                  <a:moveTo>
                    <a:pt x="115916" y="44650"/>
                  </a:moveTo>
                  <a:cubicBezTo>
                    <a:pt x="118070" y="44650"/>
                    <a:pt x="122047" y="44650"/>
                    <a:pt x="122047" y="40673"/>
                  </a:cubicBezTo>
                  <a:cubicBezTo>
                    <a:pt x="122047" y="36530"/>
                    <a:pt x="118236" y="36530"/>
                    <a:pt x="115750" y="36530"/>
                  </a:cubicBezTo>
                  <a:lnTo>
                    <a:pt x="6385" y="36530"/>
                  </a:lnTo>
                  <a:cubicBezTo>
                    <a:pt x="3900" y="36530"/>
                    <a:pt x="89" y="36530"/>
                    <a:pt x="89" y="40673"/>
                  </a:cubicBezTo>
                  <a:cubicBezTo>
                    <a:pt x="89" y="44650"/>
                    <a:pt x="4065" y="44650"/>
                    <a:pt x="6220" y="44650"/>
                  </a:cubicBezTo>
                  <a:lnTo>
                    <a:pt x="115916"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3" name="Freeform: Shape 392">
              <a:extLst>
                <a:ext uri="{FF2B5EF4-FFF2-40B4-BE49-F238E27FC236}">
                  <a16:creationId xmlns:a16="http://schemas.microsoft.com/office/drawing/2014/main" id="{D0E81597-7E42-B69D-2A11-D63583F6549B}"/>
                </a:ext>
              </a:extLst>
            </p:cNvPr>
            <p:cNvSpPr/>
            <p:nvPr>
              <p:custDataLst>
                <p:tags r:id="rId54"/>
              </p:custDataLst>
            </p:nvPr>
          </p:nvSpPr>
          <p:spPr>
            <a:xfrm>
              <a:off x="7371791" y="6524174"/>
              <a:ext cx="60316" cy="110027"/>
            </a:xfrm>
            <a:custGeom>
              <a:avLst/>
              <a:gdLst>
                <a:gd name="connsiteX0" fmla="*/ 37544 w 60316"/>
                <a:gd name="connsiteY0" fmla="*/ 4715 h 110027"/>
                <a:gd name="connsiteX1" fmla="*/ 32573 w 60316"/>
                <a:gd name="connsiteY1" fmla="*/ 75 h 110027"/>
                <a:gd name="connsiteX2" fmla="*/ 95 w 60316"/>
                <a:gd name="connsiteY2" fmla="*/ 10680 h 110027"/>
                <a:gd name="connsiteX3" fmla="*/ 95 w 60316"/>
                <a:gd name="connsiteY3" fmla="*/ 16645 h 110027"/>
                <a:gd name="connsiteX4" fmla="*/ 24122 w 60316"/>
                <a:gd name="connsiteY4" fmla="*/ 12006 h 110027"/>
                <a:gd name="connsiteX5" fmla="*/ 24122 w 60316"/>
                <a:gd name="connsiteY5" fmla="*/ 96515 h 110027"/>
                <a:gd name="connsiteX6" fmla="*/ 7551 w 60316"/>
                <a:gd name="connsiteY6" fmla="*/ 104137 h 110027"/>
                <a:gd name="connsiteX7" fmla="*/ 1255 w 60316"/>
                <a:gd name="connsiteY7" fmla="*/ 104137 h 110027"/>
                <a:gd name="connsiteX8" fmla="*/ 1255 w 60316"/>
                <a:gd name="connsiteY8" fmla="*/ 110103 h 110027"/>
                <a:gd name="connsiteX9" fmla="*/ 30750 w 60316"/>
                <a:gd name="connsiteY9" fmla="*/ 109440 h 110027"/>
                <a:gd name="connsiteX10" fmla="*/ 60411 w 60316"/>
                <a:gd name="connsiteY10" fmla="*/ 110103 h 110027"/>
                <a:gd name="connsiteX11" fmla="*/ 60411 w 60316"/>
                <a:gd name="connsiteY11" fmla="*/ 104137 h 110027"/>
                <a:gd name="connsiteX12" fmla="*/ 54114 w 60316"/>
                <a:gd name="connsiteY12" fmla="*/ 104137 h 110027"/>
                <a:gd name="connsiteX13" fmla="*/ 37544 w 60316"/>
                <a:gd name="connsiteY13" fmla="*/ 96515 h 110027"/>
                <a:gd name="connsiteX14" fmla="*/ 37544 w 60316"/>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44" y="4715"/>
                  </a:moveTo>
                  <a:cubicBezTo>
                    <a:pt x="37544" y="241"/>
                    <a:pt x="37212" y="75"/>
                    <a:pt x="32573" y="75"/>
                  </a:cubicBezTo>
                  <a:cubicBezTo>
                    <a:pt x="21968" y="10514"/>
                    <a:pt x="6889" y="10680"/>
                    <a:pt x="95" y="10680"/>
                  </a:cubicBezTo>
                  <a:lnTo>
                    <a:pt x="95" y="16645"/>
                  </a:lnTo>
                  <a:cubicBezTo>
                    <a:pt x="4072" y="16645"/>
                    <a:pt x="15008" y="16645"/>
                    <a:pt x="24122" y="12006"/>
                  </a:cubicBezTo>
                  <a:lnTo>
                    <a:pt x="24122" y="96515"/>
                  </a:lnTo>
                  <a:cubicBezTo>
                    <a:pt x="24122" y="101983"/>
                    <a:pt x="24122" y="104137"/>
                    <a:pt x="7551" y="104137"/>
                  </a:cubicBezTo>
                  <a:lnTo>
                    <a:pt x="1255" y="104137"/>
                  </a:lnTo>
                  <a:lnTo>
                    <a:pt x="1255" y="110103"/>
                  </a:lnTo>
                  <a:cubicBezTo>
                    <a:pt x="4237" y="109937"/>
                    <a:pt x="24619" y="109440"/>
                    <a:pt x="30750" y="109440"/>
                  </a:cubicBezTo>
                  <a:cubicBezTo>
                    <a:pt x="35887" y="109440"/>
                    <a:pt x="56766" y="109937"/>
                    <a:pt x="60411" y="110103"/>
                  </a:cubicBezTo>
                  <a:lnTo>
                    <a:pt x="60411" y="104137"/>
                  </a:lnTo>
                  <a:lnTo>
                    <a:pt x="54114" y="104137"/>
                  </a:lnTo>
                  <a:cubicBezTo>
                    <a:pt x="37544" y="104137"/>
                    <a:pt x="37544" y="101983"/>
                    <a:pt x="37544" y="96515"/>
                  </a:cubicBezTo>
                  <a:lnTo>
                    <a:pt x="3754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4" name="Freeform: Shape 393">
              <a:extLst>
                <a:ext uri="{FF2B5EF4-FFF2-40B4-BE49-F238E27FC236}">
                  <a16:creationId xmlns:a16="http://schemas.microsoft.com/office/drawing/2014/main" id="{C2A4B15D-787B-33FF-98B1-8B116C5C6A4A}"/>
                </a:ext>
              </a:extLst>
            </p:cNvPr>
            <p:cNvSpPr/>
            <p:nvPr>
              <p:custDataLst>
                <p:tags r:id="rId55"/>
              </p:custDataLst>
            </p:nvPr>
          </p:nvSpPr>
          <p:spPr>
            <a:xfrm>
              <a:off x="7471525" y="6248380"/>
              <a:ext cx="54919" cy="236720"/>
            </a:xfrm>
            <a:custGeom>
              <a:avLst/>
              <a:gdLst>
                <a:gd name="connsiteX0" fmla="*/ 55018 w 54919"/>
                <a:gd name="connsiteY0" fmla="*/ 234419 h 236720"/>
                <a:gd name="connsiteX1" fmla="*/ 50994 w 54919"/>
                <a:gd name="connsiteY1" fmla="*/ 229212 h 236720"/>
                <a:gd name="connsiteX2" fmla="*/ 13828 w 54919"/>
                <a:gd name="connsiteY2" fmla="*/ 118426 h 236720"/>
                <a:gd name="connsiteX3" fmla="*/ 51940 w 54919"/>
                <a:gd name="connsiteY3" fmla="*/ 6458 h 236720"/>
                <a:gd name="connsiteX4" fmla="*/ 55018 w 54919"/>
                <a:gd name="connsiteY4" fmla="*/ 2433 h 236720"/>
                <a:gd name="connsiteX5" fmla="*/ 52651 w 54919"/>
                <a:gd name="connsiteY5" fmla="*/ 66 h 236720"/>
                <a:gd name="connsiteX6" fmla="*/ 15012 w 54919"/>
                <a:gd name="connsiteY6" fmla="*/ 46227 h 236720"/>
                <a:gd name="connsiteX7" fmla="*/ 99 w 54919"/>
                <a:gd name="connsiteY7" fmla="*/ 118426 h 236720"/>
                <a:gd name="connsiteX8" fmla="*/ 15722 w 54919"/>
                <a:gd name="connsiteY8" fmla="*/ 192283 h 236720"/>
                <a:gd name="connsiteX9" fmla="*/ 52651 w 54919"/>
                <a:gd name="connsiteY9" fmla="*/ 236787 h 236720"/>
                <a:gd name="connsiteX10" fmla="*/ 55018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18" y="234419"/>
                  </a:moveTo>
                  <a:cubicBezTo>
                    <a:pt x="55018" y="233709"/>
                    <a:pt x="55018" y="233236"/>
                    <a:pt x="50994" y="229212"/>
                  </a:cubicBezTo>
                  <a:cubicBezTo>
                    <a:pt x="21403" y="199385"/>
                    <a:pt x="13828" y="154645"/>
                    <a:pt x="13828" y="118426"/>
                  </a:cubicBezTo>
                  <a:cubicBezTo>
                    <a:pt x="13828" y="77237"/>
                    <a:pt x="22824" y="36048"/>
                    <a:pt x="51940" y="6458"/>
                  </a:cubicBezTo>
                  <a:cubicBezTo>
                    <a:pt x="55018" y="3617"/>
                    <a:pt x="55018" y="3144"/>
                    <a:pt x="55018" y="2433"/>
                  </a:cubicBezTo>
                  <a:cubicBezTo>
                    <a:pt x="55018" y="776"/>
                    <a:pt x="54071" y="66"/>
                    <a:pt x="52651" y="66"/>
                  </a:cubicBezTo>
                  <a:cubicBezTo>
                    <a:pt x="50283" y="66"/>
                    <a:pt x="28979" y="16163"/>
                    <a:pt x="15012" y="46227"/>
                  </a:cubicBezTo>
                  <a:cubicBezTo>
                    <a:pt x="2939" y="72266"/>
                    <a:pt x="99" y="98542"/>
                    <a:pt x="99" y="118426"/>
                  </a:cubicBezTo>
                  <a:cubicBezTo>
                    <a:pt x="99" y="136891"/>
                    <a:pt x="2703" y="165534"/>
                    <a:pt x="15722" y="192283"/>
                  </a:cubicBezTo>
                  <a:cubicBezTo>
                    <a:pt x="29925" y="221400"/>
                    <a:pt x="50283" y="236787"/>
                    <a:pt x="52651" y="236787"/>
                  </a:cubicBezTo>
                  <a:cubicBezTo>
                    <a:pt x="54071" y="236787"/>
                    <a:pt x="55018" y="236077"/>
                    <a:pt x="55018"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5" name="Freeform: Shape 394">
              <a:extLst>
                <a:ext uri="{FF2B5EF4-FFF2-40B4-BE49-F238E27FC236}">
                  <a16:creationId xmlns:a16="http://schemas.microsoft.com/office/drawing/2014/main" id="{C30B6ADA-EF41-B70A-79AC-2F539ABF7033}"/>
                </a:ext>
              </a:extLst>
            </p:cNvPr>
            <p:cNvSpPr/>
            <p:nvPr>
              <p:custDataLst>
                <p:tags r:id="rId56"/>
              </p:custDataLst>
            </p:nvPr>
          </p:nvSpPr>
          <p:spPr>
            <a:xfrm>
              <a:off x="7547013" y="6321289"/>
              <a:ext cx="117886" cy="107234"/>
            </a:xfrm>
            <a:custGeom>
              <a:avLst/>
              <a:gdLst>
                <a:gd name="connsiteX0" fmla="*/ 72302 w 117886"/>
                <a:gd name="connsiteY0" fmla="*/ 33207 h 107234"/>
                <a:gd name="connsiteX1" fmla="*/ 95738 w 117886"/>
                <a:gd name="connsiteY1" fmla="*/ 5274 h 107234"/>
                <a:gd name="connsiteX2" fmla="*/ 107574 w 117886"/>
                <a:gd name="connsiteY2" fmla="*/ 8351 h 107234"/>
                <a:gd name="connsiteX3" fmla="*/ 96211 w 117886"/>
                <a:gd name="connsiteY3" fmla="*/ 21134 h 107234"/>
                <a:gd name="connsiteX4" fmla="*/ 105206 w 117886"/>
                <a:gd name="connsiteY4" fmla="*/ 29420 h 107234"/>
                <a:gd name="connsiteX5" fmla="*/ 117989 w 117886"/>
                <a:gd name="connsiteY5" fmla="*/ 15690 h 107234"/>
                <a:gd name="connsiteX6" fmla="*/ 95974 w 117886"/>
                <a:gd name="connsiteY6" fmla="*/ 66 h 107234"/>
                <a:gd name="connsiteX7" fmla="*/ 71119 w 117886"/>
                <a:gd name="connsiteY7" fmla="*/ 18057 h 107234"/>
                <a:gd name="connsiteX8" fmla="*/ 45553 w 117886"/>
                <a:gd name="connsiteY8" fmla="*/ 66 h 107234"/>
                <a:gd name="connsiteX9" fmla="*/ 7441 w 117886"/>
                <a:gd name="connsiteY9" fmla="*/ 36521 h 107234"/>
                <a:gd name="connsiteX10" fmla="*/ 10281 w 117886"/>
                <a:gd name="connsiteY10" fmla="*/ 38888 h 107234"/>
                <a:gd name="connsiteX11" fmla="*/ 13359 w 117886"/>
                <a:gd name="connsiteY11" fmla="*/ 36284 h 107234"/>
                <a:gd name="connsiteX12" fmla="*/ 45079 w 117886"/>
                <a:gd name="connsiteY12" fmla="*/ 5274 h 107234"/>
                <a:gd name="connsiteX13" fmla="*/ 57862 w 117886"/>
                <a:gd name="connsiteY13" fmla="*/ 21134 h 107234"/>
                <a:gd name="connsiteX14" fmla="*/ 45079 w 117886"/>
                <a:gd name="connsiteY14" fmla="*/ 77474 h 107234"/>
                <a:gd name="connsiteX15" fmla="*/ 22591 w 117886"/>
                <a:gd name="connsiteY15" fmla="*/ 102093 h 107234"/>
                <a:gd name="connsiteX16" fmla="*/ 10755 w 117886"/>
                <a:gd name="connsiteY16" fmla="*/ 99015 h 107234"/>
                <a:gd name="connsiteX17" fmla="*/ 21881 w 117886"/>
                <a:gd name="connsiteY17" fmla="*/ 86232 h 107234"/>
                <a:gd name="connsiteX18" fmla="*/ 13122 w 117886"/>
                <a:gd name="connsiteY18" fmla="*/ 77947 h 107234"/>
                <a:gd name="connsiteX19" fmla="*/ 102 w 117886"/>
                <a:gd name="connsiteY19" fmla="*/ 91677 h 107234"/>
                <a:gd name="connsiteX20" fmla="*/ 22354 w 117886"/>
                <a:gd name="connsiteY20" fmla="*/ 107301 h 107234"/>
                <a:gd name="connsiteX21" fmla="*/ 47210 w 117886"/>
                <a:gd name="connsiteY21" fmla="*/ 89310 h 107234"/>
                <a:gd name="connsiteX22" fmla="*/ 72776 w 117886"/>
                <a:gd name="connsiteY22" fmla="*/ 107301 h 107234"/>
                <a:gd name="connsiteX23" fmla="*/ 110651 w 117886"/>
                <a:gd name="connsiteY23" fmla="*/ 70846 h 107234"/>
                <a:gd name="connsiteX24" fmla="*/ 107810 w 117886"/>
                <a:gd name="connsiteY24" fmla="*/ 68478 h 107234"/>
                <a:gd name="connsiteX25" fmla="*/ 104733 w 117886"/>
                <a:gd name="connsiteY25" fmla="*/ 71082 h 107234"/>
                <a:gd name="connsiteX26" fmla="*/ 73249 w 117886"/>
                <a:gd name="connsiteY26" fmla="*/ 102093 h 107234"/>
                <a:gd name="connsiteX27" fmla="*/ 60230 w 117886"/>
                <a:gd name="connsiteY27" fmla="*/ 86469 h 107234"/>
                <a:gd name="connsiteX28" fmla="*/ 64254 w 117886"/>
                <a:gd name="connsiteY28" fmla="*/ 65638 h 107234"/>
                <a:gd name="connsiteX29" fmla="*/ 72302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302" y="33207"/>
                  </a:moveTo>
                  <a:cubicBezTo>
                    <a:pt x="73723" y="27052"/>
                    <a:pt x="79167" y="5274"/>
                    <a:pt x="95738" y="5274"/>
                  </a:cubicBezTo>
                  <a:cubicBezTo>
                    <a:pt x="96921" y="5274"/>
                    <a:pt x="102603" y="5274"/>
                    <a:pt x="107574" y="8351"/>
                  </a:cubicBezTo>
                  <a:cubicBezTo>
                    <a:pt x="100945" y="9535"/>
                    <a:pt x="96211" y="15453"/>
                    <a:pt x="96211" y="21134"/>
                  </a:cubicBezTo>
                  <a:cubicBezTo>
                    <a:pt x="96211" y="24922"/>
                    <a:pt x="98815" y="29420"/>
                    <a:pt x="105206" y="29420"/>
                  </a:cubicBezTo>
                  <a:cubicBezTo>
                    <a:pt x="110414" y="29420"/>
                    <a:pt x="117989" y="25159"/>
                    <a:pt x="117989" y="15690"/>
                  </a:cubicBezTo>
                  <a:cubicBezTo>
                    <a:pt x="117989" y="3380"/>
                    <a:pt x="104023" y="66"/>
                    <a:pt x="95974" y="66"/>
                  </a:cubicBezTo>
                  <a:cubicBezTo>
                    <a:pt x="82245" y="66"/>
                    <a:pt x="73959" y="12612"/>
                    <a:pt x="71119" y="18057"/>
                  </a:cubicBezTo>
                  <a:cubicBezTo>
                    <a:pt x="65201" y="2433"/>
                    <a:pt x="52418" y="66"/>
                    <a:pt x="45553" y="66"/>
                  </a:cubicBezTo>
                  <a:cubicBezTo>
                    <a:pt x="20934" y="66"/>
                    <a:pt x="7441" y="30603"/>
                    <a:pt x="7441" y="36521"/>
                  </a:cubicBezTo>
                  <a:cubicBezTo>
                    <a:pt x="7441" y="38888"/>
                    <a:pt x="9808" y="38888"/>
                    <a:pt x="10281" y="38888"/>
                  </a:cubicBezTo>
                  <a:cubicBezTo>
                    <a:pt x="12175" y="38888"/>
                    <a:pt x="12885" y="38415"/>
                    <a:pt x="13359" y="36284"/>
                  </a:cubicBezTo>
                  <a:cubicBezTo>
                    <a:pt x="21407" y="11192"/>
                    <a:pt x="37031" y="5274"/>
                    <a:pt x="45079" y="5274"/>
                  </a:cubicBezTo>
                  <a:cubicBezTo>
                    <a:pt x="49577" y="5274"/>
                    <a:pt x="57862" y="7405"/>
                    <a:pt x="57862" y="21134"/>
                  </a:cubicBezTo>
                  <a:cubicBezTo>
                    <a:pt x="57862" y="28473"/>
                    <a:pt x="53838" y="44333"/>
                    <a:pt x="45079" y="77474"/>
                  </a:cubicBezTo>
                  <a:cubicBezTo>
                    <a:pt x="41292" y="92151"/>
                    <a:pt x="33007" y="102093"/>
                    <a:pt x="22591" y="102093"/>
                  </a:cubicBezTo>
                  <a:cubicBezTo>
                    <a:pt x="21171" y="102093"/>
                    <a:pt x="15726" y="102093"/>
                    <a:pt x="10755" y="99015"/>
                  </a:cubicBezTo>
                  <a:cubicBezTo>
                    <a:pt x="16673" y="97832"/>
                    <a:pt x="21881" y="92861"/>
                    <a:pt x="21881" y="86232"/>
                  </a:cubicBezTo>
                  <a:cubicBezTo>
                    <a:pt x="21881" y="79841"/>
                    <a:pt x="16673" y="77947"/>
                    <a:pt x="13122" y="77947"/>
                  </a:cubicBezTo>
                  <a:cubicBezTo>
                    <a:pt x="6020" y="77947"/>
                    <a:pt x="102" y="84102"/>
                    <a:pt x="102" y="91677"/>
                  </a:cubicBezTo>
                  <a:cubicBezTo>
                    <a:pt x="102" y="102566"/>
                    <a:pt x="11939" y="107301"/>
                    <a:pt x="22354" y="107301"/>
                  </a:cubicBezTo>
                  <a:cubicBezTo>
                    <a:pt x="37978" y="107301"/>
                    <a:pt x="46500" y="90730"/>
                    <a:pt x="47210" y="89310"/>
                  </a:cubicBezTo>
                  <a:cubicBezTo>
                    <a:pt x="50051" y="98069"/>
                    <a:pt x="58572" y="107301"/>
                    <a:pt x="72776" y="107301"/>
                  </a:cubicBezTo>
                  <a:cubicBezTo>
                    <a:pt x="97158" y="107301"/>
                    <a:pt x="110651" y="76764"/>
                    <a:pt x="110651" y="70846"/>
                  </a:cubicBezTo>
                  <a:cubicBezTo>
                    <a:pt x="110651" y="68478"/>
                    <a:pt x="108521" y="68478"/>
                    <a:pt x="107810" y="68478"/>
                  </a:cubicBezTo>
                  <a:cubicBezTo>
                    <a:pt x="105680" y="68478"/>
                    <a:pt x="105206" y="69425"/>
                    <a:pt x="104733" y="71082"/>
                  </a:cubicBezTo>
                  <a:cubicBezTo>
                    <a:pt x="96921" y="96411"/>
                    <a:pt x="80824" y="102093"/>
                    <a:pt x="73249" y="102093"/>
                  </a:cubicBezTo>
                  <a:cubicBezTo>
                    <a:pt x="64017" y="102093"/>
                    <a:pt x="60230" y="94518"/>
                    <a:pt x="60230" y="86469"/>
                  </a:cubicBezTo>
                  <a:cubicBezTo>
                    <a:pt x="60230" y="81261"/>
                    <a:pt x="61650" y="76054"/>
                    <a:pt x="64254" y="65638"/>
                  </a:cubicBezTo>
                  <a:lnTo>
                    <a:pt x="72302"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6" name="Freeform: Shape 395">
              <a:extLst>
                <a:ext uri="{FF2B5EF4-FFF2-40B4-BE49-F238E27FC236}">
                  <a16:creationId xmlns:a16="http://schemas.microsoft.com/office/drawing/2014/main" id="{D3B52261-AD4C-42DF-072E-B7A5A4C4F56F}"/>
                </a:ext>
              </a:extLst>
            </p:cNvPr>
            <p:cNvSpPr/>
            <p:nvPr>
              <p:custDataLst>
                <p:tags r:id="rId57"/>
              </p:custDataLst>
            </p:nvPr>
          </p:nvSpPr>
          <p:spPr>
            <a:xfrm>
              <a:off x="7683228" y="6351566"/>
              <a:ext cx="50208" cy="111518"/>
            </a:xfrm>
            <a:custGeom>
              <a:avLst/>
              <a:gdLst>
                <a:gd name="connsiteX0" fmla="*/ 46008 w 50208"/>
                <a:gd name="connsiteY0" fmla="*/ 6365 h 111518"/>
                <a:gd name="connsiteX1" fmla="*/ 39380 w 50208"/>
                <a:gd name="connsiteY1" fmla="*/ 68 h 111518"/>
                <a:gd name="connsiteX2" fmla="*/ 30101 w 50208"/>
                <a:gd name="connsiteY2" fmla="*/ 9181 h 111518"/>
                <a:gd name="connsiteX3" fmla="*/ 36729 w 50208"/>
                <a:gd name="connsiteY3" fmla="*/ 15478 h 111518"/>
                <a:gd name="connsiteX4" fmla="*/ 46008 w 50208"/>
                <a:gd name="connsiteY4" fmla="*/ 6365 h 111518"/>
                <a:gd name="connsiteX5" fmla="*/ 12205 w 50208"/>
                <a:gd name="connsiteY5" fmla="*/ 90542 h 111518"/>
                <a:gd name="connsiteX6" fmla="*/ 10713 w 50208"/>
                <a:gd name="connsiteY6" fmla="*/ 97502 h 111518"/>
                <a:gd name="connsiteX7" fmla="*/ 26455 w 50208"/>
                <a:gd name="connsiteY7" fmla="*/ 111587 h 111518"/>
                <a:gd name="connsiteX8" fmla="*/ 50317 w 50208"/>
                <a:gd name="connsiteY8" fmla="*/ 86234 h 111518"/>
                <a:gd name="connsiteX9" fmla="*/ 47665 w 50208"/>
                <a:gd name="connsiteY9" fmla="*/ 84080 h 111518"/>
                <a:gd name="connsiteX10" fmla="*/ 44517 w 50208"/>
                <a:gd name="connsiteY10" fmla="*/ 86897 h 111518"/>
                <a:gd name="connsiteX11" fmla="*/ 26952 w 50208"/>
                <a:gd name="connsiteY11" fmla="*/ 106947 h 111518"/>
                <a:gd name="connsiteX12" fmla="*/ 22810 w 50208"/>
                <a:gd name="connsiteY12" fmla="*/ 101147 h 111518"/>
                <a:gd name="connsiteX13" fmla="*/ 25461 w 50208"/>
                <a:gd name="connsiteY13" fmla="*/ 90542 h 111518"/>
                <a:gd name="connsiteX14" fmla="*/ 30764 w 50208"/>
                <a:gd name="connsiteY14" fmla="*/ 77286 h 111518"/>
                <a:gd name="connsiteX15" fmla="*/ 38883 w 50208"/>
                <a:gd name="connsiteY15" fmla="*/ 56242 h 111518"/>
                <a:gd name="connsiteX16" fmla="*/ 39877 w 50208"/>
                <a:gd name="connsiteY16" fmla="*/ 50939 h 111518"/>
                <a:gd name="connsiteX17" fmla="*/ 24135 w 50208"/>
                <a:gd name="connsiteY17" fmla="*/ 36854 h 111518"/>
                <a:gd name="connsiteX18" fmla="*/ 108 w 50208"/>
                <a:gd name="connsiteY18" fmla="*/ 62207 h 111518"/>
                <a:gd name="connsiteX19" fmla="*/ 2925 w 50208"/>
                <a:gd name="connsiteY19" fmla="*/ 64361 h 111518"/>
                <a:gd name="connsiteX20" fmla="*/ 5908 w 50208"/>
                <a:gd name="connsiteY20" fmla="*/ 61710 h 111518"/>
                <a:gd name="connsiteX21" fmla="*/ 23638 w 50208"/>
                <a:gd name="connsiteY21" fmla="*/ 41494 h 111518"/>
                <a:gd name="connsiteX22" fmla="*/ 27781 w 50208"/>
                <a:gd name="connsiteY22" fmla="*/ 47293 h 111518"/>
                <a:gd name="connsiteX23" fmla="*/ 22644 w 50208"/>
                <a:gd name="connsiteY23" fmla="*/ 63864 h 111518"/>
                <a:gd name="connsiteX24" fmla="*/ 12205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08" y="6365"/>
                  </a:moveTo>
                  <a:cubicBezTo>
                    <a:pt x="46008" y="3713"/>
                    <a:pt x="44020" y="68"/>
                    <a:pt x="39380" y="68"/>
                  </a:cubicBezTo>
                  <a:cubicBezTo>
                    <a:pt x="34906" y="68"/>
                    <a:pt x="30101" y="4376"/>
                    <a:pt x="30101" y="9181"/>
                  </a:cubicBezTo>
                  <a:cubicBezTo>
                    <a:pt x="30101" y="11998"/>
                    <a:pt x="32255" y="15478"/>
                    <a:pt x="36729" y="15478"/>
                  </a:cubicBezTo>
                  <a:cubicBezTo>
                    <a:pt x="41534" y="15478"/>
                    <a:pt x="46008" y="10839"/>
                    <a:pt x="46008" y="6365"/>
                  </a:cubicBezTo>
                  <a:close/>
                  <a:moveTo>
                    <a:pt x="12205" y="90542"/>
                  </a:moveTo>
                  <a:cubicBezTo>
                    <a:pt x="11542" y="92696"/>
                    <a:pt x="10713" y="94685"/>
                    <a:pt x="10713" y="97502"/>
                  </a:cubicBezTo>
                  <a:cubicBezTo>
                    <a:pt x="10713" y="105290"/>
                    <a:pt x="17341" y="111587"/>
                    <a:pt x="26455" y="111587"/>
                  </a:cubicBezTo>
                  <a:cubicBezTo>
                    <a:pt x="43026" y="111587"/>
                    <a:pt x="50317" y="88720"/>
                    <a:pt x="50317" y="86234"/>
                  </a:cubicBezTo>
                  <a:cubicBezTo>
                    <a:pt x="50317" y="84080"/>
                    <a:pt x="48162" y="84080"/>
                    <a:pt x="47665" y="84080"/>
                  </a:cubicBezTo>
                  <a:cubicBezTo>
                    <a:pt x="45345" y="84080"/>
                    <a:pt x="45180" y="85074"/>
                    <a:pt x="44517" y="86897"/>
                  </a:cubicBezTo>
                  <a:cubicBezTo>
                    <a:pt x="40706" y="100153"/>
                    <a:pt x="33415" y="106947"/>
                    <a:pt x="26952" y="106947"/>
                  </a:cubicBezTo>
                  <a:cubicBezTo>
                    <a:pt x="23638" y="106947"/>
                    <a:pt x="22810" y="104793"/>
                    <a:pt x="22810" y="101147"/>
                  </a:cubicBezTo>
                  <a:cubicBezTo>
                    <a:pt x="22810" y="97336"/>
                    <a:pt x="23970" y="94188"/>
                    <a:pt x="25461" y="90542"/>
                  </a:cubicBezTo>
                  <a:cubicBezTo>
                    <a:pt x="27118" y="86068"/>
                    <a:pt x="28941" y="81594"/>
                    <a:pt x="30764" y="77286"/>
                  </a:cubicBezTo>
                  <a:cubicBezTo>
                    <a:pt x="32255" y="73309"/>
                    <a:pt x="38220" y="58230"/>
                    <a:pt x="38883" y="56242"/>
                  </a:cubicBezTo>
                  <a:cubicBezTo>
                    <a:pt x="39380" y="54584"/>
                    <a:pt x="39877" y="52596"/>
                    <a:pt x="39877" y="50939"/>
                  </a:cubicBezTo>
                  <a:cubicBezTo>
                    <a:pt x="39877" y="43151"/>
                    <a:pt x="33249" y="36854"/>
                    <a:pt x="24135" y="36854"/>
                  </a:cubicBezTo>
                  <a:cubicBezTo>
                    <a:pt x="7731" y="36854"/>
                    <a:pt x="108" y="59390"/>
                    <a:pt x="108" y="62207"/>
                  </a:cubicBezTo>
                  <a:cubicBezTo>
                    <a:pt x="108" y="64361"/>
                    <a:pt x="2428" y="64361"/>
                    <a:pt x="2925" y="64361"/>
                  </a:cubicBezTo>
                  <a:cubicBezTo>
                    <a:pt x="5245" y="64361"/>
                    <a:pt x="5411" y="63533"/>
                    <a:pt x="5908" y="61710"/>
                  </a:cubicBezTo>
                  <a:cubicBezTo>
                    <a:pt x="10216" y="47459"/>
                    <a:pt x="17507" y="41494"/>
                    <a:pt x="23638" y="41494"/>
                  </a:cubicBezTo>
                  <a:cubicBezTo>
                    <a:pt x="26289" y="41494"/>
                    <a:pt x="27781" y="42819"/>
                    <a:pt x="27781" y="47293"/>
                  </a:cubicBezTo>
                  <a:cubicBezTo>
                    <a:pt x="27781" y="51105"/>
                    <a:pt x="26787" y="53590"/>
                    <a:pt x="22644" y="63864"/>
                  </a:cubicBezTo>
                  <a:lnTo>
                    <a:pt x="12205"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7" name="Freeform: Shape 396">
              <a:extLst>
                <a:ext uri="{FF2B5EF4-FFF2-40B4-BE49-F238E27FC236}">
                  <a16:creationId xmlns:a16="http://schemas.microsoft.com/office/drawing/2014/main" id="{B87EB0E8-B6E9-9725-E62C-3980B8953E04}"/>
                </a:ext>
              </a:extLst>
            </p:cNvPr>
            <p:cNvSpPr/>
            <p:nvPr>
              <p:custDataLst>
                <p:tags r:id="rId58"/>
              </p:custDataLst>
            </p:nvPr>
          </p:nvSpPr>
          <p:spPr>
            <a:xfrm>
              <a:off x="7761116" y="6321289"/>
              <a:ext cx="121674" cy="107234"/>
            </a:xfrm>
            <a:custGeom>
              <a:avLst/>
              <a:gdLst>
                <a:gd name="connsiteX0" fmla="*/ 76099 w 121674"/>
                <a:gd name="connsiteY0" fmla="*/ 91440 h 107234"/>
                <a:gd name="connsiteX1" fmla="*/ 97167 w 121674"/>
                <a:gd name="connsiteY1" fmla="*/ 107301 h 107234"/>
                <a:gd name="connsiteX2" fmla="*/ 114684 w 121674"/>
                <a:gd name="connsiteY2" fmla="*/ 94281 h 107234"/>
                <a:gd name="connsiteX3" fmla="*/ 121786 w 121674"/>
                <a:gd name="connsiteY3" fmla="*/ 70846 h 107234"/>
                <a:gd name="connsiteX4" fmla="*/ 118945 w 121674"/>
                <a:gd name="connsiteY4" fmla="*/ 68478 h 107234"/>
                <a:gd name="connsiteX5" fmla="*/ 115631 w 121674"/>
                <a:gd name="connsiteY5" fmla="*/ 72739 h 107234"/>
                <a:gd name="connsiteX6" fmla="*/ 97877 w 121674"/>
                <a:gd name="connsiteY6" fmla="*/ 102093 h 107234"/>
                <a:gd name="connsiteX7" fmla="*/ 90539 w 121674"/>
                <a:gd name="connsiteY7" fmla="*/ 91204 h 107234"/>
                <a:gd name="connsiteX8" fmla="*/ 95273 w 121674"/>
                <a:gd name="connsiteY8" fmla="*/ 66585 h 107234"/>
                <a:gd name="connsiteX9" fmla="*/ 101901 w 121674"/>
                <a:gd name="connsiteY9" fmla="*/ 41019 h 107234"/>
                <a:gd name="connsiteX10" fmla="*/ 105926 w 121674"/>
                <a:gd name="connsiteY10" fmla="*/ 24922 h 107234"/>
                <a:gd name="connsiteX11" fmla="*/ 109476 w 121674"/>
                <a:gd name="connsiteY11" fmla="*/ 9062 h 107234"/>
                <a:gd name="connsiteX12" fmla="*/ 102612 w 121674"/>
                <a:gd name="connsiteY12" fmla="*/ 2670 h 107234"/>
                <a:gd name="connsiteX13" fmla="*/ 93379 w 121674"/>
                <a:gd name="connsiteY13" fmla="*/ 10955 h 107234"/>
                <a:gd name="connsiteX14" fmla="*/ 75625 w 121674"/>
                <a:gd name="connsiteY14" fmla="*/ 82208 h 107234"/>
                <a:gd name="connsiteX15" fmla="*/ 48639 w 121674"/>
                <a:gd name="connsiteY15" fmla="*/ 102093 h 107234"/>
                <a:gd name="connsiteX16" fmla="*/ 33963 w 121674"/>
                <a:gd name="connsiteY16" fmla="*/ 82682 h 107234"/>
                <a:gd name="connsiteX17" fmla="*/ 46745 w 121674"/>
                <a:gd name="connsiteY17" fmla="*/ 34391 h 107234"/>
                <a:gd name="connsiteX18" fmla="*/ 50770 w 121674"/>
                <a:gd name="connsiteY18" fmla="*/ 19477 h 107234"/>
                <a:gd name="connsiteX19" fmla="*/ 31359 w 121674"/>
                <a:gd name="connsiteY19" fmla="*/ 66 h 107234"/>
                <a:gd name="connsiteX20" fmla="*/ 111 w 121674"/>
                <a:gd name="connsiteY20" fmla="*/ 36521 h 107234"/>
                <a:gd name="connsiteX21" fmla="*/ 2952 w 121674"/>
                <a:gd name="connsiteY21" fmla="*/ 38888 h 107234"/>
                <a:gd name="connsiteX22" fmla="*/ 6740 w 121674"/>
                <a:gd name="connsiteY22" fmla="*/ 34627 h 107234"/>
                <a:gd name="connsiteX23" fmla="*/ 30648 w 121674"/>
                <a:gd name="connsiteY23" fmla="*/ 5274 h 107234"/>
                <a:gd name="connsiteX24" fmla="*/ 36566 w 121674"/>
                <a:gd name="connsiteY24" fmla="*/ 13086 h 107234"/>
                <a:gd name="connsiteX25" fmla="*/ 32542 w 121674"/>
                <a:gd name="connsiteY25" fmla="*/ 29183 h 107234"/>
                <a:gd name="connsiteX26" fmla="*/ 18812 w 121674"/>
                <a:gd name="connsiteY26" fmla="*/ 78894 h 107234"/>
                <a:gd name="connsiteX27" fmla="*/ 47929 w 121674"/>
                <a:gd name="connsiteY27" fmla="*/ 107301 h 107234"/>
                <a:gd name="connsiteX28" fmla="*/ 76099 w 121674"/>
                <a:gd name="connsiteY28" fmla="*/ 91440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674" h="107234">
                  <a:moveTo>
                    <a:pt x="76099" y="91440"/>
                  </a:moveTo>
                  <a:cubicBezTo>
                    <a:pt x="78703" y="101146"/>
                    <a:pt x="86988" y="107301"/>
                    <a:pt x="97167" y="107301"/>
                  </a:cubicBezTo>
                  <a:cubicBezTo>
                    <a:pt x="105452" y="107301"/>
                    <a:pt x="110897" y="101856"/>
                    <a:pt x="114684" y="94281"/>
                  </a:cubicBezTo>
                  <a:cubicBezTo>
                    <a:pt x="118709" y="85759"/>
                    <a:pt x="121786" y="71319"/>
                    <a:pt x="121786" y="70846"/>
                  </a:cubicBezTo>
                  <a:cubicBezTo>
                    <a:pt x="121786" y="68478"/>
                    <a:pt x="119655" y="68478"/>
                    <a:pt x="118945" y="68478"/>
                  </a:cubicBezTo>
                  <a:cubicBezTo>
                    <a:pt x="116578" y="68478"/>
                    <a:pt x="116341" y="69425"/>
                    <a:pt x="115631" y="72739"/>
                  </a:cubicBezTo>
                  <a:cubicBezTo>
                    <a:pt x="112317" y="85996"/>
                    <a:pt x="107819" y="102093"/>
                    <a:pt x="97877" y="102093"/>
                  </a:cubicBezTo>
                  <a:cubicBezTo>
                    <a:pt x="92906" y="102093"/>
                    <a:pt x="90539" y="99015"/>
                    <a:pt x="90539" y="91204"/>
                  </a:cubicBezTo>
                  <a:cubicBezTo>
                    <a:pt x="90539" y="85996"/>
                    <a:pt x="93379" y="74870"/>
                    <a:pt x="95273" y="66585"/>
                  </a:cubicBezTo>
                  <a:lnTo>
                    <a:pt x="101901" y="41019"/>
                  </a:lnTo>
                  <a:cubicBezTo>
                    <a:pt x="102612" y="37468"/>
                    <a:pt x="104979" y="28473"/>
                    <a:pt x="105926" y="24922"/>
                  </a:cubicBezTo>
                  <a:cubicBezTo>
                    <a:pt x="107109" y="19477"/>
                    <a:pt x="109476" y="10482"/>
                    <a:pt x="109476" y="9062"/>
                  </a:cubicBezTo>
                  <a:cubicBezTo>
                    <a:pt x="109476" y="4801"/>
                    <a:pt x="106162" y="2670"/>
                    <a:pt x="102612" y="2670"/>
                  </a:cubicBezTo>
                  <a:cubicBezTo>
                    <a:pt x="101428" y="2670"/>
                    <a:pt x="95273" y="2907"/>
                    <a:pt x="93379" y="10955"/>
                  </a:cubicBezTo>
                  <a:cubicBezTo>
                    <a:pt x="88882" y="28236"/>
                    <a:pt x="78466" y="69662"/>
                    <a:pt x="75625" y="82208"/>
                  </a:cubicBezTo>
                  <a:cubicBezTo>
                    <a:pt x="75389" y="83155"/>
                    <a:pt x="65920" y="102093"/>
                    <a:pt x="48639" y="102093"/>
                  </a:cubicBezTo>
                  <a:cubicBezTo>
                    <a:pt x="36330" y="102093"/>
                    <a:pt x="33963" y="91440"/>
                    <a:pt x="33963" y="82682"/>
                  </a:cubicBezTo>
                  <a:cubicBezTo>
                    <a:pt x="33963" y="69425"/>
                    <a:pt x="40591" y="50724"/>
                    <a:pt x="46745" y="34391"/>
                  </a:cubicBezTo>
                  <a:cubicBezTo>
                    <a:pt x="49586" y="27289"/>
                    <a:pt x="50770" y="23975"/>
                    <a:pt x="50770" y="19477"/>
                  </a:cubicBezTo>
                  <a:cubicBezTo>
                    <a:pt x="50770" y="8825"/>
                    <a:pt x="43195" y="66"/>
                    <a:pt x="31359" y="66"/>
                  </a:cubicBezTo>
                  <a:cubicBezTo>
                    <a:pt x="8870" y="66"/>
                    <a:pt x="111" y="34391"/>
                    <a:pt x="111" y="36521"/>
                  </a:cubicBezTo>
                  <a:cubicBezTo>
                    <a:pt x="111" y="38888"/>
                    <a:pt x="2479" y="38888"/>
                    <a:pt x="2952" y="38888"/>
                  </a:cubicBezTo>
                  <a:cubicBezTo>
                    <a:pt x="5319" y="38888"/>
                    <a:pt x="5556" y="38415"/>
                    <a:pt x="6740" y="34627"/>
                  </a:cubicBezTo>
                  <a:cubicBezTo>
                    <a:pt x="12658" y="14033"/>
                    <a:pt x="21653" y="5274"/>
                    <a:pt x="30648" y="5274"/>
                  </a:cubicBezTo>
                  <a:cubicBezTo>
                    <a:pt x="32779" y="5274"/>
                    <a:pt x="36566" y="5511"/>
                    <a:pt x="36566" y="13086"/>
                  </a:cubicBezTo>
                  <a:cubicBezTo>
                    <a:pt x="36566" y="18767"/>
                    <a:pt x="33963" y="25632"/>
                    <a:pt x="32542" y="29183"/>
                  </a:cubicBezTo>
                  <a:cubicBezTo>
                    <a:pt x="23784" y="52618"/>
                    <a:pt x="18812" y="67295"/>
                    <a:pt x="18812" y="78894"/>
                  </a:cubicBezTo>
                  <a:cubicBezTo>
                    <a:pt x="18812" y="101383"/>
                    <a:pt x="35146" y="107301"/>
                    <a:pt x="47929" y="107301"/>
                  </a:cubicBezTo>
                  <a:cubicBezTo>
                    <a:pt x="63553" y="107301"/>
                    <a:pt x="72075" y="96648"/>
                    <a:pt x="76099" y="9144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8" name="Freeform: Shape 397">
              <a:extLst>
                <a:ext uri="{FF2B5EF4-FFF2-40B4-BE49-F238E27FC236}">
                  <a16:creationId xmlns:a16="http://schemas.microsoft.com/office/drawing/2014/main" id="{B385792A-6D05-B5BD-3C64-4214DBDEBB97}"/>
                </a:ext>
              </a:extLst>
            </p:cNvPr>
            <p:cNvSpPr/>
            <p:nvPr>
              <p:custDataLst>
                <p:tags r:id="rId59"/>
              </p:custDataLst>
            </p:nvPr>
          </p:nvSpPr>
          <p:spPr>
            <a:xfrm>
              <a:off x="7897552" y="6351566"/>
              <a:ext cx="50208" cy="111518"/>
            </a:xfrm>
            <a:custGeom>
              <a:avLst/>
              <a:gdLst>
                <a:gd name="connsiteX0" fmla="*/ 46017 w 50208"/>
                <a:gd name="connsiteY0" fmla="*/ 6365 h 111518"/>
                <a:gd name="connsiteX1" fmla="*/ 39389 w 50208"/>
                <a:gd name="connsiteY1" fmla="*/ 68 h 111518"/>
                <a:gd name="connsiteX2" fmla="*/ 30110 w 50208"/>
                <a:gd name="connsiteY2" fmla="*/ 9181 h 111518"/>
                <a:gd name="connsiteX3" fmla="*/ 36738 w 50208"/>
                <a:gd name="connsiteY3" fmla="*/ 15478 h 111518"/>
                <a:gd name="connsiteX4" fmla="*/ 46017 w 50208"/>
                <a:gd name="connsiteY4" fmla="*/ 6365 h 111518"/>
                <a:gd name="connsiteX5" fmla="*/ 12214 w 50208"/>
                <a:gd name="connsiteY5" fmla="*/ 90542 h 111518"/>
                <a:gd name="connsiteX6" fmla="*/ 10722 w 50208"/>
                <a:gd name="connsiteY6" fmla="*/ 97502 h 111518"/>
                <a:gd name="connsiteX7" fmla="*/ 26464 w 50208"/>
                <a:gd name="connsiteY7" fmla="*/ 111587 h 111518"/>
                <a:gd name="connsiteX8" fmla="*/ 50326 w 50208"/>
                <a:gd name="connsiteY8" fmla="*/ 86234 h 111518"/>
                <a:gd name="connsiteX9" fmla="*/ 47674 w 50208"/>
                <a:gd name="connsiteY9" fmla="*/ 84080 h 111518"/>
                <a:gd name="connsiteX10" fmla="*/ 44526 w 50208"/>
                <a:gd name="connsiteY10" fmla="*/ 86897 h 111518"/>
                <a:gd name="connsiteX11" fmla="*/ 26961 w 50208"/>
                <a:gd name="connsiteY11" fmla="*/ 106947 h 111518"/>
                <a:gd name="connsiteX12" fmla="*/ 22819 w 50208"/>
                <a:gd name="connsiteY12" fmla="*/ 101147 h 111518"/>
                <a:gd name="connsiteX13" fmla="*/ 25470 w 50208"/>
                <a:gd name="connsiteY13" fmla="*/ 90542 h 111518"/>
                <a:gd name="connsiteX14" fmla="*/ 30773 w 50208"/>
                <a:gd name="connsiteY14" fmla="*/ 77286 h 111518"/>
                <a:gd name="connsiteX15" fmla="*/ 38892 w 50208"/>
                <a:gd name="connsiteY15" fmla="*/ 56242 h 111518"/>
                <a:gd name="connsiteX16" fmla="*/ 39886 w 50208"/>
                <a:gd name="connsiteY16" fmla="*/ 50939 h 111518"/>
                <a:gd name="connsiteX17" fmla="*/ 24144 w 50208"/>
                <a:gd name="connsiteY17" fmla="*/ 36854 h 111518"/>
                <a:gd name="connsiteX18" fmla="*/ 117 w 50208"/>
                <a:gd name="connsiteY18" fmla="*/ 62207 h 111518"/>
                <a:gd name="connsiteX19" fmla="*/ 2934 w 50208"/>
                <a:gd name="connsiteY19" fmla="*/ 64361 h 111518"/>
                <a:gd name="connsiteX20" fmla="*/ 5917 w 50208"/>
                <a:gd name="connsiteY20" fmla="*/ 61710 h 111518"/>
                <a:gd name="connsiteX21" fmla="*/ 23647 w 50208"/>
                <a:gd name="connsiteY21" fmla="*/ 41494 h 111518"/>
                <a:gd name="connsiteX22" fmla="*/ 27790 w 50208"/>
                <a:gd name="connsiteY22" fmla="*/ 47293 h 111518"/>
                <a:gd name="connsiteX23" fmla="*/ 22653 w 50208"/>
                <a:gd name="connsiteY23" fmla="*/ 63864 h 111518"/>
                <a:gd name="connsiteX24" fmla="*/ 12214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17" y="6365"/>
                  </a:moveTo>
                  <a:cubicBezTo>
                    <a:pt x="46017" y="3713"/>
                    <a:pt x="44029" y="68"/>
                    <a:pt x="39389" y="68"/>
                  </a:cubicBezTo>
                  <a:cubicBezTo>
                    <a:pt x="34915" y="68"/>
                    <a:pt x="30110" y="4376"/>
                    <a:pt x="30110" y="9181"/>
                  </a:cubicBezTo>
                  <a:cubicBezTo>
                    <a:pt x="30110" y="11998"/>
                    <a:pt x="32264" y="15478"/>
                    <a:pt x="36738" y="15478"/>
                  </a:cubicBezTo>
                  <a:cubicBezTo>
                    <a:pt x="41543" y="15478"/>
                    <a:pt x="46017" y="10839"/>
                    <a:pt x="46017" y="6365"/>
                  </a:cubicBezTo>
                  <a:close/>
                  <a:moveTo>
                    <a:pt x="12214" y="90542"/>
                  </a:moveTo>
                  <a:cubicBezTo>
                    <a:pt x="11551" y="92696"/>
                    <a:pt x="10722" y="94685"/>
                    <a:pt x="10722" y="97502"/>
                  </a:cubicBezTo>
                  <a:cubicBezTo>
                    <a:pt x="10722" y="105290"/>
                    <a:pt x="17350" y="111587"/>
                    <a:pt x="26464" y="111587"/>
                  </a:cubicBezTo>
                  <a:cubicBezTo>
                    <a:pt x="43035" y="111587"/>
                    <a:pt x="50326" y="88720"/>
                    <a:pt x="50326" y="86234"/>
                  </a:cubicBezTo>
                  <a:cubicBezTo>
                    <a:pt x="50326" y="84080"/>
                    <a:pt x="48171" y="84080"/>
                    <a:pt x="47674" y="84080"/>
                  </a:cubicBezTo>
                  <a:cubicBezTo>
                    <a:pt x="45355" y="84080"/>
                    <a:pt x="45189" y="85074"/>
                    <a:pt x="44526" y="86897"/>
                  </a:cubicBezTo>
                  <a:cubicBezTo>
                    <a:pt x="40715" y="100153"/>
                    <a:pt x="33424" y="106947"/>
                    <a:pt x="26961" y="106947"/>
                  </a:cubicBezTo>
                  <a:cubicBezTo>
                    <a:pt x="23647" y="106947"/>
                    <a:pt x="22819" y="104793"/>
                    <a:pt x="22819" y="101147"/>
                  </a:cubicBezTo>
                  <a:cubicBezTo>
                    <a:pt x="22819" y="97336"/>
                    <a:pt x="23979" y="94188"/>
                    <a:pt x="25470" y="90542"/>
                  </a:cubicBezTo>
                  <a:cubicBezTo>
                    <a:pt x="27127" y="86068"/>
                    <a:pt x="28950" y="81594"/>
                    <a:pt x="30773" y="77286"/>
                  </a:cubicBezTo>
                  <a:cubicBezTo>
                    <a:pt x="32264" y="73309"/>
                    <a:pt x="38229" y="58230"/>
                    <a:pt x="38892" y="56242"/>
                  </a:cubicBezTo>
                  <a:cubicBezTo>
                    <a:pt x="39389" y="54584"/>
                    <a:pt x="39886" y="52596"/>
                    <a:pt x="39886" y="50939"/>
                  </a:cubicBezTo>
                  <a:cubicBezTo>
                    <a:pt x="39886" y="43151"/>
                    <a:pt x="33258" y="36854"/>
                    <a:pt x="24144" y="36854"/>
                  </a:cubicBezTo>
                  <a:cubicBezTo>
                    <a:pt x="7740" y="36854"/>
                    <a:pt x="117" y="59390"/>
                    <a:pt x="117" y="62207"/>
                  </a:cubicBezTo>
                  <a:cubicBezTo>
                    <a:pt x="117" y="64361"/>
                    <a:pt x="2437" y="64361"/>
                    <a:pt x="2934" y="64361"/>
                  </a:cubicBezTo>
                  <a:cubicBezTo>
                    <a:pt x="5254" y="64361"/>
                    <a:pt x="5420" y="63533"/>
                    <a:pt x="5917" y="61710"/>
                  </a:cubicBezTo>
                  <a:cubicBezTo>
                    <a:pt x="10225" y="47459"/>
                    <a:pt x="17516" y="41494"/>
                    <a:pt x="23647" y="41494"/>
                  </a:cubicBezTo>
                  <a:cubicBezTo>
                    <a:pt x="26298" y="41494"/>
                    <a:pt x="27790" y="42819"/>
                    <a:pt x="27790" y="47293"/>
                  </a:cubicBezTo>
                  <a:cubicBezTo>
                    <a:pt x="27790" y="51105"/>
                    <a:pt x="26796" y="53590"/>
                    <a:pt x="22653" y="63864"/>
                  </a:cubicBezTo>
                  <a:lnTo>
                    <a:pt x="1221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9" name="Freeform: Shape 398">
              <a:extLst>
                <a:ext uri="{FF2B5EF4-FFF2-40B4-BE49-F238E27FC236}">
                  <a16:creationId xmlns:a16="http://schemas.microsoft.com/office/drawing/2014/main" id="{F1C008D1-A47E-F391-624E-5C20FBF371E6}"/>
                </a:ext>
              </a:extLst>
            </p:cNvPr>
            <p:cNvSpPr/>
            <p:nvPr>
              <p:custDataLst>
                <p:tags r:id="rId60"/>
              </p:custDataLst>
            </p:nvPr>
          </p:nvSpPr>
          <p:spPr>
            <a:xfrm>
              <a:off x="7982068" y="6248380"/>
              <a:ext cx="54919" cy="236720"/>
            </a:xfrm>
            <a:custGeom>
              <a:avLst/>
              <a:gdLst>
                <a:gd name="connsiteX0" fmla="*/ 55040 w 54919"/>
                <a:gd name="connsiteY0" fmla="*/ 118426 h 236720"/>
                <a:gd name="connsiteX1" fmla="*/ 39416 w 54919"/>
                <a:gd name="connsiteY1" fmla="*/ 44570 h 236720"/>
                <a:gd name="connsiteX2" fmla="*/ 2488 w 54919"/>
                <a:gd name="connsiteY2" fmla="*/ 66 h 236720"/>
                <a:gd name="connsiteX3" fmla="*/ 120 w 54919"/>
                <a:gd name="connsiteY3" fmla="*/ 2433 h 236720"/>
                <a:gd name="connsiteX4" fmla="*/ 4618 w 54919"/>
                <a:gd name="connsiteY4" fmla="*/ 7878 h 236720"/>
                <a:gd name="connsiteX5" fmla="*/ 41310 w 54919"/>
                <a:gd name="connsiteY5" fmla="*/ 118426 h 236720"/>
                <a:gd name="connsiteX6" fmla="*/ 3198 w 54919"/>
                <a:gd name="connsiteY6" fmla="*/ 230395 h 236720"/>
                <a:gd name="connsiteX7" fmla="*/ 120 w 54919"/>
                <a:gd name="connsiteY7" fmla="*/ 234419 h 236720"/>
                <a:gd name="connsiteX8" fmla="*/ 2488 w 54919"/>
                <a:gd name="connsiteY8" fmla="*/ 236787 h 236720"/>
                <a:gd name="connsiteX9" fmla="*/ 40126 w 54919"/>
                <a:gd name="connsiteY9" fmla="*/ 190626 h 236720"/>
                <a:gd name="connsiteX10" fmla="*/ 55040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40" y="118426"/>
                  </a:moveTo>
                  <a:cubicBezTo>
                    <a:pt x="55040" y="99962"/>
                    <a:pt x="52436" y="71319"/>
                    <a:pt x="39416" y="44570"/>
                  </a:cubicBezTo>
                  <a:cubicBezTo>
                    <a:pt x="25213" y="15453"/>
                    <a:pt x="4855" y="66"/>
                    <a:pt x="2488" y="66"/>
                  </a:cubicBezTo>
                  <a:cubicBezTo>
                    <a:pt x="1067" y="66"/>
                    <a:pt x="120" y="1013"/>
                    <a:pt x="120" y="2433"/>
                  </a:cubicBezTo>
                  <a:cubicBezTo>
                    <a:pt x="120" y="3144"/>
                    <a:pt x="120" y="3617"/>
                    <a:pt x="4618" y="7878"/>
                  </a:cubicBezTo>
                  <a:cubicBezTo>
                    <a:pt x="27817" y="31313"/>
                    <a:pt x="41310" y="68952"/>
                    <a:pt x="41310" y="118426"/>
                  </a:cubicBezTo>
                  <a:cubicBezTo>
                    <a:pt x="41310" y="158906"/>
                    <a:pt x="32551" y="200568"/>
                    <a:pt x="3198" y="230395"/>
                  </a:cubicBezTo>
                  <a:cubicBezTo>
                    <a:pt x="120" y="233236"/>
                    <a:pt x="120" y="233709"/>
                    <a:pt x="120" y="234419"/>
                  </a:cubicBezTo>
                  <a:cubicBezTo>
                    <a:pt x="120" y="235840"/>
                    <a:pt x="1067" y="236787"/>
                    <a:pt x="2488" y="236787"/>
                  </a:cubicBezTo>
                  <a:cubicBezTo>
                    <a:pt x="4855" y="236787"/>
                    <a:pt x="26160" y="220690"/>
                    <a:pt x="40126" y="190626"/>
                  </a:cubicBezTo>
                  <a:cubicBezTo>
                    <a:pt x="52199" y="164587"/>
                    <a:pt x="55040" y="138311"/>
                    <a:pt x="55040"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0" name="Freeform: Shape 399">
              <a:extLst>
                <a:ext uri="{FF2B5EF4-FFF2-40B4-BE49-F238E27FC236}">
                  <a16:creationId xmlns:a16="http://schemas.microsoft.com/office/drawing/2014/main" id="{8AE8983E-6622-2141-A6F5-4E5572527F8A}"/>
                </a:ext>
              </a:extLst>
            </p:cNvPr>
            <p:cNvSpPr/>
            <p:nvPr>
              <p:custDataLst>
                <p:tags r:id="rId61"/>
              </p:custDataLst>
            </p:nvPr>
          </p:nvSpPr>
          <p:spPr>
            <a:xfrm>
              <a:off x="8139644" y="6339044"/>
              <a:ext cx="157419" cy="55392"/>
            </a:xfrm>
            <a:custGeom>
              <a:avLst/>
              <a:gdLst>
                <a:gd name="connsiteX0" fmla="*/ 149498 w 157419"/>
                <a:gd name="connsiteY0" fmla="*/ 9535 h 55392"/>
                <a:gd name="connsiteX1" fmla="*/ 157546 w 157419"/>
                <a:gd name="connsiteY1" fmla="*/ 4801 h 55392"/>
                <a:gd name="connsiteX2" fmla="*/ 149735 w 157419"/>
                <a:gd name="connsiteY2" fmla="*/ 66 h 55392"/>
                <a:gd name="connsiteX3" fmla="*/ 7939 w 157419"/>
                <a:gd name="connsiteY3" fmla="*/ 66 h 55392"/>
                <a:gd name="connsiteX4" fmla="*/ 127 w 157419"/>
                <a:gd name="connsiteY4" fmla="*/ 4801 h 55392"/>
                <a:gd name="connsiteX5" fmla="*/ 8176 w 157419"/>
                <a:gd name="connsiteY5" fmla="*/ 9535 h 55392"/>
                <a:gd name="connsiteX6" fmla="*/ 149498 w 157419"/>
                <a:gd name="connsiteY6" fmla="*/ 9535 h 55392"/>
                <a:gd name="connsiteX7" fmla="*/ 149735 w 157419"/>
                <a:gd name="connsiteY7" fmla="*/ 55459 h 55392"/>
                <a:gd name="connsiteX8" fmla="*/ 157546 w 157419"/>
                <a:gd name="connsiteY8" fmla="*/ 50724 h 55392"/>
                <a:gd name="connsiteX9" fmla="*/ 149498 w 157419"/>
                <a:gd name="connsiteY9" fmla="*/ 45990 h 55392"/>
                <a:gd name="connsiteX10" fmla="*/ 8176 w 157419"/>
                <a:gd name="connsiteY10" fmla="*/ 45990 h 55392"/>
                <a:gd name="connsiteX11" fmla="*/ 127 w 157419"/>
                <a:gd name="connsiteY11" fmla="*/ 50724 h 55392"/>
                <a:gd name="connsiteX12" fmla="*/ 7939 w 157419"/>
                <a:gd name="connsiteY12" fmla="*/ 55459 h 55392"/>
                <a:gd name="connsiteX13" fmla="*/ 149735 w 157419"/>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5392">
                  <a:moveTo>
                    <a:pt x="149498" y="9535"/>
                  </a:moveTo>
                  <a:cubicBezTo>
                    <a:pt x="153049" y="9535"/>
                    <a:pt x="157546" y="9535"/>
                    <a:pt x="157546" y="4801"/>
                  </a:cubicBezTo>
                  <a:cubicBezTo>
                    <a:pt x="157546" y="66"/>
                    <a:pt x="153049" y="66"/>
                    <a:pt x="149735" y="66"/>
                  </a:cubicBezTo>
                  <a:lnTo>
                    <a:pt x="7939" y="66"/>
                  </a:lnTo>
                  <a:cubicBezTo>
                    <a:pt x="4625" y="66"/>
                    <a:pt x="127" y="66"/>
                    <a:pt x="127" y="4801"/>
                  </a:cubicBezTo>
                  <a:cubicBezTo>
                    <a:pt x="127" y="9535"/>
                    <a:pt x="4625" y="9535"/>
                    <a:pt x="8176" y="9535"/>
                  </a:cubicBezTo>
                  <a:lnTo>
                    <a:pt x="149498" y="9535"/>
                  </a:lnTo>
                  <a:close/>
                  <a:moveTo>
                    <a:pt x="149735" y="55459"/>
                  </a:moveTo>
                  <a:cubicBezTo>
                    <a:pt x="153049" y="55459"/>
                    <a:pt x="157546" y="55459"/>
                    <a:pt x="157546" y="50724"/>
                  </a:cubicBezTo>
                  <a:cubicBezTo>
                    <a:pt x="157546" y="45990"/>
                    <a:pt x="153049" y="45990"/>
                    <a:pt x="149498" y="45990"/>
                  </a:cubicBezTo>
                  <a:lnTo>
                    <a:pt x="8176" y="45990"/>
                  </a:lnTo>
                  <a:cubicBezTo>
                    <a:pt x="4625" y="45990"/>
                    <a:pt x="127" y="45990"/>
                    <a:pt x="127" y="50724"/>
                  </a:cubicBezTo>
                  <a:cubicBezTo>
                    <a:pt x="127" y="55459"/>
                    <a:pt x="4625" y="55459"/>
                    <a:pt x="7939" y="55459"/>
                  </a:cubicBezTo>
                  <a:lnTo>
                    <a:pt x="149735"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1" name="Freeform: Shape 400">
              <a:extLst>
                <a:ext uri="{FF2B5EF4-FFF2-40B4-BE49-F238E27FC236}">
                  <a16:creationId xmlns:a16="http://schemas.microsoft.com/office/drawing/2014/main" id="{0673FD67-8CA9-0FDC-0757-1BAA1F845E0F}"/>
                </a:ext>
              </a:extLst>
            </p:cNvPr>
            <p:cNvSpPr/>
            <p:nvPr>
              <p:custDataLst>
                <p:tags r:id="rId62"/>
              </p:custDataLst>
            </p:nvPr>
          </p:nvSpPr>
          <p:spPr>
            <a:xfrm>
              <a:off x="8434056" y="6222688"/>
              <a:ext cx="60316" cy="110027"/>
            </a:xfrm>
            <a:custGeom>
              <a:avLst/>
              <a:gdLst>
                <a:gd name="connsiteX0" fmla="*/ 37589 w 60316"/>
                <a:gd name="connsiteY0" fmla="*/ 4702 h 110027"/>
                <a:gd name="connsiteX1" fmla="*/ 32617 w 60316"/>
                <a:gd name="connsiteY1" fmla="*/ 62 h 110027"/>
                <a:gd name="connsiteX2" fmla="*/ 139 w 60316"/>
                <a:gd name="connsiteY2" fmla="*/ 10667 h 110027"/>
                <a:gd name="connsiteX3" fmla="*/ 139 w 60316"/>
                <a:gd name="connsiteY3" fmla="*/ 16633 h 110027"/>
                <a:gd name="connsiteX4" fmla="*/ 24166 w 60316"/>
                <a:gd name="connsiteY4" fmla="*/ 11993 h 110027"/>
                <a:gd name="connsiteX5" fmla="*/ 24166 w 60316"/>
                <a:gd name="connsiteY5" fmla="*/ 96502 h 110027"/>
                <a:gd name="connsiteX6" fmla="*/ 7596 w 60316"/>
                <a:gd name="connsiteY6" fmla="*/ 104125 h 110027"/>
                <a:gd name="connsiteX7" fmla="*/ 1299 w 60316"/>
                <a:gd name="connsiteY7" fmla="*/ 104125 h 110027"/>
                <a:gd name="connsiteX8" fmla="*/ 1299 w 60316"/>
                <a:gd name="connsiteY8" fmla="*/ 110090 h 110027"/>
                <a:gd name="connsiteX9" fmla="*/ 30795 w 60316"/>
                <a:gd name="connsiteY9" fmla="*/ 109427 h 110027"/>
                <a:gd name="connsiteX10" fmla="*/ 60456 w 60316"/>
                <a:gd name="connsiteY10" fmla="*/ 110090 h 110027"/>
                <a:gd name="connsiteX11" fmla="*/ 60456 w 60316"/>
                <a:gd name="connsiteY11" fmla="*/ 104125 h 110027"/>
                <a:gd name="connsiteX12" fmla="*/ 54159 w 60316"/>
                <a:gd name="connsiteY12" fmla="*/ 104125 h 110027"/>
                <a:gd name="connsiteX13" fmla="*/ 37589 w 60316"/>
                <a:gd name="connsiteY13" fmla="*/ 96502 h 110027"/>
                <a:gd name="connsiteX14" fmla="*/ 37589 w 60316"/>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89" y="4702"/>
                  </a:moveTo>
                  <a:cubicBezTo>
                    <a:pt x="37589" y="228"/>
                    <a:pt x="37257" y="62"/>
                    <a:pt x="32617" y="62"/>
                  </a:cubicBezTo>
                  <a:cubicBezTo>
                    <a:pt x="22012" y="10502"/>
                    <a:pt x="6933" y="10667"/>
                    <a:pt x="139" y="10667"/>
                  </a:cubicBezTo>
                  <a:lnTo>
                    <a:pt x="139" y="16633"/>
                  </a:lnTo>
                  <a:cubicBezTo>
                    <a:pt x="4116" y="16633"/>
                    <a:pt x="15053" y="16633"/>
                    <a:pt x="24166" y="11993"/>
                  </a:cubicBezTo>
                  <a:lnTo>
                    <a:pt x="24166" y="96502"/>
                  </a:lnTo>
                  <a:cubicBezTo>
                    <a:pt x="24166" y="101970"/>
                    <a:pt x="24166" y="104125"/>
                    <a:pt x="7596" y="104125"/>
                  </a:cubicBezTo>
                  <a:lnTo>
                    <a:pt x="1299" y="104125"/>
                  </a:lnTo>
                  <a:lnTo>
                    <a:pt x="1299" y="110090"/>
                  </a:lnTo>
                  <a:cubicBezTo>
                    <a:pt x="4282" y="109924"/>
                    <a:pt x="24664" y="109427"/>
                    <a:pt x="30795" y="109427"/>
                  </a:cubicBezTo>
                  <a:cubicBezTo>
                    <a:pt x="35932" y="109427"/>
                    <a:pt x="56810" y="109924"/>
                    <a:pt x="60456" y="110090"/>
                  </a:cubicBezTo>
                  <a:lnTo>
                    <a:pt x="60456" y="104125"/>
                  </a:lnTo>
                  <a:lnTo>
                    <a:pt x="54159" y="104125"/>
                  </a:lnTo>
                  <a:cubicBezTo>
                    <a:pt x="37589" y="104125"/>
                    <a:pt x="37589" y="101970"/>
                    <a:pt x="37589" y="96502"/>
                  </a:cubicBezTo>
                  <a:lnTo>
                    <a:pt x="37589"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2" name="Freeform: Shape 401">
              <a:extLst>
                <a:ext uri="{FF2B5EF4-FFF2-40B4-BE49-F238E27FC236}">
                  <a16:creationId xmlns:a16="http://schemas.microsoft.com/office/drawing/2014/main" id="{426C963A-EA25-8B0D-1B8A-AC93A340226C}"/>
                </a:ext>
              </a:extLst>
            </p:cNvPr>
            <p:cNvSpPr/>
            <p:nvPr>
              <p:custDataLst>
                <p:tags r:id="rId63"/>
              </p:custDataLst>
            </p:nvPr>
          </p:nvSpPr>
          <p:spPr>
            <a:xfrm>
              <a:off x="8404665" y="6362005"/>
              <a:ext cx="117018" cy="9468"/>
            </a:xfrm>
            <a:custGeom>
              <a:avLst/>
              <a:gdLst>
                <a:gd name="connsiteX0" fmla="*/ 0 w 117018"/>
                <a:gd name="connsiteY0" fmla="*/ 0 h 9468"/>
                <a:gd name="connsiteX1" fmla="*/ 117019 w 117018"/>
                <a:gd name="connsiteY1" fmla="*/ 0 h 9468"/>
                <a:gd name="connsiteX2" fmla="*/ 117019 w 117018"/>
                <a:gd name="connsiteY2" fmla="*/ 9468 h 9468"/>
                <a:gd name="connsiteX3" fmla="*/ 0 w 117018"/>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018" h="9468">
                  <a:moveTo>
                    <a:pt x="0" y="0"/>
                  </a:moveTo>
                  <a:lnTo>
                    <a:pt x="117019" y="0"/>
                  </a:lnTo>
                  <a:lnTo>
                    <a:pt x="117019"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3" name="Freeform: Shape 402">
              <a:extLst>
                <a:ext uri="{FF2B5EF4-FFF2-40B4-BE49-F238E27FC236}">
                  <a16:creationId xmlns:a16="http://schemas.microsoft.com/office/drawing/2014/main" id="{EB900A89-636C-6E04-A19C-3BD0C6D707B6}"/>
                </a:ext>
              </a:extLst>
            </p:cNvPr>
            <p:cNvSpPr/>
            <p:nvPr>
              <p:custDataLst>
                <p:tags r:id="rId64"/>
              </p:custDataLst>
            </p:nvPr>
          </p:nvSpPr>
          <p:spPr>
            <a:xfrm>
              <a:off x="8412453" y="6434475"/>
              <a:ext cx="101245" cy="74732"/>
            </a:xfrm>
            <a:custGeom>
              <a:avLst/>
              <a:gdLst>
                <a:gd name="connsiteX0" fmla="*/ 12567 w 101245"/>
                <a:gd name="connsiteY0" fmla="*/ 62706 h 74732"/>
                <a:gd name="connsiteX1" fmla="*/ 10910 w 101245"/>
                <a:gd name="connsiteY1" fmla="*/ 69500 h 74732"/>
                <a:gd name="connsiteX2" fmla="*/ 16544 w 101245"/>
                <a:gd name="connsiteY2" fmla="*/ 74802 h 74732"/>
                <a:gd name="connsiteX3" fmla="*/ 23006 w 101245"/>
                <a:gd name="connsiteY3" fmla="*/ 71157 h 74732"/>
                <a:gd name="connsiteX4" fmla="*/ 25989 w 101245"/>
                <a:gd name="connsiteY4" fmla="*/ 60883 h 74732"/>
                <a:gd name="connsiteX5" fmla="*/ 29634 w 101245"/>
                <a:gd name="connsiteY5" fmla="*/ 45970 h 74732"/>
                <a:gd name="connsiteX6" fmla="*/ 32451 w 101245"/>
                <a:gd name="connsiteY6" fmla="*/ 34868 h 74732"/>
                <a:gd name="connsiteX7" fmla="*/ 39411 w 101245"/>
                <a:gd name="connsiteY7" fmla="*/ 19954 h 74732"/>
                <a:gd name="connsiteX8" fmla="*/ 64266 w 101245"/>
                <a:gd name="connsiteY8" fmla="*/ 4709 h 74732"/>
                <a:gd name="connsiteX9" fmla="*/ 74043 w 101245"/>
                <a:gd name="connsiteY9" fmla="*/ 16309 h 74732"/>
                <a:gd name="connsiteX10" fmla="*/ 64266 w 101245"/>
                <a:gd name="connsiteY10" fmla="*/ 51604 h 74732"/>
                <a:gd name="connsiteX11" fmla="*/ 61781 w 101245"/>
                <a:gd name="connsiteY11" fmla="*/ 60552 h 74732"/>
                <a:gd name="connsiteX12" fmla="*/ 77523 w 101245"/>
                <a:gd name="connsiteY12" fmla="*/ 74802 h 74732"/>
                <a:gd name="connsiteX13" fmla="*/ 101384 w 101245"/>
                <a:gd name="connsiteY13" fmla="*/ 49450 h 74732"/>
                <a:gd name="connsiteX14" fmla="*/ 98733 w 101245"/>
                <a:gd name="connsiteY14" fmla="*/ 47295 h 74732"/>
                <a:gd name="connsiteX15" fmla="*/ 95585 w 101245"/>
                <a:gd name="connsiteY15" fmla="*/ 50112 h 74732"/>
                <a:gd name="connsiteX16" fmla="*/ 78020 w 101245"/>
                <a:gd name="connsiteY16" fmla="*/ 70163 h 74732"/>
                <a:gd name="connsiteX17" fmla="*/ 73877 w 101245"/>
                <a:gd name="connsiteY17" fmla="*/ 64363 h 74732"/>
                <a:gd name="connsiteX18" fmla="*/ 77689 w 101245"/>
                <a:gd name="connsiteY18" fmla="*/ 50941 h 74732"/>
                <a:gd name="connsiteX19" fmla="*/ 86471 w 101245"/>
                <a:gd name="connsiteY19" fmla="*/ 18960 h 74732"/>
                <a:gd name="connsiteX20" fmla="*/ 64929 w 101245"/>
                <a:gd name="connsiteY20" fmla="*/ 70 h 74732"/>
                <a:gd name="connsiteX21" fmla="*/ 36925 w 101245"/>
                <a:gd name="connsiteY21" fmla="*/ 15149 h 74732"/>
                <a:gd name="connsiteX22" fmla="*/ 19195 w 101245"/>
                <a:gd name="connsiteY22" fmla="*/ 70 h 74732"/>
                <a:gd name="connsiteX23" fmla="*/ 6104 w 101245"/>
                <a:gd name="connsiteY23" fmla="*/ 9018 h 74732"/>
                <a:gd name="connsiteX24" fmla="*/ 139 w 101245"/>
                <a:gd name="connsiteY24" fmla="*/ 25422 h 74732"/>
                <a:gd name="connsiteX25" fmla="*/ 2956 w 101245"/>
                <a:gd name="connsiteY25" fmla="*/ 27577 h 74732"/>
                <a:gd name="connsiteX26" fmla="*/ 6601 w 101245"/>
                <a:gd name="connsiteY26" fmla="*/ 22605 h 74732"/>
                <a:gd name="connsiteX27" fmla="*/ 18698 w 101245"/>
                <a:gd name="connsiteY27" fmla="*/ 4709 h 74732"/>
                <a:gd name="connsiteX28" fmla="*/ 24166 w 101245"/>
                <a:gd name="connsiteY28" fmla="*/ 12829 h 74732"/>
                <a:gd name="connsiteX29" fmla="*/ 21515 w 101245"/>
                <a:gd name="connsiteY29" fmla="*/ 26582 h 74732"/>
                <a:gd name="connsiteX30" fmla="*/ 17869 w 101245"/>
                <a:gd name="connsiteY30" fmla="*/ 41496 h 74732"/>
                <a:gd name="connsiteX31" fmla="*/ 12567 w 10124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67" y="62706"/>
                  </a:moveTo>
                  <a:cubicBezTo>
                    <a:pt x="11904" y="64860"/>
                    <a:pt x="10910" y="69003"/>
                    <a:pt x="10910" y="69500"/>
                  </a:cubicBezTo>
                  <a:cubicBezTo>
                    <a:pt x="10910" y="73145"/>
                    <a:pt x="13892" y="74802"/>
                    <a:pt x="16544" y="74802"/>
                  </a:cubicBezTo>
                  <a:cubicBezTo>
                    <a:pt x="19526" y="74802"/>
                    <a:pt x="22178" y="72648"/>
                    <a:pt x="23006" y="71157"/>
                  </a:cubicBezTo>
                  <a:cubicBezTo>
                    <a:pt x="23835" y="69666"/>
                    <a:pt x="25160" y="64363"/>
                    <a:pt x="25989" y="60883"/>
                  </a:cubicBezTo>
                  <a:cubicBezTo>
                    <a:pt x="26817" y="57735"/>
                    <a:pt x="28640" y="50112"/>
                    <a:pt x="29634" y="45970"/>
                  </a:cubicBezTo>
                  <a:cubicBezTo>
                    <a:pt x="30628" y="42324"/>
                    <a:pt x="31623" y="38679"/>
                    <a:pt x="32451" y="34868"/>
                  </a:cubicBezTo>
                  <a:cubicBezTo>
                    <a:pt x="34274" y="28074"/>
                    <a:pt x="34605" y="26748"/>
                    <a:pt x="39411" y="19954"/>
                  </a:cubicBezTo>
                  <a:cubicBezTo>
                    <a:pt x="44051" y="13326"/>
                    <a:pt x="51839" y="4709"/>
                    <a:pt x="64266" y="4709"/>
                  </a:cubicBezTo>
                  <a:cubicBezTo>
                    <a:pt x="73877" y="4709"/>
                    <a:pt x="74043" y="13160"/>
                    <a:pt x="74043" y="16309"/>
                  </a:cubicBezTo>
                  <a:cubicBezTo>
                    <a:pt x="74043" y="26251"/>
                    <a:pt x="66918" y="44644"/>
                    <a:pt x="64266" y="51604"/>
                  </a:cubicBezTo>
                  <a:cubicBezTo>
                    <a:pt x="62444" y="56243"/>
                    <a:pt x="61781" y="57735"/>
                    <a:pt x="61781" y="60552"/>
                  </a:cubicBezTo>
                  <a:cubicBezTo>
                    <a:pt x="61781" y="69334"/>
                    <a:pt x="69072" y="74802"/>
                    <a:pt x="77523" y="74802"/>
                  </a:cubicBezTo>
                  <a:cubicBezTo>
                    <a:pt x="94093" y="74802"/>
                    <a:pt x="101384" y="51935"/>
                    <a:pt x="101384" y="49450"/>
                  </a:cubicBezTo>
                  <a:cubicBezTo>
                    <a:pt x="101384" y="47295"/>
                    <a:pt x="99230" y="47295"/>
                    <a:pt x="98733" y="47295"/>
                  </a:cubicBezTo>
                  <a:cubicBezTo>
                    <a:pt x="96413" y="47295"/>
                    <a:pt x="96247" y="48290"/>
                    <a:pt x="95585" y="50112"/>
                  </a:cubicBezTo>
                  <a:cubicBezTo>
                    <a:pt x="91773" y="63369"/>
                    <a:pt x="84648" y="70163"/>
                    <a:pt x="78020" y="70163"/>
                  </a:cubicBezTo>
                  <a:cubicBezTo>
                    <a:pt x="74540" y="70163"/>
                    <a:pt x="73877" y="67843"/>
                    <a:pt x="73877" y="64363"/>
                  </a:cubicBezTo>
                  <a:cubicBezTo>
                    <a:pt x="73877" y="60552"/>
                    <a:pt x="74706" y="58398"/>
                    <a:pt x="77689" y="50941"/>
                  </a:cubicBezTo>
                  <a:cubicBezTo>
                    <a:pt x="79677" y="45804"/>
                    <a:pt x="86471" y="28239"/>
                    <a:pt x="86471" y="18960"/>
                  </a:cubicBezTo>
                  <a:cubicBezTo>
                    <a:pt x="86471" y="2887"/>
                    <a:pt x="73712" y="70"/>
                    <a:pt x="64929" y="70"/>
                  </a:cubicBezTo>
                  <a:cubicBezTo>
                    <a:pt x="51176" y="70"/>
                    <a:pt x="41896" y="8521"/>
                    <a:pt x="36925" y="15149"/>
                  </a:cubicBezTo>
                  <a:cubicBezTo>
                    <a:pt x="35765" y="3715"/>
                    <a:pt x="25989" y="70"/>
                    <a:pt x="19195" y="70"/>
                  </a:cubicBezTo>
                  <a:cubicBezTo>
                    <a:pt x="12070" y="70"/>
                    <a:pt x="8258" y="5207"/>
                    <a:pt x="6104" y="9018"/>
                  </a:cubicBezTo>
                  <a:cubicBezTo>
                    <a:pt x="2459" y="15149"/>
                    <a:pt x="139" y="24594"/>
                    <a:pt x="139" y="25422"/>
                  </a:cubicBezTo>
                  <a:cubicBezTo>
                    <a:pt x="139" y="27577"/>
                    <a:pt x="2459" y="27577"/>
                    <a:pt x="2956" y="27577"/>
                  </a:cubicBezTo>
                  <a:cubicBezTo>
                    <a:pt x="5276" y="27577"/>
                    <a:pt x="5441" y="27079"/>
                    <a:pt x="6601" y="22605"/>
                  </a:cubicBezTo>
                  <a:cubicBezTo>
                    <a:pt x="9087" y="12829"/>
                    <a:pt x="12235" y="4709"/>
                    <a:pt x="18698" y="4709"/>
                  </a:cubicBezTo>
                  <a:cubicBezTo>
                    <a:pt x="23006" y="4709"/>
                    <a:pt x="24166" y="8355"/>
                    <a:pt x="24166" y="12829"/>
                  </a:cubicBezTo>
                  <a:cubicBezTo>
                    <a:pt x="24166" y="15977"/>
                    <a:pt x="22675" y="22108"/>
                    <a:pt x="21515" y="26582"/>
                  </a:cubicBezTo>
                  <a:cubicBezTo>
                    <a:pt x="20355" y="31056"/>
                    <a:pt x="18698" y="37850"/>
                    <a:pt x="17869" y="41496"/>
                  </a:cubicBezTo>
                  <a:lnTo>
                    <a:pt x="1256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4" name="Freeform: Shape 403">
              <a:extLst>
                <a:ext uri="{FF2B5EF4-FFF2-40B4-BE49-F238E27FC236}">
                  <a16:creationId xmlns:a16="http://schemas.microsoft.com/office/drawing/2014/main" id="{08051260-2331-3535-D021-7DEF43822540}"/>
                </a:ext>
              </a:extLst>
            </p:cNvPr>
            <p:cNvSpPr/>
            <p:nvPr>
              <p:custDataLst>
                <p:tags r:id="rId65"/>
              </p:custDataLst>
            </p:nvPr>
          </p:nvSpPr>
          <p:spPr>
            <a:xfrm>
              <a:off x="8692150" y="6127959"/>
              <a:ext cx="101245" cy="74732"/>
            </a:xfrm>
            <a:custGeom>
              <a:avLst/>
              <a:gdLst>
                <a:gd name="connsiteX0" fmla="*/ 12578 w 101245"/>
                <a:gd name="connsiteY0" fmla="*/ 62693 h 74732"/>
                <a:gd name="connsiteX1" fmla="*/ 10921 w 101245"/>
                <a:gd name="connsiteY1" fmla="*/ 69487 h 74732"/>
                <a:gd name="connsiteX2" fmla="*/ 16555 w 101245"/>
                <a:gd name="connsiteY2" fmla="*/ 74789 h 74732"/>
                <a:gd name="connsiteX3" fmla="*/ 23018 w 101245"/>
                <a:gd name="connsiteY3" fmla="*/ 71144 h 74732"/>
                <a:gd name="connsiteX4" fmla="*/ 26001 w 101245"/>
                <a:gd name="connsiteY4" fmla="*/ 60870 h 74732"/>
                <a:gd name="connsiteX5" fmla="*/ 29646 w 101245"/>
                <a:gd name="connsiteY5" fmla="*/ 45957 h 74732"/>
                <a:gd name="connsiteX6" fmla="*/ 32463 w 101245"/>
                <a:gd name="connsiteY6" fmla="*/ 34855 h 74732"/>
                <a:gd name="connsiteX7" fmla="*/ 39423 w 101245"/>
                <a:gd name="connsiteY7" fmla="*/ 19941 h 74732"/>
                <a:gd name="connsiteX8" fmla="*/ 64278 w 101245"/>
                <a:gd name="connsiteY8" fmla="*/ 4697 h 74732"/>
                <a:gd name="connsiteX9" fmla="*/ 74055 w 101245"/>
                <a:gd name="connsiteY9" fmla="*/ 16296 h 74732"/>
                <a:gd name="connsiteX10" fmla="*/ 64278 w 101245"/>
                <a:gd name="connsiteY10" fmla="*/ 51591 h 74732"/>
                <a:gd name="connsiteX11" fmla="*/ 61793 w 101245"/>
                <a:gd name="connsiteY11" fmla="*/ 60539 h 74732"/>
                <a:gd name="connsiteX12" fmla="*/ 77535 w 101245"/>
                <a:gd name="connsiteY12" fmla="*/ 74789 h 74732"/>
                <a:gd name="connsiteX13" fmla="*/ 101396 w 101245"/>
                <a:gd name="connsiteY13" fmla="*/ 49437 h 74732"/>
                <a:gd name="connsiteX14" fmla="*/ 98745 w 101245"/>
                <a:gd name="connsiteY14" fmla="*/ 47283 h 74732"/>
                <a:gd name="connsiteX15" fmla="*/ 95596 w 101245"/>
                <a:gd name="connsiteY15" fmla="*/ 50099 h 74732"/>
                <a:gd name="connsiteX16" fmla="*/ 78032 w 101245"/>
                <a:gd name="connsiteY16" fmla="*/ 70150 h 74732"/>
                <a:gd name="connsiteX17" fmla="*/ 73889 w 101245"/>
                <a:gd name="connsiteY17" fmla="*/ 64350 h 74732"/>
                <a:gd name="connsiteX18" fmla="*/ 77700 w 101245"/>
                <a:gd name="connsiteY18" fmla="*/ 50928 h 74732"/>
                <a:gd name="connsiteX19" fmla="*/ 86483 w 101245"/>
                <a:gd name="connsiteY19" fmla="*/ 18947 h 74732"/>
                <a:gd name="connsiteX20" fmla="*/ 64941 w 101245"/>
                <a:gd name="connsiteY20" fmla="*/ 57 h 74732"/>
                <a:gd name="connsiteX21" fmla="*/ 36937 w 101245"/>
                <a:gd name="connsiteY21" fmla="*/ 15136 h 74732"/>
                <a:gd name="connsiteX22" fmla="*/ 19207 w 101245"/>
                <a:gd name="connsiteY22" fmla="*/ 57 h 74732"/>
                <a:gd name="connsiteX23" fmla="*/ 6116 w 101245"/>
                <a:gd name="connsiteY23" fmla="*/ 9005 h 74732"/>
                <a:gd name="connsiteX24" fmla="*/ 151 w 101245"/>
                <a:gd name="connsiteY24" fmla="*/ 25410 h 74732"/>
                <a:gd name="connsiteX25" fmla="*/ 2968 w 101245"/>
                <a:gd name="connsiteY25" fmla="*/ 27564 h 74732"/>
                <a:gd name="connsiteX26" fmla="*/ 6613 w 101245"/>
                <a:gd name="connsiteY26" fmla="*/ 22593 h 74732"/>
                <a:gd name="connsiteX27" fmla="*/ 18710 w 101245"/>
                <a:gd name="connsiteY27" fmla="*/ 4697 h 74732"/>
                <a:gd name="connsiteX28" fmla="*/ 24178 w 101245"/>
                <a:gd name="connsiteY28" fmla="*/ 12816 h 74732"/>
                <a:gd name="connsiteX29" fmla="*/ 21526 w 101245"/>
                <a:gd name="connsiteY29" fmla="*/ 26569 h 74732"/>
                <a:gd name="connsiteX30" fmla="*/ 17881 w 101245"/>
                <a:gd name="connsiteY30" fmla="*/ 41483 h 74732"/>
                <a:gd name="connsiteX31" fmla="*/ 12578 w 10124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78" y="62693"/>
                  </a:moveTo>
                  <a:cubicBezTo>
                    <a:pt x="11916" y="64847"/>
                    <a:pt x="10921" y="68990"/>
                    <a:pt x="10921" y="69487"/>
                  </a:cubicBezTo>
                  <a:cubicBezTo>
                    <a:pt x="10921" y="73132"/>
                    <a:pt x="13904" y="74789"/>
                    <a:pt x="16555" y="74789"/>
                  </a:cubicBezTo>
                  <a:cubicBezTo>
                    <a:pt x="19538" y="74789"/>
                    <a:pt x="22189" y="72635"/>
                    <a:pt x="23018" y="71144"/>
                  </a:cubicBezTo>
                  <a:cubicBezTo>
                    <a:pt x="23846" y="69653"/>
                    <a:pt x="25172" y="64350"/>
                    <a:pt x="26001" y="60870"/>
                  </a:cubicBezTo>
                  <a:cubicBezTo>
                    <a:pt x="26829" y="57722"/>
                    <a:pt x="28652" y="50099"/>
                    <a:pt x="29646" y="45957"/>
                  </a:cubicBezTo>
                  <a:cubicBezTo>
                    <a:pt x="30640" y="42311"/>
                    <a:pt x="31634" y="38666"/>
                    <a:pt x="32463" y="34855"/>
                  </a:cubicBezTo>
                  <a:cubicBezTo>
                    <a:pt x="34286" y="28061"/>
                    <a:pt x="34617" y="26735"/>
                    <a:pt x="39423" y="19941"/>
                  </a:cubicBezTo>
                  <a:cubicBezTo>
                    <a:pt x="44062" y="13313"/>
                    <a:pt x="51850" y="4697"/>
                    <a:pt x="64278" y="4697"/>
                  </a:cubicBezTo>
                  <a:cubicBezTo>
                    <a:pt x="73889" y="4697"/>
                    <a:pt x="74055" y="13147"/>
                    <a:pt x="74055" y="16296"/>
                  </a:cubicBezTo>
                  <a:cubicBezTo>
                    <a:pt x="74055" y="26238"/>
                    <a:pt x="66930" y="44631"/>
                    <a:pt x="64278" y="51591"/>
                  </a:cubicBezTo>
                  <a:cubicBezTo>
                    <a:pt x="62456" y="56231"/>
                    <a:pt x="61793" y="57722"/>
                    <a:pt x="61793" y="60539"/>
                  </a:cubicBezTo>
                  <a:cubicBezTo>
                    <a:pt x="61793" y="69321"/>
                    <a:pt x="69084" y="74789"/>
                    <a:pt x="77535" y="74789"/>
                  </a:cubicBezTo>
                  <a:cubicBezTo>
                    <a:pt x="94105" y="74789"/>
                    <a:pt x="101396" y="51922"/>
                    <a:pt x="101396" y="49437"/>
                  </a:cubicBezTo>
                  <a:cubicBezTo>
                    <a:pt x="101396" y="47283"/>
                    <a:pt x="99242" y="47283"/>
                    <a:pt x="98745" y="47283"/>
                  </a:cubicBezTo>
                  <a:cubicBezTo>
                    <a:pt x="96425" y="47283"/>
                    <a:pt x="96259" y="48277"/>
                    <a:pt x="95596" y="50099"/>
                  </a:cubicBezTo>
                  <a:cubicBezTo>
                    <a:pt x="91785" y="63356"/>
                    <a:pt x="84660" y="70150"/>
                    <a:pt x="78032" y="70150"/>
                  </a:cubicBezTo>
                  <a:cubicBezTo>
                    <a:pt x="74552" y="70150"/>
                    <a:pt x="73889" y="67830"/>
                    <a:pt x="73889" y="64350"/>
                  </a:cubicBezTo>
                  <a:cubicBezTo>
                    <a:pt x="73889" y="60539"/>
                    <a:pt x="74718" y="58385"/>
                    <a:pt x="77700" y="50928"/>
                  </a:cubicBezTo>
                  <a:cubicBezTo>
                    <a:pt x="79689" y="45791"/>
                    <a:pt x="86483" y="28227"/>
                    <a:pt x="86483" y="18947"/>
                  </a:cubicBezTo>
                  <a:cubicBezTo>
                    <a:pt x="86483" y="2874"/>
                    <a:pt x="73723" y="57"/>
                    <a:pt x="64941" y="57"/>
                  </a:cubicBezTo>
                  <a:cubicBezTo>
                    <a:pt x="51188" y="57"/>
                    <a:pt x="41908" y="8508"/>
                    <a:pt x="36937" y="15136"/>
                  </a:cubicBezTo>
                  <a:cubicBezTo>
                    <a:pt x="35777" y="3702"/>
                    <a:pt x="26001" y="57"/>
                    <a:pt x="19207" y="57"/>
                  </a:cubicBezTo>
                  <a:cubicBezTo>
                    <a:pt x="12081" y="57"/>
                    <a:pt x="8270" y="5194"/>
                    <a:pt x="6116" y="9005"/>
                  </a:cubicBezTo>
                  <a:cubicBezTo>
                    <a:pt x="2470" y="15136"/>
                    <a:pt x="151" y="24581"/>
                    <a:pt x="151" y="25410"/>
                  </a:cubicBezTo>
                  <a:cubicBezTo>
                    <a:pt x="151" y="27564"/>
                    <a:pt x="2470" y="27564"/>
                    <a:pt x="2968" y="27564"/>
                  </a:cubicBezTo>
                  <a:cubicBezTo>
                    <a:pt x="5287" y="27564"/>
                    <a:pt x="5453" y="27067"/>
                    <a:pt x="6613" y="22593"/>
                  </a:cubicBezTo>
                  <a:cubicBezTo>
                    <a:pt x="9099" y="12816"/>
                    <a:pt x="12247" y="4697"/>
                    <a:pt x="18710" y="4697"/>
                  </a:cubicBezTo>
                  <a:cubicBezTo>
                    <a:pt x="23018" y="4697"/>
                    <a:pt x="24178" y="8342"/>
                    <a:pt x="24178" y="12816"/>
                  </a:cubicBezTo>
                  <a:cubicBezTo>
                    <a:pt x="24178" y="15964"/>
                    <a:pt x="22686" y="22095"/>
                    <a:pt x="21526" y="26569"/>
                  </a:cubicBezTo>
                  <a:cubicBezTo>
                    <a:pt x="20367" y="31044"/>
                    <a:pt x="18710" y="37837"/>
                    <a:pt x="17881" y="41483"/>
                  </a:cubicBezTo>
                  <a:lnTo>
                    <a:pt x="1257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5" name="Freeform: Shape 404">
              <a:extLst>
                <a:ext uri="{FF2B5EF4-FFF2-40B4-BE49-F238E27FC236}">
                  <a16:creationId xmlns:a16="http://schemas.microsoft.com/office/drawing/2014/main" id="{D7BA1701-88C5-2E5E-05E6-D8367C976CF9}"/>
                </a:ext>
              </a:extLst>
            </p:cNvPr>
            <p:cNvSpPr/>
            <p:nvPr>
              <p:custDataLst>
                <p:tags r:id="rId66"/>
              </p:custDataLst>
            </p:nvPr>
          </p:nvSpPr>
          <p:spPr>
            <a:xfrm>
              <a:off x="8631191" y="6248378"/>
              <a:ext cx="223227" cy="236720"/>
            </a:xfrm>
            <a:custGeom>
              <a:avLst/>
              <a:gdLst>
                <a:gd name="connsiteX0" fmla="*/ 86551 w 223227"/>
                <a:gd name="connsiteY0" fmla="*/ 126467 h 236720"/>
                <a:gd name="connsiteX1" fmla="*/ 2515 w 223227"/>
                <a:gd name="connsiteY1" fmla="*/ 230388 h 236720"/>
                <a:gd name="connsiteX2" fmla="*/ 385 w 223227"/>
                <a:gd name="connsiteY2" fmla="*/ 234175 h 236720"/>
                <a:gd name="connsiteX3" fmla="*/ 6776 w 223227"/>
                <a:gd name="connsiteY3" fmla="*/ 236779 h 236720"/>
                <a:gd name="connsiteX4" fmla="*/ 203017 w 223227"/>
                <a:gd name="connsiteY4" fmla="*/ 236779 h 236720"/>
                <a:gd name="connsiteX5" fmla="*/ 223375 w 223227"/>
                <a:gd name="connsiteY5" fmla="*/ 177836 h 236720"/>
                <a:gd name="connsiteX6" fmla="*/ 217457 w 223227"/>
                <a:gd name="connsiteY6" fmla="*/ 177836 h 236720"/>
                <a:gd name="connsiteX7" fmla="*/ 175558 w 223227"/>
                <a:gd name="connsiteY7" fmla="*/ 216895 h 236720"/>
                <a:gd name="connsiteX8" fmla="*/ 120639 w 223227"/>
                <a:gd name="connsiteY8" fmla="*/ 223760 h 236720"/>
                <a:gd name="connsiteX9" fmla="*/ 20032 w 223227"/>
                <a:gd name="connsiteY9" fmla="*/ 223760 h 236720"/>
                <a:gd name="connsiteX10" fmla="*/ 102174 w 223227"/>
                <a:gd name="connsiteY10" fmla="*/ 122207 h 236720"/>
                <a:gd name="connsiteX11" fmla="*/ 104305 w 223227"/>
                <a:gd name="connsiteY11" fmla="*/ 118419 h 236720"/>
                <a:gd name="connsiteX12" fmla="*/ 102648 w 223227"/>
                <a:gd name="connsiteY12" fmla="*/ 115105 h 236720"/>
                <a:gd name="connsiteX13" fmla="*/ 25714 w 223227"/>
                <a:gd name="connsiteY13" fmla="*/ 9528 h 236720"/>
                <a:gd name="connsiteX14" fmla="*/ 119455 w 223227"/>
                <a:gd name="connsiteY14" fmla="*/ 9528 h 236720"/>
                <a:gd name="connsiteX15" fmla="*/ 217457 w 223227"/>
                <a:gd name="connsiteY15" fmla="*/ 55451 h 236720"/>
                <a:gd name="connsiteX16" fmla="*/ 223375 w 223227"/>
                <a:gd name="connsiteY16" fmla="*/ 55451 h 236720"/>
                <a:gd name="connsiteX17" fmla="*/ 203017 w 223227"/>
                <a:gd name="connsiteY17" fmla="*/ 59 h 236720"/>
                <a:gd name="connsiteX18" fmla="*/ 6776 w 223227"/>
                <a:gd name="connsiteY18" fmla="*/ 59 h 236720"/>
                <a:gd name="connsiteX19" fmla="*/ 148 w 223227"/>
                <a:gd name="connsiteY19" fmla="*/ 7634 h 236720"/>
                <a:gd name="connsiteX20" fmla="*/ 86551 w 22322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227" h="236720">
                  <a:moveTo>
                    <a:pt x="86551" y="126467"/>
                  </a:moveTo>
                  <a:lnTo>
                    <a:pt x="2515" y="230388"/>
                  </a:lnTo>
                  <a:cubicBezTo>
                    <a:pt x="621" y="232755"/>
                    <a:pt x="385" y="233228"/>
                    <a:pt x="385" y="234175"/>
                  </a:cubicBezTo>
                  <a:cubicBezTo>
                    <a:pt x="385" y="236779"/>
                    <a:pt x="2515" y="236779"/>
                    <a:pt x="6776" y="236779"/>
                  </a:cubicBezTo>
                  <a:lnTo>
                    <a:pt x="203017" y="236779"/>
                  </a:lnTo>
                  <a:lnTo>
                    <a:pt x="223375" y="177836"/>
                  </a:lnTo>
                  <a:lnTo>
                    <a:pt x="217457" y="177836"/>
                  </a:lnTo>
                  <a:cubicBezTo>
                    <a:pt x="211539" y="195590"/>
                    <a:pt x="195679" y="210030"/>
                    <a:pt x="175558" y="216895"/>
                  </a:cubicBezTo>
                  <a:cubicBezTo>
                    <a:pt x="171770" y="218078"/>
                    <a:pt x="155437" y="223760"/>
                    <a:pt x="120639" y="223760"/>
                  </a:cubicBezTo>
                  <a:lnTo>
                    <a:pt x="20032" y="223760"/>
                  </a:lnTo>
                  <a:lnTo>
                    <a:pt x="102174" y="122207"/>
                  </a:lnTo>
                  <a:cubicBezTo>
                    <a:pt x="103832" y="120076"/>
                    <a:pt x="104305" y="119366"/>
                    <a:pt x="104305" y="118419"/>
                  </a:cubicBezTo>
                  <a:cubicBezTo>
                    <a:pt x="104305" y="117472"/>
                    <a:pt x="104068" y="117235"/>
                    <a:pt x="102648" y="115105"/>
                  </a:cubicBezTo>
                  <a:lnTo>
                    <a:pt x="25714" y="9528"/>
                  </a:lnTo>
                  <a:lnTo>
                    <a:pt x="119455" y="9528"/>
                  </a:lnTo>
                  <a:cubicBezTo>
                    <a:pt x="146441" y="9528"/>
                    <a:pt x="200887" y="11185"/>
                    <a:pt x="217457" y="55451"/>
                  </a:cubicBezTo>
                  <a:lnTo>
                    <a:pt x="223375" y="55451"/>
                  </a:lnTo>
                  <a:lnTo>
                    <a:pt x="203017" y="59"/>
                  </a:lnTo>
                  <a:lnTo>
                    <a:pt x="6776" y="59"/>
                  </a:lnTo>
                  <a:cubicBezTo>
                    <a:pt x="385" y="59"/>
                    <a:pt x="148" y="296"/>
                    <a:pt x="148" y="7634"/>
                  </a:cubicBezTo>
                  <a:lnTo>
                    <a:pt x="86551"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6" name="Freeform: Shape 405">
              <a:extLst>
                <a:ext uri="{FF2B5EF4-FFF2-40B4-BE49-F238E27FC236}">
                  <a16:creationId xmlns:a16="http://schemas.microsoft.com/office/drawing/2014/main" id="{898F1DDA-E9A8-8255-697C-922F095F9CED}"/>
                </a:ext>
              </a:extLst>
            </p:cNvPr>
            <p:cNvSpPr/>
            <p:nvPr>
              <p:custDataLst>
                <p:tags r:id="rId67"/>
              </p:custDataLst>
            </p:nvPr>
          </p:nvSpPr>
          <p:spPr>
            <a:xfrm>
              <a:off x="8597331" y="6524340"/>
              <a:ext cx="50208" cy="111518"/>
            </a:xfrm>
            <a:custGeom>
              <a:avLst/>
              <a:gdLst>
                <a:gd name="connsiteX0" fmla="*/ 46047 w 50208"/>
                <a:gd name="connsiteY0" fmla="*/ 6372 h 111518"/>
                <a:gd name="connsiteX1" fmla="*/ 39419 w 50208"/>
                <a:gd name="connsiteY1" fmla="*/ 75 h 111518"/>
                <a:gd name="connsiteX2" fmla="*/ 30139 w 50208"/>
                <a:gd name="connsiteY2" fmla="*/ 9189 h 111518"/>
                <a:gd name="connsiteX3" fmla="*/ 36767 w 50208"/>
                <a:gd name="connsiteY3" fmla="*/ 15486 h 111518"/>
                <a:gd name="connsiteX4" fmla="*/ 46047 w 50208"/>
                <a:gd name="connsiteY4" fmla="*/ 6372 h 111518"/>
                <a:gd name="connsiteX5" fmla="*/ 12243 w 50208"/>
                <a:gd name="connsiteY5" fmla="*/ 90550 h 111518"/>
                <a:gd name="connsiteX6" fmla="*/ 10752 w 50208"/>
                <a:gd name="connsiteY6" fmla="*/ 97509 h 111518"/>
                <a:gd name="connsiteX7" fmla="*/ 26494 w 50208"/>
                <a:gd name="connsiteY7" fmla="*/ 111594 h 111518"/>
                <a:gd name="connsiteX8" fmla="*/ 50355 w 50208"/>
                <a:gd name="connsiteY8" fmla="*/ 86241 h 111518"/>
                <a:gd name="connsiteX9" fmla="*/ 47704 w 50208"/>
                <a:gd name="connsiteY9" fmla="*/ 84087 h 111518"/>
                <a:gd name="connsiteX10" fmla="*/ 44555 w 50208"/>
                <a:gd name="connsiteY10" fmla="*/ 86904 h 111518"/>
                <a:gd name="connsiteX11" fmla="*/ 26991 w 50208"/>
                <a:gd name="connsiteY11" fmla="*/ 106954 h 111518"/>
                <a:gd name="connsiteX12" fmla="*/ 22848 w 50208"/>
                <a:gd name="connsiteY12" fmla="*/ 101155 h 111518"/>
                <a:gd name="connsiteX13" fmla="*/ 25499 w 50208"/>
                <a:gd name="connsiteY13" fmla="*/ 90550 h 111518"/>
                <a:gd name="connsiteX14" fmla="*/ 30802 w 50208"/>
                <a:gd name="connsiteY14" fmla="*/ 77293 h 111518"/>
                <a:gd name="connsiteX15" fmla="*/ 38921 w 50208"/>
                <a:gd name="connsiteY15" fmla="*/ 56249 h 111518"/>
                <a:gd name="connsiteX16" fmla="*/ 39916 w 50208"/>
                <a:gd name="connsiteY16" fmla="*/ 50946 h 111518"/>
                <a:gd name="connsiteX17" fmla="*/ 24174 w 50208"/>
                <a:gd name="connsiteY17" fmla="*/ 36861 h 111518"/>
                <a:gd name="connsiteX18" fmla="*/ 147 w 50208"/>
                <a:gd name="connsiteY18" fmla="*/ 62214 h 111518"/>
                <a:gd name="connsiteX19" fmla="*/ 2964 w 50208"/>
                <a:gd name="connsiteY19" fmla="*/ 64368 h 111518"/>
                <a:gd name="connsiteX20" fmla="*/ 5946 w 50208"/>
                <a:gd name="connsiteY20" fmla="*/ 61717 h 111518"/>
                <a:gd name="connsiteX21" fmla="*/ 23677 w 50208"/>
                <a:gd name="connsiteY21" fmla="*/ 41501 h 111518"/>
                <a:gd name="connsiteX22" fmla="*/ 27819 w 50208"/>
                <a:gd name="connsiteY22" fmla="*/ 47301 h 111518"/>
                <a:gd name="connsiteX23" fmla="*/ 22682 w 50208"/>
                <a:gd name="connsiteY23" fmla="*/ 63871 h 111518"/>
                <a:gd name="connsiteX24" fmla="*/ 12243 w 50208"/>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47" y="6372"/>
                  </a:moveTo>
                  <a:cubicBezTo>
                    <a:pt x="46047" y="3721"/>
                    <a:pt x="44058" y="75"/>
                    <a:pt x="39419" y="75"/>
                  </a:cubicBezTo>
                  <a:cubicBezTo>
                    <a:pt x="34945" y="75"/>
                    <a:pt x="30139" y="4383"/>
                    <a:pt x="30139" y="9189"/>
                  </a:cubicBezTo>
                  <a:cubicBezTo>
                    <a:pt x="30139" y="12006"/>
                    <a:pt x="32293" y="15486"/>
                    <a:pt x="36767" y="15486"/>
                  </a:cubicBezTo>
                  <a:cubicBezTo>
                    <a:pt x="41573" y="15486"/>
                    <a:pt x="46047" y="10846"/>
                    <a:pt x="46047" y="6372"/>
                  </a:cubicBezTo>
                  <a:close/>
                  <a:moveTo>
                    <a:pt x="12243" y="90550"/>
                  </a:moveTo>
                  <a:cubicBezTo>
                    <a:pt x="11580" y="92704"/>
                    <a:pt x="10752" y="94692"/>
                    <a:pt x="10752" y="97509"/>
                  </a:cubicBezTo>
                  <a:cubicBezTo>
                    <a:pt x="10752" y="105297"/>
                    <a:pt x="17380" y="111594"/>
                    <a:pt x="26494" y="111594"/>
                  </a:cubicBezTo>
                  <a:cubicBezTo>
                    <a:pt x="43064" y="111594"/>
                    <a:pt x="50355" y="88727"/>
                    <a:pt x="50355" y="86241"/>
                  </a:cubicBezTo>
                  <a:cubicBezTo>
                    <a:pt x="50355" y="84087"/>
                    <a:pt x="48201" y="84087"/>
                    <a:pt x="47704" y="84087"/>
                  </a:cubicBezTo>
                  <a:cubicBezTo>
                    <a:pt x="45384" y="84087"/>
                    <a:pt x="45218" y="85081"/>
                    <a:pt x="44555" y="86904"/>
                  </a:cubicBezTo>
                  <a:cubicBezTo>
                    <a:pt x="40744" y="100160"/>
                    <a:pt x="33453" y="106954"/>
                    <a:pt x="26991" y="106954"/>
                  </a:cubicBezTo>
                  <a:cubicBezTo>
                    <a:pt x="23677" y="106954"/>
                    <a:pt x="22848" y="104800"/>
                    <a:pt x="22848" y="101155"/>
                  </a:cubicBezTo>
                  <a:cubicBezTo>
                    <a:pt x="22848" y="97343"/>
                    <a:pt x="24008" y="94195"/>
                    <a:pt x="25499" y="90550"/>
                  </a:cubicBezTo>
                  <a:cubicBezTo>
                    <a:pt x="27156" y="86076"/>
                    <a:pt x="28979" y="81602"/>
                    <a:pt x="30802" y="77293"/>
                  </a:cubicBezTo>
                  <a:cubicBezTo>
                    <a:pt x="32293" y="73316"/>
                    <a:pt x="38259" y="58237"/>
                    <a:pt x="38921" y="56249"/>
                  </a:cubicBezTo>
                  <a:cubicBezTo>
                    <a:pt x="39419" y="54592"/>
                    <a:pt x="39916" y="52603"/>
                    <a:pt x="39916" y="50946"/>
                  </a:cubicBezTo>
                  <a:cubicBezTo>
                    <a:pt x="39916" y="43158"/>
                    <a:pt x="33288" y="36861"/>
                    <a:pt x="24174" y="36861"/>
                  </a:cubicBezTo>
                  <a:cubicBezTo>
                    <a:pt x="7769" y="36861"/>
                    <a:pt x="147" y="59397"/>
                    <a:pt x="147" y="62214"/>
                  </a:cubicBezTo>
                  <a:cubicBezTo>
                    <a:pt x="147" y="64368"/>
                    <a:pt x="2466" y="64368"/>
                    <a:pt x="2964" y="64368"/>
                  </a:cubicBezTo>
                  <a:cubicBezTo>
                    <a:pt x="5283" y="64368"/>
                    <a:pt x="5449" y="63540"/>
                    <a:pt x="5946" y="61717"/>
                  </a:cubicBezTo>
                  <a:cubicBezTo>
                    <a:pt x="10255" y="47466"/>
                    <a:pt x="17546" y="41501"/>
                    <a:pt x="23677" y="41501"/>
                  </a:cubicBezTo>
                  <a:cubicBezTo>
                    <a:pt x="26328" y="41501"/>
                    <a:pt x="27819" y="42827"/>
                    <a:pt x="27819" y="47301"/>
                  </a:cubicBezTo>
                  <a:cubicBezTo>
                    <a:pt x="27819" y="51112"/>
                    <a:pt x="26825" y="53598"/>
                    <a:pt x="22682" y="63871"/>
                  </a:cubicBezTo>
                  <a:lnTo>
                    <a:pt x="12243"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7" name="Freeform: Shape 406">
              <a:extLst>
                <a:ext uri="{FF2B5EF4-FFF2-40B4-BE49-F238E27FC236}">
                  <a16:creationId xmlns:a16="http://schemas.microsoft.com/office/drawing/2014/main" id="{A61CA9A5-6955-CDD5-62F1-2E8B02A35E88}"/>
                </a:ext>
              </a:extLst>
            </p:cNvPr>
            <p:cNvSpPr/>
            <p:nvPr>
              <p:custDataLst>
                <p:tags r:id="rId68"/>
              </p:custDataLst>
            </p:nvPr>
          </p:nvSpPr>
          <p:spPr>
            <a:xfrm>
              <a:off x="8668117" y="6570406"/>
              <a:ext cx="121958" cy="44574"/>
            </a:xfrm>
            <a:custGeom>
              <a:avLst/>
              <a:gdLst>
                <a:gd name="connsiteX0" fmla="*/ 115811 w 121958"/>
                <a:gd name="connsiteY0" fmla="*/ 8195 h 44574"/>
                <a:gd name="connsiteX1" fmla="*/ 122108 w 121958"/>
                <a:gd name="connsiteY1" fmla="*/ 4052 h 44574"/>
                <a:gd name="connsiteX2" fmla="*/ 115977 w 121958"/>
                <a:gd name="connsiteY2" fmla="*/ 75 h 44574"/>
                <a:gd name="connsiteX3" fmla="*/ 6281 w 121958"/>
                <a:gd name="connsiteY3" fmla="*/ 75 h 44574"/>
                <a:gd name="connsiteX4" fmla="*/ 149 w 121958"/>
                <a:gd name="connsiteY4" fmla="*/ 4052 h 44574"/>
                <a:gd name="connsiteX5" fmla="*/ 6446 w 121958"/>
                <a:gd name="connsiteY5" fmla="*/ 8195 h 44574"/>
                <a:gd name="connsiteX6" fmla="*/ 115811 w 121958"/>
                <a:gd name="connsiteY6" fmla="*/ 8195 h 44574"/>
                <a:gd name="connsiteX7" fmla="*/ 115977 w 121958"/>
                <a:gd name="connsiteY7" fmla="*/ 44650 h 44574"/>
                <a:gd name="connsiteX8" fmla="*/ 122108 w 121958"/>
                <a:gd name="connsiteY8" fmla="*/ 40673 h 44574"/>
                <a:gd name="connsiteX9" fmla="*/ 115811 w 121958"/>
                <a:gd name="connsiteY9" fmla="*/ 36530 h 44574"/>
                <a:gd name="connsiteX10" fmla="*/ 6446 w 121958"/>
                <a:gd name="connsiteY10" fmla="*/ 36530 h 44574"/>
                <a:gd name="connsiteX11" fmla="*/ 149 w 121958"/>
                <a:gd name="connsiteY11" fmla="*/ 40673 h 44574"/>
                <a:gd name="connsiteX12" fmla="*/ 6281 w 121958"/>
                <a:gd name="connsiteY12" fmla="*/ 44650 h 44574"/>
                <a:gd name="connsiteX13" fmla="*/ 115977 w 121958"/>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58" h="44574">
                  <a:moveTo>
                    <a:pt x="115811" y="8195"/>
                  </a:moveTo>
                  <a:cubicBezTo>
                    <a:pt x="118297" y="8195"/>
                    <a:pt x="122108" y="8195"/>
                    <a:pt x="122108" y="4052"/>
                  </a:cubicBezTo>
                  <a:cubicBezTo>
                    <a:pt x="122108" y="75"/>
                    <a:pt x="118131" y="75"/>
                    <a:pt x="115977" y="75"/>
                  </a:cubicBezTo>
                  <a:lnTo>
                    <a:pt x="6281" y="75"/>
                  </a:lnTo>
                  <a:cubicBezTo>
                    <a:pt x="4126" y="75"/>
                    <a:pt x="149" y="75"/>
                    <a:pt x="149" y="4052"/>
                  </a:cubicBezTo>
                  <a:cubicBezTo>
                    <a:pt x="149" y="8195"/>
                    <a:pt x="3961" y="8195"/>
                    <a:pt x="6446" y="8195"/>
                  </a:cubicBezTo>
                  <a:lnTo>
                    <a:pt x="115811" y="8195"/>
                  </a:lnTo>
                  <a:close/>
                  <a:moveTo>
                    <a:pt x="115977" y="44650"/>
                  </a:moveTo>
                  <a:cubicBezTo>
                    <a:pt x="118131" y="44650"/>
                    <a:pt x="122108" y="44650"/>
                    <a:pt x="122108" y="40673"/>
                  </a:cubicBezTo>
                  <a:cubicBezTo>
                    <a:pt x="122108" y="36530"/>
                    <a:pt x="118297" y="36530"/>
                    <a:pt x="115811" y="36530"/>
                  </a:cubicBezTo>
                  <a:lnTo>
                    <a:pt x="6446" y="36530"/>
                  </a:lnTo>
                  <a:cubicBezTo>
                    <a:pt x="3961" y="36530"/>
                    <a:pt x="149" y="36530"/>
                    <a:pt x="149" y="40673"/>
                  </a:cubicBezTo>
                  <a:cubicBezTo>
                    <a:pt x="149" y="44650"/>
                    <a:pt x="4126" y="44650"/>
                    <a:pt x="6281" y="44650"/>
                  </a:cubicBezTo>
                  <a:lnTo>
                    <a:pt x="115977"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8" name="Freeform: Shape 407">
              <a:extLst>
                <a:ext uri="{FF2B5EF4-FFF2-40B4-BE49-F238E27FC236}">
                  <a16:creationId xmlns:a16="http://schemas.microsoft.com/office/drawing/2014/main" id="{40AC97FF-E352-ED2F-EEAA-9E8920F5E477}"/>
                </a:ext>
              </a:extLst>
            </p:cNvPr>
            <p:cNvSpPr/>
            <p:nvPr>
              <p:custDataLst>
                <p:tags r:id="rId69"/>
              </p:custDataLst>
            </p:nvPr>
          </p:nvSpPr>
          <p:spPr>
            <a:xfrm>
              <a:off x="8819901" y="6524174"/>
              <a:ext cx="60316" cy="110027"/>
            </a:xfrm>
            <a:custGeom>
              <a:avLst/>
              <a:gdLst>
                <a:gd name="connsiteX0" fmla="*/ 37605 w 60316"/>
                <a:gd name="connsiteY0" fmla="*/ 4715 h 110027"/>
                <a:gd name="connsiteX1" fmla="*/ 32634 w 60316"/>
                <a:gd name="connsiteY1" fmla="*/ 75 h 110027"/>
                <a:gd name="connsiteX2" fmla="*/ 156 w 60316"/>
                <a:gd name="connsiteY2" fmla="*/ 10680 h 110027"/>
                <a:gd name="connsiteX3" fmla="*/ 156 w 60316"/>
                <a:gd name="connsiteY3" fmla="*/ 16645 h 110027"/>
                <a:gd name="connsiteX4" fmla="*/ 24183 w 60316"/>
                <a:gd name="connsiteY4" fmla="*/ 12006 h 110027"/>
                <a:gd name="connsiteX5" fmla="*/ 24183 w 60316"/>
                <a:gd name="connsiteY5" fmla="*/ 96515 h 110027"/>
                <a:gd name="connsiteX6" fmla="*/ 7612 w 60316"/>
                <a:gd name="connsiteY6" fmla="*/ 104137 h 110027"/>
                <a:gd name="connsiteX7" fmla="*/ 1316 w 60316"/>
                <a:gd name="connsiteY7" fmla="*/ 104137 h 110027"/>
                <a:gd name="connsiteX8" fmla="*/ 1316 w 60316"/>
                <a:gd name="connsiteY8" fmla="*/ 110103 h 110027"/>
                <a:gd name="connsiteX9" fmla="*/ 30811 w 60316"/>
                <a:gd name="connsiteY9" fmla="*/ 109440 h 110027"/>
                <a:gd name="connsiteX10" fmla="*/ 60472 w 60316"/>
                <a:gd name="connsiteY10" fmla="*/ 110103 h 110027"/>
                <a:gd name="connsiteX11" fmla="*/ 60472 w 60316"/>
                <a:gd name="connsiteY11" fmla="*/ 104137 h 110027"/>
                <a:gd name="connsiteX12" fmla="*/ 54175 w 60316"/>
                <a:gd name="connsiteY12" fmla="*/ 104137 h 110027"/>
                <a:gd name="connsiteX13" fmla="*/ 37605 w 60316"/>
                <a:gd name="connsiteY13" fmla="*/ 96515 h 110027"/>
                <a:gd name="connsiteX14" fmla="*/ 37605 w 60316"/>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605" y="4715"/>
                  </a:moveTo>
                  <a:cubicBezTo>
                    <a:pt x="37605" y="241"/>
                    <a:pt x="37273" y="75"/>
                    <a:pt x="32634" y="75"/>
                  </a:cubicBezTo>
                  <a:cubicBezTo>
                    <a:pt x="22029" y="10514"/>
                    <a:pt x="6949" y="10680"/>
                    <a:pt x="156" y="10680"/>
                  </a:cubicBezTo>
                  <a:lnTo>
                    <a:pt x="156" y="16645"/>
                  </a:lnTo>
                  <a:cubicBezTo>
                    <a:pt x="4132" y="16645"/>
                    <a:pt x="15069" y="16645"/>
                    <a:pt x="24183" y="12006"/>
                  </a:cubicBezTo>
                  <a:lnTo>
                    <a:pt x="24183" y="96515"/>
                  </a:lnTo>
                  <a:cubicBezTo>
                    <a:pt x="24183" y="101983"/>
                    <a:pt x="24183" y="104137"/>
                    <a:pt x="7612" y="104137"/>
                  </a:cubicBezTo>
                  <a:lnTo>
                    <a:pt x="1316" y="104137"/>
                  </a:lnTo>
                  <a:lnTo>
                    <a:pt x="1316" y="110103"/>
                  </a:lnTo>
                  <a:cubicBezTo>
                    <a:pt x="4298" y="109937"/>
                    <a:pt x="24680" y="109440"/>
                    <a:pt x="30811" y="109440"/>
                  </a:cubicBezTo>
                  <a:cubicBezTo>
                    <a:pt x="35948" y="109440"/>
                    <a:pt x="56827" y="109937"/>
                    <a:pt x="60472" y="110103"/>
                  </a:cubicBezTo>
                  <a:lnTo>
                    <a:pt x="60472" y="104137"/>
                  </a:lnTo>
                  <a:lnTo>
                    <a:pt x="54175" y="104137"/>
                  </a:lnTo>
                  <a:cubicBezTo>
                    <a:pt x="37605" y="104137"/>
                    <a:pt x="37605" y="101983"/>
                    <a:pt x="37605" y="96515"/>
                  </a:cubicBezTo>
                  <a:lnTo>
                    <a:pt x="37605"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9" name="Freeform: Shape 408">
              <a:extLst>
                <a:ext uri="{FF2B5EF4-FFF2-40B4-BE49-F238E27FC236}">
                  <a16:creationId xmlns:a16="http://schemas.microsoft.com/office/drawing/2014/main" id="{0F7E3603-F848-7EE9-30B9-BF4899EE09FE}"/>
                </a:ext>
              </a:extLst>
            </p:cNvPr>
            <p:cNvSpPr/>
            <p:nvPr>
              <p:custDataLst>
                <p:tags r:id="rId70"/>
              </p:custDataLst>
            </p:nvPr>
          </p:nvSpPr>
          <p:spPr>
            <a:xfrm>
              <a:off x="8919634" y="6248380"/>
              <a:ext cx="54919" cy="236720"/>
            </a:xfrm>
            <a:custGeom>
              <a:avLst/>
              <a:gdLst>
                <a:gd name="connsiteX0" fmla="*/ 55079 w 54919"/>
                <a:gd name="connsiteY0" fmla="*/ 234419 h 236720"/>
                <a:gd name="connsiteX1" fmla="*/ 51055 w 54919"/>
                <a:gd name="connsiteY1" fmla="*/ 229212 h 236720"/>
                <a:gd name="connsiteX2" fmla="*/ 13889 w 54919"/>
                <a:gd name="connsiteY2" fmla="*/ 118426 h 236720"/>
                <a:gd name="connsiteX3" fmla="*/ 52001 w 54919"/>
                <a:gd name="connsiteY3" fmla="*/ 6458 h 236720"/>
                <a:gd name="connsiteX4" fmla="*/ 55079 w 54919"/>
                <a:gd name="connsiteY4" fmla="*/ 2433 h 236720"/>
                <a:gd name="connsiteX5" fmla="*/ 52712 w 54919"/>
                <a:gd name="connsiteY5" fmla="*/ 66 h 236720"/>
                <a:gd name="connsiteX6" fmla="*/ 15073 w 54919"/>
                <a:gd name="connsiteY6" fmla="*/ 46227 h 236720"/>
                <a:gd name="connsiteX7" fmla="*/ 160 w 54919"/>
                <a:gd name="connsiteY7" fmla="*/ 118426 h 236720"/>
                <a:gd name="connsiteX8" fmla="*/ 15783 w 54919"/>
                <a:gd name="connsiteY8" fmla="*/ 192283 h 236720"/>
                <a:gd name="connsiteX9" fmla="*/ 52712 w 54919"/>
                <a:gd name="connsiteY9" fmla="*/ 236787 h 236720"/>
                <a:gd name="connsiteX10" fmla="*/ 55079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79" y="234419"/>
                  </a:moveTo>
                  <a:cubicBezTo>
                    <a:pt x="55079" y="233709"/>
                    <a:pt x="55079" y="233236"/>
                    <a:pt x="51055" y="229212"/>
                  </a:cubicBezTo>
                  <a:cubicBezTo>
                    <a:pt x="21464" y="199385"/>
                    <a:pt x="13889" y="154645"/>
                    <a:pt x="13889" y="118426"/>
                  </a:cubicBezTo>
                  <a:cubicBezTo>
                    <a:pt x="13889" y="77237"/>
                    <a:pt x="22885" y="36048"/>
                    <a:pt x="52001" y="6458"/>
                  </a:cubicBezTo>
                  <a:cubicBezTo>
                    <a:pt x="55079" y="3617"/>
                    <a:pt x="55079" y="3144"/>
                    <a:pt x="55079" y="2433"/>
                  </a:cubicBezTo>
                  <a:cubicBezTo>
                    <a:pt x="55079" y="776"/>
                    <a:pt x="54132" y="66"/>
                    <a:pt x="52712" y="66"/>
                  </a:cubicBezTo>
                  <a:cubicBezTo>
                    <a:pt x="50344" y="66"/>
                    <a:pt x="29039" y="16163"/>
                    <a:pt x="15073" y="46227"/>
                  </a:cubicBezTo>
                  <a:cubicBezTo>
                    <a:pt x="3000" y="72266"/>
                    <a:pt x="160" y="98542"/>
                    <a:pt x="160" y="118426"/>
                  </a:cubicBezTo>
                  <a:cubicBezTo>
                    <a:pt x="160" y="136891"/>
                    <a:pt x="2763" y="165534"/>
                    <a:pt x="15783" y="192283"/>
                  </a:cubicBezTo>
                  <a:cubicBezTo>
                    <a:pt x="29986" y="221400"/>
                    <a:pt x="50344" y="236787"/>
                    <a:pt x="52712" y="236787"/>
                  </a:cubicBezTo>
                  <a:cubicBezTo>
                    <a:pt x="54132" y="236787"/>
                    <a:pt x="55079" y="236077"/>
                    <a:pt x="55079"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0" name="Freeform: Shape 409">
              <a:extLst>
                <a:ext uri="{FF2B5EF4-FFF2-40B4-BE49-F238E27FC236}">
                  <a16:creationId xmlns:a16="http://schemas.microsoft.com/office/drawing/2014/main" id="{1624F04A-86C0-D02F-4229-0D8222EC5067}"/>
                </a:ext>
              </a:extLst>
            </p:cNvPr>
            <p:cNvSpPr/>
            <p:nvPr>
              <p:custDataLst>
                <p:tags r:id="rId71"/>
              </p:custDataLst>
            </p:nvPr>
          </p:nvSpPr>
          <p:spPr>
            <a:xfrm>
              <a:off x="8995122" y="6321289"/>
              <a:ext cx="117886" cy="107234"/>
            </a:xfrm>
            <a:custGeom>
              <a:avLst/>
              <a:gdLst>
                <a:gd name="connsiteX0" fmla="*/ 72363 w 117886"/>
                <a:gd name="connsiteY0" fmla="*/ 33207 h 107234"/>
                <a:gd name="connsiteX1" fmla="*/ 95799 w 117886"/>
                <a:gd name="connsiteY1" fmla="*/ 5274 h 107234"/>
                <a:gd name="connsiteX2" fmla="*/ 107635 w 117886"/>
                <a:gd name="connsiteY2" fmla="*/ 8351 h 107234"/>
                <a:gd name="connsiteX3" fmla="*/ 96272 w 117886"/>
                <a:gd name="connsiteY3" fmla="*/ 21134 h 107234"/>
                <a:gd name="connsiteX4" fmla="*/ 105267 w 117886"/>
                <a:gd name="connsiteY4" fmla="*/ 29420 h 107234"/>
                <a:gd name="connsiteX5" fmla="*/ 118050 w 117886"/>
                <a:gd name="connsiteY5" fmla="*/ 15690 h 107234"/>
                <a:gd name="connsiteX6" fmla="*/ 96035 w 117886"/>
                <a:gd name="connsiteY6" fmla="*/ 66 h 107234"/>
                <a:gd name="connsiteX7" fmla="*/ 71180 w 117886"/>
                <a:gd name="connsiteY7" fmla="*/ 18057 h 107234"/>
                <a:gd name="connsiteX8" fmla="*/ 45614 w 117886"/>
                <a:gd name="connsiteY8" fmla="*/ 66 h 107234"/>
                <a:gd name="connsiteX9" fmla="*/ 7502 w 117886"/>
                <a:gd name="connsiteY9" fmla="*/ 36521 h 107234"/>
                <a:gd name="connsiteX10" fmla="*/ 10342 w 117886"/>
                <a:gd name="connsiteY10" fmla="*/ 38888 h 107234"/>
                <a:gd name="connsiteX11" fmla="*/ 13420 w 117886"/>
                <a:gd name="connsiteY11" fmla="*/ 36284 h 107234"/>
                <a:gd name="connsiteX12" fmla="*/ 45140 w 117886"/>
                <a:gd name="connsiteY12" fmla="*/ 5274 h 107234"/>
                <a:gd name="connsiteX13" fmla="*/ 57923 w 117886"/>
                <a:gd name="connsiteY13" fmla="*/ 21134 h 107234"/>
                <a:gd name="connsiteX14" fmla="*/ 45140 w 117886"/>
                <a:gd name="connsiteY14" fmla="*/ 77474 h 107234"/>
                <a:gd name="connsiteX15" fmla="*/ 22652 w 117886"/>
                <a:gd name="connsiteY15" fmla="*/ 102093 h 107234"/>
                <a:gd name="connsiteX16" fmla="*/ 10816 w 117886"/>
                <a:gd name="connsiteY16" fmla="*/ 99015 h 107234"/>
                <a:gd name="connsiteX17" fmla="*/ 21942 w 117886"/>
                <a:gd name="connsiteY17" fmla="*/ 86232 h 107234"/>
                <a:gd name="connsiteX18" fmla="*/ 13183 w 117886"/>
                <a:gd name="connsiteY18" fmla="*/ 77947 h 107234"/>
                <a:gd name="connsiteX19" fmla="*/ 163 w 117886"/>
                <a:gd name="connsiteY19" fmla="*/ 91677 h 107234"/>
                <a:gd name="connsiteX20" fmla="*/ 22415 w 117886"/>
                <a:gd name="connsiteY20" fmla="*/ 107301 h 107234"/>
                <a:gd name="connsiteX21" fmla="*/ 47271 w 117886"/>
                <a:gd name="connsiteY21" fmla="*/ 89310 h 107234"/>
                <a:gd name="connsiteX22" fmla="*/ 72837 w 117886"/>
                <a:gd name="connsiteY22" fmla="*/ 107301 h 107234"/>
                <a:gd name="connsiteX23" fmla="*/ 110712 w 117886"/>
                <a:gd name="connsiteY23" fmla="*/ 70846 h 107234"/>
                <a:gd name="connsiteX24" fmla="*/ 107871 w 117886"/>
                <a:gd name="connsiteY24" fmla="*/ 68478 h 107234"/>
                <a:gd name="connsiteX25" fmla="*/ 104794 w 117886"/>
                <a:gd name="connsiteY25" fmla="*/ 71082 h 107234"/>
                <a:gd name="connsiteX26" fmla="*/ 73310 w 117886"/>
                <a:gd name="connsiteY26" fmla="*/ 102093 h 107234"/>
                <a:gd name="connsiteX27" fmla="*/ 60290 w 117886"/>
                <a:gd name="connsiteY27" fmla="*/ 86469 h 107234"/>
                <a:gd name="connsiteX28" fmla="*/ 64315 w 117886"/>
                <a:gd name="connsiteY28" fmla="*/ 65638 h 107234"/>
                <a:gd name="connsiteX29" fmla="*/ 72363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363" y="33207"/>
                  </a:moveTo>
                  <a:cubicBezTo>
                    <a:pt x="73784" y="27052"/>
                    <a:pt x="79228" y="5274"/>
                    <a:pt x="95799" y="5274"/>
                  </a:cubicBezTo>
                  <a:cubicBezTo>
                    <a:pt x="96982" y="5274"/>
                    <a:pt x="102663" y="5274"/>
                    <a:pt x="107635" y="8351"/>
                  </a:cubicBezTo>
                  <a:cubicBezTo>
                    <a:pt x="101006" y="9535"/>
                    <a:pt x="96272" y="15453"/>
                    <a:pt x="96272" y="21134"/>
                  </a:cubicBezTo>
                  <a:cubicBezTo>
                    <a:pt x="96272" y="24922"/>
                    <a:pt x="98876" y="29420"/>
                    <a:pt x="105267" y="29420"/>
                  </a:cubicBezTo>
                  <a:cubicBezTo>
                    <a:pt x="110475" y="29420"/>
                    <a:pt x="118050" y="25159"/>
                    <a:pt x="118050" y="15690"/>
                  </a:cubicBezTo>
                  <a:cubicBezTo>
                    <a:pt x="118050" y="3380"/>
                    <a:pt x="104084" y="66"/>
                    <a:pt x="96035" y="66"/>
                  </a:cubicBezTo>
                  <a:cubicBezTo>
                    <a:pt x="82306" y="66"/>
                    <a:pt x="74020" y="12612"/>
                    <a:pt x="71180" y="18057"/>
                  </a:cubicBezTo>
                  <a:cubicBezTo>
                    <a:pt x="65262" y="2433"/>
                    <a:pt x="52479" y="66"/>
                    <a:pt x="45614" y="66"/>
                  </a:cubicBezTo>
                  <a:cubicBezTo>
                    <a:pt x="20995" y="66"/>
                    <a:pt x="7502" y="30603"/>
                    <a:pt x="7502" y="36521"/>
                  </a:cubicBezTo>
                  <a:cubicBezTo>
                    <a:pt x="7502" y="38888"/>
                    <a:pt x="9869" y="38888"/>
                    <a:pt x="10342" y="38888"/>
                  </a:cubicBezTo>
                  <a:cubicBezTo>
                    <a:pt x="12236" y="38888"/>
                    <a:pt x="12946" y="38415"/>
                    <a:pt x="13420" y="36284"/>
                  </a:cubicBezTo>
                  <a:cubicBezTo>
                    <a:pt x="21468" y="11192"/>
                    <a:pt x="37092" y="5274"/>
                    <a:pt x="45140" y="5274"/>
                  </a:cubicBezTo>
                  <a:cubicBezTo>
                    <a:pt x="49638" y="5274"/>
                    <a:pt x="57923" y="7405"/>
                    <a:pt x="57923" y="21134"/>
                  </a:cubicBezTo>
                  <a:cubicBezTo>
                    <a:pt x="57923" y="28473"/>
                    <a:pt x="53899" y="44333"/>
                    <a:pt x="45140" y="77474"/>
                  </a:cubicBezTo>
                  <a:cubicBezTo>
                    <a:pt x="41353" y="92151"/>
                    <a:pt x="33068" y="102093"/>
                    <a:pt x="22652" y="102093"/>
                  </a:cubicBezTo>
                  <a:cubicBezTo>
                    <a:pt x="21232" y="102093"/>
                    <a:pt x="15787" y="102093"/>
                    <a:pt x="10816" y="99015"/>
                  </a:cubicBezTo>
                  <a:cubicBezTo>
                    <a:pt x="16734" y="97832"/>
                    <a:pt x="21942" y="92861"/>
                    <a:pt x="21942" y="86232"/>
                  </a:cubicBezTo>
                  <a:cubicBezTo>
                    <a:pt x="21942" y="79841"/>
                    <a:pt x="16734" y="77947"/>
                    <a:pt x="13183" y="77947"/>
                  </a:cubicBezTo>
                  <a:cubicBezTo>
                    <a:pt x="6081" y="77947"/>
                    <a:pt x="163" y="84102"/>
                    <a:pt x="163" y="91677"/>
                  </a:cubicBezTo>
                  <a:cubicBezTo>
                    <a:pt x="163" y="102566"/>
                    <a:pt x="11999" y="107301"/>
                    <a:pt x="22415" y="107301"/>
                  </a:cubicBezTo>
                  <a:cubicBezTo>
                    <a:pt x="38039" y="107301"/>
                    <a:pt x="46561" y="90730"/>
                    <a:pt x="47271" y="89310"/>
                  </a:cubicBezTo>
                  <a:cubicBezTo>
                    <a:pt x="50111" y="98069"/>
                    <a:pt x="58633" y="107301"/>
                    <a:pt x="72837" y="107301"/>
                  </a:cubicBezTo>
                  <a:cubicBezTo>
                    <a:pt x="97219" y="107301"/>
                    <a:pt x="110712" y="76764"/>
                    <a:pt x="110712" y="70846"/>
                  </a:cubicBezTo>
                  <a:cubicBezTo>
                    <a:pt x="110712" y="68478"/>
                    <a:pt x="108582" y="68478"/>
                    <a:pt x="107871" y="68478"/>
                  </a:cubicBezTo>
                  <a:cubicBezTo>
                    <a:pt x="105741" y="68478"/>
                    <a:pt x="105267" y="69425"/>
                    <a:pt x="104794" y="71082"/>
                  </a:cubicBezTo>
                  <a:cubicBezTo>
                    <a:pt x="96982" y="96411"/>
                    <a:pt x="80885" y="102093"/>
                    <a:pt x="73310" y="102093"/>
                  </a:cubicBezTo>
                  <a:cubicBezTo>
                    <a:pt x="64078" y="102093"/>
                    <a:pt x="60290" y="94518"/>
                    <a:pt x="60290" y="86469"/>
                  </a:cubicBezTo>
                  <a:cubicBezTo>
                    <a:pt x="60290" y="81261"/>
                    <a:pt x="61711" y="76054"/>
                    <a:pt x="64315" y="65638"/>
                  </a:cubicBezTo>
                  <a:lnTo>
                    <a:pt x="72363"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1" name="Freeform: Shape 410">
              <a:extLst>
                <a:ext uri="{FF2B5EF4-FFF2-40B4-BE49-F238E27FC236}">
                  <a16:creationId xmlns:a16="http://schemas.microsoft.com/office/drawing/2014/main" id="{35E2D621-7897-6FF6-CD76-DE4377EBF7CC}"/>
                </a:ext>
              </a:extLst>
            </p:cNvPr>
            <p:cNvSpPr/>
            <p:nvPr>
              <p:custDataLst>
                <p:tags r:id="rId72"/>
              </p:custDataLst>
            </p:nvPr>
          </p:nvSpPr>
          <p:spPr>
            <a:xfrm>
              <a:off x="9131338" y="6351566"/>
              <a:ext cx="50208" cy="111518"/>
            </a:xfrm>
            <a:custGeom>
              <a:avLst/>
              <a:gdLst>
                <a:gd name="connsiteX0" fmla="*/ 46069 w 50208"/>
                <a:gd name="connsiteY0" fmla="*/ 6365 h 111518"/>
                <a:gd name="connsiteX1" fmla="*/ 39441 w 50208"/>
                <a:gd name="connsiteY1" fmla="*/ 68 h 111518"/>
                <a:gd name="connsiteX2" fmla="*/ 30162 w 50208"/>
                <a:gd name="connsiteY2" fmla="*/ 9181 h 111518"/>
                <a:gd name="connsiteX3" fmla="*/ 36790 w 50208"/>
                <a:gd name="connsiteY3" fmla="*/ 15478 h 111518"/>
                <a:gd name="connsiteX4" fmla="*/ 46069 w 50208"/>
                <a:gd name="connsiteY4" fmla="*/ 6365 h 111518"/>
                <a:gd name="connsiteX5" fmla="*/ 12266 w 50208"/>
                <a:gd name="connsiteY5" fmla="*/ 90542 h 111518"/>
                <a:gd name="connsiteX6" fmla="*/ 10774 w 50208"/>
                <a:gd name="connsiteY6" fmla="*/ 97502 h 111518"/>
                <a:gd name="connsiteX7" fmla="*/ 26516 w 50208"/>
                <a:gd name="connsiteY7" fmla="*/ 111587 h 111518"/>
                <a:gd name="connsiteX8" fmla="*/ 50378 w 50208"/>
                <a:gd name="connsiteY8" fmla="*/ 86234 h 111518"/>
                <a:gd name="connsiteX9" fmla="*/ 47726 w 50208"/>
                <a:gd name="connsiteY9" fmla="*/ 84080 h 111518"/>
                <a:gd name="connsiteX10" fmla="*/ 44578 w 50208"/>
                <a:gd name="connsiteY10" fmla="*/ 86897 h 111518"/>
                <a:gd name="connsiteX11" fmla="*/ 27013 w 50208"/>
                <a:gd name="connsiteY11" fmla="*/ 106947 h 111518"/>
                <a:gd name="connsiteX12" fmla="*/ 22871 w 50208"/>
                <a:gd name="connsiteY12" fmla="*/ 101147 h 111518"/>
                <a:gd name="connsiteX13" fmla="*/ 25522 w 50208"/>
                <a:gd name="connsiteY13" fmla="*/ 90542 h 111518"/>
                <a:gd name="connsiteX14" fmla="*/ 30824 w 50208"/>
                <a:gd name="connsiteY14" fmla="*/ 77286 h 111518"/>
                <a:gd name="connsiteX15" fmla="*/ 38944 w 50208"/>
                <a:gd name="connsiteY15" fmla="*/ 56242 h 111518"/>
                <a:gd name="connsiteX16" fmla="*/ 39938 w 50208"/>
                <a:gd name="connsiteY16" fmla="*/ 50939 h 111518"/>
                <a:gd name="connsiteX17" fmla="*/ 24196 w 50208"/>
                <a:gd name="connsiteY17" fmla="*/ 36854 h 111518"/>
                <a:gd name="connsiteX18" fmla="*/ 169 w 50208"/>
                <a:gd name="connsiteY18" fmla="*/ 62207 h 111518"/>
                <a:gd name="connsiteX19" fmla="*/ 2986 w 50208"/>
                <a:gd name="connsiteY19" fmla="*/ 64361 h 111518"/>
                <a:gd name="connsiteX20" fmla="*/ 5969 w 50208"/>
                <a:gd name="connsiteY20" fmla="*/ 61710 h 111518"/>
                <a:gd name="connsiteX21" fmla="*/ 23699 w 50208"/>
                <a:gd name="connsiteY21" fmla="*/ 41494 h 111518"/>
                <a:gd name="connsiteX22" fmla="*/ 27842 w 50208"/>
                <a:gd name="connsiteY22" fmla="*/ 47293 h 111518"/>
                <a:gd name="connsiteX23" fmla="*/ 22705 w 50208"/>
                <a:gd name="connsiteY23" fmla="*/ 63864 h 111518"/>
                <a:gd name="connsiteX24" fmla="*/ 12266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69" y="6365"/>
                  </a:moveTo>
                  <a:cubicBezTo>
                    <a:pt x="46069" y="3713"/>
                    <a:pt x="44081" y="68"/>
                    <a:pt x="39441" y="68"/>
                  </a:cubicBezTo>
                  <a:cubicBezTo>
                    <a:pt x="34967" y="68"/>
                    <a:pt x="30162" y="4376"/>
                    <a:pt x="30162" y="9181"/>
                  </a:cubicBezTo>
                  <a:cubicBezTo>
                    <a:pt x="30162" y="11998"/>
                    <a:pt x="32316" y="15478"/>
                    <a:pt x="36790" y="15478"/>
                  </a:cubicBezTo>
                  <a:cubicBezTo>
                    <a:pt x="41595" y="15478"/>
                    <a:pt x="46069" y="10839"/>
                    <a:pt x="46069" y="6365"/>
                  </a:cubicBezTo>
                  <a:close/>
                  <a:moveTo>
                    <a:pt x="12266" y="90542"/>
                  </a:moveTo>
                  <a:cubicBezTo>
                    <a:pt x="11603" y="92696"/>
                    <a:pt x="10774" y="94685"/>
                    <a:pt x="10774" y="97502"/>
                  </a:cubicBezTo>
                  <a:cubicBezTo>
                    <a:pt x="10774" y="105290"/>
                    <a:pt x="17402" y="111587"/>
                    <a:pt x="26516" y="111587"/>
                  </a:cubicBezTo>
                  <a:cubicBezTo>
                    <a:pt x="43087" y="111587"/>
                    <a:pt x="50378" y="88720"/>
                    <a:pt x="50378" y="86234"/>
                  </a:cubicBezTo>
                  <a:cubicBezTo>
                    <a:pt x="50378" y="84080"/>
                    <a:pt x="48223" y="84080"/>
                    <a:pt x="47726" y="84080"/>
                  </a:cubicBezTo>
                  <a:cubicBezTo>
                    <a:pt x="45406" y="84080"/>
                    <a:pt x="45241" y="85074"/>
                    <a:pt x="44578" y="86897"/>
                  </a:cubicBezTo>
                  <a:cubicBezTo>
                    <a:pt x="40767" y="100153"/>
                    <a:pt x="33476" y="106947"/>
                    <a:pt x="27013" y="106947"/>
                  </a:cubicBezTo>
                  <a:cubicBezTo>
                    <a:pt x="23699" y="106947"/>
                    <a:pt x="22871" y="104793"/>
                    <a:pt x="22871" y="101147"/>
                  </a:cubicBezTo>
                  <a:cubicBezTo>
                    <a:pt x="22871" y="97336"/>
                    <a:pt x="24031" y="94188"/>
                    <a:pt x="25522" y="90542"/>
                  </a:cubicBezTo>
                  <a:cubicBezTo>
                    <a:pt x="27179" y="86068"/>
                    <a:pt x="29002" y="81594"/>
                    <a:pt x="30824" y="77286"/>
                  </a:cubicBezTo>
                  <a:cubicBezTo>
                    <a:pt x="32316" y="73309"/>
                    <a:pt x="38281" y="58230"/>
                    <a:pt x="38944" y="56242"/>
                  </a:cubicBezTo>
                  <a:cubicBezTo>
                    <a:pt x="39441" y="54584"/>
                    <a:pt x="39938" y="52596"/>
                    <a:pt x="39938" y="50939"/>
                  </a:cubicBezTo>
                  <a:cubicBezTo>
                    <a:pt x="39938" y="43151"/>
                    <a:pt x="33310" y="36854"/>
                    <a:pt x="24196" y="36854"/>
                  </a:cubicBezTo>
                  <a:cubicBezTo>
                    <a:pt x="7792" y="36854"/>
                    <a:pt x="169" y="59390"/>
                    <a:pt x="169" y="62207"/>
                  </a:cubicBezTo>
                  <a:cubicBezTo>
                    <a:pt x="169" y="64361"/>
                    <a:pt x="2489" y="64361"/>
                    <a:pt x="2986" y="64361"/>
                  </a:cubicBezTo>
                  <a:cubicBezTo>
                    <a:pt x="5306" y="64361"/>
                    <a:pt x="5472" y="63533"/>
                    <a:pt x="5969" y="61710"/>
                  </a:cubicBezTo>
                  <a:cubicBezTo>
                    <a:pt x="10277" y="47459"/>
                    <a:pt x="17568" y="41494"/>
                    <a:pt x="23699" y="41494"/>
                  </a:cubicBezTo>
                  <a:cubicBezTo>
                    <a:pt x="26350" y="41494"/>
                    <a:pt x="27842" y="42819"/>
                    <a:pt x="27842" y="47293"/>
                  </a:cubicBezTo>
                  <a:cubicBezTo>
                    <a:pt x="27842" y="51105"/>
                    <a:pt x="26848" y="53590"/>
                    <a:pt x="22705" y="63864"/>
                  </a:cubicBezTo>
                  <a:lnTo>
                    <a:pt x="12266"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2" name="Freeform: Shape 411">
              <a:extLst>
                <a:ext uri="{FF2B5EF4-FFF2-40B4-BE49-F238E27FC236}">
                  <a16:creationId xmlns:a16="http://schemas.microsoft.com/office/drawing/2014/main" id="{CB226634-E467-E4AF-DD8F-9DE05CF946EB}"/>
                </a:ext>
              </a:extLst>
            </p:cNvPr>
            <p:cNvSpPr/>
            <p:nvPr>
              <p:custDataLst>
                <p:tags r:id="rId73"/>
              </p:custDataLst>
            </p:nvPr>
          </p:nvSpPr>
          <p:spPr>
            <a:xfrm>
              <a:off x="9225796" y="6248380"/>
              <a:ext cx="54919" cy="236720"/>
            </a:xfrm>
            <a:custGeom>
              <a:avLst/>
              <a:gdLst>
                <a:gd name="connsiteX0" fmla="*/ 55092 w 54919"/>
                <a:gd name="connsiteY0" fmla="*/ 234419 h 236720"/>
                <a:gd name="connsiteX1" fmla="*/ 51067 w 54919"/>
                <a:gd name="connsiteY1" fmla="*/ 229212 h 236720"/>
                <a:gd name="connsiteX2" fmla="*/ 13902 w 54919"/>
                <a:gd name="connsiteY2" fmla="*/ 118426 h 236720"/>
                <a:gd name="connsiteX3" fmla="*/ 52014 w 54919"/>
                <a:gd name="connsiteY3" fmla="*/ 6458 h 236720"/>
                <a:gd name="connsiteX4" fmla="*/ 55092 w 54919"/>
                <a:gd name="connsiteY4" fmla="*/ 2433 h 236720"/>
                <a:gd name="connsiteX5" fmla="*/ 52724 w 54919"/>
                <a:gd name="connsiteY5" fmla="*/ 66 h 236720"/>
                <a:gd name="connsiteX6" fmla="*/ 15086 w 54919"/>
                <a:gd name="connsiteY6" fmla="*/ 46227 h 236720"/>
                <a:gd name="connsiteX7" fmla="*/ 172 w 54919"/>
                <a:gd name="connsiteY7" fmla="*/ 118426 h 236720"/>
                <a:gd name="connsiteX8" fmla="*/ 15796 w 54919"/>
                <a:gd name="connsiteY8" fmla="*/ 192283 h 236720"/>
                <a:gd name="connsiteX9" fmla="*/ 52724 w 54919"/>
                <a:gd name="connsiteY9" fmla="*/ 236787 h 236720"/>
                <a:gd name="connsiteX10" fmla="*/ 55092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92" y="234419"/>
                  </a:moveTo>
                  <a:cubicBezTo>
                    <a:pt x="55092" y="233709"/>
                    <a:pt x="55092" y="233236"/>
                    <a:pt x="51067" y="229212"/>
                  </a:cubicBezTo>
                  <a:cubicBezTo>
                    <a:pt x="21477" y="199385"/>
                    <a:pt x="13902" y="154645"/>
                    <a:pt x="13902" y="118426"/>
                  </a:cubicBezTo>
                  <a:cubicBezTo>
                    <a:pt x="13902" y="77237"/>
                    <a:pt x="22898" y="36048"/>
                    <a:pt x="52014" y="6458"/>
                  </a:cubicBezTo>
                  <a:cubicBezTo>
                    <a:pt x="55092" y="3617"/>
                    <a:pt x="55092" y="3144"/>
                    <a:pt x="55092" y="2433"/>
                  </a:cubicBezTo>
                  <a:cubicBezTo>
                    <a:pt x="55092" y="776"/>
                    <a:pt x="54145" y="66"/>
                    <a:pt x="52724" y="66"/>
                  </a:cubicBezTo>
                  <a:cubicBezTo>
                    <a:pt x="50357" y="66"/>
                    <a:pt x="29052" y="16163"/>
                    <a:pt x="15086" y="46227"/>
                  </a:cubicBezTo>
                  <a:cubicBezTo>
                    <a:pt x="3013" y="72266"/>
                    <a:pt x="172" y="98542"/>
                    <a:pt x="172" y="118426"/>
                  </a:cubicBezTo>
                  <a:cubicBezTo>
                    <a:pt x="172" y="136891"/>
                    <a:pt x="2776" y="165534"/>
                    <a:pt x="15796" y="192283"/>
                  </a:cubicBezTo>
                  <a:cubicBezTo>
                    <a:pt x="29999" y="221400"/>
                    <a:pt x="50357" y="236787"/>
                    <a:pt x="52724" y="236787"/>
                  </a:cubicBezTo>
                  <a:cubicBezTo>
                    <a:pt x="54145" y="236787"/>
                    <a:pt x="55092" y="236077"/>
                    <a:pt x="55092"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3" name="Freeform: Shape 412">
              <a:extLst>
                <a:ext uri="{FF2B5EF4-FFF2-40B4-BE49-F238E27FC236}">
                  <a16:creationId xmlns:a16="http://schemas.microsoft.com/office/drawing/2014/main" id="{6F2BD850-5D10-4372-6B66-2FB101F0E1B5}"/>
                </a:ext>
              </a:extLst>
            </p:cNvPr>
            <p:cNvSpPr/>
            <p:nvPr>
              <p:custDataLst>
                <p:tags r:id="rId74"/>
              </p:custDataLst>
            </p:nvPr>
          </p:nvSpPr>
          <p:spPr>
            <a:xfrm>
              <a:off x="9301284" y="6321289"/>
              <a:ext cx="109128" cy="153158"/>
            </a:xfrm>
            <a:custGeom>
              <a:avLst/>
              <a:gdLst>
                <a:gd name="connsiteX0" fmla="*/ 108358 w 109128"/>
                <a:gd name="connsiteY0" fmla="*/ 14506 h 153158"/>
                <a:gd name="connsiteX1" fmla="*/ 109305 w 109128"/>
                <a:gd name="connsiteY1" fmla="*/ 9062 h 153158"/>
                <a:gd name="connsiteX2" fmla="*/ 102440 w 109128"/>
                <a:gd name="connsiteY2" fmla="*/ 2670 h 153158"/>
                <a:gd name="connsiteX3" fmla="*/ 94154 w 109128"/>
                <a:gd name="connsiteY3" fmla="*/ 7641 h 153158"/>
                <a:gd name="connsiteX4" fmla="*/ 90840 w 109128"/>
                <a:gd name="connsiteY4" fmla="*/ 20424 h 153158"/>
                <a:gd name="connsiteX5" fmla="*/ 86106 w 109128"/>
                <a:gd name="connsiteY5" fmla="*/ 39362 h 153158"/>
                <a:gd name="connsiteX6" fmla="*/ 75453 w 109128"/>
                <a:gd name="connsiteY6" fmla="*/ 81972 h 153158"/>
                <a:gd name="connsiteX7" fmla="*/ 48704 w 109128"/>
                <a:gd name="connsiteY7" fmla="*/ 102093 h 153158"/>
                <a:gd name="connsiteX8" fmla="*/ 34027 w 109128"/>
                <a:gd name="connsiteY8" fmla="*/ 82918 h 153158"/>
                <a:gd name="connsiteX9" fmla="*/ 46100 w 109128"/>
                <a:gd name="connsiteY9" fmla="*/ 36521 h 153158"/>
                <a:gd name="connsiteX10" fmla="*/ 50835 w 109128"/>
                <a:gd name="connsiteY10" fmla="*/ 19477 h 153158"/>
                <a:gd name="connsiteX11" fmla="*/ 31423 w 109128"/>
                <a:gd name="connsiteY11" fmla="*/ 66 h 153158"/>
                <a:gd name="connsiteX12" fmla="*/ 176 w 109128"/>
                <a:gd name="connsiteY12" fmla="*/ 36521 h 153158"/>
                <a:gd name="connsiteX13" fmla="*/ 3017 w 109128"/>
                <a:gd name="connsiteY13" fmla="*/ 38888 h 153158"/>
                <a:gd name="connsiteX14" fmla="*/ 6804 w 109128"/>
                <a:gd name="connsiteY14" fmla="*/ 34627 h 153158"/>
                <a:gd name="connsiteX15" fmla="*/ 30713 w 109128"/>
                <a:gd name="connsiteY15" fmla="*/ 5274 h 153158"/>
                <a:gd name="connsiteX16" fmla="*/ 36631 w 109128"/>
                <a:gd name="connsiteY16" fmla="*/ 12849 h 153158"/>
                <a:gd name="connsiteX17" fmla="*/ 32607 w 109128"/>
                <a:gd name="connsiteY17" fmla="*/ 29420 h 153158"/>
                <a:gd name="connsiteX18" fmla="*/ 18877 w 109128"/>
                <a:gd name="connsiteY18" fmla="*/ 79131 h 153158"/>
                <a:gd name="connsiteX19" fmla="*/ 47757 w 109128"/>
                <a:gd name="connsiteY19" fmla="*/ 107301 h 153158"/>
                <a:gd name="connsiteX20" fmla="*/ 71666 w 109128"/>
                <a:gd name="connsiteY20" fmla="*/ 96648 h 153158"/>
                <a:gd name="connsiteX21" fmla="*/ 56279 w 109128"/>
                <a:gd name="connsiteY21" fmla="*/ 133103 h 153158"/>
                <a:gd name="connsiteX22" fmla="*/ 30240 w 109128"/>
                <a:gd name="connsiteY22" fmla="*/ 148017 h 153158"/>
                <a:gd name="connsiteX23" fmla="*/ 12249 w 109128"/>
                <a:gd name="connsiteY23" fmla="*/ 138074 h 153158"/>
                <a:gd name="connsiteX24" fmla="*/ 22428 w 109128"/>
                <a:gd name="connsiteY24" fmla="*/ 135234 h 153158"/>
                <a:gd name="connsiteX25" fmla="*/ 27162 w 109128"/>
                <a:gd name="connsiteY25" fmla="*/ 125528 h 153158"/>
                <a:gd name="connsiteX26" fmla="*/ 18404 w 109128"/>
                <a:gd name="connsiteY26" fmla="*/ 117243 h 153158"/>
                <a:gd name="connsiteX27" fmla="*/ 5147 w 109128"/>
                <a:gd name="connsiteY27" fmla="*/ 132630 h 153158"/>
                <a:gd name="connsiteX28" fmla="*/ 30240 w 109128"/>
                <a:gd name="connsiteY28" fmla="*/ 153224 h 153158"/>
                <a:gd name="connsiteX29" fmla="*/ 85632 w 109128"/>
                <a:gd name="connsiteY29" fmla="*/ 104933 h 153158"/>
                <a:gd name="connsiteX30" fmla="*/ 108358 w 109128"/>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28" h="153158">
                  <a:moveTo>
                    <a:pt x="108358" y="14506"/>
                  </a:moveTo>
                  <a:cubicBezTo>
                    <a:pt x="109305" y="11192"/>
                    <a:pt x="109305" y="10719"/>
                    <a:pt x="109305" y="9062"/>
                  </a:cubicBezTo>
                  <a:cubicBezTo>
                    <a:pt x="109305" y="4801"/>
                    <a:pt x="105990" y="2670"/>
                    <a:pt x="102440" y="2670"/>
                  </a:cubicBezTo>
                  <a:cubicBezTo>
                    <a:pt x="100072" y="2670"/>
                    <a:pt x="96285" y="4091"/>
                    <a:pt x="94154" y="7641"/>
                  </a:cubicBezTo>
                  <a:cubicBezTo>
                    <a:pt x="93681" y="8825"/>
                    <a:pt x="91787" y="16163"/>
                    <a:pt x="90840" y="20424"/>
                  </a:cubicBezTo>
                  <a:cubicBezTo>
                    <a:pt x="89183" y="26579"/>
                    <a:pt x="87526" y="32970"/>
                    <a:pt x="86106" y="39362"/>
                  </a:cubicBezTo>
                  <a:lnTo>
                    <a:pt x="75453" y="81972"/>
                  </a:lnTo>
                  <a:cubicBezTo>
                    <a:pt x="74507" y="85522"/>
                    <a:pt x="64328" y="102093"/>
                    <a:pt x="48704" y="102093"/>
                  </a:cubicBezTo>
                  <a:cubicBezTo>
                    <a:pt x="36631" y="102093"/>
                    <a:pt x="34027" y="91677"/>
                    <a:pt x="34027" y="82918"/>
                  </a:cubicBezTo>
                  <a:cubicBezTo>
                    <a:pt x="34027" y="72029"/>
                    <a:pt x="38052" y="57353"/>
                    <a:pt x="46100" y="36521"/>
                  </a:cubicBezTo>
                  <a:cubicBezTo>
                    <a:pt x="49888" y="26816"/>
                    <a:pt x="50835" y="24212"/>
                    <a:pt x="50835" y="19477"/>
                  </a:cubicBezTo>
                  <a:cubicBezTo>
                    <a:pt x="50835" y="8825"/>
                    <a:pt x="43259" y="66"/>
                    <a:pt x="31423" y="66"/>
                  </a:cubicBezTo>
                  <a:cubicBezTo>
                    <a:pt x="8935" y="66"/>
                    <a:pt x="176" y="34391"/>
                    <a:pt x="176" y="36521"/>
                  </a:cubicBezTo>
                  <a:cubicBezTo>
                    <a:pt x="176" y="38888"/>
                    <a:pt x="2543" y="38888"/>
                    <a:pt x="3017" y="38888"/>
                  </a:cubicBezTo>
                  <a:cubicBezTo>
                    <a:pt x="5384" y="38888"/>
                    <a:pt x="5621" y="38415"/>
                    <a:pt x="6804" y="34627"/>
                  </a:cubicBezTo>
                  <a:cubicBezTo>
                    <a:pt x="13196" y="12376"/>
                    <a:pt x="22665" y="5274"/>
                    <a:pt x="30713" y="5274"/>
                  </a:cubicBezTo>
                  <a:cubicBezTo>
                    <a:pt x="32607" y="5274"/>
                    <a:pt x="36631" y="5274"/>
                    <a:pt x="36631" y="12849"/>
                  </a:cubicBezTo>
                  <a:cubicBezTo>
                    <a:pt x="36631" y="18767"/>
                    <a:pt x="34264" y="24922"/>
                    <a:pt x="32607" y="29420"/>
                  </a:cubicBezTo>
                  <a:cubicBezTo>
                    <a:pt x="23138" y="54512"/>
                    <a:pt x="18877" y="68005"/>
                    <a:pt x="18877" y="79131"/>
                  </a:cubicBezTo>
                  <a:cubicBezTo>
                    <a:pt x="18877" y="100199"/>
                    <a:pt x="33791" y="107301"/>
                    <a:pt x="47757" y="107301"/>
                  </a:cubicBezTo>
                  <a:cubicBezTo>
                    <a:pt x="56989" y="107301"/>
                    <a:pt x="65038" y="103276"/>
                    <a:pt x="71666" y="96648"/>
                  </a:cubicBezTo>
                  <a:cubicBezTo>
                    <a:pt x="68589" y="108958"/>
                    <a:pt x="65748" y="120557"/>
                    <a:pt x="56279" y="133103"/>
                  </a:cubicBezTo>
                  <a:cubicBezTo>
                    <a:pt x="50124" y="141152"/>
                    <a:pt x="41129" y="148017"/>
                    <a:pt x="30240" y="148017"/>
                  </a:cubicBezTo>
                  <a:cubicBezTo>
                    <a:pt x="26926" y="148017"/>
                    <a:pt x="16273" y="147306"/>
                    <a:pt x="12249" y="138074"/>
                  </a:cubicBezTo>
                  <a:cubicBezTo>
                    <a:pt x="16037" y="138074"/>
                    <a:pt x="19114" y="138074"/>
                    <a:pt x="22428" y="135234"/>
                  </a:cubicBezTo>
                  <a:cubicBezTo>
                    <a:pt x="24795" y="133103"/>
                    <a:pt x="27162" y="130026"/>
                    <a:pt x="27162" y="125528"/>
                  </a:cubicBezTo>
                  <a:cubicBezTo>
                    <a:pt x="27162" y="118190"/>
                    <a:pt x="20771" y="117243"/>
                    <a:pt x="18404" y="117243"/>
                  </a:cubicBezTo>
                  <a:cubicBezTo>
                    <a:pt x="12959" y="117243"/>
                    <a:pt x="5147" y="121030"/>
                    <a:pt x="5147" y="132630"/>
                  </a:cubicBezTo>
                  <a:cubicBezTo>
                    <a:pt x="5147" y="144466"/>
                    <a:pt x="15563" y="153224"/>
                    <a:pt x="30240" y="153224"/>
                  </a:cubicBezTo>
                  <a:cubicBezTo>
                    <a:pt x="54622" y="153224"/>
                    <a:pt x="79004" y="131683"/>
                    <a:pt x="85632" y="104933"/>
                  </a:cubicBezTo>
                  <a:lnTo>
                    <a:pt x="108358"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4" name="Freeform: Shape 413">
              <a:extLst>
                <a:ext uri="{FF2B5EF4-FFF2-40B4-BE49-F238E27FC236}">
                  <a16:creationId xmlns:a16="http://schemas.microsoft.com/office/drawing/2014/main" id="{FD175D91-73A7-8EF6-5A1B-983789CCB4F9}"/>
                </a:ext>
              </a:extLst>
            </p:cNvPr>
            <p:cNvSpPr/>
            <p:nvPr>
              <p:custDataLst>
                <p:tags r:id="rId75"/>
              </p:custDataLst>
            </p:nvPr>
          </p:nvSpPr>
          <p:spPr>
            <a:xfrm>
              <a:off x="9418267" y="6351566"/>
              <a:ext cx="50208" cy="111518"/>
            </a:xfrm>
            <a:custGeom>
              <a:avLst/>
              <a:gdLst>
                <a:gd name="connsiteX0" fmla="*/ 46081 w 50208"/>
                <a:gd name="connsiteY0" fmla="*/ 6365 h 111518"/>
                <a:gd name="connsiteX1" fmla="*/ 39453 w 50208"/>
                <a:gd name="connsiteY1" fmla="*/ 68 h 111518"/>
                <a:gd name="connsiteX2" fmla="*/ 30174 w 50208"/>
                <a:gd name="connsiteY2" fmla="*/ 9181 h 111518"/>
                <a:gd name="connsiteX3" fmla="*/ 36802 w 50208"/>
                <a:gd name="connsiteY3" fmla="*/ 15478 h 111518"/>
                <a:gd name="connsiteX4" fmla="*/ 46081 w 50208"/>
                <a:gd name="connsiteY4" fmla="*/ 6365 h 111518"/>
                <a:gd name="connsiteX5" fmla="*/ 12278 w 50208"/>
                <a:gd name="connsiteY5" fmla="*/ 90542 h 111518"/>
                <a:gd name="connsiteX6" fmla="*/ 10786 w 50208"/>
                <a:gd name="connsiteY6" fmla="*/ 97502 h 111518"/>
                <a:gd name="connsiteX7" fmla="*/ 26528 w 50208"/>
                <a:gd name="connsiteY7" fmla="*/ 111587 h 111518"/>
                <a:gd name="connsiteX8" fmla="*/ 50390 w 50208"/>
                <a:gd name="connsiteY8" fmla="*/ 86234 h 111518"/>
                <a:gd name="connsiteX9" fmla="*/ 47738 w 50208"/>
                <a:gd name="connsiteY9" fmla="*/ 84080 h 111518"/>
                <a:gd name="connsiteX10" fmla="*/ 44590 w 50208"/>
                <a:gd name="connsiteY10" fmla="*/ 86897 h 111518"/>
                <a:gd name="connsiteX11" fmla="*/ 27025 w 50208"/>
                <a:gd name="connsiteY11" fmla="*/ 106947 h 111518"/>
                <a:gd name="connsiteX12" fmla="*/ 22883 w 50208"/>
                <a:gd name="connsiteY12" fmla="*/ 101147 h 111518"/>
                <a:gd name="connsiteX13" fmla="*/ 25534 w 50208"/>
                <a:gd name="connsiteY13" fmla="*/ 90542 h 111518"/>
                <a:gd name="connsiteX14" fmla="*/ 30837 w 50208"/>
                <a:gd name="connsiteY14" fmla="*/ 77286 h 111518"/>
                <a:gd name="connsiteX15" fmla="*/ 38956 w 50208"/>
                <a:gd name="connsiteY15" fmla="*/ 56242 h 111518"/>
                <a:gd name="connsiteX16" fmla="*/ 39950 w 50208"/>
                <a:gd name="connsiteY16" fmla="*/ 50939 h 111518"/>
                <a:gd name="connsiteX17" fmla="*/ 24208 w 50208"/>
                <a:gd name="connsiteY17" fmla="*/ 36854 h 111518"/>
                <a:gd name="connsiteX18" fmla="*/ 181 w 50208"/>
                <a:gd name="connsiteY18" fmla="*/ 62207 h 111518"/>
                <a:gd name="connsiteX19" fmla="*/ 2998 w 50208"/>
                <a:gd name="connsiteY19" fmla="*/ 64361 h 111518"/>
                <a:gd name="connsiteX20" fmla="*/ 5981 w 50208"/>
                <a:gd name="connsiteY20" fmla="*/ 61710 h 111518"/>
                <a:gd name="connsiteX21" fmla="*/ 23711 w 50208"/>
                <a:gd name="connsiteY21" fmla="*/ 41494 h 111518"/>
                <a:gd name="connsiteX22" fmla="*/ 27854 w 50208"/>
                <a:gd name="connsiteY22" fmla="*/ 47293 h 111518"/>
                <a:gd name="connsiteX23" fmla="*/ 22717 w 50208"/>
                <a:gd name="connsiteY23" fmla="*/ 63864 h 111518"/>
                <a:gd name="connsiteX24" fmla="*/ 12278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81" y="6365"/>
                  </a:moveTo>
                  <a:cubicBezTo>
                    <a:pt x="46081" y="3713"/>
                    <a:pt x="44093" y="68"/>
                    <a:pt x="39453" y="68"/>
                  </a:cubicBezTo>
                  <a:cubicBezTo>
                    <a:pt x="34979" y="68"/>
                    <a:pt x="30174" y="4376"/>
                    <a:pt x="30174" y="9181"/>
                  </a:cubicBezTo>
                  <a:cubicBezTo>
                    <a:pt x="30174" y="11998"/>
                    <a:pt x="32328" y="15478"/>
                    <a:pt x="36802" y="15478"/>
                  </a:cubicBezTo>
                  <a:cubicBezTo>
                    <a:pt x="41607" y="15478"/>
                    <a:pt x="46081" y="10839"/>
                    <a:pt x="46081" y="6365"/>
                  </a:cubicBezTo>
                  <a:close/>
                  <a:moveTo>
                    <a:pt x="12278" y="90542"/>
                  </a:moveTo>
                  <a:cubicBezTo>
                    <a:pt x="11615" y="92696"/>
                    <a:pt x="10786" y="94685"/>
                    <a:pt x="10786" y="97502"/>
                  </a:cubicBezTo>
                  <a:cubicBezTo>
                    <a:pt x="10786" y="105290"/>
                    <a:pt x="17414" y="111587"/>
                    <a:pt x="26528" y="111587"/>
                  </a:cubicBezTo>
                  <a:cubicBezTo>
                    <a:pt x="43099" y="111587"/>
                    <a:pt x="50390" y="88720"/>
                    <a:pt x="50390" y="86234"/>
                  </a:cubicBezTo>
                  <a:cubicBezTo>
                    <a:pt x="50390" y="84080"/>
                    <a:pt x="48235" y="84080"/>
                    <a:pt x="47738" y="84080"/>
                  </a:cubicBezTo>
                  <a:cubicBezTo>
                    <a:pt x="45419" y="84080"/>
                    <a:pt x="45253" y="85074"/>
                    <a:pt x="44590" y="86897"/>
                  </a:cubicBezTo>
                  <a:cubicBezTo>
                    <a:pt x="40779" y="100153"/>
                    <a:pt x="33488" y="106947"/>
                    <a:pt x="27025" y="106947"/>
                  </a:cubicBezTo>
                  <a:cubicBezTo>
                    <a:pt x="23711" y="106947"/>
                    <a:pt x="22883" y="104793"/>
                    <a:pt x="22883" y="101147"/>
                  </a:cubicBezTo>
                  <a:cubicBezTo>
                    <a:pt x="22883" y="97336"/>
                    <a:pt x="24043" y="94188"/>
                    <a:pt x="25534" y="90542"/>
                  </a:cubicBezTo>
                  <a:cubicBezTo>
                    <a:pt x="27191" y="86068"/>
                    <a:pt x="29014" y="81594"/>
                    <a:pt x="30837" y="77286"/>
                  </a:cubicBezTo>
                  <a:cubicBezTo>
                    <a:pt x="32328" y="73309"/>
                    <a:pt x="38293" y="58230"/>
                    <a:pt x="38956" y="56242"/>
                  </a:cubicBezTo>
                  <a:cubicBezTo>
                    <a:pt x="39453" y="54584"/>
                    <a:pt x="39950" y="52596"/>
                    <a:pt x="39950" y="50939"/>
                  </a:cubicBezTo>
                  <a:cubicBezTo>
                    <a:pt x="39950" y="43151"/>
                    <a:pt x="33322" y="36854"/>
                    <a:pt x="24208" y="36854"/>
                  </a:cubicBezTo>
                  <a:cubicBezTo>
                    <a:pt x="7804" y="36854"/>
                    <a:pt x="181" y="59390"/>
                    <a:pt x="181" y="62207"/>
                  </a:cubicBezTo>
                  <a:cubicBezTo>
                    <a:pt x="181" y="64361"/>
                    <a:pt x="2501" y="64361"/>
                    <a:pt x="2998" y="64361"/>
                  </a:cubicBezTo>
                  <a:cubicBezTo>
                    <a:pt x="5318" y="64361"/>
                    <a:pt x="5484" y="63533"/>
                    <a:pt x="5981" y="61710"/>
                  </a:cubicBezTo>
                  <a:cubicBezTo>
                    <a:pt x="10289" y="47459"/>
                    <a:pt x="17580" y="41494"/>
                    <a:pt x="23711" y="41494"/>
                  </a:cubicBezTo>
                  <a:cubicBezTo>
                    <a:pt x="26362" y="41494"/>
                    <a:pt x="27854" y="42819"/>
                    <a:pt x="27854" y="47293"/>
                  </a:cubicBezTo>
                  <a:cubicBezTo>
                    <a:pt x="27854" y="51105"/>
                    <a:pt x="26860" y="53590"/>
                    <a:pt x="22717" y="63864"/>
                  </a:cubicBezTo>
                  <a:lnTo>
                    <a:pt x="12278"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5" name="Freeform: Shape 414">
              <a:extLst>
                <a:ext uri="{FF2B5EF4-FFF2-40B4-BE49-F238E27FC236}">
                  <a16:creationId xmlns:a16="http://schemas.microsoft.com/office/drawing/2014/main" id="{A1F43627-04B2-3866-00CF-3B706D6913D2}"/>
                </a:ext>
              </a:extLst>
            </p:cNvPr>
            <p:cNvSpPr/>
            <p:nvPr>
              <p:custDataLst>
                <p:tags r:id="rId76"/>
              </p:custDataLst>
            </p:nvPr>
          </p:nvSpPr>
          <p:spPr>
            <a:xfrm>
              <a:off x="9561541" y="6362005"/>
              <a:ext cx="144636" cy="9468"/>
            </a:xfrm>
            <a:custGeom>
              <a:avLst/>
              <a:gdLst>
                <a:gd name="connsiteX0" fmla="*/ 136538 w 144636"/>
                <a:gd name="connsiteY0" fmla="*/ 9535 h 9468"/>
                <a:gd name="connsiteX1" fmla="*/ 144823 w 144636"/>
                <a:gd name="connsiteY1" fmla="*/ 4801 h 9468"/>
                <a:gd name="connsiteX2" fmla="*/ 136538 w 144636"/>
                <a:gd name="connsiteY2" fmla="*/ 66 h 9468"/>
                <a:gd name="connsiteX3" fmla="*/ 8472 w 144636"/>
                <a:gd name="connsiteY3" fmla="*/ 66 h 9468"/>
                <a:gd name="connsiteX4" fmla="*/ 187 w 144636"/>
                <a:gd name="connsiteY4" fmla="*/ 4801 h 9468"/>
                <a:gd name="connsiteX5" fmla="*/ 8472 w 144636"/>
                <a:gd name="connsiteY5" fmla="*/ 9535 h 9468"/>
                <a:gd name="connsiteX6" fmla="*/ 136538 w 144636"/>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468">
                  <a:moveTo>
                    <a:pt x="136538" y="9535"/>
                  </a:moveTo>
                  <a:cubicBezTo>
                    <a:pt x="140562" y="9535"/>
                    <a:pt x="144823" y="9535"/>
                    <a:pt x="144823" y="4801"/>
                  </a:cubicBezTo>
                  <a:cubicBezTo>
                    <a:pt x="144823" y="66"/>
                    <a:pt x="140562" y="66"/>
                    <a:pt x="136538" y="66"/>
                  </a:cubicBezTo>
                  <a:lnTo>
                    <a:pt x="8472" y="66"/>
                  </a:lnTo>
                  <a:cubicBezTo>
                    <a:pt x="4448" y="66"/>
                    <a:pt x="187" y="66"/>
                    <a:pt x="187" y="4801"/>
                  </a:cubicBezTo>
                  <a:cubicBezTo>
                    <a:pt x="187" y="9535"/>
                    <a:pt x="4448" y="9535"/>
                    <a:pt x="8472" y="9535"/>
                  </a:cubicBezTo>
                  <a:lnTo>
                    <a:pt x="136538"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6" name="Freeform: Shape 415">
              <a:extLst>
                <a:ext uri="{FF2B5EF4-FFF2-40B4-BE49-F238E27FC236}">
                  <a16:creationId xmlns:a16="http://schemas.microsoft.com/office/drawing/2014/main" id="{BCB09A9E-1340-D276-270C-0DD10DD5970C}"/>
                </a:ext>
              </a:extLst>
            </p:cNvPr>
            <p:cNvSpPr/>
            <p:nvPr>
              <p:custDataLst>
                <p:tags r:id="rId77"/>
              </p:custDataLst>
            </p:nvPr>
          </p:nvSpPr>
          <p:spPr>
            <a:xfrm>
              <a:off x="9866938" y="6199168"/>
              <a:ext cx="63204" cy="36454"/>
            </a:xfrm>
            <a:custGeom>
              <a:avLst/>
              <a:gdLst>
                <a:gd name="connsiteX0" fmla="*/ 31920 w 63204"/>
                <a:gd name="connsiteY0" fmla="*/ 64 h 36454"/>
                <a:gd name="connsiteX1" fmla="*/ 199 w 63204"/>
                <a:gd name="connsiteY1" fmla="*/ 32258 h 36454"/>
                <a:gd name="connsiteX2" fmla="*/ 4460 w 63204"/>
                <a:gd name="connsiteY2" fmla="*/ 36519 h 36454"/>
                <a:gd name="connsiteX3" fmla="*/ 31920 w 63204"/>
                <a:gd name="connsiteY3" fmla="*/ 12373 h 36454"/>
                <a:gd name="connsiteX4" fmla="*/ 59143 w 63204"/>
                <a:gd name="connsiteY4" fmla="*/ 36519 h 36454"/>
                <a:gd name="connsiteX5" fmla="*/ 63404 w 63204"/>
                <a:gd name="connsiteY5" fmla="*/ 32258 h 36454"/>
                <a:gd name="connsiteX6" fmla="*/ 31920 w 63204"/>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04" h="36454">
                  <a:moveTo>
                    <a:pt x="31920" y="64"/>
                  </a:moveTo>
                  <a:lnTo>
                    <a:pt x="199" y="32258"/>
                  </a:lnTo>
                  <a:lnTo>
                    <a:pt x="4460" y="36519"/>
                  </a:lnTo>
                  <a:lnTo>
                    <a:pt x="31920" y="12373"/>
                  </a:lnTo>
                  <a:lnTo>
                    <a:pt x="59143" y="36519"/>
                  </a:lnTo>
                  <a:lnTo>
                    <a:pt x="63404" y="32258"/>
                  </a:lnTo>
                  <a:lnTo>
                    <a:pt x="31920"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7" name="Freeform: Shape 416">
              <a:extLst>
                <a:ext uri="{FF2B5EF4-FFF2-40B4-BE49-F238E27FC236}">
                  <a16:creationId xmlns:a16="http://schemas.microsoft.com/office/drawing/2014/main" id="{E6EFC6CB-9429-4DD7-3B91-9DB88C563E7B}"/>
                </a:ext>
              </a:extLst>
            </p:cNvPr>
            <p:cNvSpPr/>
            <p:nvPr>
              <p:custDataLst>
                <p:tags r:id="rId78"/>
              </p:custDataLst>
            </p:nvPr>
          </p:nvSpPr>
          <p:spPr>
            <a:xfrm>
              <a:off x="9785685" y="6258795"/>
              <a:ext cx="129042" cy="213048"/>
            </a:xfrm>
            <a:custGeom>
              <a:avLst/>
              <a:gdLst>
                <a:gd name="connsiteX0" fmla="*/ 129239 w 129042"/>
                <a:gd name="connsiteY0" fmla="*/ 32497 h 213048"/>
                <a:gd name="connsiteX1" fmla="*/ 97045 w 129042"/>
                <a:gd name="connsiteY1" fmla="*/ 66 h 213048"/>
                <a:gd name="connsiteX2" fmla="*/ 68402 w 129042"/>
                <a:gd name="connsiteY2" fmla="*/ 10009 h 213048"/>
                <a:gd name="connsiteX3" fmla="*/ 37865 w 129042"/>
                <a:gd name="connsiteY3" fmla="*/ 60430 h 213048"/>
                <a:gd name="connsiteX4" fmla="*/ 227 w 129042"/>
                <a:gd name="connsiteY4" fmla="*/ 210747 h 213048"/>
                <a:gd name="connsiteX5" fmla="*/ 3067 w 129042"/>
                <a:gd name="connsiteY5" fmla="*/ 213115 h 213048"/>
                <a:gd name="connsiteX6" fmla="*/ 5908 w 129042"/>
                <a:gd name="connsiteY6" fmla="*/ 211931 h 213048"/>
                <a:gd name="connsiteX7" fmla="*/ 22478 w 129042"/>
                <a:gd name="connsiteY7" fmla="*/ 146596 h 213048"/>
                <a:gd name="connsiteX8" fmla="*/ 54672 w 129042"/>
                <a:gd name="connsiteY8" fmla="*/ 169558 h 213048"/>
                <a:gd name="connsiteX9" fmla="*/ 100360 w 129042"/>
                <a:gd name="connsiteY9" fmla="*/ 150857 h 213048"/>
                <a:gd name="connsiteX10" fmla="*/ 119297 w 129042"/>
                <a:gd name="connsiteY10" fmla="*/ 107301 h 213048"/>
                <a:gd name="connsiteX11" fmla="*/ 102017 w 129042"/>
                <a:gd name="connsiteY11" fmla="*/ 72029 h 213048"/>
                <a:gd name="connsiteX12" fmla="*/ 129239 w 129042"/>
                <a:gd name="connsiteY12" fmla="*/ 32497 h 213048"/>
                <a:gd name="connsiteX13" fmla="*/ 86630 w 129042"/>
                <a:gd name="connsiteY13" fmla="*/ 71793 h 213048"/>
                <a:gd name="connsiteX14" fmla="*/ 75267 w 129042"/>
                <a:gd name="connsiteY14" fmla="*/ 73450 h 213048"/>
                <a:gd name="connsiteX15" fmla="*/ 64851 w 129042"/>
                <a:gd name="connsiteY15" fmla="*/ 72503 h 213048"/>
                <a:gd name="connsiteX16" fmla="*/ 76451 w 129042"/>
                <a:gd name="connsiteY16" fmla="*/ 70609 h 213048"/>
                <a:gd name="connsiteX17" fmla="*/ 86630 w 129042"/>
                <a:gd name="connsiteY17" fmla="*/ 71793 h 213048"/>
                <a:gd name="connsiteX18" fmla="*/ 115983 w 129042"/>
                <a:gd name="connsiteY18" fmla="*/ 27052 h 213048"/>
                <a:gd name="connsiteX19" fmla="*/ 94678 w 129042"/>
                <a:gd name="connsiteY19" fmla="*/ 68005 h 213048"/>
                <a:gd name="connsiteX20" fmla="*/ 76451 w 129042"/>
                <a:gd name="connsiteY20" fmla="*/ 65164 h 213048"/>
                <a:gd name="connsiteX21" fmla="*/ 58223 w 129042"/>
                <a:gd name="connsiteY21" fmla="*/ 72739 h 213048"/>
                <a:gd name="connsiteX22" fmla="*/ 74557 w 129042"/>
                <a:gd name="connsiteY22" fmla="*/ 78657 h 213048"/>
                <a:gd name="connsiteX23" fmla="*/ 93968 w 129042"/>
                <a:gd name="connsiteY23" fmla="*/ 75580 h 213048"/>
                <a:gd name="connsiteX24" fmla="*/ 104384 w 129042"/>
                <a:gd name="connsiteY24" fmla="*/ 102329 h 213048"/>
                <a:gd name="connsiteX25" fmla="*/ 92548 w 129042"/>
                <a:gd name="connsiteY25" fmla="*/ 143045 h 213048"/>
                <a:gd name="connsiteX26" fmla="*/ 53962 w 129042"/>
                <a:gd name="connsiteY26" fmla="*/ 164350 h 213048"/>
                <a:gd name="connsiteX27" fmla="*/ 26976 w 129042"/>
                <a:gd name="connsiteY27" fmla="*/ 133813 h 213048"/>
                <a:gd name="connsiteX28" fmla="*/ 28160 w 129042"/>
                <a:gd name="connsiteY28" fmla="*/ 123398 h 213048"/>
                <a:gd name="connsiteX29" fmla="*/ 43310 w 129042"/>
                <a:gd name="connsiteY29" fmla="*/ 63507 h 213048"/>
                <a:gd name="connsiteX30" fmla="*/ 93968 w 129042"/>
                <a:gd name="connsiteY30" fmla="*/ 5511 h 213048"/>
                <a:gd name="connsiteX31" fmla="*/ 115983 w 129042"/>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13048">
                  <a:moveTo>
                    <a:pt x="129239" y="32497"/>
                  </a:moveTo>
                  <a:cubicBezTo>
                    <a:pt x="129239" y="14743"/>
                    <a:pt x="116220" y="66"/>
                    <a:pt x="97045" y="66"/>
                  </a:cubicBezTo>
                  <a:cubicBezTo>
                    <a:pt x="83316" y="66"/>
                    <a:pt x="76687" y="3854"/>
                    <a:pt x="68402" y="10009"/>
                  </a:cubicBezTo>
                  <a:cubicBezTo>
                    <a:pt x="55383" y="19477"/>
                    <a:pt x="42363" y="42439"/>
                    <a:pt x="37865" y="60430"/>
                  </a:cubicBezTo>
                  <a:lnTo>
                    <a:pt x="227" y="210747"/>
                  </a:lnTo>
                  <a:cubicBezTo>
                    <a:pt x="-10" y="211694"/>
                    <a:pt x="1174" y="213115"/>
                    <a:pt x="3067" y="213115"/>
                  </a:cubicBezTo>
                  <a:cubicBezTo>
                    <a:pt x="4961" y="213115"/>
                    <a:pt x="5671" y="212641"/>
                    <a:pt x="5908" y="211931"/>
                  </a:cubicBezTo>
                  <a:lnTo>
                    <a:pt x="22478" y="146596"/>
                  </a:lnTo>
                  <a:cubicBezTo>
                    <a:pt x="26976" y="160799"/>
                    <a:pt x="37392" y="169558"/>
                    <a:pt x="54672" y="169558"/>
                  </a:cubicBezTo>
                  <a:cubicBezTo>
                    <a:pt x="71953" y="169558"/>
                    <a:pt x="89707" y="161273"/>
                    <a:pt x="100360" y="150857"/>
                  </a:cubicBezTo>
                  <a:cubicBezTo>
                    <a:pt x="111722" y="139968"/>
                    <a:pt x="119297" y="124818"/>
                    <a:pt x="119297" y="107301"/>
                  </a:cubicBezTo>
                  <a:cubicBezTo>
                    <a:pt x="119297" y="90257"/>
                    <a:pt x="110539" y="77947"/>
                    <a:pt x="102017" y="72029"/>
                  </a:cubicBezTo>
                  <a:cubicBezTo>
                    <a:pt x="115746" y="64218"/>
                    <a:pt x="129239" y="49541"/>
                    <a:pt x="129239" y="32497"/>
                  </a:cubicBezTo>
                  <a:close/>
                  <a:moveTo>
                    <a:pt x="86630" y="71793"/>
                  </a:moveTo>
                  <a:cubicBezTo>
                    <a:pt x="83552" y="72976"/>
                    <a:pt x="80948" y="73450"/>
                    <a:pt x="75267" y="73450"/>
                  </a:cubicBezTo>
                  <a:cubicBezTo>
                    <a:pt x="71953" y="73450"/>
                    <a:pt x="67219" y="73686"/>
                    <a:pt x="64851" y="72503"/>
                  </a:cubicBezTo>
                  <a:cubicBezTo>
                    <a:pt x="65325" y="70136"/>
                    <a:pt x="73847" y="70609"/>
                    <a:pt x="76451" y="70609"/>
                  </a:cubicBezTo>
                  <a:cubicBezTo>
                    <a:pt x="81422" y="70609"/>
                    <a:pt x="83552" y="70609"/>
                    <a:pt x="86630" y="71793"/>
                  </a:cubicBezTo>
                  <a:close/>
                  <a:moveTo>
                    <a:pt x="115983" y="27052"/>
                  </a:moveTo>
                  <a:cubicBezTo>
                    <a:pt x="115983" y="43623"/>
                    <a:pt x="106988" y="60667"/>
                    <a:pt x="94678" y="68005"/>
                  </a:cubicBezTo>
                  <a:cubicBezTo>
                    <a:pt x="88287" y="65638"/>
                    <a:pt x="83552" y="65164"/>
                    <a:pt x="76451" y="65164"/>
                  </a:cubicBezTo>
                  <a:cubicBezTo>
                    <a:pt x="71480" y="65164"/>
                    <a:pt x="58223" y="64928"/>
                    <a:pt x="58223" y="72739"/>
                  </a:cubicBezTo>
                  <a:cubicBezTo>
                    <a:pt x="57987" y="79368"/>
                    <a:pt x="70296" y="78657"/>
                    <a:pt x="74557" y="78657"/>
                  </a:cubicBezTo>
                  <a:cubicBezTo>
                    <a:pt x="83316" y="78657"/>
                    <a:pt x="86866" y="78421"/>
                    <a:pt x="93968" y="75580"/>
                  </a:cubicBezTo>
                  <a:cubicBezTo>
                    <a:pt x="102963" y="84102"/>
                    <a:pt x="104147" y="91440"/>
                    <a:pt x="104384" y="102329"/>
                  </a:cubicBezTo>
                  <a:cubicBezTo>
                    <a:pt x="104857" y="116059"/>
                    <a:pt x="99176" y="133813"/>
                    <a:pt x="92548" y="143045"/>
                  </a:cubicBezTo>
                  <a:cubicBezTo>
                    <a:pt x="83316" y="155828"/>
                    <a:pt x="67455" y="164350"/>
                    <a:pt x="53962" y="164350"/>
                  </a:cubicBezTo>
                  <a:cubicBezTo>
                    <a:pt x="35972" y="164350"/>
                    <a:pt x="26976" y="150620"/>
                    <a:pt x="26976" y="133813"/>
                  </a:cubicBezTo>
                  <a:cubicBezTo>
                    <a:pt x="26976" y="131446"/>
                    <a:pt x="26976" y="127895"/>
                    <a:pt x="28160" y="123398"/>
                  </a:cubicBezTo>
                  <a:lnTo>
                    <a:pt x="43310" y="63507"/>
                  </a:lnTo>
                  <a:cubicBezTo>
                    <a:pt x="48518" y="43149"/>
                    <a:pt x="65562" y="5511"/>
                    <a:pt x="93968" y="5511"/>
                  </a:cubicBezTo>
                  <a:cubicBezTo>
                    <a:pt x="107698" y="5511"/>
                    <a:pt x="115983" y="12849"/>
                    <a:pt x="11598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8" name="Freeform: Shape 417">
              <a:extLst>
                <a:ext uri="{FF2B5EF4-FFF2-40B4-BE49-F238E27FC236}">
                  <a16:creationId xmlns:a16="http://schemas.microsoft.com/office/drawing/2014/main" id="{636EB643-FD68-645F-F358-A3F8F7E1F8CA}"/>
                </a:ext>
              </a:extLst>
            </p:cNvPr>
            <p:cNvSpPr/>
            <p:nvPr>
              <p:custDataLst>
                <p:tags r:id="rId79"/>
              </p:custDataLst>
            </p:nvPr>
          </p:nvSpPr>
          <p:spPr>
            <a:xfrm>
              <a:off x="9921126" y="6351400"/>
              <a:ext cx="76886" cy="113341"/>
            </a:xfrm>
            <a:custGeom>
              <a:avLst/>
              <a:gdLst>
                <a:gd name="connsiteX0" fmla="*/ 77089 w 76886"/>
                <a:gd name="connsiteY0" fmla="*/ 57236 h 113341"/>
                <a:gd name="connsiteX1" fmla="*/ 67313 w 76886"/>
                <a:gd name="connsiteY1" fmla="*/ 14318 h 113341"/>
                <a:gd name="connsiteX2" fmla="*/ 38646 w 76886"/>
                <a:gd name="connsiteY2" fmla="*/ 68 h 113341"/>
                <a:gd name="connsiteX3" fmla="*/ 202 w 76886"/>
                <a:gd name="connsiteY3" fmla="*/ 57236 h 113341"/>
                <a:gd name="connsiteX4" fmla="*/ 38646 w 76886"/>
                <a:gd name="connsiteY4" fmla="*/ 113409 h 113341"/>
                <a:gd name="connsiteX5" fmla="*/ 77089 w 76886"/>
                <a:gd name="connsiteY5" fmla="*/ 57236 h 113341"/>
                <a:gd name="connsiteX6" fmla="*/ 38646 w 76886"/>
                <a:gd name="connsiteY6" fmla="*/ 108770 h 113341"/>
                <a:gd name="connsiteX7" fmla="*/ 17601 w 76886"/>
                <a:gd name="connsiteY7" fmla="*/ 90708 h 113341"/>
                <a:gd name="connsiteX8" fmla="*/ 15281 w 76886"/>
                <a:gd name="connsiteY8" fmla="*/ 55082 h 113341"/>
                <a:gd name="connsiteX9" fmla="*/ 17767 w 76886"/>
                <a:gd name="connsiteY9" fmla="*/ 21278 h 113341"/>
                <a:gd name="connsiteX10" fmla="*/ 38646 w 76886"/>
                <a:gd name="connsiteY10" fmla="*/ 4707 h 113341"/>
                <a:gd name="connsiteX11" fmla="*/ 59193 w 76886"/>
                <a:gd name="connsiteY11" fmla="*/ 19787 h 113341"/>
                <a:gd name="connsiteX12" fmla="*/ 62010 w 76886"/>
                <a:gd name="connsiteY12" fmla="*/ 55082 h 113341"/>
                <a:gd name="connsiteX13" fmla="*/ 59856 w 76886"/>
                <a:gd name="connsiteY13" fmla="*/ 90045 h 113341"/>
                <a:gd name="connsiteX14" fmla="*/ 38646 w 76886"/>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886" h="113341">
                  <a:moveTo>
                    <a:pt x="77089" y="57236"/>
                  </a:moveTo>
                  <a:cubicBezTo>
                    <a:pt x="77089" y="39008"/>
                    <a:pt x="74935" y="25918"/>
                    <a:pt x="67313" y="14318"/>
                  </a:cubicBezTo>
                  <a:cubicBezTo>
                    <a:pt x="62176" y="6696"/>
                    <a:pt x="51902" y="68"/>
                    <a:pt x="38646" y="68"/>
                  </a:cubicBezTo>
                  <a:cubicBezTo>
                    <a:pt x="202" y="68"/>
                    <a:pt x="202" y="45305"/>
                    <a:pt x="202" y="57236"/>
                  </a:cubicBezTo>
                  <a:cubicBezTo>
                    <a:pt x="202" y="69166"/>
                    <a:pt x="202" y="113409"/>
                    <a:pt x="38646" y="113409"/>
                  </a:cubicBezTo>
                  <a:cubicBezTo>
                    <a:pt x="77089" y="113409"/>
                    <a:pt x="77089" y="69166"/>
                    <a:pt x="77089" y="57236"/>
                  </a:cubicBezTo>
                  <a:close/>
                  <a:moveTo>
                    <a:pt x="38646" y="108770"/>
                  </a:moveTo>
                  <a:cubicBezTo>
                    <a:pt x="31023" y="108770"/>
                    <a:pt x="20915" y="104296"/>
                    <a:pt x="17601" y="90708"/>
                  </a:cubicBezTo>
                  <a:cubicBezTo>
                    <a:pt x="15281" y="80931"/>
                    <a:pt x="15281" y="67344"/>
                    <a:pt x="15281" y="55082"/>
                  </a:cubicBezTo>
                  <a:cubicBezTo>
                    <a:pt x="15281" y="42985"/>
                    <a:pt x="15281" y="30392"/>
                    <a:pt x="17767" y="21278"/>
                  </a:cubicBezTo>
                  <a:cubicBezTo>
                    <a:pt x="21247" y="8187"/>
                    <a:pt x="31852" y="4707"/>
                    <a:pt x="38646" y="4707"/>
                  </a:cubicBezTo>
                  <a:cubicBezTo>
                    <a:pt x="47594" y="4707"/>
                    <a:pt x="56210" y="10176"/>
                    <a:pt x="59193" y="19787"/>
                  </a:cubicBezTo>
                  <a:cubicBezTo>
                    <a:pt x="61844" y="28735"/>
                    <a:pt x="62010" y="40665"/>
                    <a:pt x="62010" y="55082"/>
                  </a:cubicBezTo>
                  <a:cubicBezTo>
                    <a:pt x="62010" y="67344"/>
                    <a:pt x="62010" y="79606"/>
                    <a:pt x="59856" y="90045"/>
                  </a:cubicBezTo>
                  <a:cubicBezTo>
                    <a:pt x="56542" y="105124"/>
                    <a:pt x="45274" y="108770"/>
                    <a:pt x="38646"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9" name="Freeform: Shape 418">
              <a:extLst>
                <a:ext uri="{FF2B5EF4-FFF2-40B4-BE49-F238E27FC236}">
                  <a16:creationId xmlns:a16="http://schemas.microsoft.com/office/drawing/2014/main" id="{30022389-2B20-C94C-595D-9D03E78B2F6B}"/>
                </a:ext>
              </a:extLst>
            </p:cNvPr>
            <p:cNvSpPr/>
            <p:nvPr>
              <p:custDataLst>
                <p:tags r:id="rId80"/>
              </p:custDataLst>
            </p:nvPr>
          </p:nvSpPr>
          <p:spPr>
            <a:xfrm>
              <a:off x="10090956" y="6362005"/>
              <a:ext cx="144636" cy="9468"/>
            </a:xfrm>
            <a:custGeom>
              <a:avLst/>
              <a:gdLst>
                <a:gd name="connsiteX0" fmla="*/ 136560 w 144636"/>
                <a:gd name="connsiteY0" fmla="*/ 9535 h 9468"/>
                <a:gd name="connsiteX1" fmla="*/ 144845 w 144636"/>
                <a:gd name="connsiteY1" fmla="*/ 4801 h 9468"/>
                <a:gd name="connsiteX2" fmla="*/ 136560 w 144636"/>
                <a:gd name="connsiteY2" fmla="*/ 66 h 9468"/>
                <a:gd name="connsiteX3" fmla="*/ 8494 w 144636"/>
                <a:gd name="connsiteY3" fmla="*/ 66 h 9468"/>
                <a:gd name="connsiteX4" fmla="*/ 209 w 144636"/>
                <a:gd name="connsiteY4" fmla="*/ 4801 h 9468"/>
                <a:gd name="connsiteX5" fmla="*/ 8494 w 144636"/>
                <a:gd name="connsiteY5" fmla="*/ 9535 h 9468"/>
                <a:gd name="connsiteX6" fmla="*/ 136560 w 144636"/>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468">
                  <a:moveTo>
                    <a:pt x="136560" y="9535"/>
                  </a:moveTo>
                  <a:cubicBezTo>
                    <a:pt x="140584" y="9535"/>
                    <a:pt x="144845" y="9535"/>
                    <a:pt x="144845" y="4801"/>
                  </a:cubicBezTo>
                  <a:cubicBezTo>
                    <a:pt x="144845" y="66"/>
                    <a:pt x="140584" y="66"/>
                    <a:pt x="136560" y="66"/>
                  </a:cubicBezTo>
                  <a:lnTo>
                    <a:pt x="8494" y="66"/>
                  </a:lnTo>
                  <a:cubicBezTo>
                    <a:pt x="4470" y="66"/>
                    <a:pt x="209" y="66"/>
                    <a:pt x="209" y="4801"/>
                  </a:cubicBezTo>
                  <a:cubicBezTo>
                    <a:pt x="209" y="9535"/>
                    <a:pt x="4470" y="9535"/>
                    <a:pt x="8494" y="9535"/>
                  </a:cubicBezTo>
                  <a:lnTo>
                    <a:pt x="136560"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0" name="Freeform: Shape 419">
              <a:extLst>
                <a:ext uri="{FF2B5EF4-FFF2-40B4-BE49-F238E27FC236}">
                  <a16:creationId xmlns:a16="http://schemas.microsoft.com/office/drawing/2014/main" id="{6EC9CD1E-ECB4-790B-9CBF-1997A0D2410A}"/>
                </a:ext>
              </a:extLst>
            </p:cNvPr>
            <p:cNvSpPr/>
            <p:nvPr>
              <p:custDataLst>
                <p:tags r:id="rId81"/>
              </p:custDataLst>
            </p:nvPr>
          </p:nvSpPr>
          <p:spPr>
            <a:xfrm>
              <a:off x="10396353" y="6199168"/>
              <a:ext cx="63204" cy="36454"/>
            </a:xfrm>
            <a:custGeom>
              <a:avLst/>
              <a:gdLst>
                <a:gd name="connsiteX0" fmla="*/ 31942 w 63204"/>
                <a:gd name="connsiteY0" fmla="*/ 64 h 36454"/>
                <a:gd name="connsiteX1" fmla="*/ 222 w 63204"/>
                <a:gd name="connsiteY1" fmla="*/ 32258 h 36454"/>
                <a:gd name="connsiteX2" fmla="*/ 4483 w 63204"/>
                <a:gd name="connsiteY2" fmla="*/ 36519 h 36454"/>
                <a:gd name="connsiteX3" fmla="*/ 31942 w 63204"/>
                <a:gd name="connsiteY3" fmla="*/ 12373 h 36454"/>
                <a:gd name="connsiteX4" fmla="*/ 59165 w 63204"/>
                <a:gd name="connsiteY4" fmla="*/ 36519 h 36454"/>
                <a:gd name="connsiteX5" fmla="*/ 63426 w 63204"/>
                <a:gd name="connsiteY5" fmla="*/ 32258 h 36454"/>
                <a:gd name="connsiteX6" fmla="*/ 31942 w 63204"/>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04" h="36454">
                  <a:moveTo>
                    <a:pt x="31942" y="64"/>
                  </a:moveTo>
                  <a:lnTo>
                    <a:pt x="222" y="32258"/>
                  </a:lnTo>
                  <a:lnTo>
                    <a:pt x="4483" y="36519"/>
                  </a:lnTo>
                  <a:lnTo>
                    <a:pt x="31942" y="12373"/>
                  </a:lnTo>
                  <a:lnTo>
                    <a:pt x="59165" y="36519"/>
                  </a:lnTo>
                  <a:lnTo>
                    <a:pt x="63426" y="32258"/>
                  </a:lnTo>
                  <a:lnTo>
                    <a:pt x="31942"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1" name="Freeform: Shape 420">
              <a:extLst>
                <a:ext uri="{FF2B5EF4-FFF2-40B4-BE49-F238E27FC236}">
                  <a16:creationId xmlns:a16="http://schemas.microsoft.com/office/drawing/2014/main" id="{AC2EABC0-BF05-8AE1-E452-3DA0D26F3AEB}"/>
                </a:ext>
              </a:extLst>
            </p:cNvPr>
            <p:cNvSpPr/>
            <p:nvPr>
              <p:custDataLst>
                <p:tags r:id="rId82"/>
              </p:custDataLst>
            </p:nvPr>
          </p:nvSpPr>
          <p:spPr>
            <a:xfrm>
              <a:off x="10315100" y="6258795"/>
              <a:ext cx="129042" cy="213048"/>
            </a:xfrm>
            <a:custGeom>
              <a:avLst/>
              <a:gdLst>
                <a:gd name="connsiteX0" fmla="*/ 129262 w 129042"/>
                <a:gd name="connsiteY0" fmla="*/ 32497 h 213048"/>
                <a:gd name="connsiteX1" fmla="*/ 97068 w 129042"/>
                <a:gd name="connsiteY1" fmla="*/ 66 h 213048"/>
                <a:gd name="connsiteX2" fmla="*/ 68425 w 129042"/>
                <a:gd name="connsiteY2" fmla="*/ 10009 h 213048"/>
                <a:gd name="connsiteX3" fmla="*/ 37888 w 129042"/>
                <a:gd name="connsiteY3" fmla="*/ 60430 h 213048"/>
                <a:gd name="connsiteX4" fmla="*/ 249 w 129042"/>
                <a:gd name="connsiteY4" fmla="*/ 210747 h 213048"/>
                <a:gd name="connsiteX5" fmla="*/ 3090 w 129042"/>
                <a:gd name="connsiteY5" fmla="*/ 213115 h 213048"/>
                <a:gd name="connsiteX6" fmla="*/ 5930 w 129042"/>
                <a:gd name="connsiteY6" fmla="*/ 211931 h 213048"/>
                <a:gd name="connsiteX7" fmla="*/ 22501 w 129042"/>
                <a:gd name="connsiteY7" fmla="*/ 146596 h 213048"/>
                <a:gd name="connsiteX8" fmla="*/ 54695 w 129042"/>
                <a:gd name="connsiteY8" fmla="*/ 169558 h 213048"/>
                <a:gd name="connsiteX9" fmla="*/ 100382 w 129042"/>
                <a:gd name="connsiteY9" fmla="*/ 150857 h 213048"/>
                <a:gd name="connsiteX10" fmla="*/ 119320 w 129042"/>
                <a:gd name="connsiteY10" fmla="*/ 107301 h 213048"/>
                <a:gd name="connsiteX11" fmla="*/ 102039 w 129042"/>
                <a:gd name="connsiteY11" fmla="*/ 72029 h 213048"/>
                <a:gd name="connsiteX12" fmla="*/ 129262 w 129042"/>
                <a:gd name="connsiteY12" fmla="*/ 32497 h 213048"/>
                <a:gd name="connsiteX13" fmla="*/ 86652 w 129042"/>
                <a:gd name="connsiteY13" fmla="*/ 71793 h 213048"/>
                <a:gd name="connsiteX14" fmla="*/ 75289 w 129042"/>
                <a:gd name="connsiteY14" fmla="*/ 73450 h 213048"/>
                <a:gd name="connsiteX15" fmla="*/ 64874 w 129042"/>
                <a:gd name="connsiteY15" fmla="*/ 72503 h 213048"/>
                <a:gd name="connsiteX16" fmla="*/ 76473 w 129042"/>
                <a:gd name="connsiteY16" fmla="*/ 70609 h 213048"/>
                <a:gd name="connsiteX17" fmla="*/ 86652 w 129042"/>
                <a:gd name="connsiteY17" fmla="*/ 71793 h 213048"/>
                <a:gd name="connsiteX18" fmla="*/ 116005 w 129042"/>
                <a:gd name="connsiteY18" fmla="*/ 27052 h 213048"/>
                <a:gd name="connsiteX19" fmla="*/ 94701 w 129042"/>
                <a:gd name="connsiteY19" fmla="*/ 68005 h 213048"/>
                <a:gd name="connsiteX20" fmla="*/ 76473 w 129042"/>
                <a:gd name="connsiteY20" fmla="*/ 65164 h 213048"/>
                <a:gd name="connsiteX21" fmla="*/ 58246 w 129042"/>
                <a:gd name="connsiteY21" fmla="*/ 72739 h 213048"/>
                <a:gd name="connsiteX22" fmla="*/ 74579 w 129042"/>
                <a:gd name="connsiteY22" fmla="*/ 78657 h 213048"/>
                <a:gd name="connsiteX23" fmla="*/ 93990 w 129042"/>
                <a:gd name="connsiteY23" fmla="*/ 75580 h 213048"/>
                <a:gd name="connsiteX24" fmla="*/ 104406 w 129042"/>
                <a:gd name="connsiteY24" fmla="*/ 102329 h 213048"/>
                <a:gd name="connsiteX25" fmla="*/ 92570 w 129042"/>
                <a:gd name="connsiteY25" fmla="*/ 143045 h 213048"/>
                <a:gd name="connsiteX26" fmla="*/ 53985 w 129042"/>
                <a:gd name="connsiteY26" fmla="*/ 164350 h 213048"/>
                <a:gd name="connsiteX27" fmla="*/ 26998 w 129042"/>
                <a:gd name="connsiteY27" fmla="*/ 133813 h 213048"/>
                <a:gd name="connsiteX28" fmla="*/ 28182 w 129042"/>
                <a:gd name="connsiteY28" fmla="*/ 123398 h 213048"/>
                <a:gd name="connsiteX29" fmla="*/ 43332 w 129042"/>
                <a:gd name="connsiteY29" fmla="*/ 63507 h 213048"/>
                <a:gd name="connsiteX30" fmla="*/ 93990 w 129042"/>
                <a:gd name="connsiteY30" fmla="*/ 5511 h 213048"/>
                <a:gd name="connsiteX31" fmla="*/ 116005 w 129042"/>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13048">
                  <a:moveTo>
                    <a:pt x="129262" y="32497"/>
                  </a:moveTo>
                  <a:cubicBezTo>
                    <a:pt x="129262" y="14743"/>
                    <a:pt x="116242" y="66"/>
                    <a:pt x="97068" y="66"/>
                  </a:cubicBezTo>
                  <a:cubicBezTo>
                    <a:pt x="83338" y="66"/>
                    <a:pt x="76710" y="3854"/>
                    <a:pt x="68425" y="10009"/>
                  </a:cubicBezTo>
                  <a:cubicBezTo>
                    <a:pt x="55405" y="19477"/>
                    <a:pt x="42385" y="42439"/>
                    <a:pt x="37888" y="60430"/>
                  </a:cubicBezTo>
                  <a:lnTo>
                    <a:pt x="249" y="210747"/>
                  </a:lnTo>
                  <a:cubicBezTo>
                    <a:pt x="12" y="211694"/>
                    <a:pt x="1196" y="213115"/>
                    <a:pt x="3090" y="213115"/>
                  </a:cubicBezTo>
                  <a:cubicBezTo>
                    <a:pt x="4983" y="213115"/>
                    <a:pt x="5694" y="212641"/>
                    <a:pt x="5930" y="211931"/>
                  </a:cubicBezTo>
                  <a:lnTo>
                    <a:pt x="22501" y="146596"/>
                  </a:lnTo>
                  <a:cubicBezTo>
                    <a:pt x="26998" y="160799"/>
                    <a:pt x="37414" y="169558"/>
                    <a:pt x="54695" y="169558"/>
                  </a:cubicBezTo>
                  <a:cubicBezTo>
                    <a:pt x="71975" y="169558"/>
                    <a:pt x="89729" y="161273"/>
                    <a:pt x="100382" y="150857"/>
                  </a:cubicBezTo>
                  <a:cubicBezTo>
                    <a:pt x="111744" y="139968"/>
                    <a:pt x="119320" y="124818"/>
                    <a:pt x="119320" y="107301"/>
                  </a:cubicBezTo>
                  <a:cubicBezTo>
                    <a:pt x="119320" y="90257"/>
                    <a:pt x="110561" y="77947"/>
                    <a:pt x="102039" y="72029"/>
                  </a:cubicBezTo>
                  <a:cubicBezTo>
                    <a:pt x="115769" y="64218"/>
                    <a:pt x="129262" y="49541"/>
                    <a:pt x="129262" y="32497"/>
                  </a:cubicBezTo>
                  <a:close/>
                  <a:moveTo>
                    <a:pt x="86652" y="71793"/>
                  </a:moveTo>
                  <a:cubicBezTo>
                    <a:pt x="83575" y="72976"/>
                    <a:pt x="80971" y="73450"/>
                    <a:pt x="75289" y="73450"/>
                  </a:cubicBezTo>
                  <a:cubicBezTo>
                    <a:pt x="71975" y="73450"/>
                    <a:pt x="67241" y="73686"/>
                    <a:pt x="64874" y="72503"/>
                  </a:cubicBezTo>
                  <a:cubicBezTo>
                    <a:pt x="65347" y="70136"/>
                    <a:pt x="73869" y="70609"/>
                    <a:pt x="76473" y="70609"/>
                  </a:cubicBezTo>
                  <a:cubicBezTo>
                    <a:pt x="81444" y="70609"/>
                    <a:pt x="83575" y="70609"/>
                    <a:pt x="86652" y="71793"/>
                  </a:cubicBezTo>
                  <a:close/>
                  <a:moveTo>
                    <a:pt x="116005" y="27052"/>
                  </a:moveTo>
                  <a:cubicBezTo>
                    <a:pt x="116005" y="43623"/>
                    <a:pt x="107010" y="60667"/>
                    <a:pt x="94701" y="68005"/>
                  </a:cubicBezTo>
                  <a:cubicBezTo>
                    <a:pt x="88309" y="65638"/>
                    <a:pt x="83575" y="65164"/>
                    <a:pt x="76473" y="65164"/>
                  </a:cubicBezTo>
                  <a:cubicBezTo>
                    <a:pt x="71502" y="65164"/>
                    <a:pt x="58246" y="64928"/>
                    <a:pt x="58246" y="72739"/>
                  </a:cubicBezTo>
                  <a:cubicBezTo>
                    <a:pt x="58009" y="79368"/>
                    <a:pt x="70318" y="78657"/>
                    <a:pt x="74579" y="78657"/>
                  </a:cubicBezTo>
                  <a:cubicBezTo>
                    <a:pt x="83338" y="78657"/>
                    <a:pt x="86889" y="78421"/>
                    <a:pt x="93990" y="75580"/>
                  </a:cubicBezTo>
                  <a:cubicBezTo>
                    <a:pt x="102986" y="84102"/>
                    <a:pt x="104169" y="91440"/>
                    <a:pt x="104406" y="102329"/>
                  </a:cubicBezTo>
                  <a:cubicBezTo>
                    <a:pt x="104880" y="116059"/>
                    <a:pt x="99198" y="133813"/>
                    <a:pt x="92570" y="143045"/>
                  </a:cubicBezTo>
                  <a:cubicBezTo>
                    <a:pt x="83338" y="155828"/>
                    <a:pt x="67478" y="164350"/>
                    <a:pt x="53985" y="164350"/>
                  </a:cubicBezTo>
                  <a:cubicBezTo>
                    <a:pt x="35994" y="164350"/>
                    <a:pt x="26998" y="150620"/>
                    <a:pt x="26998" y="133813"/>
                  </a:cubicBezTo>
                  <a:cubicBezTo>
                    <a:pt x="26998" y="131446"/>
                    <a:pt x="26998" y="127895"/>
                    <a:pt x="28182" y="123398"/>
                  </a:cubicBezTo>
                  <a:lnTo>
                    <a:pt x="43332" y="63507"/>
                  </a:lnTo>
                  <a:cubicBezTo>
                    <a:pt x="48540" y="43149"/>
                    <a:pt x="65584" y="5511"/>
                    <a:pt x="93990" y="5511"/>
                  </a:cubicBezTo>
                  <a:cubicBezTo>
                    <a:pt x="107720" y="5511"/>
                    <a:pt x="116005" y="12849"/>
                    <a:pt x="116005"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2" name="Freeform: Shape 421">
              <a:extLst>
                <a:ext uri="{FF2B5EF4-FFF2-40B4-BE49-F238E27FC236}">
                  <a16:creationId xmlns:a16="http://schemas.microsoft.com/office/drawing/2014/main" id="{83132832-7C35-A750-8F35-C20C5BA10102}"/>
                </a:ext>
              </a:extLst>
            </p:cNvPr>
            <p:cNvSpPr/>
            <p:nvPr>
              <p:custDataLst>
                <p:tags r:id="rId83"/>
              </p:custDataLst>
            </p:nvPr>
          </p:nvSpPr>
          <p:spPr>
            <a:xfrm>
              <a:off x="10459985" y="6351400"/>
              <a:ext cx="60316" cy="110027"/>
            </a:xfrm>
            <a:custGeom>
              <a:avLst/>
              <a:gdLst>
                <a:gd name="connsiteX0" fmla="*/ 37674 w 60316"/>
                <a:gd name="connsiteY0" fmla="*/ 4707 h 110027"/>
                <a:gd name="connsiteX1" fmla="*/ 32703 w 60316"/>
                <a:gd name="connsiteY1" fmla="*/ 68 h 110027"/>
                <a:gd name="connsiteX2" fmla="*/ 225 w 60316"/>
                <a:gd name="connsiteY2" fmla="*/ 10673 h 110027"/>
                <a:gd name="connsiteX3" fmla="*/ 225 w 60316"/>
                <a:gd name="connsiteY3" fmla="*/ 16638 h 110027"/>
                <a:gd name="connsiteX4" fmla="*/ 24252 w 60316"/>
                <a:gd name="connsiteY4" fmla="*/ 11998 h 110027"/>
                <a:gd name="connsiteX5" fmla="*/ 24252 w 60316"/>
                <a:gd name="connsiteY5" fmla="*/ 96508 h 110027"/>
                <a:gd name="connsiteX6" fmla="*/ 7681 w 60316"/>
                <a:gd name="connsiteY6" fmla="*/ 104130 h 110027"/>
                <a:gd name="connsiteX7" fmla="*/ 1385 w 60316"/>
                <a:gd name="connsiteY7" fmla="*/ 104130 h 110027"/>
                <a:gd name="connsiteX8" fmla="*/ 1385 w 60316"/>
                <a:gd name="connsiteY8" fmla="*/ 110095 h 110027"/>
                <a:gd name="connsiteX9" fmla="*/ 30880 w 60316"/>
                <a:gd name="connsiteY9" fmla="*/ 109433 h 110027"/>
                <a:gd name="connsiteX10" fmla="*/ 60541 w 60316"/>
                <a:gd name="connsiteY10" fmla="*/ 110095 h 110027"/>
                <a:gd name="connsiteX11" fmla="*/ 60541 w 60316"/>
                <a:gd name="connsiteY11" fmla="*/ 104130 h 110027"/>
                <a:gd name="connsiteX12" fmla="*/ 54244 w 60316"/>
                <a:gd name="connsiteY12" fmla="*/ 104130 h 110027"/>
                <a:gd name="connsiteX13" fmla="*/ 37674 w 60316"/>
                <a:gd name="connsiteY13" fmla="*/ 96508 h 110027"/>
                <a:gd name="connsiteX14" fmla="*/ 37674 w 60316"/>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674" y="4707"/>
                  </a:moveTo>
                  <a:cubicBezTo>
                    <a:pt x="37674" y="233"/>
                    <a:pt x="37342" y="68"/>
                    <a:pt x="32703" y="68"/>
                  </a:cubicBezTo>
                  <a:cubicBezTo>
                    <a:pt x="22098" y="10507"/>
                    <a:pt x="7018" y="10673"/>
                    <a:pt x="225" y="10673"/>
                  </a:cubicBezTo>
                  <a:lnTo>
                    <a:pt x="225" y="16638"/>
                  </a:lnTo>
                  <a:cubicBezTo>
                    <a:pt x="4202" y="16638"/>
                    <a:pt x="15138" y="16638"/>
                    <a:pt x="24252" y="11998"/>
                  </a:cubicBezTo>
                  <a:lnTo>
                    <a:pt x="24252" y="96508"/>
                  </a:lnTo>
                  <a:cubicBezTo>
                    <a:pt x="24252" y="101976"/>
                    <a:pt x="24252" y="104130"/>
                    <a:pt x="7681" y="104130"/>
                  </a:cubicBezTo>
                  <a:lnTo>
                    <a:pt x="1385" y="104130"/>
                  </a:lnTo>
                  <a:lnTo>
                    <a:pt x="1385" y="110095"/>
                  </a:lnTo>
                  <a:cubicBezTo>
                    <a:pt x="4367" y="109930"/>
                    <a:pt x="24749" y="109433"/>
                    <a:pt x="30880" y="109433"/>
                  </a:cubicBezTo>
                  <a:cubicBezTo>
                    <a:pt x="36017" y="109433"/>
                    <a:pt x="56896" y="109930"/>
                    <a:pt x="60541" y="110095"/>
                  </a:cubicBezTo>
                  <a:lnTo>
                    <a:pt x="60541" y="104130"/>
                  </a:lnTo>
                  <a:lnTo>
                    <a:pt x="54244" y="104130"/>
                  </a:lnTo>
                  <a:cubicBezTo>
                    <a:pt x="37674" y="104130"/>
                    <a:pt x="37674" y="101976"/>
                    <a:pt x="37674" y="96508"/>
                  </a:cubicBezTo>
                  <a:lnTo>
                    <a:pt x="37674"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3" name="Freeform: Shape 422">
              <a:extLst>
                <a:ext uri="{FF2B5EF4-FFF2-40B4-BE49-F238E27FC236}">
                  <a16:creationId xmlns:a16="http://schemas.microsoft.com/office/drawing/2014/main" id="{F30187D4-0763-0D2E-75EA-BEA9FF908A8E}"/>
                </a:ext>
              </a:extLst>
            </p:cNvPr>
            <p:cNvSpPr/>
            <p:nvPr>
              <p:custDataLst>
                <p:tags r:id="rId84"/>
              </p:custDataLst>
            </p:nvPr>
          </p:nvSpPr>
          <p:spPr>
            <a:xfrm>
              <a:off x="10554984" y="6321289"/>
              <a:ext cx="117886" cy="107234"/>
            </a:xfrm>
            <a:custGeom>
              <a:avLst/>
              <a:gdLst>
                <a:gd name="connsiteX0" fmla="*/ 72429 w 117886"/>
                <a:gd name="connsiteY0" fmla="*/ 33207 h 107234"/>
                <a:gd name="connsiteX1" fmla="*/ 95864 w 117886"/>
                <a:gd name="connsiteY1" fmla="*/ 5274 h 107234"/>
                <a:gd name="connsiteX2" fmla="*/ 107700 w 117886"/>
                <a:gd name="connsiteY2" fmla="*/ 8351 h 107234"/>
                <a:gd name="connsiteX3" fmla="*/ 96338 w 117886"/>
                <a:gd name="connsiteY3" fmla="*/ 21134 h 107234"/>
                <a:gd name="connsiteX4" fmla="*/ 105333 w 117886"/>
                <a:gd name="connsiteY4" fmla="*/ 29420 h 107234"/>
                <a:gd name="connsiteX5" fmla="*/ 118116 w 117886"/>
                <a:gd name="connsiteY5" fmla="*/ 15690 h 107234"/>
                <a:gd name="connsiteX6" fmla="*/ 96101 w 117886"/>
                <a:gd name="connsiteY6" fmla="*/ 66 h 107234"/>
                <a:gd name="connsiteX7" fmla="*/ 71245 w 117886"/>
                <a:gd name="connsiteY7" fmla="*/ 18057 h 107234"/>
                <a:gd name="connsiteX8" fmla="*/ 45679 w 117886"/>
                <a:gd name="connsiteY8" fmla="*/ 66 h 107234"/>
                <a:gd name="connsiteX9" fmla="*/ 7567 w 117886"/>
                <a:gd name="connsiteY9" fmla="*/ 36521 h 107234"/>
                <a:gd name="connsiteX10" fmla="*/ 10408 w 117886"/>
                <a:gd name="connsiteY10" fmla="*/ 38888 h 107234"/>
                <a:gd name="connsiteX11" fmla="*/ 13485 w 117886"/>
                <a:gd name="connsiteY11" fmla="*/ 36284 h 107234"/>
                <a:gd name="connsiteX12" fmla="*/ 45206 w 117886"/>
                <a:gd name="connsiteY12" fmla="*/ 5274 h 107234"/>
                <a:gd name="connsiteX13" fmla="*/ 57989 w 117886"/>
                <a:gd name="connsiteY13" fmla="*/ 21134 h 107234"/>
                <a:gd name="connsiteX14" fmla="*/ 45206 w 117886"/>
                <a:gd name="connsiteY14" fmla="*/ 77474 h 107234"/>
                <a:gd name="connsiteX15" fmla="*/ 22718 w 117886"/>
                <a:gd name="connsiteY15" fmla="*/ 102093 h 107234"/>
                <a:gd name="connsiteX16" fmla="*/ 10881 w 117886"/>
                <a:gd name="connsiteY16" fmla="*/ 99015 h 107234"/>
                <a:gd name="connsiteX17" fmla="*/ 22007 w 117886"/>
                <a:gd name="connsiteY17" fmla="*/ 86232 h 107234"/>
                <a:gd name="connsiteX18" fmla="*/ 13249 w 117886"/>
                <a:gd name="connsiteY18" fmla="*/ 77947 h 107234"/>
                <a:gd name="connsiteX19" fmla="*/ 229 w 117886"/>
                <a:gd name="connsiteY19" fmla="*/ 91677 h 107234"/>
                <a:gd name="connsiteX20" fmla="*/ 22481 w 117886"/>
                <a:gd name="connsiteY20" fmla="*/ 107301 h 107234"/>
                <a:gd name="connsiteX21" fmla="*/ 47336 w 117886"/>
                <a:gd name="connsiteY21" fmla="*/ 89310 h 107234"/>
                <a:gd name="connsiteX22" fmla="*/ 72902 w 117886"/>
                <a:gd name="connsiteY22" fmla="*/ 107301 h 107234"/>
                <a:gd name="connsiteX23" fmla="*/ 110778 w 117886"/>
                <a:gd name="connsiteY23" fmla="*/ 70846 h 107234"/>
                <a:gd name="connsiteX24" fmla="*/ 107937 w 117886"/>
                <a:gd name="connsiteY24" fmla="*/ 68478 h 107234"/>
                <a:gd name="connsiteX25" fmla="*/ 104860 w 117886"/>
                <a:gd name="connsiteY25" fmla="*/ 71082 h 107234"/>
                <a:gd name="connsiteX26" fmla="*/ 73376 w 117886"/>
                <a:gd name="connsiteY26" fmla="*/ 102093 h 107234"/>
                <a:gd name="connsiteX27" fmla="*/ 60356 w 117886"/>
                <a:gd name="connsiteY27" fmla="*/ 86469 h 107234"/>
                <a:gd name="connsiteX28" fmla="*/ 64380 w 117886"/>
                <a:gd name="connsiteY28" fmla="*/ 65638 h 107234"/>
                <a:gd name="connsiteX29" fmla="*/ 72429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429" y="33207"/>
                  </a:moveTo>
                  <a:cubicBezTo>
                    <a:pt x="73849" y="27052"/>
                    <a:pt x="79294" y="5274"/>
                    <a:pt x="95864" y="5274"/>
                  </a:cubicBezTo>
                  <a:cubicBezTo>
                    <a:pt x="97048" y="5274"/>
                    <a:pt x="102729" y="5274"/>
                    <a:pt x="107700" y="8351"/>
                  </a:cubicBezTo>
                  <a:cubicBezTo>
                    <a:pt x="101072" y="9535"/>
                    <a:pt x="96338" y="15453"/>
                    <a:pt x="96338" y="21134"/>
                  </a:cubicBezTo>
                  <a:cubicBezTo>
                    <a:pt x="96338" y="24922"/>
                    <a:pt x="98942" y="29420"/>
                    <a:pt x="105333" y="29420"/>
                  </a:cubicBezTo>
                  <a:cubicBezTo>
                    <a:pt x="110541" y="29420"/>
                    <a:pt x="118116" y="25159"/>
                    <a:pt x="118116" y="15690"/>
                  </a:cubicBezTo>
                  <a:cubicBezTo>
                    <a:pt x="118116" y="3380"/>
                    <a:pt x="104149" y="66"/>
                    <a:pt x="96101" y="66"/>
                  </a:cubicBezTo>
                  <a:cubicBezTo>
                    <a:pt x="82371" y="66"/>
                    <a:pt x="74086" y="12612"/>
                    <a:pt x="71245" y="18057"/>
                  </a:cubicBezTo>
                  <a:cubicBezTo>
                    <a:pt x="65327" y="2433"/>
                    <a:pt x="52544" y="66"/>
                    <a:pt x="45679" y="66"/>
                  </a:cubicBezTo>
                  <a:cubicBezTo>
                    <a:pt x="21060" y="66"/>
                    <a:pt x="7567" y="30603"/>
                    <a:pt x="7567" y="36521"/>
                  </a:cubicBezTo>
                  <a:cubicBezTo>
                    <a:pt x="7567" y="38888"/>
                    <a:pt x="9935" y="38888"/>
                    <a:pt x="10408" y="38888"/>
                  </a:cubicBezTo>
                  <a:cubicBezTo>
                    <a:pt x="12302" y="38888"/>
                    <a:pt x="13012" y="38415"/>
                    <a:pt x="13485" y="36284"/>
                  </a:cubicBezTo>
                  <a:cubicBezTo>
                    <a:pt x="21534" y="11192"/>
                    <a:pt x="37157" y="5274"/>
                    <a:pt x="45206" y="5274"/>
                  </a:cubicBezTo>
                  <a:cubicBezTo>
                    <a:pt x="49704" y="5274"/>
                    <a:pt x="57989" y="7405"/>
                    <a:pt x="57989" y="21134"/>
                  </a:cubicBezTo>
                  <a:cubicBezTo>
                    <a:pt x="57989" y="28473"/>
                    <a:pt x="53965" y="44333"/>
                    <a:pt x="45206" y="77474"/>
                  </a:cubicBezTo>
                  <a:cubicBezTo>
                    <a:pt x="41418" y="92151"/>
                    <a:pt x="33133" y="102093"/>
                    <a:pt x="22718" y="102093"/>
                  </a:cubicBezTo>
                  <a:cubicBezTo>
                    <a:pt x="21297" y="102093"/>
                    <a:pt x="15853" y="102093"/>
                    <a:pt x="10881" y="99015"/>
                  </a:cubicBezTo>
                  <a:cubicBezTo>
                    <a:pt x="16799" y="97832"/>
                    <a:pt x="22007" y="92861"/>
                    <a:pt x="22007" y="86232"/>
                  </a:cubicBezTo>
                  <a:cubicBezTo>
                    <a:pt x="22007" y="79841"/>
                    <a:pt x="16799" y="77947"/>
                    <a:pt x="13249" y="77947"/>
                  </a:cubicBezTo>
                  <a:cubicBezTo>
                    <a:pt x="6147" y="77947"/>
                    <a:pt x="229" y="84102"/>
                    <a:pt x="229" y="91677"/>
                  </a:cubicBezTo>
                  <a:cubicBezTo>
                    <a:pt x="229" y="102566"/>
                    <a:pt x="12065" y="107301"/>
                    <a:pt x="22481" y="107301"/>
                  </a:cubicBezTo>
                  <a:cubicBezTo>
                    <a:pt x="38104" y="107301"/>
                    <a:pt x="46626" y="90730"/>
                    <a:pt x="47336" y="89310"/>
                  </a:cubicBezTo>
                  <a:cubicBezTo>
                    <a:pt x="50177" y="98069"/>
                    <a:pt x="58699" y="107301"/>
                    <a:pt x="72902" y="107301"/>
                  </a:cubicBezTo>
                  <a:cubicBezTo>
                    <a:pt x="97285" y="107301"/>
                    <a:pt x="110778" y="76764"/>
                    <a:pt x="110778" y="70846"/>
                  </a:cubicBezTo>
                  <a:cubicBezTo>
                    <a:pt x="110778" y="68478"/>
                    <a:pt x="108647" y="68478"/>
                    <a:pt x="107937" y="68478"/>
                  </a:cubicBezTo>
                  <a:cubicBezTo>
                    <a:pt x="105807" y="68478"/>
                    <a:pt x="105333" y="69425"/>
                    <a:pt x="104860" y="71082"/>
                  </a:cubicBezTo>
                  <a:cubicBezTo>
                    <a:pt x="97048" y="96411"/>
                    <a:pt x="80951" y="102093"/>
                    <a:pt x="73376" y="102093"/>
                  </a:cubicBezTo>
                  <a:cubicBezTo>
                    <a:pt x="64144" y="102093"/>
                    <a:pt x="60356" y="94518"/>
                    <a:pt x="60356" y="86469"/>
                  </a:cubicBezTo>
                  <a:cubicBezTo>
                    <a:pt x="60356" y="81261"/>
                    <a:pt x="61776" y="76054"/>
                    <a:pt x="64380" y="65638"/>
                  </a:cubicBezTo>
                  <a:lnTo>
                    <a:pt x="72429"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4" name="Freeform: Shape 423">
              <a:extLst>
                <a:ext uri="{FF2B5EF4-FFF2-40B4-BE49-F238E27FC236}">
                  <a16:creationId xmlns:a16="http://schemas.microsoft.com/office/drawing/2014/main" id="{9219FF12-C4A9-F936-42BD-1E7C08E555BE}"/>
                </a:ext>
              </a:extLst>
            </p:cNvPr>
            <p:cNvSpPr/>
            <p:nvPr>
              <p:custDataLst>
                <p:tags r:id="rId85"/>
              </p:custDataLst>
            </p:nvPr>
          </p:nvSpPr>
          <p:spPr>
            <a:xfrm>
              <a:off x="10691200" y="6351566"/>
              <a:ext cx="50208" cy="111518"/>
            </a:xfrm>
            <a:custGeom>
              <a:avLst/>
              <a:gdLst>
                <a:gd name="connsiteX0" fmla="*/ 46135 w 50208"/>
                <a:gd name="connsiteY0" fmla="*/ 6365 h 111518"/>
                <a:gd name="connsiteX1" fmla="*/ 39507 w 50208"/>
                <a:gd name="connsiteY1" fmla="*/ 68 h 111518"/>
                <a:gd name="connsiteX2" fmla="*/ 30227 w 50208"/>
                <a:gd name="connsiteY2" fmla="*/ 9181 h 111518"/>
                <a:gd name="connsiteX3" fmla="*/ 36855 w 50208"/>
                <a:gd name="connsiteY3" fmla="*/ 15478 h 111518"/>
                <a:gd name="connsiteX4" fmla="*/ 46135 w 50208"/>
                <a:gd name="connsiteY4" fmla="*/ 6365 h 111518"/>
                <a:gd name="connsiteX5" fmla="*/ 12331 w 50208"/>
                <a:gd name="connsiteY5" fmla="*/ 90542 h 111518"/>
                <a:gd name="connsiteX6" fmla="*/ 10840 w 50208"/>
                <a:gd name="connsiteY6" fmla="*/ 97502 h 111518"/>
                <a:gd name="connsiteX7" fmla="*/ 26582 w 50208"/>
                <a:gd name="connsiteY7" fmla="*/ 111587 h 111518"/>
                <a:gd name="connsiteX8" fmla="*/ 50443 w 50208"/>
                <a:gd name="connsiteY8" fmla="*/ 86234 h 111518"/>
                <a:gd name="connsiteX9" fmla="*/ 47792 w 50208"/>
                <a:gd name="connsiteY9" fmla="*/ 84080 h 111518"/>
                <a:gd name="connsiteX10" fmla="*/ 44644 w 50208"/>
                <a:gd name="connsiteY10" fmla="*/ 86897 h 111518"/>
                <a:gd name="connsiteX11" fmla="*/ 27079 w 50208"/>
                <a:gd name="connsiteY11" fmla="*/ 106947 h 111518"/>
                <a:gd name="connsiteX12" fmla="*/ 22936 w 50208"/>
                <a:gd name="connsiteY12" fmla="*/ 101147 h 111518"/>
                <a:gd name="connsiteX13" fmla="*/ 25588 w 50208"/>
                <a:gd name="connsiteY13" fmla="*/ 90542 h 111518"/>
                <a:gd name="connsiteX14" fmla="*/ 30890 w 50208"/>
                <a:gd name="connsiteY14" fmla="*/ 77286 h 111518"/>
                <a:gd name="connsiteX15" fmla="*/ 39010 w 50208"/>
                <a:gd name="connsiteY15" fmla="*/ 56242 h 111518"/>
                <a:gd name="connsiteX16" fmla="*/ 40004 w 50208"/>
                <a:gd name="connsiteY16" fmla="*/ 50939 h 111518"/>
                <a:gd name="connsiteX17" fmla="*/ 24262 w 50208"/>
                <a:gd name="connsiteY17" fmla="*/ 36854 h 111518"/>
                <a:gd name="connsiteX18" fmla="*/ 235 w 50208"/>
                <a:gd name="connsiteY18" fmla="*/ 62207 h 111518"/>
                <a:gd name="connsiteX19" fmla="*/ 3052 w 50208"/>
                <a:gd name="connsiteY19" fmla="*/ 64361 h 111518"/>
                <a:gd name="connsiteX20" fmla="*/ 6034 w 50208"/>
                <a:gd name="connsiteY20" fmla="*/ 61710 h 111518"/>
                <a:gd name="connsiteX21" fmla="*/ 23765 w 50208"/>
                <a:gd name="connsiteY21" fmla="*/ 41494 h 111518"/>
                <a:gd name="connsiteX22" fmla="*/ 27907 w 50208"/>
                <a:gd name="connsiteY22" fmla="*/ 47293 h 111518"/>
                <a:gd name="connsiteX23" fmla="*/ 22771 w 50208"/>
                <a:gd name="connsiteY23" fmla="*/ 63864 h 111518"/>
                <a:gd name="connsiteX24" fmla="*/ 12331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135" y="6365"/>
                  </a:moveTo>
                  <a:cubicBezTo>
                    <a:pt x="46135" y="3713"/>
                    <a:pt x="44146" y="68"/>
                    <a:pt x="39507" y="68"/>
                  </a:cubicBezTo>
                  <a:cubicBezTo>
                    <a:pt x="35033" y="68"/>
                    <a:pt x="30227" y="4376"/>
                    <a:pt x="30227" y="9181"/>
                  </a:cubicBezTo>
                  <a:cubicBezTo>
                    <a:pt x="30227" y="11998"/>
                    <a:pt x="32381" y="15478"/>
                    <a:pt x="36855" y="15478"/>
                  </a:cubicBezTo>
                  <a:cubicBezTo>
                    <a:pt x="41661" y="15478"/>
                    <a:pt x="46135" y="10839"/>
                    <a:pt x="46135" y="6365"/>
                  </a:cubicBezTo>
                  <a:close/>
                  <a:moveTo>
                    <a:pt x="12331" y="90542"/>
                  </a:moveTo>
                  <a:cubicBezTo>
                    <a:pt x="11668" y="92696"/>
                    <a:pt x="10840" y="94685"/>
                    <a:pt x="10840" y="97502"/>
                  </a:cubicBezTo>
                  <a:cubicBezTo>
                    <a:pt x="10840" y="105290"/>
                    <a:pt x="17468" y="111587"/>
                    <a:pt x="26582" y="111587"/>
                  </a:cubicBezTo>
                  <a:cubicBezTo>
                    <a:pt x="43152" y="111587"/>
                    <a:pt x="50443" y="88720"/>
                    <a:pt x="50443" y="86234"/>
                  </a:cubicBezTo>
                  <a:cubicBezTo>
                    <a:pt x="50443" y="84080"/>
                    <a:pt x="48289" y="84080"/>
                    <a:pt x="47792" y="84080"/>
                  </a:cubicBezTo>
                  <a:cubicBezTo>
                    <a:pt x="45472" y="84080"/>
                    <a:pt x="45306" y="85074"/>
                    <a:pt x="44644" y="86897"/>
                  </a:cubicBezTo>
                  <a:cubicBezTo>
                    <a:pt x="40832" y="100153"/>
                    <a:pt x="33541" y="106947"/>
                    <a:pt x="27079" y="106947"/>
                  </a:cubicBezTo>
                  <a:cubicBezTo>
                    <a:pt x="23765" y="106947"/>
                    <a:pt x="22936" y="104793"/>
                    <a:pt x="22936" y="101147"/>
                  </a:cubicBezTo>
                  <a:cubicBezTo>
                    <a:pt x="22936" y="97336"/>
                    <a:pt x="24096" y="94188"/>
                    <a:pt x="25588" y="90542"/>
                  </a:cubicBezTo>
                  <a:cubicBezTo>
                    <a:pt x="27245" y="86068"/>
                    <a:pt x="29067" y="81594"/>
                    <a:pt x="30890" y="77286"/>
                  </a:cubicBezTo>
                  <a:cubicBezTo>
                    <a:pt x="32381" y="73309"/>
                    <a:pt x="38347" y="58230"/>
                    <a:pt x="39010" y="56242"/>
                  </a:cubicBezTo>
                  <a:cubicBezTo>
                    <a:pt x="39507" y="54584"/>
                    <a:pt x="40004" y="52596"/>
                    <a:pt x="40004" y="50939"/>
                  </a:cubicBezTo>
                  <a:cubicBezTo>
                    <a:pt x="40004" y="43151"/>
                    <a:pt x="33376" y="36854"/>
                    <a:pt x="24262" y="36854"/>
                  </a:cubicBezTo>
                  <a:cubicBezTo>
                    <a:pt x="7857" y="36854"/>
                    <a:pt x="235" y="59390"/>
                    <a:pt x="235" y="62207"/>
                  </a:cubicBezTo>
                  <a:cubicBezTo>
                    <a:pt x="235" y="64361"/>
                    <a:pt x="2555" y="64361"/>
                    <a:pt x="3052" y="64361"/>
                  </a:cubicBezTo>
                  <a:cubicBezTo>
                    <a:pt x="5372" y="64361"/>
                    <a:pt x="5537" y="63533"/>
                    <a:pt x="6034" y="61710"/>
                  </a:cubicBezTo>
                  <a:cubicBezTo>
                    <a:pt x="10343" y="47459"/>
                    <a:pt x="17634" y="41494"/>
                    <a:pt x="23765" y="41494"/>
                  </a:cubicBezTo>
                  <a:cubicBezTo>
                    <a:pt x="26416" y="41494"/>
                    <a:pt x="27907" y="42819"/>
                    <a:pt x="27907" y="47293"/>
                  </a:cubicBezTo>
                  <a:cubicBezTo>
                    <a:pt x="27907" y="51105"/>
                    <a:pt x="26913" y="53590"/>
                    <a:pt x="22771" y="63864"/>
                  </a:cubicBezTo>
                  <a:lnTo>
                    <a:pt x="1233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5" name="Freeform: Shape 424">
              <a:extLst>
                <a:ext uri="{FF2B5EF4-FFF2-40B4-BE49-F238E27FC236}">
                  <a16:creationId xmlns:a16="http://schemas.microsoft.com/office/drawing/2014/main" id="{7469284D-8553-745D-9E15-9FAA158D3D92}"/>
                </a:ext>
              </a:extLst>
            </p:cNvPr>
            <p:cNvSpPr/>
            <p:nvPr>
              <p:custDataLst>
                <p:tags r:id="rId86"/>
              </p:custDataLst>
            </p:nvPr>
          </p:nvSpPr>
          <p:spPr>
            <a:xfrm>
              <a:off x="10775716" y="6248380"/>
              <a:ext cx="54919" cy="236720"/>
            </a:xfrm>
            <a:custGeom>
              <a:avLst/>
              <a:gdLst>
                <a:gd name="connsiteX0" fmla="*/ 55157 w 54919"/>
                <a:gd name="connsiteY0" fmla="*/ 118426 h 236720"/>
                <a:gd name="connsiteX1" fmla="*/ 39534 w 54919"/>
                <a:gd name="connsiteY1" fmla="*/ 44570 h 236720"/>
                <a:gd name="connsiteX2" fmla="*/ 2605 w 54919"/>
                <a:gd name="connsiteY2" fmla="*/ 66 h 236720"/>
                <a:gd name="connsiteX3" fmla="*/ 238 w 54919"/>
                <a:gd name="connsiteY3" fmla="*/ 2433 h 236720"/>
                <a:gd name="connsiteX4" fmla="*/ 4736 w 54919"/>
                <a:gd name="connsiteY4" fmla="*/ 7878 h 236720"/>
                <a:gd name="connsiteX5" fmla="*/ 41427 w 54919"/>
                <a:gd name="connsiteY5" fmla="*/ 118426 h 236720"/>
                <a:gd name="connsiteX6" fmla="*/ 3315 w 54919"/>
                <a:gd name="connsiteY6" fmla="*/ 230395 h 236720"/>
                <a:gd name="connsiteX7" fmla="*/ 238 w 54919"/>
                <a:gd name="connsiteY7" fmla="*/ 234419 h 236720"/>
                <a:gd name="connsiteX8" fmla="*/ 2605 w 54919"/>
                <a:gd name="connsiteY8" fmla="*/ 236787 h 236720"/>
                <a:gd name="connsiteX9" fmla="*/ 40244 w 54919"/>
                <a:gd name="connsiteY9" fmla="*/ 190626 h 236720"/>
                <a:gd name="connsiteX10" fmla="*/ 55157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157" y="118426"/>
                  </a:moveTo>
                  <a:cubicBezTo>
                    <a:pt x="55157" y="99962"/>
                    <a:pt x="52553" y="71319"/>
                    <a:pt x="39534" y="44570"/>
                  </a:cubicBezTo>
                  <a:cubicBezTo>
                    <a:pt x="25330" y="15453"/>
                    <a:pt x="4972" y="66"/>
                    <a:pt x="2605" y="66"/>
                  </a:cubicBezTo>
                  <a:cubicBezTo>
                    <a:pt x="1185" y="66"/>
                    <a:pt x="238" y="1013"/>
                    <a:pt x="238" y="2433"/>
                  </a:cubicBezTo>
                  <a:cubicBezTo>
                    <a:pt x="238" y="3144"/>
                    <a:pt x="238" y="3617"/>
                    <a:pt x="4736" y="7878"/>
                  </a:cubicBezTo>
                  <a:cubicBezTo>
                    <a:pt x="27934" y="31313"/>
                    <a:pt x="41427" y="68952"/>
                    <a:pt x="41427" y="118426"/>
                  </a:cubicBezTo>
                  <a:cubicBezTo>
                    <a:pt x="41427" y="158906"/>
                    <a:pt x="32669" y="200568"/>
                    <a:pt x="3315" y="230395"/>
                  </a:cubicBezTo>
                  <a:cubicBezTo>
                    <a:pt x="238" y="233236"/>
                    <a:pt x="238" y="233709"/>
                    <a:pt x="238" y="234419"/>
                  </a:cubicBezTo>
                  <a:cubicBezTo>
                    <a:pt x="238" y="235840"/>
                    <a:pt x="1185" y="236787"/>
                    <a:pt x="2605" y="236787"/>
                  </a:cubicBezTo>
                  <a:cubicBezTo>
                    <a:pt x="4972" y="236787"/>
                    <a:pt x="26277" y="220690"/>
                    <a:pt x="40244" y="190626"/>
                  </a:cubicBezTo>
                  <a:cubicBezTo>
                    <a:pt x="52317" y="164587"/>
                    <a:pt x="55157" y="138311"/>
                    <a:pt x="5515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6" name="Freeform: Shape 425">
              <a:extLst>
                <a:ext uri="{FF2B5EF4-FFF2-40B4-BE49-F238E27FC236}">
                  <a16:creationId xmlns:a16="http://schemas.microsoft.com/office/drawing/2014/main" id="{DCD63DB1-AB9B-EFE6-BB1C-41014429DCD9}"/>
                </a:ext>
              </a:extLst>
            </p:cNvPr>
            <p:cNvSpPr/>
            <p:nvPr>
              <p:custDataLst>
                <p:tags r:id="rId87"/>
              </p:custDataLst>
            </p:nvPr>
          </p:nvSpPr>
          <p:spPr>
            <a:xfrm>
              <a:off x="10867775" y="6248380"/>
              <a:ext cx="54919" cy="236720"/>
            </a:xfrm>
            <a:custGeom>
              <a:avLst/>
              <a:gdLst>
                <a:gd name="connsiteX0" fmla="*/ 55161 w 54919"/>
                <a:gd name="connsiteY0" fmla="*/ 118426 h 236720"/>
                <a:gd name="connsiteX1" fmla="*/ 39538 w 54919"/>
                <a:gd name="connsiteY1" fmla="*/ 44570 h 236720"/>
                <a:gd name="connsiteX2" fmla="*/ 2609 w 54919"/>
                <a:gd name="connsiteY2" fmla="*/ 66 h 236720"/>
                <a:gd name="connsiteX3" fmla="*/ 242 w 54919"/>
                <a:gd name="connsiteY3" fmla="*/ 2433 h 236720"/>
                <a:gd name="connsiteX4" fmla="*/ 4740 w 54919"/>
                <a:gd name="connsiteY4" fmla="*/ 7878 h 236720"/>
                <a:gd name="connsiteX5" fmla="*/ 41431 w 54919"/>
                <a:gd name="connsiteY5" fmla="*/ 118426 h 236720"/>
                <a:gd name="connsiteX6" fmla="*/ 3319 w 54919"/>
                <a:gd name="connsiteY6" fmla="*/ 230395 h 236720"/>
                <a:gd name="connsiteX7" fmla="*/ 242 w 54919"/>
                <a:gd name="connsiteY7" fmla="*/ 234419 h 236720"/>
                <a:gd name="connsiteX8" fmla="*/ 2609 w 54919"/>
                <a:gd name="connsiteY8" fmla="*/ 236787 h 236720"/>
                <a:gd name="connsiteX9" fmla="*/ 40248 w 54919"/>
                <a:gd name="connsiteY9" fmla="*/ 190626 h 236720"/>
                <a:gd name="connsiteX10" fmla="*/ 55161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161" y="118426"/>
                  </a:moveTo>
                  <a:cubicBezTo>
                    <a:pt x="55161" y="99962"/>
                    <a:pt x="52557" y="71319"/>
                    <a:pt x="39538" y="44570"/>
                  </a:cubicBezTo>
                  <a:cubicBezTo>
                    <a:pt x="25334" y="15453"/>
                    <a:pt x="4976" y="66"/>
                    <a:pt x="2609" y="66"/>
                  </a:cubicBezTo>
                  <a:cubicBezTo>
                    <a:pt x="1189" y="66"/>
                    <a:pt x="242" y="1013"/>
                    <a:pt x="242" y="2433"/>
                  </a:cubicBezTo>
                  <a:cubicBezTo>
                    <a:pt x="242" y="3144"/>
                    <a:pt x="242" y="3617"/>
                    <a:pt x="4740" y="7878"/>
                  </a:cubicBezTo>
                  <a:cubicBezTo>
                    <a:pt x="27938" y="31313"/>
                    <a:pt x="41431" y="68952"/>
                    <a:pt x="41431" y="118426"/>
                  </a:cubicBezTo>
                  <a:cubicBezTo>
                    <a:pt x="41431" y="158906"/>
                    <a:pt x="32673" y="200568"/>
                    <a:pt x="3319" y="230395"/>
                  </a:cubicBezTo>
                  <a:cubicBezTo>
                    <a:pt x="242" y="233236"/>
                    <a:pt x="242" y="233709"/>
                    <a:pt x="242" y="234419"/>
                  </a:cubicBezTo>
                  <a:cubicBezTo>
                    <a:pt x="242" y="235840"/>
                    <a:pt x="1189" y="236787"/>
                    <a:pt x="2609" y="236787"/>
                  </a:cubicBezTo>
                  <a:cubicBezTo>
                    <a:pt x="4976" y="236787"/>
                    <a:pt x="26281" y="220690"/>
                    <a:pt x="40248" y="190626"/>
                  </a:cubicBezTo>
                  <a:cubicBezTo>
                    <a:pt x="52321" y="164587"/>
                    <a:pt x="55161" y="138311"/>
                    <a:pt x="55161"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9" name="Freeform: Shape 428">
              <a:extLst>
                <a:ext uri="{FF2B5EF4-FFF2-40B4-BE49-F238E27FC236}">
                  <a16:creationId xmlns:a16="http://schemas.microsoft.com/office/drawing/2014/main" id="{D7814DAF-C837-7AA0-DBC2-1142A7D89BFC}"/>
                </a:ext>
              </a:extLst>
            </p:cNvPr>
            <p:cNvSpPr/>
            <p:nvPr>
              <p:custDataLst>
                <p:tags r:id="rId88"/>
              </p:custDataLst>
            </p:nvPr>
          </p:nvSpPr>
          <p:spPr>
            <a:xfrm>
              <a:off x="11025350" y="6339044"/>
              <a:ext cx="157419" cy="55392"/>
            </a:xfrm>
            <a:custGeom>
              <a:avLst/>
              <a:gdLst>
                <a:gd name="connsiteX0" fmla="*/ 149619 w 157419"/>
                <a:gd name="connsiteY0" fmla="*/ 9535 h 55392"/>
                <a:gd name="connsiteX1" fmla="*/ 157668 w 157419"/>
                <a:gd name="connsiteY1" fmla="*/ 4801 h 55392"/>
                <a:gd name="connsiteX2" fmla="*/ 149856 w 157419"/>
                <a:gd name="connsiteY2" fmla="*/ 66 h 55392"/>
                <a:gd name="connsiteX3" fmla="*/ 8060 w 157419"/>
                <a:gd name="connsiteY3" fmla="*/ 66 h 55392"/>
                <a:gd name="connsiteX4" fmla="*/ 249 w 157419"/>
                <a:gd name="connsiteY4" fmla="*/ 4801 h 55392"/>
                <a:gd name="connsiteX5" fmla="*/ 8297 w 157419"/>
                <a:gd name="connsiteY5" fmla="*/ 9535 h 55392"/>
                <a:gd name="connsiteX6" fmla="*/ 149619 w 157419"/>
                <a:gd name="connsiteY6" fmla="*/ 9535 h 55392"/>
                <a:gd name="connsiteX7" fmla="*/ 149856 w 157419"/>
                <a:gd name="connsiteY7" fmla="*/ 55459 h 55392"/>
                <a:gd name="connsiteX8" fmla="*/ 157668 w 157419"/>
                <a:gd name="connsiteY8" fmla="*/ 50724 h 55392"/>
                <a:gd name="connsiteX9" fmla="*/ 149619 w 157419"/>
                <a:gd name="connsiteY9" fmla="*/ 45990 h 55392"/>
                <a:gd name="connsiteX10" fmla="*/ 8297 w 157419"/>
                <a:gd name="connsiteY10" fmla="*/ 45990 h 55392"/>
                <a:gd name="connsiteX11" fmla="*/ 249 w 157419"/>
                <a:gd name="connsiteY11" fmla="*/ 50724 h 55392"/>
                <a:gd name="connsiteX12" fmla="*/ 8060 w 157419"/>
                <a:gd name="connsiteY12" fmla="*/ 55459 h 55392"/>
                <a:gd name="connsiteX13" fmla="*/ 149856 w 157419"/>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5392">
                  <a:moveTo>
                    <a:pt x="149619" y="9535"/>
                  </a:moveTo>
                  <a:cubicBezTo>
                    <a:pt x="153170" y="9535"/>
                    <a:pt x="157668" y="9535"/>
                    <a:pt x="157668" y="4801"/>
                  </a:cubicBezTo>
                  <a:cubicBezTo>
                    <a:pt x="157668" y="66"/>
                    <a:pt x="153170" y="66"/>
                    <a:pt x="149856" y="66"/>
                  </a:cubicBezTo>
                  <a:lnTo>
                    <a:pt x="8060" y="66"/>
                  </a:lnTo>
                  <a:cubicBezTo>
                    <a:pt x="4746" y="66"/>
                    <a:pt x="249" y="66"/>
                    <a:pt x="249" y="4801"/>
                  </a:cubicBezTo>
                  <a:cubicBezTo>
                    <a:pt x="249" y="9535"/>
                    <a:pt x="4746" y="9535"/>
                    <a:pt x="8297" y="9535"/>
                  </a:cubicBezTo>
                  <a:lnTo>
                    <a:pt x="149619" y="9535"/>
                  </a:lnTo>
                  <a:close/>
                  <a:moveTo>
                    <a:pt x="149856" y="55459"/>
                  </a:moveTo>
                  <a:cubicBezTo>
                    <a:pt x="153170" y="55459"/>
                    <a:pt x="157668" y="55459"/>
                    <a:pt x="157668" y="50724"/>
                  </a:cubicBezTo>
                  <a:cubicBezTo>
                    <a:pt x="157668" y="45990"/>
                    <a:pt x="153170" y="45990"/>
                    <a:pt x="149619" y="45990"/>
                  </a:cubicBezTo>
                  <a:lnTo>
                    <a:pt x="8297" y="45990"/>
                  </a:lnTo>
                  <a:cubicBezTo>
                    <a:pt x="4746" y="45990"/>
                    <a:pt x="249" y="45990"/>
                    <a:pt x="249" y="50724"/>
                  </a:cubicBezTo>
                  <a:cubicBezTo>
                    <a:pt x="249" y="55459"/>
                    <a:pt x="4746" y="55459"/>
                    <a:pt x="8060" y="55459"/>
                  </a:cubicBezTo>
                  <a:lnTo>
                    <a:pt x="149856"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7" name="Freeform: Shape 446">
              <a:extLst>
                <a:ext uri="{FF2B5EF4-FFF2-40B4-BE49-F238E27FC236}">
                  <a16:creationId xmlns:a16="http://schemas.microsoft.com/office/drawing/2014/main" id="{F7003583-7B3C-E02E-CC4C-C012ED52BBD1}"/>
                </a:ext>
              </a:extLst>
            </p:cNvPr>
            <p:cNvSpPr/>
            <p:nvPr>
              <p:custDataLst>
                <p:tags r:id="rId89"/>
              </p:custDataLst>
            </p:nvPr>
          </p:nvSpPr>
          <p:spPr>
            <a:xfrm>
              <a:off x="11271197" y="6268264"/>
              <a:ext cx="99659" cy="162863"/>
            </a:xfrm>
            <a:custGeom>
              <a:avLst/>
              <a:gdLst>
                <a:gd name="connsiteX0" fmla="*/ 99919 w 99659"/>
                <a:gd name="connsiteY0" fmla="*/ 81972 h 162863"/>
                <a:gd name="connsiteX1" fmla="*/ 90450 w 99659"/>
                <a:gd name="connsiteY1" fmla="*/ 26579 h 162863"/>
                <a:gd name="connsiteX2" fmla="*/ 50207 w 99659"/>
                <a:gd name="connsiteY2" fmla="*/ 66 h 162863"/>
                <a:gd name="connsiteX3" fmla="*/ 9018 w 99659"/>
                <a:gd name="connsiteY3" fmla="*/ 28236 h 162863"/>
                <a:gd name="connsiteX4" fmla="*/ 259 w 99659"/>
                <a:gd name="connsiteY4" fmla="*/ 81972 h 162863"/>
                <a:gd name="connsiteX5" fmla="*/ 10912 w 99659"/>
                <a:gd name="connsiteY5" fmla="*/ 139021 h 162863"/>
                <a:gd name="connsiteX6" fmla="*/ 49970 w 99659"/>
                <a:gd name="connsiteY6" fmla="*/ 162930 h 162863"/>
                <a:gd name="connsiteX7" fmla="*/ 91160 w 99659"/>
                <a:gd name="connsiteY7" fmla="*/ 135470 h 162863"/>
                <a:gd name="connsiteX8" fmla="*/ 99919 w 99659"/>
                <a:gd name="connsiteY8" fmla="*/ 81972 h 162863"/>
                <a:gd name="connsiteX9" fmla="*/ 49970 w 99659"/>
                <a:gd name="connsiteY9" fmla="*/ 157722 h 162863"/>
                <a:gd name="connsiteX10" fmla="*/ 22511 w 99659"/>
                <a:gd name="connsiteY10" fmla="*/ 129079 h 162863"/>
                <a:gd name="connsiteX11" fmla="*/ 19907 w 99659"/>
                <a:gd name="connsiteY11" fmla="*/ 79131 h 162863"/>
                <a:gd name="connsiteX12" fmla="*/ 21801 w 99659"/>
                <a:gd name="connsiteY12" fmla="*/ 35574 h 162863"/>
                <a:gd name="connsiteX13" fmla="*/ 49970 w 99659"/>
                <a:gd name="connsiteY13" fmla="*/ 5274 h 162863"/>
                <a:gd name="connsiteX14" fmla="*/ 77904 w 99659"/>
                <a:gd name="connsiteY14" fmla="*/ 32970 h 162863"/>
                <a:gd name="connsiteX15" fmla="*/ 80271 w 99659"/>
                <a:gd name="connsiteY15" fmla="*/ 79131 h 162863"/>
                <a:gd name="connsiteX16" fmla="*/ 77667 w 99659"/>
                <a:gd name="connsiteY16" fmla="*/ 128132 h 162863"/>
                <a:gd name="connsiteX17" fmla="*/ 49970 w 99659"/>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59" h="162863">
                  <a:moveTo>
                    <a:pt x="99919" y="81972"/>
                  </a:moveTo>
                  <a:cubicBezTo>
                    <a:pt x="99919" y="63034"/>
                    <a:pt x="98735" y="44096"/>
                    <a:pt x="90450" y="26579"/>
                  </a:cubicBezTo>
                  <a:cubicBezTo>
                    <a:pt x="79561" y="3854"/>
                    <a:pt x="60149" y="66"/>
                    <a:pt x="50207" y="66"/>
                  </a:cubicBezTo>
                  <a:cubicBezTo>
                    <a:pt x="36004" y="66"/>
                    <a:pt x="18723" y="6221"/>
                    <a:pt x="9018" y="28236"/>
                  </a:cubicBezTo>
                  <a:cubicBezTo>
                    <a:pt x="1443" y="44570"/>
                    <a:pt x="259" y="63034"/>
                    <a:pt x="259" y="81972"/>
                  </a:cubicBezTo>
                  <a:cubicBezTo>
                    <a:pt x="259" y="99726"/>
                    <a:pt x="1206" y="121030"/>
                    <a:pt x="10912" y="139021"/>
                  </a:cubicBezTo>
                  <a:cubicBezTo>
                    <a:pt x="21091" y="158195"/>
                    <a:pt x="38371" y="162930"/>
                    <a:pt x="49970" y="162930"/>
                  </a:cubicBezTo>
                  <a:cubicBezTo>
                    <a:pt x="62753" y="162930"/>
                    <a:pt x="80744" y="157959"/>
                    <a:pt x="91160" y="135470"/>
                  </a:cubicBezTo>
                  <a:cubicBezTo>
                    <a:pt x="98735" y="119137"/>
                    <a:pt x="99919" y="100672"/>
                    <a:pt x="99919" y="81972"/>
                  </a:cubicBezTo>
                  <a:close/>
                  <a:moveTo>
                    <a:pt x="49970" y="157722"/>
                  </a:moveTo>
                  <a:cubicBezTo>
                    <a:pt x="40738" y="157722"/>
                    <a:pt x="26772" y="151804"/>
                    <a:pt x="22511" y="129079"/>
                  </a:cubicBezTo>
                  <a:cubicBezTo>
                    <a:pt x="19907" y="114876"/>
                    <a:pt x="19907" y="93097"/>
                    <a:pt x="19907" y="79131"/>
                  </a:cubicBezTo>
                  <a:cubicBezTo>
                    <a:pt x="19907" y="63981"/>
                    <a:pt x="19907" y="48357"/>
                    <a:pt x="21801" y="35574"/>
                  </a:cubicBezTo>
                  <a:cubicBezTo>
                    <a:pt x="26298" y="7405"/>
                    <a:pt x="44052" y="5274"/>
                    <a:pt x="49970" y="5274"/>
                  </a:cubicBezTo>
                  <a:cubicBezTo>
                    <a:pt x="57782" y="5274"/>
                    <a:pt x="73406" y="9535"/>
                    <a:pt x="77904" y="32970"/>
                  </a:cubicBezTo>
                  <a:cubicBezTo>
                    <a:pt x="80271" y="46227"/>
                    <a:pt x="80271" y="64217"/>
                    <a:pt x="80271" y="79131"/>
                  </a:cubicBezTo>
                  <a:cubicBezTo>
                    <a:pt x="80271" y="96885"/>
                    <a:pt x="80271" y="112982"/>
                    <a:pt x="77667" y="128132"/>
                  </a:cubicBezTo>
                  <a:cubicBezTo>
                    <a:pt x="74116" y="150620"/>
                    <a:pt x="60623" y="157722"/>
                    <a:pt x="49970"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448" name="Group 447">
            <a:extLst>
              <a:ext uri="{FF2B5EF4-FFF2-40B4-BE49-F238E27FC236}">
                <a16:creationId xmlns:a16="http://schemas.microsoft.com/office/drawing/2014/main" id="{662D5C4D-C1B3-3B80-EBF9-389A3BA2C655}"/>
              </a:ext>
            </a:extLst>
          </p:cNvPr>
          <p:cNvGrpSpPr>
            <a:grpSpLocks noChangeAspect="1"/>
          </p:cNvGrpSpPr>
          <p:nvPr>
            <p:custDataLst>
              <p:tags r:id="rId9"/>
            </p:custDataLst>
          </p:nvPr>
        </p:nvGrpSpPr>
        <p:grpSpPr>
          <a:xfrm>
            <a:off x="4499925" y="5561732"/>
            <a:ext cx="3813857" cy="507899"/>
            <a:chOff x="6975041" y="6775659"/>
            <a:chExt cx="3813857" cy="507899"/>
          </a:xfrm>
        </p:grpSpPr>
        <p:sp>
          <p:nvSpPr>
            <p:cNvPr id="449" name="Freeform: Shape 448">
              <a:extLst>
                <a:ext uri="{FF2B5EF4-FFF2-40B4-BE49-F238E27FC236}">
                  <a16:creationId xmlns:a16="http://schemas.microsoft.com/office/drawing/2014/main" id="{3138A5C5-6BE9-71A1-6127-0FF6F9145D4F}"/>
                </a:ext>
              </a:extLst>
            </p:cNvPr>
            <p:cNvSpPr/>
            <p:nvPr>
              <p:custDataLst>
                <p:tags r:id="rId10"/>
              </p:custDataLst>
            </p:nvPr>
          </p:nvSpPr>
          <p:spPr>
            <a:xfrm>
              <a:off x="7004524" y="6870388"/>
              <a:ext cx="60504" cy="110027"/>
            </a:xfrm>
            <a:custGeom>
              <a:avLst/>
              <a:gdLst>
                <a:gd name="connsiteX0" fmla="*/ 37645 w 60504"/>
                <a:gd name="connsiteY0" fmla="*/ 4702 h 110027"/>
                <a:gd name="connsiteX1" fmla="*/ 32658 w 60504"/>
                <a:gd name="connsiteY1" fmla="*/ 62 h 110027"/>
                <a:gd name="connsiteX2" fmla="*/ 78 w 60504"/>
                <a:gd name="connsiteY2" fmla="*/ 10667 h 110027"/>
                <a:gd name="connsiteX3" fmla="*/ 78 w 60504"/>
                <a:gd name="connsiteY3" fmla="*/ 16633 h 110027"/>
                <a:gd name="connsiteX4" fmla="*/ 24181 w 60504"/>
                <a:gd name="connsiteY4" fmla="*/ 11993 h 110027"/>
                <a:gd name="connsiteX5" fmla="*/ 24181 w 60504"/>
                <a:gd name="connsiteY5" fmla="*/ 96502 h 110027"/>
                <a:gd name="connsiteX6" fmla="*/ 7558 w 60504"/>
                <a:gd name="connsiteY6" fmla="*/ 104125 h 110027"/>
                <a:gd name="connsiteX7" fmla="*/ 1242 w 60504"/>
                <a:gd name="connsiteY7" fmla="*/ 104125 h 110027"/>
                <a:gd name="connsiteX8" fmla="*/ 1242 w 60504"/>
                <a:gd name="connsiteY8" fmla="*/ 110090 h 110027"/>
                <a:gd name="connsiteX9" fmla="*/ 30830 w 60504"/>
                <a:gd name="connsiteY9" fmla="*/ 109427 h 110027"/>
                <a:gd name="connsiteX10" fmla="*/ 60583 w 60504"/>
                <a:gd name="connsiteY10" fmla="*/ 110090 h 110027"/>
                <a:gd name="connsiteX11" fmla="*/ 60583 w 60504"/>
                <a:gd name="connsiteY11" fmla="*/ 104125 h 110027"/>
                <a:gd name="connsiteX12" fmla="*/ 54267 w 60504"/>
                <a:gd name="connsiteY12" fmla="*/ 104125 h 110027"/>
                <a:gd name="connsiteX13" fmla="*/ 37645 w 60504"/>
                <a:gd name="connsiteY13" fmla="*/ 96502 h 110027"/>
                <a:gd name="connsiteX14" fmla="*/ 37645 w 60504"/>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504" h="110027">
                  <a:moveTo>
                    <a:pt x="37645" y="4702"/>
                  </a:moveTo>
                  <a:cubicBezTo>
                    <a:pt x="37645" y="228"/>
                    <a:pt x="37312" y="62"/>
                    <a:pt x="32658" y="62"/>
                  </a:cubicBezTo>
                  <a:cubicBezTo>
                    <a:pt x="22020" y="10502"/>
                    <a:pt x="6894" y="10667"/>
                    <a:pt x="78" y="10667"/>
                  </a:cubicBezTo>
                  <a:lnTo>
                    <a:pt x="78" y="16633"/>
                  </a:lnTo>
                  <a:cubicBezTo>
                    <a:pt x="4068" y="16633"/>
                    <a:pt x="15038" y="16633"/>
                    <a:pt x="24181" y="11993"/>
                  </a:cubicBezTo>
                  <a:lnTo>
                    <a:pt x="24181" y="96502"/>
                  </a:lnTo>
                  <a:cubicBezTo>
                    <a:pt x="24181" y="101970"/>
                    <a:pt x="24181" y="104125"/>
                    <a:pt x="7558" y="104125"/>
                  </a:cubicBezTo>
                  <a:lnTo>
                    <a:pt x="1242" y="104125"/>
                  </a:lnTo>
                  <a:lnTo>
                    <a:pt x="1242" y="110090"/>
                  </a:lnTo>
                  <a:cubicBezTo>
                    <a:pt x="4234" y="109924"/>
                    <a:pt x="24679" y="109427"/>
                    <a:pt x="30830" y="109427"/>
                  </a:cubicBezTo>
                  <a:cubicBezTo>
                    <a:pt x="35982" y="109427"/>
                    <a:pt x="56926" y="109924"/>
                    <a:pt x="60583" y="110090"/>
                  </a:cubicBezTo>
                  <a:lnTo>
                    <a:pt x="60583" y="104125"/>
                  </a:lnTo>
                  <a:lnTo>
                    <a:pt x="54267" y="104125"/>
                  </a:lnTo>
                  <a:cubicBezTo>
                    <a:pt x="37645" y="104125"/>
                    <a:pt x="37645" y="101970"/>
                    <a:pt x="37645" y="96502"/>
                  </a:cubicBezTo>
                  <a:lnTo>
                    <a:pt x="37645"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0" name="Freeform: Shape 449">
              <a:extLst>
                <a:ext uri="{FF2B5EF4-FFF2-40B4-BE49-F238E27FC236}">
                  <a16:creationId xmlns:a16="http://schemas.microsoft.com/office/drawing/2014/main" id="{98FF5876-A393-C155-268D-57D8D1B8FAA7}"/>
                </a:ext>
              </a:extLst>
            </p:cNvPr>
            <p:cNvSpPr/>
            <p:nvPr>
              <p:custDataLst>
                <p:tags r:id="rId11"/>
              </p:custDataLst>
            </p:nvPr>
          </p:nvSpPr>
          <p:spPr>
            <a:xfrm>
              <a:off x="6975041" y="7009705"/>
              <a:ext cx="117384" cy="9468"/>
            </a:xfrm>
            <a:custGeom>
              <a:avLst/>
              <a:gdLst>
                <a:gd name="connsiteX0" fmla="*/ 0 w 117384"/>
                <a:gd name="connsiteY0" fmla="*/ 0 h 9468"/>
                <a:gd name="connsiteX1" fmla="*/ 117385 w 117384"/>
                <a:gd name="connsiteY1" fmla="*/ 0 h 9468"/>
                <a:gd name="connsiteX2" fmla="*/ 117385 w 117384"/>
                <a:gd name="connsiteY2" fmla="*/ 9468 h 9468"/>
                <a:gd name="connsiteX3" fmla="*/ 0 w 117384"/>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384" h="9468">
                  <a:moveTo>
                    <a:pt x="0" y="0"/>
                  </a:moveTo>
                  <a:lnTo>
                    <a:pt x="117385" y="0"/>
                  </a:lnTo>
                  <a:lnTo>
                    <a:pt x="11738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1" name="Freeform: Shape 450">
              <a:extLst>
                <a:ext uri="{FF2B5EF4-FFF2-40B4-BE49-F238E27FC236}">
                  <a16:creationId xmlns:a16="http://schemas.microsoft.com/office/drawing/2014/main" id="{01106CBB-074C-A601-AF9E-85107FD330DB}"/>
                </a:ext>
              </a:extLst>
            </p:cNvPr>
            <p:cNvSpPr/>
            <p:nvPr>
              <p:custDataLst>
                <p:tags r:id="rId12"/>
              </p:custDataLst>
            </p:nvPr>
          </p:nvSpPr>
          <p:spPr>
            <a:xfrm>
              <a:off x="6982853" y="7082175"/>
              <a:ext cx="101561" cy="74732"/>
            </a:xfrm>
            <a:custGeom>
              <a:avLst/>
              <a:gdLst>
                <a:gd name="connsiteX0" fmla="*/ 12545 w 101561"/>
                <a:gd name="connsiteY0" fmla="*/ 62706 h 74732"/>
                <a:gd name="connsiteX1" fmla="*/ 10882 w 101561"/>
                <a:gd name="connsiteY1" fmla="*/ 69500 h 74732"/>
                <a:gd name="connsiteX2" fmla="*/ 16534 w 101561"/>
                <a:gd name="connsiteY2" fmla="*/ 74802 h 74732"/>
                <a:gd name="connsiteX3" fmla="*/ 23017 w 101561"/>
                <a:gd name="connsiteY3" fmla="*/ 71157 h 74732"/>
                <a:gd name="connsiteX4" fmla="*/ 26009 w 101561"/>
                <a:gd name="connsiteY4" fmla="*/ 60883 h 74732"/>
                <a:gd name="connsiteX5" fmla="*/ 29665 w 101561"/>
                <a:gd name="connsiteY5" fmla="*/ 45970 h 74732"/>
                <a:gd name="connsiteX6" fmla="*/ 32491 w 101561"/>
                <a:gd name="connsiteY6" fmla="*/ 34868 h 74732"/>
                <a:gd name="connsiteX7" fmla="*/ 39473 w 101561"/>
                <a:gd name="connsiteY7" fmla="*/ 19954 h 74732"/>
                <a:gd name="connsiteX8" fmla="*/ 64406 w 101561"/>
                <a:gd name="connsiteY8" fmla="*/ 4709 h 74732"/>
                <a:gd name="connsiteX9" fmla="*/ 74213 w 101561"/>
                <a:gd name="connsiteY9" fmla="*/ 16309 h 74732"/>
                <a:gd name="connsiteX10" fmla="*/ 64406 w 101561"/>
                <a:gd name="connsiteY10" fmla="*/ 51604 h 74732"/>
                <a:gd name="connsiteX11" fmla="*/ 61913 w 101561"/>
                <a:gd name="connsiteY11" fmla="*/ 60552 h 74732"/>
                <a:gd name="connsiteX12" fmla="*/ 77704 w 101561"/>
                <a:gd name="connsiteY12" fmla="*/ 74802 h 74732"/>
                <a:gd name="connsiteX13" fmla="*/ 101640 w 101561"/>
                <a:gd name="connsiteY13" fmla="*/ 49450 h 74732"/>
                <a:gd name="connsiteX14" fmla="*/ 98980 w 101561"/>
                <a:gd name="connsiteY14" fmla="*/ 47295 h 74732"/>
                <a:gd name="connsiteX15" fmla="*/ 95822 w 101561"/>
                <a:gd name="connsiteY15" fmla="*/ 50112 h 74732"/>
                <a:gd name="connsiteX16" fmla="*/ 78202 w 101561"/>
                <a:gd name="connsiteY16" fmla="*/ 70163 h 74732"/>
                <a:gd name="connsiteX17" fmla="*/ 74047 w 101561"/>
                <a:gd name="connsiteY17" fmla="*/ 64363 h 74732"/>
                <a:gd name="connsiteX18" fmla="*/ 77870 w 101561"/>
                <a:gd name="connsiteY18" fmla="*/ 50941 h 74732"/>
                <a:gd name="connsiteX19" fmla="*/ 86680 w 101561"/>
                <a:gd name="connsiteY19" fmla="*/ 18960 h 74732"/>
                <a:gd name="connsiteX20" fmla="*/ 65071 w 101561"/>
                <a:gd name="connsiteY20" fmla="*/ 70 h 74732"/>
                <a:gd name="connsiteX21" fmla="*/ 36979 w 101561"/>
                <a:gd name="connsiteY21" fmla="*/ 15149 h 74732"/>
                <a:gd name="connsiteX22" fmla="*/ 19193 w 101561"/>
                <a:gd name="connsiteY22" fmla="*/ 70 h 74732"/>
                <a:gd name="connsiteX23" fmla="*/ 6062 w 101561"/>
                <a:gd name="connsiteY23" fmla="*/ 9018 h 74732"/>
                <a:gd name="connsiteX24" fmla="*/ 78 w 101561"/>
                <a:gd name="connsiteY24" fmla="*/ 25422 h 74732"/>
                <a:gd name="connsiteX25" fmla="*/ 2904 w 101561"/>
                <a:gd name="connsiteY25" fmla="*/ 27577 h 74732"/>
                <a:gd name="connsiteX26" fmla="*/ 6561 w 101561"/>
                <a:gd name="connsiteY26" fmla="*/ 22605 h 74732"/>
                <a:gd name="connsiteX27" fmla="*/ 18695 w 101561"/>
                <a:gd name="connsiteY27" fmla="*/ 4709 h 74732"/>
                <a:gd name="connsiteX28" fmla="*/ 24180 w 101561"/>
                <a:gd name="connsiteY28" fmla="*/ 12829 h 74732"/>
                <a:gd name="connsiteX29" fmla="*/ 21521 w 101561"/>
                <a:gd name="connsiteY29" fmla="*/ 26582 h 74732"/>
                <a:gd name="connsiteX30" fmla="*/ 17864 w 101561"/>
                <a:gd name="connsiteY30" fmla="*/ 41496 h 74732"/>
                <a:gd name="connsiteX31" fmla="*/ 12545 w 101561"/>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561" h="74732">
                  <a:moveTo>
                    <a:pt x="12545" y="62706"/>
                  </a:moveTo>
                  <a:cubicBezTo>
                    <a:pt x="11880" y="64860"/>
                    <a:pt x="10882" y="69003"/>
                    <a:pt x="10882" y="69500"/>
                  </a:cubicBezTo>
                  <a:cubicBezTo>
                    <a:pt x="10882" y="73145"/>
                    <a:pt x="13874" y="74802"/>
                    <a:pt x="16534" y="74802"/>
                  </a:cubicBezTo>
                  <a:cubicBezTo>
                    <a:pt x="19526" y="74802"/>
                    <a:pt x="22185" y="72648"/>
                    <a:pt x="23017" y="71157"/>
                  </a:cubicBezTo>
                  <a:cubicBezTo>
                    <a:pt x="23848" y="69666"/>
                    <a:pt x="25177" y="64363"/>
                    <a:pt x="26009" y="60883"/>
                  </a:cubicBezTo>
                  <a:cubicBezTo>
                    <a:pt x="26840" y="57735"/>
                    <a:pt x="28668" y="50112"/>
                    <a:pt x="29665" y="45970"/>
                  </a:cubicBezTo>
                  <a:cubicBezTo>
                    <a:pt x="30663" y="42324"/>
                    <a:pt x="31660" y="38679"/>
                    <a:pt x="32491" y="34868"/>
                  </a:cubicBezTo>
                  <a:cubicBezTo>
                    <a:pt x="34320" y="28074"/>
                    <a:pt x="34652" y="26748"/>
                    <a:pt x="39473" y="19954"/>
                  </a:cubicBezTo>
                  <a:cubicBezTo>
                    <a:pt x="44127" y="13326"/>
                    <a:pt x="51939" y="4709"/>
                    <a:pt x="64406" y="4709"/>
                  </a:cubicBezTo>
                  <a:cubicBezTo>
                    <a:pt x="74047" y="4709"/>
                    <a:pt x="74213" y="13160"/>
                    <a:pt x="74213" y="16309"/>
                  </a:cubicBezTo>
                  <a:cubicBezTo>
                    <a:pt x="74213" y="26251"/>
                    <a:pt x="67066" y="44644"/>
                    <a:pt x="64406" y="51604"/>
                  </a:cubicBezTo>
                  <a:cubicBezTo>
                    <a:pt x="62578" y="56243"/>
                    <a:pt x="61913" y="57735"/>
                    <a:pt x="61913" y="60552"/>
                  </a:cubicBezTo>
                  <a:cubicBezTo>
                    <a:pt x="61913" y="69334"/>
                    <a:pt x="69226" y="74802"/>
                    <a:pt x="77704" y="74802"/>
                  </a:cubicBezTo>
                  <a:cubicBezTo>
                    <a:pt x="94326" y="74802"/>
                    <a:pt x="101640" y="51935"/>
                    <a:pt x="101640" y="49450"/>
                  </a:cubicBezTo>
                  <a:cubicBezTo>
                    <a:pt x="101640" y="47295"/>
                    <a:pt x="99479" y="47295"/>
                    <a:pt x="98980" y="47295"/>
                  </a:cubicBezTo>
                  <a:cubicBezTo>
                    <a:pt x="96653" y="47295"/>
                    <a:pt x="96487" y="48290"/>
                    <a:pt x="95822" y="50112"/>
                  </a:cubicBezTo>
                  <a:cubicBezTo>
                    <a:pt x="91999" y="63369"/>
                    <a:pt x="84851" y="70163"/>
                    <a:pt x="78202" y="70163"/>
                  </a:cubicBezTo>
                  <a:cubicBezTo>
                    <a:pt x="74712" y="70163"/>
                    <a:pt x="74047" y="67843"/>
                    <a:pt x="74047" y="64363"/>
                  </a:cubicBezTo>
                  <a:cubicBezTo>
                    <a:pt x="74047" y="60552"/>
                    <a:pt x="74878" y="58398"/>
                    <a:pt x="77870" y="50941"/>
                  </a:cubicBezTo>
                  <a:cubicBezTo>
                    <a:pt x="79865" y="45804"/>
                    <a:pt x="86680" y="28239"/>
                    <a:pt x="86680" y="18960"/>
                  </a:cubicBezTo>
                  <a:cubicBezTo>
                    <a:pt x="86680" y="2887"/>
                    <a:pt x="73881" y="70"/>
                    <a:pt x="65071" y="70"/>
                  </a:cubicBezTo>
                  <a:cubicBezTo>
                    <a:pt x="51274" y="70"/>
                    <a:pt x="41966" y="8521"/>
                    <a:pt x="36979" y="15149"/>
                  </a:cubicBezTo>
                  <a:cubicBezTo>
                    <a:pt x="35816" y="3715"/>
                    <a:pt x="26009" y="70"/>
                    <a:pt x="19193" y="70"/>
                  </a:cubicBezTo>
                  <a:cubicBezTo>
                    <a:pt x="12046" y="70"/>
                    <a:pt x="8223" y="5207"/>
                    <a:pt x="6062" y="9018"/>
                  </a:cubicBezTo>
                  <a:cubicBezTo>
                    <a:pt x="2405" y="15149"/>
                    <a:pt x="78" y="24594"/>
                    <a:pt x="78" y="25422"/>
                  </a:cubicBezTo>
                  <a:cubicBezTo>
                    <a:pt x="78" y="27577"/>
                    <a:pt x="2405" y="27577"/>
                    <a:pt x="2904" y="27577"/>
                  </a:cubicBezTo>
                  <a:cubicBezTo>
                    <a:pt x="5231" y="27577"/>
                    <a:pt x="5397" y="27079"/>
                    <a:pt x="6561" y="22605"/>
                  </a:cubicBezTo>
                  <a:cubicBezTo>
                    <a:pt x="9054" y="12829"/>
                    <a:pt x="12212" y="4709"/>
                    <a:pt x="18695" y="4709"/>
                  </a:cubicBezTo>
                  <a:cubicBezTo>
                    <a:pt x="23017" y="4709"/>
                    <a:pt x="24180" y="8355"/>
                    <a:pt x="24180" y="12829"/>
                  </a:cubicBezTo>
                  <a:cubicBezTo>
                    <a:pt x="24180" y="15977"/>
                    <a:pt x="22684" y="22108"/>
                    <a:pt x="21521" y="26582"/>
                  </a:cubicBezTo>
                  <a:cubicBezTo>
                    <a:pt x="20357" y="31056"/>
                    <a:pt x="18695" y="37850"/>
                    <a:pt x="17864" y="41496"/>
                  </a:cubicBezTo>
                  <a:lnTo>
                    <a:pt x="12545"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2" name="Freeform: Shape 451">
              <a:extLst>
                <a:ext uri="{FF2B5EF4-FFF2-40B4-BE49-F238E27FC236}">
                  <a16:creationId xmlns:a16="http://schemas.microsoft.com/office/drawing/2014/main" id="{9FB199BE-6BA7-7586-B520-FC42B11D5B8B}"/>
                </a:ext>
              </a:extLst>
            </p:cNvPr>
            <p:cNvSpPr/>
            <p:nvPr>
              <p:custDataLst>
                <p:tags r:id="rId13"/>
              </p:custDataLst>
            </p:nvPr>
          </p:nvSpPr>
          <p:spPr>
            <a:xfrm>
              <a:off x="7263424" y="6775659"/>
              <a:ext cx="101561" cy="74732"/>
            </a:xfrm>
            <a:custGeom>
              <a:avLst/>
              <a:gdLst>
                <a:gd name="connsiteX0" fmla="*/ 12556 w 101561"/>
                <a:gd name="connsiteY0" fmla="*/ 62693 h 74732"/>
                <a:gd name="connsiteX1" fmla="*/ 10894 w 101561"/>
                <a:gd name="connsiteY1" fmla="*/ 69487 h 74732"/>
                <a:gd name="connsiteX2" fmla="*/ 16546 w 101561"/>
                <a:gd name="connsiteY2" fmla="*/ 74789 h 74732"/>
                <a:gd name="connsiteX3" fmla="*/ 23028 w 101561"/>
                <a:gd name="connsiteY3" fmla="*/ 71144 h 74732"/>
                <a:gd name="connsiteX4" fmla="*/ 26020 w 101561"/>
                <a:gd name="connsiteY4" fmla="*/ 60870 h 74732"/>
                <a:gd name="connsiteX5" fmla="*/ 29677 w 101561"/>
                <a:gd name="connsiteY5" fmla="*/ 45957 h 74732"/>
                <a:gd name="connsiteX6" fmla="*/ 32503 w 101561"/>
                <a:gd name="connsiteY6" fmla="*/ 34855 h 74732"/>
                <a:gd name="connsiteX7" fmla="*/ 39484 w 101561"/>
                <a:gd name="connsiteY7" fmla="*/ 19941 h 74732"/>
                <a:gd name="connsiteX8" fmla="*/ 64418 w 101561"/>
                <a:gd name="connsiteY8" fmla="*/ 4697 h 74732"/>
                <a:gd name="connsiteX9" fmla="*/ 74225 w 101561"/>
                <a:gd name="connsiteY9" fmla="*/ 16296 h 74732"/>
                <a:gd name="connsiteX10" fmla="*/ 64418 w 101561"/>
                <a:gd name="connsiteY10" fmla="*/ 51591 h 74732"/>
                <a:gd name="connsiteX11" fmla="*/ 61924 w 101561"/>
                <a:gd name="connsiteY11" fmla="*/ 60539 h 74732"/>
                <a:gd name="connsiteX12" fmla="*/ 77716 w 101561"/>
                <a:gd name="connsiteY12" fmla="*/ 74789 h 74732"/>
                <a:gd name="connsiteX13" fmla="*/ 101652 w 101561"/>
                <a:gd name="connsiteY13" fmla="*/ 49437 h 74732"/>
                <a:gd name="connsiteX14" fmla="*/ 98992 w 101561"/>
                <a:gd name="connsiteY14" fmla="*/ 47283 h 74732"/>
                <a:gd name="connsiteX15" fmla="*/ 95834 w 101561"/>
                <a:gd name="connsiteY15" fmla="*/ 50099 h 74732"/>
                <a:gd name="connsiteX16" fmla="*/ 78214 w 101561"/>
                <a:gd name="connsiteY16" fmla="*/ 70150 h 74732"/>
                <a:gd name="connsiteX17" fmla="*/ 74059 w 101561"/>
                <a:gd name="connsiteY17" fmla="*/ 64350 h 74732"/>
                <a:gd name="connsiteX18" fmla="*/ 77882 w 101561"/>
                <a:gd name="connsiteY18" fmla="*/ 50928 h 74732"/>
                <a:gd name="connsiteX19" fmla="*/ 86692 w 101561"/>
                <a:gd name="connsiteY19" fmla="*/ 18947 h 74732"/>
                <a:gd name="connsiteX20" fmla="*/ 65083 w 101561"/>
                <a:gd name="connsiteY20" fmla="*/ 57 h 74732"/>
                <a:gd name="connsiteX21" fmla="*/ 36991 w 101561"/>
                <a:gd name="connsiteY21" fmla="*/ 15136 h 74732"/>
                <a:gd name="connsiteX22" fmla="*/ 19205 w 101561"/>
                <a:gd name="connsiteY22" fmla="*/ 57 h 74732"/>
                <a:gd name="connsiteX23" fmla="*/ 6074 w 101561"/>
                <a:gd name="connsiteY23" fmla="*/ 9005 h 74732"/>
                <a:gd name="connsiteX24" fmla="*/ 90 w 101561"/>
                <a:gd name="connsiteY24" fmla="*/ 25410 h 74732"/>
                <a:gd name="connsiteX25" fmla="*/ 2915 w 101561"/>
                <a:gd name="connsiteY25" fmla="*/ 27564 h 74732"/>
                <a:gd name="connsiteX26" fmla="*/ 6572 w 101561"/>
                <a:gd name="connsiteY26" fmla="*/ 22593 h 74732"/>
                <a:gd name="connsiteX27" fmla="*/ 18707 w 101561"/>
                <a:gd name="connsiteY27" fmla="*/ 4697 h 74732"/>
                <a:gd name="connsiteX28" fmla="*/ 24192 w 101561"/>
                <a:gd name="connsiteY28" fmla="*/ 12816 h 74732"/>
                <a:gd name="connsiteX29" fmla="*/ 21532 w 101561"/>
                <a:gd name="connsiteY29" fmla="*/ 26569 h 74732"/>
                <a:gd name="connsiteX30" fmla="*/ 17875 w 101561"/>
                <a:gd name="connsiteY30" fmla="*/ 41483 h 74732"/>
                <a:gd name="connsiteX31" fmla="*/ 12556 w 101561"/>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561" h="74732">
                  <a:moveTo>
                    <a:pt x="12556" y="62693"/>
                  </a:moveTo>
                  <a:cubicBezTo>
                    <a:pt x="11891" y="64847"/>
                    <a:pt x="10894" y="68990"/>
                    <a:pt x="10894" y="69487"/>
                  </a:cubicBezTo>
                  <a:cubicBezTo>
                    <a:pt x="10894" y="73132"/>
                    <a:pt x="13886" y="74789"/>
                    <a:pt x="16546" y="74789"/>
                  </a:cubicBezTo>
                  <a:cubicBezTo>
                    <a:pt x="19538" y="74789"/>
                    <a:pt x="22197" y="72635"/>
                    <a:pt x="23028" y="71144"/>
                  </a:cubicBezTo>
                  <a:cubicBezTo>
                    <a:pt x="23859" y="69653"/>
                    <a:pt x="25189" y="64350"/>
                    <a:pt x="26020" y="60870"/>
                  </a:cubicBezTo>
                  <a:cubicBezTo>
                    <a:pt x="26851" y="57722"/>
                    <a:pt x="28680" y="50099"/>
                    <a:pt x="29677" y="45957"/>
                  </a:cubicBezTo>
                  <a:cubicBezTo>
                    <a:pt x="30675" y="42311"/>
                    <a:pt x="31672" y="38666"/>
                    <a:pt x="32503" y="34855"/>
                  </a:cubicBezTo>
                  <a:cubicBezTo>
                    <a:pt x="34331" y="28061"/>
                    <a:pt x="34664" y="26735"/>
                    <a:pt x="39484" y="19941"/>
                  </a:cubicBezTo>
                  <a:cubicBezTo>
                    <a:pt x="44139" y="13313"/>
                    <a:pt x="51951" y="4697"/>
                    <a:pt x="64418" y="4697"/>
                  </a:cubicBezTo>
                  <a:cubicBezTo>
                    <a:pt x="74059" y="4697"/>
                    <a:pt x="74225" y="13147"/>
                    <a:pt x="74225" y="16296"/>
                  </a:cubicBezTo>
                  <a:cubicBezTo>
                    <a:pt x="74225" y="26238"/>
                    <a:pt x="67077" y="44631"/>
                    <a:pt x="64418" y="51591"/>
                  </a:cubicBezTo>
                  <a:cubicBezTo>
                    <a:pt x="62589" y="56231"/>
                    <a:pt x="61924" y="57722"/>
                    <a:pt x="61924" y="60539"/>
                  </a:cubicBezTo>
                  <a:cubicBezTo>
                    <a:pt x="61924" y="69321"/>
                    <a:pt x="69238" y="74789"/>
                    <a:pt x="77716" y="74789"/>
                  </a:cubicBezTo>
                  <a:cubicBezTo>
                    <a:pt x="94338" y="74789"/>
                    <a:pt x="101652" y="51922"/>
                    <a:pt x="101652" y="49437"/>
                  </a:cubicBezTo>
                  <a:cubicBezTo>
                    <a:pt x="101652" y="47283"/>
                    <a:pt x="99491" y="47283"/>
                    <a:pt x="98992" y="47283"/>
                  </a:cubicBezTo>
                  <a:cubicBezTo>
                    <a:pt x="96665" y="47283"/>
                    <a:pt x="96499" y="48277"/>
                    <a:pt x="95834" y="50099"/>
                  </a:cubicBezTo>
                  <a:cubicBezTo>
                    <a:pt x="92011" y="63356"/>
                    <a:pt x="84863" y="70150"/>
                    <a:pt x="78214" y="70150"/>
                  </a:cubicBezTo>
                  <a:cubicBezTo>
                    <a:pt x="74724" y="70150"/>
                    <a:pt x="74059" y="67830"/>
                    <a:pt x="74059" y="64350"/>
                  </a:cubicBezTo>
                  <a:cubicBezTo>
                    <a:pt x="74059" y="60539"/>
                    <a:pt x="74890" y="58385"/>
                    <a:pt x="77882" y="50928"/>
                  </a:cubicBezTo>
                  <a:cubicBezTo>
                    <a:pt x="79876" y="45791"/>
                    <a:pt x="86692" y="28227"/>
                    <a:pt x="86692" y="18947"/>
                  </a:cubicBezTo>
                  <a:cubicBezTo>
                    <a:pt x="86692" y="2874"/>
                    <a:pt x="73892" y="57"/>
                    <a:pt x="65083" y="57"/>
                  </a:cubicBezTo>
                  <a:cubicBezTo>
                    <a:pt x="51286" y="57"/>
                    <a:pt x="41978" y="8508"/>
                    <a:pt x="36991" y="15136"/>
                  </a:cubicBezTo>
                  <a:cubicBezTo>
                    <a:pt x="35827" y="3702"/>
                    <a:pt x="26020" y="57"/>
                    <a:pt x="19205" y="57"/>
                  </a:cubicBezTo>
                  <a:cubicBezTo>
                    <a:pt x="12058" y="57"/>
                    <a:pt x="8235" y="5194"/>
                    <a:pt x="6074" y="9005"/>
                  </a:cubicBezTo>
                  <a:cubicBezTo>
                    <a:pt x="2417" y="15136"/>
                    <a:pt x="90" y="24581"/>
                    <a:pt x="90" y="25410"/>
                  </a:cubicBezTo>
                  <a:cubicBezTo>
                    <a:pt x="90" y="27564"/>
                    <a:pt x="2417" y="27564"/>
                    <a:pt x="2915" y="27564"/>
                  </a:cubicBezTo>
                  <a:cubicBezTo>
                    <a:pt x="5243" y="27564"/>
                    <a:pt x="5409" y="27067"/>
                    <a:pt x="6572" y="22593"/>
                  </a:cubicBezTo>
                  <a:cubicBezTo>
                    <a:pt x="9066" y="12816"/>
                    <a:pt x="12224" y="4697"/>
                    <a:pt x="18707" y="4697"/>
                  </a:cubicBezTo>
                  <a:cubicBezTo>
                    <a:pt x="23028" y="4697"/>
                    <a:pt x="24192" y="8342"/>
                    <a:pt x="24192" y="12816"/>
                  </a:cubicBezTo>
                  <a:cubicBezTo>
                    <a:pt x="24192" y="15964"/>
                    <a:pt x="22696" y="22095"/>
                    <a:pt x="21532" y="26569"/>
                  </a:cubicBezTo>
                  <a:cubicBezTo>
                    <a:pt x="20369" y="31044"/>
                    <a:pt x="18707" y="37837"/>
                    <a:pt x="17875" y="41483"/>
                  </a:cubicBezTo>
                  <a:lnTo>
                    <a:pt x="12556"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3" name="Freeform: Shape 452">
              <a:extLst>
                <a:ext uri="{FF2B5EF4-FFF2-40B4-BE49-F238E27FC236}">
                  <a16:creationId xmlns:a16="http://schemas.microsoft.com/office/drawing/2014/main" id="{687E3DB8-7A78-8BFF-0295-79863205C404}"/>
                </a:ext>
              </a:extLst>
            </p:cNvPr>
            <p:cNvSpPr/>
            <p:nvPr>
              <p:custDataLst>
                <p:tags r:id="rId14"/>
              </p:custDataLst>
            </p:nvPr>
          </p:nvSpPr>
          <p:spPr>
            <a:xfrm>
              <a:off x="7202274" y="6896078"/>
              <a:ext cx="223925" cy="236720"/>
            </a:xfrm>
            <a:custGeom>
              <a:avLst/>
              <a:gdLst>
                <a:gd name="connsiteX0" fmla="*/ 86760 w 223925"/>
                <a:gd name="connsiteY0" fmla="*/ 126467 h 236720"/>
                <a:gd name="connsiteX1" fmla="*/ 2461 w 223925"/>
                <a:gd name="connsiteY1" fmla="*/ 230388 h 236720"/>
                <a:gd name="connsiteX2" fmla="*/ 324 w 223925"/>
                <a:gd name="connsiteY2" fmla="*/ 234175 h 236720"/>
                <a:gd name="connsiteX3" fmla="*/ 6736 w 223925"/>
                <a:gd name="connsiteY3" fmla="*/ 236779 h 236720"/>
                <a:gd name="connsiteX4" fmla="*/ 203591 w 223925"/>
                <a:gd name="connsiteY4" fmla="*/ 236779 h 236720"/>
                <a:gd name="connsiteX5" fmla="*/ 224012 w 223925"/>
                <a:gd name="connsiteY5" fmla="*/ 177836 h 236720"/>
                <a:gd name="connsiteX6" fmla="*/ 218076 w 223925"/>
                <a:gd name="connsiteY6" fmla="*/ 177836 h 236720"/>
                <a:gd name="connsiteX7" fmla="*/ 176045 w 223925"/>
                <a:gd name="connsiteY7" fmla="*/ 216895 h 236720"/>
                <a:gd name="connsiteX8" fmla="*/ 120954 w 223925"/>
                <a:gd name="connsiteY8" fmla="*/ 223760 h 236720"/>
                <a:gd name="connsiteX9" fmla="*/ 20034 w 223925"/>
                <a:gd name="connsiteY9" fmla="*/ 223760 h 236720"/>
                <a:gd name="connsiteX10" fmla="*/ 102432 w 223925"/>
                <a:gd name="connsiteY10" fmla="*/ 122207 h 236720"/>
                <a:gd name="connsiteX11" fmla="*/ 104570 w 223925"/>
                <a:gd name="connsiteY11" fmla="*/ 118419 h 236720"/>
                <a:gd name="connsiteX12" fmla="*/ 102907 w 223925"/>
                <a:gd name="connsiteY12" fmla="*/ 115105 h 236720"/>
                <a:gd name="connsiteX13" fmla="*/ 25733 w 223925"/>
                <a:gd name="connsiteY13" fmla="*/ 9528 h 236720"/>
                <a:gd name="connsiteX14" fmla="*/ 119767 w 223925"/>
                <a:gd name="connsiteY14" fmla="*/ 9528 h 236720"/>
                <a:gd name="connsiteX15" fmla="*/ 218076 w 223925"/>
                <a:gd name="connsiteY15" fmla="*/ 55451 h 236720"/>
                <a:gd name="connsiteX16" fmla="*/ 224012 w 223925"/>
                <a:gd name="connsiteY16" fmla="*/ 55451 h 236720"/>
                <a:gd name="connsiteX17" fmla="*/ 203591 w 223925"/>
                <a:gd name="connsiteY17" fmla="*/ 59 h 236720"/>
                <a:gd name="connsiteX18" fmla="*/ 6736 w 223925"/>
                <a:gd name="connsiteY18" fmla="*/ 59 h 236720"/>
                <a:gd name="connsiteX19" fmla="*/ 87 w 223925"/>
                <a:gd name="connsiteY19" fmla="*/ 7634 h 236720"/>
                <a:gd name="connsiteX20" fmla="*/ 86760 w 223925"/>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925" h="236720">
                  <a:moveTo>
                    <a:pt x="86760" y="126467"/>
                  </a:moveTo>
                  <a:lnTo>
                    <a:pt x="2461" y="230388"/>
                  </a:lnTo>
                  <a:cubicBezTo>
                    <a:pt x="562" y="232755"/>
                    <a:pt x="324" y="233228"/>
                    <a:pt x="324" y="234175"/>
                  </a:cubicBezTo>
                  <a:cubicBezTo>
                    <a:pt x="324" y="236779"/>
                    <a:pt x="2461" y="236779"/>
                    <a:pt x="6736" y="236779"/>
                  </a:cubicBezTo>
                  <a:lnTo>
                    <a:pt x="203591" y="236779"/>
                  </a:lnTo>
                  <a:lnTo>
                    <a:pt x="224012" y="177836"/>
                  </a:lnTo>
                  <a:lnTo>
                    <a:pt x="218076" y="177836"/>
                  </a:lnTo>
                  <a:cubicBezTo>
                    <a:pt x="212139" y="195590"/>
                    <a:pt x="196229" y="210030"/>
                    <a:pt x="176045" y="216895"/>
                  </a:cubicBezTo>
                  <a:cubicBezTo>
                    <a:pt x="172246" y="218078"/>
                    <a:pt x="155861" y="223760"/>
                    <a:pt x="120954" y="223760"/>
                  </a:cubicBezTo>
                  <a:lnTo>
                    <a:pt x="20034" y="223760"/>
                  </a:lnTo>
                  <a:lnTo>
                    <a:pt x="102432" y="122207"/>
                  </a:lnTo>
                  <a:cubicBezTo>
                    <a:pt x="104095" y="120076"/>
                    <a:pt x="104570" y="119366"/>
                    <a:pt x="104570" y="118419"/>
                  </a:cubicBezTo>
                  <a:cubicBezTo>
                    <a:pt x="104570" y="117472"/>
                    <a:pt x="104332" y="117235"/>
                    <a:pt x="102907" y="115105"/>
                  </a:cubicBezTo>
                  <a:lnTo>
                    <a:pt x="25733" y="9528"/>
                  </a:lnTo>
                  <a:lnTo>
                    <a:pt x="119767" y="9528"/>
                  </a:lnTo>
                  <a:cubicBezTo>
                    <a:pt x="146837" y="9528"/>
                    <a:pt x="201453" y="11185"/>
                    <a:pt x="218076" y="55451"/>
                  </a:cubicBezTo>
                  <a:lnTo>
                    <a:pt x="224012" y="55451"/>
                  </a:lnTo>
                  <a:lnTo>
                    <a:pt x="203591" y="59"/>
                  </a:lnTo>
                  <a:lnTo>
                    <a:pt x="6736" y="59"/>
                  </a:lnTo>
                  <a:cubicBezTo>
                    <a:pt x="324" y="59"/>
                    <a:pt x="87" y="296"/>
                    <a:pt x="87" y="7634"/>
                  </a:cubicBezTo>
                  <a:lnTo>
                    <a:pt x="86760"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4" name="Freeform: Shape 453">
              <a:extLst>
                <a:ext uri="{FF2B5EF4-FFF2-40B4-BE49-F238E27FC236}">
                  <a16:creationId xmlns:a16="http://schemas.microsoft.com/office/drawing/2014/main" id="{B350E152-1B7F-074B-11FA-D0465FE574C3}"/>
                </a:ext>
              </a:extLst>
            </p:cNvPr>
            <p:cNvSpPr/>
            <p:nvPr>
              <p:custDataLst>
                <p:tags r:id="rId15"/>
              </p:custDataLst>
            </p:nvPr>
          </p:nvSpPr>
          <p:spPr>
            <a:xfrm>
              <a:off x="7168309" y="7172040"/>
              <a:ext cx="50365" cy="111518"/>
            </a:xfrm>
            <a:custGeom>
              <a:avLst/>
              <a:gdLst>
                <a:gd name="connsiteX0" fmla="*/ 46129 w 50365"/>
                <a:gd name="connsiteY0" fmla="*/ 6372 h 111518"/>
                <a:gd name="connsiteX1" fmla="*/ 39480 w 50365"/>
                <a:gd name="connsiteY1" fmla="*/ 75 h 111518"/>
                <a:gd name="connsiteX2" fmla="*/ 30172 w 50365"/>
                <a:gd name="connsiteY2" fmla="*/ 9189 h 111518"/>
                <a:gd name="connsiteX3" fmla="*/ 36821 w 50365"/>
                <a:gd name="connsiteY3" fmla="*/ 15486 h 111518"/>
                <a:gd name="connsiteX4" fmla="*/ 46129 w 50365"/>
                <a:gd name="connsiteY4" fmla="*/ 6372 h 111518"/>
                <a:gd name="connsiteX5" fmla="*/ 12220 w 50365"/>
                <a:gd name="connsiteY5" fmla="*/ 90550 h 111518"/>
                <a:gd name="connsiteX6" fmla="*/ 10724 w 50365"/>
                <a:gd name="connsiteY6" fmla="*/ 97509 h 111518"/>
                <a:gd name="connsiteX7" fmla="*/ 26515 w 50365"/>
                <a:gd name="connsiteY7" fmla="*/ 111594 h 111518"/>
                <a:gd name="connsiteX8" fmla="*/ 50451 w 50365"/>
                <a:gd name="connsiteY8" fmla="*/ 86241 h 111518"/>
                <a:gd name="connsiteX9" fmla="*/ 47792 w 50365"/>
                <a:gd name="connsiteY9" fmla="*/ 84087 h 111518"/>
                <a:gd name="connsiteX10" fmla="*/ 44633 w 50365"/>
                <a:gd name="connsiteY10" fmla="*/ 86904 h 111518"/>
                <a:gd name="connsiteX11" fmla="*/ 27014 w 50365"/>
                <a:gd name="connsiteY11" fmla="*/ 106954 h 111518"/>
                <a:gd name="connsiteX12" fmla="*/ 22858 w 50365"/>
                <a:gd name="connsiteY12" fmla="*/ 101155 h 111518"/>
                <a:gd name="connsiteX13" fmla="*/ 25518 w 50365"/>
                <a:gd name="connsiteY13" fmla="*/ 90550 h 111518"/>
                <a:gd name="connsiteX14" fmla="*/ 30837 w 50365"/>
                <a:gd name="connsiteY14" fmla="*/ 77293 h 111518"/>
                <a:gd name="connsiteX15" fmla="*/ 38982 w 50365"/>
                <a:gd name="connsiteY15" fmla="*/ 56249 h 111518"/>
                <a:gd name="connsiteX16" fmla="*/ 39979 w 50365"/>
                <a:gd name="connsiteY16" fmla="*/ 50946 h 111518"/>
                <a:gd name="connsiteX17" fmla="*/ 24188 w 50365"/>
                <a:gd name="connsiteY17" fmla="*/ 36861 h 111518"/>
                <a:gd name="connsiteX18" fmla="*/ 86 w 50365"/>
                <a:gd name="connsiteY18" fmla="*/ 62214 h 111518"/>
                <a:gd name="connsiteX19" fmla="*/ 2911 w 50365"/>
                <a:gd name="connsiteY19" fmla="*/ 64368 h 111518"/>
                <a:gd name="connsiteX20" fmla="*/ 5903 w 50365"/>
                <a:gd name="connsiteY20" fmla="*/ 61717 h 111518"/>
                <a:gd name="connsiteX21" fmla="*/ 23689 w 50365"/>
                <a:gd name="connsiteY21" fmla="*/ 41501 h 111518"/>
                <a:gd name="connsiteX22" fmla="*/ 27845 w 50365"/>
                <a:gd name="connsiteY22" fmla="*/ 47301 h 111518"/>
                <a:gd name="connsiteX23" fmla="*/ 22692 w 50365"/>
                <a:gd name="connsiteY23" fmla="*/ 63871 h 111518"/>
                <a:gd name="connsiteX24" fmla="*/ 12220 w 50365"/>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65" h="111518">
                  <a:moveTo>
                    <a:pt x="46129" y="6372"/>
                  </a:moveTo>
                  <a:cubicBezTo>
                    <a:pt x="46129" y="3721"/>
                    <a:pt x="44135" y="75"/>
                    <a:pt x="39480" y="75"/>
                  </a:cubicBezTo>
                  <a:cubicBezTo>
                    <a:pt x="34992" y="75"/>
                    <a:pt x="30172" y="4383"/>
                    <a:pt x="30172" y="9189"/>
                  </a:cubicBezTo>
                  <a:cubicBezTo>
                    <a:pt x="30172" y="12006"/>
                    <a:pt x="32333" y="15486"/>
                    <a:pt x="36821" y="15486"/>
                  </a:cubicBezTo>
                  <a:cubicBezTo>
                    <a:pt x="41641" y="15486"/>
                    <a:pt x="46129" y="10846"/>
                    <a:pt x="46129" y="6372"/>
                  </a:cubicBezTo>
                  <a:close/>
                  <a:moveTo>
                    <a:pt x="12220" y="90550"/>
                  </a:moveTo>
                  <a:cubicBezTo>
                    <a:pt x="11555" y="92704"/>
                    <a:pt x="10724" y="94692"/>
                    <a:pt x="10724" y="97509"/>
                  </a:cubicBezTo>
                  <a:cubicBezTo>
                    <a:pt x="10724" y="105297"/>
                    <a:pt x="17373" y="111594"/>
                    <a:pt x="26515" y="111594"/>
                  </a:cubicBezTo>
                  <a:cubicBezTo>
                    <a:pt x="43137" y="111594"/>
                    <a:pt x="50451" y="88727"/>
                    <a:pt x="50451" y="86241"/>
                  </a:cubicBezTo>
                  <a:cubicBezTo>
                    <a:pt x="50451" y="84087"/>
                    <a:pt x="48290" y="84087"/>
                    <a:pt x="47792" y="84087"/>
                  </a:cubicBezTo>
                  <a:cubicBezTo>
                    <a:pt x="45464" y="84087"/>
                    <a:pt x="45298" y="85081"/>
                    <a:pt x="44633" y="86904"/>
                  </a:cubicBezTo>
                  <a:cubicBezTo>
                    <a:pt x="40810" y="100160"/>
                    <a:pt x="33496" y="106954"/>
                    <a:pt x="27014" y="106954"/>
                  </a:cubicBezTo>
                  <a:cubicBezTo>
                    <a:pt x="23689" y="106954"/>
                    <a:pt x="22858" y="104800"/>
                    <a:pt x="22858" y="101155"/>
                  </a:cubicBezTo>
                  <a:cubicBezTo>
                    <a:pt x="22858" y="97343"/>
                    <a:pt x="24022" y="94195"/>
                    <a:pt x="25518" y="90550"/>
                  </a:cubicBezTo>
                  <a:cubicBezTo>
                    <a:pt x="27180" y="86076"/>
                    <a:pt x="29008" y="81602"/>
                    <a:pt x="30837" y="77293"/>
                  </a:cubicBezTo>
                  <a:cubicBezTo>
                    <a:pt x="32333" y="73316"/>
                    <a:pt x="38317" y="58237"/>
                    <a:pt x="38982" y="56249"/>
                  </a:cubicBezTo>
                  <a:cubicBezTo>
                    <a:pt x="39480" y="54592"/>
                    <a:pt x="39979" y="52603"/>
                    <a:pt x="39979" y="50946"/>
                  </a:cubicBezTo>
                  <a:cubicBezTo>
                    <a:pt x="39979" y="43158"/>
                    <a:pt x="33330" y="36861"/>
                    <a:pt x="24188" y="36861"/>
                  </a:cubicBezTo>
                  <a:cubicBezTo>
                    <a:pt x="7732" y="36861"/>
                    <a:pt x="86" y="59397"/>
                    <a:pt x="86" y="62214"/>
                  </a:cubicBezTo>
                  <a:cubicBezTo>
                    <a:pt x="86" y="64368"/>
                    <a:pt x="2413" y="64368"/>
                    <a:pt x="2911" y="64368"/>
                  </a:cubicBezTo>
                  <a:cubicBezTo>
                    <a:pt x="5239" y="64368"/>
                    <a:pt x="5405" y="63540"/>
                    <a:pt x="5903" y="61717"/>
                  </a:cubicBezTo>
                  <a:cubicBezTo>
                    <a:pt x="10225" y="47466"/>
                    <a:pt x="17539" y="41501"/>
                    <a:pt x="23689" y="41501"/>
                  </a:cubicBezTo>
                  <a:cubicBezTo>
                    <a:pt x="26349" y="41501"/>
                    <a:pt x="27845" y="42827"/>
                    <a:pt x="27845" y="47301"/>
                  </a:cubicBezTo>
                  <a:cubicBezTo>
                    <a:pt x="27845" y="51112"/>
                    <a:pt x="26847" y="53598"/>
                    <a:pt x="22692" y="63871"/>
                  </a:cubicBezTo>
                  <a:lnTo>
                    <a:pt x="12220"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5" name="Freeform: Shape 454">
              <a:extLst>
                <a:ext uri="{FF2B5EF4-FFF2-40B4-BE49-F238E27FC236}">
                  <a16:creationId xmlns:a16="http://schemas.microsoft.com/office/drawing/2014/main" id="{88B89A5F-17BD-DF7E-97AB-6C8A396189B6}"/>
                </a:ext>
              </a:extLst>
            </p:cNvPr>
            <p:cNvSpPr/>
            <p:nvPr>
              <p:custDataLst>
                <p:tags r:id="rId16"/>
              </p:custDataLst>
            </p:nvPr>
          </p:nvSpPr>
          <p:spPr>
            <a:xfrm>
              <a:off x="7239316" y="7218106"/>
              <a:ext cx="122339" cy="44574"/>
            </a:xfrm>
            <a:custGeom>
              <a:avLst/>
              <a:gdLst>
                <a:gd name="connsiteX0" fmla="*/ 116112 w 122339"/>
                <a:gd name="connsiteY0" fmla="*/ 8195 h 44574"/>
                <a:gd name="connsiteX1" fmla="*/ 122428 w 122339"/>
                <a:gd name="connsiteY1" fmla="*/ 4052 h 44574"/>
                <a:gd name="connsiteX2" fmla="*/ 116278 w 122339"/>
                <a:gd name="connsiteY2" fmla="*/ 75 h 44574"/>
                <a:gd name="connsiteX3" fmla="*/ 6239 w 122339"/>
                <a:gd name="connsiteY3" fmla="*/ 75 h 44574"/>
                <a:gd name="connsiteX4" fmla="*/ 89 w 122339"/>
                <a:gd name="connsiteY4" fmla="*/ 4052 h 44574"/>
                <a:gd name="connsiteX5" fmla="*/ 6405 w 122339"/>
                <a:gd name="connsiteY5" fmla="*/ 8195 h 44574"/>
                <a:gd name="connsiteX6" fmla="*/ 116112 w 122339"/>
                <a:gd name="connsiteY6" fmla="*/ 8195 h 44574"/>
                <a:gd name="connsiteX7" fmla="*/ 116278 w 122339"/>
                <a:gd name="connsiteY7" fmla="*/ 44650 h 44574"/>
                <a:gd name="connsiteX8" fmla="*/ 122428 w 122339"/>
                <a:gd name="connsiteY8" fmla="*/ 40673 h 44574"/>
                <a:gd name="connsiteX9" fmla="*/ 116112 w 122339"/>
                <a:gd name="connsiteY9" fmla="*/ 36530 h 44574"/>
                <a:gd name="connsiteX10" fmla="*/ 6405 w 122339"/>
                <a:gd name="connsiteY10" fmla="*/ 36530 h 44574"/>
                <a:gd name="connsiteX11" fmla="*/ 89 w 122339"/>
                <a:gd name="connsiteY11" fmla="*/ 40673 h 44574"/>
                <a:gd name="connsiteX12" fmla="*/ 6239 w 122339"/>
                <a:gd name="connsiteY12" fmla="*/ 44650 h 44574"/>
                <a:gd name="connsiteX13" fmla="*/ 116278 w 122339"/>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339" h="44574">
                  <a:moveTo>
                    <a:pt x="116112" y="8195"/>
                  </a:moveTo>
                  <a:cubicBezTo>
                    <a:pt x="118605" y="8195"/>
                    <a:pt x="122428" y="8195"/>
                    <a:pt x="122428" y="4052"/>
                  </a:cubicBezTo>
                  <a:cubicBezTo>
                    <a:pt x="122428" y="75"/>
                    <a:pt x="118439" y="75"/>
                    <a:pt x="116278" y="75"/>
                  </a:cubicBezTo>
                  <a:lnTo>
                    <a:pt x="6239" y="75"/>
                  </a:lnTo>
                  <a:cubicBezTo>
                    <a:pt x="4078" y="75"/>
                    <a:pt x="89" y="75"/>
                    <a:pt x="89" y="4052"/>
                  </a:cubicBezTo>
                  <a:cubicBezTo>
                    <a:pt x="89" y="8195"/>
                    <a:pt x="3912" y="8195"/>
                    <a:pt x="6405" y="8195"/>
                  </a:cubicBezTo>
                  <a:lnTo>
                    <a:pt x="116112" y="8195"/>
                  </a:lnTo>
                  <a:close/>
                  <a:moveTo>
                    <a:pt x="116278" y="44650"/>
                  </a:moveTo>
                  <a:cubicBezTo>
                    <a:pt x="118439" y="44650"/>
                    <a:pt x="122428" y="44650"/>
                    <a:pt x="122428" y="40673"/>
                  </a:cubicBezTo>
                  <a:cubicBezTo>
                    <a:pt x="122428" y="36530"/>
                    <a:pt x="118605" y="36530"/>
                    <a:pt x="116112" y="36530"/>
                  </a:cubicBezTo>
                  <a:lnTo>
                    <a:pt x="6405" y="36530"/>
                  </a:lnTo>
                  <a:cubicBezTo>
                    <a:pt x="3912" y="36530"/>
                    <a:pt x="89" y="36530"/>
                    <a:pt x="89" y="40673"/>
                  </a:cubicBezTo>
                  <a:cubicBezTo>
                    <a:pt x="89" y="44650"/>
                    <a:pt x="4078" y="44650"/>
                    <a:pt x="6239" y="44650"/>
                  </a:cubicBezTo>
                  <a:lnTo>
                    <a:pt x="116278"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6" name="Freeform: Shape 455">
              <a:extLst>
                <a:ext uri="{FF2B5EF4-FFF2-40B4-BE49-F238E27FC236}">
                  <a16:creationId xmlns:a16="http://schemas.microsoft.com/office/drawing/2014/main" id="{D8419794-5B3F-06D6-AE80-3C47978C84B6}"/>
                </a:ext>
              </a:extLst>
            </p:cNvPr>
            <p:cNvSpPr/>
            <p:nvPr>
              <p:custDataLst>
                <p:tags r:id="rId17"/>
              </p:custDataLst>
            </p:nvPr>
          </p:nvSpPr>
          <p:spPr>
            <a:xfrm>
              <a:off x="7391574" y="7171874"/>
              <a:ext cx="60504" cy="110027"/>
            </a:xfrm>
            <a:custGeom>
              <a:avLst/>
              <a:gdLst>
                <a:gd name="connsiteX0" fmla="*/ 37661 w 60504"/>
                <a:gd name="connsiteY0" fmla="*/ 4715 h 110027"/>
                <a:gd name="connsiteX1" fmla="*/ 32674 w 60504"/>
                <a:gd name="connsiteY1" fmla="*/ 75 h 110027"/>
                <a:gd name="connsiteX2" fmla="*/ 95 w 60504"/>
                <a:gd name="connsiteY2" fmla="*/ 10680 h 110027"/>
                <a:gd name="connsiteX3" fmla="*/ 95 w 60504"/>
                <a:gd name="connsiteY3" fmla="*/ 16645 h 110027"/>
                <a:gd name="connsiteX4" fmla="*/ 24197 w 60504"/>
                <a:gd name="connsiteY4" fmla="*/ 12006 h 110027"/>
                <a:gd name="connsiteX5" fmla="*/ 24197 w 60504"/>
                <a:gd name="connsiteY5" fmla="*/ 96515 h 110027"/>
                <a:gd name="connsiteX6" fmla="*/ 7575 w 60504"/>
                <a:gd name="connsiteY6" fmla="*/ 104137 h 110027"/>
                <a:gd name="connsiteX7" fmla="*/ 1258 w 60504"/>
                <a:gd name="connsiteY7" fmla="*/ 104137 h 110027"/>
                <a:gd name="connsiteX8" fmla="*/ 1258 w 60504"/>
                <a:gd name="connsiteY8" fmla="*/ 110103 h 110027"/>
                <a:gd name="connsiteX9" fmla="*/ 30846 w 60504"/>
                <a:gd name="connsiteY9" fmla="*/ 109440 h 110027"/>
                <a:gd name="connsiteX10" fmla="*/ 60600 w 60504"/>
                <a:gd name="connsiteY10" fmla="*/ 110103 h 110027"/>
                <a:gd name="connsiteX11" fmla="*/ 60600 w 60504"/>
                <a:gd name="connsiteY11" fmla="*/ 104137 h 110027"/>
                <a:gd name="connsiteX12" fmla="*/ 54283 w 60504"/>
                <a:gd name="connsiteY12" fmla="*/ 104137 h 110027"/>
                <a:gd name="connsiteX13" fmla="*/ 37661 w 60504"/>
                <a:gd name="connsiteY13" fmla="*/ 96515 h 110027"/>
                <a:gd name="connsiteX14" fmla="*/ 37661 w 60504"/>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504" h="110027">
                  <a:moveTo>
                    <a:pt x="37661" y="4715"/>
                  </a:moveTo>
                  <a:cubicBezTo>
                    <a:pt x="37661" y="241"/>
                    <a:pt x="37328" y="75"/>
                    <a:pt x="32674" y="75"/>
                  </a:cubicBezTo>
                  <a:cubicBezTo>
                    <a:pt x="22036" y="10514"/>
                    <a:pt x="6910" y="10680"/>
                    <a:pt x="95" y="10680"/>
                  </a:cubicBezTo>
                  <a:lnTo>
                    <a:pt x="95" y="16645"/>
                  </a:lnTo>
                  <a:cubicBezTo>
                    <a:pt x="4084" y="16645"/>
                    <a:pt x="15055" y="16645"/>
                    <a:pt x="24197" y="12006"/>
                  </a:cubicBezTo>
                  <a:lnTo>
                    <a:pt x="24197" y="96515"/>
                  </a:lnTo>
                  <a:cubicBezTo>
                    <a:pt x="24197" y="101983"/>
                    <a:pt x="24197" y="104137"/>
                    <a:pt x="7575" y="104137"/>
                  </a:cubicBezTo>
                  <a:lnTo>
                    <a:pt x="1258" y="104137"/>
                  </a:lnTo>
                  <a:lnTo>
                    <a:pt x="1258" y="110103"/>
                  </a:lnTo>
                  <a:cubicBezTo>
                    <a:pt x="4250" y="109937"/>
                    <a:pt x="24696" y="109440"/>
                    <a:pt x="30846" y="109440"/>
                  </a:cubicBezTo>
                  <a:cubicBezTo>
                    <a:pt x="35999" y="109440"/>
                    <a:pt x="56943" y="109937"/>
                    <a:pt x="60600" y="110103"/>
                  </a:cubicBezTo>
                  <a:lnTo>
                    <a:pt x="60600" y="104137"/>
                  </a:lnTo>
                  <a:lnTo>
                    <a:pt x="54283" y="104137"/>
                  </a:lnTo>
                  <a:cubicBezTo>
                    <a:pt x="37661" y="104137"/>
                    <a:pt x="37661" y="101983"/>
                    <a:pt x="37661" y="96515"/>
                  </a:cubicBezTo>
                  <a:lnTo>
                    <a:pt x="37661"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7" name="Freeform: Shape 456">
              <a:extLst>
                <a:ext uri="{FF2B5EF4-FFF2-40B4-BE49-F238E27FC236}">
                  <a16:creationId xmlns:a16="http://schemas.microsoft.com/office/drawing/2014/main" id="{8E6842CF-75E4-CFDF-8950-FA7539C143D8}"/>
                </a:ext>
              </a:extLst>
            </p:cNvPr>
            <p:cNvSpPr/>
            <p:nvPr>
              <p:custDataLst>
                <p:tags r:id="rId18"/>
              </p:custDataLst>
            </p:nvPr>
          </p:nvSpPr>
          <p:spPr>
            <a:xfrm>
              <a:off x="7491619" y="6896080"/>
              <a:ext cx="55090" cy="236720"/>
            </a:xfrm>
            <a:custGeom>
              <a:avLst/>
              <a:gdLst>
                <a:gd name="connsiteX0" fmla="*/ 55189 w 55090"/>
                <a:gd name="connsiteY0" fmla="*/ 234419 h 236720"/>
                <a:gd name="connsiteX1" fmla="*/ 51153 w 55090"/>
                <a:gd name="connsiteY1" fmla="*/ 229212 h 236720"/>
                <a:gd name="connsiteX2" fmla="*/ 13871 w 55090"/>
                <a:gd name="connsiteY2" fmla="*/ 118426 h 236720"/>
                <a:gd name="connsiteX3" fmla="*/ 52102 w 55090"/>
                <a:gd name="connsiteY3" fmla="*/ 6458 h 236720"/>
                <a:gd name="connsiteX4" fmla="*/ 55189 w 55090"/>
                <a:gd name="connsiteY4" fmla="*/ 2433 h 236720"/>
                <a:gd name="connsiteX5" fmla="*/ 52815 w 55090"/>
                <a:gd name="connsiteY5" fmla="*/ 66 h 236720"/>
                <a:gd name="connsiteX6" fmla="*/ 15059 w 55090"/>
                <a:gd name="connsiteY6" fmla="*/ 46227 h 236720"/>
                <a:gd name="connsiteX7" fmla="*/ 99 w 55090"/>
                <a:gd name="connsiteY7" fmla="*/ 118426 h 236720"/>
                <a:gd name="connsiteX8" fmla="*/ 15771 w 55090"/>
                <a:gd name="connsiteY8" fmla="*/ 192283 h 236720"/>
                <a:gd name="connsiteX9" fmla="*/ 52815 w 55090"/>
                <a:gd name="connsiteY9" fmla="*/ 236787 h 236720"/>
                <a:gd name="connsiteX10" fmla="*/ 55189 w 55090"/>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90" h="236720">
                  <a:moveTo>
                    <a:pt x="55189" y="234419"/>
                  </a:moveTo>
                  <a:cubicBezTo>
                    <a:pt x="55189" y="233709"/>
                    <a:pt x="55189" y="233236"/>
                    <a:pt x="51153" y="229212"/>
                  </a:cubicBezTo>
                  <a:cubicBezTo>
                    <a:pt x="21470" y="199385"/>
                    <a:pt x="13871" y="154645"/>
                    <a:pt x="13871" y="118426"/>
                  </a:cubicBezTo>
                  <a:cubicBezTo>
                    <a:pt x="13871" y="77237"/>
                    <a:pt x="22895" y="36048"/>
                    <a:pt x="52102" y="6458"/>
                  </a:cubicBezTo>
                  <a:cubicBezTo>
                    <a:pt x="55189" y="3617"/>
                    <a:pt x="55189" y="3144"/>
                    <a:pt x="55189" y="2433"/>
                  </a:cubicBezTo>
                  <a:cubicBezTo>
                    <a:pt x="55189" y="776"/>
                    <a:pt x="54240" y="66"/>
                    <a:pt x="52815" y="66"/>
                  </a:cubicBezTo>
                  <a:cubicBezTo>
                    <a:pt x="50440" y="66"/>
                    <a:pt x="29069" y="16163"/>
                    <a:pt x="15059" y="46227"/>
                  </a:cubicBezTo>
                  <a:cubicBezTo>
                    <a:pt x="2948" y="72266"/>
                    <a:pt x="99" y="98542"/>
                    <a:pt x="99" y="118426"/>
                  </a:cubicBezTo>
                  <a:cubicBezTo>
                    <a:pt x="99" y="136891"/>
                    <a:pt x="2711" y="165534"/>
                    <a:pt x="15771" y="192283"/>
                  </a:cubicBezTo>
                  <a:cubicBezTo>
                    <a:pt x="30019" y="221400"/>
                    <a:pt x="50440" y="236787"/>
                    <a:pt x="52815" y="236787"/>
                  </a:cubicBezTo>
                  <a:cubicBezTo>
                    <a:pt x="54240" y="236787"/>
                    <a:pt x="55189" y="236077"/>
                    <a:pt x="55189"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8" name="Freeform: Shape 457">
              <a:extLst>
                <a:ext uri="{FF2B5EF4-FFF2-40B4-BE49-F238E27FC236}">
                  <a16:creationId xmlns:a16="http://schemas.microsoft.com/office/drawing/2014/main" id="{790D7015-A04B-8A2B-CFA1-6D1B23209281}"/>
                </a:ext>
              </a:extLst>
            </p:cNvPr>
            <p:cNvSpPr/>
            <p:nvPr>
              <p:custDataLst>
                <p:tags r:id="rId19"/>
              </p:custDataLst>
            </p:nvPr>
          </p:nvSpPr>
          <p:spPr>
            <a:xfrm>
              <a:off x="7567343" y="6968989"/>
              <a:ext cx="122054" cy="107234"/>
            </a:xfrm>
            <a:custGeom>
              <a:avLst/>
              <a:gdLst>
                <a:gd name="connsiteX0" fmla="*/ 76327 w 122054"/>
                <a:gd name="connsiteY0" fmla="*/ 91440 h 107234"/>
                <a:gd name="connsiteX1" fmla="*/ 97461 w 122054"/>
                <a:gd name="connsiteY1" fmla="*/ 107301 h 107234"/>
                <a:gd name="connsiteX2" fmla="*/ 115033 w 122054"/>
                <a:gd name="connsiteY2" fmla="*/ 94281 h 107234"/>
                <a:gd name="connsiteX3" fmla="*/ 122157 w 122054"/>
                <a:gd name="connsiteY3" fmla="*/ 70846 h 107234"/>
                <a:gd name="connsiteX4" fmla="*/ 119308 w 122054"/>
                <a:gd name="connsiteY4" fmla="*/ 68478 h 107234"/>
                <a:gd name="connsiteX5" fmla="*/ 115983 w 122054"/>
                <a:gd name="connsiteY5" fmla="*/ 72739 h 107234"/>
                <a:gd name="connsiteX6" fmla="*/ 98174 w 122054"/>
                <a:gd name="connsiteY6" fmla="*/ 102093 h 107234"/>
                <a:gd name="connsiteX7" fmla="*/ 90812 w 122054"/>
                <a:gd name="connsiteY7" fmla="*/ 91204 h 107234"/>
                <a:gd name="connsiteX8" fmla="*/ 95562 w 122054"/>
                <a:gd name="connsiteY8" fmla="*/ 66585 h 107234"/>
                <a:gd name="connsiteX9" fmla="*/ 102210 w 122054"/>
                <a:gd name="connsiteY9" fmla="*/ 41019 h 107234"/>
                <a:gd name="connsiteX10" fmla="*/ 106247 w 122054"/>
                <a:gd name="connsiteY10" fmla="*/ 24922 h 107234"/>
                <a:gd name="connsiteX11" fmla="*/ 109809 w 122054"/>
                <a:gd name="connsiteY11" fmla="*/ 9062 h 107234"/>
                <a:gd name="connsiteX12" fmla="*/ 102923 w 122054"/>
                <a:gd name="connsiteY12" fmla="*/ 2670 h 107234"/>
                <a:gd name="connsiteX13" fmla="*/ 93662 w 122054"/>
                <a:gd name="connsiteY13" fmla="*/ 10955 h 107234"/>
                <a:gd name="connsiteX14" fmla="*/ 75852 w 122054"/>
                <a:gd name="connsiteY14" fmla="*/ 82208 h 107234"/>
                <a:gd name="connsiteX15" fmla="*/ 48782 w 122054"/>
                <a:gd name="connsiteY15" fmla="*/ 102093 h 107234"/>
                <a:gd name="connsiteX16" fmla="*/ 34059 w 122054"/>
                <a:gd name="connsiteY16" fmla="*/ 82682 h 107234"/>
                <a:gd name="connsiteX17" fmla="*/ 46882 w 122054"/>
                <a:gd name="connsiteY17" fmla="*/ 34391 h 107234"/>
                <a:gd name="connsiteX18" fmla="*/ 50919 w 122054"/>
                <a:gd name="connsiteY18" fmla="*/ 19477 h 107234"/>
                <a:gd name="connsiteX19" fmla="*/ 31447 w 122054"/>
                <a:gd name="connsiteY19" fmla="*/ 66 h 107234"/>
                <a:gd name="connsiteX20" fmla="*/ 102 w 122054"/>
                <a:gd name="connsiteY20" fmla="*/ 36521 h 107234"/>
                <a:gd name="connsiteX21" fmla="*/ 2952 w 122054"/>
                <a:gd name="connsiteY21" fmla="*/ 38888 h 107234"/>
                <a:gd name="connsiteX22" fmla="*/ 6751 w 122054"/>
                <a:gd name="connsiteY22" fmla="*/ 34627 h 107234"/>
                <a:gd name="connsiteX23" fmla="*/ 30735 w 122054"/>
                <a:gd name="connsiteY23" fmla="*/ 5274 h 107234"/>
                <a:gd name="connsiteX24" fmla="*/ 36671 w 122054"/>
                <a:gd name="connsiteY24" fmla="*/ 13086 h 107234"/>
                <a:gd name="connsiteX25" fmla="*/ 32635 w 122054"/>
                <a:gd name="connsiteY25" fmla="*/ 29183 h 107234"/>
                <a:gd name="connsiteX26" fmla="*/ 18862 w 122054"/>
                <a:gd name="connsiteY26" fmla="*/ 78894 h 107234"/>
                <a:gd name="connsiteX27" fmla="*/ 48069 w 122054"/>
                <a:gd name="connsiteY27" fmla="*/ 107301 h 107234"/>
                <a:gd name="connsiteX28" fmla="*/ 76327 w 122054"/>
                <a:gd name="connsiteY28" fmla="*/ 91440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54" h="107234">
                  <a:moveTo>
                    <a:pt x="76327" y="91440"/>
                  </a:moveTo>
                  <a:cubicBezTo>
                    <a:pt x="78939" y="101146"/>
                    <a:pt x="87250" y="107301"/>
                    <a:pt x="97461" y="107301"/>
                  </a:cubicBezTo>
                  <a:cubicBezTo>
                    <a:pt x="105772" y="107301"/>
                    <a:pt x="111234" y="101856"/>
                    <a:pt x="115033" y="94281"/>
                  </a:cubicBezTo>
                  <a:cubicBezTo>
                    <a:pt x="119070" y="85759"/>
                    <a:pt x="122157" y="71319"/>
                    <a:pt x="122157" y="70846"/>
                  </a:cubicBezTo>
                  <a:cubicBezTo>
                    <a:pt x="122157" y="68478"/>
                    <a:pt x="120020" y="68478"/>
                    <a:pt x="119308" y="68478"/>
                  </a:cubicBezTo>
                  <a:cubicBezTo>
                    <a:pt x="116933" y="68478"/>
                    <a:pt x="116696" y="69425"/>
                    <a:pt x="115983" y="72739"/>
                  </a:cubicBezTo>
                  <a:cubicBezTo>
                    <a:pt x="112659" y="85996"/>
                    <a:pt x="108147" y="102093"/>
                    <a:pt x="98174" y="102093"/>
                  </a:cubicBezTo>
                  <a:cubicBezTo>
                    <a:pt x="93187" y="102093"/>
                    <a:pt x="90812" y="99015"/>
                    <a:pt x="90812" y="91204"/>
                  </a:cubicBezTo>
                  <a:cubicBezTo>
                    <a:pt x="90812" y="85996"/>
                    <a:pt x="93662" y="74870"/>
                    <a:pt x="95562" y="66585"/>
                  </a:cubicBezTo>
                  <a:lnTo>
                    <a:pt x="102210" y="41019"/>
                  </a:lnTo>
                  <a:cubicBezTo>
                    <a:pt x="102923" y="37468"/>
                    <a:pt x="105297" y="28473"/>
                    <a:pt x="106247" y="24922"/>
                  </a:cubicBezTo>
                  <a:cubicBezTo>
                    <a:pt x="107435" y="19477"/>
                    <a:pt x="109809" y="10482"/>
                    <a:pt x="109809" y="9062"/>
                  </a:cubicBezTo>
                  <a:cubicBezTo>
                    <a:pt x="109809" y="4801"/>
                    <a:pt x="106485" y="2670"/>
                    <a:pt x="102923" y="2670"/>
                  </a:cubicBezTo>
                  <a:cubicBezTo>
                    <a:pt x="101736" y="2670"/>
                    <a:pt x="95562" y="2907"/>
                    <a:pt x="93662" y="10955"/>
                  </a:cubicBezTo>
                  <a:cubicBezTo>
                    <a:pt x="89150" y="28236"/>
                    <a:pt x="78702" y="69662"/>
                    <a:pt x="75852" y="82208"/>
                  </a:cubicBezTo>
                  <a:cubicBezTo>
                    <a:pt x="75615" y="83155"/>
                    <a:pt x="66117" y="102093"/>
                    <a:pt x="48782" y="102093"/>
                  </a:cubicBezTo>
                  <a:cubicBezTo>
                    <a:pt x="36434" y="102093"/>
                    <a:pt x="34059" y="91440"/>
                    <a:pt x="34059" y="82682"/>
                  </a:cubicBezTo>
                  <a:cubicBezTo>
                    <a:pt x="34059" y="69425"/>
                    <a:pt x="40708" y="50724"/>
                    <a:pt x="46882" y="34391"/>
                  </a:cubicBezTo>
                  <a:cubicBezTo>
                    <a:pt x="49732" y="27289"/>
                    <a:pt x="50919" y="23975"/>
                    <a:pt x="50919" y="19477"/>
                  </a:cubicBezTo>
                  <a:cubicBezTo>
                    <a:pt x="50919" y="8825"/>
                    <a:pt x="43320" y="66"/>
                    <a:pt x="31447" y="66"/>
                  </a:cubicBezTo>
                  <a:cubicBezTo>
                    <a:pt x="8888" y="66"/>
                    <a:pt x="102" y="34391"/>
                    <a:pt x="102" y="36521"/>
                  </a:cubicBezTo>
                  <a:cubicBezTo>
                    <a:pt x="102" y="38888"/>
                    <a:pt x="2477" y="38888"/>
                    <a:pt x="2952" y="38888"/>
                  </a:cubicBezTo>
                  <a:cubicBezTo>
                    <a:pt x="5327" y="38888"/>
                    <a:pt x="5564" y="38415"/>
                    <a:pt x="6751" y="34627"/>
                  </a:cubicBezTo>
                  <a:cubicBezTo>
                    <a:pt x="12688" y="14033"/>
                    <a:pt x="21711" y="5274"/>
                    <a:pt x="30735" y="5274"/>
                  </a:cubicBezTo>
                  <a:cubicBezTo>
                    <a:pt x="32872" y="5274"/>
                    <a:pt x="36671" y="5511"/>
                    <a:pt x="36671" y="13086"/>
                  </a:cubicBezTo>
                  <a:cubicBezTo>
                    <a:pt x="36671" y="18767"/>
                    <a:pt x="34059" y="25632"/>
                    <a:pt x="32635" y="29183"/>
                  </a:cubicBezTo>
                  <a:cubicBezTo>
                    <a:pt x="23849" y="52618"/>
                    <a:pt x="18862" y="67295"/>
                    <a:pt x="18862" y="78894"/>
                  </a:cubicBezTo>
                  <a:cubicBezTo>
                    <a:pt x="18862" y="101383"/>
                    <a:pt x="35247" y="107301"/>
                    <a:pt x="48069" y="107301"/>
                  </a:cubicBezTo>
                  <a:cubicBezTo>
                    <a:pt x="63742" y="107301"/>
                    <a:pt x="72290" y="96648"/>
                    <a:pt x="76327" y="9144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59" name="Freeform: Shape 458">
              <a:extLst>
                <a:ext uri="{FF2B5EF4-FFF2-40B4-BE49-F238E27FC236}">
                  <a16:creationId xmlns:a16="http://schemas.microsoft.com/office/drawing/2014/main" id="{226A5D89-6FDC-E63F-379D-8EE326B73531}"/>
                </a:ext>
              </a:extLst>
            </p:cNvPr>
            <p:cNvSpPr/>
            <p:nvPr>
              <p:custDataLst>
                <p:tags r:id="rId20"/>
              </p:custDataLst>
            </p:nvPr>
          </p:nvSpPr>
          <p:spPr>
            <a:xfrm>
              <a:off x="7704205" y="6999266"/>
              <a:ext cx="50365" cy="111518"/>
            </a:xfrm>
            <a:custGeom>
              <a:avLst/>
              <a:gdLst>
                <a:gd name="connsiteX0" fmla="*/ 46152 w 50365"/>
                <a:gd name="connsiteY0" fmla="*/ 6365 h 111518"/>
                <a:gd name="connsiteX1" fmla="*/ 39503 w 50365"/>
                <a:gd name="connsiteY1" fmla="*/ 68 h 111518"/>
                <a:gd name="connsiteX2" fmla="*/ 30194 w 50365"/>
                <a:gd name="connsiteY2" fmla="*/ 9181 h 111518"/>
                <a:gd name="connsiteX3" fmla="*/ 36843 w 50365"/>
                <a:gd name="connsiteY3" fmla="*/ 15478 h 111518"/>
                <a:gd name="connsiteX4" fmla="*/ 46152 w 50365"/>
                <a:gd name="connsiteY4" fmla="*/ 6365 h 111518"/>
                <a:gd name="connsiteX5" fmla="*/ 12242 w 50365"/>
                <a:gd name="connsiteY5" fmla="*/ 90542 h 111518"/>
                <a:gd name="connsiteX6" fmla="*/ 10746 w 50365"/>
                <a:gd name="connsiteY6" fmla="*/ 97502 h 111518"/>
                <a:gd name="connsiteX7" fmla="*/ 26538 w 50365"/>
                <a:gd name="connsiteY7" fmla="*/ 111587 h 111518"/>
                <a:gd name="connsiteX8" fmla="*/ 50474 w 50365"/>
                <a:gd name="connsiteY8" fmla="*/ 86234 h 111518"/>
                <a:gd name="connsiteX9" fmla="*/ 47814 w 50365"/>
                <a:gd name="connsiteY9" fmla="*/ 84080 h 111518"/>
                <a:gd name="connsiteX10" fmla="*/ 44656 w 50365"/>
                <a:gd name="connsiteY10" fmla="*/ 86897 h 111518"/>
                <a:gd name="connsiteX11" fmla="*/ 27036 w 50365"/>
                <a:gd name="connsiteY11" fmla="*/ 106947 h 111518"/>
                <a:gd name="connsiteX12" fmla="*/ 22881 w 50365"/>
                <a:gd name="connsiteY12" fmla="*/ 101147 h 111518"/>
                <a:gd name="connsiteX13" fmla="*/ 25540 w 50365"/>
                <a:gd name="connsiteY13" fmla="*/ 90542 h 111518"/>
                <a:gd name="connsiteX14" fmla="*/ 30859 w 50365"/>
                <a:gd name="connsiteY14" fmla="*/ 77286 h 111518"/>
                <a:gd name="connsiteX15" fmla="*/ 39004 w 50365"/>
                <a:gd name="connsiteY15" fmla="*/ 56242 h 111518"/>
                <a:gd name="connsiteX16" fmla="*/ 40002 w 50365"/>
                <a:gd name="connsiteY16" fmla="*/ 50939 h 111518"/>
                <a:gd name="connsiteX17" fmla="*/ 24210 w 50365"/>
                <a:gd name="connsiteY17" fmla="*/ 36854 h 111518"/>
                <a:gd name="connsiteX18" fmla="*/ 108 w 50365"/>
                <a:gd name="connsiteY18" fmla="*/ 62207 h 111518"/>
                <a:gd name="connsiteX19" fmla="*/ 2934 w 50365"/>
                <a:gd name="connsiteY19" fmla="*/ 64361 h 111518"/>
                <a:gd name="connsiteX20" fmla="*/ 5926 w 50365"/>
                <a:gd name="connsiteY20" fmla="*/ 61710 h 111518"/>
                <a:gd name="connsiteX21" fmla="*/ 23712 w 50365"/>
                <a:gd name="connsiteY21" fmla="*/ 41494 h 111518"/>
                <a:gd name="connsiteX22" fmla="*/ 27867 w 50365"/>
                <a:gd name="connsiteY22" fmla="*/ 47293 h 111518"/>
                <a:gd name="connsiteX23" fmla="*/ 22714 w 50365"/>
                <a:gd name="connsiteY23" fmla="*/ 63864 h 111518"/>
                <a:gd name="connsiteX24" fmla="*/ 12242 w 50365"/>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65" h="111518">
                  <a:moveTo>
                    <a:pt x="46152" y="6365"/>
                  </a:moveTo>
                  <a:cubicBezTo>
                    <a:pt x="46152" y="3713"/>
                    <a:pt x="44157" y="68"/>
                    <a:pt x="39503" y="68"/>
                  </a:cubicBezTo>
                  <a:cubicBezTo>
                    <a:pt x="35015" y="68"/>
                    <a:pt x="30194" y="4376"/>
                    <a:pt x="30194" y="9181"/>
                  </a:cubicBezTo>
                  <a:cubicBezTo>
                    <a:pt x="30194" y="11998"/>
                    <a:pt x="32355" y="15478"/>
                    <a:pt x="36843" y="15478"/>
                  </a:cubicBezTo>
                  <a:cubicBezTo>
                    <a:pt x="41664" y="15478"/>
                    <a:pt x="46152" y="10839"/>
                    <a:pt x="46152" y="6365"/>
                  </a:cubicBezTo>
                  <a:close/>
                  <a:moveTo>
                    <a:pt x="12242" y="90542"/>
                  </a:moveTo>
                  <a:cubicBezTo>
                    <a:pt x="11578" y="92696"/>
                    <a:pt x="10746" y="94685"/>
                    <a:pt x="10746" y="97502"/>
                  </a:cubicBezTo>
                  <a:cubicBezTo>
                    <a:pt x="10746" y="105290"/>
                    <a:pt x="17395" y="111587"/>
                    <a:pt x="26538" y="111587"/>
                  </a:cubicBezTo>
                  <a:cubicBezTo>
                    <a:pt x="43160" y="111587"/>
                    <a:pt x="50474" y="88720"/>
                    <a:pt x="50474" y="86234"/>
                  </a:cubicBezTo>
                  <a:cubicBezTo>
                    <a:pt x="50474" y="84080"/>
                    <a:pt x="48313" y="84080"/>
                    <a:pt x="47814" y="84080"/>
                  </a:cubicBezTo>
                  <a:cubicBezTo>
                    <a:pt x="45487" y="84080"/>
                    <a:pt x="45321" y="85074"/>
                    <a:pt x="44656" y="86897"/>
                  </a:cubicBezTo>
                  <a:cubicBezTo>
                    <a:pt x="40833" y="100153"/>
                    <a:pt x="33519" y="106947"/>
                    <a:pt x="27036" y="106947"/>
                  </a:cubicBezTo>
                  <a:cubicBezTo>
                    <a:pt x="23712" y="106947"/>
                    <a:pt x="22881" y="104793"/>
                    <a:pt x="22881" y="101147"/>
                  </a:cubicBezTo>
                  <a:cubicBezTo>
                    <a:pt x="22881" y="97336"/>
                    <a:pt x="24044" y="94188"/>
                    <a:pt x="25540" y="90542"/>
                  </a:cubicBezTo>
                  <a:cubicBezTo>
                    <a:pt x="27202" y="86068"/>
                    <a:pt x="29031" y="81594"/>
                    <a:pt x="30859" y="77286"/>
                  </a:cubicBezTo>
                  <a:cubicBezTo>
                    <a:pt x="32355" y="73309"/>
                    <a:pt x="38339" y="58230"/>
                    <a:pt x="39004" y="56242"/>
                  </a:cubicBezTo>
                  <a:cubicBezTo>
                    <a:pt x="39503" y="54584"/>
                    <a:pt x="40002" y="52596"/>
                    <a:pt x="40002" y="50939"/>
                  </a:cubicBezTo>
                  <a:cubicBezTo>
                    <a:pt x="40002" y="43151"/>
                    <a:pt x="33353" y="36854"/>
                    <a:pt x="24210" y="36854"/>
                  </a:cubicBezTo>
                  <a:cubicBezTo>
                    <a:pt x="7754" y="36854"/>
                    <a:pt x="108" y="59390"/>
                    <a:pt x="108" y="62207"/>
                  </a:cubicBezTo>
                  <a:cubicBezTo>
                    <a:pt x="108" y="64361"/>
                    <a:pt x="2435" y="64361"/>
                    <a:pt x="2934" y="64361"/>
                  </a:cubicBezTo>
                  <a:cubicBezTo>
                    <a:pt x="5261" y="64361"/>
                    <a:pt x="5427" y="63533"/>
                    <a:pt x="5926" y="61710"/>
                  </a:cubicBezTo>
                  <a:cubicBezTo>
                    <a:pt x="10248" y="47459"/>
                    <a:pt x="17562" y="41494"/>
                    <a:pt x="23712" y="41494"/>
                  </a:cubicBezTo>
                  <a:cubicBezTo>
                    <a:pt x="26371" y="41494"/>
                    <a:pt x="27867" y="42819"/>
                    <a:pt x="27867" y="47293"/>
                  </a:cubicBezTo>
                  <a:cubicBezTo>
                    <a:pt x="27867" y="51105"/>
                    <a:pt x="26870" y="53590"/>
                    <a:pt x="22714" y="63864"/>
                  </a:cubicBezTo>
                  <a:lnTo>
                    <a:pt x="1224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0" name="Freeform: Shape 459">
              <a:extLst>
                <a:ext uri="{FF2B5EF4-FFF2-40B4-BE49-F238E27FC236}">
                  <a16:creationId xmlns:a16="http://schemas.microsoft.com/office/drawing/2014/main" id="{D69042BC-3729-7E2E-09C5-6CA40AF72E7F}"/>
                </a:ext>
              </a:extLst>
            </p:cNvPr>
            <p:cNvSpPr/>
            <p:nvPr>
              <p:custDataLst>
                <p:tags r:id="rId21"/>
              </p:custDataLst>
            </p:nvPr>
          </p:nvSpPr>
          <p:spPr>
            <a:xfrm>
              <a:off x="7788985" y="6896080"/>
              <a:ext cx="55090" cy="236720"/>
            </a:xfrm>
            <a:custGeom>
              <a:avLst/>
              <a:gdLst>
                <a:gd name="connsiteX0" fmla="*/ 55202 w 55090"/>
                <a:gd name="connsiteY0" fmla="*/ 118426 h 236720"/>
                <a:gd name="connsiteX1" fmla="*/ 39530 w 55090"/>
                <a:gd name="connsiteY1" fmla="*/ 44570 h 236720"/>
                <a:gd name="connsiteX2" fmla="*/ 2486 w 55090"/>
                <a:gd name="connsiteY2" fmla="*/ 66 h 236720"/>
                <a:gd name="connsiteX3" fmla="*/ 111 w 55090"/>
                <a:gd name="connsiteY3" fmla="*/ 2433 h 236720"/>
                <a:gd name="connsiteX4" fmla="*/ 4623 w 55090"/>
                <a:gd name="connsiteY4" fmla="*/ 7878 h 236720"/>
                <a:gd name="connsiteX5" fmla="*/ 41430 w 55090"/>
                <a:gd name="connsiteY5" fmla="*/ 118426 h 236720"/>
                <a:gd name="connsiteX6" fmla="*/ 3198 w 55090"/>
                <a:gd name="connsiteY6" fmla="*/ 230395 h 236720"/>
                <a:gd name="connsiteX7" fmla="*/ 111 w 55090"/>
                <a:gd name="connsiteY7" fmla="*/ 234419 h 236720"/>
                <a:gd name="connsiteX8" fmla="*/ 2486 w 55090"/>
                <a:gd name="connsiteY8" fmla="*/ 236787 h 236720"/>
                <a:gd name="connsiteX9" fmla="*/ 40242 w 55090"/>
                <a:gd name="connsiteY9" fmla="*/ 190626 h 236720"/>
                <a:gd name="connsiteX10" fmla="*/ 55202 w 55090"/>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90" h="236720">
                  <a:moveTo>
                    <a:pt x="55202" y="118426"/>
                  </a:moveTo>
                  <a:cubicBezTo>
                    <a:pt x="55202" y="99962"/>
                    <a:pt x="52590" y="71319"/>
                    <a:pt x="39530" y="44570"/>
                  </a:cubicBezTo>
                  <a:cubicBezTo>
                    <a:pt x="25282" y="15453"/>
                    <a:pt x="4861" y="66"/>
                    <a:pt x="2486" y="66"/>
                  </a:cubicBezTo>
                  <a:cubicBezTo>
                    <a:pt x="1061" y="66"/>
                    <a:pt x="111" y="1013"/>
                    <a:pt x="111" y="2433"/>
                  </a:cubicBezTo>
                  <a:cubicBezTo>
                    <a:pt x="111" y="3144"/>
                    <a:pt x="111" y="3617"/>
                    <a:pt x="4623" y="7878"/>
                  </a:cubicBezTo>
                  <a:cubicBezTo>
                    <a:pt x="27894" y="31313"/>
                    <a:pt x="41430" y="68952"/>
                    <a:pt x="41430" y="118426"/>
                  </a:cubicBezTo>
                  <a:cubicBezTo>
                    <a:pt x="41430" y="158906"/>
                    <a:pt x="32644" y="200568"/>
                    <a:pt x="3198" y="230395"/>
                  </a:cubicBezTo>
                  <a:cubicBezTo>
                    <a:pt x="111" y="233236"/>
                    <a:pt x="111" y="233709"/>
                    <a:pt x="111" y="234419"/>
                  </a:cubicBezTo>
                  <a:cubicBezTo>
                    <a:pt x="111" y="235840"/>
                    <a:pt x="1061" y="236787"/>
                    <a:pt x="2486" y="236787"/>
                  </a:cubicBezTo>
                  <a:cubicBezTo>
                    <a:pt x="4861" y="236787"/>
                    <a:pt x="26232" y="220690"/>
                    <a:pt x="40242" y="190626"/>
                  </a:cubicBezTo>
                  <a:cubicBezTo>
                    <a:pt x="52353" y="164587"/>
                    <a:pt x="55202" y="138311"/>
                    <a:pt x="55202"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1" name="Freeform: Shape 460">
              <a:extLst>
                <a:ext uri="{FF2B5EF4-FFF2-40B4-BE49-F238E27FC236}">
                  <a16:creationId xmlns:a16="http://schemas.microsoft.com/office/drawing/2014/main" id="{79535016-CA88-69FF-F4D6-519B785C6543}"/>
                </a:ext>
              </a:extLst>
            </p:cNvPr>
            <p:cNvSpPr/>
            <p:nvPr>
              <p:custDataLst>
                <p:tags r:id="rId22"/>
              </p:custDataLst>
            </p:nvPr>
          </p:nvSpPr>
          <p:spPr>
            <a:xfrm>
              <a:off x="7947054" y="6986744"/>
              <a:ext cx="157911" cy="55392"/>
            </a:xfrm>
            <a:custGeom>
              <a:avLst/>
              <a:gdLst>
                <a:gd name="connsiteX0" fmla="*/ 149956 w 157911"/>
                <a:gd name="connsiteY0" fmla="*/ 9535 h 55392"/>
                <a:gd name="connsiteX1" fmla="*/ 158029 w 157911"/>
                <a:gd name="connsiteY1" fmla="*/ 4801 h 55392"/>
                <a:gd name="connsiteX2" fmla="*/ 150193 w 157911"/>
                <a:gd name="connsiteY2" fmla="*/ 66 h 55392"/>
                <a:gd name="connsiteX3" fmla="*/ 7954 w 157911"/>
                <a:gd name="connsiteY3" fmla="*/ 66 h 55392"/>
                <a:gd name="connsiteX4" fmla="*/ 118 w 157911"/>
                <a:gd name="connsiteY4" fmla="*/ 4801 h 55392"/>
                <a:gd name="connsiteX5" fmla="*/ 8192 w 157911"/>
                <a:gd name="connsiteY5" fmla="*/ 9535 h 55392"/>
                <a:gd name="connsiteX6" fmla="*/ 149956 w 157911"/>
                <a:gd name="connsiteY6" fmla="*/ 9535 h 55392"/>
                <a:gd name="connsiteX7" fmla="*/ 150193 w 157911"/>
                <a:gd name="connsiteY7" fmla="*/ 55459 h 55392"/>
                <a:gd name="connsiteX8" fmla="*/ 158029 w 157911"/>
                <a:gd name="connsiteY8" fmla="*/ 50724 h 55392"/>
                <a:gd name="connsiteX9" fmla="*/ 149956 w 157911"/>
                <a:gd name="connsiteY9" fmla="*/ 45990 h 55392"/>
                <a:gd name="connsiteX10" fmla="*/ 8192 w 157911"/>
                <a:gd name="connsiteY10" fmla="*/ 45990 h 55392"/>
                <a:gd name="connsiteX11" fmla="*/ 118 w 157911"/>
                <a:gd name="connsiteY11" fmla="*/ 50724 h 55392"/>
                <a:gd name="connsiteX12" fmla="*/ 7954 w 157911"/>
                <a:gd name="connsiteY12" fmla="*/ 55459 h 55392"/>
                <a:gd name="connsiteX13" fmla="*/ 150193 w 157911"/>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911" h="55392">
                  <a:moveTo>
                    <a:pt x="149956" y="9535"/>
                  </a:moveTo>
                  <a:cubicBezTo>
                    <a:pt x="153518" y="9535"/>
                    <a:pt x="158029" y="9535"/>
                    <a:pt x="158029" y="4801"/>
                  </a:cubicBezTo>
                  <a:cubicBezTo>
                    <a:pt x="158029" y="66"/>
                    <a:pt x="153518" y="66"/>
                    <a:pt x="150193" y="66"/>
                  </a:cubicBezTo>
                  <a:lnTo>
                    <a:pt x="7954" y="66"/>
                  </a:lnTo>
                  <a:cubicBezTo>
                    <a:pt x="4630" y="66"/>
                    <a:pt x="118" y="66"/>
                    <a:pt x="118" y="4801"/>
                  </a:cubicBezTo>
                  <a:cubicBezTo>
                    <a:pt x="118" y="9535"/>
                    <a:pt x="4630" y="9535"/>
                    <a:pt x="8192" y="9535"/>
                  </a:cubicBezTo>
                  <a:lnTo>
                    <a:pt x="149956" y="9535"/>
                  </a:lnTo>
                  <a:close/>
                  <a:moveTo>
                    <a:pt x="150193" y="55459"/>
                  </a:moveTo>
                  <a:cubicBezTo>
                    <a:pt x="153518" y="55459"/>
                    <a:pt x="158029" y="55459"/>
                    <a:pt x="158029" y="50724"/>
                  </a:cubicBezTo>
                  <a:cubicBezTo>
                    <a:pt x="158029" y="45990"/>
                    <a:pt x="153518" y="45990"/>
                    <a:pt x="149956" y="45990"/>
                  </a:cubicBezTo>
                  <a:lnTo>
                    <a:pt x="8192" y="45990"/>
                  </a:lnTo>
                  <a:cubicBezTo>
                    <a:pt x="4630" y="45990"/>
                    <a:pt x="118" y="45990"/>
                    <a:pt x="118" y="50724"/>
                  </a:cubicBezTo>
                  <a:cubicBezTo>
                    <a:pt x="118" y="55459"/>
                    <a:pt x="4630" y="55459"/>
                    <a:pt x="7954" y="55459"/>
                  </a:cubicBezTo>
                  <a:lnTo>
                    <a:pt x="150193"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2" name="Freeform: Shape 461">
              <a:extLst>
                <a:ext uri="{FF2B5EF4-FFF2-40B4-BE49-F238E27FC236}">
                  <a16:creationId xmlns:a16="http://schemas.microsoft.com/office/drawing/2014/main" id="{1D9F801F-640F-D721-B537-3CB241BDDD22}"/>
                </a:ext>
              </a:extLst>
            </p:cNvPr>
            <p:cNvSpPr/>
            <p:nvPr>
              <p:custDataLst>
                <p:tags r:id="rId23"/>
              </p:custDataLst>
            </p:nvPr>
          </p:nvSpPr>
          <p:spPr>
            <a:xfrm>
              <a:off x="8242386" y="6870388"/>
              <a:ext cx="60504" cy="110027"/>
            </a:xfrm>
            <a:custGeom>
              <a:avLst/>
              <a:gdLst>
                <a:gd name="connsiteX0" fmla="*/ 37697 w 60504"/>
                <a:gd name="connsiteY0" fmla="*/ 4702 h 110027"/>
                <a:gd name="connsiteX1" fmla="*/ 32710 w 60504"/>
                <a:gd name="connsiteY1" fmla="*/ 62 h 110027"/>
                <a:gd name="connsiteX2" fmla="*/ 130 w 60504"/>
                <a:gd name="connsiteY2" fmla="*/ 10667 h 110027"/>
                <a:gd name="connsiteX3" fmla="*/ 130 w 60504"/>
                <a:gd name="connsiteY3" fmla="*/ 16633 h 110027"/>
                <a:gd name="connsiteX4" fmla="*/ 24233 w 60504"/>
                <a:gd name="connsiteY4" fmla="*/ 11993 h 110027"/>
                <a:gd name="connsiteX5" fmla="*/ 24233 w 60504"/>
                <a:gd name="connsiteY5" fmla="*/ 96502 h 110027"/>
                <a:gd name="connsiteX6" fmla="*/ 7610 w 60504"/>
                <a:gd name="connsiteY6" fmla="*/ 104125 h 110027"/>
                <a:gd name="connsiteX7" fmla="*/ 1294 w 60504"/>
                <a:gd name="connsiteY7" fmla="*/ 104125 h 110027"/>
                <a:gd name="connsiteX8" fmla="*/ 1294 w 60504"/>
                <a:gd name="connsiteY8" fmla="*/ 110090 h 110027"/>
                <a:gd name="connsiteX9" fmla="*/ 30881 w 60504"/>
                <a:gd name="connsiteY9" fmla="*/ 109427 h 110027"/>
                <a:gd name="connsiteX10" fmla="*/ 60635 w 60504"/>
                <a:gd name="connsiteY10" fmla="*/ 110090 h 110027"/>
                <a:gd name="connsiteX11" fmla="*/ 60635 w 60504"/>
                <a:gd name="connsiteY11" fmla="*/ 104125 h 110027"/>
                <a:gd name="connsiteX12" fmla="*/ 54319 w 60504"/>
                <a:gd name="connsiteY12" fmla="*/ 104125 h 110027"/>
                <a:gd name="connsiteX13" fmla="*/ 37697 w 60504"/>
                <a:gd name="connsiteY13" fmla="*/ 96502 h 110027"/>
                <a:gd name="connsiteX14" fmla="*/ 37697 w 60504"/>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504" h="110027">
                  <a:moveTo>
                    <a:pt x="37697" y="4702"/>
                  </a:moveTo>
                  <a:cubicBezTo>
                    <a:pt x="37697" y="228"/>
                    <a:pt x="37364" y="62"/>
                    <a:pt x="32710" y="62"/>
                  </a:cubicBezTo>
                  <a:cubicBezTo>
                    <a:pt x="22072" y="10502"/>
                    <a:pt x="6945" y="10667"/>
                    <a:pt x="130" y="10667"/>
                  </a:cubicBezTo>
                  <a:lnTo>
                    <a:pt x="130" y="16633"/>
                  </a:lnTo>
                  <a:cubicBezTo>
                    <a:pt x="4120" y="16633"/>
                    <a:pt x="15090" y="16633"/>
                    <a:pt x="24233" y="11993"/>
                  </a:cubicBezTo>
                  <a:lnTo>
                    <a:pt x="24233" y="96502"/>
                  </a:lnTo>
                  <a:cubicBezTo>
                    <a:pt x="24233" y="101970"/>
                    <a:pt x="24233" y="104125"/>
                    <a:pt x="7610" y="104125"/>
                  </a:cubicBezTo>
                  <a:lnTo>
                    <a:pt x="1294" y="104125"/>
                  </a:lnTo>
                  <a:lnTo>
                    <a:pt x="1294" y="110090"/>
                  </a:lnTo>
                  <a:cubicBezTo>
                    <a:pt x="4286" y="109924"/>
                    <a:pt x="24731" y="109427"/>
                    <a:pt x="30881" y="109427"/>
                  </a:cubicBezTo>
                  <a:cubicBezTo>
                    <a:pt x="36034" y="109427"/>
                    <a:pt x="56978" y="109924"/>
                    <a:pt x="60635" y="110090"/>
                  </a:cubicBezTo>
                  <a:lnTo>
                    <a:pt x="60635" y="104125"/>
                  </a:lnTo>
                  <a:lnTo>
                    <a:pt x="54319" y="104125"/>
                  </a:lnTo>
                  <a:cubicBezTo>
                    <a:pt x="37697" y="104125"/>
                    <a:pt x="37697" y="101970"/>
                    <a:pt x="37697" y="96502"/>
                  </a:cubicBezTo>
                  <a:lnTo>
                    <a:pt x="37697"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3" name="Freeform: Shape 462">
              <a:extLst>
                <a:ext uri="{FF2B5EF4-FFF2-40B4-BE49-F238E27FC236}">
                  <a16:creationId xmlns:a16="http://schemas.microsoft.com/office/drawing/2014/main" id="{35A1A221-A00D-79BF-3970-96856C672795}"/>
                </a:ext>
              </a:extLst>
            </p:cNvPr>
            <p:cNvSpPr/>
            <p:nvPr>
              <p:custDataLst>
                <p:tags r:id="rId24"/>
              </p:custDataLst>
            </p:nvPr>
          </p:nvSpPr>
          <p:spPr>
            <a:xfrm>
              <a:off x="8212903" y="7009705"/>
              <a:ext cx="117384" cy="9468"/>
            </a:xfrm>
            <a:custGeom>
              <a:avLst/>
              <a:gdLst>
                <a:gd name="connsiteX0" fmla="*/ 0 w 117384"/>
                <a:gd name="connsiteY0" fmla="*/ 0 h 9468"/>
                <a:gd name="connsiteX1" fmla="*/ 117385 w 117384"/>
                <a:gd name="connsiteY1" fmla="*/ 0 h 9468"/>
                <a:gd name="connsiteX2" fmla="*/ 117385 w 117384"/>
                <a:gd name="connsiteY2" fmla="*/ 9468 h 9468"/>
                <a:gd name="connsiteX3" fmla="*/ 0 w 117384"/>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384" h="9468">
                  <a:moveTo>
                    <a:pt x="0" y="0"/>
                  </a:moveTo>
                  <a:lnTo>
                    <a:pt x="117385" y="0"/>
                  </a:lnTo>
                  <a:lnTo>
                    <a:pt x="11738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4" name="Freeform: Shape 463">
              <a:extLst>
                <a:ext uri="{FF2B5EF4-FFF2-40B4-BE49-F238E27FC236}">
                  <a16:creationId xmlns:a16="http://schemas.microsoft.com/office/drawing/2014/main" id="{EBF70C48-EC60-EDDF-265F-B065F68F1708}"/>
                </a:ext>
              </a:extLst>
            </p:cNvPr>
            <p:cNvSpPr/>
            <p:nvPr>
              <p:custDataLst>
                <p:tags r:id="rId25"/>
              </p:custDataLst>
            </p:nvPr>
          </p:nvSpPr>
          <p:spPr>
            <a:xfrm>
              <a:off x="8220715" y="7082175"/>
              <a:ext cx="101561" cy="74732"/>
            </a:xfrm>
            <a:custGeom>
              <a:avLst/>
              <a:gdLst>
                <a:gd name="connsiteX0" fmla="*/ 12597 w 101561"/>
                <a:gd name="connsiteY0" fmla="*/ 62706 h 74732"/>
                <a:gd name="connsiteX1" fmla="*/ 10934 w 101561"/>
                <a:gd name="connsiteY1" fmla="*/ 69500 h 74732"/>
                <a:gd name="connsiteX2" fmla="*/ 16586 w 101561"/>
                <a:gd name="connsiteY2" fmla="*/ 74802 h 74732"/>
                <a:gd name="connsiteX3" fmla="*/ 23069 w 101561"/>
                <a:gd name="connsiteY3" fmla="*/ 71157 h 74732"/>
                <a:gd name="connsiteX4" fmla="*/ 26061 w 101561"/>
                <a:gd name="connsiteY4" fmla="*/ 60883 h 74732"/>
                <a:gd name="connsiteX5" fmla="*/ 29717 w 101561"/>
                <a:gd name="connsiteY5" fmla="*/ 45970 h 74732"/>
                <a:gd name="connsiteX6" fmla="*/ 32543 w 101561"/>
                <a:gd name="connsiteY6" fmla="*/ 34868 h 74732"/>
                <a:gd name="connsiteX7" fmla="*/ 39525 w 101561"/>
                <a:gd name="connsiteY7" fmla="*/ 19954 h 74732"/>
                <a:gd name="connsiteX8" fmla="*/ 64458 w 101561"/>
                <a:gd name="connsiteY8" fmla="*/ 4709 h 74732"/>
                <a:gd name="connsiteX9" fmla="*/ 74265 w 101561"/>
                <a:gd name="connsiteY9" fmla="*/ 16309 h 74732"/>
                <a:gd name="connsiteX10" fmla="*/ 64458 w 101561"/>
                <a:gd name="connsiteY10" fmla="*/ 51604 h 74732"/>
                <a:gd name="connsiteX11" fmla="*/ 61965 w 101561"/>
                <a:gd name="connsiteY11" fmla="*/ 60552 h 74732"/>
                <a:gd name="connsiteX12" fmla="*/ 77756 w 101561"/>
                <a:gd name="connsiteY12" fmla="*/ 74802 h 74732"/>
                <a:gd name="connsiteX13" fmla="*/ 101692 w 101561"/>
                <a:gd name="connsiteY13" fmla="*/ 49450 h 74732"/>
                <a:gd name="connsiteX14" fmla="*/ 99032 w 101561"/>
                <a:gd name="connsiteY14" fmla="*/ 47295 h 74732"/>
                <a:gd name="connsiteX15" fmla="*/ 95874 w 101561"/>
                <a:gd name="connsiteY15" fmla="*/ 50112 h 74732"/>
                <a:gd name="connsiteX16" fmla="*/ 78254 w 101561"/>
                <a:gd name="connsiteY16" fmla="*/ 70163 h 74732"/>
                <a:gd name="connsiteX17" fmla="*/ 74099 w 101561"/>
                <a:gd name="connsiteY17" fmla="*/ 64363 h 74732"/>
                <a:gd name="connsiteX18" fmla="*/ 77922 w 101561"/>
                <a:gd name="connsiteY18" fmla="*/ 50941 h 74732"/>
                <a:gd name="connsiteX19" fmla="*/ 86732 w 101561"/>
                <a:gd name="connsiteY19" fmla="*/ 18960 h 74732"/>
                <a:gd name="connsiteX20" fmla="*/ 65123 w 101561"/>
                <a:gd name="connsiteY20" fmla="*/ 70 h 74732"/>
                <a:gd name="connsiteX21" fmla="*/ 37031 w 101561"/>
                <a:gd name="connsiteY21" fmla="*/ 15149 h 74732"/>
                <a:gd name="connsiteX22" fmla="*/ 19245 w 101561"/>
                <a:gd name="connsiteY22" fmla="*/ 70 h 74732"/>
                <a:gd name="connsiteX23" fmla="*/ 6114 w 101561"/>
                <a:gd name="connsiteY23" fmla="*/ 9018 h 74732"/>
                <a:gd name="connsiteX24" fmla="*/ 130 w 101561"/>
                <a:gd name="connsiteY24" fmla="*/ 25422 h 74732"/>
                <a:gd name="connsiteX25" fmla="*/ 2956 w 101561"/>
                <a:gd name="connsiteY25" fmla="*/ 27577 h 74732"/>
                <a:gd name="connsiteX26" fmla="*/ 6613 w 101561"/>
                <a:gd name="connsiteY26" fmla="*/ 22605 h 74732"/>
                <a:gd name="connsiteX27" fmla="*/ 18747 w 101561"/>
                <a:gd name="connsiteY27" fmla="*/ 4709 h 74732"/>
                <a:gd name="connsiteX28" fmla="*/ 24232 w 101561"/>
                <a:gd name="connsiteY28" fmla="*/ 12829 h 74732"/>
                <a:gd name="connsiteX29" fmla="*/ 21573 w 101561"/>
                <a:gd name="connsiteY29" fmla="*/ 26582 h 74732"/>
                <a:gd name="connsiteX30" fmla="*/ 17916 w 101561"/>
                <a:gd name="connsiteY30" fmla="*/ 41496 h 74732"/>
                <a:gd name="connsiteX31" fmla="*/ 12597 w 101561"/>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561" h="74732">
                  <a:moveTo>
                    <a:pt x="12597" y="62706"/>
                  </a:moveTo>
                  <a:cubicBezTo>
                    <a:pt x="11932" y="64860"/>
                    <a:pt x="10934" y="69003"/>
                    <a:pt x="10934" y="69500"/>
                  </a:cubicBezTo>
                  <a:cubicBezTo>
                    <a:pt x="10934" y="73145"/>
                    <a:pt x="13926" y="74802"/>
                    <a:pt x="16586" y="74802"/>
                  </a:cubicBezTo>
                  <a:cubicBezTo>
                    <a:pt x="19578" y="74802"/>
                    <a:pt x="22237" y="72648"/>
                    <a:pt x="23069" y="71157"/>
                  </a:cubicBezTo>
                  <a:cubicBezTo>
                    <a:pt x="23900" y="69666"/>
                    <a:pt x="25229" y="64363"/>
                    <a:pt x="26061" y="60883"/>
                  </a:cubicBezTo>
                  <a:cubicBezTo>
                    <a:pt x="26892" y="57735"/>
                    <a:pt x="28720" y="50112"/>
                    <a:pt x="29717" y="45970"/>
                  </a:cubicBezTo>
                  <a:cubicBezTo>
                    <a:pt x="30715" y="42324"/>
                    <a:pt x="31712" y="38679"/>
                    <a:pt x="32543" y="34868"/>
                  </a:cubicBezTo>
                  <a:cubicBezTo>
                    <a:pt x="34372" y="28074"/>
                    <a:pt x="34704" y="26748"/>
                    <a:pt x="39525" y="19954"/>
                  </a:cubicBezTo>
                  <a:cubicBezTo>
                    <a:pt x="44179" y="13326"/>
                    <a:pt x="51991" y="4709"/>
                    <a:pt x="64458" y="4709"/>
                  </a:cubicBezTo>
                  <a:cubicBezTo>
                    <a:pt x="74099" y="4709"/>
                    <a:pt x="74265" y="13160"/>
                    <a:pt x="74265" y="16309"/>
                  </a:cubicBezTo>
                  <a:cubicBezTo>
                    <a:pt x="74265" y="26251"/>
                    <a:pt x="67117" y="44644"/>
                    <a:pt x="64458" y="51604"/>
                  </a:cubicBezTo>
                  <a:cubicBezTo>
                    <a:pt x="62629" y="56243"/>
                    <a:pt x="61965" y="57735"/>
                    <a:pt x="61965" y="60552"/>
                  </a:cubicBezTo>
                  <a:cubicBezTo>
                    <a:pt x="61965" y="69334"/>
                    <a:pt x="69278" y="74802"/>
                    <a:pt x="77756" y="74802"/>
                  </a:cubicBezTo>
                  <a:cubicBezTo>
                    <a:pt x="94378" y="74802"/>
                    <a:pt x="101692" y="51935"/>
                    <a:pt x="101692" y="49450"/>
                  </a:cubicBezTo>
                  <a:cubicBezTo>
                    <a:pt x="101692" y="47295"/>
                    <a:pt x="99531" y="47295"/>
                    <a:pt x="99032" y="47295"/>
                  </a:cubicBezTo>
                  <a:cubicBezTo>
                    <a:pt x="96705" y="47295"/>
                    <a:pt x="96539" y="48290"/>
                    <a:pt x="95874" y="50112"/>
                  </a:cubicBezTo>
                  <a:cubicBezTo>
                    <a:pt x="92051" y="63369"/>
                    <a:pt x="84903" y="70163"/>
                    <a:pt x="78254" y="70163"/>
                  </a:cubicBezTo>
                  <a:cubicBezTo>
                    <a:pt x="74764" y="70163"/>
                    <a:pt x="74099" y="67843"/>
                    <a:pt x="74099" y="64363"/>
                  </a:cubicBezTo>
                  <a:cubicBezTo>
                    <a:pt x="74099" y="60552"/>
                    <a:pt x="74930" y="58398"/>
                    <a:pt x="77922" y="50941"/>
                  </a:cubicBezTo>
                  <a:cubicBezTo>
                    <a:pt x="79917" y="45804"/>
                    <a:pt x="86732" y="28239"/>
                    <a:pt x="86732" y="18960"/>
                  </a:cubicBezTo>
                  <a:cubicBezTo>
                    <a:pt x="86732" y="2887"/>
                    <a:pt x="73933" y="70"/>
                    <a:pt x="65123" y="70"/>
                  </a:cubicBezTo>
                  <a:cubicBezTo>
                    <a:pt x="51326" y="70"/>
                    <a:pt x="42018" y="8521"/>
                    <a:pt x="37031" y="15149"/>
                  </a:cubicBezTo>
                  <a:cubicBezTo>
                    <a:pt x="35868" y="3715"/>
                    <a:pt x="26061" y="70"/>
                    <a:pt x="19245" y="70"/>
                  </a:cubicBezTo>
                  <a:cubicBezTo>
                    <a:pt x="12098" y="70"/>
                    <a:pt x="8275" y="5207"/>
                    <a:pt x="6114" y="9018"/>
                  </a:cubicBezTo>
                  <a:cubicBezTo>
                    <a:pt x="2457" y="15149"/>
                    <a:pt x="130" y="24594"/>
                    <a:pt x="130" y="25422"/>
                  </a:cubicBezTo>
                  <a:cubicBezTo>
                    <a:pt x="130" y="27577"/>
                    <a:pt x="2457" y="27577"/>
                    <a:pt x="2956" y="27577"/>
                  </a:cubicBezTo>
                  <a:cubicBezTo>
                    <a:pt x="5283" y="27577"/>
                    <a:pt x="5449" y="27079"/>
                    <a:pt x="6613" y="22605"/>
                  </a:cubicBezTo>
                  <a:cubicBezTo>
                    <a:pt x="9106" y="12829"/>
                    <a:pt x="12264" y="4709"/>
                    <a:pt x="18747" y="4709"/>
                  </a:cubicBezTo>
                  <a:cubicBezTo>
                    <a:pt x="23069" y="4709"/>
                    <a:pt x="24232" y="8355"/>
                    <a:pt x="24232" y="12829"/>
                  </a:cubicBezTo>
                  <a:cubicBezTo>
                    <a:pt x="24232" y="15977"/>
                    <a:pt x="22736" y="22108"/>
                    <a:pt x="21573" y="26582"/>
                  </a:cubicBezTo>
                  <a:cubicBezTo>
                    <a:pt x="20409" y="31056"/>
                    <a:pt x="18747" y="37850"/>
                    <a:pt x="17916" y="41496"/>
                  </a:cubicBezTo>
                  <a:lnTo>
                    <a:pt x="1259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5" name="Freeform: Shape 464">
              <a:extLst>
                <a:ext uri="{FF2B5EF4-FFF2-40B4-BE49-F238E27FC236}">
                  <a16:creationId xmlns:a16="http://schemas.microsoft.com/office/drawing/2014/main" id="{71678CC8-87AA-3ED6-B64F-42329FC615AF}"/>
                </a:ext>
              </a:extLst>
            </p:cNvPr>
            <p:cNvSpPr/>
            <p:nvPr>
              <p:custDataLst>
                <p:tags r:id="rId26"/>
              </p:custDataLst>
            </p:nvPr>
          </p:nvSpPr>
          <p:spPr>
            <a:xfrm>
              <a:off x="8501286" y="6775659"/>
              <a:ext cx="101561" cy="74732"/>
            </a:xfrm>
            <a:custGeom>
              <a:avLst/>
              <a:gdLst>
                <a:gd name="connsiteX0" fmla="*/ 12608 w 101561"/>
                <a:gd name="connsiteY0" fmla="*/ 62693 h 74732"/>
                <a:gd name="connsiteX1" fmla="*/ 10946 w 101561"/>
                <a:gd name="connsiteY1" fmla="*/ 69487 h 74732"/>
                <a:gd name="connsiteX2" fmla="*/ 16598 w 101561"/>
                <a:gd name="connsiteY2" fmla="*/ 74789 h 74732"/>
                <a:gd name="connsiteX3" fmla="*/ 23080 w 101561"/>
                <a:gd name="connsiteY3" fmla="*/ 71144 h 74732"/>
                <a:gd name="connsiteX4" fmla="*/ 26072 w 101561"/>
                <a:gd name="connsiteY4" fmla="*/ 60870 h 74732"/>
                <a:gd name="connsiteX5" fmla="*/ 29729 w 101561"/>
                <a:gd name="connsiteY5" fmla="*/ 45957 h 74732"/>
                <a:gd name="connsiteX6" fmla="*/ 32555 w 101561"/>
                <a:gd name="connsiteY6" fmla="*/ 34855 h 74732"/>
                <a:gd name="connsiteX7" fmla="*/ 39536 w 101561"/>
                <a:gd name="connsiteY7" fmla="*/ 19941 h 74732"/>
                <a:gd name="connsiteX8" fmla="*/ 64470 w 101561"/>
                <a:gd name="connsiteY8" fmla="*/ 4697 h 74732"/>
                <a:gd name="connsiteX9" fmla="*/ 74277 w 101561"/>
                <a:gd name="connsiteY9" fmla="*/ 16296 h 74732"/>
                <a:gd name="connsiteX10" fmla="*/ 64470 w 101561"/>
                <a:gd name="connsiteY10" fmla="*/ 51591 h 74732"/>
                <a:gd name="connsiteX11" fmla="*/ 61976 w 101561"/>
                <a:gd name="connsiteY11" fmla="*/ 60539 h 74732"/>
                <a:gd name="connsiteX12" fmla="*/ 77767 w 101561"/>
                <a:gd name="connsiteY12" fmla="*/ 74789 h 74732"/>
                <a:gd name="connsiteX13" fmla="*/ 101703 w 101561"/>
                <a:gd name="connsiteY13" fmla="*/ 49437 h 74732"/>
                <a:gd name="connsiteX14" fmla="*/ 99044 w 101561"/>
                <a:gd name="connsiteY14" fmla="*/ 47283 h 74732"/>
                <a:gd name="connsiteX15" fmla="*/ 95886 w 101561"/>
                <a:gd name="connsiteY15" fmla="*/ 50099 h 74732"/>
                <a:gd name="connsiteX16" fmla="*/ 78266 w 101561"/>
                <a:gd name="connsiteY16" fmla="*/ 70150 h 74732"/>
                <a:gd name="connsiteX17" fmla="*/ 74111 w 101561"/>
                <a:gd name="connsiteY17" fmla="*/ 64350 h 74732"/>
                <a:gd name="connsiteX18" fmla="*/ 77934 w 101561"/>
                <a:gd name="connsiteY18" fmla="*/ 50928 h 74732"/>
                <a:gd name="connsiteX19" fmla="*/ 86743 w 101561"/>
                <a:gd name="connsiteY19" fmla="*/ 18947 h 74732"/>
                <a:gd name="connsiteX20" fmla="*/ 65135 w 101561"/>
                <a:gd name="connsiteY20" fmla="*/ 57 h 74732"/>
                <a:gd name="connsiteX21" fmla="*/ 37043 w 101561"/>
                <a:gd name="connsiteY21" fmla="*/ 15136 h 74732"/>
                <a:gd name="connsiteX22" fmla="*/ 19257 w 101561"/>
                <a:gd name="connsiteY22" fmla="*/ 57 h 74732"/>
                <a:gd name="connsiteX23" fmla="*/ 6126 w 101561"/>
                <a:gd name="connsiteY23" fmla="*/ 9005 h 74732"/>
                <a:gd name="connsiteX24" fmla="*/ 142 w 101561"/>
                <a:gd name="connsiteY24" fmla="*/ 25410 h 74732"/>
                <a:gd name="connsiteX25" fmla="*/ 2967 w 101561"/>
                <a:gd name="connsiteY25" fmla="*/ 27564 h 74732"/>
                <a:gd name="connsiteX26" fmla="*/ 6624 w 101561"/>
                <a:gd name="connsiteY26" fmla="*/ 22593 h 74732"/>
                <a:gd name="connsiteX27" fmla="*/ 18759 w 101561"/>
                <a:gd name="connsiteY27" fmla="*/ 4697 h 74732"/>
                <a:gd name="connsiteX28" fmla="*/ 24244 w 101561"/>
                <a:gd name="connsiteY28" fmla="*/ 12816 h 74732"/>
                <a:gd name="connsiteX29" fmla="*/ 21584 w 101561"/>
                <a:gd name="connsiteY29" fmla="*/ 26569 h 74732"/>
                <a:gd name="connsiteX30" fmla="*/ 17927 w 101561"/>
                <a:gd name="connsiteY30" fmla="*/ 41483 h 74732"/>
                <a:gd name="connsiteX31" fmla="*/ 12608 w 101561"/>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561" h="74732">
                  <a:moveTo>
                    <a:pt x="12608" y="62693"/>
                  </a:moveTo>
                  <a:cubicBezTo>
                    <a:pt x="11943" y="64847"/>
                    <a:pt x="10946" y="68990"/>
                    <a:pt x="10946" y="69487"/>
                  </a:cubicBezTo>
                  <a:cubicBezTo>
                    <a:pt x="10946" y="73132"/>
                    <a:pt x="13938" y="74789"/>
                    <a:pt x="16598" y="74789"/>
                  </a:cubicBezTo>
                  <a:cubicBezTo>
                    <a:pt x="19590" y="74789"/>
                    <a:pt x="22249" y="72635"/>
                    <a:pt x="23080" y="71144"/>
                  </a:cubicBezTo>
                  <a:cubicBezTo>
                    <a:pt x="23911" y="69653"/>
                    <a:pt x="25241" y="64350"/>
                    <a:pt x="26072" y="60870"/>
                  </a:cubicBezTo>
                  <a:cubicBezTo>
                    <a:pt x="26903" y="57722"/>
                    <a:pt x="28732" y="50099"/>
                    <a:pt x="29729" y="45957"/>
                  </a:cubicBezTo>
                  <a:cubicBezTo>
                    <a:pt x="30727" y="42311"/>
                    <a:pt x="31724" y="38666"/>
                    <a:pt x="32555" y="34855"/>
                  </a:cubicBezTo>
                  <a:cubicBezTo>
                    <a:pt x="34383" y="28061"/>
                    <a:pt x="34716" y="26735"/>
                    <a:pt x="39536" y="19941"/>
                  </a:cubicBezTo>
                  <a:cubicBezTo>
                    <a:pt x="44191" y="13313"/>
                    <a:pt x="52003" y="4697"/>
                    <a:pt x="64470" y="4697"/>
                  </a:cubicBezTo>
                  <a:cubicBezTo>
                    <a:pt x="74111" y="4697"/>
                    <a:pt x="74277" y="13147"/>
                    <a:pt x="74277" y="16296"/>
                  </a:cubicBezTo>
                  <a:cubicBezTo>
                    <a:pt x="74277" y="26238"/>
                    <a:pt x="67129" y="44631"/>
                    <a:pt x="64470" y="51591"/>
                  </a:cubicBezTo>
                  <a:cubicBezTo>
                    <a:pt x="62641" y="56231"/>
                    <a:pt x="61976" y="57722"/>
                    <a:pt x="61976" y="60539"/>
                  </a:cubicBezTo>
                  <a:cubicBezTo>
                    <a:pt x="61976" y="69321"/>
                    <a:pt x="69290" y="74789"/>
                    <a:pt x="77767" y="74789"/>
                  </a:cubicBezTo>
                  <a:cubicBezTo>
                    <a:pt x="94390" y="74789"/>
                    <a:pt x="101703" y="51922"/>
                    <a:pt x="101703" y="49437"/>
                  </a:cubicBezTo>
                  <a:cubicBezTo>
                    <a:pt x="101703" y="47283"/>
                    <a:pt x="99543" y="47283"/>
                    <a:pt x="99044" y="47283"/>
                  </a:cubicBezTo>
                  <a:cubicBezTo>
                    <a:pt x="96717" y="47283"/>
                    <a:pt x="96551" y="48277"/>
                    <a:pt x="95886" y="50099"/>
                  </a:cubicBezTo>
                  <a:cubicBezTo>
                    <a:pt x="92063" y="63356"/>
                    <a:pt x="84915" y="70150"/>
                    <a:pt x="78266" y="70150"/>
                  </a:cubicBezTo>
                  <a:cubicBezTo>
                    <a:pt x="74775" y="70150"/>
                    <a:pt x="74111" y="67830"/>
                    <a:pt x="74111" y="64350"/>
                  </a:cubicBezTo>
                  <a:cubicBezTo>
                    <a:pt x="74111" y="60539"/>
                    <a:pt x="74942" y="58385"/>
                    <a:pt x="77934" y="50928"/>
                  </a:cubicBezTo>
                  <a:cubicBezTo>
                    <a:pt x="79928" y="45791"/>
                    <a:pt x="86743" y="28227"/>
                    <a:pt x="86743" y="18947"/>
                  </a:cubicBezTo>
                  <a:cubicBezTo>
                    <a:pt x="86743" y="2874"/>
                    <a:pt x="73944" y="57"/>
                    <a:pt x="65135" y="57"/>
                  </a:cubicBezTo>
                  <a:cubicBezTo>
                    <a:pt x="51338" y="57"/>
                    <a:pt x="42030" y="8508"/>
                    <a:pt x="37043" y="15136"/>
                  </a:cubicBezTo>
                  <a:cubicBezTo>
                    <a:pt x="35879" y="3702"/>
                    <a:pt x="26072" y="57"/>
                    <a:pt x="19257" y="57"/>
                  </a:cubicBezTo>
                  <a:cubicBezTo>
                    <a:pt x="12110" y="57"/>
                    <a:pt x="8286" y="5194"/>
                    <a:pt x="6126" y="9005"/>
                  </a:cubicBezTo>
                  <a:cubicBezTo>
                    <a:pt x="2469" y="15136"/>
                    <a:pt x="142" y="24581"/>
                    <a:pt x="142" y="25410"/>
                  </a:cubicBezTo>
                  <a:cubicBezTo>
                    <a:pt x="142" y="27564"/>
                    <a:pt x="2469" y="27564"/>
                    <a:pt x="2967" y="27564"/>
                  </a:cubicBezTo>
                  <a:cubicBezTo>
                    <a:pt x="5294" y="27564"/>
                    <a:pt x="5461" y="27067"/>
                    <a:pt x="6624" y="22593"/>
                  </a:cubicBezTo>
                  <a:cubicBezTo>
                    <a:pt x="9118" y="12816"/>
                    <a:pt x="12276" y="4697"/>
                    <a:pt x="18759" y="4697"/>
                  </a:cubicBezTo>
                  <a:cubicBezTo>
                    <a:pt x="23080" y="4697"/>
                    <a:pt x="24244" y="8342"/>
                    <a:pt x="24244" y="12816"/>
                  </a:cubicBezTo>
                  <a:cubicBezTo>
                    <a:pt x="24244" y="15964"/>
                    <a:pt x="22748" y="22095"/>
                    <a:pt x="21584" y="26569"/>
                  </a:cubicBezTo>
                  <a:cubicBezTo>
                    <a:pt x="20421" y="31044"/>
                    <a:pt x="18759" y="37837"/>
                    <a:pt x="17927" y="41483"/>
                  </a:cubicBezTo>
                  <a:lnTo>
                    <a:pt x="1260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6" name="Freeform: Shape 465">
              <a:extLst>
                <a:ext uri="{FF2B5EF4-FFF2-40B4-BE49-F238E27FC236}">
                  <a16:creationId xmlns:a16="http://schemas.microsoft.com/office/drawing/2014/main" id="{1D0FFFB5-856B-F3F4-50F7-A3AE98E83878}"/>
                </a:ext>
              </a:extLst>
            </p:cNvPr>
            <p:cNvSpPr/>
            <p:nvPr>
              <p:custDataLst>
                <p:tags r:id="rId27"/>
              </p:custDataLst>
            </p:nvPr>
          </p:nvSpPr>
          <p:spPr>
            <a:xfrm>
              <a:off x="8440137" y="6896078"/>
              <a:ext cx="223925" cy="236720"/>
            </a:xfrm>
            <a:custGeom>
              <a:avLst/>
              <a:gdLst>
                <a:gd name="connsiteX0" fmla="*/ 86812 w 223925"/>
                <a:gd name="connsiteY0" fmla="*/ 126467 h 236720"/>
                <a:gd name="connsiteX1" fmla="*/ 2513 w 223925"/>
                <a:gd name="connsiteY1" fmla="*/ 230388 h 236720"/>
                <a:gd name="connsiteX2" fmla="*/ 376 w 223925"/>
                <a:gd name="connsiteY2" fmla="*/ 234175 h 236720"/>
                <a:gd name="connsiteX3" fmla="*/ 6788 w 223925"/>
                <a:gd name="connsiteY3" fmla="*/ 236779 h 236720"/>
                <a:gd name="connsiteX4" fmla="*/ 203642 w 223925"/>
                <a:gd name="connsiteY4" fmla="*/ 236779 h 236720"/>
                <a:gd name="connsiteX5" fmla="*/ 224064 w 223925"/>
                <a:gd name="connsiteY5" fmla="*/ 177836 h 236720"/>
                <a:gd name="connsiteX6" fmla="*/ 218128 w 223925"/>
                <a:gd name="connsiteY6" fmla="*/ 177836 h 236720"/>
                <a:gd name="connsiteX7" fmla="*/ 176097 w 223925"/>
                <a:gd name="connsiteY7" fmla="*/ 216895 h 236720"/>
                <a:gd name="connsiteX8" fmla="*/ 121006 w 223925"/>
                <a:gd name="connsiteY8" fmla="*/ 223760 h 236720"/>
                <a:gd name="connsiteX9" fmla="*/ 20086 w 223925"/>
                <a:gd name="connsiteY9" fmla="*/ 223760 h 236720"/>
                <a:gd name="connsiteX10" fmla="*/ 102484 w 223925"/>
                <a:gd name="connsiteY10" fmla="*/ 122207 h 236720"/>
                <a:gd name="connsiteX11" fmla="*/ 104621 w 223925"/>
                <a:gd name="connsiteY11" fmla="*/ 118419 h 236720"/>
                <a:gd name="connsiteX12" fmla="*/ 102959 w 223925"/>
                <a:gd name="connsiteY12" fmla="*/ 115105 h 236720"/>
                <a:gd name="connsiteX13" fmla="*/ 25785 w 223925"/>
                <a:gd name="connsiteY13" fmla="*/ 9528 h 236720"/>
                <a:gd name="connsiteX14" fmla="*/ 119819 w 223925"/>
                <a:gd name="connsiteY14" fmla="*/ 9528 h 236720"/>
                <a:gd name="connsiteX15" fmla="*/ 218128 w 223925"/>
                <a:gd name="connsiteY15" fmla="*/ 55451 h 236720"/>
                <a:gd name="connsiteX16" fmla="*/ 224064 w 223925"/>
                <a:gd name="connsiteY16" fmla="*/ 55451 h 236720"/>
                <a:gd name="connsiteX17" fmla="*/ 203642 w 223925"/>
                <a:gd name="connsiteY17" fmla="*/ 59 h 236720"/>
                <a:gd name="connsiteX18" fmla="*/ 6788 w 223925"/>
                <a:gd name="connsiteY18" fmla="*/ 59 h 236720"/>
                <a:gd name="connsiteX19" fmla="*/ 139 w 223925"/>
                <a:gd name="connsiteY19" fmla="*/ 7634 h 236720"/>
                <a:gd name="connsiteX20" fmla="*/ 86812 w 223925"/>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925" h="236720">
                  <a:moveTo>
                    <a:pt x="86812" y="126467"/>
                  </a:moveTo>
                  <a:lnTo>
                    <a:pt x="2513" y="230388"/>
                  </a:lnTo>
                  <a:cubicBezTo>
                    <a:pt x="614" y="232755"/>
                    <a:pt x="376" y="233228"/>
                    <a:pt x="376" y="234175"/>
                  </a:cubicBezTo>
                  <a:cubicBezTo>
                    <a:pt x="376" y="236779"/>
                    <a:pt x="2513" y="236779"/>
                    <a:pt x="6788" y="236779"/>
                  </a:cubicBezTo>
                  <a:lnTo>
                    <a:pt x="203642" y="236779"/>
                  </a:lnTo>
                  <a:lnTo>
                    <a:pt x="224064" y="177836"/>
                  </a:lnTo>
                  <a:lnTo>
                    <a:pt x="218128" y="177836"/>
                  </a:lnTo>
                  <a:cubicBezTo>
                    <a:pt x="212191" y="195590"/>
                    <a:pt x="196281" y="210030"/>
                    <a:pt x="176097" y="216895"/>
                  </a:cubicBezTo>
                  <a:cubicBezTo>
                    <a:pt x="172298" y="218078"/>
                    <a:pt x="155913" y="223760"/>
                    <a:pt x="121006" y="223760"/>
                  </a:cubicBezTo>
                  <a:lnTo>
                    <a:pt x="20086" y="223760"/>
                  </a:lnTo>
                  <a:lnTo>
                    <a:pt x="102484" y="122207"/>
                  </a:lnTo>
                  <a:cubicBezTo>
                    <a:pt x="104147" y="120076"/>
                    <a:pt x="104621" y="119366"/>
                    <a:pt x="104621" y="118419"/>
                  </a:cubicBezTo>
                  <a:cubicBezTo>
                    <a:pt x="104621" y="117472"/>
                    <a:pt x="104384" y="117235"/>
                    <a:pt x="102959" y="115105"/>
                  </a:cubicBezTo>
                  <a:lnTo>
                    <a:pt x="25785" y="9528"/>
                  </a:lnTo>
                  <a:lnTo>
                    <a:pt x="119819" y="9528"/>
                  </a:lnTo>
                  <a:cubicBezTo>
                    <a:pt x="146889" y="9528"/>
                    <a:pt x="201505" y="11185"/>
                    <a:pt x="218128" y="55451"/>
                  </a:cubicBezTo>
                  <a:lnTo>
                    <a:pt x="224064" y="55451"/>
                  </a:lnTo>
                  <a:lnTo>
                    <a:pt x="203642" y="59"/>
                  </a:lnTo>
                  <a:lnTo>
                    <a:pt x="6788" y="59"/>
                  </a:lnTo>
                  <a:cubicBezTo>
                    <a:pt x="376" y="59"/>
                    <a:pt x="139" y="296"/>
                    <a:pt x="139" y="7634"/>
                  </a:cubicBezTo>
                  <a:lnTo>
                    <a:pt x="86812"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7" name="Freeform: Shape 466">
              <a:extLst>
                <a:ext uri="{FF2B5EF4-FFF2-40B4-BE49-F238E27FC236}">
                  <a16:creationId xmlns:a16="http://schemas.microsoft.com/office/drawing/2014/main" id="{515F01C3-87EF-5AF7-A08D-DD090878A9A5}"/>
                </a:ext>
              </a:extLst>
            </p:cNvPr>
            <p:cNvSpPr/>
            <p:nvPr>
              <p:custDataLst>
                <p:tags r:id="rId28"/>
              </p:custDataLst>
            </p:nvPr>
          </p:nvSpPr>
          <p:spPr>
            <a:xfrm>
              <a:off x="8406171" y="7172040"/>
              <a:ext cx="50365" cy="111518"/>
            </a:xfrm>
            <a:custGeom>
              <a:avLst/>
              <a:gdLst>
                <a:gd name="connsiteX0" fmla="*/ 46181 w 50365"/>
                <a:gd name="connsiteY0" fmla="*/ 6372 h 111518"/>
                <a:gd name="connsiteX1" fmla="*/ 39532 w 50365"/>
                <a:gd name="connsiteY1" fmla="*/ 75 h 111518"/>
                <a:gd name="connsiteX2" fmla="*/ 30224 w 50365"/>
                <a:gd name="connsiteY2" fmla="*/ 9189 h 111518"/>
                <a:gd name="connsiteX3" fmla="*/ 36873 w 50365"/>
                <a:gd name="connsiteY3" fmla="*/ 15486 h 111518"/>
                <a:gd name="connsiteX4" fmla="*/ 46181 w 50365"/>
                <a:gd name="connsiteY4" fmla="*/ 6372 h 111518"/>
                <a:gd name="connsiteX5" fmla="*/ 12272 w 50365"/>
                <a:gd name="connsiteY5" fmla="*/ 90550 h 111518"/>
                <a:gd name="connsiteX6" fmla="*/ 10776 w 50365"/>
                <a:gd name="connsiteY6" fmla="*/ 97509 h 111518"/>
                <a:gd name="connsiteX7" fmla="*/ 26567 w 50365"/>
                <a:gd name="connsiteY7" fmla="*/ 111594 h 111518"/>
                <a:gd name="connsiteX8" fmla="*/ 50503 w 50365"/>
                <a:gd name="connsiteY8" fmla="*/ 86241 h 111518"/>
                <a:gd name="connsiteX9" fmla="*/ 47843 w 50365"/>
                <a:gd name="connsiteY9" fmla="*/ 84087 h 111518"/>
                <a:gd name="connsiteX10" fmla="*/ 44685 w 50365"/>
                <a:gd name="connsiteY10" fmla="*/ 86904 h 111518"/>
                <a:gd name="connsiteX11" fmla="*/ 27066 w 50365"/>
                <a:gd name="connsiteY11" fmla="*/ 106954 h 111518"/>
                <a:gd name="connsiteX12" fmla="*/ 22910 w 50365"/>
                <a:gd name="connsiteY12" fmla="*/ 101155 h 111518"/>
                <a:gd name="connsiteX13" fmla="*/ 25570 w 50365"/>
                <a:gd name="connsiteY13" fmla="*/ 90550 h 111518"/>
                <a:gd name="connsiteX14" fmla="*/ 30889 w 50365"/>
                <a:gd name="connsiteY14" fmla="*/ 77293 h 111518"/>
                <a:gd name="connsiteX15" fmla="*/ 39034 w 50365"/>
                <a:gd name="connsiteY15" fmla="*/ 56249 h 111518"/>
                <a:gd name="connsiteX16" fmla="*/ 40031 w 50365"/>
                <a:gd name="connsiteY16" fmla="*/ 50946 h 111518"/>
                <a:gd name="connsiteX17" fmla="*/ 24240 w 50365"/>
                <a:gd name="connsiteY17" fmla="*/ 36861 h 111518"/>
                <a:gd name="connsiteX18" fmla="*/ 138 w 50365"/>
                <a:gd name="connsiteY18" fmla="*/ 62214 h 111518"/>
                <a:gd name="connsiteX19" fmla="*/ 2963 w 50365"/>
                <a:gd name="connsiteY19" fmla="*/ 64368 h 111518"/>
                <a:gd name="connsiteX20" fmla="*/ 5955 w 50365"/>
                <a:gd name="connsiteY20" fmla="*/ 61717 h 111518"/>
                <a:gd name="connsiteX21" fmla="*/ 23741 w 50365"/>
                <a:gd name="connsiteY21" fmla="*/ 41501 h 111518"/>
                <a:gd name="connsiteX22" fmla="*/ 27897 w 50365"/>
                <a:gd name="connsiteY22" fmla="*/ 47301 h 111518"/>
                <a:gd name="connsiteX23" fmla="*/ 22744 w 50365"/>
                <a:gd name="connsiteY23" fmla="*/ 63871 h 111518"/>
                <a:gd name="connsiteX24" fmla="*/ 12272 w 50365"/>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65" h="111518">
                  <a:moveTo>
                    <a:pt x="46181" y="6372"/>
                  </a:moveTo>
                  <a:cubicBezTo>
                    <a:pt x="46181" y="3721"/>
                    <a:pt x="44187" y="75"/>
                    <a:pt x="39532" y="75"/>
                  </a:cubicBezTo>
                  <a:cubicBezTo>
                    <a:pt x="35044" y="75"/>
                    <a:pt x="30224" y="4383"/>
                    <a:pt x="30224" y="9189"/>
                  </a:cubicBezTo>
                  <a:cubicBezTo>
                    <a:pt x="30224" y="12006"/>
                    <a:pt x="32385" y="15486"/>
                    <a:pt x="36873" y="15486"/>
                  </a:cubicBezTo>
                  <a:cubicBezTo>
                    <a:pt x="41693" y="15486"/>
                    <a:pt x="46181" y="10846"/>
                    <a:pt x="46181" y="6372"/>
                  </a:cubicBezTo>
                  <a:close/>
                  <a:moveTo>
                    <a:pt x="12272" y="90550"/>
                  </a:moveTo>
                  <a:cubicBezTo>
                    <a:pt x="11607" y="92704"/>
                    <a:pt x="10776" y="94692"/>
                    <a:pt x="10776" y="97509"/>
                  </a:cubicBezTo>
                  <a:cubicBezTo>
                    <a:pt x="10776" y="105297"/>
                    <a:pt x="17425" y="111594"/>
                    <a:pt x="26567" y="111594"/>
                  </a:cubicBezTo>
                  <a:cubicBezTo>
                    <a:pt x="43189" y="111594"/>
                    <a:pt x="50503" y="88727"/>
                    <a:pt x="50503" y="86241"/>
                  </a:cubicBezTo>
                  <a:cubicBezTo>
                    <a:pt x="50503" y="84087"/>
                    <a:pt x="48342" y="84087"/>
                    <a:pt x="47843" y="84087"/>
                  </a:cubicBezTo>
                  <a:cubicBezTo>
                    <a:pt x="45516" y="84087"/>
                    <a:pt x="45350" y="85081"/>
                    <a:pt x="44685" y="86904"/>
                  </a:cubicBezTo>
                  <a:cubicBezTo>
                    <a:pt x="40862" y="100160"/>
                    <a:pt x="33548" y="106954"/>
                    <a:pt x="27066" y="106954"/>
                  </a:cubicBezTo>
                  <a:cubicBezTo>
                    <a:pt x="23741" y="106954"/>
                    <a:pt x="22910" y="104800"/>
                    <a:pt x="22910" y="101155"/>
                  </a:cubicBezTo>
                  <a:cubicBezTo>
                    <a:pt x="22910" y="97343"/>
                    <a:pt x="24074" y="94195"/>
                    <a:pt x="25570" y="90550"/>
                  </a:cubicBezTo>
                  <a:cubicBezTo>
                    <a:pt x="27232" y="86076"/>
                    <a:pt x="29060" y="81602"/>
                    <a:pt x="30889" y="77293"/>
                  </a:cubicBezTo>
                  <a:cubicBezTo>
                    <a:pt x="32385" y="73316"/>
                    <a:pt x="38369" y="58237"/>
                    <a:pt x="39034" y="56249"/>
                  </a:cubicBezTo>
                  <a:cubicBezTo>
                    <a:pt x="39532" y="54592"/>
                    <a:pt x="40031" y="52603"/>
                    <a:pt x="40031" y="50946"/>
                  </a:cubicBezTo>
                  <a:cubicBezTo>
                    <a:pt x="40031" y="43158"/>
                    <a:pt x="33382" y="36861"/>
                    <a:pt x="24240" y="36861"/>
                  </a:cubicBezTo>
                  <a:cubicBezTo>
                    <a:pt x="7784" y="36861"/>
                    <a:pt x="138" y="59397"/>
                    <a:pt x="138" y="62214"/>
                  </a:cubicBezTo>
                  <a:cubicBezTo>
                    <a:pt x="138" y="64368"/>
                    <a:pt x="2465" y="64368"/>
                    <a:pt x="2963" y="64368"/>
                  </a:cubicBezTo>
                  <a:cubicBezTo>
                    <a:pt x="5291" y="64368"/>
                    <a:pt x="5457" y="63540"/>
                    <a:pt x="5955" y="61717"/>
                  </a:cubicBezTo>
                  <a:cubicBezTo>
                    <a:pt x="10277" y="47466"/>
                    <a:pt x="17591" y="41501"/>
                    <a:pt x="23741" y="41501"/>
                  </a:cubicBezTo>
                  <a:cubicBezTo>
                    <a:pt x="26401" y="41501"/>
                    <a:pt x="27897" y="42827"/>
                    <a:pt x="27897" y="47301"/>
                  </a:cubicBezTo>
                  <a:cubicBezTo>
                    <a:pt x="27897" y="51112"/>
                    <a:pt x="26899" y="53598"/>
                    <a:pt x="22744" y="63871"/>
                  </a:cubicBezTo>
                  <a:lnTo>
                    <a:pt x="1227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8" name="Freeform: Shape 467">
              <a:extLst>
                <a:ext uri="{FF2B5EF4-FFF2-40B4-BE49-F238E27FC236}">
                  <a16:creationId xmlns:a16="http://schemas.microsoft.com/office/drawing/2014/main" id="{3FAC8C7D-EDC2-969D-4093-9EDEA091B7A2}"/>
                </a:ext>
              </a:extLst>
            </p:cNvPr>
            <p:cNvSpPr/>
            <p:nvPr>
              <p:custDataLst>
                <p:tags r:id="rId29"/>
              </p:custDataLst>
            </p:nvPr>
          </p:nvSpPr>
          <p:spPr>
            <a:xfrm>
              <a:off x="8477179" y="7218106"/>
              <a:ext cx="122339" cy="44574"/>
            </a:xfrm>
            <a:custGeom>
              <a:avLst/>
              <a:gdLst>
                <a:gd name="connsiteX0" fmla="*/ 116164 w 122339"/>
                <a:gd name="connsiteY0" fmla="*/ 8195 h 44574"/>
                <a:gd name="connsiteX1" fmla="*/ 122480 w 122339"/>
                <a:gd name="connsiteY1" fmla="*/ 4052 h 44574"/>
                <a:gd name="connsiteX2" fmla="*/ 116330 w 122339"/>
                <a:gd name="connsiteY2" fmla="*/ 75 h 44574"/>
                <a:gd name="connsiteX3" fmla="*/ 6291 w 122339"/>
                <a:gd name="connsiteY3" fmla="*/ 75 h 44574"/>
                <a:gd name="connsiteX4" fmla="*/ 140 w 122339"/>
                <a:gd name="connsiteY4" fmla="*/ 4052 h 44574"/>
                <a:gd name="connsiteX5" fmla="*/ 6457 w 122339"/>
                <a:gd name="connsiteY5" fmla="*/ 8195 h 44574"/>
                <a:gd name="connsiteX6" fmla="*/ 116164 w 122339"/>
                <a:gd name="connsiteY6" fmla="*/ 8195 h 44574"/>
                <a:gd name="connsiteX7" fmla="*/ 116330 w 122339"/>
                <a:gd name="connsiteY7" fmla="*/ 44650 h 44574"/>
                <a:gd name="connsiteX8" fmla="*/ 122480 w 122339"/>
                <a:gd name="connsiteY8" fmla="*/ 40673 h 44574"/>
                <a:gd name="connsiteX9" fmla="*/ 116164 w 122339"/>
                <a:gd name="connsiteY9" fmla="*/ 36530 h 44574"/>
                <a:gd name="connsiteX10" fmla="*/ 6457 w 122339"/>
                <a:gd name="connsiteY10" fmla="*/ 36530 h 44574"/>
                <a:gd name="connsiteX11" fmla="*/ 140 w 122339"/>
                <a:gd name="connsiteY11" fmla="*/ 40673 h 44574"/>
                <a:gd name="connsiteX12" fmla="*/ 6291 w 122339"/>
                <a:gd name="connsiteY12" fmla="*/ 44650 h 44574"/>
                <a:gd name="connsiteX13" fmla="*/ 116330 w 122339"/>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339" h="44574">
                  <a:moveTo>
                    <a:pt x="116164" y="8195"/>
                  </a:moveTo>
                  <a:cubicBezTo>
                    <a:pt x="118657" y="8195"/>
                    <a:pt x="122480" y="8195"/>
                    <a:pt x="122480" y="4052"/>
                  </a:cubicBezTo>
                  <a:cubicBezTo>
                    <a:pt x="122480" y="75"/>
                    <a:pt x="118491" y="75"/>
                    <a:pt x="116330" y="75"/>
                  </a:cubicBezTo>
                  <a:lnTo>
                    <a:pt x="6291" y="75"/>
                  </a:lnTo>
                  <a:cubicBezTo>
                    <a:pt x="4130" y="75"/>
                    <a:pt x="140" y="75"/>
                    <a:pt x="140" y="4052"/>
                  </a:cubicBezTo>
                  <a:cubicBezTo>
                    <a:pt x="140" y="8195"/>
                    <a:pt x="3964" y="8195"/>
                    <a:pt x="6457" y="8195"/>
                  </a:cubicBezTo>
                  <a:lnTo>
                    <a:pt x="116164" y="8195"/>
                  </a:lnTo>
                  <a:close/>
                  <a:moveTo>
                    <a:pt x="116330" y="44650"/>
                  </a:moveTo>
                  <a:cubicBezTo>
                    <a:pt x="118491" y="44650"/>
                    <a:pt x="122480" y="44650"/>
                    <a:pt x="122480" y="40673"/>
                  </a:cubicBezTo>
                  <a:cubicBezTo>
                    <a:pt x="122480" y="36530"/>
                    <a:pt x="118657" y="36530"/>
                    <a:pt x="116164" y="36530"/>
                  </a:cubicBezTo>
                  <a:lnTo>
                    <a:pt x="6457" y="36530"/>
                  </a:lnTo>
                  <a:cubicBezTo>
                    <a:pt x="3964" y="36530"/>
                    <a:pt x="140" y="36530"/>
                    <a:pt x="140" y="40673"/>
                  </a:cubicBezTo>
                  <a:cubicBezTo>
                    <a:pt x="140" y="44650"/>
                    <a:pt x="4130" y="44650"/>
                    <a:pt x="6291" y="44650"/>
                  </a:cubicBezTo>
                  <a:lnTo>
                    <a:pt x="116330"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9" name="Freeform: Shape 468">
              <a:extLst>
                <a:ext uri="{FF2B5EF4-FFF2-40B4-BE49-F238E27FC236}">
                  <a16:creationId xmlns:a16="http://schemas.microsoft.com/office/drawing/2014/main" id="{74A49026-318B-C0BC-5983-02C635DC24EB}"/>
                </a:ext>
              </a:extLst>
            </p:cNvPr>
            <p:cNvSpPr/>
            <p:nvPr>
              <p:custDataLst>
                <p:tags r:id="rId30"/>
              </p:custDataLst>
            </p:nvPr>
          </p:nvSpPr>
          <p:spPr>
            <a:xfrm>
              <a:off x="8629436" y="7171874"/>
              <a:ext cx="60504" cy="110027"/>
            </a:xfrm>
            <a:custGeom>
              <a:avLst/>
              <a:gdLst>
                <a:gd name="connsiteX0" fmla="*/ 37713 w 60504"/>
                <a:gd name="connsiteY0" fmla="*/ 4715 h 110027"/>
                <a:gd name="connsiteX1" fmla="*/ 32726 w 60504"/>
                <a:gd name="connsiteY1" fmla="*/ 75 h 110027"/>
                <a:gd name="connsiteX2" fmla="*/ 147 w 60504"/>
                <a:gd name="connsiteY2" fmla="*/ 10680 h 110027"/>
                <a:gd name="connsiteX3" fmla="*/ 147 w 60504"/>
                <a:gd name="connsiteY3" fmla="*/ 16645 h 110027"/>
                <a:gd name="connsiteX4" fmla="*/ 24249 w 60504"/>
                <a:gd name="connsiteY4" fmla="*/ 12006 h 110027"/>
                <a:gd name="connsiteX5" fmla="*/ 24249 w 60504"/>
                <a:gd name="connsiteY5" fmla="*/ 96515 h 110027"/>
                <a:gd name="connsiteX6" fmla="*/ 7627 w 60504"/>
                <a:gd name="connsiteY6" fmla="*/ 104137 h 110027"/>
                <a:gd name="connsiteX7" fmla="*/ 1310 w 60504"/>
                <a:gd name="connsiteY7" fmla="*/ 104137 h 110027"/>
                <a:gd name="connsiteX8" fmla="*/ 1310 w 60504"/>
                <a:gd name="connsiteY8" fmla="*/ 110103 h 110027"/>
                <a:gd name="connsiteX9" fmla="*/ 30898 w 60504"/>
                <a:gd name="connsiteY9" fmla="*/ 109440 h 110027"/>
                <a:gd name="connsiteX10" fmla="*/ 60652 w 60504"/>
                <a:gd name="connsiteY10" fmla="*/ 110103 h 110027"/>
                <a:gd name="connsiteX11" fmla="*/ 60652 w 60504"/>
                <a:gd name="connsiteY11" fmla="*/ 104137 h 110027"/>
                <a:gd name="connsiteX12" fmla="*/ 54335 w 60504"/>
                <a:gd name="connsiteY12" fmla="*/ 104137 h 110027"/>
                <a:gd name="connsiteX13" fmla="*/ 37713 w 60504"/>
                <a:gd name="connsiteY13" fmla="*/ 96515 h 110027"/>
                <a:gd name="connsiteX14" fmla="*/ 37713 w 60504"/>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504" h="110027">
                  <a:moveTo>
                    <a:pt x="37713" y="4715"/>
                  </a:moveTo>
                  <a:cubicBezTo>
                    <a:pt x="37713" y="241"/>
                    <a:pt x="37380" y="75"/>
                    <a:pt x="32726" y="75"/>
                  </a:cubicBezTo>
                  <a:cubicBezTo>
                    <a:pt x="22088" y="10514"/>
                    <a:pt x="6962" y="10680"/>
                    <a:pt x="147" y="10680"/>
                  </a:cubicBezTo>
                  <a:lnTo>
                    <a:pt x="147" y="16645"/>
                  </a:lnTo>
                  <a:cubicBezTo>
                    <a:pt x="4136" y="16645"/>
                    <a:pt x="15107" y="16645"/>
                    <a:pt x="24249" y="12006"/>
                  </a:cubicBezTo>
                  <a:lnTo>
                    <a:pt x="24249" y="96515"/>
                  </a:lnTo>
                  <a:cubicBezTo>
                    <a:pt x="24249" y="101983"/>
                    <a:pt x="24249" y="104137"/>
                    <a:pt x="7627" y="104137"/>
                  </a:cubicBezTo>
                  <a:lnTo>
                    <a:pt x="1310" y="104137"/>
                  </a:lnTo>
                  <a:lnTo>
                    <a:pt x="1310" y="110103"/>
                  </a:lnTo>
                  <a:cubicBezTo>
                    <a:pt x="4302" y="109937"/>
                    <a:pt x="24747" y="109440"/>
                    <a:pt x="30898" y="109440"/>
                  </a:cubicBezTo>
                  <a:cubicBezTo>
                    <a:pt x="36051" y="109440"/>
                    <a:pt x="56995" y="109937"/>
                    <a:pt x="60652" y="110103"/>
                  </a:cubicBezTo>
                  <a:lnTo>
                    <a:pt x="60652" y="104137"/>
                  </a:lnTo>
                  <a:lnTo>
                    <a:pt x="54335" y="104137"/>
                  </a:lnTo>
                  <a:cubicBezTo>
                    <a:pt x="37713" y="104137"/>
                    <a:pt x="37713" y="101983"/>
                    <a:pt x="37713" y="96515"/>
                  </a:cubicBezTo>
                  <a:lnTo>
                    <a:pt x="37713"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0" name="Freeform: Shape 469">
              <a:extLst>
                <a:ext uri="{FF2B5EF4-FFF2-40B4-BE49-F238E27FC236}">
                  <a16:creationId xmlns:a16="http://schemas.microsoft.com/office/drawing/2014/main" id="{A0FD7FDB-C58A-3AB7-99D4-79EE8BEB0FCA}"/>
                </a:ext>
              </a:extLst>
            </p:cNvPr>
            <p:cNvSpPr/>
            <p:nvPr>
              <p:custDataLst>
                <p:tags r:id="rId31"/>
              </p:custDataLst>
            </p:nvPr>
          </p:nvSpPr>
          <p:spPr>
            <a:xfrm>
              <a:off x="8729481" y="6896080"/>
              <a:ext cx="55090" cy="236720"/>
            </a:xfrm>
            <a:custGeom>
              <a:avLst/>
              <a:gdLst>
                <a:gd name="connsiteX0" fmla="*/ 55241 w 55090"/>
                <a:gd name="connsiteY0" fmla="*/ 234419 h 236720"/>
                <a:gd name="connsiteX1" fmla="*/ 51205 w 55090"/>
                <a:gd name="connsiteY1" fmla="*/ 229212 h 236720"/>
                <a:gd name="connsiteX2" fmla="*/ 13923 w 55090"/>
                <a:gd name="connsiteY2" fmla="*/ 118426 h 236720"/>
                <a:gd name="connsiteX3" fmla="*/ 52154 w 55090"/>
                <a:gd name="connsiteY3" fmla="*/ 6458 h 236720"/>
                <a:gd name="connsiteX4" fmla="*/ 55241 w 55090"/>
                <a:gd name="connsiteY4" fmla="*/ 2433 h 236720"/>
                <a:gd name="connsiteX5" fmla="*/ 52867 w 55090"/>
                <a:gd name="connsiteY5" fmla="*/ 66 h 236720"/>
                <a:gd name="connsiteX6" fmla="*/ 15111 w 55090"/>
                <a:gd name="connsiteY6" fmla="*/ 46227 h 236720"/>
                <a:gd name="connsiteX7" fmla="*/ 151 w 55090"/>
                <a:gd name="connsiteY7" fmla="*/ 118426 h 236720"/>
                <a:gd name="connsiteX8" fmla="*/ 15823 w 55090"/>
                <a:gd name="connsiteY8" fmla="*/ 192283 h 236720"/>
                <a:gd name="connsiteX9" fmla="*/ 52867 w 55090"/>
                <a:gd name="connsiteY9" fmla="*/ 236787 h 236720"/>
                <a:gd name="connsiteX10" fmla="*/ 55241 w 55090"/>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90" h="236720">
                  <a:moveTo>
                    <a:pt x="55241" y="234419"/>
                  </a:moveTo>
                  <a:cubicBezTo>
                    <a:pt x="55241" y="233709"/>
                    <a:pt x="55241" y="233236"/>
                    <a:pt x="51205" y="229212"/>
                  </a:cubicBezTo>
                  <a:cubicBezTo>
                    <a:pt x="21522" y="199385"/>
                    <a:pt x="13923" y="154645"/>
                    <a:pt x="13923" y="118426"/>
                  </a:cubicBezTo>
                  <a:cubicBezTo>
                    <a:pt x="13923" y="77237"/>
                    <a:pt x="22947" y="36048"/>
                    <a:pt x="52154" y="6458"/>
                  </a:cubicBezTo>
                  <a:cubicBezTo>
                    <a:pt x="55241" y="3617"/>
                    <a:pt x="55241" y="3144"/>
                    <a:pt x="55241" y="2433"/>
                  </a:cubicBezTo>
                  <a:cubicBezTo>
                    <a:pt x="55241" y="776"/>
                    <a:pt x="54292" y="66"/>
                    <a:pt x="52867" y="66"/>
                  </a:cubicBezTo>
                  <a:cubicBezTo>
                    <a:pt x="50492" y="66"/>
                    <a:pt x="29121" y="16163"/>
                    <a:pt x="15111" y="46227"/>
                  </a:cubicBezTo>
                  <a:cubicBezTo>
                    <a:pt x="3000" y="72266"/>
                    <a:pt x="151" y="98542"/>
                    <a:pt x="151" y="118426"/>
                  </a:cubicBezTo>
                  <a:cubicBezTo>
                    <a:pt x="151" y="136891"/>
                    <a:pt x="2763" y="165534"/>
                    <a:pt x="15823" y="192283"/>
                  </a:cubicBezTo>
                  <a:cubicBezTo>
                    <a:pt x="30071" y="221400"/>
                    <a:pt x="50492" y="236787"/>
                    <a:pt x="52867" y="236787"/>
                  </a:cubicBezTo>
                  <a:cubicBezTo>
                    <a:pt x="54292" y="236787"/>
                    <a:pt x="55241" y="236077"/>
                    <a:pt x="55241"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1" name="Freeform: Shape 470">
              <a:extLst>
                <a:ext uri="{FF2B5EF4-FFF2-40B4-BE49-F238E27FC236}">
                  <a16:creationId xmlns:a16="http://schemas.microsoft.com/office/drawing/2014/main" id="{59A60F8D-E24F-766E-8696-76519E4BFAE9}"/>
                </a:ext>
              </a:extLst>
            </p:cNvPr>
            <p:cNvSpPr/>
            <p:nvPr>
              <p:custDataLst>
                <p:tags r:id="rId32"/>
              </p:custDataLst>
            </p:nvPr>
          </p:nvSpPr>
          <p:spPr>
            <a:xfrm>
              <a:off x="8805205" y="6968989"/>
              <a:ext cx="109469" cy="153158"/>
            </a:xfrm>
            <a:custGeom>
              <a:avLst/>
              <a:gdLst>
                <a:gd name="connsiteX0" fmla="*/ 108674 w 109469"/>
                <a:gd name="connsiteY0" fmla="*/ 14506 h 153158"/>
                <a:gd name="connsiteX1" fmla="*/ 109624 w 109469"/>
                <a:gd name="connsiteY1" fmla="*/ 9062 h 153158"/>
                <a:gd name="connsiteX2" fmla="*/ 102737 w 109469"/>
                <a:gd name="connsiteY2" fmla="*/ 2670 h 153158"/>
                <a:gd name="connsiteX3" fmla="*/ 94426 w 109469"/>
                <a:gd name="connsiteY3" fmla="*/ 7641 h 153158"/>
                <a:gd name="connsiteX4" fmla="*/ 91102 w 109469"/>
                <a:gd name="connsiteY4" fmla="*/ 20424 h 153158"/>
                <a:gd name="connsiteX5" fmla="*/ 86353 w 109469"/>
                <a:gd name="connsiteY5" fmla="*/ 39362 h 153158"/>
                <a:gd name="connsiteX6" fmla="*/ 75667 w 109469"/>
                <a:gd name="connsiteY6" fmla="*/ 81972 h 153158"/>
                <a:gd name="connsiteX7" fmla="*/ 48834 w 109469"/>
                <a:gd name="connsiteY7" fmla="*/ 102093 h 153158"/>
                <a:gd name="connsiteX8" fmla="*/ 34111 w 109469"/>
                <a:gd name="connsiteY8" fmla="*/ 82918 h 153158"/>
                <a:gd name="connsiteX9" fmla="*/ 46222 w 109469"/>
                <a:gd name="connsiteY9" fmla="*/ 36521 h 153158"/>
                <a:gd name="connsiteX10" fmla="*/ 50971 w 109469"/>
                <a:gd name="connsiteY10" fmla="*/ 19477 h 153158"/>
                <a:gd name="connsiteX11" fmla="*/ 31499 w 109469"/>
                <a:gd name="connsiteY11" fmla="*/ 66 h 153158"/>
                <a:gd name="connsiteX12" fmla="*/ 154 w 109469"/>
                <a:gd name="connsiteY12" fmla="*/ 36521 h 153158"/>
                <a:gd name="connsiteX13" fmla="*/ 3004 w 109469"/>
                <a:gd name="connsiteY13" fmla="*/ 38888 h 153158"/>
                <a:gd name="connsiteX14" fmla="*/ 6803 w 109469"/>
                <a:gd name="connsiteY14" fmla="*/ 34627 h 153158"/>
                <a:gd name="connsiteX15" fmla="*/ 30787 w 109469"/>
                <a:gd name="connsiteY15" fmla="*/ 5274 h 153158"/>
                <a:gd name="connsiteX16" fmla="*/ 36723 w 109469"/>
                <a:gd name="connsiteY16" fmla="*/ 12849 h 153158"/>
                <a:gd name="connsiteX17" fmla="*/ 32686 w 109469"/>
                <a:gd name="connsiteY17" fmla="*/ 29420 h 153158"/>
                <a:gd name="connsiteX18" fmla="*/ 18914 w 109469"/>
                <a:gd name="connsiteY18" fmla="*/ 79131 h 153158"/>
                <a:gd name="connsiteX19" fmla="*/ 47884 w 109469"/>
                <a:gd name="connsiteY19" fmla="*/ 107301 h 153158"/>
                <a:gd name="connsiteX20" fmla="*/ 71867 w 109469"/>
                <a:gd name="connsiteY20" fmla="*/ 96648 h 153158"/>
                <a:gd name="connsiteX21" fmla="*/ 56433 w 109469"/>
                <a:gd name="connsiteY21" fmla="*/ 133103 h 153158"/>
                <a:gd name="connsiteX22" fmla="*/ 30312 w 109469"/>
                <a:gd name="connsiteY22" fmla="*/ 148017 h 153158"/>
                <a:gd name="connsiteX23" fmla="*/ 12265 w 109469"/>
                <a:gd name="connsiteY23" fmla="*/ 138074 h 153158"/>
                <a:gd name="connsiteX24" fmla="*/ 22476 w 109469"/>
                <a:gd name="connsiteY24" fmla="*/ 135234 h 153158"/>
                <a:gd name="connsiteX25" fmla="*/ 27225 w 109469"/>
                <a:gd name="connsiteY25" fmla="*/ 125528 h 153158"/>
                <a:gd name="connsiteX26" fmla="*/ 18439 w 109469"/>
                <a:gd name="connsiteY26" fmla="*/ 117243 h 153158"/>
                <a:gd name="connsiteX27" fmla="*/ 5141 w 109469"/>
                <a:gd name="connsiteY27" fmla="*/ 132630 h 153158"/>
                <a:gd name="connsiteX28" fmla="*/ 30312 w 109469"/>
                <a:gd name="connsiteY28" fmla="*/ 153224 h 153158"/>
                <a:gd name="connsiteX29" fmla="*/ 85878 w 109469"/>
                <a:gd name="connsiteY29" fmla="*/ 104933 h 153158"/>
                <a:gd name="connsiteX30" fmla="*/ 108674 w 109469"/>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469" h="153158">
                  <a:moveTo>
                    <a:pt x="108674" y="14506"/>
                  </a:moveTo>
                  <a:cubicBezTo>
                    <a:pt x="109624" y="11192"/>
                    <a:pt x="109624" y="10719"/>
                    <a:pt x="109624" y="9062"/>
                  </a:cubicBezTo>
                  <a:cubicBezTo>
                    <a:pt x="109624" y="4801"/>
                    <a:pt x="106299" y="2670"/>
                    <a:pt x="102737" y="2670"/>
                  </a:cubicBezTo>
                  <a:cubicBezTo>
                    <a:pt x="100363" y="2670"/>
                    <a:pt x="96563" y="4091"/>
                    <a:pt x="94426" y="7641"/>
                  </a:cubicBezTo>
                  <a:cubicBezTo>
                    <a:pt x="93951" y="8825"/>
                    <a:pt x="92052" y="16163"/>
                    <a:pt x="91102" y="20424"/>
                  </a:cubicBezTo>
                  <a:cubicBezTo>
                    <a:pt x="89440" y="26579"/>
                    <a:pt x="87777" y="32970"/>
                    <a:pt x="86353" y="39362"/>
                  </a:cubicBezTo>
                  <a:lnTo>
                    <a:pt x="75667" y="81972"/>
                  </a:lnTo>
                  <a:cubicBezTo>
                    <a:pt x="74717" y="85522"/>
                    <a:pt x="64506" y="102093"/>
                    <a:pt x="48834" y="102093"/>
                  </a:cubicBezTo>
                  <a:cubicBezTo>
                    <a:pt x="36723" y="102093"/>
                    <a:pt x="34111" y="91677"/>
                    <a:pt x="34111" y="82918"/>
                  </a:cubicBezTo>
                  <a:cubicBezTo>
                    <a:pt x="34111" y="72029"/>
                    <a:pt x="38148" y="57353"/>
                    <a:pt x="46222" y="36521"/>
                  </a:cubicBezTo>
                  <a:cubicBezTo>
                    <a:pt x="50021" y="26816"/>
                    <a:pt x="50971" y="24212"/>
                    <a:pt x="50971" y="19477"/>
                  </a:cubicBezTo>
                  <a:cubicBezTo>
                    <a:pt x="50971" y="8825"/>
                    <a:pt x="43372" y="66"/>
                    <a:pt x="31499" y="66"/>
                  </a:cubicBezTo>
                  <a:cubicBezTo>
                    <a:pt x="8940" y="66"/>
                    <a:pt x="154" y="34391"/>
                    <a:pt x="154" y="36521"/>
                  </a:cubicBezTo>
                  <a:cubicBezTo>
                    <a:pt x="154" y="38888"/>
                    <a:pt x="2529" y="38888"/>
                    <a:pt x="3004" y="38888"/>
                  </a:cubicBezTo>
                  <a:cubicBezTo>
                    <a:pt x="5379" y="38888"/>
                    <a:pt x="5616" y="38415"/>
                    <a:pt x="6803" y="34627"/>
                  </a:cubicBezTo>
                  <a:cubicBezTo>
                    <a:pt x="13215" y="12376"/>
                    <a:pt x="22713" y="5274"/>
                    <a:pt x="30787" y="5274"/>
                  </a:cubicBezTo>
                  <a:cubicBezTo>
                    <a:pt x="32686" y="5274"/>
                    <a:pt x="36723" y="5274"/>
                    <a:pt x="36723" y="12849"/>
                  </a:cubicBezTo>
                  <a:cubicBezTo>
                    <a:pt x="36723" y="18767"/>
                    <a:pt x="34349" y="24922"/>
                    <a:pt x="32686" y="29420"/>
                  </a:cubicBezTo>
                  <a:cubicBezTo>
                    <a:pt x="23188" y="54512"/>
                    <a:pt x="18914" y="68005"/>
                    <a:pt x="18914" y="79131"/>
                  </a:cubicBezTo>
                  <a:cubicBezTo>
                    <a:pt x="18914" y="100199"/>
                    <a:pt x="33874" y="107301"/>
                    <a:pt x="47884" y="107301"/>
                  </a:cubicBezTo>
                  <a:cubicBezTo>
                    <a:pt x="57145" y="107301"/>
                    <a:pt x="65219" y="103276"/>
                    <a:pt x="71867" y="96648"/>
                  </a:cubicBezTo>
                  <a:cubicBezTo>
                    <a:pt x="68780" y="108958"/>
                    <a:pt x="65931" y="120557"/>
                    <a:pt x="56433" y="133103"/>
                  </a:cubicBezTo>
                  <a:cubicBezTo>
                    <a:pt x="50259" y="141152"/>
                    <a:pt x="41235" y="148017"/>
                    <a:pt x="30312" y="148017"/>
                  </a:cubicBezTo>
                  <a:cubicBezTo>
                    <a:pt x="26987" y="148017"/>
                    <a:pt x="16302" y="147306"/>
                    <a:pt x="12265" y="138074"/>
                  </a:cubicBezTo>
                  <a:cubicBezTo>
                    <a:pt x="16064" y="138074"/>
                    <a:pt x="19151" y="138074"/>
                    <a:pt x="22476" y="135234"/>
                  </a:cubicBezTo>
                  <a:cubicBezTo>
                    <a:pt x="24850" y="133103"/>
                    <a:pt x="27225" y="130026"/>
                    <a:pt x="27225" y="125528"/>
                  </a:cubicBezTo>
                  <a:cubicBezTo>
                    <a:pt x="27225" y="118190"/>
                    <a:pt x="20813" y="117243"/>
                    <a:pt x="18439" y="117243"/>
                  </a:cubicBezTo>
                  <a:cubicBezTo>
                    <a:pt x="12977" y="117243"/>
                    <a:pt x="5141" y="121030"/>
                    <a:pt x="5141" y="132630"/>
                  </a:cubicBezTo>
                  <a:cubicBezTo>
                    <a:pt x="5141" y="144466"/>
                    <a:pt x="15589" y="153224"/>
                    <a:pt x="30312" y="153224"/>
                  </a:cubicBezTo>
                  <a:cubicBezTo>
                    <a:pt x="54770" y="153224"/>
                    <a:pt x="79229" y="131683"/>
                    <a:pt x="85878" y="104933"/>
                  </a:cubicBezTo>
                  <a:lnTo>
                    <a:pt x="108674"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2" name="Freeform: Shape 471">
              <a:extLst>
                <a:ext uri="{FF2B5EF4-FFF2-40B4-BE49-F238E27FC236}">
                  <a16:creationId xmlns:a16="http://schemas.microsoft.com/office/drawing/2014/main" id="{3E41636B-240F-A839-71C6-474F33BD67BD}"/>
                </a:ext>
              </a:extLst>
            </p:cNvPr>
            <p:cNvSpPr/>
            <p:nvPr>
              <p:custDataLst>
                <p:tags r:id="rId33"/>
              </p:custDataLst>
            </p:nvPr>
          </p:nvSpPr>
          <p:spPr>
            <a:xfrm>
              <a:off x="8922554" y="6999266"/>
              <a:ext cx="50365" cy="111518"/>
            </a:xfrm>
            <a:custGeom>
              <a:avLst/>
              <a:gdLst>
                <a:gd name="connsiteX0" fmla="*/ 46203 w 50365"/>
                <a:gd name="connsiteY0" fmla="*/ 6365 h 111518"/>
                <a:gd name="connsiteX1" fmla="*/ 39554 w 50365"/>
                <a:gd name="connsiteY1" fmla="*/ 68 h 111518"/>
                <a:gd name="connsiteX2" fmla="*/ 30246 w 50365"/>
                <a:gd name="connsiteY2" fmla="*/ 9181 h 111518"/>
                <a:gd name="connsiteX3" fmla="*/ 36894 w 50365"/>
                <a:gd name="connsiteY3" fmla="*/ 15478 h 111518"/>
                <a:gd name="connsiteX4" fmla="*/ 46203 w 50365"/>
                <a:gd name="connsiteY4" fmla="*/ 6365 h 111518"/>
                <a:gd name="connsiteX5" fmla="*/ 12294 w 50365"/>
                <a:gd name="connsiteY5" fmla="*/ 90542 h 111518"/>
                <a:gd name="connsiteX6" fmla="*/ 10798 w 50365"/>
                <a:gd name="connsiteY6" fmla="*/ 97502 h 111518"/>
                <a:gd name="connsiteX7" fmla="*/ 26589 w 50365"/>
                <a:gd name="connsiteY7" fmla="*/ 111587 h 111518"/>
                <a:gd name="connsiteX8" fmla="*/ 50525 w 50365"/>
                <a:gd name="connsiteY8" fmla="*/ 86234 h 111518"/>
                <a:gd name="connsiteX9" fmla="*/ 47865 w 50365"/>
                <a:gd name="connsiteY9" fmla="*/ 84080 h 111518"/>
                <a:gd name="connsiteX10" fmla="*/ 44707 w 50365"/>
                <a:gd name="connsiteY10" fmla="*/ 86897 h 111518"/>
                <a:gd name="connsiteX11" fmla="*/ 27087 w 50365"/>
                <a:gd name="connsiteY11" fmla="*/ 106947 h 111518"/>
                <a:gd name="connsiteX12" fmla="*/ 22932 w 50365"/>
                <a:gd name="connsiteY12" fmla="*/ 101147 h 111518"/>
                <a:gd name="connsiteX13" fmla="*/ 25591 w 50365"/>
                <a:gd name="connsiteY13" fmla="*/ 90542 h 111518"/>
                <a:gd name="connsiteX14" fmla="*/ 30910 w 50365"/>
                <a:gd name="connsiteY14" fmla="*/ 77286 h 111518"/>
                <a:gd name="connsiteX15" fmla="*/ 39055 w 50365"/>
                <a:gd name="connsiteY15" fmla="*/ 56242 h 111518"/>
                <a:gd name="connsiteX16" fmla="*/ 40053 w 50365"/>
                <a:gd name="connsiteY16" fmla="*/ 50939 h 111518"/>
                <a:gd name="connsiteX17" fmla="*/ 24262 w 50365"/>
                <a:gd name="connsiteY17" fmla="*/ 36854 h 111518"/>
                <a:gd name="connsiteX18" fmla="*/ 159 w 50365"/>
                <a:gd name="connsiteY18" fmla="*/ 62207 h 111518"/>
                <a:gd name="connsiteX19" fmla="*/ 2985 w 50365"/>
                <a:gd name="connsiteY19" fmla="*/ 64361 h 111518"/>
                <a:gd name="connsiteX20" fmla="*/ 5977 w 50365"/>
                <a:gd name="connsiteY20" fmla="*/ 61710 h 111518"/>
                <a:gd name="connsiteX21" fmla="*/ 23763 w 50365"/>
                <a:gd name="connsiteY21" fmla="*/ 41494 h 111518"/>
                <a:gd name="connsiteX22" fmla="*/ 27918 w 50365"/>
                <a:gd name="connsiteY22" fmla="*/ 47293 h 111518"/>
                <a:gd name="connsiteX23" fmla="*/ 22766 w 50365"/>
                <a:gd name="connsiteY23" fmla="*/ 63864 h 111518"/>
                <a:gd name="connsiteX24" fmla="*/ 12294 w 50365"/>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65" h="111518">
                  <a:moveTo>
                    <a:pt x="46203" y="6365"/>
                  </a:moveTo>
                  <a:cubicBezTo>
                    <a:pt x="46203" y="3713"/>
                    <a:pt x="44208" y="68"/>
                    <a:pt x="39554" y="68"/>
                  </a:cubicBezTo>
                  <a:cubicBezTo>
                    <a:pt x="35066" y="68"/>
                    <a:pt x="30246" y="4376"/>
                    <a:pt x="30246" y="9181"/>
                  </a:cubicBezTo>
                  <a:cubicBezTo>
                    <a:pt x="30246" y="11998"/>
                    <a:pt x="32406" y="15478"/>
                    <a:pt x="36894" y="15478"/>
                  </a:cubicBezTo>
                  <a:cubicBezTo>
                    <a:pt x="41715" y="15478"/>
                    <a:pt x="46203" y="10839"/>
                    <a:pt x="46203" y="6365"/>
                  </a:cubicBezTo>
                  <a:close/>
                  <a:moveTo>
                    <a:pt x="12294" y="90542"/>
                  </a:moveTo>
                  <a:cubicBezTo>
                    <a:pt x="11629" y="92696"/>
                    <a:pt x="10798" y="94685"/>
                    <a:pt x="10798" y="97502"/>
                  </a:cubicBezTo>
                  <a:cubicBezTo>
                    <a:pt x="10798" y="105290"/>
                    <a:pt x="17446" y="111587"/>
                    <a:pt x="26589" y="111587"/>
                  </a:cubicBezTo>
                  <a:cubicBezTo>
                    <a:pt x="43211" y="111587"/>
                    <a:pt x="50525" y="88720"/>
                    <a:pt x="50525" y="86234"/>
                  </a:cubicBezTo>
                  <a:cubicBezTo>
                    <a:pt x="50525" y="84080"/>
                    <a:pt x="48364" y="84080"/>
                    <a:pt x="47865" y="84080"/>
                  </a:cubicBezTo>
                  <a:cubicBezTo>
                    <a:pt x="45538" y="84080"/>
                    <a:pt x="45372" y="85074"/>
                    <a:pt x="44707" y="86897"/>
                  </a:cubicBezTo>
                  <a:cubicBezTo>
                    <a:pt x="40884" y="100153"/>
                    <a:pt x="33570" y="106947"/>
                    <a:pt x="27087" y="106947"/>
                  </a:cubicBezTo>
                  <a:cubicBezTo>
                    <a:pt x="23763" y="106947"/>
                    <a:pt x="22932" y="104793"/>
                    <a:pt x="22932" y="101147"/>
                  </a:cubicBezTo>
                  <a:cubicBezTo>
                    <a:pt x="22932" y="97336"/>
                    <a:pt x="24095" y="94188"/>
                    <a:pt x="25591" y="90542"/>
                  </a:cubicBezTo>
                  <a:cubicBezTo>
                    <a:pt x="27254" y="86068"/>
                    <a:pt x="29082" y="81594"/>
                    <a:pt x="30910" y="77286"/>
                  </a:cubicBezTo>
                  <a:cubicBezTo>
                    <a:pt x="32406" y="73309"/>
                    <a:pt x="38390" y="58230"/>
                    <a:pt x="39055" y="56242"/>
                  </a:cubicBezTo>
                  <a:cubicBezTo>
                    <a:pt x="39554" y="54584"/>
                    <a:pt x="40053" y="52596"/>
                    <a:pt x="40053" y="50939"/>
                  </a:cubicBezTo>
                  <a:cubicBezTo>
                    <a:pt x="40053" y="43151"/>
                    <a:pt x="33404" y="36854"/>
                    <a:pt x="24262" y="36854"/>
                  </a:cubicBezTo>
                  <a:cubicBezTo>
                    <a:pt x="7806" y="36854"/>
                    <a:pt x="159" y="59390"/>
                    <a:pt x="159" y="62207"/>
                  </a:cubicBezTo>
                  <a:cubicBezTo>
                    <a:pt x="159" y="64361"/>
                    <a:pt x="2486" y="64361"/>
                    <a:pt x="2985" y="64361"/>
                  </a:cubicBezTo>
                  <a:cubicBezTo>
                    <a:pt x="5312" y="64361"/>
                    <a:pt x="5478" y="63533"/>
                    <a:pt x="5977" y="61710"/>
                  </a:cubicBezTo>
                  <a:cubicBezTo>
                    <a:pt x="10299" y="47459"/>
                    <a:pt x="17613" y="41494"/>
                    <a:pt x="23763" y="41494"/>
                  </a:cubicBezTo>
                  <a:cubicBezTo>
                    <a:pt x="26422" y="41494"/>
                    <a:pt x="27918" y="42819"/>
                    <a:pt x="27918" y="47293"/>
                  </a:cubicBezTo>
                  <a:cubicBezTo>
                    <a:pt x="27918" y="51105"/>
                    <a:pt x="26921" y="53590"/>
                    <a:pt x="22766" y="63864"/>
                  </a:cubicBezTo>
                  <a:lnTo>
                    <a:pt x="1229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3" name="Freeform: Shape 472">
              <a:extLst>
                <a:ext uri="{FF2B5EF4-FFF2-40B4-BE49-F238E27FC236}">
                  <a16:creationId xmlns:a16="http://schemas.microsoft.com/office/drawing/2014/main" id="{1D7791C1-597B-2EFC-8BA6-3B8CC9F2453B}"/>
                </a:ext>
              </a:extLst>
            </p:cNvPr>
            <p:cNvSpPr/>
            <p:nvPr>
              <p:custDataLst>
                <p:tags r:id="rId34"/>
              </p:custDataLst>
            </p:nvPr>
          </p:nvSpPr>
          <p:spPr>
            <a:xfrm>
              <a:off x="9066276" y="7009705"/>
              <a:ext cx="145088" cy="9468"/>
            </a:xfrm>
            <a:custGeom>
              <a:avLst/>
              <a:gdLst>
                <a:gd name="connsiteX0" fmla="*/ 136942 w 145088"/>
                <a:gd name="connsiteY0" fmla="*/ 9535 h 9468"/>
                <a:gd name="connsiteX1" fmla="*/ 145253 w 145088"/>
                <a:gd name="connsiteY1" fmla="*/ 4801 h 9468"/>
                <a:gd name="connsiteX2" fmla="*/ 136942 w 145088"/>
                <a:gd name="connsiteY2" fmla="*/ 66 h 9468"/>
                <a:gd name="connsiteX3" fmla="*/ 8476 w 145088"/>
                <a:gd name="connsiteY3" fmla="*/ 66 h 9468"/>
                <a:gd name="connsiteX4" fmla="*/ 165 w 145088"/>
                <a:gd name="connsiteY4" fmla="*/ 4801 h 9468"/>
                <a:gd name="connsiteX5" fmla="*/ 8476 w 145088"/>
                <a:gd name="connsiteY5" fmla="*/ 9535 h 9468"/>
                <a:gd name="connsiteX6" fmla="*/ 136942 w 145088"/>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088" h="9468">
                  <a:moveTo>
                    <a:pt x="136942" y="9535"/>
                  </a:moveTo>
                  <a:cubicBezTo>
                    <a:pt x="140979" y="9535"/>
                    <a:pt x="145253" y="9535"/>
                    <a:pt x="145253" y="4801"/>
                  </a:cubicBezTo>
                  <a:cubicBezTo>
                    <a:pt x="145253" y="66"/>
                    <a:pt x="140979" y="66"/>
                    <a:pt x="136942" y="66"/>
                  </a:cubicBezTo>
                  <a:lnTo>
                    <a:pt x="8476" y="66"/>
                  </a:lnTo>
                  <a:cubicBezTo>
                    <a:pt x="4439" y="66"/>
                    <a:pt x="165" y="66"/>
                    <a:pt x="165" y="4801"/>
                  </a:cubicBezTo>
                  <a:cubicBezTo>
                    <a:pt x="165" y="9535"/>
                    <a:pt x="4439" y="9535"/>
                    <a:pt x="8476" y="9535"/>
                  </a:cubicBezTo>
                  <a:lnTo>
                    <a:pt x="13694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4" name="Freeform: Shape 473">
              <a:extLst>
                <a:ext uri="{FF2B5EF4-FFF2-40B4-BE49-F238E27FC236}">
                  <a16:creationId xmlns:a16="http://schemas.microsoft.com/office/drawing/2014/main" id="{ECC28997-5253-32C2-BABE-A4868D8356EF}"/>
                </a:ext>
              </a:extLst>
            </p:cNvPr>
            <p:cNvSpPr/>
            <p:nvPr>
              <p:custDataLst>
                <p:tags r:id="rId35"/>
              </p:custDataLst>
            </p:nvPr>
          </p:nvSpPr>
          <p:spPr>
            <a:xfrm>
              <a:off x="9372627" y="6846868"/>
              <a:ext cx="63401" cy="36454"/>
            </a:xfrm>
            <a:custGeom>
              <a:avLst/>
              <a:gdLst>
                <a:gd name="connsiteX0" fmla="*/ 31997 w 63401"/>
                <a:gd name="connsiteY0" fmla="*/ 64 h 36454"/>
                <a:gd name="connsiteX1" fmla="*/ 177 w 63401"/>
                <a:gd name="connsiteY1" fmla="*/ 32258 h 36454"/>
                <a:gd name="connsiteX2" fmla="*/ 4452 w 63401"/>
                <a:gd name="connsiteY2" fmla="*/ 36519 h 36454"/>
                <a:gd name="connsiteX3" fmla="*/ 31997 w 63401"/>
                <a:gd name="connsiteY3" fmla="*/ 12373 h 36454"/>
                <a:gd name="connsiteX4" fmla="*/ 59305 w 63401"/>
                <a:gd name="connsiteY4" fmla="*/ 36519 h 36454"/>
                <a:gd name="connsiteX5" fmla="*/ 63579 w 63401"/>
                <a:gd name="connsiteY5" fmla="*/ 32258 h 36454"/>
                <a:gd name="connsiteX6" fmla="*/ 31997 w 63401"/>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01" h="36454">
                  <a:moveTo>
                    <a:pt x="31997" y="64"/>
                  </a:moveTo>
                  <a:lnTo>
                    <a:pt x="177" y="32258"/>
                  </a:lnTo>
                  <a:lnTo>
                    <a:pt x="4452" y="36519"/>
                  </a:lnTo>
                  <a:lnTo>
                    <a:pt x="31997" y="12373"/>
                  </a:lnTo>
                  <a:lnTo>
                    <a:pt x="59305" y="36519"/>
                  </a:lnTo>
                  <a:lnTo>
                    <a:pt x="63579" y="32258"/>
                  </a:lnTo>
                  <a:lnTo>
                    <a:pt x="31997"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5" name="Freeform: Shape 474">
              <a:extLst>
                <a:ext uri="{FF2B5EF4-FFF2-40B4-BE49-F238E27FC236}">
                  <a16:creationId xmlns:a16="http://schemas.microsoft.com/office/drawing/2014/main" id="{C9039E12-1A46-ECE6-A2F0-B89F68B68B52}"/>
                </a:ext>
              </a:extLst>
            </p:cNvPr>
            <p:cNvSpPr/>
            <p:nvPr>
              <p:custDataLst>
                <p:tags r:id="rId36"/>
              </p:custDataLst>
            </p:nvPr>
          </p:nvSpPr>
          <p:spPr>
            <a:xfrm>
              <a:off x="9291120" y="6906495"/>
              <a:ext cx="129446" cy="213048"/>
            </a:xfrm>
            <a:custGeom>
              <a:avLst/>
              <a:gdLst>
                <a:gd name="connsiteX0" fmla="*/ 129621 w 129446"/>
                <a:gd name="connsiteY0" fmla="*/ 32497 h 213048"/>
                <a:gd name="connsiteX1" fmla="*/ 97326 w 129446"/>
                <a:gd name="connsiteY1" fmla="*/ 66 h 213048"/>
                <a:gd name="connsiteX2" fmla="*/ 68594 w 129446"/>
                <a:gd name="connsiteY2" fmla="*/ 10009 h 213048"/>
                <a:gd name="connsiteX3" fmla="*/ 37961 w 129446"/>
                <a:gd name="connsiteY3" fmla="*/ 60430 h 213048"/>
                <a:gd name="connsiteX4" fmla="*/ 205 w 129446"/>
                <a:gd name="connsiteY4" fmla="*/ 210747 h 213048"/>
                <a:gd name="connsiteX5" fmla="*/ 3054 w 129446"/>
                <a:gd name="connsiteY5" fmla="*/ 213115 h 213048"/>
                <a:gd name="connsiteX6" fmla="*/ 5904 w 129446"/>
                <a:gd name="connsiteY6" fmla="*/ 211931 h 213048"/>
                <a:gd name="connsiteX7" fmla="*/ 22526 w 129446"/>
                <a:gd name="connsiteY7" fmla="*/ 146596 h 213048"/>
                <a:gd name="connsiteX8" fmla="*/ 54821 w 129446"/>
                <a:gd name="connsiteY8" fmla="*/ 169558 h 213048"/>
                <a:gd name="connsiteX9" fmla="*/ 100651 w 129446"/>
                <a:gd name="connsiteY9" fmla="*/ 150857 h 213048"/>
                <a:gd name="connsiteX10" fmla="*/ 119648 w 129446"/>
                <a:gd name="connsiteY10" fmla="*/ 107301 h 213048"/>
                <a:gd name="connsiteX11" fmla="*/ 102313 w 129446"/>
                <a:gd name="connsiteY11" fmla="*/ 72029 h 213048"/>
                <a:gd name="connsiteX12" fmla="*/ 129621 w 129446"/>
                <a:gd name="connsiteY12" fmla="*/ 32497 h 213048"/>
                <a:gd name="connsiteX13" fmla="*/ 86878 w 129446"/>
                <a:gd name="connsiteY13" fmla="*/ 71793 h 213048"/>
                <a:gd name="connsiteX14" fmla="*/ 75480 w 129446"/>
                <a:gd name="connsiteY14" fmla="*/ 73450 h 213048"/>
                <a:gd name="connsiteX15" fmla="*/ 65032 w 129446"/>
                <a:gd name="connsiteY15" fmla="*/ 72503 h 213048"/>
                <a:gd name="connsiteX16" fmla="*/ 76667 w 129446"/>
                <a:gd name="connsiteY16" fmla="*/ 70609 h 213048"/>
                <a:gd name="connsiteX17" fmla="*/ 86878 w 129446"/>
                <a:gd name="connsiteY17" fmla="*/ 71793 h 213048"/>
                <a:gd name="connsiteX18" fmla="*/ 116323 w 129446"/>
                <a:gd name="connsiteY18" fmla="*/ 27052 h 213048"/>
                <a:gd name="connsiteX19" fmla="*/ 94952 w 129446"/>
                <a:gd name="connsiteY19" fmla="*/ 68005 h 213048"/>
                <a:gd name="connsiteX20" fmla="*/ 76667 w 129446"/>
                <a:gd name="connsiteY20" fmla="*/ 65164 h 213048"/>
                <a:gd name="connsiteX21" fmla="*/ 58383 w 129446"/>
                <a:gd name="connsiteY21" fmla="*/ 72739 h 213048"/>
                <a:gd name="connsiteX22" fmla="*/ 74767 w 129446"/>
                <a:gd name="connsiteY22" fmla="*/ 78657 h 213048"/>
                <a:gd name="connsiteX23" fmla="*/ 94239 w 129446"/>
                <a:gd name="connsiteY23" fmla="*/ 75580 h 213048"/>
                <a:gd name="connsiteX24" fmla="*/ 104688 w 129446"/>
                <a:gd name="connsiteY24" fmla="*/ 102329 h 213048"/>
                <a:gd name="connsiteX25" fmla="*/ 92815 w 129446"/>
                <a:gd name="connsiteY25" fmla="*/ 143045 h 213048"/>
                <a:gd name="connsiteX26" fmla="*/ 54108 w 129446"/>
                <a:gd name="connsiteY26" fmla="*/ 164350 h 213048"/>
                <a:gd name="connsiteX27" fmla="*/ 27038 w 129446"/>
                <a:gd name="connsiteY27" fmla="*/ 133813 h 213048"/>
                <a:gd name="connsiteX28" fmla="*/ 28225 w 129446"/>
                <a:gd name="connsiteY28" fmla="*/ 123398 h 213048"/>
                <a:gd name="connsiteX29" fmla="*/ 43423 w 129446"/>
                <a:gd name="connsiteY29" fmla="*/ 63507 h 213048"/>
                <a:gd name="connsiteX30" fmla="*/ 94239 w 129446"/>
                <a:gd name="connsiteY30" fmla="*/ 5511 h 213048"/>
                <a:gd name="connsiteX31" fmla="*/ 116323 w 129446"/>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446" h="213048">
                  <a:moveTo>
                    <a:pt x="129621" y="32497"/>
                  </a:moveTo>
                  <a:cubicBezTo>
                    <a:pt x="129621" y="14743"/>
                    <a:pt x="116561" y="66"/>
                    <a:pt x="97326" y="66"/>
                  </a:cubicBezTo>
                  <a:cubicBezTo>
                    <a:pt x="83554" y="66"/>
                    <a:pt x="76905" y="3854"/>
                    <a:pt x="68594" y="10009"/>
                  </a:cubicBezTo>
                  <a:cubicBezTo>
                    <a:pt x="55533" y="19477"/>
                    <a:pt x="42473" y="42439"/>
                    <a:pt x="37961" y="60430"/>
                  </a:cubicBezTo>
                  <a:lnTo>
                    <a:pt x="205" y="210747"/>
                  </a:lnTo>
                  <a:cubicBezTo>
                    <a:pt x="-33" y="211694"/>
                    <a:pt x="1155" y="213115"/>
                    <a:pt x="3054" y="213115"/>
                  </a:cubicBezTo>
                  <a:cubicBezTo>
                    <a:pt x="4954" y="213115"/>
                    <a:pt x="5666" y="212641"/>
                    <a:pt x="5904" y="211931"/>
                  </a:cubicBezTo>
                  <a:lnTo>
                    <a:pt x="22526" y="146596"/>
                  </a:lnTo>
                  <a:cubicBezTo>
                    <a:pt x="27038" y="160799"/>
                    <a:pt x="37486" y="169558"/>
                    <a:pt x="54821" y="169558"/>
                  </a:cubicBezTo>
                  <a:cubicBezTo>
                    <a:pt x="72155" y="169558"/>
                    <a:pt x="89965" y="161273"/>
                    <a:pt x="100651" y="150857"/>
                  </a:cubicBezTo>
                  <a:cubicBezTo>
                    <a:pt x="112049" y="139968"/>
                    <a:pt x="119648" y="124818"/>
                    <a:pt x="119648" y="107301"/>
                  </a:cubicBezTo>
                  <a:cubicBezTo>
                    <a:pt x="119648" y="90257"/>
                    <a:pt x="110861" y="77947"/>
                    <a:pt x="102313" y="72029"/>
                  </a:cubicBezTo>
                  <a:cubicBezTo>
                    <a:pt x="116086" y="64218"/>
                    <a:pt x="129621" y="49541"/>
                    <a:pt x="129621" y="32497"/>
                  </a:cubicBezTo>
                  <a:close/>
                  <a:moveTo>
                    <a:pt x="86878" y="71793"/>
                  </a:moveTo>
                  <a:cubicBezTo>
                    <a:pt x="83791" y="72976"/>
                    <a:pt x="81179" y="73450"/>
                    <a:pt x="75480" y="73450"/>
                  </a:cubicBezTo>
                  <a:cubicBezTo>
                    <a:pt x="72155" y="73450"/>
                    <a:pt x="67406" y="73686"/>
                    <a:pt x="65032" y="72503"/>
                  </a:cubicBezTo>
                  <a:cubicBezTo>
                    <a:pt x="65507" y="70136"/>
                    <a:pt x="74055" y="70609"/>
                    <a:pt x="76667" y="70609"/>
                  </a:cubicBezTo>
                  <a:cubicBezTo>
                    <a:pt x="81654" y="70609"/>
                    <a:pt x="83791" y="70609"/>
                    <a:pt x="86878" y="71793"/>
                  </a:cubicBezTo>
                  <a:close/>
                  <a:moveTo>
                    <a:pt x="116323" y="27052"/>
                  </a:moveTo>
                  <a:cubicBezTo>
                    <a:pt x="116323" y="43623"/>
                    <a:pt x="107300" y="60667"/>
                    <a:pt x="94952" y="68005"/>
                  </a:cubicBezTo>
                  <a:cubicBezTo>
                    <a:pt x="88540" y="65638"/>
                    <a:pt x="83791" y="65164"/>
                    <a:pt x="76667" y="65164"/>
                  </a:cubicBezTo>
                  <a:cubicBezTo>
                    <a:pt x="71681" y="65164"/>
                    <a:pt x="58383" y="64928"/>
                    <a:pt x="58383" y="72739"/>
                  </a:cubicBezTo>
                  <a:cubicBezTo>
                    <a:pt x="58145" y="79368"/>
                    <a:pt x="70493" y="78657"/>
                    <a:pt x="74767" y="78657"/>
                  </a:cubicBezTo>
                  <a:cubicBezTo>
                    <a:pt x="83554" y="78657"/>
                    <a:pt x="87115" y="78421"/>
                    <a:pt x="94239" y="75580"/>
                  </a:cubicBezTo>
                  <a:cubicBezTo>
                    <a:pt x="103263" y="84102"/>
                    <a:pt x="104450" y="91440"/>
                    <a:pt x="104688" y="102329"/>
                  </a:cubicBezTo>
                  <a:cubicBezTo>
                    <a:pt x="105162" y="116059"/>
                    <a:pt x="99463" y="133813"/>
                    <a:pt x="92815" y="143045"/>
                  </a:cubicBezTo>
                  <a:cubicBezTo>
                    <a:pt x="83554" y="155828"/>
                    <a:pt x="67644" y="164350"/>
                    <a:pt x="54108" y="164350"/>
                  </a:cubicBezTo>
                  <a:cubicBezTo>
                    <a:pt x="36061" y="164350"/>
                    <a:pt x="27038" y="150620"/>
                    <a:pt x="27038" y="133813"/>
                  </a:cubicBezTo>
                  <a:cubicBezTo>
                    <a:pt x="27038" y="131446"/>
                    <a:pt x="27038" y="127895"/>
                    <a:pt x="28225" y="123398"/>
                  </a:cubicBezTo>
                  <a:lnTo>
                    <a:pt x="43423" y="63507"/>
                  </a:lnTo>
                  <a:cubicBezTo>
                    <a:pt x="48647" y="43149"/>
                    <a:pt x="65744" y="5511"/>
                    <a:pt x="94239" y="5511"/>
                  </a:cubicBezTo>
                  <a:cubicBezTo>
                    <a:pt x="108012" y="5511"/>
                    <a:pt x="116323" y="12849"/>
                    <a:pt x="11632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6" name="Freeform: Shape 475">
              <a:extLst>
                <a:ext uri="{FF2B5EF4-FFF2-40B4-BE49-F238E27FC236}">
                  <a16:creationId xmlns:a16="http://schemas.microsoft.com/office/drawing/2014/main" id="{AAEFA975-E6E9-C13D-B383-9AD0E89435F5}"/>
                </a:ext>
              </a:extLst>
            </p:cNvPr>
            <p:cNvSpPr/>
            <p:nvPr>
              <p:custDataLst>
                <p:tags r:id="rId37"/>
              </p:custDataLst>
            </p:nvPr>
          </p:nvSpPr>
          <p:spPr>
            <a:xfrm>
              <a:off x="9426984" y="6999100"/>
              <a:ext cx="77127" cy="113341"/>
            </a:xfrm>
            <a:custGeom>
              <a:avLst/>
              <a:gdLst>
                <a:gd name="connsiteX0" fmla="*/ 77308 w 77127"/>
                <a:gd name="connsiteY0" fmla="*/ 57236 h 113341"/>
                <a:gd name="connsiteX1" fmla="*/ 67500 w 77127"/>
                <a:gd name="connsiteY1" fmla="*/ 14318 h 113341"/>
                <a:gd name="connsiteX2" fmla="*/ 38744 w 77127"/>
                <a:gd name="connsiteY2" fmla="*/ 68 h 113341"/>
                <a:gd name="connsiteX3" fmla="*/ 180 w 77127"/>
                <a:gd name="connsiteY3" fmla="*/ 57236 h 113341"/>
                <a:gd name="connsiteX4" fmla="*/ 38744 w 77127"/>
                <a:gd name="connsiteY4" fmla="*/ 113409 h 113341"/>
                <a:gd name="connsiteX5" fmla="*/ 77308 w 77127"/>
                <a:gd name="connsiteY5" fmla="*/ 57236 h 113341"/>
                <a:gd name="connsiteX6" fmla="*/ 38744 w 77127"/>
                <a:gd name="connsiteY6" fmla="*/ 108770 h 113341"/>
                <a:gd name="connsiteX7" fmla="*/ 17634 w 77127"/>
                <a:gd name="connsiteY7" fmla="*/ 90708 h 113341"/>
                <a:gd name="connsiteX8" fmla="*/ 15307 w 77127"/>
                <a:gd name="connsiteY8" fmla="*/ 55082 h 113341"/>
                <a:gd name="connsiteX9" fmla="*/ 17800 w 77127"/>
                <a:gd name="connsiteY9" fmla="*/ 21278 h 113341"/>
                <a:gd name="connsiteX10" fmla="*/ 38744 w 77127"/>
                <a:gd name="connsiteY10" fmla="*/ 4707 h 113341"/>
                <a:gd name="connsiteX11" fmla="*/ 59356 w 77127"/>
                <a:gd name="connsiteY11" fmla="*/ 19787 h 113341"/>
                <a:gd name="connsiteX12" fmla="*/ 62181 w 77127"/>
                <a:gd name="connsiteY12" fmla="*/ 55082 h 113341"/>
                <a:gd name="connsiteX13" fmla="*/ 60020 w 77127"/>
                <a:gd name="connsiteY13" fmla="*/ 90045 h 113341"/>
                <a:gd name="connsiteX14" fmla="*/ 38744 w 77127"/>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127" h="113341">
                  <a:moveTo>
                    <a:pt x="77308" y="57236"/>
                  </a:moveTo>
                  <a:cubicBezTo>
                    <a:pt x="77308" y="39008"/>
                    <a:pt x="75147" y="25918"/>
                    <a:pt x="67500" y="14318"/>
                  </a:cubicBezTo>
                  <a:cubicBezTo>
                    <a:pt x="62348" y="6696"/>
                    <a:pt x="52042" y="68"/>
                    <a:pt x="38744" y="68"/>
                  </a:cubicBezTo>
                  <a:cubicBezTo>
                    <a:pt x="180" y="68"/>
                    <a:pt x="180" y="45305"/>
                    <a:pt x="180" y="57236"/>
                  </a:cubicBezTo>
                  <a:cubicBezTo>
                    <a:pt x="180" y="69166"/>
                    <a:pt x="180" y="113409"/>
                    <a:pt x="38744" y="113409"/>
                  </a:cubicBezTo>
                  <a:cubicBezTo>
                    <a:pt x="77308" y="113409"/>
                    <a:pt x="77308" y="69166"/>
                    <a:pt x="77308" y="57236"/>
                  </a:cubicBezTo>
                  <a:close/>
                  <a:moveTo>
                    <a:pt x="38744" y="108770"/>
                  </a:moveTo>
                  <a:cubicBezTo>
                    <a:pt x="31098" y="108770"/>
                    <a:pt x="20958" y="104296"/>
                    <a:pt x="17634" y="90708"/>
                  </a:cubicBezTo>
                  <a:cubicBezTo>
                    <a:pt x="15307" y="80931"/>
                    <a:pt x="15307" y="67344"/>
                    <a:pt x="15307" y="55082"/>
                  </a:cubicBezTo>
                  <a:cubicBezTo>
                    <a:pt x="15307" y="42985"/>
                    <a:pt x="15307" y="30392"/>
                    <a:pt x="17800" y="21278"/>
                  </a:cubicBezTo>
                  <a:cubicBezTo>
                    <a:pt x="21291" y="8187"/>
                    <a:pt x="31929" y="4707"/>
                    <a:pt x="38744" y="4707"/>
                  </a:cubicBezTo>
                  <a:cubicBezTo>
                    <a:pt x="47720" y="4707"/>
                    <a:pt x="56364" y="10176"/>
                    <a:pt x="59356" y="19787"/>
                  </a:cubicBezTo>
                  <a:cubicBezTo>
                    <a:pt x="62015" y="28735"/>
                    <a:pt x="62181" y="40665"/>
                    <a:pt x="62181" y="55082"/>
                  </a:cubicBezTo>
                  <a:cubicBezTo>
                    <a:pt x="62181" y="67344"/>
                    <a:pt x="62181" y="79606"/>
                    <a:pt x="60020" y="90045"/>
                  </a:cubicBezTo>
                  <a:cubicBezTo>
                    <a:pt x="56696" y="105124"/>
                    <a:pt x="45393" y="108770"/>
                    <a:pt x="38744"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7" name="Freeform: Shape 476">
              <a:extLst>
                <a:ext uri="{FF2B5EF4-FFF2-40B4-BE49-F238E27FC236}">
                  <a16:creationId xmlns:a16="http://schemas.microsoft.com/office/drawing/2014/main" id="{4953B0A1-D04B-81D6-6BEB-769E0E9A14A5}"/>
                </a:ext>
              </a:extLst>
            </p:cNvPr>
            <p:cNvSpPr/>
            <p:nvPr>
              <p:custDataLst>
                <p:tags r:id="rId38"/>
              </p:custDataLst>
            </p:nvPr>
          </p:nvSpPr>
          <p:spPr>
            <a:xfrm>
              <a:off x="9597345" y="7009705"/>
              <a:ext cx="145088" cy="9468"/>
            </a:xfrm>
            <a:custGeom>
              <a:avLst/>
              <a:gdLst>
                <a:gd name="connsiteX0" fmla="*/ 136964 w 145088"/>
                <a:gd name="connsiteY0" fmla="*/ 9535 h 9468"/>
                <a:gd name="connsiteX1" fmla="*/ 145275 w 145088"/>
                <a:gd name="connsiteY1" fmla="*/ 4801 h 9468"/>
                <a:gd name="connsiteX2" fmla="*/ 136964 w 145088"/>
                <a:gd name="connsiteY2" fmla="*/ 66 h 9468"/>
                <a:gd name="connsiteX3" fmla="*/ 8498 w 145088"/>
                <a:gd name="connsiteY3" fmla="*/ 66 h 9468"/>
                <a:gd name="connsiteX4" fmla="*/ 187 w 145088"/>
                <a:gd name="connsiteY4" fmla="*/ 4801 h 9468"/>
                <a:gd name="connsiteX5" fmla="*/ 8498 w 145088"/>
                <a:gd name="connsiteY5" fmla="*/ 9535 h 9468"/>
                <a:gd name="connsiteX6" fmla="*/ 136964 w 145088"/>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088" h="9468">
                  <a:moveTo>
                    <a:pt x="136964" y="9535"/>
                  </a:moveTo>
                  <a:cubicBezTo>
                    <a:pt x="141001" y="9535"/>
                    <a:pt x="145275" y="9535"/>
                    <a:pt x="145275" y="4801"/>
                  </a:cubicBezTo>
                  <a:cubicBezTo>
                    <a:pt x="145275" y="66"/>
                    <a:pt x="141001" y="66"/>
                    <a:pt x="136964" y="66"/>
                  </a:cubicBezTo>
                  <a:lnTo>
                    <a:pt x="8498" y="66"/>
                  </a:lnTo>
                  <a:cubicBezTo>
                    <a:pt x="4461" y="66"/>
                    <a:pt x="187" y="66"/>
                    <a:pt x="187" y="4801"/>
                  </a:cubicBezTo>
                  <a:cubicBezTo>
                    <a:pt x="187" y="9535"/>
                    <a:pt x="4461" y="9535"/>
                    <a:pt x="8498" y="9535"/>
                  </a:cubicBezTo>
                  <a:lnTo>
                    <a:pt x="136964"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8" name="Freeform: Shape 477">
              <a:extLst>
                <a:ext uri="{FF2B5EF4-FFF2-40B4-BE49-F238E27FC236}">
                  <a16:creationId xmlns:a16="http://schemas.microsoft.com/office/drawing/2014/main" id="{25C7763C-38DD-040D-0B00-1A791C9C86A7}"/>
                </a:ext>
              </a:extLst>
            </p:cNvPr>
            <p:cNvSpPr/>
            <p:nvPr>
              <p:custDataLst>
                <p:tags r:id="rId39"/>
              </p:custDataLst>
            </p:nvPr>
          </p:nvSpPr>
          <p:spPr>
            <a:xfrm>
              <a:off x="9903696" y="6846868"/>
              <a:ext cx="63401" cy="36454"/>
            </a:xfrm>
            <a:custGeom>
              <a:avLst/>
              <a:gdLst>
                <a:gd name="connsiteX0" fmla="*/ 32019 w 63401"/>
                <a:gd name="connsiteY0" fmla="*/ 64 h 36454"/>
                <a:gd name="connsiteX1" fmla="*/ 200 w 63401"/>
                <a:gd name="connsiteY1" fmla="*/ 32258 h 36454"/>
                <a:gd name="connsiteX2" fmla="*/ 4474 w 63401"/>
                <a:gd name="connsiteY2" fmla="*/ 36519 h 36454"/>
                <a:gd name="connsiteX3" fmla="*/ 32019 w 63401"/>
                <a:gd name="connsiteY3" fmla="*/ 12373 h 36454"/>
                <a:gd name="connsiteX4" fmla="*/ 59327 w 63401"/>
                <a:gd name="connsiteY4" fmla="*/ 36519 h 36454"/>
                <a:gd name="connsiteX5" fmla="*/ 63602 w 63401"/>
                <a:gd name="connsiteY5" fmla="*/ 32258 h 36454"/>
                <a:gd name="connsiteX6" fmla="*/ 32019 w 63401"/>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01" h="36454">
                  <a:moveTo>
                    <a:pt x="32019" y="64"/>
                  </a:moveTo>
                  <a:lnTo>
                    <a:pt x="200" y="32258"/>
                  </a:lnTo>
                  <a:lnTo>
                    <a:pt x="4474" y="36519"/>
                  </a:lnTo>
                  <a:lnTo>
                    <a:pt x="32019" y="12373"/>
                  </a:lnTo>
                  <a:lnTo>
                    <a:pt x="59327" y="36519"/>
                  </a:lnTo>
                  <a:lnTo>
                    <a:pt x="63602" y="32258"/>
                  </a:lnTo>
                  <a:lnTo>
                    <a:pt x="32019"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9" name="Freeform: Shape 478">
              <a:extLst>
                <a:ext uri="{FF2B5EF4-FFF2-40B4-BE49-F238E27FC236}">
                  <a16:creationId xmlns:a16="http://schemas.microsoft.com/office/drawing/2014/main" id="{7A8BE09C-CF21-F627-7C2C-59EE90A6E279}"/>
                </a:ext>
              </a:extLst>
            </p:cNvPr>
            <p:cNvSpPr/>
            <p:nvPr>
              <p:custDataLst>
                <p:tags r:id="rId40"/>
              </p:custDataLst>
            </p:nvPr>
          </p:nvSpPr>
          <p:spPr>
            <a:xfrm>
              <a:off x="9822189" y="6906495"/>
              <a:ext cx="129446" cy="213048"/>
            </a:xfrm>
            <a:custGeom>
              <a:avLst/>
              <a:gdLst>
                <a:gd name="connsiteX0" fmla="*/ 129643 w 129446"/>
                <a:gd name="connsiteY0" fmla="*/ 32497 h 213048"/>
                <a:gd name="connsiteX1" fmla="*/ 97349 w 129446"/>
                <a:gd name="connsiteY1" fmla="*/ 66 h 213048"/>
                <a:gd name="connsiteX2" fmla="*/ 68616 w 129446"/>
                <a:gd name="connsiteY2" fmla="*/ 10009 h 213048"/>
                <a:gd name="connsiteX3" fmla="*/ 37983 w 129446"/>
                <a:gd name="connsiteY3" fmla="*/ 60430 h 213048"/>
                <a:gd name="connsiteX4" fmla="*/ 227 w 129446"/>
                <a:gd name="connsiteY4" fmla="*/ 210747 h 213048"/>
                <a:gd name="connsiteX5" fmla="*/ 3077 w 129446"/>
                <a:gd name="connsiteY5" fmla="*/ 213115 h 213048"/>
                <a:gd name="connsiteX6" fmla="*/ 5926 w 129446"/>
                <a:gd name="connsiteY6" fmla="*/ 211931 h 213048"/>
                <a:gd name="connsiteX7" fmla="*/ 22548 w 129446"/>
                <a:gd name="connsiteY7" fmla="*/ 146596 h 213048"/>
                <a:gd name="connsiteX8" fmla="*/ 54843 w 129446"/>
                <a:gd name="connsiteY8" fmla="*/ 169558 h 213048"/>
                <a:gd name="connsiteX9" fmla="*/ 100673 w 129446"/>
                <a:gd name="connsiteY9" fmla="*/ 150857 h 213048"/>
                <a:gd name="connsiteX10" fmla="*/ 119670 w 129446"/>
                <a:gd name="connsiteY10" fmla="*/ 107301 h 213048"/>
                <a:gd name="connsiteX11" fmla="*/ 102335 w 129446"/>
                <a:gd name="connsiteY11" fmla="*/ 72029 h 213048"/>
                <a:gd name="connsiteX12" fmla="*/ 129643 w 129446"/>
                <a:gd name="connsiteY12" fmla="*/ 32497 h 213048"/>
                <a:gd name="connsiteX13" fmla="*/ 86900 w 129446"/>
                <a:gd name="connsiteY13" fmla="*/ 71793 h 213048"/>
                <a:gd name="connsiteX14" fmla="*/ 75502 w 129446"/>
                <a:gd name="connsiteY14" fmla="*/ 73450 h 213048"/>
                <a:gd name="connsiteX15" fmla="*/ 65054 w 129446"/>
                <a:gd name="connsiteY15" fmla="*/ 72503 h 213048"/>
                <a:gd name="connsiteX16" fmla="*/ 76689 w 129446"/>
                <a:gd name="connsiteY16" fmla="*/ 70609 h 213048"/>
                <a:gd name="connsiteX17" fmla="*/ 86900 w 129446"/>
                <a:gd name="connsiteY17" fmla="*/ 71793 h 213048"/>
                <a:gd name="connsiteX18" fmla="*/ 116345 w 129446"/>
                <a:gd name="connsiteY18" fmla="*/ 27052 h 213048"/>
                <a:gd name="connsiteX19" fmla="*/ 94974 w 129446"/>
                <a:gd name="connsiteY19" fmla="*/ 68005 h 213048"/>
                <a:gd name="connsiteX20" fmla="*/ 76689 w 129446"/>
                <a:gd name="connsiteY20" fmla="*/ 65164 h 213048"/>
                <a:gd name="connsiteX21" fmla="*/ 58405 w 129446"/>
                <a:gd name="connsiteY21" fmla="*/ 72739 h 213048"/>
                <a:gd name="connsiteX22" fmla="*/ 74790 w 129446"/>
                <a:gd name="connsiteY22" fmla="*/ 78657 h 213048"/>
                <a:gd name="connsiteX23" fmla="*/ 94262 w 129446"/>
                <a:gd name="connsiteY23" fmla="*/ 75580 h 213048"/>
                <a:gd name="connsiteX24" fmla="*/ 104710 w 129446"/>
                <a:gd name="connsiteY24" fmla="*/ 102329 h 213048"/>
                <a:gd name="connsiteX25" fmla="*/ 92837 w 129446"/>
                <a:gd name="connsiteY25" fmla="*/ 143045 h 213048"/>
                <a:gd name="connsiteX26" fmla="*/ 54131 w 129446"/>
                <a:gd name="connsiteY26" fmla="*/ 164350 h 213048"/>
                <a:gd name="connsiteX27" fmla="*/ 27060 w 129446"/>
                <a:gd name="connsiteY27" fmla="*/ 133813 h 213048"/>
                <a:gd name="connsiteX28" fmla="*/ 28248 w 129446"/>
                <a:gd name="connsiteY28" fmla="*/ 123398 h 213048"/>
                <a:gd name="connsiteX29" fmla="*/ 43445 w 129446"/>
                <a:gd name="connsiteY29" fmla="*/ 63507 h 213048"/>
                <a:gd name="connsiteX30" fmla="*/ 94262 w 129446"/>
                <a:gd name="connsiteY30" fmla="*/ 5511 h 213048"/>
                <a:gd name="connsiteX31" fmla="*/ 116345 w 129446"/>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446" h="213048">
                  <a:moveTo>
                    <a:pt x="129643" y="32497"/>
                  </a:moveTo>
                  <a:cubicBezTo>
                    <a:pt x="129643" y="14743"/>
                    <a:pt x="116583" y="66"/>
                    <a:pt x="97349" y="66"/>
                  </a:cubicBezTo>
                  <a:cubicBezTo>
                    <a:pt x="83576" y="66"/>
                    <a:pt x="76927" y="3854"/>
                    <a:pt x="68616" y="10009"/>
                  </a:cubicBezTo>
                  <a:cubicBezTo>
                    <a:pt x="55555" y="19477"/>
                    <a:pt x="42495" y="42439"/>
                    <a:pt x="37983" y="60430"/>
                  </a:cubicBezTo>
                  <a:lnTo>
                    <a:pt x="227" y="210747"/>
                  </a:lnTo>
                  <a:cubicBezTo>
                    <a:pt x="-10" y="211694"/>
                    <a:pt x="1177" y="213115"/>
                    <a:pt x="3077" y="213115"/>
                  </a:cubicBezTo>
                  <a:cubicBezTo>
                    <a:pt x="4976" y="213115"/>
                    <a:pt x="5689" y="212641"/>
                    <a:pt x="5926" y="211931"/>
                  </a:cubicBezTo>
                  <a:lnTo>
                    <a:pt x="22548" y="146596"/>
                  </a:lnTo>
                  <a:cubicBezTo>
                    <a:pt x="27060" y="160799"/>
                    <a:pt x="37508" y="169558"/>
                    <a:pt x="54843" y="169558"/>
                  </a:cubicBezTo>
                  <a:cubicBezTo>
                    <a:pt x="72178" y="169558"/>
                    <a:pt x="89987" y="161273"/>
                    <a:pt x="100673" y="150857"/>
                  </a:cubicBezTo>
                  <a:cubicBezTo>
                    <a:pt x="112071" y="139968"/>
                    <a:pt x="119670" y="124818"/>
                    <a:pt x="119670" y="107301"/>
                  </a:cubicBezTo>
                  <a:cubicBezTo>
                    <a:pt x="119670" y="90257"/>
                    <a:pt x="110884" y="77947"/>
                    <a:pt x="102335" y="72029"/>
                  </a:cubicBezTo>
                  <a:cubicBezTo>
                    <a:pt x="116108" y="64218"/>
                    <a:pt x="129643" y="49541"/>
                    <a:pt x="129643" y="32497"/>
                  </a:cubicBezTo>
                  <a:close/>
                  <a:moveTo>
                    <a:pt x="86900" y="71793"/>
                  </a:moveTo>
                  <a:cubicBezTo>
                    <a:pt x="83813" y="72976"/>
                    <a:pt x="81201" y="73450"/>
                    <a:pt x="75502" y="73450"/>
                  </a:cubicBezTo>
                  <a:cubicBezTo>
                    <a:pt x="72178" y="73450"/>
                    <a:pt x="67428" y="73686"/>
                    <a:pt x="65054" y="72503"/>
                  </a:cubicBezTo>
                  <a:cubicBezTo>
                    <a:pt x="65529" y="70136"/>
                    <a:pt x="74077" y="70609"/>
                    <a:pt x="76689" y="70609"/>
                  </a:cubicBezTo>
                  <a:cubicBezTo>
                    <a:pt x="81676" y="70609"/>
                    <a:pt x="83813" y="70609"/>
                    <a:pt x="86900" y="71793"/>
                  </a:cubicBezTo>
                  <a:close/>
                  <a:moveTo>
                    <a:pt x="116345" y="27052"/>
                  </a:moveTo>
                  <a:cubicBezTo>
                    <a:pt x="116345" y="43623"/>
                    <a:pt x="107322" y="60667"/>
                    <a:pt x="94974" y="68005"/>
                  </a:cubicBezTo>
                  <a:cubicBezTo>
                    <a:pt x="88562" y="65638"/>
                    <a:pt x="83813" y="65164"/>
                    <a:pt x="76689" y="65164"/>
                  </a:cubicBezTo>
                  <a:cubicBezTo>
                    <a:pt x="71703" y="65164"/>
                    <a:pt x="58405" y="64928"/>
                    <a:pt x="58405" y="72739"/>
                  </a:cubicBezTo>
                  <a:cubicBezTo>
                    <a:pt x="58168" y="79368"/>
                    <a:pt x="70516" y="78657"/>
                    <a:pt x="74790" y="78657"/>
                  </a:cubicBezTo>
                  <a:cubicBezTo>
                    <a:pt x="83576" y="78657"/>
                    <a:pt x="87138" y="78421"/>
                    <a:pt x="94262" y="75580"/>
                  </a:cubicBezTo>
                  <a:cubicBezTo>
                    <a:pt x="103285" y="84102"/>
                    <a:pt x="104472" y="91440"/>
                    <a:pt x="104710" y="102329"/>
                  </a:cubicBezTo>
                  <a:cubicBezTo>
                    <a:pt x="105185" y="116059"/>
                    <a:pt x="99486" y="133813"/>
                    <a:pt x="92837" y="143045"/>
                  </a:cubicBezTo>
                  <a:cubicBezTo>
                    <a:pt x="83576" y="155828"/>
                    <a:pt x="67666" y="164350"/>
                    <a:pt x="54131" y="164350"/>
                  </a:cubicBezTo>
                  <a:cubicBezTo>
                    <a:pt x="36084" y="164350"/>
                    <a:pt x="27060" y="150620"/>
                    <a:pt x="27060" y="133813"/>
                  </a:cubicBezTo>
                  <a:cubicBezTo>
                    <a:pt x="27060" y="131446"/>
                    <a:pt x="27060" y="127895"/>
                    <a:pt x="28248" y="123398"/>
                  </a:cubicBezTo>
                  <a:lnTo>
                    <a:pt x="43445" y="63507"/>
                  </a:lnTo>
                  <a:cubicBezTo>
                    <a:pt x="48669" y="43149"/>
                    <a:pt x="65766" y="5511"/>
                    <a:pt x="94262" y="5511"/>
                  </a:cubicBezTo>
                  <a:cubicBezTo>
                    <a:pt x="108034" y="5511"/>
                    <a:pt x="116345" y="12849"/>
                    <a:pt x="116345"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0" name="Freeform: Shape 479">
              <a:extLst>
                <a:ext uri="{FF2B5EF4-FFF2-40B4-BE49-F238E27FC236}">
                  <a16:creationId xmlns:a16="http://schemas.microsoft.com/office/drawing/2014/main" id="{0290E1D4-F6B6-2740-4C8E-9750D9ACA748}"/>
                </a:ext>
              </a:extLst>
            </p:cNvPr>
            <p:cNvSpPr/>
            <p:nvPr>
              <p:custDataLst>
                <p:tags r:id="rId41"/>
              </p:custDataLst>
            </p:nvPr>
          </p:nvSpPr>
          <p:spPr>
            <a:xfrm>
              <a:off x="9967527" y="6999100"/>
              <a:ext cx="60504" cy="110027"/>
            </a:xfrm>
            <a:custGeom>
              <a:avLst/>
              <a:gdLst>
                <a:gd name="connsiteX0" fmla="*/ 37769 w 60504"/>
                <a:gd name="connsiteY0" fmla="*/ 4707 h 110027"/>
                <a:gd name="connsiteX1" fmla="*/ 32782 w 60504"/>
                <a:gd name="connsiteY1" fmla="*/ 68 h 110027"/>
                <a:gd name="connsiteX2" fmla="*/ 203 w 60504"/>
                <a:gd name="connsiteY2" fmla="*/ 10673 h 110027"/>
                <a:gd name="connsiteX3" fmla="*/ 203 w 60504"/>
                <a:gd name="connsiteY3" fmla="*/ 16638 h 110027"/>
                <a:gd name="connsiteX4" fmla="*/ 24305 w 60504"/>
                <a:gd name="connsiteY4" fmla="*/ 11998 h 110027"/>
                <a:gd name="connsiteX5" fmla="*/ 24305 w 60504"/>
                <a:gd name="connsiteY5" fmla="*/ 96508 h 110027"/>
                <a:gd name="connsiteX6" fmla="*/ 7683 w 60504"/>
                <a:gd name="connsiteY6" fmla="*/ 104130 h 110027"/>
                <a:gd name="connsiteX7" fmla="*/ 1366 w 60504"/>
                <a:gd name="connsiteY7" fmla="*/ 104130 h 110027"/>
                <a:gd name="connsiteX8" fmla="*/ 1366 w 60504"/>
                <a:gd name="connsiteY8" fmla="*/ 110095 h 110027"/>
                <a:gd name="connsiteX9" fmla="*/ 30954 w 60504"/>
                <a:gd name="connsiteY9" fmla="*/ 109433 h 110027"/>
                <a:gd name="connsiteX10" fmla="*/ 60708 w 60504"/>
                <a:gd name="connsiteY10" fmla="*/ 110095 h 110027"/>
                <a:gd name="connsiteX11" fmla="*/ 60708 w 60504"/>
                <a:gd name="connsiteY11" fmla="*/ 104130 h 110027"/>
                <a:gd name="connsiteX12" fmla="*/ 54391 w 60504"/>
                <a:gd name="connsiteY12" fmla="*/ 104130 h 110027"/>
                <a:gd name="connsiteX13" fmla="*/ 37769 w 60504"/>
                <a:gd name="connsiteY13" fmla="*/ 96508 h 110027"/>
                <a:gd name="connsiteX14" fmla="*/ 37769 w 60504"/>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504" h="110027">
                  <a:moveTo>
                    <a:pt x="37769" y="4707"/>
                  </a:moveTo>
                  <a:cubicBezTo>
                    <a:pt x="37769" y="233"/>
                    <a:pt x="37437" y="68"/>
                    <a:pt x="32782" y="68"/>
                  </a:cubicBezTo>
                  <a:cubicBezTo>
                    <a:pt x="22144" y="10507"/>
                    <a:pt x="7018" y="10673"/>
                    <a:pt x="203" y="10673"/>
                  </a:cubicBezTo>
                  <a:lnTo>
                    <a:pt x="203" y="16638"/>
                  </a:lnTo>
                  <a:cubicBezTo>
                    <a:pt x="4192" y="16638"/>
                    <a:pt x="15163" y="16638"/>
                    <a:pt x="24305" y="11998"/>
                  </a:cubicBezTo>
                  <a:lnTo>
                    <a:pt x="24305" y="96508"/>
                  </a:lnTo>
                  <a:cubicBezTo>
                    <a:pt x="24305" y="101976"/>
                    <a:pt x="24305" y="104130"/>
                    <a:pt x="7683" y="104130"/>
                  </a:cubicBezTo>
                  <a:lnTo>
                    <a:pt x="1366" y="104130"/>
                  </a:lnTo>
                  <a:lnTo>
                    <a:pt x="1366" y="110095"/>
                  </a:lnTo>
                  <a:cubicBezTo>
                    <a:pt x="4358" y="109930"/>
                    <a:pt x="24804" y="109433"/>
                    <a:pt x="30954" y="109433"/>
                  </a:cubicBezTo>
                  <a:cubicBezTo>
                    <a:pt x="36107" y="109433"/>
                    <a:pt x="57051" y="109930"/>
                    <a:pt x="60708" y="110095"/>
                  </a:cubicBezTo>
                  <a:lnTo>
                    <a:pt x="60708" y="104130"/>
                  </a:lnTo>
                  <a:lnTo>
                    <a:pt x="54391" y="104130"/>
                  </a:lnTo>
                  <a:cubicBezTo>
                    <a:pt x="37769" y="104130"/>
                    <a:pt x="37769" y="101976"/>
                    <a:pt x="37769" y="96508"/>
                  </a:cubicBezTo>
                  <a:lnTo>
                    <a:pt x="37769"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1" name="Freeform: Shape 480">
              <a:extLst>
                <a:ext uri="{FF2B5EF4-FFF2-40B4-BE49-F238E27FC236}">
                  <a16:creationId xmlns:a16="http://schemas.microsoft.com/office/drawing/2014/main" id="{2102FCFC-C9B9-C694-7707-2220200AA52E}"/>
                </a:ext>
              </a:extLst>
            </p:cNvPr>
            <p:cNvSpPr/>
            <p:nvPr>
              <p:custDataLst>
                <p:tags r:id="rId42"/>
              </p:custDataLst>
            </p:nvPr>
          </p:nvSpPr>
          <p:spPr>
            <a:xfrm>
              <a:off x="10062823" y="6968989"/>
              <a:ext cx="118255" cy="107234"/>
            </a:xfrm>
            <a:custGeom>
              <a:avLst/>
              <a:gdLst>
                <a:gd name="connsiteX0" fmla="*/ 72633 w 118255"/>
                <a:gd name="connsiteY0" fmla="*/ 33207 h 107234"/>
                <a:gd name="connsiteX1" fmla="*/ 96141 w 118255"/>
                <a:gd name="connsiteY1" fmla="*/ 5274 h 107234"/>
                <a:gd name="connsiteX2" fmla="*/ 108014 w 118255"/>
                <a:gd name="connsiteY2" fmla="*/ 8351 h 107234"/>
                <a:gd name="connsiteX3" fmla="*/ 96616 w 118255"/>
                <a:gd name="connsiteY3" fmla="*/ 21134 h 107234"/>
                <a:gd name="connsiteX4" fmla="*/ 105640 w 118255"/>
                <a:gd name="connsiteY4" fmla="*/ 29420 h 107234"/>
                <a:gd name="connsiteX5" fmla="*/ 118462 w 118255"/>
                <a:gd name="connsiteY5" fmla="*/ 15690 h 107234"/>
                <a:gd name="connsiteX6" fmla="*/ 96379 w 118255"/>
                <a:gd name="connsiteY6" fmla="*/ 66 h 107234"/>
                <a:gd name="connsiteX7" fmla="*/ 71445 w 118255"/>
                <a:gd name="connsiteY7" fmla="*/ 18057 h 107234"/>
                <a:gd name="connsiteX8" fmla="*/ 45800 w 118255"/>
                <a:gd name="connsiteY8" fmla="*/ 66 h 107234"/>
                <a:gd name="connsiteX9" fmla="*/ 7568 w 118255"/>
                <a:gd name="connsiteY9" fmla="*/ 36521 h 107234"/>
                <a:gd name="connsiteX10" fmla="*/ 10418 w 118255"/>
                <a:gd name="connsiteY10" fmla="*/ 38888 h 107234"/>
                <a:gd name="connsiteX11" fmla="*/ 13505 w 118255"/>
                <a:gd name="connsiteY11" fmla="*/ 36284 h 107234"/>
                <a:gd name="connsiteX12" fmla="*/ 45325 w 118255"/>
                <a:gd name="connsiteY12" fmla="*/ 5274 h 107234"/>
                <a:gd name="connsiteX13" fmla="*/ 58148 w 118255"/>
                <a:gd name="connsiteY13" fmla="*/ 21134 h 107234"/>
                <a:gd name="connsiteX14" fmla="*/ 45325 w 118255"/>
                <a:gd name="connsiteY14" fmla="*/ 77474 h 107234"/>
                <a:gd name="connsiteX15" fmla="*/ 22766 w 118255"/>
                <a:gd name="connsiteY15" fmla="*/ 102093 h 107234"/>
                <a:gd name="connsiteX16" fmla="*/ 10893 w 118255"/>
                <a:gd name="connsiteY16" fmla="*/ 99015 h 107234"/>
                <a:gd name="connsiteX17" fmla="*/ 22054 w 118255"/>
                <a:gd name="connsiteY17" fmla="*/ 86232 h 107234"/>
                <a:gd name="connsiteX18" fmla="*/ 13267 w 118255"/>
                <a:gd name="connsiteY18" fmla="*/ 77947 h 107234"/>
                <a:gd name="connsiteX19" fmla="*/ 207 w 118255"/>
                <a:gd name="connsiteY19" fmla="*/ 91677 h 107234"/>
                <a:gd name="connsiteX20" fmla="*/ 22528 w 118255"/>
                <a:gd name="connsiteY20" fmla="*/ 107301 h 107234"/>
                <a:gd name="connsiteX21" fmla="*/ 47462 w 118255"/>
                <a:gd name="connsiteY21" fmla="*/ 89310 h 107234"/>
                <a:gd name="connsiteX22" fmla="*/ 73108 w 118255"/>
                <a:gd name="connsiteY22" fmla="*/ 107301 h 107234"/>
                <a:gd name="connsiteX23" fmla="*/ 111101 w 118255"/>
                <a:gd name="connsiteY23" fmla="*/ 70846 h 107234"/>
                <a:gd name="connsiteX24" fmla="*/ 108252 w 118255"/>
                <a:gd name="connsiteY24" fmla="*/ 68478 h 107234"/>
                <a:gd name="connsiteX25" fmla="*/ 105165 w 118255"/>
                <a:gd name="connsiteY25" fmla="*/ 71082 h 107234"/>
                <a:gd name="connsiteX26" fmla="*/ 73582 w 118255"/>
                <a:gd name="connsiteY26" fmla="*/ 102093 h 107234"/>
                <a:gd name="connsiteX27" fmla="*/ 60522 w 118255"/>
                <a:gd name="connsiteY27" fmla="*/ 86469 h 107234"/>
                <a:gd name="connsiteX28" fmla="*/ 64559 w 118255"/>
                <a:gd name="connsiteY28" fmla="*/ 65638 h 107234"/>
                <a:gd name="connsiteX29" fmla="*/ 72633 w 118255"/>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255" h="107234">
                  <a:moveTo>
                    <a:pt x="72633" y="33207"/>
                  </a:moveTo>
                  <a:cubicBezTo>
                    <a:pt x="74057" y="27052"/>
                    <a:pt x="79519" y="5274"/>
                    <a:pt x="96141" y="5274"/>
                  </a:cubicBezTo>
                  <a:cubicBezTo>
                    <a:pt x="97329" y="5274"/>
                    <a:pt x="103028" y="5274"/>
                    <a:pt x="108014" y="8351"/>
                  </a:cubicBezTo>
                  <a:cubicBezTo>
                    <a:pt x="101365" y="9535"/>
                    <a:pt x="96616" y="15453"/>
                    <a:pt x="96616" y="21134"/>
                  </a:cubicBezTo>
                  <a:cubicBezTo>
                    <a:pt x="96616" y="24922"/>
                    <a:pt x="99228" y="29420"/>
                    <a:pt x="105640" y="29420"/>
                  </a:cubicBezTo>
                  <a:cubicBezTo>
                    <a:pt x="110864" y="29420"/>
                    <a:pt x="118462" y="25159"/>
                    <a:pt x="118462" y="15690"/>
                  </a:cubicBezTo>
                  <a:cubicBezTo>
                    <a:pt x="118462" y="3380"/>
                    <a:pt x="104452" y="66"/>
                    <a:pt x="96379" y="66"/>
                  </a:cubicBezTo>
                  <a:cubicBezTo>
                    <a:pt x="82606" y="66"/>
                    <a:pt x="74295" y="12612"/>
                    <a:pt x="71445" y="18057"/>
                  </a:cubicBezTo>
                  <a:cubicBezTo>
                    <a:pt x="65509" y="2433"/>
                    <a:pt x="52686" y="66"/>
                    <a:pt x="45800" y="66"/>
                  </a:cubicBezTo>
                  <a:cubicBezTo>
                    <a:pt x="21104" y="66"/>
                    <a:pt x="7568" y="30603"/>
                    <a:pt x="7568" y="36521"/>
                  </a:cubicBezTo>
                  <a:cubicBezTo>
                    <a:pt x="7568" y="38888"/>
                    <a:pt x="9943" y="38888"/>
                    <a:pt x="10418" y="38888"/>
                  </a:cubicBezTo>
                  <a:cubicBezTo>
                    <a:pt x="12318" y="38888"/>
                    <a:pt x="13030" y="38415"/>
                    <a:pt x="13505" y="36284"/>
                  </a:cubicBezTo>
                  <a:cubicBezTo>
                    <a:pt x="21579" y="11192"/>
                    <a:pt x="37251" y="5274"/>
                    <a:pt x="45325" y="5274"/>
                  </a:cubicBezTo>
                  <a:cubicBezTo>
                    <a:pt x="49836" y="5274"/>
                    <a:pt x="58148" y="7405"/>
                    <a:pt x="58148" y="21134"/>
                  </a:cubicBezTo>
                  <a:cubicBezTo>
                    <a:pt x="58148" y="28473"/>
                    <a:pt x="54111" y="44333"/>
                    <a:pt x="45325" y="77474"/>
                  </a:cubicBezTo>
                  <a:cubicBezTo>
                    <a:pt x="41525" y="92151"/>
                    <a:pt x="33214" y="102093"/>
                    <a:pt x="22766" y="102093"/>
                  </a:cubicBezTo>
                  <a:cubicBezTo>
                    <a:pt x="21341" y="102093"/>
                    <a:pt x="15880" y="102093"/>
                    <a:pt x="10893" y="99015"/>
                  </a:cubicBezTo>
                  <a:cubicBezTo>
                    <a:pt x="16829" y="97832"/>
                    <a:pt x="22054" y="92861"/>
                    <a:pt x="22054" y="86232"/>
                  </a:cubicBezTo>
                  <a:cubicBezTo>
                    <a:pt x="22054" y="79841"/>
                    <a:pt x="16829" y="77947"/>
                    <a:pt x="13267" y="77947"/>
                  </a:cubicBezTo>
                  <a:cubicBezTo>
                    <a:pt x="6144" y="77947"/>
                    <a:pt x="207" y="84102"/>
                    <a:pt x="207" y="91677"/>
                  </a:cubicBezTo>
                  <a:cubicBezTo>
                    <a:pt x="207" y="102566"/>
                    <a:pt x="12080" y="107301"/>
                    <a:pt x="22528" y="107301"/>
                  </a:cubicBezTo>
                  <a:cubicBezTo>
                    <a:pt x="38201" y="107301"/>
                    <a:pt x="46749" y="90730"/>
                    <a:pt x="47462" y="89310"/>
                  </a:cubicBezTo>
                  <a:cubicBezTo>
                    <a:pt x="50311" y="98069"/>
                    <a:pt x="58860" y="107301"/>
                    <a:pt x="73108" y="107301"/>
                  </a:cubicBezTo>
                  <a:cubicBezTo>
                    <a:pt x="97566" y="107301"/>
                    <a:pt x="111101" y="76764"/>
                    <a:pt x="111101" y="70846"/>
                  </a:cubicBezTo>
                  <a:cubicBezTo>
                    <a:pt x="111101" y="68478"/>
                    <a:pt x="108964" y="68478"/>
                    <a:pt x="108252" y="68478"/>
                  </a:cubicBezTo>
                  <a:cubicBezTo>
                    <a:pt x="106115" y="68478"/>
                    <a:pt x="105640" y="69425"/>
                    <a:pt x="105165" y="71082"/>
                  </a:cubicBezTo>
                  <a:cubicBezTo>
                    <a:pt x="97329" y="96411"/>
                    <a:pt x="81181" y="102093"/>
                    <a:pt x="73582" y="102093"/>
                  </a:cubicBezTo>
                  <a:cubicBezTo>
                    <a:pt x="64321" y="102093"/>
                    <a:pt x="60522" y="94518"/>
                    <a:pt x="60522" y="86469"/>
                  </a:cubicBezTo>
                  <a:cubicBezTo>
                    <a:pt x="60522" y="81261"/>
                    <a:pt x="61947" y="76054"/>
                    <a:pt x="64559" y="65638"/>
                  </a:cubicBezTo>
                  <a:lnTo>
                    <a:pt x="72633"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2" name="Freeform: Shape 481">
              <a:extLst>
                <a:ext uri="{FF2B5EF4-FFF2-40B4-BE49-F238E27FC236}">
                  <a16:creationId xmlns:a16="http://schemas.microsoft.com/office/drawing/2014/main" id="{187BF83E-6C6A-4706-56C5-8F94BE939B29}"/>
                </a:ext>
              </a:extLst>
            </p:cNvPr>
            <p:cNvSpPr/>
            <p:nvPr>
              <p:custDataLst>
                <p:tags r:id="rId43"/>
              </p:custDataLst>
            </p:nvPr>
          </p:nvSpPr>
          <p:spPr>
            <a:xfrm>
              <a:off x="10199465" y="6999266"/>
              <a:ext cx="50365" cy="111518"/>
            </a:xfrm>
            <a:custGeom>
              <a:avLst/>
              <a:gdLst>
                <a:gd name="connsiteX0" fmla="*/ 46256 w 50365"/>
                <a:gd name="connsiteY0" fmla="*/ 6365 h 111518"/>
                <a:gd name="connsiteX1" fmla="*/ 39608 w 50365"/>
                <a:gd name="connsiteY1" fmla="*/ 68 h 111518"/>
                <a:gd name="connsiteX2" fmla="*/ 30299 w 50365"/>
                <a:gd name="connsiteY2" fmla="*/ 9181 h 111518"/>
                <a:gd name="connsiteX3" fmla="*/ 36948 w 50365"/>
                <a:gd name="connsiteY3" fmla="*/ 15478 h 111518"/>
                <a:gd name="connsiteX4" fmla="*/ 46256 w 50365"/>
                <a:gd name="connsiteY4" fmla="*/ 6365 h 111518"/>
                <a:gd name="connsiteX5" fmla="*/ 12347 w 50365"/>
                <a:gd name="connsiteY5" fmla="*/ 90542 h 111518"/>
                <a:gd name="connsiteX6" fmla="*/ 10851 w 50365"/>
                <a:gd name="connsiteY6" fmla="*/ 97502 h 111518"/>
                <a:gd name="connsiteX7" fmla="*/ 26642 w 50365"/>
                <a:gd name="connsiteY7" fmla="*/ 111587 h 111518"/>
                <a:gd name="connsiteX8" fmla="*/ 50578 w 50365"/>
                <a:gd name="connsiteY8" fmla="*/ 86234 h 111518"/>
                <a:gd name="connsiteX9" fmla="*/ 47919 w 50365"/>
                <a:gd name="connsiteY9" fmla="*/ 84080 h 111518"/>
                <a:gd name="connsiteX10" fmla="*/ 44760 w 50365"/>
                <a:gd name="connsiteY10" fmla="*/ 86897 h 111518"/>
                <a:gd name="connsiteX11" fmla="*/ 27141 w 50365"/>
                <a:gd name="connsiteY11" fmla="*/ 106947 h 111518"/>
                <a:gd name="connsiteX12" fmla="*/ 22985 w 50365"/>
                <a:gd name="connsiteY12" fmla="*/ 101147 h 111518"/>
                <a:gd name="connsiteX13" fmla="*/ 25645 w 50365"/>
                <a:gd name="connsiteY13" fmla="*/ 90542 h 111518"/>
                <a:gd name="connsiteX14" fmla="*/ 30964 w 50365"/>
                <a:gd name="connsiteY14" fmla="*/ 77286 h 111518"/>
                <a:gd name="connsiteX15" fmla="*/ 39109 w 50365"/>
                <a:gd name="connsiteY15" fmla="*/ 56242 h 111518"/>
                <a:gd name="connsiteX16" fmla="*/ 40106 w 50365"/>
                <a:gd name="connsiteY16" fmla="*/ 50939 h 111518"/>
                <a:gd name="connsiteX17" fmla="*/ 24315 w 50365"/>
                <a:gd name="connsiteY17" fmla="*/ 36854 h 111518"/>
                <a:gd name="connsiteX18" fmla="*/ 213 w 50365"/>
                <a:gd name="connsiteY18" fmla="*/ 62207 h 111518"/>
                <a:gd name="connsiteX19" fmla="*/ 3039 w 50365"/>
                <a:gd name="connsiteY19" fmla="*/ 64361 h 111518"/>
                <a:gd name="connsiteX20" fmla="*/ 6031 w 50365"/>
                <a:gd name="connsiteY20" fmla="*/ 61710 h 111518"/>
                <a:gd name="connsiteX21" fmla="*/ 23816 w 50365"/>
                <a:gd name="connsiteY21" fmla="*/ 41494 h 111518"/>
                <a:gd name="connsiteX22" fmla="*/ 27972 w 50365"/>
                <a:gd name="connsiteY22" fmla="*/ 47293 h 111518"/>
                <a:gd name="connsiteX23" fmla="*/ 22819 w 50365"/>
                <a:gd name="connsiteY23" fmla="*/ 63864 h 111518"/>
                <a:gd name="connsiteX24" fmla="*/ 12347 w 50365"/>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65" h="111518">
                  <a:moveTo>
                    <a:pt x="46256" y="6365"/>
                  </a:moveTo>
                  <a:cubicBezTo>
                    <a:pt x="46256" y="3713"/>
                    <a:pt x="44262" y="68"/>
                    <a:pt x="39608" y="68"/>
                  </a:cubicBezTo>
                  <a:cubicBezTo>
                    <a:pt x="35120" y="68"/>
                    <a:pt x="30299" y="4376"/>
                    <a:pt x="30299" y="9181"/>
                  </a:cubicBezTo>
                  <a:cubicBezTo>
                    <a:pt x="30299" y="11998"/>
                    <a:pt x="32460" y="15478"/>
                    <a:pt x="36948" y="15478"/>
                  </a:cubicBezTo>
                  <a:cubicBezTo>
                    <a:pt x="41768" y="15478"/>
                    <a:pt x="46256" y="10839"/>
                    <a:pt x="46256" y="6365"/>
                  </a:cubicBezTo>
                  <a:close/>
                  <a:moveTo>
                    <a:pt x="12347" y="90542"/>
                  </a:moveTo>
                  <a:cubicBezTo>
                    <a:pt x="11682" y="92696"/>
                    <a:pt x="10851" y="94685"/>
                    <a:pt x="10851" y="97502"/>
                  </a:cubicBezTo>
                  <a:cubicBezTo>
                    <a:pt x="10851" y="105290"/>
                    <a:pt x="17500" y="111587"/>
                    <a:pt x="26642" y="111587"/>
                  </a:cubicBezTo>
                  <a:cubicBezTo>
                    <a:pt x="43264" y="111587"/>
                    <a:pt x="50578" y="88720"/>
                    <a:pt x="50578" y="86234"/>
                  </a:cubicBezTo>
                  <a:cubicBezTo>
                    <a:pt x="50578" y="84080"/>
                    <a:pt x="48417" y="84080"/>
                    <a:pt x="47919" y="84080"/>
                  </a:cubicBezTo>
                  <a:cubicBezTo>
                    <a:pt x="45592" y="84080"/>
                    <a:pt x="45425" y="85074"/>
                    <a:pt x="44760" y="86897"/>
                  </a:cubicBezTo>
                  <a:cubicBezTo>
                    <a:pt x="40937" y="100153"/>
                    <a:pt x="33624" y="106947"/>
                    <a:pt x="27141" y="106947"/>
                  </a:cubicBezTo>
                  <a:cubicBezTo>
                    <a:pt x="23816" y="106947"/>
                    <a:pt x="22985" y="104793"/>
                    <a:pt x="22985" y="101147"/>
                  </a:cubicBezTo>
                  <a:cubicBezTo>
                    <a:pt x="22985" y="97336"/>
                    <a:pt x="24149" y="94188"/>
                    <a:pt x="25645" y="90542"/>
                  </a:cubicBezTo>
                  <a:cubicBezTo>
                    <a:pt x="27307" y="86068"/>
                    <a:pt x="29136" y="81594"/>
                    <a:pt x="30964" y="77286"/>
                  </a:cubicBezTo>
                  <a:cubicBezTo>
                    <a:pt x="32460" y="73309"/>
                    <a:pt x="38444" y="58230"/>
                    <a:pt x="39109" y="56242"/>
                  </a:cubicBezTo>
                  <a:cubicBezTo>
                    <a:pt x="39608" y="54584"/>
                    <a:pt x="40106" y="52596"/>
                    <a:pt x="40106" y="50939"/>
                  </a:cubicBezTo>
                  <a:cubicBezTo>
                    <a:pt x="40106" y="43151"/>
                    <a:pt x="33457" y="36854"/>
                    <a:pt x="24315" y="36854"/>
                  </a:cubicBezTo>
                  <a:cubicBezTo>
                    <a:pt x="7859" y="36854"/>
                    <a:pt x="213" y="59390"/>
                    <a:pt x="213" y="62207"/>
                  </a:cubicBezTo>
                  <a:cubicBezTo>
                    <a:pt x="213" y="64361"/>
                    <a:pt x="2540" y="64361"/>
                    <a:pt x="3039" y="64361"/>
                  </a:cubicBezTo>
                  <a:cubicBezTo>
                    <a:pt x="5366" y="64361"/>
                    <a:pt x="5532" y="63533"/>
                    <a:pt x="6031" y="61710"/>
                  </a:cubicBezTo>
                  <a:cubicBezTo>
                    <a:pt x="10352" y="47459"/>
                    <a:pt x="17666" y="41494"/>
                    <a:pt x="23816" y="41494"/>
                  </a:cubicBezTo>
                  <a:cubicBezTo>
                    <a:pt x="26476" y="41494"/>
                    <a:pt x="27972" y="42819"/>
                    <a:pt x="27972" y="47293"/>
                  </a:cubicBezTo>
                  <a:cubicBezTo>
                    <a:pt x="27972" y="51105"/>
                    <a:pt x="26975" y="53590"/>
                    <a:pt x="22819" y="63864"/>
                  </a:cubicBezTo>
                  <a:lnTo>
                    <a:pt x="12347"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3" name="Freeform: Shape 482">
              <a:extLst>
                <a:ext uri="{FF2B5EF4-FFF2-40B4-BE49-F238E27FC236}">
                  <a16:creationId xmlns:a16="http://schemas.microsoft.com/office/drawing/2014/main" id="{D8AAEC5F-5972-8E4D-F9E2-366922C778D3}"/>
                </a:ext>
              </a:extLst>
            </p:cNvPr>
            <p:cNvSpPr/>
            <p:nvPr>
              <p:custDataLst>
                <p:tags r:id="rId44"/>
              </p:custDataLst>
            </p:nvPr>
          </p:nvSpPr>
          <p:spPr>
            <a:xfrm>
              <a:off x="10284245" y="6896080"/>
              <a:ext cx="55090" cy="236720"/>
            </a:xfrm>
            <a:custGeom>
              <a:avLst/>
              <a:gdLst>
                <a:gd name="connsiteX0" fmla="*/ 55307 w 55090"/>
                <a:gd name="connsiteY0" fmla="*/ 118426 h 236720"/>
                <a:gd name="connsiteX1" fmla="*/ 39635 w 55090"/>
                <a:gd name="connsiteY1" fmla="*/ 44570 h 236720"/>
                <a:gd name="connsiteX2" fmla="*/ 2591 w 55090"/>
                <a:gd name="connsiteY2" fmla="*/ 66 h 236720"/>
                <a:gd name="connsiteX3" fmla="*/ 216 w 55090"/>
                <a:gd name="connsiteY3" fmla="*/ 2433 h 236720"/>
                <a:gd name="connsiteX4" fmla="*/ 4728 w 55090"/>
                <a:gd name="connsiteY4" fmla="*/ 7878 h 236720"/>
                <a:gd name="connsiteX5" fmla="*/ 41534 w 55090"/>
                <a:gd name="connsiteY5" fmla="*/ 118426 h 236720"/>
                <a:gd name="connsiteX6" fmla="*/ 3303 w 55090"/>
                <a:gd name="connsiteY6" fmla="*/ 230395 h 236720"/>
                <a:gd name="connsiteX7" fmla="*/ 216 w 55090"/>
                <a:gd name="connsiteY7" fmla="*/ 234419 h 236720"/>
                <a:gd name="connsiteX8" fmla="*/ 2591 w 55090"/>
                <a:gd name="connsiteY8" fmla="*/ 236787 h 236720"/>
                <a:gd name="connsiteX9" fmla="*/ 40347 w 55090"/>
                <a:gd name="connsiteY9" fmla="*/ 190626 h 236720"/>
                <a:gd name="connsiteX10" fmla="*/ 55307 w 55090"/>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90" h="236720">
                  <a:moveTo>
                    <a:pt x="55307" y="118426"/>
                  </a:moveTo>
                  <a:cubicBezTo>
                    <a:pt x="55307" y="99962"/>
                    <a:pt x="52695" y="71319"/>
                    <a:pt x="39635" y="44570"/>
                  </a:cubicBezTo>
                  <a:cubicBezTo>
                    <a:pt x="25387" y="15453"/>
                    <a:pt x="4965" y="66"/>
                    <a:pt x="2591" y="66"/>
                  </a:cubicBezTo>
                  <a:cubicBezTo>
                    <a:pt x="1166" y="66"/>
                    <a:pt x="216" y="1013"/>
                    <a:pt x="216" y="2433"/>
                  </a:cubicBezTo>
                  <a:cubicBezTo>
                    <a:pt x="216" y="3144"/>
                    <a:pt x="216" y="3617"/>
                    <a:pt x="4728" y="7878"/>
                  </a:cubicBezTo>
                  <a:cubicBezTo>
                    <a:pt x="27999" y="31313"/>
                    <a:pt x="41534" y="68952"/>
                    <a:pt x="41534" y="118426"/>
                  </a:cubicBezTo>
                  <a:cubicBezTo>
                    <a:pt x="41534" y="158906"/>
                    <a:pt x="32748" y="200568"/>
                    <a:pt x="3303" y="230395"/>
                  </a:cubicBezTo>
                  <a:cubicBezTo>
                    <a:pt x="216" y="233236"/>
                    <a:pt x="216" y="233709"/>
                    <a:pt x="216" y="234419"/>
                  </a:cubicBezTo>
                  <a:cubicBezTo>
                    <a:pt x="216" y="235840"/>
                    <a:pt x="1166" y="236787"/>
                    <a:pt x="2591" y="236787"/>
                  </a:cubicBezTo>
                  <a:cubicBezTo>
                    <a:pt x="4965" y="236787"/>
                    <a:pt x="26337" y="220690"/>
                    <a:pt x="40347" y="190626"/>
                  </a:cubicBezTo>
                  <a:cubicBezTo>
                    <a:pt x="52457" y="164587"/>
                    <a:pt x="55307" y="138311"/>
                    <a:pt x="5530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4" name="Freeform: Shape 483">
              <a:extLst>
                <a:ext uri="{FF2B5EF4-FFF2-40B4-BE49-F238E27FC236}">
                  <a16:creationId xmlns:a16="http://schemas.microsoft.com/office/drawing/2014/main" id="{01960CED-B5C3-8B00-6518-77D9289844A1}"/>
                </a:ext>
              </a:extLst>
            </p:cNvPr>
            <p:cNvSpPr/>
            <p:nvPr>
              <p:custDataLst>
                <p:tags r:id="rId45"/>
              </p:custDataLst>
            </p:nvPr>
          </p:nvSpPr>
          <p:spPr>
            <a:xfrm>
              <a:off x="10442313" y="6986744"/>
              <a:ext cx="157911" cy="55392"/>
            </a:xfrm>
            <a:custGeom>
              <a:avLst/>
              <a:gdLst>
                <a:gd name="connsiteX0" fmla="*/ 150060 w 157911"/>
                <a:gd name="connsiteY0" fmla="*/ 9535 h 55392"/>
                <a:gd name="connsiteX1" fmla="*/ 158134 w 157911"/>
                <a:gd name="connsiteY1" fmla="*/ 4801 h 55392"/>
                <a:gd name="connsiteX2" fmla="*/ 150298 w 157911"/>
                <a:gd name="connsiteY2" fmla="*/ 66 h 55392"/>
                <a:gd name="connsiteX3" fmla="*/ 8059 w 157911"/>
                <a:gd name="connsiteY3" fmla="*/ 66 h 55392"/>
                <a:gd name="connsiteX4" fmla="*/ 223 w 157911"/>
                <a:gd name="connsiteY4" fmla="*/ 4801 h 55392"/>
                <a:gd name="connsiteX5" fmla="*/ 8296 w 157911"/>
                <a:gd name="connsiteY5" fmla="*/ 9535 h 55392"/>
                <a:gd name="connsiteX6" fmla="*/ 150060 w 157911"/>
                <a:gd name="connsiteY6" fmla="*/ 9535 h 55392"/>
                <a:gd name="connsiteX7" fmla="*/ 150298 w 157911"/>
                <a:gd name="connsiteY7" fmla="*/ 55459 h 55392"/>
                <a:gd name="connsiteX8" fmla="*/ 158134 w 157911"/>
                <a:gd name="connsiteY8" fmla="*/ 50724 h 55392"/>
                <a:gd name="connsiteX9" fmla="*/ 150060 w 157911"/>
                <a:gd name="connsiteY9" fmla="*/ 45990 h 55392"/>
                <a:gd name="connsiteX10" fmla="*/ 8296 w 157911"/>
                <a:gd name="connsiteY10" fmla="*/ 45990 h 55392"/>
                <a:gd name="connsiteX11" fmla="*/ 223 w 157911"/>
                <a:gd name="connsiteY11" fmla="*/ 50724 h 55392"/>
                <a:gd name="connsiteX12" fmla="*/ 8059 w 157911"/>
                <a:gd name="connsiteY12" fmla="*/ 55459 h 55392"/>
                <a:gd name="connsiteX13" fmla="*/ 150298 w 157911"/>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911" h="55392">
                  <a:moveTo>
                    <a:pt x="150060" y="9535"/>
                  </a:moveTo>
                  <a:cubicBezTo>
                    <a:pt x="153622" y="9535"/>
                    <a:pt x="158134" y="9535"/>
                    <a:pt x="158134" y="4801"/>
                  </a:cubicBezTo>
                  <a:cubicBezTo>
                    <a:pt x="158134" y="66"/>
                    <a:pt x="153622" y="66"/>
                    <a:pt x="150298" y="66"/>
                  </a:cubicBezTo>
                  <a:lnTo>
                    <a:pt x="8059" y="66"/>
                  </a:lnTo>
                  <a:cubicBezTo>
                    <a:pt x="4735" y="66"/>
                    <a:pt x="223" y="66"/>
                    <a:pt x="223" y="4801"/>
                  </a:cubicBezTo>
                  <a:cubicBezTo>
                    <a:pt x="223" y="9535"/>
                    <a:pt x="4735" y="9535"/>
                    <a:pt x="8296" y="9535"/>
                  </a:cubicBezTo>
                  <a:lnTo>
                    <a:pt x="150060" y="9535"/>
                  </a:lnTo>
                  <a:close/>
                  <a:moveTo>
                    <a:pt x="150298" y="55459"/>
                  </a:moveTo>
                  <a:cubicBezTo>
                    <a:pt x="153622" y="55459"/>
                    <a:pt x="158134" y="55459"/>
                    <a:pt x="158134" y="50724"/>
                  </a:cubicBezTo>
                  <a:cubicBezTo>
                    <a:pt x="158134" y="45990"/>
                    <a:pt x="153622" y="45990"/>
                    <a:pt x="150060" y="45990"/>
                  </a:cubicBezTo>
                  <a:lnTo>
                    <a:pt x="8296" y="45990"/>
                  </a:lnTo>
                  <a:cubicBezTo>
                    <a:pt x="4735" y="45990"/>
                    <a:pt x="223" y="45990"/>
                    <a:pt x="223" y="50724"/>
                  </a:cubicBezTo>
                  <a:cubicBezTo>
                    <a:pt x="223" y="55459"/>
                    <a:pt x="4735" y="55459"/>
                    <a:pt x="8059" y="55459"/>
                  </a:cubicBezTo>
                  <a:lnTo>
                    <a:pt x="150298"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5" name="Freeform: Shape 484">
              <a:extLst>
                <a:ext uri="{FF2B5EF4-FFF2-40B4-BE49-F238E27FC236}">
                  <a16:creationId xmlns:a16="http://schemas.microsoft.com/office/drawing/2014/main" id="{647A1CD0-F808-2B2E-F13B-6B3F516E0FE6}"/>
                </a:ext>
              </a:extLst>
            </p:cNvPr>
            <p:cNvSpPr/>
            <p:nvPr>
              <p:custDataLst>
                <p:tags r:id="rId46"/>
              </p:custDataLst>
            </p:nvPr>
          </p:nvSpPr>
          <p:spPr>
            <a:xfrm>
              <a:off x="10688928" y="6915964"/>
              <a:ext cx="99970" cy="162863"/>
            </a:xfrm>
            <a:custGeom>
              <a:avLst/>
              <a:gdLst>
                <a:gd name="connsiteX0" fmla="*/ 100204 w 99970"/>
                <a:gd name="connsiteY0" fmla="*/ 81972 h 162863"/>
                <a:gd name="connsiteX1" fmla="*/ 90706 w 99970"/>
                <a:gd name="connsiteY1" fmla="*/ 26579 h 162863"/>
                <a:gd name="connsiteX2" fmla="*/ 50338 w 99970"/>
                <a:gd name="connsiteY2" fmla="*/ 66 h 162863"/>
                <a:gd name="connsiteX3" fmla="*/ 9019 w 99970"/>
                <a:gd name="connsiteY3" fmla="*/ 28236 h 162863"/>
                <a:gd name="connsiteX4" fmla="*/ 233 w 99970"/>
                <a:gd name="connsiteY4" fmla="*/ 81972 h 162863"/>
                <a:gd name="connsiteX5" fmla="*/ 10919 w 99970"/>
                <a:gd name="connsiteY5" fmla="*/ 139021 h 162863"/>
                <a:gd name="connsiteX6" fmla="*/ 50100 w 99970"/>
                <a:gd name="connsiteY6" fmla="*/ 162930 h 162863"/>
                <a:gd name="connsiteX7" fmla="*/ 91418 w 99970"/>
                <a:gd name="connsiteY7" fmla="*/ 135470 h 162863"/>
                <a:gd name="connsiteX8" fmla="*/ 100204 w 99970"/>
                <a:gd name="connsiteY8" fmla="*/ 81972 h 162863"/>
                <a:gd name="connsiteX9" fmla="*/ 50100 w 99970"/>
                <a:gd name="connsiteY9" fmla="*/ 157722 h 162863"/>
                <a:gd name="connsiteX10" fmla="*/ 22555 w 99970"/>
                <a:gd name="connsiteY10" fmla="*/ 129079 h 162863"/>
                <a:gd name="connsiteX11" fmla="*/ 19943 w 99970"/>
                <a:gd name="connsiteY11" fmla="*/ 79131 h 162863"/>
                <a:gd name="connsiteX12" fmla="*/ 21842 w 99970"/>
                <a:gd name="connsiteY12" fmla="*/ 35574 h 162863"/>
                <a:gd name="connsiteX13" fmla="*/ 50100 w 99970"/>
                <a:gd name="connsiteY13" fmla="*/ 5274 h 162863"/>
                <a:gd name="connsiteX14" fmla="*/ 78120 w 99970"/>
                <a:gd name="connsiteY14" fmla="*/ 32970 h 162863"/>
                <a:gd name="connsiteX15" fmla="*/ 80495 w 99970"/>
                <a:gd name="connsiteY15" fmla="*/ 79131 h 162863"/>
                <a:gd name="connsiteX16" fmla="*/ 77883 w 99970"/>
                <a:gd name="connsiteY16" fmla="*/ 128132 h 162863"/>
                <a:gd name="connsiteX17" fmla="*/ 50100 w 99970"/>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970" h="162863">
                  <a:moveTo>
                    <a:pt x="100204" y="81972"/>
                  </a:moveTo>
                  <a:cubicBezTo>
                    <a:pt x="100204" y="63034"/>
                    <a:pt x="99017" y="44096"/>
                    <a:pt x="90706" y="26579"/>
                  </a:cubicBezTo>
                  <a:cubicBezTo>
                    <a:pt x="79783" y="3854"/>
                    <a:pt x="60311" y="66"/>
                    <a:pt x="50338" y="66"/>
                  </a:cubicBezTo>
                  <a:cubicBezTo>
                    <a:pt x="36090" y="66"/>
                    <a:pt x="18755" y="6221"/>
                    <a:pt x="9019" y="28236"/>
                  </a:cubicBezTo>
                  <a:cubicBezTo>
                    <a:pt x="1421" y="44570"/>
                    <a:pt x="233" y="63034"/>
                    <a:pt x="233" y="81972"/>
                  </a:cubicBezTo>
                  <a:cubicBezTo>
                    <a:pt x="233" y="99726"/>
                    <a:pt x="1183" y="121030"/>
                    <a:pt x="10919" y="139021"/>
                  </a:cubicBezTo>
                  <a:cubicBezTo>
                    <a:pt x="21130" y="158195"/>
                    <a:pt x="38464" y="162930"/>
                    <a:pt x="50100" y="162930"/>
                  </a:cubicBezTo>
                  <a:cubicBezTo>
                    <a:pt x="62923" y="162930"/>
                    <a:pt x="80970" y="157959"/>
                    <a:pt x="91418" y="135470"/>
                  </a:cubicBezTo>
                  <a:cubicBezTo>
                    <a:pt x="99017" y="119137"/>
                    <a:pt x="100204" y="100672"/>
                    <a:pt x="100204" y="81972"/>
                  </a:cubicBezTo>
                  <a:close/>
                  <a:moveTo>
                    <a:pt x="50100" y="157722"/>
                  </a:moveTo>
                  <a:cubicBezTo>
                    <a:pt x="40839" y="157722"/>
                    <a:pt x="26829" y="151804"/>
                    <a:pt x="22555" y="129079"/>
                  </a:cubicBezTo>
                  <a:cubicBezTo>
                    <a:pt x="19943" y="114876"/>
                    <a:pt x="19943" y="93097"/>
                    <a:pt x="19943" y="79131"/>
                  </a:cubicBezTo>
                  <a:cubicBezTo>
                    <a:pt x="19943" y="63981"/>
                    <a:pt x="19943" y="48357"/>
                    <a:pt x="21842" y="35574"/>
                  </a:cubicBezTo>
                  <a:cubicBezTo>
                    <a:pt x="26354" y="7405"/>
                    <a:pt x="44164" y="5274"/>
                    <a:pt x="50100" y="5274"/>
                  </a:cubicBezTo>
                  <a:cubicBezTo>
                    <a:pt x="57936" y="5274"/>
                    <a:pt x="73609" y="9535"/>
                    <a:pt x="78120" y="32970"/>
                  </a:cubicBezTo>
                  <a:cubicBezTo>
                    <a:pt x="80495" y="46227"/>
                    <a:pt x="80495" y="64217"/>
                    <a:pt x="80495" y="79131"/>
                  </a:cubicBezTo>
                  <a:cubicBezTo>
                    <a:pt x="80495" y="96885"/>
                    <a:pt x="80495" y="112982"/>
                    <a:pt x="77883" y="128132"/>
                  </a:cubicBezTo>
                  <a:cubicBezTo>
                    <a:pt x="74321" y="150620"/>
                    <a:pt x="60786" y="157722"/>
                    <a:pt x="50100"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Tree>
    <p:extLst>
      <p:ext uri="{BB962C8B-B14F-4D97-AF65-F5344CB8AC3E}">
        <p14:creationId xmlns:p14="http://schemas.microsoft.com/office/powerpoint/2010/main" val="4266563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FF533-2299-9363-092E-E0B19E94A0E6}"/>
            </a:ext>
          </a:extLst>
        </p:cNvPr>
        <p:cNvGrpSpPr/>
        <p:nvPr/>
      </p:nvGrpSpPr>
      <p:grpSpPr>
        <a:xfrm>
          <a:off x="0" y="0"/>
          <a:ext cx="0" cy="0"/>
          <a:chOff x="0" y="0"/>
          <a:chExt cx="0" cy="0"/>
        </a:xfrm>
      </p:grpSpPr>
      <p:sp>
        <p:nvSpPr>
          <p:cNvPr id="513" name="Oval 512">
            <a:extLst>
              <a:ext uri="{FF2B5EF4-FFF2-40B4-BE49-F238E27FC236}">
                <a16:creationId xmlns:a16="http://schemas.microsoft.com/office/drawing/2014/main" id="{D9E899C5-E087-7E13-057C-9025B4523E5B}"/>
              </a:ext>
            </a:extLst>
          </p:cNvPr>
          <p:cNvSpPr/>
          <p:nvPr/>
        </p:nvSpPr>
        <p:spPr>
          <a:xfrm>
            <a:off x="8836749" y="2933700"/>
            <a:ext cx="1745419" cy="17454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1C03671-B795-F690-5431-5B868F6A1FFA}"/>
              </a:ext>
            </a:extLst>
          </p:cNvPr>
          <p:cNvSpPr>
            <a:spLocks noGrp="1"/>
          </p:cNvSpPr>
          <p:nvPr>
            <p:ph type="sldNum" sz="quarter" idx="12"/>
          </p:nvPr>
        </p:nvSpPr>
        <p:spPr>
          <a:xfrm>
            <a:off x="11003616" y="6356350"/>
            <a:ext cx="350184" cy="365125"/>
          </a:xfrm>
        </p:spPr>
        <p:txBody>
          <a:bodyPr/>
          <a:lstStyle/>
          <a:p>
            <a:fld id="{330EA680-D336-4FF7-8B7A-9848BB0A1C32}" type="slidenum">
              <a:rPr lang="en-US" smtClean="0"/>
              <a:t>44</a:t>
            </a:fld>
            <a:endParaRPr lang="en-US"/>
          </a:p>
        </p:txBody>
      </p:sp>
      <p:sp>
        <p:nvSpPr>
          <p:cNvPr id="4" name="Date Placeholder 3">
            <a:extLst>
              <a:ext uri="{FF2B5EF4-FFF2-40B4-BE49-F238E27FC236}">
                <a16:creationId xmlns:a16="http://schemas.microsoft.com/office/drawing/2014/main" id="{83986BB8-C770-33A8-09C3-06FDD8A5D668}"/>
              </a:ext>
            </a:extLst>
          </p:cNvPr>
          <p:cNvSpPr>
            <a:spLocks noGrp="1"/>
          </p:cNvSpPr>
          <p:nvPr>
            <p:ph type="dt" sz="half" idx="10"/>
          </p:nvPr>
        </p:nvSpPr>
        <p:spPr/>
        <p:txBody>
          <a:bodyPr/>
          <a:lstStyle/>
          <a:p>
            <a:fld id="{26E845D0-70B0-405D-A6BF-798C9CBE9027}" type="datetime1">
              <a:rPr lang="es-CO" smtClean="0"/>
              <a:t>8/02/2026</a:t>
            </a:fld>
            <a:endParaRPr lang="en-US"/>
          </a:p>
        </p:txBody>
      </p:sp>
      <p:sp>
        <p:nvSpPr>
          <p:cNvPr id="5" name="TextBox 4">
            <a:extLst>
              <a:ext uri="{FF2B5EF4-FFF2-40B4-BE49-F238E27FC236}">
                <a16:creationId xmlns:a16="http://schemas.microsoft.com/office/drawing/2014/main" id="{B21F8E92-8632-95FA-C677-B79C5050B7E0}"/>
              </a:ext>
            </a:extLst>
          </p:cNvPr>
          <p:cNvSpPr txBox="1"/>
          <p:nvPr/>
        </p:nvSpPr>
        <p:spPr>
          <a:xfrm>
            <a:off x="891591" y="1405332"/>
            <a:ext cx="5044866" cy="646331"/>
          </a:xfrm>
          <a:prstGeom prst="rect">
            <a:avLst/>
          </a:prstGeom>
          <a:noFill/>
        </p:spPr>
        <p:txBody>
          <a:bodyPr wrap="square">
            <a:spAutoFit/>
          </a:bodyPr>
          <a:lstStyle/>
          <a:p>
            <a:r>
              <a:rPr lang="en-US" b="1"/>
              <a:t>Adjusted Values and Residuals</a:t>
            </a:r>
          </a:p>
          <a:p>
            <a:r>
              <a:rPr lang="en-US" b="1">
                <a:highlight>
                  <a:srgbClr val="FFC000"/>
                </a:highlight>
              </a:rPr>
              <a:t>Ordinary Least Squares (OLS) Estimates</a:t>
            </a:r>
            <a:endParaRPr lang="es-CO" b="1">
              <a:highlight>
                <a:srgbClr val="FFC000"/>
              </a:highlight>
            </a:endParaRPr>
          </a:p>
        </p:txBody>
      </p:sp>
      <p:grpSp>
        <p:nvGrpSpPr>
          <p:cNvPr id="45" name="Group 44">
            <a:extLst>
              <a:ext uri="{FF2B5EF4-FFF2-40B4-BE49-F238E27FC236}">
                <a16:creationId xmlns:a16="http://schemas.microsoft.com/office/drawing/2014/main" id="{938AA072-CF1F-6086-104E-92C845AC4865}"/>
              </a:ext>
            </a:extLst>
          </p:cNvPr>
          <p:cNvGrpSpPr>
            <a:grpSpLocks noChangeAspect="1"/>
          </p:cNvGrpSpPr>
          <p:nvPr>
            <p:custDataLst>
              <p:tags r:id="rId1"/>
            </p:custDataLst>
          </p:nvPr>
        </p:nvGrpSpPr>
        <p:grpSpPr>
          <a:xfrm>
            <a:off x="1041351" y="3412433"/>
            <a:ext cx="1952483" cy="215651"/>
            <a:chOff x="4198150" y="4021320"/>
            <a:chExt cx="2657046" cy="293470"/>
          </a:xfrm>
          <a:solidFill>
            <a:schemeClr val="tx1"/>
          </a:solidFill>
        </p:grpSpPr>
        <p:sp>
          <p:nvSpPr>
            <p:cNvPr id="32" name="Freeform: Shape 31">
              <a:extLst>
                <a:ext uri="{FF2B5EF4-FFF2-40B4-BE49-F238E27FC236}">
                  <a16:creationId xmlns:a16="http://schemas.microsoft.com/office/drawing/2014/main" id="{5A172171-6C83-E3C9-7D28-D9CC0B4F6947}"/>
                </a:ext>
              </a:extLst>
            </p:cNvPr>
            <p:cNvSpPr/>
            <p:nvPr>
              <p:custDataLst>
                <p:tags r:id="rId227"/>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sz="1600"/>
            </a:p>
          </p:txBody>
        </p:sp>
        <p:sp>
          <p:nvSpPr>
            <p:cNvPr id="33" name="Freeform: Shape 32">
              <a:extLst>
                <a:ext uri="{FF2B5EF4-FFF2-40B4-BE49-F238E27FC236}">
                  <a16:creationId xmlns:a16="http://schemas.microsoft.com/office/drawing/2014/main" id="{3DF31F30-E9A5-0C95-5420-4A2BF1A0B609}"/>
                </a:ext>
              </a:extLst>
            </p:cNvPr>
            <p:cNvSpPr/>
            <p:nvPr>
              <p:custDataLst>
                <p:tags r:id="rId228"/>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sz="1600"/>
            </a:p>
          </p:txBody>
        </p:sp>
        <p:sp>
          <p:nvSpPr>
            <p:cNvPr id="34" name="Freeform: Shape 33">
              <a:extLst>
                <a:ext uri="{FF2B5EF4-FFF2-40B4-BE49-F238E27FC236}">
                  <a16:creationId xmlns:a16="http://schemas.microsoft.com/office/drawing/2014/main" id="{AEE2936E-A9A1-74F6-38BF-1BCF7EF998C4}"/>
                </a:ext>
              </a:extLst>
            </p:cNvPr>
            <p:cNvSpPr/>
            <p:nvPr>
              <p:custDataLst>
                <p:tags r:id="rId229"/>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sz="1600"/>
            </a:p>
          </p:txBody>
        </p:sp>
        <p:sp>
          <p:nvSpPr>
            <p:cNvPr id="35" name="Freeform: Shape 34">
              <a:extLst>
                <a:ext uri="{FF2B5EF4-FFF2-40B4-BE49-F238E27FC236}">
                  <a16:creationId xmlns:a16="http://schemas.microsoft.com/office/drawing/2014/main" id="{6A82CC3D-9DA0-7829-AED1-3C63BE704087}"/>
                </a:ext>
              </a:extLst>
            </p:cNvPr>
            <p:cNvSpPr/>
            <p:nvPr>
              <p:custDataLst>
                <p:tags r:id="rId230"/>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sz="1600"/>
            </a:p>
          </p:txBody>
        </p:sp>
        <p:sp>
          <p:nvSpPr>
            <p:cNvPr id="36" name="Freeform: Shape 35">
              <a:extLst>
                <a:ext uri="{FF2B5EF4-FFF2-40B4-BE49-F238E27FC236}">
                  <a16:creationId xmlns:a16="http://schemas.microsoft.com/office/drawing/2014/main" id="{77AAEC18-B23F-B605-DEC8-B3BC25455A61}"/>
                </a:ext>
              </a:extLst>
            </p:cNvPr>
            <p:cNvSpPr/>
            <p:nvPr>
              <p:custDataLst>
                <p:tags r:id="rId231"/>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sz="1600"/>
            </a:p>
          </p:txBody>
        </p:sp>
        <p:sp>
          <p:nvSpPr>
            <p:cNvPr id="37" name="Freeform: Shape 36">
              <a:extLst>
                <a:ext uri="{FF2B5EF4-FFF2-40B4-BE49-F238E27FC236}">
                  <a16:creationId xmlns:a16="http://schemas.microsoft.com/office/drawing/2014/main" id="{2E51049D-9FFA-FE0A-8B30-A382426BEF9D}"/>
                </a:ext>
              </a:extLst>
            </p:cNvPr>
            <p:cNvSpPr/>
            <p:nvPr>
              <p:custDataLst>
                <p:tags r:id="rId232"/>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sz="1600"/>
            </a:p>
          </p:txBody>
        </p:sp>
        <p:sp>
          <p:nvSpPr>
            <p:cNvPr id="38" name="Freeform: Shape 37">
              <a:extLst>
                <a:ext uri="{FF2B5EF4-FFF2-40B4-BE49-F238E27FC236}">
                  <a16:creationId xmlns:a16="http://schemas.microsoft.com/office/drawing/2014/main" id="{7425D5B8-D4D3-D95F-F6E1-C121A2B4C473}"/>
                </a:ext>
              </a:extLst>
            </p:cNvPr>
            <p:cNvSpPr/>
            <p:nvPr>
              <p:custDataLst>
                <p:tags r:id="rId233"/>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sz="1600"/>
            </a:p>
          </p:txBody>
        </p:sp>
        <p:sp>
          <p:nvSpPr>
            <p:cNvPr id="39" name="Freeform: Shape 38">
              <a:extLst>
                <a:ext uri="{FF2B5EF4-FFF2-40B4-BE49-F238E27FC236}">
                  <a16:creationId xmlns:a16="http://schemas.microsoft.com/office/drawing/2014/main" id="{46FE549B-C29B-0656-6752-86C340CF5EAB}"/>
                </a:ext>
              </a:extLst>
            </p:cNvPr>
            <p:cNvSpPr/>
            <p:nvPr>
              <p:custDataLst>
                <p:tags r:id="rId234"/>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sz="1600"/>
            </a:p>
          </p:txBody>
        </p:sp>
        <p:sp>
          <p:nvSpPr>
            <p:cNvPr id="40" name="Freeform: Shape 39">
              <a:extLst>
                <a:ext uri="{FF2B5EF4-FFF2-40B4-BE49-F238E27FC236}">
                  <a16:creationId xmlns:a16="http://schemas.microsoft.com/office/drawing/2014/main" id="{43F00C26-33CE-0B76-9DF7-9ED0BD8A5C8D}"/>
                </a:ext>
              </a:extLst>
            </p:cNvPr>
            <p:cNvSpPr/>
            <p:nvPr>
              <p:custDataLst>
                <p:tags r:id="rId235"/>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sz="1600"/>
            </a:p>
          </p:txBody>
        </p:sp>
        <p:sp>
          <p:nvSpPr>
            <p:cNvPr id="41" name="Freeform: Shape 40">
              <a:extLst>
                <a:ext uri="{FF2B5EF4-FFF2-40B4-BE49-F238E27FC236}">
                  <a16:creationId xmlns:a16="http://schemas.microsoft.com/office/drawing/2014/main" id="{B988B8B1-BEF1-169F-71D9-3D362F349201}"/>
                </a:ext>
              </a:extLst>
            </p:cNvPr>
            <p:cNvSpPr/>
            <p:nvPr>
              <p:custDataLst>
                <p:tags r:id="rId236"/>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sz="1600"/>
            </a:p>
          </p:txBody>
        </p:sp>
        <p:sp>
          <p:nvSpPr>
            <p:cNvPr id="42" name="Freeform: Shape 41">
              <a:extLst>
                <a:ext uri="{FF2B5EF4-FFF2-40B4-BE49-F238E27FC236}">
                  <a16:creationId xmlns:a16="http://schemas.microsoft.com/office/drawing/2014/main" id="{D442CF2A-8FAD-34F7-975E-D07B0B871CE4}"/>
                </a:ext>
              </a:extLst>
            </p:cNvPr>
            <p:cNvSpPr/>
            <p:nvPr>
              <p:custDataLst>
                <p:tags r:id="rId237"/>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sz="1600"/>
            </a:p>
          </p:txBody>
        </p:sp>
        <p:sp>
          <p:nvSpPr>
            <p:cNvPr id="43" name="Freeform: Shape 42">
              <a:extLst>
                <a:ext uri="{FF2B5EF4-FFF2-40B4-BE49-F238E27FC236}">
                  <a16:creationId xmlns:a16="http://schemas.microsoft.com/office/drawing/2014/main" id="{0686D84D-5850-50AD-9353-FB4CB5A404C9}"/>
                </a:ext>
              </a:extLst>
            </p:cNvPr>
            <p:cNvSpPr/>
            <p:nvPr>
              <p:custDataLst>
                <p:tags r:id="rId238"/>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sz="1600"/>
            </a:p>
          </p:txBody>
        </p:sp>
        <p:sp>
          <p:nvSpPr>
            <p:cNvPr id="44" name="Freeform: Shape 43">
              <a:extLst>
                <a:ext uri="{FF2B5EF4-FFF2-40B4-BE49-F238E27FC236}">
                  <a16:creationId xmlns:a16="http://schemas.microsoft.com/office/drawing/2014/main" id="{6DA0471D-9C49-63AF-A82E-149529D80354}"/>
                </a:ext>
              </a:extLst>
            </p:cNvPr>
            <p:cNvSpPr/>
            <p:nvPr>
              <p:custDataLst>
                <p:tags r:id="rId239"/>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sz="1600"/>
            </a:p>
          </p:txBody>
        </p:sp>
      </p:grpSp>
      <p:grpSp>
        <p:nvGrpSpPr>
          <p:cNvPr id="6" name="Group 5">
            <a:extLst>
              <a:ext uri="{FF2B5EF4-FFF2-40B4-BE49-F238E27FC236}">
                <a16:creationId xmlns:a16="http://schemas.microsoft.com/office/drawing/2014/main" id="{36979B5B-63DB-1DAE-8FB6-A4A6303744B2}"/>
              </a:ext>
            </a:extLst>
          </p:cNvPr>
          <p:cNvGrpSpPr>
            <a:grpSpLocks noChangeAspect="1"/>
          </p:cNvGrpSpPr>
          <p:nvPr>
            <p:custDataLst>
              <p:tags r:id="rId2"/>
            </p:custDataLst>
          </p:nvPr>
        </p:nvGrpSpPr>
        <p:grpSpPr>
          <a:xfrm>
            <a:off x="1037069" y="4331668"/>
            <a:ext cx="849238" cy="222052"/>
            <a:chOff x="11344040" y="4106251"/>
            <a:chExt cx="849238" cy="222052"/>
          </a:xfrm>
        </p:grpSpPr>
        <p:sp>
          <p:nvSpPr>
            <p:cNvPr id="8" name="Freeform: Shape 7">
              <a:extLst>
                <a:ext uri="{FF2B5EF4-FFF2-40B4-BE49-F238E27FC236}">
                  <a16:creationId xmlns:a16="http://schemas.microsoft.com/office/drawing/2014/main" id="{0D65F372-78A3-CD5B-75ED-45DB5039ECDD}"/>
                </a:ext>
              </a:extLst>
            </p:cNvPr>
            <p:cNvSpPr/>
            <p:nvPr>
              <p:custDataLst>
                <p:tags r:id="rId221"/>
              </p:custDataLst>
            </p:nvPr>
          </p:nvSpPr>
          <p:spPr>
            <a:xfrm>
              <a:off x="11344040" y="4121794"/>
              <a:ext cx="167526" cy="150995"/>
            </a:xfrm>
            <a:custGeom>
              <a:avLst/>
              <a:gdLst>
                <a:gd name="connsiteX0" fmla="*/ 154729 w 167526"/>
                <a:gd name="connsiteY0" fmla="*/ 99320 h 150995"/>
                <a:gd name="connsiteX1" fmla="*/ 155883 w 167526"/>
                <a:gd name="connsiteY1" fmla="*/ 96211 h 150995"/>
                <a:gd name="connsiteX2" fmla="*/ 153113 w 167526"/>
                <a:gd name="connsiteY2" fmla="*/ 93769 h 150995"/>
                <a:gd name="connsiteX3" fmla="*/ 150112 w 167526"/>
                <a:gd name="connsiteY3" fmla="*/ 96433 h 150995"/>
                <a:gd name="connsiteX4" fmla="*/ 87097 w 167526"/>
                <a:gd name="connsiteY4" fmla="*/ 144175 h 150995"/>
                <a:gd name="connsiteX5" fmla="*/ 53397 w 167526"/>
                <a:gd name="connsiteY5" fmla="*/ 144175 h 150995"/>
                <a:gd name="connsiteX6" fmla="*/ 48319 w 167526"/>
                <a:gd name="connsiteY6" fmla="*/ 143953 h 150995"/>
                <a:gd name="connsiteX7" fmla="*/ 45318 w 167526"/>
                <a:gd name="connsiteY7" fmla="*/ 141732 h 150995"/>
                <a:gd name="connsiteX8" fmla="*/ 46472 w 167526"/>
                <a:gd name="connsiteY8" fmla="*/ 136625 h 150995"/>
                <a:gd name="connsiteX9" fmla="*/ 62168 w 167526"/>
                <a:gd name="connsiteY9" fmla="*/ 76005 h 150995"/>
                <a:gd name="connsiteX10" fmla="*/ 85020 w 167526"/>
                <a:gd name="connsiteY10" fmla="*/ 76005 h 150995"/>
                <a:gd name="connsiteX11" fmla="*/ 104640 w 167526"/>
                <a:gd name="connsiteY11" fmla="*/ 86219 h 150995"/>
                <a:gd name="connsiteX12" fmla="*/ 103024 w 167526"/>
                <a:gd name="connsiteY12" fmla="*/ 97100 h 150995"/>
                <a:gd name="connsiteX13" fmla="*/ 102332 w 167526"/>
                <a:gd name="connsiteY13" fmla="*/ 99542 h 150995"/>
                <a:gd name="connsiteX14" fmla="*/ 105332 w 167526"/>
                <a:gd name="connsiteY14" fmla="*/ 101985 h 150995"/>
                <a:gd name="connsiteX15" fmla="*/ 108795 w 167526"/>
                <a:gd name="connsiteY15" fmla="*/ 97544 h 150995"/>
                <a:gd name="connsiteX16" fmla="*/ 121952 w 167526"/>
                <a:gd name="connsiteY16" fmla="*/ 45583 h 150995"/>
                <a:gd name="connsiteX17" fmla="*/ 119182 w 167526"/>
                <a:gd name="connsiteY17" fmla="*/ 43141 h 150995"/>
                <a:gd name="connsiteX18" fmla="*/ 115950 w 167526"/>
                <a:gd name="connsiteY18" fmla="*/ 47138 h 150995"/>
                <a:gd name="connsiteX19" fmla="*/ 85712 w 167526"/>
                <a:gd name="connsiteY19" fmla="*/ 69121 h 150995"/>
                <a:gd name="connsiteX20" fmla="*/ 64015 w 167526"/>
                <a:gd name="connsiteY20" fmla="*/ 69121 h 150995"/>
                <a:gd name="connsiteX21" fmla="*/ 77864 w 167526"/>
                <a:gd name="connsiteY21" fmla="*/ 15606 h 150995"/>
                <a:gd name="connsiteX22" fmla="*/ 90329 w 167526"/>
                <a:gd name="connsiteY22" fmla="*/ 6946 h 150995"/>
                <a:gd name="connsiteX23" fmla="*/ 122875 w 167526"/>
                <a:gd name="connsiteY23" fmla="*/ 6946 h 150995"/>
                <a:gd name="connsiteX24" fmla="*/ 157960 w 167526"/>
                <a:gd name="connsiteY24" fmla="*/ 31594 h 150995"/>
                <a:gd name="connsiteX25" fmla="*/ 157037 w 167526"/>
                <a:gd name="connsiteY25" fmla="*/ 43363 h 150995"/>
                <a:gd name="connsiteX26" fmla="*/ 156806 w 167526"/>
                <a:gd name="connsiteY26" fmla="*/ 47360 h 150995"/>
                <a:gd name="connsiteX27" fmla="*/ 159576 w 167526"/>
                <a:gd name="connsiteY27" fmla="*/ 50025 h 150995"/>
                <a:gd name="connsiteX28" fmla="*/ 162807 w 167526"/>
                <a:gd name="connsiteY28" fmla="*/ 44473 h 150995"/>
                <a:gd name="connsiteX29" fmla="*/ 167424 w 167526"/>
                <a:gd name="connsiteY29" fmla="*/ 6058 h 150995"/>
                <a:gd name="connsiteX30" fmla="*/ 161192 w 167526"/>
                <a:gd name="connsiteY30" fmla="*/ 63 h 150995"/>
                <a:gd name="connsiteX31" fmla="*/ 44626 w 167526"/>
                <a:gd name="connsiteY31" fmla="*/ 63 h 150995"/>
                <a:gd name="connsiteX32" fmla="*/ 37701 w 167526"/>
                <a:gd name="connsiteY32" fmla="*/ 4504 h 150995"/>
                <a:gd name="connsiteX33" fmla="*/ 44164 w 167526"/>
                <a:gd name="connsiteY33" fmla="*/ 6946 h 150995"/>
                <a:gd name="connsiteX34" fmla="*/ 59168 w 167526"/>
                <a:gd name="connsiteY34" fmla="*/ 10943 h 150995"/>
                <a:gd name="connsiteX35" fmla="*/ 58013 w 167526"/>
                <a:gd name="connsiteY35" fmla="*/ 16273 h 150995"/>
                <a:gd name="connsiteX36" fmla="*/ 27545 w 167526"/>
                <a:gd name="connsiteY36" fmla="*/ 133738 h 150995"/>
                <a:gd name="connsiteX37" fmla="*/ 6540 w 167526"/>
                <a:gd name="connsiteY37" fmla="*/ 144175 h 150995"/>
                <a:gd name="connsiteX38" fmla="*/ 77 w 167526"/>
                <a:gd name="connsiteY38" fmla="*/ 148394 h 150995"/>
                <a:gd name="connsiteX39" fmla="*/ 6540 w 167526"/>
                <a:gd name="connsiteY39" fmla="*/ 151058 h 150995"/>
                <a:gd name="connsiteX40" fmla="*/ 126337 w 167526"/>
                <a:gd name="connsiteY40" fmla="*/ 151058 h 150995"/>
                <a:gd name="connsiteX41" fmla="*/ 133493 w 167526"/>
                <a:gd name="connsiteY41" fmla="*/ 147283 h 150995"/>
                <a:gd name="connsiteX42" fmla="*/ 154729 w 167526"/>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7526" h="150995">
                  <a:moveTo>
                    <a:pt x="154729" y="99320"/>
                  </a:moveTo>
                  <a:cubicBezTo>
                    <a:pt x="155190" y="98210"/>
                    <a:pt x="155883" y="96656"/>
                    <a:pt x="155883" y="96211"/>
                  </a:cubicBezTo>
                  <a:cubicBezTo>
                    <a:pt x="155883" y="95989"/>
                    <a:pt x="155883" y="93769"/>
                    <a:pt x="153113" y="93769"/>
                  </a:cubicBezTo>
                  <a:cubicBezTo>
                    <a:pt x="151035" y="93769"/>
                    <a:pt x="150574" y="95101"/>
                    <a:pt x="150112" y="96433"/>
                  </a:cubicBezTo>
                  <a:cubicBezTo>
                    <a:pt x="135109" y="129297"/>
                    <a:pt x="126568" y="144175"/>
                    <a:pt x="87097" y="144175"/>
                  </a:cubicBezTo>
                  <a:lnTo>
                    <a:pt x="53397" y="144175"/>
                  </a:lnTo>
                  <a:cubicBezTo>
                    <a:pt x="50165" y="144175"/>
                    <a:pt x="49704" y="144175"/>
                    <a:pt x="48319" y="143953"/>
                  </a:cubicBezTo>
                  <a:cubicBezTo>
                    <a:pt x="46011" y="143731"/>
                    <a:pt x="45318" y="143509"/>
                    <a:pt x="45318" y="141732"/>
                  </a:cubicBezTo>
                  <a:cubicBezTo>
                    <a:pt x="45318" y="141066"/>
                    <a:pt x="45318" y="140622"/>
                    <a:pt x="46472" y="136625"/>
                  </a:cubicBezTo>
                  <a:lnTo>
                    <a:pt x="62168" y="76005"/>
                  </a:lnTo>
                  <a:lnTo>
                    <a:pt x="85020" y="76005"/>
                  </a:lnTo>
                  <a:cubicBezTo>
                    <a:pt x="104640" y="76005"/>
                    <a:pt x="104640" y="80668"/>
                    <a:pt x="104640" y="86219"/>
                  </a:cubicBezTo>
                  <a:cubicBezTo>
                    <a:pt x="104640" y="87773"/>
                    <a:pt x="104640" y="90438"/>
                    <a:pt x="103024" y="97100"/>
                  </a:cubicBezTo>
                  <a:cubicBezTo>
                    <a:pt x="102562" y="98210"/>
                    <a:pt x="102332" y="98876"/>
                    <a:pt x="102332" y="99542"/>
                  </a:cubicBezTo>
                  <a:cubicBezTo>
                    <a:pt x="102332" y="100652"/>
                    <a:pt x="103255" y="101985"/>
                    <a:pt x="105332" y="101985"/>
                  </a:cubicBezTo>
                  <a:cubicBezTo>
                    <a:pt x="107179" y="101985"/>
                    <a:pt x="107871" y="100874"/>
                    <a:pt x="108795" y="97544"/>
                  </a:cubicBezTo>
                  <a:lnTo>
                    <a:pt x="121952" y="45583"/>
                  </a:lnTo>
                  <a:cubicBezTo>
                    <a:pt x="121952" y="44251"/>
                    <a:pt x="120797" y="43141"/>
                    <a:pt x="119182" y="43141"/>
                  </a:cubicBezTo>
                  <a:cubicBezTo>
                    <a:pt x="117104" y="43141"/>
                    <a:pt x="116643" y="44473"/>
                    <a:pt x="115950" y="47138"/>
                  </a:cubicBezTo>
                  <a:cubicBezTo>
                    <a:pt x="111103" y="64014"/>
                    <a:pt x="106948" y="69121"/>
                    <a:pt x="85712" y="69121"/>
                  </a:cubicBezTo>
                  <a:lnTo>
                    <a:pt x="64015" y="69121"/>
                  </a:lnTo>
                  <a:lnTo>
                    <a:pt x="77864" y="15606"/>
                  </a:lnTo>
                  <a:cubicBezTo>
                    <a:pt x="79942" y="7835"/>
                    <a:pt x="80173" y="6946"/>
                    <a:pt x="90329" y="6946"/>
                  </a:cubicBezTo>
                  <a:lnTo>
                    <a:pt x="122875" y="6946"/>
                  </a:lnTo>
                  <a:cubicBezTo>
                    <a:pt x="151035" y="6946"/>
                    <a:pt x="157960" y="13386"/>
                    <a:pt x="157960" y="31594"/>
                  </a:cubicBezTo>
                  <a:cubicBezTo>
                    <a:pt x="157960" y="36923"/>
                    <a:pt x="157960" y="37368"/>
                    <a:pt x="157037" y="43363"/>
                  </a:cubicBezTo>
                  <a:cubicBezTo>
                    <a:pt x="157037" y="44695"/>
                    <a:pt x="156806" y="46250"/>
                    <a:pt x="156806" y="47360"/>
                  </a:cubicBezTo>
                  <a:cubicBezTo>
                    <a:pt x="156806" y="48470"/>
                    <a:pt x="157498" y="50025"/>
                    <a:pt x="159576" y="50025"/>
                  </a:cubicBezTo>
                  <a:cubicBezTo>
                    <a:pt x="162115" y="50025"/>
                    <a:pt x="162346" y="48692"/>
                    <a:pt x="162807" y="44473"/>
                  </a:cubicBezTo>
                  <a:lnTo>
                    <a:pt x="167424" y="6058"/>
                  </a:lnTo>
                  <a:cubicBezTo>
                    <a:pt x="168116" y="63"/>
                    <a:pt x="166962" y="63"/>
                    <a:pt x="161192" y="63"/>
                  </a:cubicBezTo>
                  <a:lnTo>
                    <a:pt x="44626" y="63"/>
                  </a:lnTo>
                  <a:cubicBezTo>
                    <a:pt x="40009" y="63"/>
                    <a:pt x="37701" y="63"/>
                    <a:pt x="37701" y="4504"/>
                  </a:cubicBezTo>
                  <a:cubicBezTo>
                    <a:pt x="37701" y="6946"/>
                    <a:pt x="39778" y="6946"/>
                    <a:pt x="44164" y="6946"/>
                  </a:cubicBezTo>
                  <a:cubicBezTo>
                    <a:pt x="52704" y="6946"/>
                    <a:pt x="59168" y="6946"/>
                    <a:pt x="59168" y="10943"/>
                  </a:cubicBezTo>
                  <a:cubicBezTo>
                    <a:pt x="59168" y="11832"/>
                    <a:pt x="59168" y="12276"/>
                    <a:pt x="58013" y="16273"/>
                  </a:cubicBezTo>
                  <a:lnTo>
                    <a:pt x="27545" y="133738"/>
                  </a:lnTo>
                  <a:cubicBezTo>
                    <a:pt x="25236" y="142398"/>
                    <a:pt x="24775" y="144175"/>
                    <a:pt x="6540" y="144175"/>
                  </a:cubicBezTo>
                  <a:cubicBezTo>
                    <a:pt x="2616" y="144175"/>
                    <a:pt x="77" y="144175"/>
                    <a:pt x="77" y="148394"/>
                  </a:cubicBezTo>
                  <a:cubicBezTo>
                    <a:pt x="77" y="151058"/>
                    <a:pt x="2154" y="151058"/>
                    <a:pt x="6540" y="151058"/>
                  </a:cubicBezTo>
                  <a:lnTo>
                    <a:pt x="126337" y="151058"/>
                  </a:lnTo>
                  <a:cubicBezTo>
                    <a:pt x="131646" y="151058"/>
                    <a:pt x="131877" y="150836"/>
                    <a:pt x="133493" y="147283"/>
                  </a:cubicBezTo>
                  <a:lnTo>
                    <a:pt x="154729" y="99320"/>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 name="Freeform: Shape 10">
              <a:extLst>
                <a:ext uri="{FF2B5EF4-FFF2-40B4-BE49-F238E27FC236}">
                  <a16:creationId xmlns:a16="http://schemas.microsoft.com/office/drawing/2014/main" id="{E8A2945D-4AC9-A7A8-A542-4C91FF2C687D}"/>
                </a:ext>
              </a:extLst>
            </p:cNvPr>
            <p:cNvSpPr/>
            <p:nvPr>
              <p:custDataLst>
                <p:tags r:id="rId222"/>
              </p:custDataLst>
            </p:nvPr>
          </p:nvSpPr>
          <p:spPr>
            <a:xfrm>
              <a:off x="11546202" y="4106251"/>
              <a:ext cx="31622" cy="222052"/>
            </a:xfrm>
            <a:custGeom>
              <a:avLst/>
              <a:gdLst>
                <a:gd name="connsiteX0" fmla="*/ 31707 w 31622"/>
                <a:gd name="connsiteY0" fmla="*/ 222115 h 222052"/>
                <a:gd name="connsiteX1" fmla="*/ 31707 w 31622"/>
                <a:gd name="connsiteY1" fmla="*/ 213233 h 222052"/>
                <a:gd name="connsiteX2" fmla="*/ 9318 w 31622"/>
                <a:gd name="connsiteY2" fmla="*/ 213233 h 222052"/>
                <a:gd name="connsiteX3" fmla="*/ 9318 w 31622"/>
                <a:gd name="connsiteY3" fmla="*/ 8945 h 222052"/>
                <a:gd name="connsiteX4" fmla="*/ 31707 w 31622"/>
                <a:gd name="connsiteY4" fmla="*/ 8945 h 222052"/>
                <a:gd name="connsiteX5" fmla="*/ 31707 w 31622"/>
                <a:gd name="connsiteY5" fmla="*/ 63 h 222052"/>
                <a:gd name="connsiteX6" fmla="*/ 85 w 31622"/>
                <a:gd name="connsiteY6" fmla="*/ 63 h 222052"/>
                <a:gd name="connsiteX7" fmla="*/ 85 w 31622"/>
                <a:gd name="connsiteY7" fmla="*/ 222115 h 222052"/>
                <a:gd name="connsiteX8" fmla="*/ 31707 w 31622"/>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07" y="222115"/>
                  </a:moveTo>
                  <a:lnTo>
                    <a:pt x="31707" y="213233"/>
                  </a:lnTo>
                  <a:lnTo>
                    <a:pt x="9318" y="213233"/>
                  </a:lnTo>
                  <a:lnTo>
                    <a:pt x="9318" y="8945"/>
                  </a:lnTo>
                  <a:lnTo>
                    <a:pt x="31707" y="8945"/>
                  </a:lnTo>
                  <a:lnTo>
                    <a:pt x="31707" y="63"/>
                  </a:lnTo>
                  <a:lnTo>
                    <a:pt x="85" y="63"/>
                  </a:lnTo>
                  <a:lnTo>
                    <a:pt x="85" y="222115"/>
                  </a:lnTo>
                  <a:lnTo>
                    <a:pt x="31707" y="222115"/>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 name="Freeform: Shape 11">
              <a:extLst>
                <a:ext uri="{FF2B5EF4-FFF2-40B4-BE49-F238E27FC236}">
                  <a16:creationId xmlns:a16="http://schemas.microsoft.com/office/drawing/2014/main" id="{6CE5BC68-0330-9D06-AFBA-09FD03406BDB}"/>
                </a:ext>
              </a:extLst>
            </p:cNvPr>
            <p:cNvSpPr/>
            <p:nvPr>
              <p:custDataLst>
                <p:tags r:id="rId223"/>
              </p:custDataLst>
            </p:nvPr>
          </p:nvSpPr>
          <p:spPr>
            <a:xfrm>
              <a:off x="11589777" y="4174643"/>
              <a:ext cx="118643" cy="100589"/>
            </a:xfrm>
            <a:custGeom>
              <a:avLst/>
              <a:gdLst>
                <a:gd name="connsiteX0" fmla="*/ 74182 w 118643"/>
                <a:gd name="connsiteY0" fmla="*/ 85775 h 100589"/>
                <a:gd name="connsiteX1" fmla="*/ 94725 w 118643"/>
                <a:gd name="connsiteY1" fmla="*/ 100652 h 100589"/>
                <a:gd name="connsiteX2" fmla="*/ 111806 w 118643"/>
                <a:gd name="connsiteY2" fmla="*/ 88440 h 100589"/>
                <a:gd name="connsiteX3" fmla="*/ 118731 w 118643"/>
                <a:gd name="connsiteY3" fmla="*/ 66456 h 100589"/>
                <a:gd name="connsiteX4" fmla="*/ 115961 w 118643"/>
                <a:gd name="connsiteY4" fmla="*/ 64236 h 100589"/>
                <a:gd name="connsiteX5" fmla="*/ 112729 w 118643"/>
                <a:gd name="connsiteY5" fmla="*/ 68233 h 100589"/>
                <a:gd name="connsiteX6" fmla="*/ 95418 w 118643"/>
                <a:gd name="connsiteY6" fmla="*/ 95767 h 100589"/>
                <a:gd name="connsiteX7" fmla="*/ 88262 w 118643"/>
                <a:gd name="connsiteY7" fmla="*/ 85553 h 100589"/>
                <a:gd name="connsiteX8" fmla="*/ 92878 w 118643"/>
                <a:gd name="connsiteY8" fmla="*/ 62459 h 100589"/>
                <a:gd name="connsiteX9" fmla="*/ 99342 w 118643"/>
                <a:gd name="connsiteY9" fmla="*/ 38478 h 100589"/>
                <a:gd name="connsiteX10" fmla="*/ 103266 w 118643"/>
                <a:gd name="connsiteY10" fmla="*/ 23378 h 100589"/>
                <a:gd name="connsiteX11" fmla="*/ 106728 w 118643"/>
                <a:gd name="connsiteY11" fmla="*/ 8501 h 100589"/>
                <a:gd name="connsiteX12" fmla="*/ 100034 w 118643"/>
                <a:gd name="connsiteY12" fmla="*/ 2505 h 100589"/>
                <a:gd name="connsiteX13" fmla="*/ 91032 w 118643"/>
                <a:gd name="connsiteY13" fmla="*/ 10277 h 100589"/>
                <a:gd name="connsiteX14" fmla="*/ 73720 w 118643"/>
                <a:gd name="connsiteY14" fmla="*/ 77115 h 100589"/>
                <a:gd name="connsiteX15" fmla="*/ 47406 w 118643"/>
                <a:gd name="connsiteY15" fmla="*/ 95767 h 100589"/>
                <a:gd name="connsiteX16" fmla="*/ 33095 w 118643"/>
                <a:gd name="connsiteY16" fmla="*/ 77559 h 100589"/>
                <a:gd name="connsiteX17" fmla="*/ 45560 w 118643"/>
                <a:gd name="connsiteY17" fmla="*/ 32260 h 100589"/>
                <a:gd name="connsiteX18" fmla="*/ 49484 w 118643"/>
                <a:gd name="connsiteY18" fmla="*/ 18271 h 100589"/>
                <a:gd name="connsiteX19" fmla="*/ 30556 w 118643"/>
                <a:gd name="connsiteY19" fmla="*/ 63 h 100589"/>
                <a:gd name="connsiteX20" fmla="*/ 87 w 118643"/>
                <a:gd name="connsiteY20" fmla="*/ 34259 h 100589"/>
                <a:gd name="connsiteX21" fmla="*/ 2857 w 118643"/>
                <a:gd name="connsiteY21" fmla="*/ 36479 h 100589"/>
                <a:gd name="connsiteX22" fmla="*/ 6550 w 118643"/>
                <a:gd name="connsiteY22" fmla="*/ 32482 h 100589"/>
                <a:gd name="connsiteX23" fmla="*/ 29864 w 118643"/>
                <a:gd name="connsiteY23" fmla="*/ 4948 h 100589"/>
                <a:gd name="connsiteX24" fmla="*/ 35634 w 118643"/>
                <a:gd name="connsiteY24" fmla="*/ 12276 h 100589"/>
                <a:gd name="connsiteX25" fmla="*/ 31710 w 118643"/>
                <a:gd name="connsiteY25" fmla="*/ 27375 h 100589"/>
                <a:gd name="connsiteX26" fmla="*/ 18322 w 118643"/>
                <a:gd name="connsiteY26" fmla="*/ 74006 h 100589"/>
                <a:gd name="connsiteX27" fmla="*/ 46714 w 118643"/>
                <a:gd name="connsiteY27" fmla="*/ 100652 h 100589"/>
                <a:gd name="connsiteX28" fmla="*/ 74182 w 118643"/>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643" h="100589">
                  <a:moveTo>
                    <a:pt x="74182" y="85775"/>
                  </a:moveTo>
                  <a:cubicBezTo>
                    <a:pt x="76721" y="94879"/>
                    <a:pt x="84800" y="100652"/>
                    <a:pt x="94725" y="100652"/>
                  </a:cubicBezTo>
                  <a:cubicBezTo>
                    <a:pt x="102804" y="100652"/>
                    <a:pt x="108113" y="95545"/>
                    <a:pt x="111806" y="88440"/>
                  </a:cubicBezTo>
                  <a:cubicBezTo>
                    <a:pt x="115730" y="80446"/>
                    <a:pt x="118731" y="66901"/>
                    <a:pt x="118731" y="66456"/>
                  </a:cubicBezTo>
                  <a:cubicBezTo>
                    <a:pt x="118731" y="64236"/>
                    <a:pt x="116653" y="64236"/>
                    <a:pt x="115961" y="64236"/>
                  </a:cubicBezTo>
                  <a:cubicBezTo>
                    <a:pt x="113653" y="64236"/>
                    <a:pt x="113422" y="65124"/>
                    <a:pt x="112729" y="68233"/>
                  </a:cubicBezTo>
                  <a:cubicBezTo>
                    <a:pt x="109498" y="80668"/>
                    <a:pt x="105112" y="95767"/>
                    <a:pt x="95418" y="95767"/>
                  </a:cubicBezTo>
                  <a:cubicBezTo>
                    <a:pt x="90570" y="95767"/>
                    <a:pt x="88262" y="92881"/>
                    <a:pt x="88262" y="85553"/>
                  </a:cubicBezTo>
                  <a:cubicBezTo>
                    <a:pt x="88262" y="80668"/>
                    <a:pt x="91032" y="70231"/>
                    <a:pt x="92878" y="62459"/>
                  </a:cubicBezTo>
                  <a:lnTo>
                    <a:pt x="99342" y="38478"/>
                  </a:lnTo>
                  <a:cubicBezTo>
                    <a:pt x="100034" y="35147"/>
                    <a:pt x="102342" y="26709"/>
                    <a:pt x="103266" y="23378"/>
                  </a:cubicBezTo>
                  <a:cubicBezTo>
                    <a:pt x="104420" y="18271"/>
                    <a:pt x="106728" y="9833"/>
                    <a:pt x="106728" y="8501"/>
                  </a:cubicBezTo>
                  <a:cubicBezTo>
                    <a:pt x="106728" y="4504"/>
                    <a:pt x="103496" y="2505"/>
                    <a:pt x="100034" y="2505"/>
                  </a:cubicBezTo>
                  <a:cubicBezTo>
                    <a:pt x="98880" y="2505"/>
                    <a:pt x="92878" y="2727"/>
                    <a:pt x="91032" y="10277"/>
                  </a:cubicBezTo>
                  <a:cubicBezTo>
                    <a:pt x="86646" y="26487"/>
                    <a:pt x="76490" y="65346"/>
                    <a:pt x="73720" y="77115"/>
                  </a:cubicBezTo>
                  <a:cubicBezTo>
                    <a:pt x="73489" y="78003"/>
                    <a:pt x="64256" y="95767"/>
                    <a:pt x="47406" y="95767"/>
                  </a:cubicBezTo>
                  <a:cubicBezTo>
                    <a:pt x="35403" y="95767"/>
                    <a:pt x="33095" y="85775"/>
                    <a:pt x="33095" y="77559"/>
                  </a:cubicBezTo>
                  <a:cubicBezTo>
                    <a:pt x="33095" y="65124"/>
                    <a:pt x="39558" y="47582"/>
                    <a:pt x="45560" y="32260"/>
                  </a:cubicBezTo>
                  <a:cubicBezTo>
                    <a:pt x="48330" y="25599"/>
                    <a:pt x="49484" y="22490"/>
                    <a:pt x="49484" y="18271"/>
                  </a:cubicBezTo>
                  <a:cubicBezTo>
                    <a:pt x="49484" y="8279"/>
                    <a:pt x="42097" y="63"/>
                    <a:pt x="30556" y="63"/>
                  </a:cubicBezTo>
                  <a:cubicBezTo>
                    <a:pt x="8628" y="63"/>
                    <a:pt x="87" y="32260"/>
                    <a:pt x="87" y="34259"/>
                  </a:cubicBezTo>
                  <a:cubicBezTo>
                    <a:pt x="87" y="36479"/>
                    <a:pt x="2396" y="36479"/>
                    <a:pt x="2857" y="36479"/>
                  </a:cubicBezTo>
                  <a:cubicBezTo>
                    <a:pt x="5166" y="36479"/>
                    <a:pt x="5396" y="36035"/>
                    <a:pt x="6550" y="32482"/>
                  </a:cubicBezTo>
                  <a:cubicBezTo>
                    <a:pt x="12321" y="13164"/>
                    <a:pt x="21092" y="4948"/>
                    <a:pt x="29864" y="4948"/>
                  </a:cubicBezTo>
                  <a:cubicBezTo>
                    <a:pt x="31941" y="4948"/>
                    <a:pt x="35634" y="5170"/>
                    <a:pt x="35634" y="12276"/>
                  </a:cubicBezTo>
                  <a:cubicBezTo>
                    <a:pt x="35634" y="17605"/>
                    <a:pt x="33095" y="24044"/>
                    <a:pt x="31710" y="27375"/>
                  </a:cubicBezTo>
                  <a:cubicBezTo>
                    <a:pt x="23170" y="49358"/>
                    <a:pt x="18322" y="63126"/>
                    <a:pt x="18322" y="74006"/>
                  </a:cubicBezTo>
                  <a:cubicBezTo>
                    <a:pt x="18322" y="95101"/>
                    <a:pt x="34249" y="100652"/>
                    <a:pt x="46714" y="100652"/>
                  </a:cubicBezTo>
                  <a:cubicBezTo>
                    <a:pt x="61948" y="100652"/>
                    <a:pt x="70258" y="90660"/>
                    <a:pt x="74182" y="85775"/>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3" name="Freeform: Shape 12">
              <a:extLst>
                <a:ext uri="{FF2B5EF4-FFF2-40B4-BE49-F238E27FC236}">
                  <a16:creationId xmlns:a16="http://schemas.microsoft.com/office/drawing/2014/main" id="{BD5547A7-D912-2AC2-68B4-C48665D460FF}"/>
                </a:ext>
              </a:extLst>
            </p:cNvPr>
            <p:cNvSpPr/>
            <p:nvPr>
              <p:custDataLst>
                <p:tags r:id="rId224"/>
              </p:custDataLst>
            </p:nvPr>
          </p:nvSpPr>
          <p:spPr>
            <a:xfrm>
              <a:off x="11720298" y="4106251"/>
              <a:ext cx="31622" cy="222052"/>
            </a:xfrm>
            <a:custGeom>
              <a:avLst/>
              <a:gdLst>
                <a:gd name="connsiteX0" fmla="*/ 31716 w 31622"/>
                <a:gd name="connsiteY0" fmla="*/ 63 h 222052"/>
                <a:gd name="connsiteX1" fmla="*/ 93 w 31622"/>
                <a:gd name="connsiteY1" fmla="*/ 63 h 222052"/>
                <a:gd name="connsiteX2" fmla="*/ 93 w 31622"/>
                <a:gd name="connsiteY2" fmla="*/ 8945 h 222052"/>
                <a:gd name="connsiteX3" fmla="*/ 22483 w 31622"/>
                <a:gd name="connsiteY3" fmla="*/ 8945 h 222052"/>
                <a:gd name="connsiteX4" fmla="*/ 22483 w 31622"/>
                <a:gd name="connsiteY4" fmla="*/ 213233 h 222052"/>
                <a:gd name="connsiteX5" fmla="*/ 93 w 31622"/>
                <a:gd name="connsiteY5" fmla="*/ 213233 h 222052"/>
                <a:gd name="connsiteX6" fmla="*/ 93 w 31622"/>
                <a:gd name="connsiteY6" fmla="*/ 222115 h 222052"/>
                <a:gd name="connsiteX7" fmla="*/ 31716 w 31622"/>
                <a:gd name="connsiteY7" fmla="*/ 222115 h 222052"/>
                <a:gd name="connsiteX8" fmla="*/ 31716 w 31622"/>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16" y="63"/>
                  </a:moveTo>
                  <a:lnTo>
                    <a:pt x="93" y="63"/>
                  </a:lnTo>
                  <a:lnTo>
                    <a:pt x="93" y="8945"/>
                  </a:lnTo>
                  <a:lnTo>
                    <a:pt x="22483" y="8945"/>
                  </a:lnTo>
                  <a:lnTo>
                    <a:pt x="22483" y="213233"/>
                  </a:lnTo>
                  <a:lnTo>
                    <a:pt x="93" y="213233"/>
                  </a:lnTo>
                  <a:lnTo>
                    <a:pt x="93" y="222115"/>
                  </a:lnTo>
                  <a:lnTo>
                    <a:pt x="31716" y="222115"/>
                  </a:lnTo>
                  <a:lnTo>
                    <a:pt x="31716" y="6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4" name="Freeform: Shape 13">
              <a:extLst>
                <a:ext uri="{FF2B5EF4-FFF2-40B4-BE49-F238E27FC236}">
                  <a16:creationId xmlns:a16="http://schemas.microsoft.com/office/drawing/2014/main" id="{574AA268-52E4-CFB1-57B1-5BC188600342}"/>
                </a:ext>
              </a:extLst>
            </p:cNvPr>
            <p:cNvSpPr/>
            <p:nvPr>
              <p:custDataLst>
                <p:tags r:id="rId225"/>
              </p:custDataLst>
            </p:nvPr>
          </p:nvSpPr>
          <p:spPr>
            <a:xfrm>
              <a:off x="11856380" y="4191297"/>
              <a:ext cx="153497" cy="51960"/>
            </a:xfrm>
            <a:custGeom>
              <a:avLst/>
              <a:gdLst>
                <a:gd name="connsiteX0" fmla="*/ 145748 w 153497"/>
                <a:gd name="connsiteY0" fmla="*/ 8945 h 51960"/>
                <a:gd name="connsiteX1" fmla="*/ 153596 w 153497"/>
                <a:gd name="connsiteY1" fmla="*/ 4504 h 51960"/>
                <a:gd name="connsiteX2" fmla="*/ 145979 w 153497"/>
                <a:gd name="connsiteY2" fmla="*/ 63 h 51960"/>
                <a:gd name="connsiteX3" fmla="*/ 7716 w 153497"/>
                <a:gd name="connsiteY3" fmla="*/ 63 h 51960"/>
                <a:gd name="connsiteX4" fmla="*/ 99 w 153497"/>
                <a:gd name="connsiteY4" fmla="*/ 4504 h 51960"/>
                <a:gd name="connsiteX5" fmla="*/ 7947 w 153497"/>
                <a:gd name="connsiteY5" fmla="*/ 8945 h 51960"/>
                <a:gd name="connsiteX6" fmla="*/ 145748 w 153497"/>
                <a:gd name="connsiteY6" fmla="*/ 8945 h 51960"/>
                <a:gd name="connsiteX7" fmla="*/ 145979 w 153497"/>
                <a:gd name="connsiteY7" fmla="*/ 52023 h 51960"/>
                <a:gd name="connsiteX8" fmla="*/ 153596 w 153497"/>
                <a:gd name="connsiteY8" fmla="*/ 47582 h 51960"/>
                <a:gd name="connsiteX9" fmla="*/ 145748 w 153497"/>
                <a:gd name="connsiteY9" fmla="*/ 43141 h 51960"/>
                <a:gd name="connsiteX10" fmla="*/ 7947 w 153497"/>
                <a:gd name="connsiteY10" fmla="*/ 43141 h 51960"/>
                <a:gd name="connsiteX11" fmla="*/ 99 w 153497"/>
                <a:gd name="connsiteY11" fmla="*/ 47582 h 51960"/>
                <a:gd name="connsiteX12" fmla="*/ 7716 w 153497"/>
                <a:gd name="connsiteY12" fmla="*/ 52023 h 51960"/>
                <a:gd name="connsiteX13" fmla="*/ 145979 w 15349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497" h="51960">
                  <a:moveTo>
                    <a:pt x="145748" y="8945"/>
                  </a:moveTo>
                  <a:cubicBezTo>
                    <a:pt x="149211" y="8945"/>
                    <a:pt x="153596" y="8945"/>
                    <a:pt x="153596" y="4504"/>
                  </a:cubicBezTo>
                  <a:cubicBezTo>
                    <a:pt x="153596" y="63"/>
                    <a:pt x="149211" y="63"/>
                    <a:pt x="145979" y="63"/>
                  </a:cubicBezTo>
                  <a:lnTo>
                    <a:pt x="7716" y="63"/>
                  </a:lnTo>
                  <a:cubicBezTo>
                    <a:pt x="4484" y="63"/>
                    <a:pt x="99" y="63"/>
                    <a:pt x="99" y="4504"/>
                  </a:cubicBezTo>
                  <a:cubicBezTo>
                    <a:pt x="99" y="8945"/>
                    <a:pt x="4484" y="8945"/>
                    <a:pt x="7947" y="8945"/>
                  </a:cubicBezTo>
                  <a:lnTo>
                    <a:pt x="145748" y="8945"/>
                  </a:lnTo>
                  <a:close/>
                  <a:moveTo>
                    <a:pt x="145979" y="52023"/>
                  </a:moveTo>
                  <a:cubicBezTo>
                    <a:pt x="149211" y="52023"/>
                    <a:pt x="153596" y="52023"/>
                    <a:pt x="153596" y="47582"/>
                  </a:cubicBezTo>
                  <a:cubicBezTo>
                    <a:pt x="153596" y="43141"/>
                    <a:pt x="149211" y="43141"/>
                    <a:pt x="145748" y="43141"/>
                  </a:cubicBezTo>
                  <a:lnTo>
                    <a:pt x="7947" y="43141"/>
                  </a:lnTo>
                  <a:cubicBezTo>
                    <a:pt x="4484" y="43141"/>
                    <a:pt x="99" y="43141"/>
                    <a:pt x="99" y="47582"/>
                  </a:cubicBezTo>
                  <a:cubicBezTo>
                    <a:pt x="99" y="52023"/>
                    <a:pt x="4484" y="52023"/>
                    <a:pt x="7716" y="52023"/>
                  </a:cubicBezTo>
                  <a:lnTo>
                    <a:pt x="145979" y="5202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 name="Freeform: Shape 15">
              <a:extLst>
                <a:ext uri="{FF2B5EF4-FFF2-40B4-BE49-F238E27FC236}">
                  <a16:creationId xmlns:a16="http://schemas.microsoft.com/office/drawing/2014/main" id="{654B1BA0-F688-20C4-7B53-D692584D3297}"/>
                </a:ext>
              </a:extLst>
            </p:cNvPr>
            <p:cNvSpPr/>
            <p:nvPr>
              <p:custDataLst>
                <p:tags r:id="rId226"/>
              </p:custDataLst>
            </p:nvPr>
          </p:nvSpPr>
          <p:spPr>
            <a:xfrm>
              <a:off x="12096102" y="4124903"/>
              <a:ext cx="97176" cy="152771"/>
            </a:xfrm>
            <a:custGeom>
              <a:avLst/>
              <a:gdLst>
                <a:gd name="connsiteX0" fmla="*/ 97286 w 97176"/>
                <a:gd name="connsiteY0" fmla="*/ 76893 h 152771"/>
                <a:gd name="connsiteX1" fmla="*/ 88053 w 97176"/>
                <a:gd name="connsiteY1" fmla="*/ 24933 h 152771"/>
                <a:gd name="connsiteX2" fmla="*/ 48813 w 97176"/>
                <a:gd name="connsiteY2" fmla="*/ 63 h 152771"/>
                <a:gd name="connsiteX3" fmla="*/ 8650 w 97176"/>
                <a:gd name="connsiteY3" fmla="*/ 26487 h 152771"/>
                <a:gd name="connsiteX4" fmla="*/ 109 w 97176"/>
                <a:gd name="connsiteY4" fmla="*/ 76893 h 152771"/>
                <a:gd name="connsiteX5" fmla="*/ 10496 w 97176"/>
                <a:gd name="connsiteY5" fmla="*/ 130407 h 152771"/>
                <a:gd name="connsiteX6" fmla="*/ 48582 w 97176"/>
                <a:gd name="connsiteY6" fmla="*/ 152835 h 152771"/>
                <a:gd name="connsiteX7" fmla="*/ 88745 w 97176"/>
                <a:gd name="connsiteY7" fmla="*/ 127077 h 152771"/>
                <a:gd name="connsiteX8" fmla="*/ 97286 w 97176"/>
                <a:gd name="connsiteY8" fmla="*/ 76893 h 152771"/>
                <a:gd name="connsiteX9" fmla="*/ 48582 w 97176"/>
                <a:gd name="connsiteY9" fmla="*/ 147950 h 152771"/>
                <a:gd name="connsiteX10" fmla="*/ 21807 w 97176"/>
                <a:gd name="connsiteY10" fmla="*/ 121081 h 152771"/>
                <a:gd name="connsiteX11" fmla="*/ 19268 w 97176"/>
                <a:gd name="connsiteY11" fmla="*/ 74228 h 152771"/>
                <a:gd name="connsiteX12" fmla="*/ 21114 w 97176"/>
                <a:gd name="connsiteY12" fmla="*/ 33371 h 152771"/>
                <a:gd name="connsiteX13" fmla="*/ 48582 w 97176"/>
                <a:gd name="connsiteY13" fmla="*/ 4948 h 152771"/>
                <a:gd name="connsiteX14" fmla="*/ 75819 w 97176"/>
                <a:gd name="connsiteY14" fmla="*/ 30928 h 152771"/>
                <a:gd name="connsiteX15" fmla="*/ 78128 w 97176"/>
                <a:gd name="connsiteY15" fmla="*/ 74228 h 152771"/>
                <a:gd name="connsiteX16" fmla="*/ 75588 w 97176"/>
                <a:gd name="connsiteY16" fmla="*/ 120193 h 152771"/>
                <a:gd name="connsiteX17" fmla="*/ 48582 w 97176"/>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176" h="152771">
                  <a:moveTo>
                    <a:pt x="97286" y="76893"/>
                  </a:moveTo>
                  <a:cubicBezTo>
                    <a:pt x="97286" y="59129"/>
                    <a:pt x="96132" y="41364"/>
                    <a:pt x="88053" y="24933"/>
                  </a:cubicBezTo>
                  <a:cubicBezTo>
                    <a:pt x="77435" y="3616"/>
                    <a:pt x="58508" y="63"/>
                    <a:pt x="48813" y="63"/>
                  </a:cubicBezTo>
                  <a:cubicBezTo>
                    <a:pt x="34964" y="63"/>
                    <a:pt x="18113" y="5836"/>
                    <a:pt x="8650" y="26487"/>
                  </a:cubicBezTo>
                  <a:cubicBezTo>
                    <a:pt x="1263" y="41809"/>
                    <a:pt x="109" y="59129"/>
                    <a:pt x="109" y="76893"/>
                  </a:cubicBezTo>
                  <a:cubicBezTo>
                    <a:pt x="109" y="93547"/>
                    <a:pt x="1032" y="113531"/>
                    <a:pt x="10496" y="130407"/>
                  </a:cubicBezTo>
                  <a:cubicBezTo>
                    <a:pt x="20422" y="148394"/>
                    <a:pt x="37272" y="152835"/>
                    <a:pt x="48582" y="152835"/>
                  </a:cubicBezTo>
                  <a:cubicBezTo>
                    <a:pt x="61047" y="152835"/>
                    <a:pt x="78589" y="148172"/>
                    <a:pt x="88745" y="127077"/>
                  </a:cubicBezTo>
                  <a:cubicBezTo>
                    <a:pt x="96132" y="111755"/>
                    <a:pt x="97286" y="94435"/>
                    <a:pt x="97286" y="76893"/>
                  </a:cubicBezTo>
                  <a:close/>
                  <a:moveTo>
                    <a:pt x="48582" y="147950"/>
                  </a:moveTo>
                  <a:cubicBezTo>
                    <a:pt x="39580" y="147950"/>
                    <a:pt x="25961" y="142398"/>
                    <a:pt x="21807" y="121081"/>
                  </a:cubicBezTo>
                  <a:cubicBezTo>
                    <a:pt x="19268" y="107758"/>
                    <a:pt x="19268" y="87329"/>
                    <a:pt x="19268" y="74228"/>
                  </a:cubicBezTo>
                  <a:cubicBezTo>
                    <a:pt x="19268" y="60017"/>
                    <a:pt x="19268" y="45361"/>
                    <a:pt x="21114" y="33371"/>
                  </a:cubicBezTo>
                  <a:cubicBezTo>
                    <a:pt x="25500" y="6946"/>
                    <a:pt x="42812" y="4948"/>
                    <a:pt x="48582" y="4948"/>
                  </a:cubicBezTo>
                  <a:cubicBezTo>
                    <a:pt x="56199" y="4948"/>
                    <a:pt x="71434" y="8945"/>
                    <a:pt x="75819" y="30928"/>
                  </a:cubicBezTo>
                  <a:cubicBezTo>
                    <a:pt x="78128" y="43363"/>
                    <a:pt x="78128" y="60239"/>
                    <a:pt x="78128" y="74228"/>
                  </a:cubicBezTo>
                  <a:cubicBezTo>
                    <a:pt x="78128" y="90882"/>
                    <a:pt x="78128" y="105982"/>
                    <a:pt x="75588" y="120193"/>
                  </a:cubicBezTo>
                  <a:cubicBezTo>
                    <a:pt x="72126" y="141288"/>
                    <a:pt x="58969" y="147950"/>
                    <a:pt x="48582" y="147950"/>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17" name="Group 16">
            <a:extLst>
              <a:ext uri="{FF2B5EF4-FFF2-40B4-BE49-F238E27FC236}">
                <a16:creationId xmlns:a16="http://schemas.microsoft.com/office/drawing/2014/main" id="{DC8ADA83-7E91-942F-8244-3364A1491401}"/>
              </a:ext>
            </a:extLst>
          </p:cNvPr>
          <p:cNvGrpSpPr>
            <a:grpSpLocks noChangeAspect="1"/>
          </p:cNvGrpSpPr>
          <p:nvPr>
            <p:custDataLst>
              <p:tags r:id="rId3"/>
            </p:custDataLst>
          </p:nvPr>
        </p:nvGrpSpPr>
        <p:grpSpPr>
          <a:xfrm>
            <a:off x="1020150" y="4735753"/>
            <a:ext cx="1025736" cy="222052"/>
            <a:chOff x="3663204" y="6853006"/>
            <a:chExt cx="1025736" cy="222052"/>
          </a:xfrm>
        </p:grpSpPr>
        <p:sp>
          <p:nvSpPr>
            <p:cNvPr id="18" name="Freeform: Shape 17">
              <a:extLst>
                <a:ext uri="{FF2B5EF4-FFF2-40B4-BE49-F238E27FC236}">
                  <a16:creationId xmlns:a16="http://schemas.microsoft.com/office/drawing/2014/main" id="{4E40B8F0-4657-8286-597C-8AEC57B887CA}"/>
                </a:ext>
              </a:extLst>
            </p:cNvPr>
            <p:cNvSpPr/>
            <p:nvPr>
              <p:custDataLst>
                <p:tags r:id="rId213"/>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9" name="Freeform: Shape 18">
              <a:extLst>
                <a:ext uri="{FF2B5EF4-FFF2-40B4-BE49-F238E27FC236}">
                  <a16:creationId xmlns:a16="http://schemas.microsoft.com/office/drawing/2014/main" id="{F26B315B-D83C-1774-18A0-3B349280ECCA}"/>
                </a:ext>
              </a:extLst>
            </p:cNvPr>
            <p:cNvSpPr/>
            <p:nvPr>
              <p:custDataLst>
                <p:tags r:id="rId214"/>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0" name="Freeform: Shape 19">
              <a:extLst>
                <a:ext uri="{FF2B5EF4-FFF2-40B4-BE49-F238E27FC236}">
                  <a16:creationId xmlns:a16="http://schemas.microsoft.com/office/drawing/2014/main" id="{1A02049F-5998-BDFC-F733-5E2F75BBB1C5}"/>
                </a:ext>
              </a:extLst>
            </p:cNvPr>
            <p:cNvSpPr/>
            <p:nvPr>
              <p:custDataLst>
                <p:tags r:id="rId215"/>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1" name="Freeform: Shape 20">
              <a:extLst>
                <a:ext uri="{FF2B5EF4-FFF2-40B4-BE49-F238E27FC236}">
                  <a16:creationId xmlns:a16="http://schemas.microsoft.com/office/drawing/2014/main" id="{AA9BD47A-1EA6-5A50-7879-065EBBF39482}"/>
                </a:ext>
              </a:extLst>
            </p:cNvPr>
            <p:cNvSpPr/>
            <p:nvPr>
              <p:custDataLst>
                <p:tags r:id="rId216"/>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2" name="Freeform: Shape 21">
              <a:extLst>
                <a:ext uri="{FF2B5EF4-FFF2-40B4-BE49-F238E27FC236}">
                  <a16:creationId xmlns:a16="http://schemas.microsoft.com/office/drawing/2014/main" id="{EC5E0658-5067-DD9A-2ED0-26AD017DD711}"/>
                </a:ext>
              </a:extLst>
            </p:cNvPr>
            <p:cNvSpPr/>
            <p:nvPr>
              <p:custDataLst>
                <p:tags r:id="rId217"/>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3" name="Freeform: Shape 22">
              <a:extLst>
                <a:ext uri="{FF2B5EF4-FFF2-40B4-BE49-F238E27FC236}">
                  <a16:creationId xmlns:a16="http://schemas.microsoft.com/office/drawing/2014/main" id="{F9B3F92D-ECA3-1BAE-0010-A220F7C27BFF}"/>
                </a:ext>
              </a:extLst>
            </p:cNvPr>
            <p:cNvSpPr/>
            <p:nvPr>
              <p:custDataLst>
                <p:tags r:id="rId218"/>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4" name="Freeform: Shape 23">
              <a:extLst>
                <a:ext uri="{FF2B5EF4-FFF2-40B4-BE49-F238E27FC236}">
                  <a16:creationId xmlns:a16="http://schemas.microsoft.com/office/drawing/2014/main" id="{2B2145C1-B106-BF06-7D2C-A6637A1DE863}"/>
                </a:ext>
              </a:extLst>
            </p:cNvPr>
            <p:cNvSpPr/>
            <p:nvPr>
              <p:custDataLst>
                <p:tags r:id="rId219"/>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 name="Freeform: Shape 24">
              <a:extLst>
                <a:ext uri="{FF2B5EF4-FFF2-40B4-BE49-F238E27FC236}">
                  <a16:creationId xmlns:a16="http://schemas.microsoft.com/office/drawing/2014/main" id="{F5304A52-0163-016E-FBE2-F607C95E75FE}"/>
                </a:ext>
              </a:extLst>
            </p:cNvPr>
            <p:cNvSpPr/>
            <p:nvPr>
              <p:custDataLst>
                <p:tags r:id="rId220"/>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93" name="Group 92" descr="\documentclass{article}&#10;\usepackage{amsmath}&#10;\pagestyle{empty}&#10;\begin{document}&#10;&#10;&#10;$ Cov[u,x]= E[xu] = 0$&#10;\end{document}" title="IguanaTex Shape Display">
            <a:extLst>
              <a:ext uri="{FF2B5EF4-FFF2-40B4-BE49-F238E27FC236}">
                <a16:creationId xmlns:a16="http://schemas.microsoft.com/office/drawing/2014/main" id="{12A71D9C-3E50-7B99-696D-0A528ADD6260}"/>
              </a:ext>
            </a:extLst>
          </p:cNvPr>
          <p:cNvGrpSpPr>
            <a:grpSpLocks noChangeAspect="1"/>
          </p:cNvGrpSpPr>
          <p:nvPr>
            <p:custDataLst>
              <p:tags r:id="rId4"/>
            </p:custDataLst>
          </p:nvPr>
        </p:nvGrpSpPr>
        <p:grpSpPr>
          <a:xfrm>
            <a:off x="1028700" y="5143500"/>
            <a:ext cx="2148396" cy="222052"/>
            <a:chOff x="2783831" y="6378161"/>
            <a:chExt cx="2148396" cy="222052"/>
          </a:xfrm>
        </p:grpSpPr>
        <p:sp>
          <p:nvSpPr>
            <p:cNvPr id="77" name="Freeform: Shape 76">
              <a:extLst>
                <a:ext uri="{FF2B5EF4-FFF2-40B4-BE49-F238E27FC236}">
                  <a16:creationId xmlns:a16="http://schemas.microsoft.com/office/drawing/2014/main" id="{CA9AB54F-199A-9C9F-AA4A-78B8FEEE4424}"/>
                </a:ext>
              </a:extLst>
            </p:cNvPr>
            <p:cNvSpPr/>
            <p:nvPr>
              <p:custDataLst>
                <p:tags r:id="rId197"/>
              </p:custDataLst>
            </p:nvPr>
          </p:nvSpPr>
          <p:spPr>
            <a:xfrm>
              <a:off x="2783831" y="6388153"/>
              <a:ext cx="160436" cy="161432"/>
            </a:xfrm>
            <a:custGeom>
              <a:avLst/>
              <a:gdLst>
                <a:gd name="csX0" fmla="*/ 160513 w 160436"/>
                <a:gd name="csY0" fmla="*/ 2283 h 161432"/>
                <a:gd name="csX1" fmla="*/ 158027 w 160436"/>
                <a:gd name="csY1" fmla="*/ 63 h 161432"/>
                <a:gd name="csX2" fmla="*/ 154638 w 160436"/>
                <a:gd name="csY2" fmla="*/ 2727 h 161432"/>
                <a:gd name="csX3" fmla="*/ 138820 w 160436"/>
                <a:gd name="csY3" fmla="*/ 19825 h 161432"/>
                <a:gd name="csX4" fmla="*/ 101310 w 160436"/>
                <a:gd name="csY4" fmla="*/ 63 h 161432"/>
                <a:gd name="csX5" fmla="*/ 77 w 160436"/>
                <a:gd name="csY5" fmla="*/ 100652 h 161432"/>
                <a:gd name="csX6" fmla="*/ 61314 w 160436"/>
                <a:gd name="csY6" fmla="*/ 161495 h 161432"/>
                <a:gd name="csX7" fmla="*/ 110122 w 160436"/>
                <a:gd name="csY7" fmla="*/ 142398 h 161432"/>
                <a:gd name="csX8" fmla="*/ 134979 w 160436"/>
                <a:gd name="csY8" fmla="*/ 103317 h 161432"/>
                <a:gd name="csX9" fmla="*/ 132267 w 160436"/>
                <a:gd name="csY9" fmla="*/ 101097 h 161432"/>
                <a:gd name="csX10" fmla="*/ 129330 w 160436"/>
                <a:gd name="csY10" fmla="*/ 103317 h 161432"/>
                <a:gd name="csX11" fmla="*/ 106507 w 160436"/>
                <a:gd name="csY11" fmla="*/ 138401 h 161432"/>
                <a:gd name="csX12" fmla="*/ 64929 w 160436"/>
                <a:gd name="csY12" fmla="*/ 154611 h 161432"/>
                <a:gd name="csX13" fmla="*/ 20640 w 160436"/>
                <a:gd name="csY13" fmla="*/ 108424 h 161432"/>
                <a:gd name="csX14" fmla="*/ 47982 w 160436"/>
                <a:gd name="csY14" fmla="*/ 33815 h 161432"/>
                <a:gd name="csX15" fmla="*/ 103118 w 160436"/>
                <a:gd name="csY15" fmla="*/ 6946 h 161432"/>
                <a:gd name="csX16" fmla="*/ 139498 w 160436"/>
                <a:gd name="csY16" fmla="*/ 49802 h 161432"/>
                <a:gd name="csX17" fmla="*/ 138820 w 160436"/>
                <a:gd name="csY17" fmla="*/ 61127 h 161432"/>
                <a:gd name="csX18" fmla="*/ 142210 w 160436"/>
                <a:gd name="csY18" fmla="*/ 63348 h 161432"/>
                <a:gd name="csX19" fmla="*/ 146277 w 160436"/>
                <a:gd name="csY19" fmla="*/ 58907 h 161432"/>
                <a:gd name="csX20" fmla="*/ 160513 w 160436"/>
                <a:gd name="csY20" fmla="*/ 2283 h 161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60436" h="161432">
                  <a:moveTo>
                    <a:pt x="160513" y="2283"/>
                  </a:moveTo>
                  <a:cubicBezTo>
                    <a:pt x="160513" y="1617"/>
                    <a:pt x="160061" y="63"/>
                    <a:pt x="158027" y="63"/>
                  </a:cubicBezTo>
                  <a:cubicBezTo>
                    <a:pt x="157350" y="63"/>
                    <a:pt x="157124" y="285"/>
                    <a:pt x="154638" y="2727"/>
                  </a:cubicBezTo>
                  <a:lnTo>
                    <a:pt x="138820" y="19825"/>
                  </a:lnTo>
                  <a:cubicBezTo>
                    <a:pt x="136787" y="16717"/>
                    <a:pt x="126392" y="63"/>
                    <a:pt x="101310" y="63"/>
                  </a:cubicBezTo>
                  <a:cubicBezTo>
                    <a:pt x="50919" y="63"/>
                    <a:pt x="77" y="49136"/>
                    <a:pt x="77" y="100652"/>
                  </a:cubicBezTo>
                  <a:cubicBezTo>
                    <a:pt x="77" y="137291"/>
                    <a:pt x="26741" y="161495"/>
                    <a:pt x="61314" y="161495"/>
                  </a:cubicBezTo>
                  <a:cubicBezTo>
                    <a:pt x="80973" y="161495"/>
                    <a:pt x="98146" y="152613"/>
                    <a:pt x="110122" y="142398"/>
                  </a:cubicBezTo>
                  <a:cubicBezTo>
                    <a:pt x="131137" y="124190"/>
                    <a:pt x="134979" y="103983"/>
                    <a:pt x="134979" y="103317"/>
                  </a:cubicBezTo>
                  <a:cubicBezTo>
                    <a:pt x="134979" y="101097"/>
                    <a:pt x="132719" y="101097"/>
                    <a:pt x="132267" y="101097"/>
                  </a:cubicBezTo>
                  <a:cubicBezTo>
                    <a:pt x="130911" y="101097"/>
                    <a:pt x="129782" y="101541"/>
                    <a:pt x="129330" y="103317"/>
                  </a:cubicBezTo>
                  <a:cubicBezTo>
                    <a:pt x="127296" y="109757"/>
                    <a:pt x="122099" y="125522"/>
                    <a:pt x="106507" y="138401"/>
                  </a:cubicBezTo>
                  <a:cubicBezTo>
                    <a:pt x="90915" y="150836"/>
                    <a:pt x="76679" y="154611"/>
                    <a:pt x="64929" y="154611"/>
                  </a:cubicBezTo>
                  <a:cubicBezTo>
                    <a:pt x="44592" y="154611"/>
                    <a:pt x="20640" y="143064"/>
                    <a:pt x="20640" y="108424"/>
                  </a:cubicBezTo>
                  <a:cubicBezTo>
                    <a:pt x="20640" y="95767"/>
                    <a:pt x="25385" y="59795"/>
                    <a:pt x="47982" y="33815"/>
                  </a:cubicBezTo>
                  <a:cubicBezTo>
                    <a:pt x="61766" y="18049"/>
                    <a:pt x="83006" y="6946"/>
                    <a:pt x="103118" y="6946"/>
                  </a:cubicBezTo>
                  <a:cubicBezTo>
                    <a:pt x="126166" y="6946"/>
                    <a:pt x="139498" y="24044"/>
                    <a:pt x="139498" y="49802"/>
                  </a:cubicBezTo>
                  <a:cubicBezTo>
                    <a:pt x="139498" y="58685"/>
                    <a:pt x="138820" y="58907"/>
                    <a:pt x="138820" y="61127"/>
                  </a:cubicBezTo>
                  <a:cubicBezTo>
                    <a:pt x="138820" y="63348"/>
                    <a:pt x="141306" y="63348"/>
                    <a:pt x="142210" y="63348"/>
                  </a:cubicBezTo>
                  <a:cubicBezTo>
                    <a:pt x="145147" y="63348"/>
                    <a:pt x="145147" y="62904"/>
                    <a:pt x="146277" y="58907"/>
                  </a:cubicBezTo>
                  <a:lnTo>
                    <a:pt x="160513" y="2283"/>
                  </a:lnTo>
                  <a:close/>
                </a:path>
              </a:pathLst>
            </a:custGeom>
            <a:solidFill>
              <a:srgbClr val="000000"/>
            </a:solidFill>
            <a:ln w="22860"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5E2A7ABA-CFCF-6C89-8BF6-FA3B3E97CD8E}"/>
                </a:ext>
              </a:extLst>
            </p:cNvPr>
            <p:cNvSpPr/>
            <p:nvPr>
              <p:custDataLst>
                <p:tags r:id="rId198"/>
              </p:custDataLst>
            </p:nvPr>
          </p:nvSpPr>
          <p:spPr>
            <a:xfrm>
              <a:off x="2959464" y="6446553"/>
              <a:ext cx="96713" cy="100589"/>
            </a:xfrm>
            <a:custGeom>
              <a:avLst/>
              <a:gdLst>
                <a:gd name="csX0" fmla="*/ 96798 w 96713"/>
                <a:gd name="csY0" fmla="*/ 37590 h 100589"/>
                <a:gd name="csX1" fmla="*/ 60644 w 96713"/>
                <a:gd name="csY1" fmla="*/ 63 h 100589"/>
                <a:gd name="csX2" fmla="*/ 85 w 96713"/>
                <a:gd name="csY2" fmla="*/ 63126 h 100589"/>
                <a:gd name="csX3" fmla="*/ 36239 w 96713"/>
                <a:gd name="csY3" fmla="*/ 100652 h 100589"/>
                <a:gd name="csX4" fmla="*/ 96798 w 96713"/>
                <a:gd name="csY4" fmla="*/ 37590 h 100589"/>
                <a:gd name="csX5" fmla="*/ 36465 w 96713"/>
                <a:gd name="csY5" fmla="*/ 95767 h 100589"/>
                <a:gd name="csX6" fmla="*/ 16806 w 96713"/>
                <a:gd name="csY6" fmla="*/ 71564 h 100589"/>
                <a:gd name="csX7" fmla="*/ 29912 w 96713"/>
                <a:gd name="csY7" fmla="*/ 25377 h 100589"/>
                <a:gd name="csX8" fmla="*/ 60418 w 96713"/>
                <a:gd name="csY8" fmla="*/ 4948 h 100589"/>
                <a:gd name="csX9" fmla="*/ 80303 w 96713"/>
                <a:gd name="csY9" fmla="*/ 28930 h 100589"/>
                <a:gd name="csX10" fmla="*/ 67197 w 96713"/>
                <a:gd name="csY10" fmla="*/ 75339 h 100589"/>
                <a:gd name="csX11" fmla="*/ 36465 w 96713"/>
                <a:gd name="csY11" fmla="*/ 95767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713" h="100589">
                  <a:moveTo>
                    <a:pt x="96798" y="37590"/>
                  </a:moveTo>
                  <a:cubicBezTo>
                    <a:pt x="96798" y="14496"/>
                    <a:pt x="80981" y="63"/>
                    <a:pt x="60644" y="63"/>
                  </a:cubicBezTo>
                  <a:cubicBezTo>
                    <a:pt x="30364" y="63"/>
                    <a:pt x="85" y="31594"/>
                    <a:pt x="85" y="63126"/>
                  </a:cubicBezTo>
                  <a:cubicBezTo>
                    <a:pt x="85" y="85109"/>
                    <a:pt x="15224" y="100652"/>
                    <a:pt x="36239" y="100652"/>
                  </a:cubicBezTo>
                  <a:cubicBezTo>
                    <a:pt x="66293" y="100652"/>
                    <a:pt x="96798" y="70009"/>
                    <a:pt x="96798" y="37590"/>
                  </a:cubicBezTo>
                  <a:close/>
                  <a:moveTo>
                    <a:pt x="36465" y="95767"/>
                  </a:moveTo>
                  <a:cubicBezTo>
                    <a:pt x="26749" y="95767"/>
                    <a:pt x="16806" y="88884"/>
                    <a:pt x="16806" y="71564"/>
                  </a:cubicBezTo>
                  <a:cubicBezTo>
                    <a:pt x="16806" y="60683"/>
                    <a:pt x="22681" y="36701"/>
                    <a:pt x="29912" y="25377"/>
                  </a:cubicBezTo>
                  <a:cubicBezTo>
                    <a:pt x="41210" y="8279"/>
                    <a:pt x="54091" y="4948"/>
                    <a:pt x="60418" y="4948"/>
                  </a:cubicBezTo>
                  <a:cubicBezTo>
                    <a:pt x="73524" y="4948"/>
                    <a:pt x="80303" y="15606"/>
                    <a:pt x="80303" y="28930"/>
                  </a:cubicBezTo>
                  <a:cubicBezTo>
                    <a:pt x="80303" y="37590"/>
                    <a:pt x="75783" y="60905"/>
                    <a:pt x="67197" y="75339"/>
                  </a:cubicBezTo>
                  <a:cubicBezTo>
                    <a:pt x="59288" y="88218"/>
                    <a:pt x="46860" y="95767"/>
                    <a:pt x="36465" y="95767"/>
                  </a:cubicBezTo>
                  <a:close/>
                </a:path>
              </a:pathLst>
            </a:custGeom>
            <a:solidFill>
              <a:srgbClr val="000000"/>
            </a:solidFill>
            <a:ln w="22860" cap="flat">
              <a:noFill/>
              <a:prstDash val="solid"/>
              <a:miter/>
            </a:ln>
          </p:spPr>
          <p:txBody>
            <a:bodyPr/>
            <a:lstStyle/>
            <a:p>
              <a:endParaRPr lang="en-US"/>
            </a:p>
          </p:txBody>
        </p:sp>
        <p:sp>
          <p:nvSpPr>
            <p:cNvPr id="79" name="Freeform: Shape 78">
              <a:extLst>
                <a:ext uri="{FF2B5EF4-FFF2-40B4-BE49-F238E27FC236}">
                  <a16:creationId xmlns:a16="http://schemas.microsoft.com/office/drawing/2014/main" id="{741D7594-528D-41A8-4518-C0865D264C4E}"/>
                </a:ext>
              </a:extLst>
            </p:cNvPr>
            <p:cNvSpPr/>
            <p:nvPr>
              <p:custDataLst>
                <p:tags r:id="rId199"/>
              </p:custDataLst>
            </p:nvPr>
          </p:nvSpPr>
          <p:spPr>
            <a:xfrm>
              <a:off x="3066283" y="6446553"/>
              <a:ext cx="99199" cy="100589"/>
            </a:xfrm>
            <a:custGeom>
              <a:avLst/>
              <a:gdLst>
                <a:gd name="csX0" fmla="*/ 99289 w 99199"/>
                <a:gd name="csY0" fmla="*/ 15606 h 100589"/>
                <a:gd name="csX1" fmla="*/ 89346 w 99199"/>
                <a:gd name="csY1" fmla="*/ 63 h 100589"/>
                <a:gd name="csX2" fmla="*/ 78274 w 99199"/>
                <a:gd name="csY2" fmla="*/ 10721 h 100589"/>
                <a:gd name="csX3" fmla="*/ 81889 w 99199"/>
                <a:gd name="csY3" fmla="*/ 17383 h 100589"/>
                <a:gd name="csX4" fmla="*/ 89572 w 99199"/>
                <a:gd name="csY4" fmla="*/ 35591 h 100589"/>
                <a:gd name="csX5" fmla="*/ 49350 w 99199"/>
                <a:gd name="csY5" fmla="*/ 95767 h 100589"/>
                <a:gd name="csX6" fmla="*/ 32629 w 99199"/>
                <a:gd name="csY6" fmla="*/ 76449 h 100589"/>
                <a:gd name="csX7" fmla="*/ 45735 w 99199"/>
                <a:gd name="csY7" fmla="*/ 29374 h 100589"/>
                <a:gd name="csX8" fmla="*/ 48446 w 99199"/>
                <a:gd name="csY8" fmla="*/ 18271 h 100589"/>
                <a:gd name="csX9" fmla="*/ 29917 w 99199"/>
                <a:gd name="csY9" fmla="*/ 63 h 100589"/>
                <a:gd name="csX10" fmla="*/ 89 w 99199"/>
                <a:gd name="csY10" fmla="*/ 34259 h 100589"/>
                <a:gd name="csX11" fmla="*/ 2801 w 99199"/>
                <a:gd name="csY11" fmla="*/ 36479 h 100589"/>
                <a:gd name="csX12" fmla="*/ 6416 w 99199"/>
                <a:gd name="csY12" fmla="*/ 32482 h 100589"/>
                <a:gd name="csX13" fmla="*/ 29239 w 99199"/>
                <a:gd name="csY13" fmla="*/ 4948 h 100589"/>
                <a:gd name="csX14" fmla="*/ 34888 w 99199"/>
                <a:gd name="csY14" fmla="*/ 12054 h 100589"/>
                <a:gd name="csX15" fmla="*/ 31047 w 99199"/>
                <a:gd name="csY15" fmla="*/ 27597 h 100589"/>
                <a:gd name="csX16" fmla="*/ 18167 w 99199"/>
                <a:gd name="csY16" fmla="*/ 73118 h 100589"/>
                <a:gd name="csX17" fmla="*/ 48446 w 99199"/>
                <a:gd name="csY17" fmla="*/ 100652 h 100589"/>
                <a:gd name="csX18" fmla="*/ 99289 w 99199"/>
                <a:gd name="csY18" fmla="*/ 15606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199" h="100589">
                  <a:moveTo>
                    <a:pt x="99289" y="15606"/>
                  </a:moveTo>
                  <a:cubicBezTo>
                    <a:pt x="99289" y="3616"/>
                    <a:pt x="93414" y="63"/>
                    <a:pt x="89346" y="63"/>
                  </a:cubicBezTo>
                  <a:cubicBezTo>
                    <a:pt x="83697" y="63"/>
                    <a:pt x="78274" y="5836"/>
                    <a:pt x="78274" y="10721"/>
                  </a:cubicBezTo>
                  <a:cubicBezTo>
                    <a:pt x="78274" y="13608"/>
                    <a:pt x="79404" y="14940"/>
                    <a:pt x="81889" y="17383"/>
                  </a:cubicBezTo>
                  <a:cubicBezTo>
                    <a:pt x="86635" y="21824"/>
                    <a:pt x="89572" y="27597"/>
                    <a:pt x="89572" y="35591"/>
                  </a:cubicBezTo>
                  <a:cubicBezTo>
                    <a:pt x="89572" y="44917"/>
                    <a:pt x="75788" y="95767"/>
                    <a:pt x="49350" y="95767"/>
                  </a:cubicBezTo>
                  <a:cubicBezTo>
                    <a:pt x="37826" y="95767"/>
                    <a:pt x="32629" y="87995"/>
                    <a:pt x="32629" y="76449"/>
                  </a:cubicBezTo>
                  <a:cubicBezTo>
                    <a:pt x="32629" y="64014"/>
                    <a:pt x="38730" y="47804"/>
                    <a:pt x="45735" y="29374"/>
                  </a:cubicBezTo>
                  <a:cubicBezTo>
                    <a:pt x="47316" y="25599"/>
                    <a:pt x="48446" y="22490"/>
                    <a:pt x="48446" y="18271"/>
                  </a:cubicBezTo>
                  <a:cubicBezTo>
                    <a:pt x="48446" y="8279"/>
                    <a:pt x="41215" y="63"/>
                    <a:pt x="29917" y="63"/>
                  </a:cubicBezTo>
                  <a:cubicBezTo>
                    <a:pt x="8676" y="63"/>
                    <a:pt x="89" y="32260"/>
                    <a:pt x="89" y="34259"/>
                  </a:cubicBezTo>
                  <a:cubicBezTo>
                    <a:pt x="89" y="36479"/>
                    <a:pt x="2349" y="36479"/>
                    <a:pt x="2801" y="36479"/>
                  </a:cubicBezTo>
                  <a:cubicBezTo>
                    <a:pt x="5061" y="36479"/>
                    <a:pt x="5287" y="36035"/>
                    <a:pt x="6416" y="32482"/>
                  </a:cubicBezTo>
                  <a:cubicBezTo>
                    <a:pt x="12969" y="10055"/>
                    <a:pt x="22686" y="4948"/>
                    <a:pt x="29239" y="4948"/>
                  </a:cubicBezTo>
                  <a:cubicBezTo>
                    <a:pt x="31047" y="4948"/>
                    <a:pt x="34888" y="4948"/>
                    <a:pt x="34888" y="12054"/>
                  </a:cubicBezTo>
                  <a:cubicBezTo>
                    <a:pt x="34888" y="17605"/>
                    <a:pt x="32629" y="23600"/>
                    <a:pt x="31047" y="27597"/>
                  </a:cubicBezTo>
                  <a:cubicBezTo>
                    <a:pt x="21104" y="53355"/>
                    <a:pt x="18167" y="63570"/>
                    <a:pt x="18167" y="73118"/>
                  </a:cubicBezTo>
                  <a:cubicBezTo>
                    <a:pt x="18167" y="97100"/>
                    <a:pt x="38052" y="100652"/>
                    <a:pt x="48446" y="100652"/>
                  </a:cubicBezTo>
                  <a:cubicBezTo>
                    <a:pt x="86409" y="100652"/>
                    <a:pt x="99289" y="27153"/>
                    <a:pt x="99289" y="15606"/>
                  </a:cubicBezTo>
                  <a:close/>
                </a:path>
              </a:pathLst>
            </a:custGeom>
            <a:solidFill>
              <a:srgbClr val="000000"/>
            </a:solidFill>
            <a:ln w="22860" cap="flat">
              <a:noFill/>
              <a:prstDash val="solid"/>
              <a:miter/>
            </a:ln>
          </p:spPr>
          <p:txBody>
            <a:bodyPr/>
            <a:lstStyle/>
            <a:p>
              <a:endParaRPr lang="en-US"/>
            </a:p>
          </p:txBody>
        </p:sp>
        <p:sp>
          <p:nvSpPr>
            <p:cNvPr id="80" name="Freeform: Shape 79">
              <a:extLst>
                <a:ext uri="{FF2B5EF4-FFF2-40B4-BE49-F238E27FC236}">
                  <a16:creationId xmlns:a16="http://schemas.microsoft.com/office/drawing/2014/main" id="{E1B8BF78-B2EF-FA4C-7565-5BAE85F452E7}"/>
                </a:ext>
              </a:extLst>
            </p:cNvPr>
            <p:cNvSpPr/>
            <p:nvPr>
              <p:custDataLst>
                <p:tags r:id="rId200"/>
              </p:custDataLst>
            </p:nvPr>
          </p:nvSpPr>
          <p:spPr>
            <a:xfrm>
              <a:off x="3204033" y="6378161"/>
              <a:ext cx="30957" cy="222052"/>
            </a:xfrm>
            <a:custGeom>
              <a:avLst/>
              <a:gdLst>
                <a:gd name="csX0" fmla="*/ 31052 w 30957"/>
                <a:gd name="csY0" fmla="*/ 222115 h 222052"/>
                <a:gd name="csX1" fmla="*/ 31052 w 30957"/>
                <a:gd name="csY1" fmla="*/ 213233 h 222052"/>
                <a:gd name="csX2" fmla="*/ 9133 w 30957"/>
                <a:gd name="csY2" fmla="*/ 213233 h 222052"/>
                <a:gd name="csX3" fmla="*/ 9133 w 30957"/>
                <a:gd name="csY3" fmla="*/ 8945 h 222052"/>
                <a:gd name="csX4" fmla="*/ 31052 w 30957"/>
                <a:gd name="csY4" fmla="*/ 8945 h 222052"/>
                <a:gd name="csX5" fmla="*/ 31052 w 30957"/>
                <a:gd name="csY5" fmla="*/ 63 h 222052"/>
                <a:gd name="csX6" fmla="*/ 95 w 30957"/>
                <a:gd name="csY6" fmla="*/ 63 h 222052"/>
                <a:gd name="csX7" fmla="*/ 95 w 30957"/>
                <a:gd name="csY7" fmla="*/ 222115 h 222052"/>
                <a:gd name="csX8" fmla="*/ 31052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52" y="222115"/>
                  </a:moveTo>
                  <a:lnTo>
                    <a:pt x="31052" y="213233"/>
                  </a:lnTo>
                  <a:lnTo>
                    <a:pt x="9133" y="213233"/>
                  </a:lnTo>
                  <a:lnTo>
                    <a:pt x="9133" y="8945"/>
                  </a:lnTo>
                  <a:lnTo>
                    <a:pt x="31052" y="8945"/>
                  </a:lnTo>
                  <a:lnTo>
                    <a:pt x="31052" y="63"/>
                  </a:lnTo>
                  <a:lnTo>
                    <a:pt x="95" y="63"/>
                  </a:lnTo>
                  <a:lnTo>
                    <a:pt x="95" y="222115"/>
                  </a:lnTo>
                  <a:lnTo>
                    <a:pt x="31052" y="222115"/>
                  </a:lnTo>
                  <a:close/>
                </a:path>
              </a:pathLst>
            </a:custGeom>
            <a:solidFill>
              <a:srgbClr val="000000"/>
            </a:solidFill>
            <a:ln w="22860" cap="flat">
              <a:noFill/>
              <a:prstDash val="solid"/>
              <a:miter/>
            </a:ln>
          </p:spPr>
          <p:txBody>
            <a:bodyPr/>
            <a:lstStyle/>
            <a:p>
              <a:endParaRPr lang="en-US"/>
            </a:p>
          </p:txBody>
        </p:sp>
        <p:sp>
          <p:nvSpPr>
            <p:cNvPr id="81" name="Freeform: Shape 80">
              <a:extLst>
                <a:ext uri="{FF2B5EF4-FFF2-40B4-BE49-F238E27FC236}">
                  <a16:creationId xmlns:a16="http://schemas.microsoft.com/office/drawing/2014/main" id="{D03739E6-B38C-BE9D-0355-F149EAB6AA02}"/>
                </a:ext>
              </a:extLst>
            </p:cNvPr>
            <p:cNvSpPr/>
            <p:nvPr>
              <p:custDataLst>
                <p:tags r:id="rId201"/>
              </p:custDataLst>
            </p:nvPr>
          </p:nvSpPr>
          <p:spPr>
            <a:xfrm>
              <a:off x="3246691" y="6446553"/>
              <a:ext cx="116146" cy="100589"/>
            </a:xfrm>
            <a:custGeom>
              <a:avLst/>
              <a:gdLst>
                <a:gd name="csX0" fmla="*/ 72633 w 116146"/>
                <a:gd name="csY0" fmla="*/ 85775 h 100589"/>
                <a:gd name="csX1" fmla="*/ 92744 w 116146"/>
                <a:gd name="csY1" fmla="*/ 100652 h 100589"/>
                <a:gd name="csX2" fmla="*/ 109465 w 116146"/>
                <a:gd name="csY2" fmla="*/ 88440 h 100589"/>
                <a:gd name="csX3" fmla="*/ 116244 w 116146"/>
                <a:gd name="csY3" fmla="*/ 66456 h 100589"/>
                <a:gd name="csX4" fmla="*/ 113533 w 116146"/>
                <a:gd name="csY4" fmla="*/ 64236 h 100589"/>
                <a:gd name="csX5" fmla="*/ 110369 w 116146"/>
                <a:gd name="csY5" fmla="*/ 68233 h 100589"/>
                <a:gd name="csX6" fmla="*/ 93422 w 116146"/>
                <a:gd name="csY6" fmla="*/ 95767 h 100589"/>
                <a:gd name="csX7" fmla="*/ 86417 w 116146"/>
                <a:gd name="csY7" fmla="*/ 85553 h 100589"/>
                <a:gd name="csX8" fmla="*/ 90936 w 116146"/>
                <a:gd name="csY8" fmla="*/ 62459 h 100589"/>
                <a:gd name="csX9" fmla="*/ 97263 w 116146"/>
                <a:gd name="csY9" fmla="*/ 38478 h 100589"/>
                <a:gd name="csX10" fmla="*/ 101104 w 116146"/>
                <a:gd name="csY10" fmla="*/ 23378 h 100589"/>
                <a:gd name="csX11" fmla="*/ 104494 w 116146"/>
                <a:gd name="csY11" fmla="*/ 8501 h 100589"/>
                <a:gd name="csX12" fmla="*/ 97941 w 116146"/>
                <a:gd name="csY12" fmla="*/ 2505 h 100589"/>
                <a:gd name="csX13" fmla="*/ 89128 w 116146"/>
                <a:gd name="csY13" fmla="*/ 10277 h 100589"/>
                <a:gd name="csX14" fmla="*/ 72181 w 116146"/>
                <a:gd name="csY14" fmla="*/ 77115 h 100589"/>
                <a:gd name="csX15" fmla="*/ 46420 w 116146"/>
                <a:gd name="csY15" fmla="*/ 95767 h 100589"/>
                <a:gd name="csX16" fmla="*/ 32411 w 116146"/>
                <a:gd name="csY16" fmla="*/ 77559 h 100589"/>
                <a:gd name="csX17" fmla="*/ 44613 w 116146"/>
                <a:gd name="csY17" fmla="*/ 32260 h 100589"/>
                <a:gd name="csX18" fmla="*/ 48454 w 116146"/>
                <a:gd name="csY18" fmla="*/ 18271 h 100589"/>
                <a:gd name="csX19" fmla="*/ 29925 w 116146"/>
                <a:gd name="csY19" fmla="*/ 63 h 100589"/>
                <a:gd name="csX20" fmla="*/ 97 w 116146"/>
                <a:gd name="csY20" fmla="*/ 34259 h 100589"/>
                <a:gd name="csX21" fmla="*/ 2809 w 116146"/>
                <a:gd name="csY21" fmla="*/ 36479 h 100589"/>
                <a:gd name="csX22" fmla="*/ 6424 w 116146"/>
                <a:gd name="csY22" fmla="*/ 32482 h 100589"/>
                <a:gd name="csX23" fmla="*/ 29247 w 116146"/>
                <a:gd name="csY23" fmla="*/ 4948 h 100589"/>
                <a:gd name="csX24" fmla="*/ 34896 w 116146"/>
                <a:gd name="csY24" fmla="*/ 12276 h 100589"/>
                <a:gd name="csX25" fmla="*/ 31055 w 116146"/>
                <a:gd name="csY25" fmla="*/ 27375 h 100589"/>
                <a:gd name="csX26" fmla="*/ 17949 w 116146"/>
                <a:gd name="csY26" fmla="*/ 74006 h 100589"/>
                <a:gd name="csX27" fmla="*/ 45743 w 116146"/>
                <a:gd name="csY27" fmla="*/ 100652 h 100589"/>
                <a:gd name="csX28" fmla="*/ 72633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33" y="85775"/>
                  </a:moveTo>
                  <a:cubicBezTo>
                    <a:pt x="75118" y="94879"/>
                    <a:pt x="83027" y="100652"/>
                    <a:pt x="92744" y="100652"/>
                  </a:cubicBezTo>
                  <a:cubicBezTo>
                    <a:pt x="100652" y="100652"/>
                    <a:pt x="105850" y="95545"/>
                    <a:pt x="109465" y="88440"/>
                  </a:cubicBezTo>
                  <a:cubicBezTo>
                    <a:pt x="113307" y="80446"/>
                    <a:pt x="116244" y="66901"/>
                    <a:pt x="116244" y="66456"/>
                  </a:cubicBezTo>
                  <a:cubicBezTo>
                    <a:pt x="116244" y="64236"/>
                    <a:pt x="114210" y="64236"/>
                    <a:pt x="113533" y="64236"/>
                  </a:cubicBezTo>
                  <a:cubicBezTo>
                    <a:pt x="111273" y="64236"/>
                    <a:pt x="111047" y="65124"/>
                    <a:pt x="110369" y="68233"/>
                  </a:cubicBezTo>
                  <a:cubicBezTo>
                    <a:pt x="107206" y="80668"/>
                    <a:pt x="102912" y="95767"/>
                    <a:pt x="93422" y="95767"/>
                  </a:cubicBezTo>
                  <a:cubicBezTo>
                    <a:pt x="88676" y="95767"/>
                    <a:pt x="86417" y="92881"/>
                    <a:pt x="86417" y="85553"/>
                  </a:cubicBezTo>
                  <a:cubicBezTo>
                    <a:pt x="86417" y="80668"/>
                    <a:pt x="89128" y="70231"/>
                    <a:pt x="90936" y="62459"/>
                  </a:cubicBezTo>
                  <a:lnTo>
                    <a:pt x="97263" y="38478"/>
                  </a:lnTo>
                  <a:cubicBezTo>
                    <a:pt x="97941" y="35147"/>
                    <a:pt x="100201" y="26709"/>
                    <a:pt x="101104" y="23378"/>
                  </a:cubicBezTo>
                  <a:cubicBezTo>
                    <a:pt x="102234" y="18271"/>
                    <a:pt x="104494" y="9833"/>
                    <a:pt x="104494" y="8501"/>
                  </a:cubicBezTo>
                  <a:cubicBezTo>
                    <a:pt x="104494" y="4504"/>
                    <a:pt x="101330" y="2505"/>
                    <a:pt x="97941" y="2505"/>
                  </a:cubicBezTo>
                  <a:cubicBezTo>
                    <a:pt x="96811" y="2505"/>
                    <a:pt x="90936" y="2727"/>
                    <a:pt x="89128" y="10277"/>
                  </a:cubicBezTo>
                  <a:cubicBezTo>
                    <a:pt x="84835" y="26487"/>
                    <a:pt x="74892" y="65346"/>
                    <a:pt x="72181" y="77115"/>
                  </a:cubicBezTo>
                  <a:cubicBezTo>
                    <a:pt x="71955" y="78003"/>
                    <a:pt x="62916" y="95767"/>
                    <a:pt x="46420" y="95767"/>
                  </a:cubicBezTo>
                  <a:cubicBezTo>
                    <a:pt x="34670" y="95767"/>
                    <a:pt x="32411" y="85775"/>
                    <a:pt x="32411" y="77559"/>
                  </a:cubicBezTo>
                  <a:cubicBezTo>
                    <a:pt x="32411" y="65124"/>
                    <a:pt x="38738" y="47582"/>
                    <a:pt x="44613" y="32260"/>
                  </a:cubicBezTo>
                  <a:cubicBezTo>
                    <a:pt x="47324" y="25599"/>
                    <a:pt x="48454" y="22490"/>
                    <a:pt x="48454" y="18271"/>
                  </a:cubicBezTo>
                  <a:cubicBezTo>
                    <a:pt x="48454" y="8279"/>
                    <a:pt x="41223" y="63"/>
                    <a:pt x="29925" y="63"/>
                  </a:cubicBezTo>
                  <a:cubicBezTo>
                    <a:pt x="8458" y="63"/>
                    <a:pt x="97" y="32260"/>
                    <a:pt x="97" y="34259"/>
                  </a:cubicBezTo>
                  <a:cubicBezTo>
                    <a:pt x="97" y="36479"/>
                    <a:pt x="2357" y="36479"/>
                    <a:pt x="2809" y="36479"/>
                  </a:cubicBezTo>
                  <a:cubicBezTo>
                    <a:pt x="5069" y="36479"/>
                    <a:pt x="5295" y="36035"/>
                    <a:pt x="6424" y="32482"/>
                  </a:cubicBezTo>
                  <a:cubicBezTo>
                    <a:pt x="12074" y="13164"/>
                    <a:pt x="20660" y="4948"/>
                    <a:pt x="29247" y="4948"/>
                  </a:cubicBezTo>
                  <a:cubicBezTo>
                    <a:pt x="31281" y="4948"/>
                    <a:pt x="34896" y="5170"/>
                    <a:pt x="34896" y="12276"/>
                  </a:cubicBezTo>
                  <a:cubicBezTo>
                    <a:pt x="34896" y="17605"/>
                    <a:pt x="32411" y="24044"/>
                    <a:pt x="31055" y="27375"/>
                  </a:cubicBezTo>
                  <a:cubicBezTo>
                    <a:pt x="22694" y="49358"/>
                    <a:pt x="17949" y="63126"/>
                    <a:pt x="17949" y="74006"/>
                  </a:cubicBezTo>
                  <a:cubicBezTo>
                    <a:pt x="17949" y="95101"/>
                    <a:pt x="33540" y="100652"/>
                    <a:pt x="45743" y="100652"/>
                  </a:cubicBezTo>
                  <a:cubicBezTo>
                    <a:pt x="60656" y="100652"/>
                    <a:pt x="68791" y="90660"/>
                    <a:pt x="72633" y="85775"/>
                  </a:cubicBezTo>
                  <a:close/>
                </a:path>
              </a:pathLst>
            </a:custGeom>
            <a:solidFill>
              <a:srgbClr val="000000"/>
            </a:solidFill>
            <a:ln w="22860"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94366288-36E1-308E-9B67-3121F875D761}"/>
                </a:ext>
              </a:extLst>
            </p:cNvPr>
            <p:cNvSpPr/>
            <p:nvPr>
              <p:custDataLst>
                <p:tags r:id="rId202"/>
              </p:custDataLst>
            </p:nvPr>
          </p:nvSpPr>
          <p:spPr>
            <a:xfrm>
              <a:off x="3388927" y="6521162"/>
              <a:ext cx="26438" cy="66393"/>
            </a:xfrm>
            <a:custGeom>
              <a:avLst/>
              <a:gdLst>
                <a:gd name="csX0" fmla="*/ 26541 w 26438"/>
                <a:gd name="csY0" fmla="*/ 23378 h 66393"/>
                <a:gd name="csX1" fmla="*/ 12079 w 26438"/>
                <a:gd name="csY1" fmla="*/ 63 h 66393"/>
                <a:gd name="csX2" fmla="*/ 103 w 26438"/>
                <a:gd name="csY2" fmla="*/ 11832 h 66393"/>
                <a:gd name="csX3" fmla="*/ 12079 w 26438"/>
                <a:gd name="csY3" fmla="*/ 23600 h 66393"/>
                <a:gd name="csX4" fmla="*/ 19988 w 26438"/>
                <a:gd name="csY4" fmla="*/ 20714 h 66393"/>
                <a:gd name="csX5" fmla="*/ 21118 w 26438"/>
                <a:gd name="csY5" fmla="*/ 20047 h 66393"/>
                <a:gd name="csX6" fmla="*/ 21570 w 26438"/>
                <a:gd name="csY6" fmla="*/ 23378 h 66393"/>
                <a:gd name="csX7" fmla="*/ 6204 w 26438"/>
                <a:gd name="csY7" fmla="*/ 60461 h 66393"/>
                <a:gd name="csX8" fmla="*/ 3718 w 26438"/>
                <a:gd name="csY8" fmla="*/ 64014 h 66393"/>
                <a:gd name="csX9" fmla="*/ 5978 w 26438"/>
                <a:gd name="csY9" fmla="*/ 66456 h 66393"/>
                <a:gd name="csX10" fmla="*/ 26541 w 26438"/>
                <a:gd name="csY10" fmla="*/ 23378 h 66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438" h="66393">
                  <a:moveTo>
                    <a:pt x="26541" y="23378"/>
                  </a:moveTo>
                  <a:cubicBezTo>
                    <a:pt x="26541" y="8723"/>
                    <a:pt x="20892" y="63"/>
                    <a:pt x="12079" y="63"/>
                  </a:cubicBezTo>
                  <a:cubicBezTo>
                    <a:pt x="4622" y="63"/>
                    <a:pt x="103" y="5614"/>
                    <a:pt x="103" y="11832"/>
                  </a:cubicBezTo>
                  <a:cubicBezTo>
                    <a:pt x="103" y="17827"/>
                    <a:pt x="4622" y="23600"/>
                    <a:pt x="12079" y="23600"/>
                  </a:cubicBezTo>
                  <a:cubicBezTo>
                    <a:pt x="14791" y="23600"/>
                    <a:pt x="17728" y="22712"/>
                    <a:pt x="19988" y="20714"/>
                  </a:cubicBezTo>
                  <a:cubicBezTo>
                    <a:pt x="20666" y="20270"/>
                    <a:pt x="20892" y="20047"/>
                    <a:pt x="21118" y="20047"/>
                  </a:cubicBezTo>
                  <a:cubicBezTo>
                    <a:pt x="21344" y="20047"/>
                    <a:pt x="21570" y="20270"/>
                    <a:pt x="21570" y="23378"/>
                  </a:cubicBezTo>
                  <a:cubicBezTo>
                    <a:pt x="21570" y="39810"/>
                    <a:pt x="13661" y="53133"/>
                    <a:pt x="6204" y="60461"/>
                  </a:cubicBezTo>
                  <a:cubicBezTo>
                    <a:pt x="3718" y="62904"/>
                    <a:pt x="3718" y="63348"/>
                    <a:pt x="3718" y="64014"/>
                  </a:cubicBezTo>
                  <a:cubicBezTo>
                    <a:pt x="3718" y="65568"/>
                    <a:pt x="4848" y="66456"/>
                    <a:pt x="5978" y="66456"/>
                  </a:cubicBezTo>
                  <a:cubicBezTo>
                    <a:pt x="8464" y="66456"/>
                    <a:pt x="26541" y="49358"/>
                    <a:pt x="26541" y="23378"/>
                  </a:cubicBezTo>
                  <a:close/>
                </a:path>
              </a:pathLst>
            </a:custGeom>
            <a:solidFill>
              <a:srgbClr val="000000"/>
            </a:solidFill>
            <a:ln w="22860" cap="flat">
              <a:noFill/>
              <a:prstDash val="solid"/>
              <a:miter/>
            </a:ln>
          </p:spPr>
          <p:txBody>
            <a:bodyPr/>
            <a:lstStyle/>
            <a:p>
              <a:endParaRPr lang="en-US"/>
            </a:p>
          </p:txBody>
        </p:sp>
        <p:sp>
          <p:nvSpPr>
            <p:cNvPr id="83" name="Freeform: Shape 82">
              <a:extLst>
                <a:ext uri="{FF2B5EF4-FFF2-40B4-BE49-F238E27FC236}">
                  <a16:creationId xmlns:a16="http://schemas.microsoft.com/office/drawing/2014/main" id="{CFE4091F-2F27-3AB8-6AFC-4F5002B497A4}"/>
                </a:ext>
              </a:extLst>
            </p:cNvPr>
            <p:cNvSpPr/>
            <p:nvPr>
              <p:custDataLst>
                <p:tags r:id="rId203"/>
              </p:custDataLst>
            </p:nvPr>
          </p:nvSpPr>
          <p:spPr>
            <a:xfrm>
              <a:off x="3476476" y="6446553"/>
              <a:ext cx="112531" cy="100589"/>
            </a:xfrm>
            <a:custGeom>
              <a:avLst/>
              <a:gdLst>
                <a:gd name="csX0" fmla="*/ 69027 w 112531"/>
                <a:gd name="csY0" fmla="*/ 31150 h 100589"/>
                <a:gd name="csX1" fmla="*/ 91398 w 112531"/>
                <a:gd name="csY1" fmla="*/ 4948 h 100589"/>
                <a:gd name="csX2" fmla="*/ 102696 w 112531"/>
                <a:gd name="csY2" fmla="*/ 7835 h 100589"/>
                <a:gd name="csX3" fmla="*/ 91850 w 112531"/>
                <a:gd name="csY3" fmla="*/ 19825 h 100589"/>
                <a:gd name="csX4" fmla="*/ 100437 w 112531"/>
                <a:gd name="csY4" fmla="*/ 27597 h 100589"/>
                <a:gd name="csX5" fmla="*/ 112639 w 112531"/>
                <a:gd name="csY5" fmla="*/ 14718 h 100589"/>
                <a:gd name="csX6" fmla="*/ 91624 w 112531"/>
                <a:gd name="csY6" fmla="*/ 63 h 100589"/>
                <a:gd name="csX7" fmla="*/ 67897 w 112531"/>
                <a:gd name="csY7" fmla="*/ 16939 h 100589"/>
                <a:gd name="csX8" fmla="*/ 43493 w 112531"/>
                <a:gd name="csY8" fmla="*/ 63 h 100589"/>
                <a:gd name="csX9" fmla="*/ 7112 w 112531"/>
                <a:gd name="csY9" fmla="*/ 34259 h 100589"/>
                <a:gd name="csX10" fmla="*/ 9824 w 112531"/>
                <a:gd name="csY10" fmla="*/ 36479 h 100589"/>
                <a:gd name="csX11" fmla="*/ 12762 w 112531"/>
                <a:gd name="csY11" fmla="*/ 34037 h 100589"/>
                <a:gd name="csX12" fmla="*/ 43041 w 112531"/>
                <a:gd name="csY12" fmla="*/ 4948 h 100589"/>
                <a:gd name="csX13" fmla="*/ 55243 w 112531"/>
                <a:gd name="csY13" fmla="*/ 19825 h 100589"/>
                <a:gd name="csX14" fmla="*/ 43041 w 112531"/>
                <a:gd name="csY14" fmla="*/ 72674 h 100589"/>
                <a:gd name="csX15" fmla="*/ 21574 w 112531"/>
                <a:gd name="csY15" fmla="*/ 95767 h 100589"/>
                <a:gd name="csX16" fmla="*/ 10276 w 112531"/>
                <a:gd name="csY16" fmla="*/ 92881 h 100589"/>
                <a:gd name="csX17" fmla="*/ 20896 w 112531"/>
                <a:gd name="csY17" fmla="*/ 80890 h 100589"/>
                <a:gd name="csX18" fmla="*/ 12536 w 112531"/>
                <a:gd name="csY18" fmla="*/ 73118 h 100589"/>
                <a:gd name="csX19" fmla="*/ 107 w 112531"/>
                <a:gd name="csY19" fmla="*/ 85997 h 100589"/>
                <a:gd name="csX20" fmla="*/ 21348 w 112531"/>
                <a:gd name="csY20" fmla="*/ 100652 h 100589"/>
                <a:gd name="csX21" fmla="*/ 45075 w 112531"/>
                <a:gd name="csY21" fmla="*/ 83776 h 100589"/>
                <a:gd name="csX22" fmla="*/ 69479 w 112531"/>
                <a:gd name="csY22" fmla="*/ 100652 h 100589"/>
                <a:gd name="csX23" fmla="*/ 105634 w 112531"/>
                <a:gd name="csY23" fmla="*/ 66456 h 100589"/>
                <a:gd name="csX24" fmla="*/ 102922 w 112531"/>
                <a:gd name="csY24" fmla="*/ 64236 h 100589"/>
                <a:gd name="csX25" fmla="*/ 99985 w 112531"/>
                <a:gd name="csY25" fmla="*/ 66678 h 100589"/>
                <a:gd name="csX26" fmla="*/ 69931 w 112531"/>
                <a:gd name="csY26" fmla="*/ 95767 h 100589"/>
                <a:gd name="csX27" fmla="*/ 57503 w 112531"/>
                <a:gd name="csY27" fmla="*/ 81112 h 100589"/>
                <a:gd name="csX28" fmla="*/ 61344 w 112531"/>
                <a:gd name="csY28" fmla="*/ 61571 h 100589"/>
                <a:gd name="csX29" fmla="*/ 69027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27" y="31150"/>
                  </a:moveTo>
                  <a:cubicBezTo>
                    <a:pt x="70383" y="25377"/>
                    <a:pt x="75580" y="4948"/>
                    <a:pt x="91398" y="4948"/>
                  </a:cubicBezTo>
                  <a:cubicBezTo>
                    <a:pt x="92528" y="4948"/>
                    <a:pt x="97951" y="4948"/>
                    <a:pt x="102696" y="7835"/>
                  </a:cubicBezTo>
                  <a:cubicBezTo>
                    <a:pt x="96369" y="8945"/>
                    <a:pt x="91850" y="14496"/>
                    <a:pt x="91850" y="19825"/>
                  </a:cubicBezTo>
                  <a:cubicBezTo>
                    <a:pt x="91850" y="23378"/>
                    <a:pt x="94336" y="27597"/>
                    <a:pt x="100437" y="27597"/>
                  </a:cubicBezTo>
                  <a:cubicBezTo>
                    <a:pt x="105408" y="27597"/>
                    <a:pt x="112639" y="23600"/>
                    <a:pt x="112639" y="14718"/>
                  </a:cubicBezTo>
                  <a:cubicBezTo>
                    <a:pt x="112639" y="3172"/>
                    <a:pt x="99307" y="63"/>
                    <a:pt x="91624" y="63"/>
                  </a:cubicBezTo>
                  <a:cubicBezTo>
                    <a:pt x="78518" y="63"/>
                    <a:pt x="70609" y="11832"/>
                    <a:pt x="67897" y="16939"/>
                  </a:cubicBezTo>
                  <a:cubicBezTo>
                    <a:pt x="62248" y="2283"/>
                    <a:pt x="50046" y="63"/>
                    <a:pt x="43493" y="63"/>
                  </a:cubicBezTo>
                  <a:cubicBezTo>
                    <a:pt x="19993" y="63"/>
                    <a:pt x="7112" y="28708"/>
                    <a:pt x="7112" y="34259"/>
                  </a:cubicBezTo>
                  <a:cubicBezTo>
                    <a:pt x="7112" y="36479"/>
                    <a:pt x="9372" y="36479"/>
                    <a:pt x="9824" y="36479"/>
                  </a:cubicBezTo>
                  <a:cubicBezTo>
                    <a:pt x="11632" y="36479"/>
                    <a:pt x="12310" y="36035"/>
                    <a:pt x="12762" y="34037"/>
                  </a:cubicBezTo>
                  <a:cubicBezTo>
                    <a:pt x="20444" y="10499"/>
                    <a:pt x="35358" y="4948"/>
                    <a:pt x="43041" y="4948"/>
                  </a:cubicBezTo>
                  <a:cubicBezTo>
                    <a:pt x="47334" y="4948"/>
                    <a:pt x="55243" y="6946"/>
                    <a:pt x="55243" y="19825"/>
                  </a:cubicBezTo>
                  <a:cubicBezTo>
                    <a:pt x="55243" y="26709"/>
                    <a:pt x="51402" y="41587"/>
                    <a:pt x="43041" y="72674"/>
                  </a:cubicBezTo>
                  <a:cubicBezTo>
                    <a:pt x="39426" y="86441"/>
                    <a:pt x="31517" y="95767"/>
                    <a:pt x="21574" y="95767"/>
                  </a:cubicBezTo>
                  <a:cubicBezTo>
                    <a:pt x="20218" y="95767"/>
                    <a:pt x="15021" y="95767"/>
                    <a:pt x="10276" y="92881"/>
                  </a:cubicBezTo>
                  <a:cubicBezTo>
                    <a:pt x="15925" y="91770"/>
                    <a:pt x="20896" y="87107"/>
                    <a:pt x="20896" y="80890"/>
                  </a:cubicBezTo>
                  <a:cubicBezTo>
                    <a:pt x="20896" y="74894"/>
                    <a:pt x="15925" y="73118"/>
                    <a:pt x="12536" y="73118"/>
                  </a:cubicBezTo>
                  <a:cubicBezTo>
                    <a:pt x="5757" y="73118"/>
                    <a:pt x="107" y="78891"/>
                    <a:pt x="107" y="85997"/>
                  </a:cubicBezTo>
                  <a:cubicBezTo>
                    <a:pt x="107" y="96211"/>
                    <a:pt x="11406" y="100652"/>
                    <a:pt x="21348" y="100652"/>
                  </a:cubicBezTo>
                  <a:cubicBezTo>
                    <a:pt x="36262" y="100652"/>
                    <a:pt x="44397" y="85109"/>
                    <a:pt x="45075" y="83776"/>
                  </a:cubicBezTo>
                  <a:cubicBezTo>
                    <a:pt x="47786" y="91992"/>
                    <a:pt x="55921" y="100652"/>
                    <a:pt x="69479" y="100652"/>
                  </a:cubicBezTo>
                  <a:cubicBezTo>
                    <a:pt x="92754" y="100652"/>
                    <a:pt x="105634" y="72008"/>
                    <a:pt x="105634" y="66456"/>
                  </a:cubicBezTo>
                  <a:cubicBezTo>
                    <a:pt x="105634" y="64236"/>
                    <a:pt x="103600" y="64236"/>
                    <a:pt x="102922" y="64236"/>
                  </a:cubicBezTo>
                  <a:cubicBezTo>
                    <a:pt x="100889" y="64236"/>
                    <a:pt x="100437" y="65124"/>
                    <a:pt x="99985" y="66678"/>
                  </a:cubicBezTo>
                  <a:cubicBezTo>
                    <a:pt x="92528" y="90438"/>
                    <a:pt x="77162" y="95767"/>
                    <a:pt x="69931" y="95767"/>
                  </a:cubicBezTo>
                  <a:cubicBezTo>
                    <a:pt x="61118" y="95767"/>
                    <a:pt x="57503" y="88662"/>
                    <a:pt x="57503" y="81112"/>
                  </a:cubicBezTo>
                  <a:cubicBezTo>
                    <a:pt x="57503" y="76227"/>
                    <a:pt x="58859" y="71342"/>
                    <a:pt x="61344" y="61571"/>
                  </a:cubicBezTo>
                  <a:lnTo>
                    <a:pt x="69027" y="31150"/>
                  </a:lnTo>
                  <a:close/>
                </a:path>
              </a:pathLst>
            </a:custGeom>
            <a:solidFill>
              <a:srgbClr val="000000"/>
            </a:solidFill>
            <a:ln w="22860" cap="flat">
              <a:noFill/>
              <a:prstDash val="solid"/>
              <a:miter/>
            </a:ln>
          </p:spPr>
          <p:txBody>
            <a:bodyPr/>
            <a:lstStyle/>
            <a:p>
              <a:endParaRPr lang="en-US"/>
            </a:p>
          </p:txBody>
        </p:sp>
        <p:sp>
          <p:nvSpPr>
            <p:cNvPr id="84" name="Freeform: Shape 83">
              <a:extLst>
                <a:ext uri="{FF2B5EF4-FFF2-40B4-BE49-F238E27FC236}">
                  <a16:creationId xmlns:a16="http://schemas.microsoft.com/office/drawing/2014/main" id="{116BB1A9-95A2-6420-F65B-97B871B13E12}"/>
                </a:ext>
              </a:extLst>
            </p:cNvPr>
            <p:cNvSpPr/>
            <p:nvPr>
              <p:custDataLst>
                <p:tags r:id="rId204"/>
              </p:custDataLst>
            </p:nvPr>
          </p:nvSpPr>
          <p:spPr>
            <a:xfrm>
              <a:off x="3604041" y="6378161"/>
              <a:ext cx="30957" cy="222052"/>
            </a:xfrm>
            <a:custGeom>
              <a:avLst/>
              <a:gdLst>
                <a:gd name="csX0" fmla="*/ 31071 w 30957"/>
                <a:gd name="csY0" fmla="*/ 63 h 222052"/>
                <a:gd name="csX1" fmla="*/ 113 w 30957"/>
                <a:gd name="csY1" fmla="*/ 63 h 222052"/>
                <a:gd name="csX2" fmla="*/ 113 w 30957"/>
                <a:gd name="csY2" fmla="*/ 8945 h 222052"/>
                <a:gd name="csX3" fmla="*/ 22032 w 30957"/>
                <a:gd name="csY3" fmla="*/ 8945 h 222052"/>
                <a:gd name="csX4" fmla="*/ 22032 w 30957"/>
                <a:gd name="csY4" fmla="*/ 213233 h 222052"/>
                <a:gd name="csX5" fmla="*/ 113 w 30957"/>
                <a:gd name="csY5" fmla="*/ 213233 h 222052"/>
                <a:gd name="csX6" fmla="*/ 113 w 30957"/>
                <a:gd name="csY6" fmla="*/ 222115 h 222052"/>
                <a:gd name="csX7" fmla="*/ 31071 w 30957"/>
                <a:gd name="csY7" fmla="*/ 222115 h 222052"/>
                <a:gd name="csX8" fmla="*/ 31071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71" y="63"/>
                  </a:moveTo>
                  <a:lnTo>
                    <a:pt x="113" y="63"/>
                  </a:lnTo>
                  <a:lnTo>
                    <a:pt x="113" y="8945"/>
                  </a:lnTo>
                  <a:lnTo>
                    <a:pt x="22032" y="8945"/>
                  </a:lnTo>
                  <a:lnTo>
                    <a:pt x="22032" y="213233"/>
                  </a:lnTo>
                  <a:lnTo>
                    <a:pt x="113" y="213233"/>
                  </a:lnTo>
                  <a:lnTo>
                    <a:pt x="113" y="222115"/>
                  </a:lnTo>
                  <a:lnTo>
                    <a:pt x="31071" y="222115"/>
                  </a:lnTo>
                  <a:lnTo>
                    <a:pt x="31071" y="63"/>
                  </a:lnTo>
                  <a:close/>
                </a:path>
              </a:pathLst>
            </a:custGeom>
            <a:solidFill>
              <a:srgbClr val="000000"/>
            </a:solidFill>
            <a:ln w="22860" cap="flat">
              <a:noFill/>
              <a:prstDash val="solid"/>
              <a:miter/>
            </a:ln>
          </p:spPr>
          <p:txBody>
            <a:bodyPr/>
            <a:lstStyle/>
            <a:p>
              <a:endParaRPr lang="en-US"/>
            </a:p>
          </p:txBody>
        </p:sp>
        <p:sp>
          <p:nvSpPr>
            <p:cNvPr id="85" name="Freeform: Shape 84">
              <a:extLst>
                <a:ext uri="{FF2B5EF4-FFF2-40B4-BE49-F238E27FC236}">
                  <a16:creationId xmlns:a16="http://schemas.microsoft.com/office/drawing/2014/main" id="{418F04F9-07BD-1E81-DEF7-F0A80A6A6658}"/>
                </a:ext>
              </a:extLst>
            </p:cNvPr>
            <p:cNvSpPr/>
            <p:nvPr>
              <p:custDataLst>
                <p:tags r:id="rId205"/>
              </p:custDataLst>
            </p:nvPr>
          </p:nvSpPr>
          <p:spPr>
            <a:xfrm>
              <a:off x="3737259" y="6463207"/>
              <a:ext cx="150267" cy="51960"/>
            </a:xfrm>
            <a:custGeom>
              <a:avLst/>
              <a:gdLst>
                <a:gd name="csX0" fmla="*/ 142704 w 150267"/>
                <a:gd name="csY0" fmla="*/ 8945 h 51960"/>
                <a:gd name="csX1" fmla="*/ 150387 w 150267"/>
                <a:gd name="csY1" fmla="*/ 4504 h 51960"/>
                <a:gd name="csX2" fmla="*/ 142930 w 150267"/>
                <a:gd name="csY2" fmla="*/ 63 h 51960"/>
                <a:gd name="csX3" fmla="*/ 7576 w 150267"/>
                <a:gd name="csY3" fmla="*/ 63 h 51960"/>
                <a:gd name="csX4" fmla="*/ 119 w 150267"/>
                <a:gd name="csY4" fmla="*/ 4504 h 51960"/>
                <a:gd name="csX5" fmla="*/ 7802 w 150267"/>
                <a:gd name="csY5" fmla="*/ 8945 h 51960"/>
                <a:gd name="csX6" fmla="*/ 142704 w 150267"/>
                <a:gd name="csY6" fmla="*/ 8945 h 51960"/>
                <a:gd name="csX7" fmla="*/ 142930 w 150267"/>
                <a:gd name="csY7" fmla="*/ 52023 h 51960"/>
                <a:gd name="csX8" fmla="*/ 150387 w 150267"/>
                <a:gd name="csY8" fmla="*/ 47582 h 51960"/>
                <a:gd name="csX9" fmla="*/ 142704 w 150267"/>
                <a:gd name="csY9" fmla="*/ 43141 h 51960"/>
                <a:gd name="csX10" fmla="*/ 7802 w 150267"/>
                <a:gd name="csY10" fmla="*/ 43141 h 51960"/>
                <a:gd name="csX11" fmla="*/ 119 w 150267"/>
                <a:gd name="csY11" fmla="*/ 47582 h 51960"/>
                <a:gd name="csX12" fmla="*/ 7576 w 150267"/>
                <a:gd name="csY12" fmla="*/ 52023 h 51960"/>
                <a:gd name="csX13" fmla="*/ 142930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04" y="8945"/>
                  </a:moveTo>
                  <a:cubicBezTo>
                    <a:pt x="146093" y="8945"/>
                    <a:pt x="150387" y="8945"/>
                    <a:pt x="150387" y="4504"/>
                  </a:cubicBezTo>
                  <a:cubicBezTo>
                    <a:pt x="150387" y="63"/>
                    <a:pt x="146093" y="63"/>
                    <a:pt x="142930" y="63"/>
                  </a:cubicBezTo>
                  <a:lnTo>
                    <a:pt x="7576" y="63"/>
                  </a:lnTo>
                  <a:cubicBezTo>
                    <a:pt x="4412" y="63"/>
                    <a:pt x="119" y="63"/>
                    <a:pt x="119" y="4504"/>
                  </a:cubicBezTo>
                  <a:cubicBezTo>
                    <a:pt x="119" y="8945"/>
                    <a:pt x="4412" y="8945"/>
                    <a:pt x="7802" y="8945"/>
                  </a:cubicBezTo>
                  <a:lnTo>
                    <a:pt x="142704" y="8945"/>
                  </a:lnTo>
                  <a:close/>
                  <a:moveTo>
                    <a:pt x="142930" y="52023"/>
                  </a:moveTo>
                  <a:cubicBezTo>
                    <a:pt x="146093" y="52023"/>
                    <a:pt x="150387" y="52023"/>
                    <a:pt x="150387" y="47582"/>
                  </a:cubicBezTo>
                  <a:cubicBezTo>
                    <a:pt x="150387" y="43141"/>
                    <a:pt x="146093" y="43141"/>
                    <a:pt x="142704" y="43141"/>
                  </a:cubicBezTo>
                  <a:lnTo>
                    <a:pt x="7802" y="43141"/>
                  </a:lnTo>
                  <a:cubicBezTo>
                    <a:pt x="4412" y="43141"/>
                    <a:pt x="119" y="43141"/>
                    <a:pt x="119" y="47582"/>
                  </a:cubicBezTo>
                  <a:cubicBezTo>
                    <a:pt x="119" y="52023"/>
                    <a:pt x="4412" y="52023"/>
                    <a:pt x="7576" y="52023"/>
                  </a:cubicBezTo>
                  <a:lnTo>
                    <a:pt x="142930" y="52023"/>
                  </a:lnTo>
                  <a:close/>
                </a:path>
              </a:pathLst>
            </a:custGeom>
            <a:solidFill>
              <a:srgbClr val="000000"/>
            </a:solidFill>
            <a:ln w="22860" cap="flat">
              <a:noFill/>
              <a:prstDash val="solid"/>
              <a:miter/>
            </a:ln>
          </p:spPr>
          <p:txBody>
            <a:bodyPr/>
            <a:lstStyle/>
            <a:p>
              <a:endParaRPr lang="en-US"/>
            </a:p>
          </p:txBody>
        </p:sp>
        <p:sp>
          <p:nvSpPr>
            <p:cNvPr id="86" name="Freeform: Shape 85">
              <a:extLst>
                <a:ext uri="{FF2B5EF4-FFF2-40B4-BE49-F238E27FC236}">
                  <a16:creationId xmlns:a16="http://schemas.microsoft.com/office/drawing/2014/main" id="{FB2861F7-6C40-0264-3B41-76E50A089E20}"/>
                </a:ext>
              </a:extLst>
            </p:cNvPr>
            <p:cNvSpPr/>
            <p:nvPr>
              <p:custDataLst>
                <p:tags r:id="rId206"/>
              </p:custDataLst>
            </p:nvPr>
          </p:nvSpPr>
          <p:spPr>
            <a:xfrm>
              <a:off x="3971711" y="6393704"/>
              <a:ext cx="164001" cy="150995"/>
            </a:xfrm>
            <a:custGeom>
              <a:avLst/>
              <a:gdLst>
                <a:gd name="csX0" fmla="*/ 151527 w 164001"/>
                <a:gd name="csY0" fmla="*/ 99320 h 150995"/>
                <a:gd name="csX1" fmla="*/ 152657 w 164001"/>
                <a:gd name="csY1" fmla="*/ 96211 h 150995"/>
                <a:gd name="csX2" fmla="*/ 149945 w 164001"/>
                <a:gd name="csY2" fmla="*/ 93769 h 150995"/>
                <a:gd name="csX3" fmla="*/ 147008 w 164001"/>
                <a:gd name="csY3" fmla="*/ 96433 h 150995"/>
                <a:gd name="csX4" fmla="*/ 85319 w 164001"/>
                <a:gd name="csY4" fmla="*/ 144175 h 150995"/>
                <a:gd name="csX5" fmla="*/ 52328 w 164001"/>
                <a:gd name="csY5" fmla="*/ 144175 h 150995"/>
                <a:gd name="csX6" fmla="*/ 47356 w 164001"/>
                <a:gd name="csY6" fmla="*/ 143953 h 150995"/>
                <a:gd name="csX7" fmla="*/ 44419 w 164001"/>
                <a:gd name="csY7" fmla="*/ 141732 h 150995"/>
                <a:gd name="csX8" fmla="*/ 45549 w 164001"/>
                <a:gd name="csY8" fmla="*/ 136625 h 150995"/>
                <a:gd name="csX9" fmla="*/ 60914 w 164001"/>
                <a:gd name="csY9" fmla="*/ 76005 h 150995"/>
                <a:gd name="csX10" fmla="*/ 83285 w 164001"/>
                <a:gd name="csY10" fmla="*/ 76005 h 150995"/>
                <a:gd name="csX11" fmla="*/ 102492 w 164001"/>
                <a:gd name="csY11" fmla="*/ 86219 h 150995"/>
                <a:gd name="csX12" fmla="*/ 100910 w 164001"/>
                <a:gd name="csY12" fmla="*/ 97100 h 150995"/>
                <a:gd name="csX13" fmla="*/ 100232 w 164001"/>
                <a:gd name="csY13" fmla="*/ 99542 h 150995"/>
                <a:gd name="csX14" fmla="*/ 103170 w 164001"/>
                <a:gd name="csY14" fmla="*/ 101985 h 150995"/>
                <a:gd name="csX15" fmla="*/ 106560 w 164001"/>
                <a:gd name="csY15" fmla="*/ 97544 h 150995"/>
                <a:gd name="csX16" fmla="*/ 119440 w 164001"/>
                <a:gd name="csY16" fmla="*/ 45583 h 150995"/>
                <a:gd name="csX17" fmla="*/ 116728 w 164001"/>
                <a:gd name="csY17" fmla="*/ 43141 h 150995"/>
                <a:gd name="csX18" fmla="*/ 113565 w 164001"/>
                <a:gd name="csY18" fmla="*/ 47138 h 150995"/>
                <a:gd name="csX19" fmla="*/ 83963 w 164001"/>
                <a:gd name="csY19" fmla="*/ 69121 h 150995"/>
                <a:gd name="csX20" fmla="*/ 62722 w 164001"/>
                <a:gd name="csY20" fmla="*/ 69121 h 150995"/>
                <a:gd name="csX21" fmla="*/ 76280 w 164001"/>
                <a:gd name="csY21" fmla="*/ 15606 h 150995"/>
                <a:gd name="csX22" fmla="*/ 88482 w 164001"/>
                <a:gd name="csY22" fmla="*/ 6946 h 150995"/>
                <a:gd name="csX23" fmla="*/ 120344 w 164001"/>
                <a:gd name="csY23" fmla="*/ 6946 h 150995"/>
                <a:gd name="csX24" fmla="*/ 154690 w 164001"/>
                <a:gd name="csY24" fmla="*/ 31594 h 150995"/>
                <a:gd name="csX25" fmla="*/ 153787 w 164001"/>
                <a:gd name="csY25" fmla="*/ 43363 h 150995"/>
                <a:gd name="csX26" fmla="*/ 153561 w 164001"/>
                <a:gd name="csY26" fmla="*/ 47360 h 150995"/>
                <a:gd name="csX27" fmla="*/ 156272 w 164001"/>
                <a:gd name="csY27" fmla="*/ 50025 h 150995"/>
                <a:gd name="csX28" fmla="*/ 159436 w 164001"/>
                <a:gd name="csY28" fmla="*/ 44473 h 150995"/>
                <a:gd name="csX29" fmla="*/ 163955 w 164001"/>
                <a:gd name="csY29" fmla="*/ 6058 h 150995"/>
                <a:gd name="csX30" fmla="*/ 157854 w 164001"/>
                <a:gd name="csY30" fmla="*/ 63 h 150995"/>
                <a:gd name="csX31" fmla="*/ 43741 w 164001"/>
                <a:gd name="csY31" fmla="*/ 63 h 150995"/>
                <a:gd name="csX32" fmla="*/ 36962 w 164001"/>
                <a:gd name="csY32" fmla="*/ 4504 h 150995"/>
                <a:gd name="csX33" fmla="*/ 43289 w 164001"/>
                <a:gd name="csY33" fmla="*/ 6946 h 150995"/>
                <a:gd name="csX34" fmla="*/ 57977 w 164001"/>
                <a:gd name="csY34" fmla="*/ 10943 h 150995"/>
                <a:gd name="csX35" fmla="*/ 56847 w 164001"/>
                <a:gd name="csY35" fmla="*/ 16273 h 150995"/>
                <a:gd name="csX36" fmla="*/ 27019 w 164001"/>
                <a:gd name="csY36" fmla="*/ 133738 h 150995"/>
                <a:gd name="csX37" fmla="*/ 6456 w 164001"/>
                <a:gd name="csY37" fmla="*/ 144175 h 150995"/>
                <a:gd name="csX38" fmla="*/ 129 w 164001"/>
                <a:gd name="csY38" fmla="*/ 148394 h 150995"/>
                <a:gd name="csX39" fmla="*/ 6456 w 164001"/>
                <a:gd name="csY39" fmla="*/ 151058 h 150995"/>
                <a:gd name="csX40" fmla="*/ 123733 w 164001"/>
                <a:gd name="csY40" fmla="*/ 151058 h 150995"/>
                <a:gd name="csX41" fmla="*/ 130738 w 164001"/>
                <a:gd name="csY41" fmla="*/ 147283 h 150995"/>
                <a:gd name="csX42" fmla="*/ 151527 w 164001"/>
                <a:gd name="csY42" fmla="*/ 99320 h 150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4001" h="150995">
                  <a:moveTo>
                    <a:pt x="151527" y="99320"/>
                  </a:moveTo>
                  <a:cubicBezTo>
                    <a:pt x="151979" y="98210"/>
                    <a:pt x="152657" y="96656"/>
                    <a:pt x="152657" y="96211"/>
                  </a:cubicBezTo>
                  <a:cubicBezTo>
                    <a:pt x="152657" y="95989"/>
                    <a:pt x="152657" y="93769"/>
                    <a:pt x="149945" y="93769"/>
                  </a:cubicBezTo>
                  <a:cubicBezTo>
                    <a:pt x="147911" y="93769"/>
                    <a:pt x="147460" y="95101"/>
                    <a:pt x="147008" y="96433"/>
                  </a:cubicBezTo>
                  <a:cubicBezTo>
                    <a:pt x="132320" y="129297"/>
                    <a:pt x="123959" y="144175"/>
                    <a:pt x="85319" y="144175"/>
                  </a:cubicBezTo>
                  <a:lnTo>
                    <a:pt x="52328" y="144175"/>
                  </a:lnTo>
                  <a:cubicBezTo>
                    <a:pt x="49164" y="144175"/>
                    <a:pt x="48712" y="144175"/>
                    <a:pt x="47356" y="143953"/>
                  </a:cubicBezTo>
                  <a:cubicBezTo>
                    <a:pt x="45097" y="143731"/>
                    <a:pt x="44419" y="143509"/>
                    <a:pt x="44419" y="141732"/>
                  </a:cubicBezTo>
                  <a:cubicBezTo>
                    <a:pt x="44419" y="141066"/>
                    <a:pt x="44419" y="140622"/>
                    <a:pt x="45549" y="136625"/>
                  </a:cubicBezTo>
                  <a:lnTo>
                    <a:pt x="60914" y="76005"/>
                  </a:lnTo>
                  <a:lnTo>
                    <a:pt x="83285" y="76005"/>
                  </a:lnTo>
                  <a:cubicBezTo>
                    <a:pt x="102492" y="76005"/>
                    <a:pt x="102492" y="80668"/>
                    <a:pt x="102492" y="86219"/>
                  </a:cubicBezTo>
                  <a:cubicBezTo>
                    <a:pt x="102492" y="87773"/>
                    <a:pt x="102492" y="90438"/>
                    <a:pt x="100910" y="97100"/>
                  </a:cubicBezTo>
                  <a:cubicBezTo>
                    <a:pt x="100458" y="98210"/>
                    <a:pt x="100232" y="98876"/>
                    <a:pt x="100232" y="99542"/>
                  </a:cubicBezTo>
                  <a:cubicBezTo>
                    <a:pt x="100232" y="100652"/>
                    <a:pt x="101136" y="101985"/>
                    <a:pt x="103170" y="101985"/>
                  </a:cubicBezTo>
                  <a:cubicBezTo>
                    <a:pt x="104978" y="101985"/>
                    <a:pt x="105656" y="100874"/>
                    <a:pt x="106560" y="97544"/>
                  </a:cubicBezTo>
                  <a:lnTo>
                    <a:pt x="119440" y="45583"/>
                  </a:lnTo>
                  <a:cubicBezTo>
                    <a:pt x="119440" y="44251"/>
                    <a:pt x="118310" y="43141"/>
                    <a:pt x="116728" y="43141"/>
                  </a:cubicBezTo>
                  <a:cubicBezTo>
                    <a:pt x="114694" y="43141"/>
                    <a:pt x="114242" y="44473"/>
                    <a:pt x="113565" y="47138"/>
                  </a:cubicBezTo>
                  <a:cubicBezTo>
                    <a:pt x="108819" y="64014"/>
                    <a:pt x="104752" y="69121"/>
                    <a:pt x="83963" y="69121"/>
                  </a:cubicBezTo>
                  <a:lnTo>
                    <a:pt x="62722" y="69121"/>
                  </a:lnTo>
                  <a:lnTo>
                    <a:pt x="76280" y="15606"/>
                  </a:lnTo>
                  <a:cubicBezTo>
                    <a:pt x="78314" y="7835"/>
                    <a:pt x="78540" y="6946"/>
                    <a:pt x="88482" y="6946"/>
                  </a:cubicBezTo>
                  <a:lnTo>
                    <a:pt x="120344" y="6946"/>
                  </a:lnTo>
                  <a:cubicBezTo>
                    <a:pt x="147911" y="6946"/>
                    <a:pt x="154690" y="13386"/>
                    <a:pt x="154690" y="31594"/>
                  </a:cubicBezTo>
                  <a:cubicBezTo>
                    <a:pt x="154690" y="36923"/>
                    <a:pt x="154690" y="37368"/>
                    <a:pt x="153787" y="43363"/>
                  </a:cubicBezTo>
                  <a:cubicBezTo>
                    <a:pt x="153787" y="44695"/>
                    <a:pt x="153561" y="46250"/>
                    <a:pt x="153561" y="47360"/>
                  </a:cubicBezTo>
                  <a:cubicBezTo>
                    <a:pt x="153561" y="48470"/>
                    <a:pt x="154239" y="50025"/>
                    <a:pt x="156272" y="50025"/>
                  </a:cubicBezTo>
                  <a:cubicBezTo>
                    <a:pt x="158758" y="50025"/>
                    <a:pt x="158984" y="48692"/>
                    <a:pt x="159436" y="44473"/>
                  </a:cubicBezTo>
                  <a:lnTo>
                    <a:pt x="163955" y="6058"/>
                  </a:lnTo>
                  <a:cubicBezTo>
                    <a:pt x="164633" y="63"/>
                    <a:pt x="163503" y="63"/>
                    <a:pt x="157854" y="63"/>
                  </a:cubicBezTo>
                  <a:lnTo>
                    <a:pt x="43741" y="63"/>
                  </a:lnTo>
                  <a:cubicBezTo>
                    <a:pt x="39221" y="63"/>
                    <a:pt x="36962" y="63"/>
                    <a:pt x="36962" y="4504"/>
                  </a:cubicBezTo>
                  <a:cubicBezTo>
                    <a:pt x="36962" y="6946"/>
                    <a:pt x="38995" y="6946"/>
                    <a:pt x="43289" y="6946"/>
                  </a:cubicBezTo>
                  <a:cubicBezTo>
                    <a:pt x="51650" y="6946"/>
                    <a:pt x="57977" y="6946"/>
                    <a:pt x="57977" y="10943"/>
                  </a:cubicBezTo>
                  <a:cubicBezTo>
                    <a:pt x="57977" y="11832"/>
                    <a:pt x="57977" y="12276"/>
                    <a:pt x="56847" y="16273"/>
                  </a:cubicBezTo>
                  <a:lnTo>
                    <a:pt x="27019" y="133738"/>
                  </a:lnTo>
                  <a:cubicBezTo>
                    <a:pt x="24760" y="142398"/>
                    <a:pt x="24308" y="144175"/>
                    <a:pt x="6456" y="144175"/>
                  </a:cubicBezTo>
                  <a:cubicBezTo>
                    <a:pt x="2615" y="144175"/>
                    <a:pt x="129" y="144175"/>
                    <a:pt x="129" y="148394"/>
                  </a:cubicBezTo>
                  <a:cubicBezTo>
                    <a:pt x="129" y="151058"/>
                    <a:pt x="2163" y="151058"/>
                    <a:pt x="6456" y="151058"/>
                  </a:cubicBezTo>
                  <a:lnTo>
                    <a:pt x="123733" y="151058"/>
                  </a:lnTo>
                  <a:cubicBezTo>
                    <a:pt x="128930" y="151058"/>
                    <a:pt x="129156" y="150836"/>
                    <a:pt x="130738" y="147283"/>
                  </a:cubicBezTo>
                  <a:lnTo>
                    <a:pt x="151527" y="99320"/>
                  </a:lnTo>
                  <a:close/>
                </a:path>
              </a:pathLst>
            </a:custGeom>
            <a:solidFill>
              <a:srgbClr val="000000"/>
            </a:solidFill>
            <a:ln w="22860" cap="flat">
              <a:noFill/>
              <a:prstDash val="solid"/>
              <a:miter/>
            </a:ln>
          </p:spPr>
          <p:txBody>
            <a:bodyPr/>
            <a:lstStyle/>
            <a:p>
              <a:endParaRPr lang="en-US"/>
            </a:p>
          </p:txBody>
        </p:sp>
        <p:sp>
          <p:nvSpPr>
            <p:cNvPr id="87" name="Freeform: Shape 86">
              <a:extLst>
                <a:ext uri="{FF2B5EF4-FFF2-40B4-BE49-F238E27FC236}">
                  <a16:creationId xmlns:a16="http://schemas.microsoft.com/office/drawing/2014/main" id="{B07E3DBC-6F98-A8AF-9A81-FDD17E9953AA}"/>
                </a:ext>
              </a:extLst>
            </p:cNvPr>
            <p:cNvSpPr/>
            <p:nvPr>
              <p:custDataLst>
                <p:tags r:id="rId207"/>
              </p:custDataLst>
            </p:nvPr>
          </p:nvSpPr>
          <p:spPr>
            <a:xfrm>
              <a:off x="4169620" y="6378161"/>
              <a:ext cx="30957" cy="222052"/>
            </a:xfrm>
            <a:custGeom>
              <a:avLst/>
              <a:gdLst>
                <a:gd name="csX0" fmla="*/ 31095 w 30957"/>
                <a:gd name="csY0" fmla="*/ 222115 h 222052"/>
                <a:gd name="csX1" fmla="*/ 31095 w 30957"/>
                <a:gd name="csY1" fmla="*/ 213233 h 222052"/>
                <a:gd name="csX2" fmla="*/ 9176 w 30957"/>
                <a:gd name="csY2" fmla="*/ 213233 h 222052"/>
                <a:gd name="csX3" fmla="*/ 9176 w 30957"/>
                <a:gd name="csY3" fmla="*/ 8945 h 222052"/>
                <a:gd name="csX4" fmla="*/ 31095 w 30957"/>
                <a:gd name="csY4" fmla="*/ 8945 h 222052"/>
                <a:gd name="csX5" fmla="*/ 31095 w 30957"/>
                <a:gd name="csY5" fmla="*/ 63 h 222052"/>
                <a:gd name="csX6" fmla="*/ 137 w 30957"/>
                <a:gd name="csY6" fmla="*/ 63 h 222052"/>
                <a:gd name="csX7" fmla="*/ 137 w 30957"/>
                <a:gd name="csY7" fmla="*/ 222115 h 222052"/>
                <a:gd name="csX8" fmla="*/ 31095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95" y="222115"/>
                  </a:moveTo>
                  <a:lnTo>
                    <a:pt x="31095" y="213233"/>
                  </a:lnTo>
                  <a:lnTo>
                    <a:pt x="9176" y="213233"/>
                  </a:lnTo>
                  <a:lnTo>
                    <a:pt x="9176" y="8945"/>
                  </a:lnTo>
                  <a:lnTo>
                    <a:pt x="31095" y="8945"/>
                  </a:lnTo>
                  <a:lnTo>
                    <a:pt x="31095" y="63"/>
                  </a:lnTo>
                  <a:lnTo>
                    <a:pt x="137" y="63"/>
                  </a:lnTo>
                  <a:lnTo>
                    <a:pt x="137" y="222115"/>
                  </a:lnTo>
                  <a:lnTo>
                    <a:pt x="31095" y="222115"/>
                  </a:lnTo>
                  <a:close/>
                </a:path>
              </a:pathLst>
            </a:custGeom>
            <a:solidFill>
              <a:srgbClr val="000000"/>
            </a:solidFill>
            <a:ln w="22860" cap="flat">
              <a:noFill/>
              <a:prstDash val="solid"/>
              <a:miter/>
            </a:ln>
          </p:spPr>
          <p:txBody>
            <a:bodyPr/>
            <a:lstStyle/>
            <a:p>
              <a:endParaRPr lang="en-US"/>
            </a:p>
          </p:txBody>
        </p:sp>
        <p:sp>
          <p:nvSpPr>
            <p:cNvPr id="88" name="Freeform: Shape 87">
              <a:extLst>
                <a:ext uri="{FF2B5EF4-FFF2-40B4-BE49-F238E27FC236}">
                  <a16:creationId xmlns:a16="http://schemas.microsoft.com/office/drawing/2014/main" id="{6A6029DE-556D-A5C9-6F44-894B148AD278}"/>
                </a:ext>
              </a:extLst>
            </p:cNvPr>
            <p:cNvSpPr/>
            <p:nvPr>
              <p:custDataLst>
                <p:tags r:id="rId208"/>
              </p:custDataLst>
            </p:nvPr>
          </p:nvSpPr>
          <p:spPr>
            <a:xfrm>
              <a:off x="4212278" y="6446553"/>
              <a:ext cx="112531" cy="100589"/>
            </a:xfrm>
            <a:custGeom>
              <a:avLst/>
              <a:gdLst>
                <a:gd name="csX0" fmla="*/ 69060 w 112531"/>
                <a:gd name="csY0" fmla="*/ 31150 h 100589"/>
                <a:gd name="csX1" fmla="*/ 91430 w 112531"/>
                <a:gd name="csY1" fmla="*/ 4948 h 100589"/>
                <a:gd name="csX2" fmla="*/ 102729 w 112531"/>
                <a:gd name="csY2" fmla="*/ 7835 h 100589"/>
                <a:gd name="csX3" fmla="*/ 91882 w 112531"/>
                <a:gd name="csY3" fmla="*/ 19825 h 100589"/>
                <a:gd name="csX4" fmla="*/ 100469 w 112531"/>
                <a:gd name="csY4" fmla="*/ 27597 h 100589"/>
                <a:gd name="csX5" fmla="*/ 112671 w 112531"/>
                <a:gd name="csY5" fmla="*/ 14718 h 100589"/>
                <a:gd name="csX6" fmla="*/ 91656 w 112531"/>
                <a:gd name="csY6" fmla="*/ 63 h 100589"/>
                <a:gd name="csX7" fmla="*/ 67930 w 112531"/>
                <a:gd name="csY7" fmla="*/ 16939 h 100589"/>
                <a:gd name="csX8" fmla="*/ 43525 w 112531"/>
                <a:gd name="csY8" fmla="*/ 63 h 100589"/>
                <a:gd name="csX9" fmla="*/ 7145 w 112531"/>
                <a:gd name="csY9" fmla="*/ 34259 h 100589"/>
                <a:gd name="csX10" fmla="*/ 9856 w 112531"/>
                <a:gd name="csY10" fmla="*/ 36479 h 100589"/>
                <a:gd name="csX11" fmla="*/ 12794 w 112531"/>
                <a:gd name="csY11" fmla="*/ 34037 h 100589"/>
                <a:gd name="csX12" fmla="*/ 43074 w 112531"/>
                <a:gd name="csY12" fmla="*/ 4948 h 100589"/>
                <a:gd name="csX13" fmla="*/ 55276 w 112531"/>
                <a:gd name="csY13" fmla="*/ 19825 h 100589"/>
                <a:gd name="csX14" fmla="*/ 43074 w 112531"/>
                <a:gd name="csY14" fmla="*/ 72674 h 100589"/>
                <a:gd name="csX15" fmla="*/ 21607 w 112531"/>
                <a:gd name="csY15" fmla="*/ 95767 h 100589"/>
                <a:gd name="csX16" fmla="*/ 10308 w 112531"/>
                <a:gd name="csY16" fmla="*/ 92881 h 100589"/>
                <a:gd name="csX17" fmla="*/ 20929 w 112531"/>
                <a:gd name="csY17" fmla="*/ 80890 h 100589"/>
                <a:gd name="csX18" fmla="*/ 12568 w 112531"/>
                <a:gd name="csY18" fmla="*/ 73118 h 100589"/>
                <a:gd name="csX19" fmla="*/ 140 w 112531"/>
                <a:gd name="csY19" fmla="*/ 85997 h 100589"/>
                <a:gd name="csX20" fmla="*/ 21381 w 112531"/>
                <a:gd name="csY20" fmla="*/ 100652 h 100589"/>
                <a:gd name="csX21" fmla="*/ 45107 w 112531"/>
                <a:gd name="csY21" fmla="*/ 83776 h 100589"/>
                <a:gd name="csX22" fmla="*/ 69512 w 112531"/>
                <a:gd name="csY22" fmla="*/ 100652 h 100589"/>
                <a:gd name="csX23" fmla="*/ 105666 w 112531"/>
                <a:gd name="csY23" fmla="*/ 66456 h 100589"/>
                <a:gd name="csX24" fmla="*/ 102955 w 112531"/>
                <a:gd name="csY24" fmla="*/ 64236 h 100589"/>
                <a:gd name="csX25" fmla="*/ 100017 w 112531"/>
                <a:gd name="csY25" fmla="*/ 66678 h 100589"/>
                <a:gd name="csX26" fmla="*/ 69964 w 112531"/>
                <a:gd name="csY26" fmla="*/ 95767 h 100589"/>
                <a:gd name="csX27" fmla="*/ 57535 w 112531"/>
                <a:gd name="csY27" fmla="*/ 81112 h 100589"/>
                <a:gd name="csX28" fmla="*/ 61377 w 112531"/>
                <a:gd name="csY28" fmla="*/ 61571 h 100589"/>
                <a:gd name="csX29" fmla="*/ 69060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60" y="31150"/>
                  </a:moveTo>
                  <a:cubicBezTo>
                    <a:pt x="70416" y="25377"/>
                    <a:pt x="75613" y="4948"/>
                    <a:pt x="91430" y="4948"/>
                  </a:cubicBezTo>
                  <a:cubicBezTo>
                    <a:pt x="92560" y="4948"/>
                    <a:pt x="97983" y="4948"/>
                    <a:pt x="102729" y="7835"/>
                  </a:cubicBezTo>
                  <a:cubicBezTo>
                    <a:pt x="96402" y="8945"/>
                    <a:pt x="91882" y="14496"/>
                    <a:pt x="91882" y="19825"/>
                  </a:cubicBezTo>
                  <a:cubicBezTo>
                    <a:pt x="91882" y="23378"/>
                    <a:pt x="94368" y="27597"/>
                    <a:pt x="100469" y="27597"/>
                  </a:cubicBezTo>
                  <a:cubicBezTo>
                    <a:pt x="105440" y="27597"/>
                    <a:pt x="112671" y="23600"/>
                    <a:pt x="112671" y="14718"/>
                  </a:cubicBezTo>
                  <a:cubicBezTo>
                    <a:pt x="112671" y="3172"/>
                    <a:pt x="99339" y="63"/>
                    <a:pt x="91656" y="63"/>
                  </a:cubicBezTo>
                  <a:cubicBezTo>
                    <a:pt x="78550" y="63"/>
                    <a:pt x="70641" y="11832"/>
                    <a:pt x="67930" y="16939"/>
                  </a:cubicBezTo>
                  <a:cubicBezTo>
                    <a:pt x="62281" y="2283"/>
                    <a:pt x="50079" y="63"/>
                    <a:pt x="43525" y="63"/>
                  </a:cubicBezTo>
                  <a:cubicBezTo>
                    <a:pt x="20025" y="63"/>
                    <a:pt x="7145" y="28708"/>
                    <a:pt x="7145" y="34259"/>
                  </a:cubicBezTo>
                  <a:cubicBezTo>
                    <a:pt x="7145" y="36479"/>
                    <a:pt x="9405" y="36479"/>
                    <a:pt x="9856" y="36479"/>
                  </a:cubicBezTo>
                  <a:cubicBezTo>
                    <a:pt x="11664" y="36479"/>
                    <a:pt x="12342" y="36035"/>
                    <a:pt x="12794" y="34037"/>
                  </a:cubicBezTo>
                  <a:cubicBezTo>
                    <a:pt x="20477" y="10499"/>
                    <a:pt x="35391" y="4948"/>
                    <a:pt x="43074" y="4948"/>
                  </a:cubicBezTo>
                  <a:cubicBezTo>
                    <a:pt x="47367" y="4948"/>
                    <a:pt x="55276" y="6946"/>
                    <a:pt x="55276" y="19825"/>
                  </a:cubicBezTo>
                  <a:cubicBezTo>
                    <a:pt x="55276" y="26709"/>
                    <a:pt x="51434" y="41587"/>
                    <a:pt x="43074" y="72674"/>
                  </a:cubicBezTo>
                  <a:cubicBezTo>
                    <a:pt x="39458" y="86441"/>
                    <a:pt x="31549" y="95767"/>
                    <a:pt x="21607" y="95767"/>
                  </a:cubicBezTo>
                  <a:cubicBezTo>
                    <a:pt x="20251" y="95767"/>
                    <a:pt x="15054" y="95767"/>
                    <a:pt x="10308" y="92881"/>
                  </a:cubicBezTo>
                  <a:cubicBezTo>
                    <a:pt x="15958" y="91770"/>
                    <a:pt x="20929" y="87107"/>
                    <a:pt x="20929" y="80890"/>
                  </a:cubicBezTo>
                  <a:cubicBezTo>
                    <a:pt x="20929" y="74894"/>
                    <a:pt x="15958" y="73118"/>
                    <a:pt x="12568" y="73118"/>
                  </a:cubicBezTo>
                  <a:cubicBezTo>
                    <a:pt x="5789" y="73118"/>
                    <a:pt x="140" y="78891"/>
                    <a:pt x="140" y="85997"/>
                  </a:cubicBezTo>
                  <a:cubicBezTo>
                    <a:pt x="140" y="96211"/>
                    <a:pt x="11438" y="100652"/>
                    <a:pt x="21381" y="100652"/>
                  </a:cubicBezTo>
                  <a:cubicBezTo>
                    <a:pt x="36295" y="100652"/>
                    <a:pt x="44429" y="85109"/>
                    <a:pt x="45107" y="83776"/>
                  </a:cubicBezTo>
                  <a:cubicBezTo>
                    <a:pt x="47819" y="91992"/>
                    <a:pt x="55954" y="100652"/>
                    <a:pt x="69512" y="100652"/>
                  </a:cubicBezTo>
                  <a:cubicBezTo>
                    <a:pt x="92786" y="100652"/>
                    <a:pt x="105666" y="72008"/>
                    <a:pt x="105666" y="66456"/>
                  </a:cubicBezTo>
                  <a:cubicBezTo>
                    <a:pt x="105666" y="64236"/>
                    <a:pt x="103633" y="64236"/>
                    <a:pt x="102955" y="64236"/>
                  </a:cubicBezTo>
                  <a:cubicBezTo>
                    <a:pt x="100921" y="64236"/>
                    <a:pt x="100469" y="65124"/>
                    <a:pt x="100017" y="66678"/>
                  </a:cubicBezTo>
                  <a:cubicBezTo>
                    <a:pt x="92560" y="90438"/>
                    <a:pt x="77195" y="95767"/>
                    <a:pt x="69964" y="95767"/>
                  </a:cubicBezTo>
                  <a:cubicBezTo>
                    <a:pt x="61151" y="95767"/>
                    <a:pt x="57535" y="88662"/>
                    <a:pt x="57535" y="81112"/>
                  </a:cubicBezTo>
                  <a:cubicBezTo>
                    <a:pt x="57535" y="76227"/>
                    <a:pt x="58891" y="71342"/>
                    <a:pt x="61377" y="61571"/>
                  </a:cubicBezTo>
                  <a:lnTo>
                    <a:pt x="69060" y="31150"/>
                  </a:lnTo>
                  <a:close/>
                </a:path>
              </a:pathLst>
            </a:custGeom>
            <a:solidFill>
              <a:srgbClr val="000000"/>
            </a:solidFill>
            <a:ln w="22860" cap="flat">
              <a:noFill/>
              <a:prstDash val="solid"/>
              <a:miter/>
            </a:ln>
          </p:spPr>
          <p:txBody>
            <a:bodyPr/>
            <a:lstStyle/>
            <a:p>
              <a:endParaRPr lang="en-US"/>
            </a:p>
          </p:txBody>
        </p:sp>
        <p:sp>
          <p:nvSpPr>
            <p:cNvPr id="89" name="Freeform: Shape 88">
              <a:extLst>
                <a:ext uri="{FF2B5EF4-FFF2-40B4-BE49-F238E27FC236}">
                  <a16:creationId xmlns:a16="http://schemas.microsoft.com/office/drawing/2014/main" id="{A1261C5C-0B13-F434-0CB3-A513CBD0157E}"/>
                </a:ext>
              </a:extLst>
            </p:cNvPr>
            <p:cNvSpPr/>
            <p:nvPr>
              <p:custDataLst>
                <p:tags r:id="rId209"/>
              </p:custDataLst>
            </p:nvPr>
          </p:nvSpPr>
          <p:spPr>
            <a:xfrm>
              <a:off x="4341424" y="6446553"/>
              <a:ext cx="116146" cy="100589"/>
            </a:xfrm>
            <a:custGeom>
              <a:avLst/>
              <a:gdLst>
                <a:gd name="csX0" fmla="*/ 72681 w 116146"/>
                <a:gd name="csY0" fmla="*/ 85775 h 100589"/>
                <a:gd name="csX1" fmla="*/ 92792 w 116146"/>
                <a:gd name="csY1" fmla="*/ 100652 h 100589"/>
                <a:gd name="csX2" fmla="*/ 109513 w 116146"/>
                <a:gd name="csY2" fmla="*/ 88440 h 100589"/>
                <a:gd name="csX3" fmla="*/ 116292 w 116146"/>
                <a:gd name="csY3" fmla="*/ 66456 h 100589"/>
                <a:gd name="csX4" fmla="*/ 113581 w 116146"/>
                <a:gd name="csY4" fmla="*/ 64236 h 100589"/>
                <a:gd name="csX5" fmla="*/ 110417 w 116146"/>
                <a:gd name="csY5" fmla="*/ 68233 h 100589"/>
                <a:gd name="csX6" fmla="*/ 93470 w 116146"/>
                <a:gd name="csY6" fmla="*/ 95767 h 100589"/>
                <a:gd name="csX7" fmla="*/ 86465 w 116146"/>
                <a:gd name="csY7" fmla="*/ 85553 h 100589"/>
                <a:gd name="csX8" fmla="*/ 90984 w 116146"/>
                <a:gd name="csY8" fmla="*/ 62459 h 100589"/>
                <a:gd name="csX9" fmla="*/ 97311 w 116146"/>
                <a:gd name="csY9" fmla="*/ 38478 h 100589"/>
                <a:gd name="csX10" fmla="*/ 101153 w 116146"/>
                <a:gd name="csY10" fmla="*/ 23378 h 100589"/>
                <a:gd name="csX11" fmla="*/ 104542 w 116146"/>
                <a:gd name="csY11" fmla="*/ 8501 h 100589"/>
                <a:gd name="csX12" fmla="*/ 97989 w 116146"/>
                <a:gd name="csY12" fmla="*/ 2505 h 100589"/>
                <a:gd name="csX13" fmla="*/ 89176 w 116146"/>
                <a:gd name="csY13" fmla="*/ 10277 h 100589"/>
                <a:gd name="csX14" fmla="*/ 72229 w 116146"/>
                <a:gd name="csY14" fmla="*/ 77115 h 100589"/>
                <a:gd name="csX15" fmla="*/ 46469 w 116146"/>
                <a:gd name="csY15" fmla="*/ 95767 h 100589"/>
                <a:gd name="csX16" fmla="*/ 32459 w 116146"/>
                <a:gd name="csY16" fmla="*/ 77559 h 100589"/>
                <a:gd name="csX17" fmla="*/ 44661 w 116146"/>
                <a:gd name="csY17" fmla="*/ 32260 h 100589"/>
                <a:gd name="csX18" fmla="*/ 48502 w 116146"/>
                <a:gd name="csY18" fmla="*/ 18271 h 100589"/>
                <a:gd name="csX19" fmla="*/ 29973 w 116146"/>
                <a:gd name="csY19" fmla="*/ 63 h 100589"/>
                <a:gd name="csX20" fmla="*/ 146 w 116146"/>
                <a:gd name="csY20" fmla="*/ 34259 h 100589"/>
                <a:gd name="csX21" fmla="*/ 2857 w 116146"/>
                <a:gd name="csY21" fmla="*/ 36479 h 100589"/>
                <a:gd name="csX22" fmla="*/ 6473 w 116146"/>
                <a:gd name="csY22" fmla="*/ 32482 h 100589"/>
                <a:gd name="csX23" fmla="*/ 29295 w 116146"/>
                <a:gd name="csY23" fmla="*/ 4948 h 100589"/>
                <a:gd name="csX24" fmla="*/ 34944 w 116146"/>
                <a:gd name="csY24" fmla="*/ 12276 h 100589"/>
                <a:gd name="csX25" fmla="*/ 31103 w 116146"/>
                <a:gd name="csY25" fmla="*/ 27375 h 100589"/>
                <a:gd name="csX26" fmla="*/ 17997 w 116146"/>
                <a:gd name="csY26" fmla="*/ 74006 h 100589"/>
                <a:gd name="csX27" fmla="*/ 45791 w 116146"/>
                <a:gd name="csY27" fmla="*/ 100652 h 100589"/>
                <a:gd name="csX28" fmla="*/ 72681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81" y="85775"/>
                  </a:moveTo>
                  <a:cubicBezTo>
                    <a:pt x="75167" y="94879"/>
                    <a:pt x="83075" y="100652"/>
                    <a:pt x="92792" y="100652"/>
                  </a:cubicBezTo>
                  <a:cubicBezTo>
                    <a:pt x="100701" y="100652"/>
                    <a:pt x="105898" y="95545"/>
                    <a:pt x="109513" y="88440"/>
                  </a:cubicBezTo>
                  <a:cubicBezTo>
                    <a:pt x="113355" y="80446"/>
                    <a:pt x="116292" y="66901"/>
                    <a:pt x="116292" y="66456"/>
                  </a:cubicBezTo>
                  <a:cubicBezTo>
                    <a:pt x="116292" y="64236"/>
                    <a:pt x="114259" y="64236"/>
                    <a:pt x="113581" y="64236"/>
                  </a:cubicBezTo>
                  <a:cubicBezTo>
                    <a:pt x="111321" y="64236"/>
                    <a:pt x="111095" y="65124"/>
                    <a:pt x="110417" y="68233"/>
                  </a:cubicBezTo>
                  <a:cubicBezTo>
                    <a:pt x="107254" y="80668"/>
                    <a:pt x="102960" y="95767"/>
                    <a:pt x="93470" y="95767"/>
                  </a:cubicBezTo>
                  <a:cubicBezTo>
                    <a:pt x="88725" y="95767"/>
                    <a:pt x="86465" y="92881"/>
                    <a:pt x="86465" y="85553"/>
                  </a:cubicBezTo>
                  <a:cubicBezTo>
                    <a:pt x="86465" y="80668"/>
                    <a:pt x="89176" y="70231"/>
                    <a:pt x="90984" y="62459"/>
                  </a:cubicBezTo>
                  <a:lnTo>
                    <a:pt x="97311" y="38478"/>
                  </a:lnTo>
                  <a:cubicBezTo>
                    <a:pt x="97989" y="35147"/>
                    <a:pt x="100249" y="26709"/>
                    <a:pt x="101153" y="23378"/>
                  </a:cubicBezTo>
                  <a:cubicBezTo>
                    <a:pt x="102283" y="18271"/>
                    <a:pt x="104542" y="9833"/>
                    <a:pt x="104542" y="8501"/>
                  </a:cubicBezTo>
                  <a:cubicBezTo>
                    <a:pt x="104542" y="4504"/>
                    <a:pt x="101379" y="2505"/>
                    <a:pt x="97989" y="2505"/>
                  </a:cubicBezTo>
                  <a:cubicBezTo>
                    <a:pt x="96859" y="2505"/>
                    <a:pt x="90984" y="2727"/>
                    <a:pt x="89176" y="10277"/>
                  </a:cubicBezTo>
                  <a:cubicBezTo>
                    <a:pt x="84883" y="26487"/>
                    <a:pt x="74941" y="65346"/>
                    <a:pt x="72229" y="77115"/>
                  </a:cubicBezTo>
                  <a:cubicBezTo>
                    <a:pt x="72003" y="78003"/>
                    <a:pt x="62964" y="95767"/>
                    <a:pt x="46469" y="95767"/>
                  </a:cubicBezTo>
                  <a:cubicBezTo>
                    <a:pt x="34718" y="95767"/>
                    <a:pt x="32459" y="85775"/>
                    <a:pt x="32459" y="77559"/>
                  </a:cubicBezTo>
                  <a:cubicBezTo>
                    <a:pt x="32459" y="65124"/>
                    <a:pt x="38786" y="47582"/>
                    <a:pt x="44661" y="32260"/>
                  </a:cubicBezTo>
                  <a:cubicBezTo>
                    <a:pt x="47373" y="25599"/>
                    <a:pt x="48502" y="22490"/>
                    <a:pt x="48502" y="18271"/>
                  </a:cubicBezTo>
                  <a:cubicBezTo>
                    <a:pt x="48502" y="8279"/>
                    <a:pt x="41272" y="63"/>
                    <a:pt x="29973" y="63"/>
                  </a:cubicBezTo>
                  <a:cubicBezTo>
                    <a:pt x="8506" y="63"/>
                    <a:pt x="146" y="32260"/>
                    <a:pt x="146" y="34259"/>
                  </a:cubicBezTo>
                  <a:cubicBezTo>
                    <a:pt x="146" y="36479"/>
                    <a:pt x="2405" y="36479"/>
                    <a:pt x="2857" y="36479"/>
                  </a:cubicBezTo>
                  <a:cubicBezTo>
                    <a:pt x="5117" y="36479"/>
                    <a:pt x="5343" y="36035"/>
                    <a:pt x="6473" y="32482"/>
                  </a:cubicBezTo>
                  <a:cubicBezTo>
                    <a:pt x="12122" y="13164"/>
                    <a:pt x="20709" y="4948"/>
                    <a:pt x="29295" y="4948"/>
                  </a:cubicBezTo>
                  <a:cubicBezTo>
                    <a:pt x="31329" y="4948"/>
                    <a:pt x="34944" y="5170"/>
                    <a:pt x="34944" y="12276"/>
                  </a:cubicBezTo>
                  <a:cubicBezTo>
                    <a:pt x="34944" y="17605"/>
                    <a:pt x="32459" y="24044"/>
                    <a:pt x="31103" y="27375"/>
                  </a:cubicBezTo>
                  <a:cubicBezTo>
                    <a:pt x="22742" y="49358"/>
                    <a:pt x="17997" y="63126"/>
                    <a:pt x="17997" y="74006"/>
                  </a:cubicBezTo>
                  <a:cubicBezTo>
                    <a:pt x="17997" y="95101"/>
                    <a:pt x="33589" y="100652"/>
                    <a:pt x="45791" y="100652"/>
                  </a:cubicBezTo>
                  <a:cubicBezTo>
                    <a:pt x="60705" y="100652"/>
                    <a:pt x="68839" y="90660"/>
                    <a:pt x="72681" y="85775"/>
                  </a:cubicBezTo>
                  <a:close/>
                </a:path>
              </a:pathLst>
            </a:custGeom>
            <a:solidFill>
              <a:srgbClr val="000000"/>
            </a:solidFill>
            <a:ln w="22860"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C0BFF918-8F91-FD5E-1B4C-ABE305AEF24A}"/>
                </a:ext>
              </a:extLst>
            </p:cNvPr>
            <p:cNvSpPr/>
            <p:nvPr>
              <p:custDataLst>
                <p:tags r:id="rId210"/>
              </p:custDataLst>
            </p:nvPr>
          </p:nvSpPr>
          <p:spPr>
            <a:xfrm>
              <a:off x="4469199" y="6378161"/>
              <a:ext cx="30957" cy="222052"/>
            </a:xfrm>
            <a:custGeom>
              <a:avLst/>
              <a:gdLst>
                <a:gd name="csX0" fmla="*/ 31109 w 30957"/>
                <a:gd name="csY0" fmla="*/ 63 h 222052"/>
                <a:gd name="csX1" fmla="*/ 151 w 30957"/>
                <a:gd name="csY1" fmla="*/ 63 h 222052"/>
                <a:gd name="csX2" fmla="*/ 151 w 30957"/>
                <a:gd name="csY2" fmla="*/ 8945 h 222052"/>
                <a:gd name="csX3" fmla="*/ 22070 w 30957"/>
                <a:gd name="csY3" fmla="*/ 8945 h 222052"/>
                <a:gd name="csX4" fmla="*/ 22070 w 30957"/>
                <a:gd name="csY4" fmla="*/ 213233 h 222052"/>
                <a:gd name="csX5" fmla="*/ 151 w 30957"/>
                <a:gd name="csY5" fmla="*/ 213233 h 222052"/>
                <a:gd name="csX6" fmla="*/ 151 w 30957"/>
                <a:gd name="csY6" fmla="*/ 222115 h 222052"/>
                <a:gd name="csX7" fmla="*/ 31109 w 30957"/>
                <a:gd name="csY7" fmla="*/ 222115 h 222052"/>
                <a:gd name="csX8" fmla="*/ 31109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109" y="63"/>
                  </a:moveTo>
                  <a:lnTo>
                    <a:pt x="151" y="63"/>
                  </a:lnTo>
                  <a:lnTo>
                    <a:pt x="151" y="8945"/>
                  </a:lnTo>
                  <a:lnTo>
                    <a:pt x="22070" y="8945"/>
                  </a:lnTo>
                  <a:lnTo>
                    <a:pt x="22070" y="213233"/>
                  </a:lnTo>
                  <a:lnTo>
                    <a:pt x="151" y="213233"/>
                  </a:lnTo>
                  <a:lnTo>
                    <a:pt x="151" y="222115"/>
                  </a:lnTo>
                  <a:lnTo>
                    <a:pt x="31109" y="222115"/>
                  </a:lnTo>
                  <a:lnTo>
                    <a:pt x="31109" y="63"/>
                  </a:lnTo>
                  <a:close/>
                </a:path>
              </a:pathLst>
            </a:custGeom>
            <a:solidFill>
              <a:srgbClr val="000000"/>
            </a:solidFill>
            <a:ln w="22860" cap="flat">
              <a:noFill/>
              <a:prstDash val="solid"/>
              <a:miter/>
            </a:ln>
          </p:spPr>
          <p:txBody>
            <a:bodyPr/>
            <a:lstStyle/>
            <a:p>
              <a:endParaRPr lang="en-US"/>
            </a:p>
          </p:txBody>
        </p:sp>
        <p:sp>
          <p:nvSpPr>
            <p:cNvPr id="91" name="Freeform: Shape 90">
              <a:extLst>
                <a:ext uri="{FF2B5EF4-FFF2-40B4-BE49-F238E27FC236}">
                  <a16:creationId xmlns:a16="http://schemas.microsoft.com/office/drawing/2014/main" id="{D535B99C-C243-1D3A-3A4B-B8BFA5AFE6CA}"/>
                </a:ext>
              </a:extLst>
            </p:cNvPr>
            <p:cNvSpPr/>
            <p:nvPr>
              <p:custDataLst>
                <p:tags r:id="rId211"/>
              </p:custDataLst>
            </p:nvPr>
          </p:nvSpPr>
          <p:spPr>
            <a:xfrm>
              <a:off x="4602418" y="6463207"/>
              <a:ext cx="150267" cy="51960"/>
            </a:xfrm>
            <a:custGeom>
              <a:avLst/>
              <a:gdLst>
                <a:gd name="csX0" fmla="*/ 142742 w 150267"/>
                <a:gd name="csY0" fmla="*/ 8945 h 51960"/>
                <a:gd name="csX1" fmla="*/ 150425 w 150267"/>
                <a:gd name="csY1" fmla="*/ 4504 h 51960"/>
                <a:gd name="csX2" fmla="*/ 142968 w 150267"/>
                <a:gd name="csY2" fmla="*/ 63 h 51960"/>
                <a:gd name="csX3" fmla="*/ 7614 w 150267"/>
                <a:gd name="csY3" fmla="*/ 63 h 51960"/>
                <a:gd name="csX4" fmla="*/ 157 w 150267"/>
                <a:gd name="csY4" fmla="*/ 4504 h 51960"/>
                <a:gd name="csX5" fmla="*/ 7840 w 150267"/>
                <a:gd name="csY5" fmla="*/ 8945 h 51960"/>
                <a:gd name="csX6" fmla="*/ 142742 w 150267"/>
                <a:gd name="csY6" fmla="*/ 8945 h 51960"/>
                <a:gd name="csX7" fmla="*/ 142968 w 150267"/>
                <a:gd name="csY7" fmla="*/ 52023 h 51960"/>
                <a:gd name="csX8" fmla="*/ 150425 w 150267"/>
                <a:gd name="csY8" fmla="*/ 47582 h 51960"/>
                <a:gd name="csX9" fmla="*/ 142742 w 150267"/>
                <a:gd name="csY9" fmla="*/ 43141 h 51960"/>
                <a:gd name="csX10" fmla="*/ 7840 w 150267"/>
                <a:gd name="csY10" fmla="*/ 43141 h 51960"/>
                <a:gd name="csX11" fmla="*/ 157 w 150267"/>
                <a:gd name="csY11" fmla="*/ 47582 h 51960"/>
                <a:gd name="csX12" fmla="*/ 7614 w 150267"/>
                <a:gd name="csY12" fmla="*/ 52023 h 51960"/>
                <a:gd name="csX13" fmla="*/ 142968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42" y="8945"/>
                  </a:moveTo>
                  <a:cubicBezTo>
                    <a:pt x="146131" y="8945"/>
                    <a:pt x="150425" y="8945"/>
                    <a:pt x="150425" y="4504"/>
                  </a:cubicBezTo>
                  <a:cubicBezTo>
                    <a:pt x="150425" y="63"/>
                    <a:pt x="146131" y="63"/>
                    <a:pt x="142968" y="63"/>
                  </a:cubicBezTo>
                  <a:lnTo>
                    <a:pt x="7614" y="63"/>
                  </a:lnTo>
                  <a:cubicBezTo>
                    <a:pt x="4450" y="63"/>
                    <a:pt x="157" y="63"/>
                    <a:pt x="157" y="4504"/>
                  </a:cubicBezTo>
                  <a:cubicBezTo>
                    <a:pt x="157" y="8945"/>
                    <a:pt x="4450" y="8945"/>
                    <a:pt x="7840" y="8945"/>
                  </a:cubicBezTo>
                  <a:lnTo>
                    <a:pt x="142742" y="8945"/>
                  </a:lnTo>
                  <a:close/>
                  <a:moveTo>
                    <a:pt x="142968" y="52023"/>
                  </a:moveTo>
                  <a:cubicBezTo>
                    <a:pt x="146131" y="52023"/>
                    <a:pt x="150425" y="52023"/>
                    <a:pt x="150425" y="47582"/>
                  </a:cubicBezTo>
                  <a:cubicBezTo>
                    <a:pt x="150425" y="43141"/>
                    <a:pt x="146131" y="43141"/>
                    <a:pt x="142742" y="43141"/>
                  </a:cubicBezTo>
                  <a:lnTo>
                    <a:pt x="7840" y="43141"/>
                  </a:lnTo>
                  <a:cubicBezTo>
                    <a:pt x="4450" y="43141"/>
                    <a:pt x="157" y="43141"/>
                    <a:pt x="157" y="47582"/>
                  </a:cubicBezTo>
                  <a:cubicBezTo>
                    <a:pt x="157" y="52023"/>
                    <a:pt x="4450" y="52023"/>
                    <a:pt x="7614" y="52023"/>
                  </a:cubicBezTo>
                  <a:lnTo>
                    <a:pt x="142968" y="52023"/>
                  </a:lnTo>
                  <a:close/>
                </a:path>
              </a:pathLst>
            </a:custGeom>
            <a:solidFill>
              <a:srgbClr val="000000"/>
            </a:solidFill>
            <a:ln w="22860" cap="flat">
              <a:noFill/>
              <a:prstDash val="solid"/>
              <a:miter/>
            </a:ln>
          </p:spPr>
          <p:txBody>
            <a:bodyPr/>
            <a:lstStyle/>
            <a:p>
              <a:endParaRPr lang="en-US"/>
            </a:p>
          </p:txBody>
        </p:sp>
        <p:sp>
          <p:nvSpPr>
            <p:cNvPr id="92" name="Freeform: Shape 91">
              <a:extLst>
                <a:ext uri="{FF2B5EF4-FFF2-40B4-BE49-F238E27FC236}">
                  <a16:creationId xmlns:a16="http://schemas.microsoft.com/office/drawing/2014/main" id="{97E11EEA-3193-82BF-9185-E248B3958471}"/>
                </a:ext>
              </a:extLst>
            </p:cNvPr>
            <p:cNvSpPr/>
            <p:nvPr>
              <p:custDataLst>
                <p:tags r:id="rId212"/>
              </p:custDataLst>
            </p:nvPr>
          </p:nvSpPr>
          <p:spPr>
            <a:xfrm>
              <a:off x="4837096" y="6396813"/>
              <a:ext cx="95131" cy="152771"/>
            </a:xfrm>
            <a:custGeom>
              <a:avLst/>
              <a:gdLst>
                <a:gd name="csX0" fmla="*/ 95299 w 95131"/>
                <a:gd name="csY0" fmla="*/ 76893 h 152771"/>
                <a:gd name="csX1" fmla="*/ 86261 w 95131"/>
                <a:gd name="csY1" fmla="*/ 24933 h 152771"/>
                <a:gd name="csX2" fmla="*/ 47846 w 95131"/>
                <a:gd name="csY2" fmla="*/ 63 h 152771"/>
                <a:gd name="csX3" fmla="*/ 8528 w 95131"/>
                <a:gd name="csY3" fmla="*/ 26487 h 152771"/>
                <a:gd name="csX4" fmla="*/ 167 w 95131"/>
                <a:gd name="csY4" fmla="*/ 76893 h 152771"/>
                <a:gd name="csX5" fmla="*/ 10336 w 95131"/>
                <a:gd name="csY5" fmla="*/ 130407 h 152771"/>
                <a:gd name="csX6" fmla="*/ 47620 w 95131"/>
                <a:gd name="csY6" fmla="*/ 152835 h 152771"/>
                <a:gd name="csX7" fmla="*/ 86939 w 95131"/>
                <a:gd name="csY7" fmla="*/ 127077 h 152771"/>
                <a:gd name="csX8" fmla="*/ 95299 w 95131"/>
                <a:gd name="csY8" fmla="*/ 76893 h 152771"/>
                <a:gd name="csX9" fmla="*/ 47620 w 95131"/>
                <a:gd name="csY9" fmla="*/ 147950 h 152771"/>
                <a:gd name="csX10" fmla="*/ 21408 w 95131"/>
                <a:gd name="csY10" fmla="*/ 121081 h 152771"/>
                <a:gd name="csX11" fmla="*/ 18923 w 95131"/>
                <a:gd name="csY11" fmla="*/ 74228 h 152771"/>
                <a:gd name="csX12" fmla="*/ 20730 w 95131"/>
                <a:gd name="csY12" fmla="*/ 33371 h 152771"/>
                <a:gd name="csX13" fmla="*/ 47620 w 95131"/>
                <a:gd name="csY13" fmla="*/ 4948 h 152771"/>
                <a:gd name="csX14" fmla="*/ 74284 w 95131"/>
                <a:gd name="csY14" fmla="*/ 30928 h 152771"/>
                <a:gd name="csX15" fmla="*/ 76544 w 95131"/>
                <a:gd name="csY15" fmla="*/ 74228 h 152771"/>
                <a:gd name="csX16" fmla="*/ 74058 w 95131"/>
                <a:gd name="csY16" fmla="*/ 120193 h 152771"/>
                <a:gd name="csX17" fmla="*/ 47620 w 95131"/>
                <a:gd name="csY17" fmla="*/ 147950 h 152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5131" h="152771">
                  <a:moveTo>
                    <a:pt x="95299" y="76893"/>
                  </a:moveTo>
                  <a:cubicBezTo>
                    <a:pt x="95299" y="59129"/>
                    <a:pt x="94169" y="41364"/>
                    <a:pt x="86261" y="24933"/>
                  </a:cubicBezTo>
                  <a:cubicBezTo>
                    <a:pt x="75866" y="3616"/>
                    <a:pt x="57337" y="63"/>
                    <a:pt x="47846" y="63"/>
                  </a:cubicBezTo>
                  <a:cubicBezTo>
                    <a:pt x="34288" y="63"/>
                    <a:pt x="17793" y="5836"/>
                    <a:pt x="8528" y="26487"/>
                  </a:cubicBezTo>
                  <a:cubicBezTo>
                    <a:pt x="1297" y="41809"/>
                    <a:pt x="167" y="59129"/>
                    <a:pt x="167" y="76893"/>
                  </a:cubicBezTo>
                  <a:cubicBezTo>
                    <a:pt x="167" y="93547"/>
                    <a:pt x="1071" y="113531"/>
                    <a:pt x="10336" y="130407"/>
                  </a:cubicBezTo>
                  <a:cubicBezTo>
                    <a:pt x="20052" y="148394"/>
                    <a:pt x="36548" y="152835"/>
                    <a:pt x="47620" y="152835"/>
                  </a:cubicBezTo>
                  <a:cubicBezTo>
                    <a:pt x="59823" y="152835"/>
                    <a:pt x="76996" y="148172"/>
                    <a:pt x="86939" y="127077"/>
                  </a:cubicBezTo>
                  <a:cubicBezTo>
                    <a:pt x="94169" y="111755"/>
                    <a:pt x="95299" y="94435"/>
                    <a:pt x="95299" y="76893"/>
                  </a:cubicBezTo>
                  <a:close/>
                  <a:moveTo>
                    <a:pt x="47620" y="147950"/>
                  </a:moveTo>
                  <a:cubicBezTo>
                    <a:pt x="38808" y="147950"/>
                    <a:pt x="25476" y="142398"/>
                    <a:pt x="21408" y="121081"/>
                  </a:cubicBezTo>
                  <a:cubicBezTo>
                    <a:pt x="18923" y="107758"/>
                    <a:pt x="18923" y="87329"/>
                    <a:pt x="18923" y="74228"/>
                  </a:cubicBezTo>
                  <a:cubicBezTo>
                    <a:pt x="18923" y="60017"/>
                    <a:pt x="18923" y="45361"/>
                    <a:pt x="20730" y="33371"/>
                  </a:cubicBezTo>
                  <a:cubicBezTo>
                    <a:pt x="25024" y="6946"/>
                    <a:pt x="41971" y="4948"/>
                    <a:pt x="47620" y="4948"/>
                  </a:cubicBezTo>
                  <a:cubicBezTo>
                    <a:pt x="55077" y="4948"/>
                    <a:pt x="69991" y="8945"/>
                    <a:pt x="74284" y="30928"/>
                  </a:cubicBezTo>
                  <a:cubicBezTo>
                    <a:pt x="76544" y="43363"/>
                    <a:pt x="76544" y="60239"/>
                    <a:pt x="76544" y="74228"/>
                  </a:cubicBezTo>
                  <a:cubicBezTo>
                    <a:pt x="76544" y="90882"/>
                    <a:pt x="76544" y="105982"/>
                    <a:pt x="74058" y="120193"/>
                  </a:cubicBezTo>
                  <a:cubicBezTo>
                    <a:pt x="70669" y="141288"/>
                    <a:pt x="57789" y="147950"/>
                    <a:pt x="47620" y="147950"/>
                  </a:cubicBezTo>
                  <a:close/>
                </a:path>
              </a:pathLst>
            </a:custGeom>
            <a:solidFill>
              <a:srgbClr val="000000"/>
            </a:solidFill>
            <a:ln w="22860" cap="flat">
              <a:noFill/>
              <a:prstDash val="solid"/>
              <a:miter/>
            </a:ln>
          </p:spPr>
          <p:txBody>
            <a:bodyPr/>
            <a:lstStyle/>
            <a:p>
              <a:endParaRPr lang="en-US"/>
            </a:p>
          </p:txBody>
        </p:sp>
      </p:grpSp>
      <p:cxnSp>
        <p:nvCxnSpPr>
          <p:cNvPr id="7" name="Straight Connector 6">
            <a:extLst>
              <a:ext uri="{FF2B5EF4-FFF2-40B4-BE49-F238E27FC236}">
                <a16:creationId xmlns:a16="http://schemas.microsoft.com/office/drawing/2014/main" id="{85543975-CD0C-3994-2E96-9220C62A5407}"/>
              </a:ext>
            </a:extLst>
          </p:cNvPr>
          <p:cNvCxnSpPr>
            <a:cxnSpLocks/>
          </p:cNvCxnSpPr>
          <p:nvPr/>
        </p:nvCxnSpPr>
        <p:spPr>
          <a:xfrm>
            <a:off x="3805308" y="2745653"/>
            <a:ext cx="0" cy="344797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7" name="TextBox 426">
            <a:extLst>
              <a:ext uri="{FF2B5EF4-FFF2-40B4-BE49-F238E27FC236}">
                <a16:creationId xmlns:a16="http://schemas.microsoft.com/office/drawing/2014/main" id="{2131E960-CCF2-50B5-8745-AAB94BD656D5}"/>
              </a:ext>
            </a:extLst>
          </p:cNvPr>
          <p:cNvSpPr txBox="1"/>
          <p:nvPr/>
        </p:nvSpPr>
        <p:spPr>
          <a:xfrm>
            <a:off x="891590" y="2605527"/>
            <a:ext cx="2401866" cy="338554"/>
          </a:xfrm>
          <a:prstGeom prst="rect">
            <a:avLst/>
          </a:prstGeom>
          <a:noFill/>
        </p:spPr>
        <p:txBody>
          <a:bodyPr wrap="square">
            <a:spAutoFit/>
          </a:bodyPr>
          <a:lstStyle/>
          <a:p>
            <a:r>
              <a:rPr lang="es-CO" sz="1600" b="1" err="1">
                <a:solidFill>
                  <a:srgbClr val="FF0000"/>
                </a:solidFill>
              </a:rPr>
              <a:t>Where</a:t>
            </a:r>
            <a:r>
              <a:rPr lang="es-CO" sz="1600" b="1">
                <a:solidFill>
                  <a:srgbClr val="FF0000"/>
                </a:solidFill>
              </a:rPr>
              <a:t> do </a:t>
            </a:r>
            <a:r>
              <a:rPr lang="es-CO" sz="1600" b="1" err="1">
                <a:solidFill>
                  <a:srgbClr val="FF0000"/>
                </a:solidFill>
              </a:rPr>
              <a:t>we</a:t>
            </a:r>
            <a:r>
              <a:rPr lang="es-CO" sz="1600" b="1">
                <a:solidFill>
                  <a:srgbClr val="FF0000"/>
                </a:solidFill>
              </a:rPr>
              <a:t> </a:t>
            </a:r>
            <a:r>
              <a:rPr lang="es-CO" sz="1600" b="1" err="1">
                <a:solidFill>
                  <a:srgbClr val="FF0000"/>
                </a:solidFill>
              </a:rPr>
              <a:t>begin</a:t>
            </a:r>
            <a:r>
              <a:rPr lang="es-CO" sz="1600" b="1">
                <a:solidFill>
                  <a:srgbClr val="FF0000"/>
                </a:solidFill>
              </a:rPr>
              <a:t>?</a:t>
            </a:r>
          </a:p>
        </p:txBody>
      </p:sp>
      <p:sp>
        <p:nvSpPr>
          <p:cNvPr id="428" name="TextBox 427">
            <a:extLst>
              <a:ext uri="{FF2B5EF4-FFF2-40B4-BE49-F238E27FC236}">
                <a16:creationId xmlns:a16="http://schemas.microsoft.com/office/drawing/2014/main" id="{062FF480-C1DD-78C1-047B-FE5322A9512A}"/>
              </a:ext>
            </a:extLst>
          </p:cNvPr>
          <p:cNvSpPr txBox="1"/>
          <p:nvPr/>
        </p:nvSpPr>
        <p:spPr>
          <a:xfrm>
            <a:off x="891590" y="3849462"/>
            <a:ext cx="2506953" cy="338554"/>
          </a:xfrm>
          <a:prstGeom prst="rect">
            <a:avLst/>
          </a:prstGeom>
          <a:noFill/>
        </p:spPr>
        <p:txBody>
          <a:bodyPr wrap="square">
            <a:spAutoFit/>
          </a:bodyPr>
          <a:lstStyle>
            <a:defPPr>
              <a:defRPr lang="en-US"/>
            </a:defPPr>
            <a:lvl1pPr>
              <a:defRPr sz="1600" b="1">
                <a:solidFill>
                  <a:srgbClr val="FF0000"/>
                </a:solidFill>
              </a:defRPr>
            </a:lvl1pPr>
          </a:lstStyle>
          <a:p>
            <a:r>
              <a:rPr lang="es-CO" err="1"/>
              <a:t>Under</a:t>
            </a:r>
            <a:r>
              <a:rPr lang="es-CO"/>
              <a:t> </a:t>
            </a:r>
            <a:r>
              <a:rPr lang="es-CO" err="1"/>
              <a:t>which</a:t>
            </a:r>
            <a:r>
              <a:rPr lang="es-CO"/>
              <a:t> </a:t>
            </a:r>
            <a:r>
              <a:rPr lang="es-CO" err="1"/>
              <a:t>conditions</a:t>
            </a:r>
            <a:r>
              <a:rPr lang="es-CO"/>
              <a:t>?</a:t>
            </a:r>
          </a:p>
        </p:txBody>
      </p:sp>
      <p:grpSp>
        <p:nvGrpSpPr>
          <p:cNvPr id="430" name="Group 429">
            <a:extLst>
              <a:ext uri="{FF2B5EF4-FFF2-40B4-BE49-F238E27FC236}">
                <a16:creationId xmlns:a16="http://schemas.microsoft.com/office/drawing/2014/main" id="{5FAF165E-1AA4-CE9F-25AB-A54263D649E0}"/>
              </a:ext>
            </a:extLst>
          </p:cNvPr>
          <p:cNvGrpSpPr>
            <a:grpSpLocks noChangeAspect="1"/>
          </p:cNvGrpSpPr>
          <p:nvPr>
            <p:custDataLst>
              <p:tags r:id="rId5"/>
            </p:custDataLst>
          </p:nvPr>
        </p:nvGrpSpPr>
        <p:grpSpPr>
          <a:xfrm>
            <a:off x="1051145" y="3080294"/>
            <a:ext cx="1875612" cy="222052"/>
            <a:chOff x="3731627" y="4308965"/>
            <a:chExt cx="1875612" cy="222052"/>
          </a:xfrm>
        </p:grpSpPr>
        <p:sp>
          <p:nvSpPr>
            <p:cNvPr id="431" name="Freeform: Shape 430">
              <a:extLst>
                <a:ext uri="{FF2B5EF4-FFF2-40B4-BE49-F238E27FC236}">
                  <a16:creationId xmlns:a16="http://schemas.microsoft.com/office/drawing/2014/main" id="{8C5DEFFD-BC9E-EB27-D18B-A021DDA9F409}"/>
                </a:ext>
              </a:extLst>
            </p:cNvPr>
            <p:cNvSpPr/>
            <p:nvPr>
              <p:custDataLst>
                <p:tags r:id="rId181"/>
              </p:custDataLst>
            </p:nvPr>
          </p:nvSpPr>
          <p:spPr>
            <a:xfrm>
              <a:off x="3731627" y="4308965"/>
              <a:ext cx="52996" cy="222052"/>
            </a:xfrm>
            <a:custGeom>
              <a:avLst/>
              <a:gdLst>
                <a:gd name="connsiteX0" fmla="*/ 53073 w 52996"/>
                <a:gd name="connsiteY0" fmla="*/ 219895 h 222052"/>
                <a:gd name="connsiteX1" fmla="*/ 49190 w 52996"/>
                <a:gd name="connsiteY1" fmla="*/ 215009 h 222052"/>
                <a:gd name="connsiteX2" fmla="*/ 13326 w 52996"/>
                <a:gd name="connsiteY2" fmla="*/ 111089 h 222052"/>
                <a:gd name="connsiteX3" fmla="*/ 50103 w 52996"/>
                <a:gd name="connsiteY3" fmla="*/ 6058 h 222052"/>
                <a:gd name="connsiteX4" fmla="*/ 53073 w 52996"/>
                <a:gd name="connsiteY4" fmla="*/ 2283 h 222052"/>
                <a:gd name="connsiteX5" fmla="*/ 50789 w 52996"/>
                <a:gd name="connsiteY5" fmla="*/ 63 h 222052"/>
                <a:gd name="connsiteX6" fmla="*/ 14468 w 52996"/>
                <a:gd name="connsiteY6" fmla="*/ 43363 h 222052"/>
                <a:gd name="connsiteX7" fmla="*/ 77 w 52996"/>
                <a:gd name="connsiteY7" fmla="*/ 111089 h 222052"/>
                <a:gd name="connsiteX8" fmla="*/ 15153 w 52996"/>
                <a:gd name="connsiteY8" fmla="*/ 180369 h 222052"/>
                <a:gd name="connsiteX9" fmla="*/ 50789 w 52996"/>
                <a:gd name="connsiteY9" fmla="*/ 222115 h 222052"/>
                <a:gd name="connsiteX10" fmla="*/ 53073 w 52996"/>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73" y="219895"/>
                  </a:moveTo>
                  <a:cubicBezTo>
                    <a:pt x="53073" y="219228"/>
                    <a:pt x="53073" y="218784"/>
                    <a:pt x="49190" y="215009"/>
                  </a:cubicBezTo>
                  <a:cubicBezTo>
                    <a:pt x="20636" y="187031"/>
                    <a:pt x="13326" y="145063"/>
                    <a:pt x="13326" y="111089"/>
                  </a:cubicBezTo>
                  <a:cubicBezTo>
                    <a:pt x="13326" y="72452"/>
                    <a:pt x="22006" y="33815"/>
                    <a:pt x="50103" y="6058"/>
                  </a:cubicBezTo>
                  <a:cubicBezTo>
                    <a:pt x="53073" y="3394"/>
                    <a:pt x="53073" y="2949"/>
                    <a:pt x="53073" y="2283"/>
                  </a:cubicBezTo>
                  <a:cubicBezTo>
                    <a:pt x="53073" y="729"/>
                    <a:pt x="52159" y="63"/>
                    <a:pt x="50789" y="63"/>
                  </a:cubicBezTo>
                  <a:cubicBezTo>
                    <a:pt x="48504" y="63"/>
                    <a:pt x="27945" y="15162"/>
                    <a:pt x="14468" y="43363"/>
                  </a:cubicBezTo>
                  <a:cubicBezTo>
                    <a:pt x="2818" y="67789"/>
                    <a:pt x="77" y="92437"/>
                    <a:pt x="77" y="111089"/>
                  </a:cubicBezTo>
                  <a:cubicBezTo>
                    <a:pt x="77" y="128409"/>
                    <a:pt x="2589" y="155277"/>
                    <a:pt x="15153" y="180369"/>
                  </a:cubicBezTo>
                  <a:cubicBezTo>
                    <a:pt x="28859" y="207682"/>
                    <a:pt x="48504" y="222115"/>
                    <a:pt x="50789" y="222115"/>
                  </a:cubicBezTo>
                  <a:cubicBezTo>
                    <a:pt x="52159" y="222115"/>
                    <a:pt x="53073" y="221449"/>
                    <a:pt x="53073" y="219895"/>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2" name="Freeform: Shape 431">
              <a:extLst>
                <a:ext uri="{FF2B5EF4-FFF2-40B4-BE49-F238E27FC236}">
                  <a16:creationId xmlns:a16="http://schemas.microsoft.com/office/drawing/2014/main" id="{8EEC13D3-B144-8773-755B-B88C3CA250E3}"/>
                </a:ext>
              </a:extLst>
            </p:cNvPr>
            <p:cNvSpPr/>
            <p:nvPr>
              <p:custDataLst>
                <p:tags r:id="rId182"/>
              </p:custDataLst>
            </p:nvPr>
          </p:nvSpPr>
          <p:spPr>
            <a:xfrm>
              <a:off x="3804472" y="4377357"/>
              <a:ext cx="113759" cy="100589"/>
            </a:xfrm>
            <a:custGeom>
              <a:avLst/>
              <a:gdLst>
                <a:gd name="connsiteX0" fmla="*/ 69752 w 113759"/>
                <a:gd name="connsiteY0" fmla="*/ 31150 h 100589"/>
                <a:gd name="connsiteX1" fmla="*/ 92367 w 113759"/>
                <a:gd name="connsiteY1" fmla="*/ 4948 h 100589"/>
                <a:gd name="connsiteX2" fmla="*/ 103789 w 113759"/>
                <a:gd name="connsiteY2" fmla="*/ 7835 h 100589"/>
                <a:gd name="connsiteX3" fmla="*/ 92824 w 113759"/>
                <a:gd name="connsiteY3" fmla="*/ 19825 h 100589"/>
                <a:gd name="connsiteX4" fmla="*/ 101504 w 113759"/>
                <a:gd name="connsiteY4" fmla="*/ 27597 h 100589"/>
                <a:gd name="connsiteX5" fmla="*/ 113840 w 113759"/>
                <a:gd name="connsiteY5" fmla="*/ 14718 h 100589"/>
                <a:gd name="connsiteX6" fmla="*/ 92596 w 113759"/>
                <a:gd name="connsiteY6" fmla="*/ 63 h 100589"/>
                <a:gd name="connsiteX7" fmla="*/ 68610 w 113759"/>
                <a:gd name="connsiteY7" fmla="*/ 16939 h 100589"/>
                <a:gd name="connsiteX8" fmla="*/ 43939 w 113759"/>
                <a:gd name="connsiteY8" fmla="*/ 63 h 100589"/>
                <a:gd name="connsiteX9" fmla="*/ 7162 w 113759"/>
                <a:gd name="connsiteY9" fmla="*/ 34259 h 100589"/>
                <a:gd name="connsiteX10" fmla="*/ 9903 w 113759"/>
                <a:gd name="connsiteY10" fmla="*/ 36479 h 100589"/>
                <a:gd name="connsiteX11" fmla="*/ 12873 w 113759"/>
                <a:gd name="connsiteY11" fmla="*/ 34037 h 100589"/>
                <a:gd name="connsiteX12" fmla="*/ 43483 w 113759"/>
                <a:gd name="connsiteY12" fmla="*/ 4948 h 100589"/>
                <a:gd name="connsiteX13" fmla="*/ 55818 w 113759"/>
                <a:gd name="connsiteY13" fmla="*/ 19825 h 100589"/>
                <a:gd name="connsiteX14" fmla="*/ 43483 w 113759"/>
                <a:gd name="connsiteY14" fmla="*/ 72674 h 100589"/>
                <a:gd name="connsiteX15" fmla="*/ 21782 w 113759"/>
                <a:gd name="connsiteY15" fmla="*/ 95767 h 100589"/>
                <a:gd name="connsiteX16" fmla="*/ 10360 w 113759"/>
                <a:gd name="connsiteY16" fmla="*/ 92881 h 100589"/>
                <a:gd name="connsiteX17" fmla="*/ 21096 w 113759"/>
                <a:gd name="connsiteY17" fmla="*/ 80890 h 100589"/>
                <a:gd name="connsiteX18" fmla="*/ 12644 w 113759"/>
                <a:gd name="connsiteY18" fmla="*/ 73118 h 100589"/>
                <a:gd name="connsiteX19" fmla="*/ 81 w 113759"/>
                <a:gd name="connsiteY19" fmla="*/ 85997 h 100589"/>
                <a:gd name="connsiteX20" fmla="*/ 21553 w 113759"/>
                <a:gd name="connsiteY20" fmla="*/ 100652 h 100589"/>
                <a:gd name="connsiteX21" fmla="*/ 45539 w 113759"/>
                <a:gd name="connsiteY21" fmla="*/ 83776 h 100589"/>
                <a:gd name="connsiteX22" fmla="*/ 70209 w 113759"/>
                <a:gd name="connsiteY22" fmla="*/ 100652 h 100589"/>
                <a:gd name="connsiteX23" fmla="*/ 106758 w 113759"/>
                <a:gd name="connsiteY23" fmla="*/ 66456 h 100589"/>
                <a:gd name="connsiteX24" fmla="*/ 104017 w 113759"/>
                <a:gd name="connsiteY24" fmla="*/ 64236 h 100589"/>
                <a:gd name="connsiteX25" fmla="*/ 101047 w 113759"/>
                <a:gd name="connsiteY25" fmla="*/ 66678 h 100589"/>
                <a:gd name="connsiteX26" fmla="*/ 70666 w 113759"/>
                <a:gd name="connsiteY26" fmla="*/ 95767 h 100589"/>
                <a:gd name="connsiteX27" fmla="*/ 58102 w 113759"/>
                <a:gd name="connsiteY27" fmla="*/ 81112 h 100589"/>
                <a:gd name="connsiteX28" fmla="*/ 61986 w 113759"/>
                <a:gd name="connsiteY28" fmla="*/ 61571 h 100589"/>
                <a:gd name="connsiteX29" fmla="*/ 69752 w 113759"/>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759" h="100589">
                  <a:moveTo>
                    <a:pt x="69752" y="31150"/>
                  </a:moveTo>
                  <a:cubicBezTo>
                    <a:pt x="71123" y="25377"/>
                    <a:pt x="76377" y="4948"/>
                    <a:pt x="92367" y="4948"/>
                  </a:cubicBezTo>
                  <a:cubicBezTo>
                    <a:pt x="93509" y="4948"/>
                    <a:pt x="98992" y="4948"/>
                    <a:pt x="103789" y="7835"/>
                  </a:cubicBezTo>
                  <a:cubicBezTo>
                    <a:pt x="97393" y="8945"/>
                    <a:pt x="92824" y="14496"/>
                    <a:pt x="92824" y="19825"/>
                  </a:cubicBezTo>
                  <a:cubicBezTo>
                    <a:pt x="92824" y="23378"/>
                    <a:pt x="95337" y="27597"/>
                    <a:pt x="101504" y="27597"/>
                  </a:cubicBezTo>
                  <a:cubicBezTo>
                    <a:pt x="106530" y="27597"/>
                    <a:pt x="113840" y="23600"/>
                    <a:pt x="113840" y="14718"/>
                  </a:cubicBezTo>
                  <a:cubicBezTo>
                    <a:pt x="113840" y="3172"/>
                    <a:pt x="100362" y="63"/>
                    <a:pt x="92596" y="63"/>
                  </a:cubicBezTo>
                  <a:cubicBezTo>
                    <a:pt x="79346" y="63"/>
                    <a:pt x="71351" y="11832"/>
                    <a:pt x="68610" y="16939"/>
                  </a:cubicBezTo>
                  <a:cubicBezTo>
                    <a:pt x="62899" y="2283"/>
                    <a:pt x="50564" y="63"/>
                    <a:pt x="43939" y="63"/>
                  </a:cubicBezTo>
                  <a:cubicBezTo>
                    <a:pt x="20183" y="63"/>
                    <a:pt x="7162" y="28708"/>
                    <a:pt x="7162" y="34259"/>
                  </a:cubicBezTo>
                  <a:cubicBezTo>
                    <a:pt x="7162" y="36479"/>
                    <a:pt x="9446" y="36479"/>
                    <a:pt x="9903" y="36479"/>
                  </a:cubicBezTo>
                  <a:cubicBezTo>
                    <a:pt x="11731" y="36479"/>
                    <a:pt x="12416" y="36035"/>
                    <a:pt x="12873" y="34037"/>
                  </a:cubicBezTo>
                  <a:cubicBezTo>
                    <a:pt x="20639" y="10499"/>
                    <a:pt x="35716" y="4948"/>
                    <a:pt x="43483" y="4948"/>
                  </a:cubicBezTo>
                  <a:cubicBezTo>
                    <a:pt x="47823" y="4948"/>
                    <a:pt x="55818" y="6946"/>
                    <a:pt x="55818" y="19825"/>
                  </a:cubicBezTo>
                  <a:cubicBezTo>
                    <a:pt x="55818" y="26709"/>
                    <a:pt x="51935" y="41587"/>
                    <a:pt x="43483" y="72674"/>
                  </a:cubicBezTo>
                  <a:cubicBezTo>
                    <a:pt x="39828" y="86441"/>
                    <a:pt x="31833" y="95767"/>
                    <a:pt x="21782" y="95767"/>
                  </a:cubicBezTo>
                  <a:cubicBezTo>
                    <a:pt x="20411" y="95767"/>
                    <a:pt x="15157" y="95767"/>
                    <a:pt x="10360" y="92881"/>
                  </a:cubicBezTo>
                  <a:cubicBezTo>
                    <a:pt x="16071" y="91770"/>
                    <a:pt x="21096" y="87107"/>
                    <a:pt x="21096" y="80890"/>
                  </a:cubicBezTo>
                  <a:cubicBezTo>
                    <a:pt x="21096" y="74894"/>
                    <a:pt x="16071" y="73118"/>
                    <a:pt x="12644" y="73118"/>
                  </a:cubicBezTo>
                  <a:cubicBezTo>
                    <a:pt x="5791" y="73118"/>
                    <a:pt x="81" y="78891"/>
                    <a:pt x="81" y="85997"/>
                  </a:cubicBezTo>
                  <a:cubicBezTo>
                    <a:pt x="81" y="96211"/>
                    <a:pt x="11502" y="100652"/>
                    <a:pt x="21553" y="100652"/>
                  </a:cubicBezTo>
                  <a:cubicBezTo>
                    <a:pt x="36630" y="100652"/>
                    <a:pt x="44853" y="85109"/>
                    <a:pt x="45539" y="83776"/>
                  </a:cubicBezTo>
                  <a:cubicBezTo>
                    <a:pt x="48280" y="91992"/>
                    <a:pt x="56503" y="100652"/>
                    <a:pt x="70209" y="100652"/>
                  </a:cubicBezTo>
                  <a:cubicBezTo>
                    <a:pt x="93738" y="100652"/>
                    <a:pt x="106758" y="72008"/>
                    <a:pt x="106758" y="66456"/>
                  </a:cubicBezTo>
                  <a:cubicBezTo>
                    <a:pt x="106758" y="64236"/>
                    <a:pt x="104702" y="64236"/>
                    <a:pt x="104017" y="64236"/>
                  </a:cubicBezTo>
                  <a:cubicBezTo>
                    <a:pt x="101961" y="64236"/>
                    <a:pt x="101504" y="65124"/>
                    <a:pt x="101047" y="66678"/>
                  </a:cubicBezTo>
                  <a:cubicBezTo>
                    <a:pt x="93509" y="90438"/>
                    <a:pt x="77976" y="95767"/>
                    <a:pt x="70666" y="95767"/>
                  </a:cubicBezTo>
                  <a:cubicBezTo>
                    <a:pt x="61757" y="95767"/>
                    <a:pt x="58102" y="88662"/>
                    <a:pt x="58102" y="81112"/>
                  </a:cubicBezTo>
                  <a:cubicBezTo>
                    <a:pt x="58102" y="76227"/>
                    <a:pt x="59473" y="71342"/>
                    <a:pt x="61986" y="61571"/>
                  </a:cubicBezTo>
                  <a:lnTo>
                    <a:pt x="69752" y="31150"/>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3" name="Freeform: Shape 432">
              <a:extLst>
                <a:ext uri="{FF2B5EF4-FFF2-40B4-BE49-F238E27FC236}">
                  <a16:creationId xmlns:a16="http://schemas.microsoft.com/office/drawing/2014/main" id="{12613660-BED1-EDD4-FB7E-61A4129963FB}"/>
                </a:ext>
              </a:extLst>
            </p:cNvPr>
            <p:cNvSpPr/>
            <p:nvPr>
              <p:custDataLst>
                <p:tags r:id="rId183"/>
              </p:custDataLst>
            </p:nvPr>
          </p:nvSpPr>
          <p:spPr>
            <a:xfrm>
              <a:off x="3935918" y="4405757"/>
              <a:ext cx="48450" cy="104608"/>
            </a:xfrm>
            <a:custGeom>
              <a:avLst/>
              <a:gdLst>
                <a:gd name="connsiteX0" fmla="*/ 44379 w 48450"/>
                <a:gd name="connsiteY0" fmla="*/ 5971 h 104608"/>
                <a:gd name="connsiteX1" fmla="*/ 37983 w 48450"/>
                <a:gd name="connsiteY1" fmla="*/ 64 h 104608"/>
                <a:gd name="connsiteX2" fmla="*/ 29029 w 48450"/>
                <a:gd name="connsiteY2" fmla="*/ 8613 h 104608"/>
                <a:gd name="connsiteX3" fmla="*/ 35425 w 48450"/>
                <a:gd name="connsiteY3" fmla="*/ 14520 h 104608"/>
                <a:gd name="connsiteX4" fmla="*/ 44379 w 48450"/>
                <a:gd name="connsiteY4" fmla="*/ 5971 h 104608"/>
                <a:gd name="connsiteX5" fmla="*/ 11759 w 48450"/>
                <a:gd name="connsiteY5" fmla="*/ 84933 h 104608"/>
                <a:gd name="connsiteX6" fmla="*/ 10320 w 48450"/>
                <a:gd name="connsiteY6" fmla="*/ 91461 h 104608"/>
                <a:gd name="connsiteX7" fmla="*/ 25511 w 48450"/>
                <a:gd name="connsiteY7" fmla="*/ 104673 h 104608"/>
                <a:gd name="connsiteX8" fmla="*/ 48537 w 48450"/>
                <a:gd name="connsiteY8" fmla="*/ 80891 h 104608"/>
                <a:gd name="connsiteX9" fmla="*/ 45978 w 48450"/>
                <a:gd name="connsiteY9" fmla="*/ 78871 h 104608"/>
                <a:gd name="connsiteX10" fmla="*/ 42940 w 48450"/>
                <a:gd name="connsiteY10" fmla="*/ 81513 h 104608"/>
                <a:gd name="connsiteX11" fmla="*/ 25990 w 48450"/>
                <a:gd name="connsiteY11" fmla="*/ 100321 h 104608"/>
                <a:gd name="connsiteX12" fmla="*/ 21993 w 48450"/>
                <a:gd name="connsiteY12" fmla="*/ 94881 h 104608"/>
                <a:gd name="connsiteX13" fmla="*/ 24551 w 48450"/>
                <a:gd name="connsiteY13" fmla="*/ 84933 h 104608"/>
                <a:gd name="connsiteX14" fmla="*/ 29668 w 48450"/>
                <a:gd name="connsiteY14" fmla="*/ 72498 h 104608"/>
                <a:gd name="connsiteX15" fmla="*/ 37503 w 48450"/>
                <a:gd name="connsiteY15" fmla="*/ 52757 h 104608"/>
                <a:gd name="connsiteX16" fmla="*/ 38463 w 48450"/>
                <a:gd name="connsiteY16" fmla="*/ 47783 h 104608"/>
                <a:gd name="connsiteX17" fmla="*/ 23272 w 48450"/>
                <a:gd name="connsiteY17" fmla="*/ 34571 h 104608"/>
                <a:gd name="connsiteX18" fmla="*/ 86 w 48450"/>
                <a:gd name="connsiteY18" fmla="*/ 58353 h 104608"/>
                <a:gd name="connsiteX19" fmla="*/ 2805 w 48450"/>
                <a:gd name="connsiteY19" fmla="*/ 60374 h 104608"/>
                <a:gd name="connsiteX20" fmla="*/ 5683 w 48450"/>
                <a:gd name="connsiteY20" fmla="*/ 57887 h 104608"/>
                <a:gd name="connsiteX21" fmla="*/ 22792 w 48450"/>
                <a:gd name="connsiteY21" fmla="*/ 38923 h 104608"/>
                <a:gd name="connsiteX22" fmla="*/ 26790 w 48450"/>
                <a:gd name="connsiteY22" fmla="*/ 44364 h 104608"/>
                <a:gd name="connsiteX23" fmla="*/ 21833 w 48450"/>
                <a:gd name="connsiteY23" fmla="*/ 59907 h 104608"/>
                <a:gd name="connsiteX24" fmla="*/ 11759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79" y="5971"/>
                  </a:moveTo>
                  <a:cubicBezTo>
                    <a:pt x="44379" y="3484"/>
                    <a:pt x="42460" y="64"/>
                    <a:pt x="37983" y="64"/>
                  </a:cubicBezTo>
                  <a:cubicBezTo>
                    <a:pt x="33666" y="64"/>
                    <a:pt x="29029" y="4106"/>
                    <a:pt x="29029" y="8613"/>
                  </a:cubicBezTo>
                  <a:cubicBezTo>
                    <a:pt x="29029" y="11256"/>
                    <a:pt x="31107" y="14520"/>
                    <a:pt x="35425" y="14520"/>
                  </a:cubicBezTo>
                  <a:cubicBezTo>
                    <a:pt x="40062" y="14520"/>
                    <a:pt x="44379" y="10168"/>
                    <a:pt x="44379" y="5971"/>
                  </a:cubicBezTo>
                  <a:close/>
                  <a:moveTo>
                    <a:pt x="11759" y="84933"/>
                  </a:moveTo>
                  <a:cubicBezTo>
                    <a:pt x="11120" y="86953"/>
                    <a:pt x="10320" y="88819"/>
                    <a:pt x="10320" y="91461"/>
                  </a:cubicBezTo>
                  <a:cubicBezTo>
                    <a:pt x="10320" y="98767"/>
                    <a:pt x="16716" y="104673"/>
                    <a:pt x="25511" y="104673"/>
                  </a:cubicBezTo>
                  <a:cubicBezTo>
                    <a:pt x="41501" y="104673"/>
                    <a:pt x="48537" y="83223"/>
                    <a:pt x="48537" y="80891"/>
                  </a:cubicBezTo>
                  <a:cubicBezTo>
                    <a:pt x="48537" y="78871"/>
                    <a:pt x="46458" y="78871"/>
                    <a:pt x="45978" y="78871"/>
                  </a:cubicBezTo>
                  <a:cubicBezTo>
                    <a:pt x="43740" y="78871"/>
                    <a:pt x="43580" y="79803"/>
                    <a:pt x="42940" y="81513"/>
                  </a:cubicBezTo>
                  <a:cubicBezTo>
                    <a:pt x="39262" y="93948"/>
                    <a:pt x="32227" y="100321"/>
                    <a:pt x="25990" y="100321"/>
                  </a:cubicBezTo>
                  <a:cubicBezTo>
                    <a:pt x="22792" y="100321"/>
                    <a:pt x="21993" y="98300"/>
                    <a:pt x="21993" y="94881"/>
                  </a:cubicBezTo>
                  <a:cubicBezTo>
                    <a:pt x="21993" y="91306"/>
                    <a:pt x="23112" y="88352"/>
                    <a:pt x="24551" y="84933"/>
                  </a:cubicBezTo>
                  <a:cubicBezTo>
                    <a:pt x="26150" y="80736"/>
                    <a:pt x="27909" y="76539"/>
                    <a:pt x="29668" y="72498"/>
                  </a:cubicBezTo>
                  <a:cubicBezTo>
                    <a:pt x="31107" y="68767"/>
                    <a:pt x="36864" y="54622"/>
                    <a:pt x="37503" y="52757"/>
                  </a:cubicBezTo>
                  <a:cubicBezTo>
                    <a:pt x="37983" y="51203"/>
                    <a:pt x="38463" y="49338"/>
                    <a:pt x="38463" y="47783"/>
                  </a:cubicBezTo>
                  <a:cubicBezTo>
                    <a:pt x="38463" y="40478"/>
                    <a:pt x="32067" y="34571"/>
                    <a:pt x="23272" y="34571"/>
                  </a:cubicBezTo>
                  <a:cubicBezTo>
                    <a:pt x="7442" y="34571"/>
                    <a:pt x="86" y="55711"/>
                    <a:pt x="86" y="58353"/>
                  </a:cubicBezTo>
                  <a:cubicBezTo>
                    <a:pt x="86" y="60374"/>
                    <a:pt x="2325" y="60374"/>
                    <a:pt x="2805" y="60374"/>
                  </a:cubicBezTo>
                  <a:cubicBezTo>
                    <a:pt x="5043" y="60374"/>
                    <a:pt x="5203" y="59596"/>
                    <a:pt x="5683" y="57887"/>
                  </a:cubicBezTo>
                  <a:cubicBezTo>
                    <a:pt x="9840" y="44519"/>
                    <a:pt x="16876" y="38923"/>
                    <a:pt x="22792" y="38923"/>
                  </a:cubicBezTo>
                  <a:cubicBezTo>
                    <a:pt x="25351" y="38923"/>
                    <a:pt x="26790" y="40167"/>
                    <a:pt x="26790" y="44364"/>
                  </a:cubicBezTo>
                  <a:cubicBezTo>
                    <a:pt x="26790" y="47939"/>
                    <a:pt x="25831" y="50270"/>
                    <a:pt x="21833" y="59907"/>
                  </a:cubicBezTo>
                  <a:lnTo>
                    <a:pt x="11759"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4" name="Freeform: Shape 433">
              <a:extLst>
                <a:ext uri="{FF2B5EF4-FFF2-40B4-BE49-F238E27FC236}">
                  <a16:creationId xmlns:a16="http://schemas.microsoft.com/office/drawing/2014/main" id="{1D115737-9347-8F29-1981-37FFB9D014D2}"/>
                </a:ext>
              </a:extLst>
            </p:cNvPr>
            <p:cNvSpPr/>
            <p:nvPr>
              <p:custDataLst>
                <p:tags r:id="rId184"/>
              </p:custDataLst>
            </p:nvPr>
          </p:nvSpPr>
          <p:spPr>
            <a:xfrm>
              <a:off x="4024099" y="4451966"/>
              <a:ext cx="26726" cy="66393"/>
            </a:xfrm>
            <a:custGeom>
              <a:avLst/>
              <a:gdLst>
                <a:gd name="connsiteX0" fmla="*/ 26816 w 26726"/>
                <a:gd name="connsiteY0" fmla="*/ 23378 h 66393"/>
                <a:gd name="connsiteX1" fmla="*/ 12196 w 26726"/>
                <a:gd name="connsiteY1" fmla="*/ 63 h 66393"/>
                <a:gd name="connsiteX2" fmla="*/ 90 w 26726"/>
                <a:gd name="connsiteY2" fmla="*/ 11832 h 66393"/>
                <a:gd name="connsiteX3" fmla="*/ 12196 w 26726"/>
                <a:gd name="connsiteY3" fmla="*/ 23600 h 66393"/>
                <a:gd name="connsiteX4" fmla="*/ 20192 w 26726"/>
                <a:gd name="connsiteY4" fmla="*/ 20714 h 66393"/>
                <a:gd name="connsiteX5" fmla="*/ 21334 w 26726"/>
                <a:gd name="connsiteY5" fmla="*/ 20047 h 66393"/>
                <a:gd name="connsiteX6" fmla="*/ 21791 w 26726"/>
                <a:gd name="connsiteY6" fmla="*/ 23378 h 66393"/>
                <a:gd name="connsiteX7" fmla="*/ 6257 w 26726"/>
                <a:gd name="connsiteY7" fmla="*/ 60461 h 66393"/>
                <a:gd name="connsiteX8" fmla="*/ 3745 w 26726"/>
                <a:gd name="connsiteY8" fmla="*/ 64014 h 66393"/>
                <a:gd name="connsiteX9" fmla="*/ 6029 w 26726"/>
                <a:gd name="connsiteY9" fmla="*/ 66456 h 66393"/>
                <a:gd name="connsiteX10" fmla="*/ 26816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16" y="23378"/>
                  </a:moveTo>
                  <a:cubicBezTo>
                    <a:pt x="26816" y="8723"/>
                    <a:pt x="21105" y="63"/>
                    <a:pt x="12196" y="63"/>
                  </a:cubicBezTo>
                  <a:cubicBezTo>
                    <a:pt x="4658" y="63"/>
                    <a:pt x="90" y="5614"/>
                    <a:pt x="90" y="11832"/>
                  </a:cubicBezTo>
                  <a:cubicBezTo>
                    <a:pt x="90" y="17827"/>
                    <a:pt x="4658" y="23600"/>
                    <a:pt x="12196" y="23600"/>
                  </a:cubicBezTo>
                  <a:cubicBezTo>
                    <a:pt x="14938" y="23600"/>
                    <a:pt x="17907" y="22712"/>
                    <a:pt x="20192" y="20714"/>
                  </a:cubicBezTo>
                  <a:cubicBezTo>
                    <a:pt x="20877" y="20270"/>
                    <a:pt x="21105" y="20047"/>
                    <a:pt x="21334" y="20047"/>
                  </a:cubicBezTo>
                  <a:cubicBezTo>
                    <a:pt x="21562" y="20047"/>
                    <a:pt x="21791" y="20270"/>
                    <a:pt x="21791" y="23378"/>
                  </a:cubicBezTo>
                  <a:cubicBezTo>
                    <a:pt x="21791" y="39810"/>
                    <a:pt x="13796" y="53133"/>
                    <a:pt x="6257" y="60461"/>
                  </a:cubicBezTo>
                  <a:cubicBezTo>
                    <a:pt x="3745" y="62904"/>
                    <a:pt x="3745" y="63348"/>
                    <a:pt x="3745" y="64014"/>
                  </a:cubicBezTo>
                  <a:cubicBezTo>
                    <a:pt x="3745" y="65568"/>
                    <a:pt x="4887" y="66456"/>
                    <a:pt x="6029" y="66456"/>
                  </a:cubicBezTo>
                  <a:cubicBezTo>
                    <a:pt x="8542" y="66456"/>
                    <a:pt x="26816" y="49358"/>
                    <a:pt x="26816"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5" name="Freeform: Shape 434">
              <a:extLst>
                <a:ext uri="{FF2B5EF4-FFF2-40B4-BE49-F238E27FC236}">
                  <a16:creationId xmlns:a16="http://schemas.microsoft.com/office/drawing/2014/main" id="{82ECCE5F-75F2-6C35-EA9C-EFD2C23AD658}"/>
                </a:ext>
              </a:extLst>
            </p:cNvPr>
            <p:cNvSpPr/>
            <p:nvPr>
              <p:custDataLst>
                <p:tags r:id="rId185"/>
              </p:custDataLst>
            </p:nvPr>
          </p:nvSpPr>
          <p:spPr>
            <a:xfrm>
              <a:off x="4112603" y="4377357"/>
              <a:ext cx="105307" cy="143667"/>
            </a:xfrm>
            <a:custGeom>
              <a:avLst/>
              <a:gdLst>
                <a:gd name="connsiteX0" fmla="*/ 104487 w 105307"/>
                <a:gd name="connsiteY0" fmla="*/ 13608 h 143667"/>
                <a:gd name="connsiteX1" fmla="*/ 105401 w 105307"/>
                <a:gd name="connsiteY1" fmla="*/ 8501 h 143667"/>
                <a:gd name="connsiteX2" fmla="*/ 98777 w 105307"/>
                <a:gd name="connsiteY2" fmla="*/ 2505 h 143667"/>
                <a:gd name="connsiteX3" fmla="*/ 90782 w 105307"/>
                <a:gd name="connsiteY3" fmla="*/ 7168 h 143667"/>
                <a:gd name="connsiteX4" fmla="*/ 87583 w 105307"/>
                <a:gd name="connsiteY4" fmla="*/ 19159 h 143667"/>
                <a:gd name="connsiteX5" fmla="*/ 83015 w 105307"/>
                <a:gd name="connsiteY5" fmla="*/ 36923 h 143667"/>
                <a:gd name="connsiteX6" fmla="*/ 72735 w 105307"/>
                <a:gd name="connsiteY6" fmla="*/ 76893 h 143667"/>
                <a:gd name="connsiteX7" fmla="*/ 46923 w 105307"/>
                <a:gd name="connsiteY7" fmla="*/ 95767 h 143667"/>
                <a:gd name="connsiteX8" fmla="*/ 32760 w 105307"/>
                <a:gd name="connsiteY8" fmla="*/ 77781 h 143667"/>
                <a:gd name="connsiteX9" fmla="*/ 44410 w 105307"/>
                <a:gd name="connsiteY9" fmla="*/ 34259 h 143667"/>
                <a:gd name="connsiteX10" fmla="*/ 48978 w 105307"/>
                <a:gd name="connsiteY10" fmla="*/ 18271 h 143667"/>
                <a:gd name="connsiteX11" fmla="*/ 30247 w 105307"/>
                <a:gd name="connsiteY11" fmla="*/ 63 h 143667"/>
                <a:gd name="connsiteX12" fmla="*/ 94 w 105307"/>
                <a:gd name="connsiteY12" fmla="*/ 34259 h 143667"/>
                <a:gd name="connsiteX13" fmla="*/ 2835 w 105307"/>
                <a:gd name="connsiteY13" fmla="*/ 36479 h 143667"/>
                <a:gd name="connsiteX14" fmla="*/ 6490 w 105307"/>
                <a:gd name="connsiteY14" fmla="*/ 32482 h 143667"/>
                <a:gd name="connsiteX15" fmla="*/ 29562 w 105307"/>
                <a:gd name="connsiteY15" fmla="*/ 4948 h 143667"/>
                <a:gd name="connsiteX16" fmla="*/ 35273 w 105307"/>
                <a:gd name="connsiteY16" fmla="*/ 12054 h 143667"/>
                <a:gd name="connsiteX17" fmla="*/ 31389 w 105307"/>
                <a:gd name="connsiteY17" fmla="*/ 27597 h 143667"/>
                <a:gd name="connsiteX18" fmla="*/ 18140 w 105307"/>
                <a:gd name="connsiteY18" fmla="*/ 74228 h 143667"/>
                <a:gd name="connsiteX19" fmla="*/ 46009 w 105307"/>
                <a:gd name="connsiteY19" fmla="*/ 100652 h 143667"/>
                <a:gd name="connsiteX20" fmla="*/ 69080 w 105307"/>
                <a:gd name="connsiteY20" fmla="*/ 90660 h 143667"/>
                <a:gd name="connsiteX21" fmla="*/ 54232 w 105307"/>
                <a:gd name="connsiteY21" fmla="*/ 124856 h 143667"/>
                <a:gd name="connsiteX22" fmla="*/ 29105 w 105307"/>
                <a:gd name="connsiteY22" fmla="*/ 138845 h 143667"/>
                <a:gd name="connsiteX23" fmla="*/ 11744 w 105307"/>
                <a:gd name="connsiteY23" fmla="*/ 129519 h 143667"/>
                <a:gd name="connsiteX24" fmla="*/ 21567 w 105307"/>
                <a:gd name="connsiteY24" fmla="*/ 126855 h 143667"/>
                <a:gd name="connsiteX25" fmla="*/ 26135 w 105307"/>
                <a:gd name="connsiteY25" fmla="*/ 117750 h 143667"/>
                <a:gd name="connsiteX26" fmla="*/ 17683 w 105307"/>
                <a:gd name="connsiteY26" fmla="*/ 109979 h 143667"/>
                <a:gd name="connsiteX27" fmla="*/ 4891 w 105307"/>
                <a:gd name="connsiteY27" fmla="*/ 124412 h 143667"/>
                <a:gd name="connsiteX28" fmla="*/ 29105 w 105307"/>
                <a:gd name="connsiteY28" fmla="*/ 143731 h 143667"/>
                <a:gd name="connsiteX29" fmla="*/ 82558 w 105307"/>
                <a:gd name="connsiteY29" fmla="*/ 98432 h 143667"/>
                <a:gd name="connsiteX30" fmla="*/ 104487 w 105307"/>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07" h="143667">
                  <a:moveTo>
                    <a:pt x="104487" y="13608"/>
                  </a:moveTo>
                  <a:cubicBezTo>
                    <a:pt x="105401" y="10499"/>
                    <a:pt x="105401" y="10055"/>
                    <a:pt x="105401" y="8501"/>
                  </a:cubicBezTo>
                  <a:cubicBezTo>
                    <a:pt x="105401" y="4504"/>
                    <a:pt x="102203" y="2505"/>
                    <a:pt x="98777" y="2505"/>
                  </a:cubicBezTo>
                  <a:cubicBezTo>
                    <a:pt x="96492" y="2505"/>
                    <a:pt x="92837" y="3838"/>
                    <a:pt x="90782" y="7168"/>
                  </a:cubicBezTo>
                  <a:cubicBezTo>
                    <a:pt x="90325" y="8279"/>
                    <a:pt x="88497" y="15162"/>
                    <a:pt x="87583" y="19159"/>
                  </a:cubicBezTo>
                  <a:cubicBezTo>
                    <a:pt x="85984" y="24933"/>
                    <a:pt x="84385" y="30928"/>
                    <a:pt x="83015" y="36923"/>
                  </a:cubicBezTo>
                  <a:lnTo>
                    <a:pt x="72735" y="76893"/>
                  </a:lnTo>
                  <a:cubicBezTo>
                    <a:pt x="71822" y="80224"/>
                    <a:pt x="61999" y="95767"/>
                    <a:pt x="46923" y="95767"/>
                  </a:cubicBezTo>
                  <a:cubicBezTo>
                    <a:pt x="35273" y="95767"/>
                    <a:pt x="32760" y="85997"/>
                    <a:pt x="32760" y="77781"/>
                  </a:cubicBezTo>
                  <a:cubicBezTo>
                    <a:pt x="32760" y="67567"/>
                    <a:pt x="36643" y="53799"/>
                    <a:pt x="44410" y="34259"/>
                  </a:cubicBezTo>
                  <a:cubicBezTo>
                    <a:pt x="48065" y="25155"/>
                    <a:pt x="48978" y="22712"/>
                    <a:pt x="48978" y="18271"/>
                  </a:cubicBezTo>
                  <a:cubicBezTo>
                    <a:pt x="48978" y="8279"/>
                    <a:pt x="41669" y="63"/>
                    <a:pt x="30247" y="63"/>
                  </a:cubicBezTo>
                  <a:cubicBezTo>
                    <a:pt x="8546" y="63"/>
                    <a:pt x="94" y="32260"/>
                    <a:pt x="94" y="34259"/>
                  </a:cubicBezTo>
                  <a:cubicBezTo>
                    <a:pt x="94" y="36479"/>
                    <a:pt x="2378" y="36479"/>
                    <a:pt x="2835" y="36479"/>
                  </a:cubicBezTo>
                  <a:cubicBezTo>
                    <a:pt x="5120" y="36479"/>
                    <a:pt x="5348" y="36035"/>
                    <a:pt x="6490" y="32482"/>
                  </a:cubicBezTo>
                  <a:cubicBezTo>
                    <a:pt x="12658" y="11609"/>
                    <a:pt x="21795" y="4948"/>
                    <a:pt x="29562" y="4948"/>
                  </a:cubicBezTo>
                  <a:cubicBezTo>
                    <a:pt x="31389" y="4948"/>
                    <a:pt x="35273" y="4948"/>
                    <a:pt x="35273" y="12054"/>
                  </a:cubicBezTo>
                  <a:cubicBezTo>
                    <a:pt x="35273" y="17605"/>
                    <a:pt x="32988" y="23378"/>
                    <a:pt x="31389" y="27597"/>
                  </a:cubicBezTo>
                  <a:cubicBezTo>
                    <a:pt x="22252" y="51135"/>
                    <a:pt x="18140" y="63792"/>
                    <a:pt x="18140" y="74228"/>
                  </a:cubicBezTo>
                  <a:cubicBezTo>
                    <a:pt x="18140" y="93991"/>
                    <a:pt x="32531" y="100652"/>
                    <a:pt x="46009" y="100652"/>
                  </a:cubicBezTo>
                  <a:cubicBezTo>
                    <a:pt x="54918" y="100652"/>
                    <a:pt x="62684" y="96878"/>
                    <a:pt x="69080" y="90660"/>
                  </a:cubicBezTo>
                  <a:cubicBezTo>
                    <a:pt x="66111" y="102207"/>
                    <a:pt x="63370" y="113087"/>
                    <a:pt x="54232" y="124856"/>
                  </a:cubicBezTo>
                  <a:cubicBezTo>
                    <a:pt x="48293" y="132406"/>
                    <a:pt x="39613" y="138845"/>
                    <a:pt x="29105" y="138845"/>
                  </a:cubicBezTo>
                  <a:cubicBezTo>
                    <a:pt x="25907" y="138845"/>
                    <a:pt x="15627" y="138179"/>
                    <a:pt x="11744" y="129519"/>
                  </a:cubicBezTo>
                  <a:cubicBezTo>
                    <a:pt x="15399" y="129519"/>
                    <a:pt x="18369" y="129519"/>
                    <a:pt x="21567" y="126855"/>
                  </a:cubicBezTo>
                  <a:cubicBezTo>
                    <a:pt x="23851" y="124856"/>
                    <a:pt x="26135" y="121969"/>
                    <a:pt x="26135" y="117750"/>
                  </a:cubicBezTo>
                  <a:cubicBezTo>
                    <a:pt x="26135" y="110867"/>
                    <a:pt x="19968" y="109979"/>
                    <a:pt x="17683" y="109979"/>
                  </a:cubicBezTo>
                  <a:cubicBezTo>
                    <a:pt x="12429" y="109979"/>
                    <a:pt x="4891" y="113531"/>
                    <a:pt x="4891" y="124412"/>
                  </a:cubicBezTo>
                  <a:cubicBezTo>
                    <a:pt x="4891" y="135515"/>
                    <a:pt x="14942" y="143731"/>
                    <a:pt x="29105" y="143731"/>
                  </a:cubicBezTo>
                  <a:cubicBezTo>
                    <a:pt x="52633" y="143731"/>
                    <a:pt x="76162" y="123524"/>
                    <a:pt x="82558" y="98432"/>
                  </a:cubicBezTo>
                  <a:lnTo>
                    <a:pt x="104487" y="1360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6" name="Freeform: Shape 435">
              <a:extLst>
                <a:ext uri="{FF2B5EF4-FFF2-40B4-BE49-F238E27FC236}">
                  <a16:creationId xmlns:a16="http://schemas.microsoft.com/office/drawing/2014/main" id="{56065C7C-A9F0-6FAC-247E-643DDAC2B498}"/>
                </a:ext>
              </a:extLst>
            </p:cNvPr>
            <p:cNvSpPr/>
            <p:nvPr>
              <p:custDataLst>
                <p:tags r:id="rId186"/>
              </p:custDataLst>
            </p:nvPr>
          </p:nvSpPr>
          <p:spPr>
            <a:xfrm>
              <a:off x="4225490" y="4405757"/>
              <a:ext cx="48450" cy="104608"/>
            </a:xfrm>
            <a:custGeom>
              <a:avLst/>
              <a:gdLst>
                <a:gd name="connsiteX0" fmla="*/ 44392 w 48450"/>
                <a:gd name="connsiteY0" fmla="*/ 5971 h 104608"/>
                <a:gd name="connsiteX1" fmla="*/ 37996 w 48450"/>
                <a:gd name="connsiteY1" fmla="*/ 64 h 104608"/>
                <a:gd name="connsiteX2" fmla="*/ 29041 w 48450"/>
                <a:gd name="connsiteY2" fmla="*/ 8613 h 104608"/>
                <a:gd name="connsiteX3" fmla="*/ 35437 w 48450"/>
                <a:gd name="connsiteY3" fmla="*/ 14520 h 104608"/>
                <a:gd name="connsiteX4" fmla="*/ 44392 w 48450"/>
                <a:gd name="connsiteY4" fmla="*/ 5971 h 104608"/>
                <a:gd name="connsiteX5" fmla="*/ 11772 w 48450"/>
                <a:gd name="connsiteY5" fmla="*/ 84933 h 104608"/>
                <a:gd name="connsiteX6" fmla="*/ 10333 w 48450"/>
                <a:gd name="connsiteY6" fmla="*/ 91461 h 104608"/>
                <a:gd name="connsiteX7" fmla="*/ 25523 w 48450"/>
                <a:gd name="connsiteY7" fmla="*/ 104673 h 104608"/>
                <a:gd name="connsiteX8" fmla="*/ 48549 w 48450"/>
                <a:gd name="connsiteY8" fmla="*/ 80891 h 104608"/>
                <a:gd name="connsiteX9" fmla="*/ 45991 w 48450"/>
                <a:gd name="connsiteY9" fmla="*/ 78871 h 104608"/>
                <a:gd name="connsiteX10" fmla="*/ 42953 w 48450"/>
                <a:gd name="connsiteY10" fmla="*/ 81513 h 104608"/>
                <a:gd name="connsiteX11" fmla="*/ 26003 w 48450"/>
                <a:gd name="connsiteY11" fmla="*/ 100321 h 104608"/>
                <a:gd name="connsiteX12" fmla="*/ 22006 w 48450"/>
                <a:gd name="connsiteY12" fmla="*/ 94881 h 104608"/>
                <a:gd name="connsiteX13" fmla="*/ 24564 w 48450"/>
                <a:gd name="connsiteY13" fmla="*/ 84933 h 104608"/>
                <a:gd name="connsiteX14" fmla="*/ 29681 w 48450"/>
                <a:gd name="connsiteY14" fmla="*/ 72498 h 104608"/>
                <a:gd name="connsiteX15" fmla="*/ 37516 w 48450"/>
                <a:gd name="connsiteY15" fmla="*/ 52757 h 104608"/>
                <a:gd name="connsiteX16" fmla="*/ 38475 w 48450"/>
                <a:gd name="connsiteY16" fmla="*/ 47783 h 104608"/>
                <a:gd name="connsiteX17" fmla="*/ 23285 w 48450"/>
                <a:gd name="connsiteY17" fmla="*/ 34571 h 104608"/>
                <a:gd name="connsiteX18" fmla="*/ 99 w 48450"/>
                <a:gd name="connsiteY18" fmla="*/ 58353 h 104608"/>
                <a:gd name="connsiteX19" fmla="*/ 2817 w 48450"/>
                <a:gd name="connsiteY19" fmla="*/ 60374 h 104608"/>
                <a:gd name="connsiteX20" fmla="*/ 5696 w 48450"/>
                <a:gd name="connsiteY20" fmla="*/ 57887 h 104608"/>
                <a:gd name="connsiteX21" fmla="*/ 22805 w 48450"/>
                <a:gd name="connsiteY21" fmla="*/ 38923 h 104608"/>
                <a:gd name="connsiteX22" fmla="*/ 26803 w 48450"/>
                <a:gd name="connsiteY22" fmla="*/ 44364 h 104608"/>
                <a:gd name="connsiteX23" fmla="*/ 21846 w 48450"/>
                <a:gd name="connsiteY23" fmla="*/ 59907 h 104608"/>
                <a:gd name="connsiteX24" fmla="*/ 11772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92" y="5971"/>
                  </a:moveTo>
                  <a:cubicBezTo>
                    <a:pt x="44392" y="3484"/>
                    <a:pt x="42473" y="64"/>
                    <a:pt x="37996" y="64"/>
                  </a:cubicBezTo>
                  <a:cubicBezTo>
                    <a:pt x="33678" y="64"/>
                    <a:pt x="29041" y="4106"/>
                    <a:pt x="29041" y="8613"/>
                  </a:cubicBezTo>
                  <a:cubicBezTo>
                    <a:pt x="29041" y="11256"/>
                    <a:pt x="31120" y="14520"/>
                    <a:pt x="35437" y="14520"/>
                  </a:cubicBezTo>
                  <a:cubicBezTo>
                    <a:pt x="40075" y="14520"/>
                    <a:pt x="44392" y="10168"/>
                    <a:pt x="44392" y="5971"/>
                  </a:cubicBezTo>
                  <a:close/>
                  <a:moveTo>
                    <a:pt x="11772" y="84933"/>
                  </a:moveTo>
                  <a:cubicBezTo>
                    <a:pt x="11132" y="86953"/>
                    <a:pt x="10333" y="88819"/>
                    <a:pt x="10333" y="91461"/>
                  </a:cubicBezTo>
                  <a:cubicBezTo>
                    <a:pt x="10333" y="98767"/>
                    <a:pt x="16729" y="104673"/>
                    <a:pt x="25523" y="104673"/>
                  </a:cubicBezTo>
                  <a:cubicBezTo>
                    <a:pt x="41514" y="104673"/>
                    <a:pt x="48549" y="83223"/>
                    <a:pt x="48549" y="80891"/>
                  </a:cubicBezTo>
                  <a:cubicBezTo>
                    <a:pt x="48549" y="78871"/>
                    <a:pt x="46471" y="78871"/>
                    <a:pt x="45991" y="78871"/>
                  </a:cubicBezTo>
                  <a:cubicBezTo>
                    <a:pt x="43752" y="78871"/>
                    <a:pt x="43592" y="79803"/>
                    <a:pt x="42953" y="81513"/>
                  </a:cubicBezTo>
                  <a:cubicBezTo>
                    <a:pt x="39275" y="93948"/>
                    <a:pt x="32239" y="100321"/>
                    <a:pt x="26003" y="100321"/>
                  </a:cubicBezTo>
                  <a:cubicBezTo>
                    <a:pt x="22805" y="100321"/>
                    <a:pt x="22006" y="98300"/>
                    <a:pt x="22006" y="94881"/>
                  </a:cubicBezTo>
                  <a:cubicBezTo>
                    <a:pt x="22006" y="91306"/>
                    <a:pt x="23125" y="88352"/>
                    <a:pt x="24564" y="84933"/>
                  </a:cubicBezTo>
                  <a:cubicBezTo>
                    <a:pt x="26163" y="80736"/>
                    <a:pt x="27922" y="76539"/>
                    <a:pt x="29681" y="72498"/>
                  </a:cubicBezTo>
                  <a:cubicBezTo>
                    <a:pt x="31120" y="68767"/>
                    <a:pt x="36876" y="54622"/>
                    <a:pt x="37516" y="52757"/>
                  </a:cubicBezTo>
                  <a:cubicBezTo>
                    <a:pt x="37996" y="51203"/>
                    <a:pt x="38475" y="49338"/>
                    <a:pt x="38475" y="47783"/>
                  </a:cubicBezTo>
                  <a:cubicBezTo>
                    <a:pt x="38475" y="40478"/>
                    <a:pt x="32079" y="34571"/>
                    <a:pt x="23285" y="34571"/>
                  </a:cubicBezTo>
                  <a:cubicBezTo>
                    <a:pt x="7454" y="34571"/>
                    <a:pt x="99" y="55711"/>
                    <a:pt x="99" y="58353"/>
                  </a:cubicBezTo>
                  <a:cubicBezTo>
                    <a:pt x="99" y="60374"/>
                    <a:pt x="2338" y="60374"/>
                    <a:pt x="2817" y="60374"/>
                  </a:cubicBezTo>
                  <a:cubicBezTo>
                    <a:pt x="5056" y="60374"/>
                    <a:pt x="5216" y="59596"/>
                    <a:pt x="5696" y="57887"/>
                  </a:cubicBezTo>
                  <a:cubicBezTo>
                    <a:pt x="9853" y="44519"/>
                    <a:pt x="16889" y="38923"/>
                    <a:pt x="22805" y="38923"/>
                  </a:cubicBezTo>
                  <a:cubicBezTo>
                    <a:pt x="25363" y="38923"/>
                    <a:pt x="26803" y="40167"/>
                    <a:pt x="26803" y="44364"/>
                  </a:cubicBezTo>
                  <a:cubicBezTo>
                    <a:pt x="26803" y="47939"/>
                    <a:pt x="25843" y="50270"/>
                    <a:pt x="21846" y="59907"/>
                  </a:cubicBezTo>
                  <a:lnTo>
                    <a:pt x="11772"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7" name="Freeform: Shape 436">
              <a:extLst>
                <a:ext uri="{FF2B5EF4-FFF2-40B4-BE49-F238E27FC236}">
                  <a16:creationId xmlns:a16="http://schemas.microsoft.com/office/drawing/2014/main" id="{8A202C88-9F4C-DE76-2921-0FCC73C22D6F}"/>
                </a:ext>
              </a:extLst>
            </p:cNvPr>
            <p:cNvSpPr/>
            <p:nvPr>
              <p:custDataLst>
                <p:tags r:id="rId187"/>
              </p:custDataLst>
            </p:nvPr>
          </p:nvSpPr>
          <p:spPr>
            <a:xfrm>
              <a:off x="4307047" y="4308965"/>
              <a:ext cx="52996" cy="222052"/>
            </a:xfrm>
            <a:custGeom>
              <a:avLst/>
              <a:gdLst>
                <a:gd name="connsiteX0" fmla="*/ 53098 w 52996"/>
                <a:gd name="connsiteY0" fmla="*/ 111089 h 222052"/>
                <a:gd name="connsiteX1" fmla="*/ 38022 w 52996"/>
                <a:gd name="connsiteY1" fmla="*/ 41809 h 222052"/>
                <a:gd name="connsiteX2" fmla="*/ 2387 w 52996"/>
                <a:gd name="connsiteY2" fmla="*/ 63 h 222052"/>
                <a:gd name="connsiteX3" fmla="*/ 102 w 52996"/>
                <a:gd name="connsiteY3" fmla="*/ 2283 h 222052"/>
                <a:gd name="connsiteX4" fmla="*/ 4442 w 52996"/>
                <a:gd name="connsiteY4" fmla="*/ 7390 h 222052"/>
                <a:gd name="connsiteX5" fmla="*/ 39849 w 52996"/>
                <a:gd name="connsiteY5" fmla="*/ 111089 h 222052"/>
                <a:gd name="connsiteX6" fmla="*/ 3072 w 52996"/>
                <a:gd name="connsiteY6" fmla="*/ 216120 h 222052"/>
                <a:gd name="connsiteX7" fmla="*/ 102 w 52996"/>
                <a:gd name="connsiteY7" fmla="*/ 219895 h 222052"/>
                <a:gd name="connsiteX8" fmla="*/ 2387 w 52996"/>
                <a:gd name="connsiteY8" fmla="*/ 222115 h 222052"/>
                <a:gd name="connsiteX9" fmla="*/ 38707 w 52996"/>
                <a:gd name="connsiteY9" fmla="*/ 178815 h 222052"/>
                <a:gd name="connsiteX10" fmla="*/ 53098 w 52996"/>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98" y="111089"/>
                  </a:moveTo>
                  <a:cubicBezTo>
                    <a:pt x="53098" y="93769"/>
                    <a:pt x="50586" y="66901"/>
                    <a:pt x="38022" y="41809"/>
                  </a:cubicBezTo>
                  <a:cubicBezTo>
                    <a:pt x="24316" y="14496"/>
                    <a:pt x="4671" y="63"/>
                    <a:pt x="2387" y="63"/>
                  </a:cubicBezTo>
                  <a:cubicBezTo>
                    <a:pt x="1016" y="63"/>
                    <a:pt x="102" y="951"/>
                    <a:pt x="102" y="2283"/>
                  </a:cubicBezTo>
                  <a:cubicBezTo>
                    <a:pt x="102" y="2949"/>
                    <a:pt x="102" y="3394"/>
                    <a:pt x="4442" y="7390"/>
                  </a:cubicBezTo>
                  <a:cubicBezTo>
                    <a:pt x="26829" y="29374"/>
                    <a:pt x="39849" y="64680"/>
                    <a:pt x="39849" y="111089"/>
                  </a:cubicBezTo>
                  <a:cubicBezTo>
                    <a:pt x="39849" y="149060"/>
                    <a:pt x="31397" y="188141"/>
                    <a:pt x="3072" y="216120"/>
                  </a:cubicBezTo>
                  <a:cubicBezTo>
                    <a:pt x="102" y="218784"/>
                    <a:pt x="102" y="219228"/>
                    <a:pt x="102" y="219895"/>
                  </a:cubicBezTo>
                  <a:cubicBezTo>
                    <a:pt x="102" y="221227"/>
                    <a:pt x="1016" y="222115"/>
                    <a:pt x="2387" y="222115"/>
                  </a:cubicBezTo>
                  <a:cubicBezTo>
                    <a:pt x="4671" y="222115"/>
                    <a:pt x="25230" y="207016"/>
                    <a:pt x="38707" y="178815"/>
                  </a:cubicBezTo>
                  <a:cubicBezTo>
                    <a:pt x="50357" y="154389"/>
                    <a:pt x="53098" y="129741"/>
                    <a:pt x="53098" y="11108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8" name="Freeform: Shape 437">
              <a:extLst>
                <a:ext uri="{FF2B5EF4-FFF2-40B4-BE49-F238E27FC236}">
                  <a16:creationId xmlns:a16="http://schemas.microsoft.com/office/drawing/2014/main" id="{CA6DEC2F-7CDE-E4D6-92C2-2CE13B5C3B83}"/>
                </a:ext>
              </a:extLst>
            </p:cNvPr>
            <p:cNvSpPr/>
            <p:nvPr>
              <p:custDataLst>
                <p:tags r:id="rId188"/>
              </p:custDataLst>
            </p:nvPr>
          </p:nvSpPr>
          <p:spPr>
            <a:xfrm>
              <a:off x="4465958" y="4379799"/>
              <a:ext cx="24213" cy="95704"/>
            </a:xfrm>
            <a:custGeom>
              <a:avLst/>
              <a:gdLst>
                <a:gd name="connsiteX0" fmla="*/ 24323 w 24213"/>
                <a:gd name="connsiteY0" fmla="*/ 11832 h 95704"/>
                <a:gd name="connsiteX1" fmla="*/ 12216 w 24213"/>
                <a:gd name="connsiteY1" fmla="*/ 63 h 95704"/>
                <a:gd name="connsiteX2" fmla="*/ 109 w 24213"/>
                <a:gd name="connsiteY2" fmla="*/ 11832 h 95704"/>
                <a:gd name="connsiteX3" fmla="*/ 12216 w 24213"/>
                <a:gd name="connsiteY3" fmla="*/ 23600 h 95704"/>
                <a:gd name="connsiteX4" fmla="*/ 24323 w 24213"/>
                <a:gd name="connsiteY4" fmla="*/ 11832 h 95704"/>
                <a:gd name="connsiteX5" fmla="*/ 24323 w 24213"/>
                <a:gd name="connsiteY5" fmla="*/ 83999 h 95704"/>
                <a:gd name="connsiteX6" fmla="*/ 12216 w 24213"/>
                <a:gd name="connsiteY6" fmla="*/ 72230 h 95704"/>
                <a:gd name="connsiteX7" fmla="*/ 109 w 24213"/>
                <a:gd name="connsiteY7" fmla="*/ 83999 h 95704"/>
                <a:gd name="connsiteX8" fmla="*/ 12216 w 24213"/>
                <a:gd name="connsiteY8" fmla="*/ 95767 h 95704"/>
                <a:gd name="connsiteX9" fmla="*/ 24323 w 24213"/>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13" h="95704">
                  <a:moveTo>
                    <a:pt x="24323" y="11832"/>
                  </a:moveTo>
                  <a:cubicBezTo>
                    <a:pt x="24323" y="5392"/>
                    <a:pt x="18840" y="63"/>
                    <a:pt x="12216" y="63"/>
                  </a:cubicBezTo>
                  <a:cubicBezTo>
                    <a:pt x="5591" y="63"/>
                    <a:pt x="109" y="5392"/>
                    <a:pt x="109" y="11832"/>
                  </a:cubicBezTo>
                  <a:cubicBezTo>
                    <a:pt x="109" y="18271"/>
                    <a:pt x="5591" y="23600"/>
                    <a:pt x="12216" y="23600"/>
                  </a:cubicBezTo>
                  <a:cubicBezTo>
                    <a:pt x="18840" y="23600"/>
                    <a:pt x="24323" y="18271"/>
                    <a:pt x="24323" y="11832"/>
                  </a:cubicBezTo>
                  <a:close/>
                  <a:moveTo>
                    <a:pt x="24323" y="83999"/>
                  </a:moveTo>
                  <a:cubicBezTo>
                    <a:pt x="24323" y="77559"/>
                    <a:pt x="18840" y="72230"/>
                    <a:pt x="12216" y="72230"/>
                  </a:cubicBezTo>
                  <a:cubicBezTo>
                    <a:pt x="5591" y="72230"/>
                    <a:pt x="109" y="77559"/>
                    <a:pt x="109" y="83999"/>
                  </a:cubicBezTo>
                  <a:cubicBezTo>
                    <a:pt x="109" y="90438"/>
                    <a:pt x="5591" y="95767"/>
                    <a:pt x="12216" y="95767"/>
                  </a:cubicBezTo>
                  <a:cubicBezTo>
                    <a:pt x="18840" y="95767"/>
                    <a:pt x="24323" y="90438"/>
                    <a:pt x="24323" y="8399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9" name="Freeform: Shape 438">
              <a:extLst>
                <a:ext uri="{FF2B5EF4-FFF2-40B4-BE49-F238E27FC236}">
                  <a16:creationId xmlns:a16="http://schemas.microsoft.com/office/drawing/2014/main" id="{4C874EB3-DC8D-A1AD-05AE-B0FBDF45889B}"/>
                </a:ext>
              </a:extLst>
            </p:cNvPr>
            <p:cNvSpPr/>
            <p:nvPr>
              <p:custDataLst>
                <p:tags r:id="rId189"/>
              </p:custDataLst>
            </p:nvPr>
          </p:nvSpPr>
          <p:spPr>
            <a:xfrm>
              <a:off x="4579843" y="4328727"/>
              <a:ext cx="60306" cy="149219"/>
            </a:xfrm>
            <a:custGeom>
              <a:avLst/>
              <a:gdLst>
                <a:gd name="connsiteX0" fmla="*/ 58365 w 60306"/>
                <a:gd name="connsiteY0" fmla="*/ 8057 h 149219"/>
                <a:gd name="connsiteX1" fmla="*/ 49913 w 60306"/>
                <a:gd name="connsiteY1" fmla="*/ 63 h 149219"/>
                <a:gd name="connsiteX2" fmla="*/ 37577 w 60306"/>
                <a:gd name="connsiteY2" fmla="*/ 11832 h 149219"/>
                <a:gd name="connsiteX3" fmla="*/ 46258 w 60306"/>
                <a:gd name="connsiteY3" fmla="*/ 19825 h 149219"/>
                <a:gd name="connsiteX4" fmla="*/ 58365 w 60306"/>
                <a:gd name="connsiteY4" fmla="*/ 8057 h 149219"/>
                <a:gd name="connsiteX5" fmla="*/ 41004 w 60306"/>
                <a:gd name="connsiteY5" fmla="*/ 91548 h 149219"/>
                <a:gd name="connsiteX6" fmla="*/ 46029 w 60306"/>
                <a:gd name="connsiteY6" fmla="*/ 78669 h 149219"/>
                <a:gd name="connsiteX7" fmla="*/ 48999 w 60306"/>
                <a:gd name="connsiteY7" fmla="*/ 66901 h 149219"/>
                <a:gd name="connsiteX8" fmla="*/ 30267 w 60306"/>
                <a:gd name="connsiteY8" fmla="*/ 48692 h 149219"/>
                <a:gd name="connsiteX9" fmla="*/ 114 w 60306"/>
                <a:gd name="connsiteY9" fmla="*/ 82888 h 149219"/>
                <a:gd name="connsiteX10" fmla="*/ 2856 w 60306"/>
                <a:gd name="connsiteY10" fmla="*/ 85109 h 149219"/>
                <a:gd name="connsiteX11" fmla="*/ 6510 w 60306"/>
                <a:gd name="connsiteY11" fmla="*/ 81112 h 149219"/>
                <a:gd name="connsiteX12" fmla="*/ 29582 w 60306"/>
                <a:gd name="connsiteY12" fmla="*/ 53577 h 149219"/>
                <a:gd name="connsiteX13" fmla="*/ 35293 w 60306"/>
                <a:gd name="connsiteY13" fmla="*/ 60683 h 149219"/>
                <a:gd name="connsiteX14" fmla="*/ 32780 w 60306"/>
                <a:gd name="connsiteY14" fmla="*/ 72230 h 149219"/>
                <a:gd name="connsiteX15" fmla="*/ 17018 w 60306"/>
                <a:gd name="connsiteY15" fmla="*/ 113309 h 149219"/>
                <a:gd name="connsiteX16" fmla="*/ 11764 w 60306"/>
                <a:gd name="connsiteY16" fmla="*/ 131074 h 149219"/>
                <a:gd name="connsiteX17" fmla="*/ 30496 w 60306"/>
                <a:gd name="connsiteY17" fmla="*/ 149282 h 149219"/>
                <a:gd name="connsiteX18" fmla="*/ 60420 w 60306"/>
                <a:gd name="connsiteY18" fmla="*/ 115086 h 149219"/>
                <a:gd name="connsiteX19" fmla="*/ 57679 w 60306"/>
                <a:gd name="connsiteY19" fmla="*/ 112865 h 149219"/>
                <a:gd name="connsiteX20" fmla="*/ 54253 w 60306"/>
                <a:gd name="connsiteY20" fmla="*/ 116862 h 149219"/>
                <a:gd name="connsiteX21" fmla="*/ 30953 w 60306"/>
                <a:gd name="connsiteY21" fmla="*/ 144397 h 149219"/>
                <a:gd name="connsiteX22" fmla="*/ 25470 w 60306"/>
                <a:gd name="connsiteY22" fmla="*/ 137069 h 149219"/>
                <a:gd name="connsiteX23" fmla="*/ 32095 w 60306"/>
                <a:gd name="connsiteY23" fmla="*/ 114864 h 149219"/>
                <a:gd name="connsiteX24" fmla="*/ 41004 w 60306"/>
                <a:gd name="connsiteY24" fmla="*/ 91548 h 14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06" h="149219">
                  <a:moveTo>
                    <a:pt x="58365" y="8057"/>
                  </a:moveTo>
                  <a:cubicBezTo>
                    <a:pt x="58365" y="3616"/>
                    <a:pt x="55166" y="63"/>
                    <a:pt x="49913" y="63"/>
                  </a:cubicBezTo>
                  <a:cubicBezTo>
                    <a:pt x="43745" y="63"/>
                    <a:pt x="37577" y="5836"/>
                    <a:pt x="37577" y="11832"/>
                  </a:cubicBezTo>
                  <a:cubicBezTo>
                    <a:pt x="37577" y="16051"/>
                    <a:pt x="40775" y="19825"/>
                    <a:pt x="46258" y="19825"/>
                  </a:cubicBezTo>
                  <a:cubicBezTo>
                    <a:pt x="51512" y="19825"/>
                    <a:pt x="58365" y="14718"/>
                    <a:pt x="58365" y="8057"/>
                  </a:cubicBezTo>
                  <a:close/>
                  <a:moveTo>
                    <a:pt x="41004" y="91548"/>
                  </a:moveTo>
                  <a:cubicBezTo>
                    <a:pt x="43745" y="85109"/>
                    <a:pt x="43745" y="84665"/>
                    <a:pt x="46029" y="78669"/>
                  </a:cubicBezTo>
                  <a:cubicBezTo>
                    <a:pt x="47857" y="74228"/>
                    <a:pt x="48999" y="71120"/>
                    <a:pt x="48999" y="66901"/>
                  </a:cubicBezTo>
                  <a:cubicBezTo>
                    <a:pt x="48999" y="56908"/>
                    <a:pt x="41689" y="48692"/>
                    <a:pt x="30267" y="48692"/>
                  </a:cubicBezTo>
                  <a:cubicBezTo>
                    <a:pt x="8795" y="48692"/>
                    <a:pt x="114" y="80890"/>
                    <a:pt x="114" y="82888"/>
                  </a:cubicBezTo>
                  <a:cubicBezTo>
                    <a:pt x="114" y="85109"/>
                    <a:pt x="2399" y="85109"/>
                    <a:pt x="2856" y="85109"/>
                  </a:cubicBezTo>
                  <a:cubicBezTo>
                    <a:pt x="5140" y="85109"/>
                    <a:pt x="5368" y="84665"/>
                    <a:pt x="6510" y="81112"/>
                  </a:cubicBezTo>
                  <a:cubicBezTo>
                    <a:pt x="12678" y="60239"/>
                    <a:pt x="21815" y="53577"/>
                    <a:pt x="29582" y="53577"/>
                  </a:cubicBezTo>
                  <a:cubicBezTo>
                    <a:pt x="31410" y="53577"/>
                    <a:pt x="35293" y="53577"/>
                    <a:pt x="35293" y="60683"/>
                  </a:cubicBezTo>
                  <a:cubicBezTo>
                    <a:pt x="35293" y="65346"/>
                    <a:pt x="33694" y="70009"/>
                    <a:pt x="32780" y="72230"/>
                  </a:cubicBezTo>
                  <a:cubicBezTo>
                    <a:pt x="30953" y="78003"/>
                    <a:pt x="20673" y="103761"/>
                    <a:pt x="17018" y="113309"/>
                  </a:cubicBezTo>
                  <a:cubicBezTo>
                    <a:pt x="14734" y="119083"/>
                    <a:pt x="11764" y="126411"/>
                    <a:pt x="11764" y="131074"/>
                  </a:cubicBezTo>
                  <a:cubicBezTo>
                    <a:pt x="11764" y="141510"/>
                    <a:pt x="19531" y="149282"/>
                    <a:pt x="30496" y="149282"/>
                  </a:cubicBezTo>
                  <a:cubicBezTo>
                    <a:pt x="51968" y="149282"/>
                    <a:pt x="60420" y="117084"/>
                    <a:pt x="60420" y="115086"/>
                  </a:cubicBezTo>
                  <a:cubicBezTo>
                    <a:pt x="60420" y="112865"/>
                    <a:pt x="58365" y="112865"/>
                    <a:pt x="57679" y="112865"/>
                  </a:cubicBezTo>
                  <a:cubicBezTo>
                    <a:pt x="55395" y="112865"/>
                    <a:pt x="55395" y="113531"/>
                    <a:pt x="54253" y="116862"/>
                  </a:cubicBezTo>
                  <a:cubicBezTo>
                    <a:pt x="50141" y="130852"/>
                    <a:pt x="42603" y="144397"/>
                    <a:pt x="30953" y="144397"/>
                  </a:cubicBezTo>
                  <a:cubicBezTo>
                    <a:pt x="27069" y="144397"/>
                    <a:pt x="25470" y="142176"/>
                    <a:pt x="25470" y="137069"/>
                  </a:cubicBezTo>
                  <a:cubicBezTo>
                    <a:pt x="25470" y="131518"/>
                    <a:pt x="26841" y="128409"/>
                    <a:pt x="32095" y="114864"/>
                  </a:cubicBezTo>
                  <a:lnTo>
                    <a:pt x="41004" y="9154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0" name="Freeform: Shape 439">
              <a:extLst>
                <a:ext uri="{FF2B5EF4-FFF2-40B4-BE49-F238E27FC236}">
                  <a16:creationId xmlns:a16="http://schemas.microsoft.com/office/drawing/2014/main" id="{9EA7218F-26E8-18CD-FF08-A65A990BF970}"/>
                </a:ext>
              </a:extLst>
            </p:cNvPr>
            <p:cNvSpPr/>
            <p:nvPr>
              <p:custDataLst>
                <p:tags r:id="rId190"/>
              </p:custDataLst>
            </p:nvPr>
          </p:nvSpPr>
          <p:spPr>
            <a:xfrm>
              <a:off x="4728160" y="4394011"/>
              <a:ext cx="151907" cy="51960"/>
            </a:xfrm>
            <a:custGeom>
              <a:avLst/>
              <a:gdLst>
                <a:gd name="connsiteX0" fmla="*/ 144261 w 151907"/>
                <a:gd name="connsiteY0" fmla="*/ 8945 h 51960"/>
                <a:gd name="connsiteX1" fmla="*/ 152028 w 151907"/>
                <a:gd name="connsiteY1" fmla="*/ 4504 h 51960"/>
                <a:gd name="connsiteX2" fmla="*/ 144490 w 151907"/>
                <a:gd name="connsiteY2" fmla="*/ 63 h 51960"/>
                <a:gd name="connsiteX3" fmla="*/ 7659 w 151907"/>
                <a:gd name="connsiteY3" fmla="*/ 63 h 51960"/>
                <a:gd name="connsiteX4" fmla="*/ 121 w 151907"/>
                <a:gd name="connsiteY4" fmla="*/ 4504 h 51960"/>
                <a:gd name="connsiteX5" fmla="*/ 7887 w 151907"/>
                <a:gd name="connsiteY5" fmla="*/ 8945 h 51960"/>
                <a:gd name="connsiteX6" fmla="*/ 144261 w 151907"/>
                <a:gd name="connsiteY6" fmla="*/ 8945 h 51960"/>
                <a:gd name="connsiteX7" fmla="*/ 144490 w 151907"/>
                <a:gd name="connsiteY7" fmla="*/ 52023 h 51960"/>
                <a:gd name="connsiteX8" fmla="*/ 152028 w 151907"/>
                <a:gd name="connsiteY8" fmla="*/ 47582 h 51960"/>
                <a:gd name="connsiteX9" fmla="*/ 144261 w 151907"/>
                <a:gd name="connsiteY9" fmla="*/ 43141 h 51960"/>
                <a:gd name="connsiteX10" fmla="*/ 7887 w 151907"/>
                <a:gd name="connsiteY10" fmla="*/ 43141 h 51960"/>
                <a:gd name="connsiteX11" fmla="*/ 121 w 151907"/>
                <a:gd name="connsiteY11" fmla="*/ 47582 h 51960"/>
                <a:gd name="connsiteX12" fmla="*/ 7659 w 151907"/>
                <a:gd name="connsiteY12" fmla="*/ 52023 h 51960"/>
                <a:gd name="connsiteX13" fmla="*/ 144490 w 15190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07" h="51960">
                  <a:moveTo>
                    <a:pt x="144261" y="8945"/>
                  </a:moveTo>
                  <a:cubicBezTo>
                    <a:pt x="147688" y="8945"/>
                    <a:pt x="152028" y="8945"/>
                    <a:pt x="152028" y="4504"/>
                  </a:cubicBezTo>
                  <a:cubicBezTo>
                    <a:pt x="152028" y="63"/>
                    <a:pt x="147688" y="63"/>
                    <a:pt x="144490" y="63"/>
                  </a:cubicBezTo>
                  <a:lnTo>
                    <a:pt x="7659" y="63"/>
                  </a:lnTo>
                  <a:cubicBezTo>
                    <a:pt x="4461" y="63"/>
                    <a:pt x="121" y="63"/>
                    <a:pt x="121" y="4504"/>
                  </a:cubicBezTo>
                  <a:cubicBezTo>
                    <a:pt x="121" y="8945"/>
                    <a:pt x="4461" y="8945"/>
                    <a:pt x="7887" y="8945"/>
                  </a:cubicBezTo>
                  <a:lnTo>
                    <a:pt x="144261" y="8945"/>
                  </a:lnTo>
                  <a:close/>
                  <a:moveTo>
                    <a:pt x="144490" y="52023"/>
                  </a:moveTo>
                  <a:cubicBezTo>
                    <a:pt x="147688" y="52023"/>
                    <a:pt x="152028" y="52023"/>
                    <a:pt x="152028" y="47582"/>
                  </a:cubicBezTo>
                  <a:cubicBezTo>
                    <a:pt x="152028" y="43141"/>
                    <a:pt x="147688" y="43141"/>
                    <a:pt x="144261" y="43141"/>
                  </a:cubicBezTo>
                  <a:lnTo>
                    <a:pt x="7887" y="43141"/>
                  </a:lnTo>
                  <a:cubicBezTo>
                    <a:pt x="4461" y="43141"/>
                    <a:pt x="121" y="43141"/>
                    <a:pt x="121" y="47582"/>
                  </a:cubicBezTo>
                  <a:cubicBezTo>
                    <a:pt x="121" y="52023"/>
                    <a:pt x="4461" y="52023"/>
                    <a:pt x="7659" y="52023"/>
                  </a:cubicBezTo>
                  <a:lnTo>
                    <a:pt x="144490" y="5202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1" name="Freeform: Shape 440">
              <a:extLst>
                <a:ext uri="{FF2B5EF4-FFF2-40B4-BE49-F238E27FC236}">
                  <a16:creationId xmlns:a16="http://schemas.microsoft.com/office/drawing/2014/main" id="{A223EBD4-54F0-84CC-26CB-4ACB559947F9}"/>
                </a:ext>
              </a:extLst>
            </p:cNvPr>
            <p:cNvSpPr/>
            <p:nvPr>
              <p:custDataLst>
                <p:tags r:id="rId191"/>
              </p:custDataLst>
            </p:nvPr>
          </p:nvSpPr>
          <p:spPr>
            <a:xfrm>
              <a:off x="4976820" y="4327617"/>
              <a:ext cx="75382" cy="147886"/>
            </a:xfrm>
            <a:custGeom>
              <a:avLst/>
              <a:gdLst>
                <a:gd name="connsiteX0" fmla="*/ 46960 w 75382"/>
                <a:gd name="connsiteY0" fmla="*/ 5836 h 147886"/>
                <a:gd name="connsiteX1" fmla="*/ 41706 w 75382"/>
                <a:gd name="connsiteY1" fmla="*/ 63 h 147886"/>
                <a:gd name="connsiteX2" fmla="*/ 131 w 75382"/>
                <a:gd name="connsiteY2" fmla="*/ 14274 h 147886"/>
                <a:gd name="connsiteX3" fmla="*/ 131 w 75382"/>
                <a:gd name="connsiteY3" fmla="*/ 21158 h 147886"/>
                <a:gd name="connsiteX4" fmla="*/ 30056 w 75382"/>
                <a:gd name="connsiteY4" fmla="*/ 15384 h 147886"/>
                <a:gd name="connsiteX5" fmla="*/ 30056 w 75382"/>
                <a:gd name="connsiteY5" fmla="*/ 130407 h 147886"/>
                <a:gd name="connsiteX6" fmla="*/ 8812 w 75382"/>
                <a:gd name="connsiteY6" fmla="*/ 141066 h 147886"/>
                <a:gd name="connsiteX7" fmla="*/ 1502 w 75382"/>
                <a:gd name="connsiteY7" fmla="*/ 141066 h 147886"/>
                <a:gd name="connsiteX8" fmla="*/ 1502 w 75382"/>
                <a:gd name="connsiteY8" fmla="*/ 147950 h 147886"/>
                <a:gd name="connsiteX9" fmla="*/ 38508 w 75382"/>
                <a:gd name="connsiteY9" fmla="*/ 147283 h 147886"/>
                <a:gd name="connsiteX10" fmla="*/ 75514 w 75382"/>
                <a:gd name="connsiteY10" fmla="*/ 147950 h 147886"/>
                <a:gd name="connsiteX11" fmla="*/ 75514 w 75382"/>
                <a:gd name="connsiteY11" fmla="*/ 141066 h 147886"/>
                <a:gd name="connsiteX12" fmla="*/ 68204 w 75382"/>
                <a:gd name="connsiteY12" fmla="*/ 141066 h 147886"/>
                <a:gd name="connsiteX13" fmla="*/ 46960 w 75382"/>
                <a:gd name="connsiteY13" fmla="*/ 130407 h 147886"/>
                <a:gd name="connsiteX14" fmla="*/ 46960 w 75382"/>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382" h="147886">
                  <a:moveTo>
                    <a:pt x="46960" y="5836"/>
                  </a:moveTo>
                  <a:cubicBezTo>
                    <a:pt x="46960" y="507"/>
                    <a:pt x="46960" y="63"/>
                    <a:pt x="41706" y="63"/>
                  </a:cubicBezTo>
                  <a:cubicBezTo>
                    <a:pt x="27543" y="14274"/>
                    <a:pt x="7441" y="14274"/>
                    <a:pt x="131" y="14274"/>
                  </a:cubicBezTo>
                  <a:lnTo>
                    <a:pt x="131" y="21158"/>
                  </a:lnTo>
                  <a:cubicBezTo>
                    <a:pt x="4700" y="21158"/>
                    <a:pt x="18177" y="21158"/>
                    <a:pt x="30056" y="15384"/>
                  </a:cubicBezTo>
                  <a:lnTo>
                    <a:pt x="30056" y="130407"/>
                  </a:lnTo>
                  <a:cubicBezTo>
                    <a:pt x="30056" y="138401"/>
                    <a:pt x="29370" y="141066"/>
                    <a:pt x="8812" y="141066"/>
                  </a:cubicBezTo>
                  <a:lnTo>
                    <a:pt x="1502" y="141066"/>
                  </a:lnTo>
                  <a:lnTo>
                    <a:pt x="1502" y="147950"/>
                  </a:lnTo>
                  <a:cubicBezTo>
                    <a:pt x="9497" y="147283"/>
                    <a:pt x="29370" y="147283"/>
                    <a:pt x="38508" y="147283"/>
                  </a:cubicBezTo>
                  <a:cubicBezTo>
                    <a:pt x="47645" y="147283"/>
                    <a:pt x="67519" y="147283"/>
                    <a:pt x="75514" y="147950"/>
                  </a:cubicBezTo>
                  <a:lnTo>
                    <a:pt x="75514" y="141066"/>
                  </a:lnTo>
                  <a:lnTo>
                    <a:pt x="68204" y="141066"/>
                  </a:lnTo>
                  <a:cubicBezTo>
                    <a:pt x="47645" y="141066"/>
                    <a:pt x="46960" y="138623"/>
                    <a:pt x="46960" y="130407"/>
                  </a:cubicBezTo>
                  <a:lnTo>
                    <a:pt x="46960" y="5836"/>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2" name="Freeform: Shape 441">
              <a:extLst>
                <a:ext uri="{FF2B5EF4-FFF2-40B4-BE49-F238E27FC236}">
                  <a16:creationId xmlns:a16="http://schemas.microsoft.com/office/drawing/2014/main" id="{B0C63452-9683-47DB-859B-1BC7DDBFDF58}"/>
                </a:ext>
              </a:extLst>
            </p:cNvPr>
            <p:cNvSpPr/>
            <p:nvPr>
              <p:custDataLst>
                <p:tags r:id="rId192"/>
              </p:custDataLst>
            </p:nvPr>
          </p:nvSpPr>
          <p:spPr>
            <a:xfrm>
              <a:off x="5090351" y="4451966"/>
              <a:ext cx="26726" cy="66393"/>
            </a:xfrm>
            <a:custGeom>
              <a:avLst/>
              <a:gdLst>
                <a:gd name="connsiteX0" fmla="*/ 26863 w 26726"/>
                <a:gd name="connsiteY0" fmla="*/ 23378 h 66393"/>
                <a:gd name="connsiteX1" fmla="*/ 12243 w 26726"/>
                <a:gd name="connsiteY1" fmla="*/ 63 h 66393"/>
                <a:gd name="connsiteX2" fmla="*/ 136 w 26726"/>
                <a:gd name="connsiteY2" fmla="*/ 11832 h 66393"/>
                <a:gd name="connsiteX3" fmla="*/ 12243 w 26726"/>
                <a:gd name="connsiteY3" fmla="*/ 23600 h 66393"/>
                <a:gd name="connsiteX4" fmla="*/ 20238 w 26726"/>
                <a:gd name="connsiteY4" fmla="*/ 20714 h 66393"/>
                <a:gd name="connsiteX5" fmla="*/ 21380 w 26726"/>
                <a:gd name="connsiteY5" fmla="*/ 20047 h 66393"/>
                <a:gd name="connsiteX6" fmla="*/ 21837 w 26726"/>
                <a:gd name="connsiteY6" fmla="*/ 23378 h 66393"/>
                <a:gd name="connsiteX7" fmla="*/ 6304 w 26726"/>
                <a:gd name="connsiteY7" fmla="*/ 60461 h 66393"/>
                <a:gd name="connsiteX8" fmla="*/ 3791 w 26726"/>
                <a:gd name="connsiteY8" fmla="*/ 64014 h 66393"/>
                <a:gd name="connsiteX9" fmla="*/ 6075 w 26726"/>
                <a:gd name="connsiteY9" fmla="*/ 66456 h 66393"/>
                <a:gd name="connsiteX10" fmla="*/ 26863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63" y="23378"/>
                  </a:moveTo>
                  <a:cubicBezTo>
                    <a:pt x="26863" y="8723"/>
                    <a:pt x="21152" y="63"/>
                    <a:pt x="12243" y="63"/>
                  </a:cubicBezTo>
                  <a:cubicBezTo>
                    <a:pt x="4705" y="63"/>
                    <a:pt x="136" y="5614"/>
                    <a:pt x="136" y="11832"/>
                  </a:cubicBezTo>
                  <a:cubicBezTo>
                    <a:pt x="136" y="17827"/>
                    <a:pt x="4705" y="23600"/>
                    <a:pt x="12243" y="23600"/>
                  </a:cubicBezTo>
                  <a:cubicBezTo>
                    <a:pt x="14984" y="23600"/>
                    <a:pt x="17954" y="22712"/>
                    <a:pt x="20238" y="20714"/>
                  </a:cubicBezTo>
                  <a:cubicBezTo>
                    <a:pt x="20923" y="20270"/>
                    <a:pt x="21152" y="20047"/>
                    <a:pt x="21380" y="20047"/>
                  </a:cubicBezTo>
                  <a:cubicBezTo>
                    <a:pt x="21609" y="20047"/>
                    <a:pt x="21837" y="20270"/>
                    <a:pt x="21837" y="23378"/>
                  </a:cubicBezTo>
                  <a:cubicBezTo>
                    <a:pt x="21837" y="39810"/>
                    <a:pt x="13842" y="53133"/>
                    <a:pt x="6304" y="60461"/>
                  </a:cubicBezTo>
                  <a:cubicBezTo>
                    <a:pt x="3791" y="62904"/>
                    <a:pt x="3791" y="63348"/>
                    <a:pt x="3791" y="64014"/>
                  </a:cubicBezTo>
                  <a:cubicBezTo>
                    <a:pt x="3791" y="65568"/>
                    <a:pt x="4933" y="66456"/>
                    <a:pt x="6075" y="66456"/>
                  </a:cubicBezTo>
                  <a:cubicBezTo>
                    <a:pt x="8588" y="66456"/>
                    <a:pt x="26863" y="49358"/>
                    <a:pt x="26863"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3" name="Freeform: Shape 442">
              <a:extLst>
                <a:ext uri="{FF2B5EF4-FFF2-40B4-BE49-F238E27FC236}">
                  <a16:creationId xmlns:a16="http://schemas.microsoft.com/office/drawing/2014/main" id="{27C3D384-0C97-941C-105E-EF11E8319904}"/>
                </a:ext>
              </a:extLst>
            </p:cNvPr>
            <p:cNvSpPr/>
            <p:nvPr>
              <p:custDataLst>
                <p:tags r:id="rId193"/>
              </p:custDataLst>
            </p:nvPr>
          </p:nvSpPr>
          <p:spPr>
            <a:xfrm>
              <a:off x="5191876" y="4451966"/>
              <a:ext cx="24213" cy="23537"/>
            </a:xfrm>
            <a:custGeom>
              <a:avLst/>
              <a:gdLst>
                <a:gd name="connsiteX0" fmla="*/ 24354 w 24213"/>
                <a:gd name="connsiteY0" fmla="*/ 11832 h 23537"/>
                <a:gd name="connsiteX1" fmla="*/ 12247 w 24213"/>
                <a:gd name="connsiteY1" fmla="*/ 63 h 23537"/>
                <a:gd name="connsiteX2" fmla="*/ 141 w 24213"/>
                <a:gd name="connsiteY2" fmla="*/ 11832 h 23537"/>
                <a:gd name="connsiteX3" fmla="*/ 12247 w 24213"/>
                <a:gd name="connsiteY3" fmla="*/ 23600 h 23537"/>
                <a:gd name="connsiteX4" fmla="*/ 24354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4" y="11832"/>
                  </a:moveTo>
                  <a:cubicBezTo>
                    <a:pt x="24354" y="5392"/>
                    <a:pt x="18872" y="63"/>
                    <a:pt x="12247" y="63"/>
                  </a:cubicBezTo>
                  <a:cubicBezTo>
                    <a:pt x="5623" y="63"/>
                    <a:pt x="141" y="5392"/>
                    <a:pt x="141" y="11832"/>
                  </a:cubicBezTo>
                  <a:cubicBezTo>
                    <a:pt x="141" y="18271"/>
                    <a:pt x="5623" y="23600"/>
                    <a:pt x="12247" y="23600"/>
                  </a:cubicBezTo>
                  <a:cubicBezTo>
                    <a:pt x="18872" y="23600"/>
                    <a:pt x="24354" y="18271"/>
                    <a:pt x="24354"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4" name="Freeform: Shape 443">
              <a:extLst>
                <a:ext uri="{FF2B5EF4-FFF2-40B4-BE49-F238E27FC236}">
                  <a16:creationId xmlns:a16="http://schemas.microsoft.com/office/drawing/2014/main" id="{AC77DD44-34B1-ACAA-8755-AD4C4968D5DA}"/>
                </a:ext>
              </a:extLst>
            </p:cNvPr>
            <p:cNvSpPr/>
            <p:nvPr>
              <p:custDataLst>
                <p:tags r:id="rId194"/>
              </p:custDataLst>
            </p:nvPr>
          </p:nvSpPr>
          <p:spPr>
            <a:xfrm>
              <a:off x="5293400" y="4451966"/>
              <a:ext cx="24213" cy="23537"/>
            </a:xfrm>
            <a:custGeom>
              <a:avLst/>
              <a:gdLst>
                <a:gd name="connsiteX0" fmla="*/ 24359 w 24213"/>
                <a:gd name="connsiteY0" fmla="*/ 11832 h 23537"/>
                <a:gd name="connsiteX1" fmla="*/ 12252 w 24213"/>
                <a:gd name="connsiteY1" fmla="*/ 63 h 23537"/>
                <a:gd name="connsiteX2" fmla="*/ 145 w 24213"/>
                <a:gd name="connsiteY2" fmla="*/ 11832 h 23537"/>
                <a:gd name="connsiteX3" fmla="*/ 12252 w 24213"/>
                <a:gd name="connsiteY3" fmla="*/ 23600 h 23537"/>
                <a:gd name="connsiteX4" fmla="*/ 24359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9" y="11832"/>
                  </a:moveTo>
                  <a:cubicBezTo>
                    <a:pt x="24359" y="5392"/>
                    <a:pt x="18876" y="63"/>
                    <a:pt x="12252" y="63"/>
                  </a:cubicBezTo>
                  <a:cubicBezTo>
                    <a:pt x="5627" y="63"/>
                    <a:pt x="145" y="5392"/>
                    <a:pt x="145" y="11832"/>
                  </a:cubicBezTo>
                  <a:cubicBezTo>
                    <a:pt x="145" y="18271"/>
                    <a:pt x="5627" y="23600"/>
                    <a:pt x="12252" y="23600"/>
                  </a:cubicBezTo>
                  <a:cubicBezTo>
                    <a:pt x="18876" y="23600"/>
                    <a:pt x="24359" y="18271"/>
                    <a:pt x="24359"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5" name="Freeform: Shape 444">
              <a:extLst>
                <a:ext uri="{FF2B5EF4-FFF2-40B4-BE49-F238E27FC236}">
                  <a16:creationId xmlns:a16="http://schemas.microsoft.com/office/drawing/2014/main" id="{2E0081D7-6D12-5825-6D1C-F170B78A7DA4}"/>
                </a:ext>
              </a:extLst>
            </p:cNvPr>
            <p:cNvSpPr/>
            <p:nvPr>
              <p:custDataLst>
                <p:tags r:id="rId195"/>
              </p:custDataLst>
            </p:nvPr>
          </p:nvSpPr>
          <p:spPr>
            <a:xfrm>
              <a:off x="5394925" y="4451966"/>
              <a:ext cx="24213" cy="23537"/>
            </a:xfrm>
            <a:custGeom>
              <a:avLst/>
              <a:gdLst>
                <a:gd name="connsiteX0" fmla="*/ 24363 w 24213"/>
                <a:gd name="connsiteY0" fmla="*/ 11832 h 23537"/>
                <a:gd name="connsiteX1" fmla="*/ 12256 w 24213"/>
                <a:gd name="connsiteY1" fmla="*/ 63 h 23537"/>
                <a:gd name="connsiteX2" fmla="*/ 149 w 24213"/>
                <a:gd name="connsiteY2" fmla="*/ 11832 h 23537"/>
                <a:gd name="connsiteX3" fmla="*/ 12256 w 24213"/>
                <a:gd name="connsiteY3" fmla="*/ 23600 h 23537"/>
                <a:gd name="connsiteX4" fmla="*/ 24363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63" y="11832"/>
                  </a:moveTo>
                  <a:cubicBezTo>
                    <a:pt x="24363" y="5392"/>
                    <a:pt x="18881" y="63"/>
                    <a:pt x="12256" y="63"/>
                  </a:cubicBezTo>
                  <a:cubicBezTo>
                    <a:pt x="5632" y="63"/>
                    <a:pt x="149" y="5392"/>
                    <a:pt x="149" y="11832"/>
                  </a:cubicBezTo>
                  <a:cubicBezTo>
                    <a:pt x="149" y="18271"/>
                    <a:pt x="5632" y="23600"/>
                    <a:pt x="12256" y="23600"/>
                  </a:cubicBezTo>
                  <a:cubicBezTo>
                    <a:pt x="18881" y="23600"/>
                    <a:pt x="24363" y="18271"/>
                    <a:pt x="24363"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6" name="Freeform: Shape 445">
              <a:extLst>
                <a:ext uri="{FF2B5EF4-FFF2-40B4-BE49-F238E27FC236}">
                  <a16:creationId xmlns:a16="http://schemas.microsoft.com/office/drawing/2014/main" id="{9D7CCFDB-0B67-FC2F-C89B-61CFACEA7C1A}"/>
                </a:ext>
              </a:extLst>
            </p:cNvPr>
            <p:cNvSpPr/>
            <p:nvPr>
              <p:custDataLst>
                <p:tags r:id="rId196"/>
              </p:custDataLst>
            </p:nvPr>
          </p:nvSpPr>
          <p:spPr>
            <a:xfrm>
              <a:off x="5483429" y="4377357"/>
              <a:ext cx="123810" cy="100589"/>
            </a:xfrm>
            <a:custGeom>
              <a:avLst/>
              <a:gdLst>
                <a:gd name="connsiteX0" fmla="*/ 13631 w 123810"/>
                <a:gd name="connsiteY0" fmla="*/ 85109 h 100589"/>
                <a:gd name="connsiteX1" fmla="*/ 11575 w 123810"/>
                <a:gd name="connsiteY1" fmla="*/ 94657 h 100589"/>
                <a:gd name="connsiteX2" fmla="*/ 18200 w 123810"/>
                <a:gd name="connsiteY2" fmla="*/ 100652 h 100589"/>
                <a:gd name="connsiteX3" fmla="*/ 26652 w 123810"/>
                <a:gd name="connsiteY3" fmla="*/ 94435 h 100589"/>
                <a:gd name="connsiteX4" fmla="*/ 30992 w 123810"/>
                <a:gd name="connsiteY4" fmla="*/ 78003 h 100589"/>
                <a:gd name="connsiteX5" fmla="*/ 36018 w 123810"/>
                <a:gd name="connsiteY5" fmla="*/ 58018 h 100589"/>
                <a:gd name="connsiteX6" fmla="*/ 39901 w 123810"/>
                <a:gd name="connsiteY6" fmla="*/ 43141 h 100589"/>
                <a:gd name="connsiteX7" fmla="*/ 42871 w 123810"/>
                <a:gd name="connsiteY7" fmla="*/ 32038 h 100589"/>
                <a:gd name="connsiteX8" fmla="*/ 80105 w 123810"/>
                <a:gd name="connsiteY8" fmla="*/ 4948 h 100589"/>
                <a:gd name="connsiteX9" fmla="*/ 92440 w 123810"/>
                <a:gd name="connsiteY9" fmla="*/ 20492 h 100589"/>
                <a:gd name="connsiteX10" fmla="*/ 77592 w 123810"/>
                <a:gd name="connsiteY10" fmla="*/ 72230 h 100589"/>
                <a:gd name="connsiteX11" fmla="*/ 75308 w 123810"/>
                <a:gd name="connsiteY11" fmla="*/ 82444 h 100589"/>
                <a:gd name="connsiteX12" fmla="*/ 94039 w 123810"/>
                <a:gd name="connsiteY12" fmla="*/ 100652 h 100589"/>
                <a:gd name="connsiteX13" fmla="*/ 123964 w 123810"/>
                <a:gd name="connsiteY13" fmla="*/ 66456 h 100589"/>
                <a:gd name="connsiteX14" fmla="*/ 121223 w 123810"/>
                <a:gd name="connsiteY14" fmla="*/ 64236 h 100589"/>
                <a:gd name="connsiteX15" fmla="*/ 117796 w 123810"/>
                <a:gd name="connsiteY15" fmla="*/ 68233 h 100589"/>
                <a:gd name="connsiteX16" fmla="*/ 94496 w 123810"/>
                <a:gd name="connsiteY16" fmla="*/ 95767 h 100589"/>
                <a:gd name="connsiteX17" fmla="*/ 89014 w 123810"/>
                <a:gd name="connsiteY17" fmla="*/ 88440 h 100589"/>
                <a:gd name="connsiteX18" fmla="*/ 93126 w 123810"/>
                <a:gd name="connsiteY18" fmla="*/ 72674 h 100589"/>
                <a:gd name="connsiteX19" fmla="*/ 107060 w 123810"/>
                <a:gd name="connsiteY19" fmla="*/ 23822 h 100589"/>
                <a:gd name="connsiteX20" fmla="*/ 80790 w 123810"/>
                <a:gd name="connsiteY20" fmla="*/ 63 h 100589"/>
                <a:gd name="connsiteX21" fmla="*/ 45155 w 123810"/>
                <a:gd name="connsiteY21" fmla="*/ 19381 h 100589"/>
                <a:gd name="connsiteX22" fmla="*/ 24139 w 123810"/>
                <a:gd name="connsiteY22" fmla="*/ 63 h 100589"/>
                <a:gd name="connsiteX23" fmla="*/ 7007 w 123810"/>
                <a:gd name="connsiteY23" fmla="*/ 12720 h 100589"/>
                <a:gd name="connsiteX24" fmla="*/ 154 w 123810"/>
                <a:gd name="connsiteY24" fmla="*/ 34259 h 100589"/>
                <a:gd name="connsiteX25" fmla="*/ 2895 w 123810"/>
                <a:gd name="connsiteY25" fmla="*/ 36479 h 100589"/>
                <a:gd name="connsiteX26" fmla="*/ 6778 w 123810"/>
                <a:gd name="connsiteY26" fmla="*/ 31372 h 100589"/>
                <a:gd name="connsiteX27" fmla="*/ 23454 w 123810"/>
                <a:gd name="connsiteY27" fmla="*/ 4948 h 100589"/>
                <a:gd name="connsiteX28" fmla="*/ 30535 w 123810"/>
                <a:gd name="connsiteY28" fmla="*/ 15162 h 100589"/>
                <a:gd name="connsiteX29" fmla="*/ 26880 w 123810"/>
                <a:gd name="connsiteY29" fmla="*/ 33815 h 100589"/>
                <a:gd name="connsiteX30" fmla="*/ 13631 w 123810"/>
                <a:gd name="connsiteY30" fmla="*/ 85109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3810" h="100589">
                  <a:moveTo>
                    <a:pt x="13631" y="85109"/>
                  </a:moveTo>
                  <a:cubicBezTo>
                    <a:pt x="12946" y="88440"/>
                    <a:pt x="11575" y="93547"/>
                    <a:pt x="11575" y="94657"/>
                  </a:cubicBezTo>
                  <a:cubicBezTo>
                    <a:pt x="11575" y="98654"/>
                    <a:pt x="14773" y="100652"/>
                    <a:pt x="18200" y="100652"/>
                  </a:cubicBezTo>
                  <a:cubicBezTo>
                    <a:pt x="20941" y="100652"/>
                    <a:pt x="25053" y="98876"/>
                    <a:pt x="26652" y="94435"/>
                  </a:cubicBezTo>
                  <a:cubicBezTo>
                    <a:pt x="26880" y="93991"/>
                    <a:pt x="29622" y="83554"/>
                    <a:pt x="30992" y="78003"/>
                  </a:cubicBezTo>
                  <a:lnTo>
                    <a:pt x="36018" y="58018"/>
                  </a:lnTo>
                  <a:cubicBezTo>
                    <a:pt x="37388" y="53133"/>
                    <a:pt x="38759" y="48248"/>
                    <a:pt x="39901" y="43141"/>
                  </a:cubicBezTo>
                  <a:cubicBezTo>
                    <a:pt x="40815" y="39366"/>
                    <a:pt x="42642" y="32927"/>
                    <a:pt x="42871" y="32038"/>
                  </a:cubicBezTo>
                  <a:cubicBezTo>
                    <a:pt x="46297" y="25155"/>
                    <a:pt x="58404" y="4948"/>
                    <a:pt x="80105" y="4948"/>
                  </a:cubicBezTo>
                  <a:cubicBezTo>
                    <a:pt x="90384" y="4948"/>
                    <a:pt x="92440" y="13164"/>
                    <a:pt x="92440" y="20492"/>
                  </a:cubicBezTo>
                  <a:cubicBezTo>
                    <a:pt x="92440" y="34259"/>
                    <a:pt x="81247" y="62682"/>
                    <a:pt x="77592" y="72230"/>
                  </a:cubicBezTo>
                  <a:cubicBezTo>
                    <a:pt x="75536" y="77337"/>
                    <a:pt x="75308" y="80002"/>
                    <a:pt x="75308" y="82444"/>
                  </a:cubicBezTo>
                  <a:cubicBezTo>
                    <a:pt x="75308" y="92881"/>
                    <a:pt x="83303" y="100652"/>
                    <a:pt x="94039" y="100652"/>
                  </a:cubicBezTo>
                  <a:cubicBezTo>
                    <a:pt x="115512" y="100652"/>
                    <a:pt x="123964" y="68233"/>
                    <a:pt x="123964" y="66456"/>
                  </a:cubicBezTo>
                  <a:cubicBezTo>
                    <a:pt x="123964" y="64236"/>
                    <a:pt x="121908" y="64236"/>
                    <a:pt x="121223" y="64236"/>
                  </a:cubicBezTo>
                  <a:cubicBezTo>
                    <a:pt x="118938" y="64236"/>
                    <a:pt x="118938" y="64902"/>
                    <a:pt x="117796" y="68233"/>
                  </a:cubicBezTo>
                  <a:cubicBezTo>
                    <a:pt x="113228" y="83332"/>
                    <a:pt x="105689" y="95767"/>
                    <a:pt x="94496" y="95767"/>
                  </a:cubicBezTo>
                  <a:cubicBezTo>
                    <a:pt x="90613" y="95767"/>
                    <a:pt x="89014" y="93547"/>
                    <a:pt x="89014" y="88440"/>
                  </a:cubicBezTo>
                  <a:cubicBezTo>
                    <a:pt x="89014" y="82888"/>
                    <a:pt x="91070" y="77559"/>
                    <a:pt x="93126" y="72674"/>
                  </a:cubicBezTo>
                  <a:cubicBezTo>
                    <a:pt x="97466" y="60905"/>
                    <a:pt x="107060" y="36479"/>
                    <a:pt x="107060" y="23822"/>
                  </a:cubicBezTo>
                  <a:cubicBezTo>
                    <a:pt x="107060" y="8945"/>
                    <a:pt x="97237" y="63"/>
                    <a:pt x="80790" y="63"/>
                  </a:cubicBezTo>
                  <a:cubicBezTo>
                    <a:pt x="60231" y="63"/>
                    <a:pt x="49038" y="14274"/>
                    <a:pt x="45155" y="19381"/>
                  </a:cubicBezTo>
                  <a:cubicBezTo>
                    <a:pt x="44013" y="6946"/>
                    <a:pt x="34647" y="63"/>
                    <a:pt x="24139" y="63"/>
                  </a:cubicBezTo>
                  <a:cubicBezTo>
                    <a:pt x="13631" y="63"/>
                    <a:pt x="9291" y="8723"/>
                    <a:pt x="7007" y="12720"/>
                  </a:cubicBezTo>
                  <a:cubicBezTo>
                    <a:pt x="3352" y="20270"/>
                    <a:pt x="154" y="33371"/>
                    <a:pt x="154" y="34259"/>
                  </a:cubicBezTo>
                  <a:cubicBezTo>
                    <a:pt x="154" y="36479"/>
                    <a:pt x="2438" y="36479"/>
                    <a:pt x="2895" y="36479"/>
                  </a:cubicBezTo>
                  <a:cubicBezTo>
                    <a:pt x="5179" y="36479"/>
                    <a:pt x="5408" y="36257"/>
                    <a:pt x="6778" y="31372"/>
                  </a:cubicBezTo>
                  <a:cubicBezTo>
                    <a:pt x="10662" y="15606"/>
                    <a:pt x="15230" y="4948"/>
                    <a:pt x="23454" y="4948"/>
                  </a:cubicBezTo>
                  <a:cubicBezTo>
                    <a:pt x="28023" y="4948"/>
                    <a:pt x="30535" y="7835"/>
                    <a:pt x="30535" y="15162"/>
                  </a:cubicBezTo>
                  <a:cubicBezTo>
                    <a:pt x="30535" y="19825"/>
                    <a:pt x="29850" y="22268"/>
                    <a:pt x="26880" y="33815"/>
                  </a:cubicBezTo>
                  <a:lnTo>
                    <a:pt x="13631" y="85109"/>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70" name="Título 1">
            <a:extLst>
              <a:ext uri="{FF2B5EF4-FFF2-40B4-BE49-F238E27FC236}">
                <a16:creationId xmlns:a16="http://schemas.microsoft.com/office/drawing/2014/main" id="{0397C6FF-221D-3A73-454D-2A38BE92F57B}"/>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126" name="Footer Placeholder 4">
            <a:extLst>
              <a:ext uri="{FF2B5EF4-FFF2-40B4-BE49-F238E27FC236}">
                <a16:creationId xmlns:a16="http://schemas.microsoft.com/office/drawing/2014/main" id="{34D2132C-1DE8-13EB-A271-4F4651933CD0}"/>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81" name="TextBox 280">
            <a:extLst>
              <a:ext uri="{FF2B5EF4-FFF2-40B4-BE49-F238E27FC236}">
                <a16:creationId xmlns:a16="http://schemas.microsoft.com/office/drawing/2014/main" id="{984F286F-1CAD-2501-134D-51E458D891FE}"/>
              </a:ext>
            </a:extLst>
          </p:cNvPr>
          <p:cNvSpPr txBox="1"/>
          <p:nvPr/>
        </p:nvSpPr>
        <p:spPr>
          <a:xfrm>
            <a:off x="4085414" y="2703302"/>
            <a:ext cx="3016426" cy="338554"/>
          </a:xfrm>
          <a:prstGeom prst="rect">
            <a:avLst/>
          </a:prstGeom>
          <a:noFill/>
        </p:spPr>
        <p:txBody>
          <a:bodyPr wrap="square">
            <a:spAutoFit/>
          </a:bodyPr>
          <a:lstStyle/>
          <a:p>
            <a:r>
              <a:rPr lang="es-CO" sz="1600" b="1" err="1">
                <a:solidFill>
                  <a:srgbClr val="FF0000"/>
                </a:solidFill>
              </a:rPr>
              <a:t>What</a:t>
            </a:r>
            <a:r>
              <a:rPr lang="es-CO" sz="1600" b="1">
                <a:solidFill>
                  <a:srgbClr val="FF0000"/>
                </a:solidFill>
              </a:rPr>
              <a:t> are </a:t>
            </a:r>
            <a:r>
              <a:rPr lang="es-CO" sz="1600" b="1" err="1">
                <a:solidFill>
                  <a:srgbClr val="FF0000"/>
                </a:solidFill>
              </a:rPr>
              <a:t>we</a:t>
            </a:r>
            <a:r>
              <a:rPr lang="es-CO" sz="1600" b="1">
                <a:solidFill>
                  <a:srgbClr val="FF0000"/>
                </a:solidFill>
              </a:rPr>
              <a:t> </a:t>
            </a:r>
            <a:r>
              <a:rPr lang="es-CO" sz="1600" b="1" err="1">
                <a:solidFill>
                  <a:srgbClr val="FF0000"/>
                </a:solidFill>
              </a:rPr>
              <a:t>looking</a:t>
            </a:r>
            <a:r>
              <a:rPr lang="es-CO" sz="1600" b="1">
                <a:solidFill>
                  <a:srgbClr val="FF0000"/>
                </a:solidFill>
              </a:rPr>
              <a:t> </a:t>
            </a:r>
            <a:r>
              <a:rPr lang="es-CO" sz="1600" b="1" err="1">
                <a:solidFill>
                  <a:srgbClr val="FF0000"/>
                </a:solidFill>
              </a:rPr>
              <a:t>for</a:t>
            </a:r>
            <a:r>
              <a:rPr lang="es-CO" sz="1600" b="1">
                <a:solidFill>
                  <a:srgbClr val="FF0000"/>
                </a:solidFill>
              </a:rPr>
              <a:t>? : </a:t>
            </a:r>
            <a:r>
              <a:rPr lang="el-GR" sz="1600" b="1">
                <a:solidFill>
                  <a:srgbClr val="FF0000"/>
                </a:solidFill>
              </a:rPr>
              <a:t>β</a:t>
            </a:r>
            <a:r>
              <a:rPr lang="es-CO" sz="1600" b="1">
                <a:solidFill>
                  <a:srgbClr val="FF0000"/>
                </a:solidFill>
              </a:rPr>
              <a:t>0</a:t>
            </a:r>
            <a:r>
              <a:rPr lang="el-GR" sz="1600" b="1">
                <a:solidFill>
                  <a:srgbClr val="FF0000"/>
                </a:solidFill>
              </a:rPr>
              <a:t> </a:t>
            </a:r>
            <a:endParaRPr lang="es-CO" sz="1600" b="1">
              <a:solidFill>
                <a:srgbClr val="FF0000"/>
              </a:solidFill>
            </a:endParaRPr>
          </a:p>
        </p:txBody>
      </p:sp>
      <p:grpSp>
        <p:nvGrpSpPr>
          <p:cNvPr id="2" name="Group 1">
            <a:extLst>
              <a:ext uri="{FF2B5EF4-FFF2-40B4-BE49-F238E27FC236}">
                <a16:creationId xmlns:a16="http://schemas.microsoft.com/office/drawing/2014/main" id="{01F64DC8-4D86-7942-10C6-0140641D308E}"/>
              </a:ext>
            </a:extLst>
          </p:cNvPr>
          <p:cNvGrpSpPr>
            <a:grpSpLocks noChangeAspect="1"/>
          </p:cNvGrpSpPr>
          <p:nvPr>
            <p:custDataLst>
              <p:tags r:id="rId6"/>
            </p:custDataLst>
          </p:nvPr>
        </p:nvGrpSpPr>
        <p:grpSpPr>
          <a:xfrm>
            <a:off x="4271761" y="3092485"/>
            <a:ext cx="2585803" cy="507899"/>
            <a:chOff x="6858738" y="4451609"/>
            <a:chExt cx="2585803" cy="507899"/>
          </a:xfrm>
        </p:grpSpPr>
        <p:sp>
          <p:nvSpPr>
            <p:cNvPr id="9" name="Freeform: Shape 8">
              <a:extLst>
                <a:ext uri="{FF2B5EF4-FFF2-40B4-BE49-F238E27FC236}">
                  <a16:creationId xmlns:a16="http://schemas.microsoft.com/office/drawing/2014/main" id="{563E6905-4A98-C4D6-77C3-C4E07111D517}"/>
                </a:ext>
              </a:extLst>
            </p:cNvPr>
            <p:cNvSpPr/>
            <p:nvPr>
              <p:custDataLst>
                <p:tags r:id="rId157"/>
              </p:custDataLst>
            </p:nvPr>
          </p:nvSpPr>
          <p:spPr>
            <a:xfrm>
              <a:off x="6888334" y="4546338"/>
              <a:ext cx="60735" cy="110027"/>
            </a:xfrm>
            <a:custGeom>
              <a:avLst/>
              <a:gdLst>
                <a:gd name="connsiteX0" fmla="*/ 37788 w 60735"/>
                <a:gd name="connsiteY0" fmla="*/ 4702 h 110027"/>
                <a:gd name="connsiteX1" fmla="*/ 32782 w 60735"/>
                <a:gd name="connsiteY1" fmla="*/ 62 h 110027"/>
                <a:gd name="connsiteX2" fmla="*/ 78 w 60735"/>
                <a:gd name="connsiteY2" fmla="*/ 10667 h 110027"/>
                <a:gd name="connsiteX3" fmla="*/ 78 w 60735"/>
                <a:gd name="connsiteY3" fmla="*/ 16633 h 110027"/>
                <a:gd name="connsiteX4" fmla="*/ 24272 w 60735"/>
                <a:gd name="connsiteY4" fmla="*/ 11993 h 110027"/>
                <a:gd name="connsiteX5" fmla="*/ 24272 w 60735"/>
                <a:gd name="connsiteY5" fmla="*/ 96502 h 110027"/>
                <a:gd name="connsiteX6" fmla="*/ 7587 w 60735"/>
                <a:gd name="connsiteY6" fmla="*/ 104125 h 110027"/>
                <a:gd name="connsiteX7" fmla="*/ 1246 w 60735"/>
                <a:gd name="connsiteY7" fmla="*/ 104125 h 110027"/>
                <a:gd name="connsiteX8" fmla="*/ 1246 w 60735"/>
                <a:gd name="connsiteY8" fmla="*/ 110090 h 110027"/>
                <a:gd name="connsiteX9" fmla="*/ 30947 w 60735"/>
                <a:gd name="connsiteY9" fmla="*/ 109427 h 110027"/>
                <a:gd name="connsiteX10" fmla="*/ 60814 w 60735"/>
                <a:gd name="connsiteY10" fmla="*/ 110090 h 110027"/>
                <a:gd name="connsiteX11" fmla="*/ 60814 w 60735"/>
                <a:gd name="connsiteY11" fmla="*/ 104125 h 110027"/>
                <a:gd name="connsiteX12" fmla="*/ 54473 w 60735"/>
                <a:gd name="connsiteY12" fmla="*/ 104125 h 110027"/>
                <a:gd name="connsiteX13" fmla="*/ 37788 w 60735"/>
                <a:gd name="connsiteY13" fmla="*/ 96502 h 110027"/>
                <a:gd name="connsiteX14" fmla="*/ 37788 w 60735"/>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35" h="110027">
                  <a:moveTo>
                    <a:pt x="37788" y="4702"/>
                  </a:moveTo>
                  <a:cubicBezTo>
                    <a:pt x="37788" y="228"/>
                    <a:pt x="37454" y="62"/>
                    <a:pt x="32782" y="62"/>
                  </a:cubicBezTo>
                  <a:cubicBezTo>
                    <a:pt x="22103" y="10502"/>
                    <a:pt x="6919" y="10667"/>
                    <a:pt x="78" y="10667"/>
                  </a:cubicBezTo>
                  <a:lnTo>
                    <a:pt x="78" y="16633"/>
                  </a:lnTo>
                  <a:cubicBezTo>
                    <a:pt x="4083" y="16633"/>
                    <a:pt x="15095" y="16633"/>
                    <a:pt x="24272" y="11993"/>
                  </a:cubicBezTo>
                  <a:lnTo>
                    <a:pt x="24272" y="96502"/>
                  </a:lnTo>
                  <a:cubicBezTo>
                    <a:pt x="24272" y="101970"/>
                    <a:pt x="24272" y="104125"/>
                    <a:pt x="7587" y="104125"/>
                  </a:cubicBezTo>
                  <a:lnTo>
                    <a:pt x="1246" y="104125"/>
                  </a:lnTo>
                  <a:lnTo>
                    <a:pt x="1246" y="110090"/>
                  </a:lnTo>
                  <a:cubicBezTo>
                    <a:pt x="4250" y="109924"/>
                    <a:pt x="24773" y="109427"/>
                    <a:pt x="30947" y="109427"/>
                  </a:cubicBezTo>
                  <a:cubicBezTo>
                    <a:pt x="36119" y="109427"/>
                    <a:pt x="57143" y="109924"/>
                    <a:pt x="60814" y="110090"/>
                  </a:cubicBezTo>
                  <a:lnTo>
                    <a:pt x="60814" y="104125"/>
                  </a:lnTo>
                  <a:lnTo>
                    <a:pt x="54473" y="104125"/>
                  </a:lnTo>
                  <a:cubicBezTo>
                    <a:pt x="37788" y="104125"/>
                    <a:pt x="37788" y="101970"/>
                    <a:pt x="37788" y="96502"/>
                  </a:cubicBezTo>
                  <a:lnTo>
                    <a:pt x="37788"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 name="Freeform: Shape 9">
              <a:extLst>
                <a:ext uri="{FF2B5EF4-FFF2-40B4-BE49-F238E27FC236}">
                  <a16:creationId xmlns:a16="http://schemas.microsoft.com/office/drawing/2014/main" id="{001FE2F6-962A-C352-1C69-89D663E649CB}"/>
                </a:ext>
              </a:extLst>
            </p:cNvPr>
            <p:cNvSpPr/>
            <p:nvPr>
              <p:custDataLst>
                <p:tags r:id="rId158"/>
              </p:custDataLst>
            </p:nvPr>
          </p:nvSpPr>
          <p:spPr>
            <a:xfrm>
              <a:off x="6858738" y="4685655"/>
              <a:ext cx="117831" cy="9468"/>
            </a:xfrm>
            <a:custGeom>
              <a:avLst/>
              <a:gdLst>
                <a:gd name="connsiteX0" fmla="*/ 0 w 117831"/>
                <a:gd name="connsiteY0" fmla="*/ 0 h 9468"/>
                <a:gd name="connsiteX1" fmla="*/ 117831 w 117831"/>
                <a:gd name="connsiteY1" fmla="*/ 0 h 9468"/>
                <a:gd name="connsiteX2" fmla="*/ 117831 w 117831"/>
                <a:gd name="connsiteY2" fmla="*/ 9468 h 9468"/>
                <a:gd name="connsiteX3" fmla="*/ 0 w 117831"/>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831" h="9468">
                  <a:moveTo>
                    <a:pt x="0" y="0"/>
                  </a:moveTo>
                  <a:lnTo>
                    <a:pt x="117831" y="0"/>
                  </a:lnTo>
                  <a:lnTo>
                    <a:pt x="117831"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5" name="Freeform: Shape 14">
              <a:extLst>
                <a:ext uri="{FF2B5EF4-FFF2-40B4-BE49-F238E27FC236}">
                  <a16:creationId xmlns:a16="http://schemas.microsoft.com/office/drawing/2014/main" id="{5FF0596D-5440-2511-EACD-4B706CF39A95}"/>
                </a:ext>
              </a:extLst>
            </p:cNvPr>
            <p:cNvSpPr/>
            <p:nvPr>
              <p:custDataLst>
                <p:tags r:id="rId159"/>
              </p:custDataLst>
            </p:nvPr>
          </p:nvSpPr>
          <p:spPr>
            <a:xfrm>
              <a:off x="6866580" y="4758125"/>
              <a:ext cx="101948" cy="74732"/>
            </a:xfrm>
            <a:custGeom>
              <a:avLst/>
              <a:gdLst>
                <a:gd name="connsiteX0" fmla="*/ 12592 w 101948"/>
                <a:gd name="connsiteY0" fmla="*/ 62706 h 74732"/>
                <a:gd name="connsiteX1" fmla="*/ 10923 w 101948"/>
                <a:gd name="connsiteY1" fmla="*/ 69500 h 74732"/>
                <a:gd name="connsiteX2" fmla="*/ 16597 w 101948"/>
                <a:gd name="connsiteY2" fmla="*/ 74802 h 74732"/>
                <a:gd name="connsiteX3" fmla="*/ 23104 w 101948"/>
                <a:gd name="connsiteY3" fmla="*/ 71157 h 74732"/>
                <a:gd name="connsiteX4" fmla="*/ 26107 w 101948"/>
                <a:gd name="connsiteY4" fmla="*/ 60883 h 74732"/>
                <a:gd name="connsiteX5" fmla="*/ 29778 w 101948"/>
                <a:gd name="connsiteY5" fmla="*/ 45970 h 74732"/>
                <a:gd name="connsiteX6" fmla="*/ 32615 w 101948"/>
                <a:gd name="connsiteY6" fmla="*/ 34868 h 74732"/>
                <a:gd name="connsiteX7" fmla="*/ 39623 w 101948"/>
                <a:gd name="connsiteY7" fmla="*/ 19954 h 74732"/>
                <a:gd name="connsiteX8" fmla="*/ 64651 w 101948"/>
                <a:gd name="connsiteY8" fmla="*/ 4709 h 74732"/>
                <a:gd name="connsiteX9" fmla="*/ 74495 w 101948"/>
                <a:gd name="connsiteY9" fmla="*/ 16309 h 74732"/>
                <a:gd name="connsiteX10" fmla="*/ 64651 w 101948"/>
                <a:gd name="connsiteY10" fmla="*/ 51604 h 74732"/>
                <a:gd name="connsiteX11" fmla="*/ 62148 w 101948"/>
                <a:gd name="connsiteY11" fmla="*/ 60552 h 74732"/>
                <a:gd name="connsiteX12" fmla="*/ 77999 w 101948"/>
                <a:gd name="connsiteY12" fmla="*/ 74802 h 74732"/>
                <a:gd name="connsiteX13" fmla="*/ 102026 w 101948"/>
                <a:gd name="connsiteY13" fmla="*/ 49450 h 74732"/>
                <a:gd name="connsiteX14" fmla="*/ 99357 w 101948"/>
                <a:gd name="connsiteY14" fmla="*/ 47295 h 74732"/>
                <a:gd name="connsiteX15" fmla="*/ 96186 w 101948"/>
                <a:gd name="connsiteY15" fmla="*/ 50112 h 74732"/>
                <a:gd name="connsiteX16" fmla="*/ 78500 w 101948"/>
                <a:gd name="connsiteY16" fmla="*/ 70163 h 74732"/>
                <a:gd name="connsiteX17" fmla="*/ 74328 w 101948"/>
                <a:gd name="connsiteY17" fmla="*/ 64363 h 74732"/>
                <a:gd name="connsiteX18" fmla="*/ 78166 w 101948"/>
                <a:gd name="connsiteY18" fmla="*/ 50941 h 74732"/>
                <a:gd name="connsiteX19" fmla="*/ 87009 w 101948"/>
                <a:gd name="connsiteY19" fmla="*/ 18960 h 74732"/>
                <a:gd name="connsiteX20" fmla="*/ 65318 w 101948"/>
                <a:gd name="connsiteY20" fmla="*/ 70 h 74732"/>
                <a:gd name="connsiteX21" fmla="*/ 37120 w 101948"/>
                <a:gd name="connsiteY21" fmla="*/ 15149 h 74732"/>
                <a:gd name="connsiteX22" fmla="*/ 19266 w 101948"/>
                <a:gd name="connsiteY22" fmla="*/ 70 h 74732"/>
                <a:gd name="connsiteX23" fmla="*/ 6085 w 101948"/>
                <a:gd name="connsiteY23" fmla="*/ 9018 h 74732"/>
                <a:gd name="connsiteX24" fmla="*/ 78 w 101948"/>
                <a:gd name="connsiteY24" fmla="*/ 25422 h 74732"/>
                <a:gd name="connsiteX25" fmla="*/ 2914 w 101948"/>
                <a:gd name="connsiteY25" fmla="*/ 27577 h 74732"/>
                <a:gd name="connsiteX26" fmla="*/ 6585 w 101948"/>
                <a:gd name="connsiteY26" fmla="*/ 22605 h 74732"/>
                <a:gd name="connsiteX27" fmla="*/ 18766 w 101948"/>
                <a:gd name="connsiteY27" fmla="*/ 4709 h 74732"/>
                <a:gd name="connsiteX28" fmla="*/ 24272 w 101948"/>
                <a:gd name="connsiteY28" fmla="*/ 12829 h 74732"/>
                <a:gd name="connsiteX29" fmla="*/ 21602 w 101948"/>
                <a:gd name="connsiteY29" fmla="*/ 26582 h 74732"/>
                <a:gd name="connsiteX30" fmla="*/ 17931 w 101948"/>
                <a:gd name="connsiteY30" fmla="*/ 41496 h 74732"/>
                <a:gd name="connsiteX31" fmla="*/ 12592 w 101948"/>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948" h="74732">
                  <a:moveTo>
                    <a:pt x="12592" y="62706"/>
                  </a:moveTo>
                  <a:cubicBezTo>
                    <a:pt x="11925" y="64860"/>
                    <a:pt x="10923" y="69003"/>
                    <a:pt x="10923" y="69500"/>
                  </a:cubicBezTo>
                  <a:cubicBezTo>
                    <a:pt x="10923" y="73145"/>
                    <a:pt x="13927" y="74802"/>
                    <a:pt x="16597" y="74802"/>
                  </a:cubicBezTo>
                  <a:cubicBezTo>
                    <a:pt x="19600" y="74802"/>
                    <a:pt x="22270" y="72648"/>
                    <a:pt x="23104" y="71157"/>
                  </a:cubicBezTo>
                  <a:cubicBezTo>
                    <a:pt x="23938" y="69666"/>
                    <a:pt x="25273" y="64363"/>
                    <a:pt x="26107" y="60883"/>
                  </a:cubicBezTo>
                  <a:cubicBezTo>
                    <a:pt x="26942" y="57735"/>
                    <a:pt x="28777" y="50112"/>
                    <a:pt x="29778" y="45970"/>
                  </a:cubicBezTo>
                  <a:cubicBezTo>
                    <a:pt x="30779" y="42324"/>
                    <a:pt x="31780" y="38679"/>
                    <a:pt x="32615" y="34868"/>
                  </a:cubicBezTo>
                  <a:cubicBezTo>
                    <a:pt x="34450" y="28074"/>
                    <a:pt x="34784" y="26748"/>
                    <a:pt x="39623" y="19954"/>
                  </a:cubicBezTo>
                  <a:cubicBezTo>
                    <a:pt x="44295" y="13326"/>
                    <a:pt x="52137" y="4709"/>
                    <a:pt x="64651" y="4709"/>
                  </a:cubicBezTo>
                  <a:cubicBezTo>
                    <a:pt x="74328" y="4709"/>
                    <a:pt x="74495" y="13160"/>
                    <a:pt x="74495" y="16309"/>
                  </a:cubicBezTo>
                  <a:cubicBezTo>
                    <a:pt x="74495" y="26251"/>
                    <a:pt x="67321" y="44644"/>
                    <a:pt x="64651" y="51604"/>
                  </a:cubicBezTo>
                  <a:cubicBezTo>
                    <a:pt x="62815" y="56243"/>
                    <a:pt x="62148" y="57735"/>
                    <a:pt x="62148" y="60552"/>
                  </a:cubicBezTo>
                  <a:cubicBezTo>
                    <a:pt x="62148" y="69334"/>
                    <a:pt x="69490" y="74802"/>
                    <a:pt x="77999" y="74802"/>
                  </a:cubicBezTo>
                  <a:cubicBezTo>
                    <a:pt x="94685" y="74802"/>
                    <a:pt x="102026" y="51935"/>
                    <a:pt x="102026" y="49450"/>
                  </a:cubicBezTo>
                  <a:cubicBezTo>
                    <a:pt x="102026" y="47295"/>
                    <a:pt x="99857" y="47295"/>
                    <a:pt x="99357" y="47295"/>
                  </a:cubicBezTo>
                  <a:cubicBezTo>
                    <a:pt x="97021" y="47295"/>
                    <a:pt x="96854" y="48290"/>
                    <a:pt x="96186" y="50112"/>
                  </a:cubicBezTo>
                  <a:cubicBezTo>
                    <a:pt x="92349" y="63369"/>
                    <a:pt x="85174" y="70163"/>
                    <a:pt x="78500" y="70163"/>
                  </a:cubicBezTo>
                  <a:cubicBezTo>
                    <a:pt x="74996" y="70163"/>
                    <a:pt x="74328" y="67843"/>
                    <a:pt x="74328" y="64363"/>
                  </a:cubicBezTo>
                  <a:cubicBezTo>
                    <a:pt x="74328" y="60552"/>
                    <a:pt x="75163" y="58398"/>
                    <a:pt x="78166" y="50941"/>
                  </a:cubicBezTo>
                  <a:cubicBezTo>
                    <a:pt x="80168" y="45804"/>
                    <a:pt x="87009" y="28239"/>
                    <a:pt x="87009" y="18960"/>
                  </a:cubicBezTo>
                  <a:cubicBezTo>
                    <a:pt x="87009" y="2887"/>
                    <a:pt x="74162" y="70"/>
                    <a:pt x="65318" y="70"/>
                  </a:cubicBezTo>
                  <a:cubicBezTo>
                    <a:pt x="51469" y="70"/>
                    <a:pt x="42125" y="8521"/>
                    <a:pt x="37120" y="15149"/>
                  </a:cubicBezTo>
                  <a:cubicBezTo>
                    <a:pt x="35952" y="3715"/>
                    <a:pt x="26107" y="70"/>
                    <a:pt x="19266" y="70"/>
                  </a:cubicBezTo>
                  <a:cubicBezTo>
                    <a:pt x="12091" y="70"/>
                    <a:pt x="8254" y="5207"/>
                    <a:pt x="6085" y="9018"/>
                  </a:cubicBezTo>
                  <a:cubicBezTo>
                    <a:pt x="2414" y="15149"/>
                    <a:pt x="78" y="24594"/>
                    <a:pt x="78" y="25422"/>
                  </a:cubicBezTo>
                  <a:cubicBezTo>
                    <a:pt x="78" y="27577"/>
                    <a:pt x="2414" y="27577"/>
                    <a:pt x="2914" y="27577"/>
                  </a:cubicBezTo>
                  <a:cubicBezTo>
                    <a:pt x="5250" y="27577"/>
                    <a:pt x="5417" y="27079"/>
                    <a:pt x="6585" y="22605"/>
                  </a:cubicBezTo>
                  <a:cubicBezTo>
                    <a:pt x="9088" y="12829"/>
                    <a:pt x="12258" y="4709"/>
                    <a:pt x="18766" y="4709"/>
                  </a:cubicBezTo>
                  <a:cubicBezTo>
                    <a:pt x="23104" y="4709"/>
                    <a:pt x="24272" y="8355"/>
                    <a:pt x="24272" y="12829"/>
                  </a:cubicBezTo>
                  <a:cubicBezTo>
                    <a:pt x="24272" y="15977"/>
                    <a:pt x="22770" y="22108"/>
                    <a:pt x="21602" y="26582"/>
                  </a:cubicBezTo>
                  <a:cubicBezTo>
                    <a:pt x="20434" y="31056"/>
                    <a:pt x="18766" y="37850"/>
                    <a:pt x="17931" y="41496"/>
                  </a:cubicBezTo>
                  <a:lnTo>
                    <a:pt x="12592"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 name="Freeform: Shape 25">
              <a:extLst>
                <a:ext uri="{FF2B5EF4-FFF2-40B4-BE49-F238E27FC236}">
                  <a16:creationId xmlns:a16="http://schemas.microsoft.com/office/drawing/2014/main" id="{E5395C19-99A3-93AB-6E5B-D0B5DEF68D7D}"/>
                </a:ext>
              </a:extLst>
            </p:cNvPr>
            <p:cNvSpPr/>
            <p:nvPr>
              <p:custDataLst>
                <p:tags r:id="rId160"/>
              </p:custDataLst>
            </p:nvPr>
          </p:nvSpPr>
          <p:spPr>
            <a:xfrm>
              <a:off x="7148219" y="4451609"/>
              <a:ext cx="101948" cy="74732"/>
            </a:xfrm>
            <a:custGeom>
              <a:avLst/>
              <a:gdLst>
                <a:gd name="connsiteX0" fmla="*/ 12604 w 101948"/>
                <a:gd name="connsiteY0" fmla="*/ 62693 h 74732"/>
                <a:gd name="connsiteX1" fmla="*/ 10935 w 101948"/>
                <a:gd name="connsiteY1" fmla="*/ 69487 h 74732"/>
                <a:gd name="connsiteX2" fmla="*/ 16608 w 101948"/>
                <a:gd name="connsiteY2" fmla="*/ 74789 h 74732"/>
                <a:gd name="connsiteX3" fmla="*/ 23116 w 101948"/>
                <a:gd name="connsiteY3" fmla="*/ 71144 h 74732"/>
                <a:gd name="connsiteX4" fmla="*/ 26119 w 101948"/>
                <a:gd name="connsiteY4" fmla="*/ 60870 h 74732"/>
                <a:gd name="connsiteX5" fmla="*/ 29790 w 101948"/>
                <a:gd name="connsiteY5" fmla="*/ 45957 h 74732"/>
                <a:gd name="connsiteX6" fmla="*/ 32626 w 101948"/>
                <a:gd name="connsiteY6" fmla="*/ 34855 h 74732"/>
                <a:gd name="connsiteX7" fmla="*/ 39634 w 101948"/>
                <a:gd name="connsiteY7" fmla="*/ 19941 h 74732"/>
                <a:gd name="connsiteX8" fmla="*/ 64663 w 101948"/>
                <a:gd name="connsiteY8" fmla="*/ 4697 h 74732"/>
                <a:gd name="connsiteX9" fmla="*/ 74507 w 101948"/>
                <a:gd name="connsiteY9" fmla="*/ 16296 h 74732"/>
                <a:gd name="connsiteX10" fmla="*/ 64663 w 101948"/>
                <a:gd name="connsiteY10" fmla="*/ 51591 h 74732"/>
                <a:gd name="connsiteX11" fmla="*/ 62160 w 101948"/>
                <a:gd name="connsiteY11" fmla="*/ 60539 h 74732"/>
                <a:gd name="connsiteX12" fmla="*/ 78011 w 101948"/>
                <a:gd name="connsiteY12" fmla="*/ 74789 h 74732"/>
                <a:gd name="connsiteX13" fmla="*/ 102038 w 101948"/>
                <a:gd name="connsiteY13" fmla="*/ 49437 h 74732"/>
                <a:gd name="connsiteX14" fmla="*/ 99369 w 101948"/>
                <a:gd name="connsiteY14" fmla="*/ 47283 h 74732"/>
                <a:gd name="connsiteX15" fmla="*/ 96198 w 101948"/>
                <a:gd name="connsiteY15" fmla="*/ 50099 h 74732"/>
                <a:gd name="connsiteX16" fmla="*/ 78512 w 101948"/>
                <a:gd name="connsiteY16" fmla="*/ 70150 h 74732"/>
                <a:gd name="connsiteX17" fmla="*/ 74340 w 101948"/>
                <a:gd name="connsiteY17" fmla="*/ 64350 h 74732"/>
                <a:gd name="connsiteX18" fmla="*/ 78178 w 101948"/>
                <a:gd name="connsiteY18" fmla="*/ 50928 h 74732"/>
                <a:gd name="connsiteX19" fmla="*/ 87021 w 101948"/>
                <a:gd name="connsiteY19" fmla="*/ 18947 h 74732"/>
                <a:gd name="connsiteX20" fmla="*/ 65330 w 101948"/>
                <a:gd name="connsiteY20" fmla="*/ 57 h 74732"/>
                <a:gd name="connsiteX21" fmla="*/ 37132 w 101948"/>
                <a:gd name="connsiteY21" fmla="*/ 15136 h 74732"/>
                <a:gd name="connsiteX22" fmla="*/ 19278 w 101948"/>
                <a:gd name="connsiteY22" fmla="*/ 57 h 74732"/>
                <a:gd name="connsiteX23" fmla="*/ 6096 w 101948"/>
                <a:gd name="connsiteY23" fmla="*/ 9005 h 74732"/>
                <a:gd name="connsiteX24" fmla="*/ 90 w 101948"/>
                <a:gd name="connsiteY24" fmla="*/ 25410 h 74732"/>
                <a:gd name="connsiteX25" fmla="*/ 2926 w 101948"/>
                <a:gd name="connsiteY25" fmla="*/ 27564 h 74732"/>
                <a:gd name="connsiteX26" fmla="*/ 6597 w 101948"/>
                <a:gd name="connsiteY26" fmla="*/ 22593 h 74732"/>
                <a:gd name="connsiteX27" fmla="*/ 18777 w 101948"/>
                <a:gd name="connsiteY27" fmla="*/ 4697 h 74732"/>
                <a:gd name="connsiteX28" fmla="*/ 24284 w 101948"/>
                <a:gd name="connsiteY28" fmla="*/ 12816 h 74732"/>
                <a:gd name="connsiteX29" fmla="*/ 21614 w 101948"/>
                <a:gd name="connsiteY29" fmla="*/ 26569 h 74732"/>
                <a:gd name="connsiteX30" fmla="*/ 17943 w 101948"/>
                <a:gd name="connsiteY30" fmla="*/ 41483 h 74732"/>
                <a:gd name="connsiteX31" fmla="*/ 12604 w 101948"/>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948" h="74732">
                  <a:moveTo>
                    <a:pt x="12604" y="62693"/>
                  </a:moveTo>
                  <a:cubicBezTo>
                    <a:pt x="11936" y="64847"/>
                    <a:pt x="10935" y="68990"/>
                    <a:pt x="10935" y="69487"/>
                  </a:cubicBezTo>
                  <a:cubicBezTo>
                    <a:pt x="10935" y="73132"/>
                    <a:pt x="13939" y="74789"/>
                    <a:pt x="16608" y="74789"/>
                  </a:cubicBezTo>
                  <a:cubicBezTo>
                    <a:pt x="19612" y="74789"/>
                    <a:pt x="22281" y="72635"/>
                    <a:pt x="23116" y="71144"/>
                  </a:cubicBezTo>
                  <a:cubicBezTo>
                    <a:pt x="23950" y="69653"/>
                    <a:pt x="25285" y="64350"/>
                    <a:pt x="26119" y="60870"/>
                  </a:cubicBezTo>
                  <a:cubicBezTo>
                    <a:pt x="26953" y="57722"/>
                    <a:pt x="28789" y="50099"/>
                    <a:pt x="29790" y="45957"/>
                  </a:cubicBezTo>
                  <a:cubicBezTo>
                    <a:pt x="30791" y="42311"/>
                    <a:pt x="31792" y="38666"/>
                    <a:pt x="32626" y="34855"/>
                  </a:cubicBezTo>
                  <a:cubicBezTo>
                    <a:pt x="34462" y="28061"/>
                    <a:pt x="34796" y="26735"/>
                    <a:pt x="39634" y="19941"/>
                  </a:cubicBezTo>
                  <a:cubicBezTo>
                    <a:pt x="44306" y="13313"/>
                    <a:pt x="52148" y="4697"/>
                    <a:pt x="64663" y="4697"/>
                  </a:cubicBezTo>
                  <a:cubicBezTo>
                    <a:pt x="74340" y="4697"/>
                    <a:pt x="74507" y="13147"/>
                    <a:pt x="74507" y="16296"/>
                  </a:cubicBezTo>
                  <a:cubicBezTo>
                    <a:pt x="74507" y="26238"/>
                    <a:pt x="67332" y="44631"/>
                    <a:pt x="64663" y="51591"/>
                  </a:cubicBezTo>
                  <a:cubicBezTo>
                    <a:pt x="62827" y="56231"/>
                    <a:pt x="62160" y="57722"/>
                    <a:pt x="62160" y="60539"/>
                  </a:cubicBezTo>
                  <a:cubicBezTo>
                    <a:pt x="62160" y="69321"/>
                    <a:pt x="69501" y="74789"/>
                    <a:pt x="78011" y="74789"/>
                  </a:cubicBezTo>
                  <a:cubicBezTo>
                    <a:pt x="94697" y="74789"/>
                    <a:pt x="102038" y="51922"/>
                    <a:pt x="102038" y="49437"/>
                  </a:cubicBezTo>
                  <a:cubicBezTo>
                    <a:pt x="102038" y="47283"/>
                    <a:pt x="99869" y="47283"/>
                    <a:pt x="99369" y="47283"/>
                  </a:cubicBezTo>
                  <a:cubicBezTo>
                    <a:pt x="97033" y="47283"/>
                    <a:pt x="96866" y="48277"/>
                    <a:pt x="96198" y="50099"/>
                  </a:cubicBezTo>
                  <a:cubicBezTo>
                    <a:pt x="92361" y="63356"/>
                    <a:pt x="85186" y="70150"/>
                    <a:pt x="78512" y="70150"/>
                  </a:cubicBezTo>
                  <a:cubicBezTo>
                    <a:pt x="75008" y="70150"/>
                    <a:pt x="74340" y="67830"/>
                    <a:pt x="74340" y="64350"/>
                  </a:cubicBezTo>
                  <a:cubicBezTo>
                    <a:pt x="74340" y="60539"/>
                    <a:pt x="75175" y="58385"/>
                    <a:pt x="78178" y="50928"/>
                  </a:cubicBezTo>
                  <a:cubicBezTo>
                    <a:pt x="80180" y="45791"/>
                    <a:pt x="87021" y="28227"/>
                    <a:pt x="87021" y="18947"/>
                  </a:cubicBezTo>
                  <a:cubicBezTo>
                    <a:pt x="87021" y="2874"/>
                    <a:pt x="74173" y="57"/>
                    <a:pt x="65330" y="57"/>
                  </a:cubicBezTo>
                  <a:cubicBezTo>
                    <a:pt x="51481" y="57"/>
                    <a:pt x="42137" y="8508"/>
                    <a:pt x="37132" y="15136"/>
                  </a:cubicBezTo>
                  <a:cubicBezTo>
                    <a:pt x="35964" y="3702"/>
                    <a:pt x="26119" y="57"/>
                    <a:pt x="19278" y="57"/>
                  </a:cubicBezTo>
                  <a:cubicBezTo>
                    <a:pt x="12103" y="57"/>
                    <a:pt x="8266" y="5194"/>
                    <a:pt x="6096" y="9005"/>
                  </a:cubicBezTo>
                  <a:cubicBezTo>
                    <a:pt x="2426" y="15136"/>
                    <a:pt x="90" y="24581"/>
                    <a:pt x="90" y="25410"/>
                  </a:cubicBezTo>
                  <a:cubicBezTo>
                    <a:pt x="90" y="27564"/>
                    <a:pt x="2426" y="27564"/>
                    <a:pt x="2926" y="27564"/>
                  </a:cubicBezTo>
                  <a:cubicBezTo>
                    <a:pt x="5262" y="27564"/>
                    <a:pt x="5429" y="27067"/>
                    <a:pt x="6597" y="22593"/>
                  </a:cubicBezTo>
                  <a:cubicBezTo>
                    <a:pt x="9100" y="12816"/>
                    <a:pt x="12270" y="4697"/>
                    <a:pt x="18777" y="4697"/>
                  </a:cubicBezTo>
                  <a:cubicBezTo>
                    <a:pt x="23116" y="4697"/>
                    <a:pt x="24284" y="8342"/>
                    <a:pt x="24284" y="12816"/>
                  </a:cubicBezTo>
                  <a:cubicBezTo>
                    <a:pt x="24284" y="15964"/>
                    <a:pt x="22782" y="22095"/>
                    <a:pt x="21614" y="26569"/>
                  </a:cubicBezTo>
                  <a:cubicBezTo>
                    <a:pt x="20446" y="31044"/>
                    <a:pt x="18777" y="37837"/>
                    <a:pt x="17943" y="41483"/>
                  </a:cubicBezTo>
                  <a:lnTo>
                    <a:pt x="12604"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 name="Freeform: Shape 26">
              <a:extLst>
                <a:ext uri="{FF2B5EF4-FFF2-40B4-BE49-F238E27FC236}">
                  <a16:creationId xmlns:a16="http://schemas.microsoft.com/office/drawing/2014/main" id="{72E4C5F9-6DB3-CA35-9DA4-84DD74AA93B5}"/>
                </a:ext>
              </a:extLst>
            </p:cNvPr>
            <p:cNvSpPr/>
            <p:nvPr>
              <p:custDataLst>
                <p:tags r:id="rId161"/>
              </p:custDataLst>
            </p:nvPr>
          </p:nvSpPr>
          <p:spPr>
            <a:xfrm>
              <a:off x="7086837" y="4572028"/>
              <a:ext cx="224777" cy="236720"/>
            </a:xfrm>
            <a:custGeom>
              <a:avLst/>
              <a:gdLst>
                <a:gd name="connsiteX0" fmla="*/ 87090 w 224777"/>
                <a:gd name="connsiteY0" fmla="*/ 126467 h 236720"/>
                <a:gd name="connsiteX1" fmla="*/ 2471 w 224777"/>
                <a:gd name="connsiteY1" fmla="*/ 230388 h 236720"/>
                <a:gd name="connsiteX2" fmla="*/ 325 w 224777"/>
                <a:gd name="connsiteY2" fmla="*/ 234175 h 236720"/>
                <a:gd name="connsiteX3" fmla="*/ 6761 w 224777"/>
                <a:gd name="connsiteY3" fmla="*/ 236779 h 236720"/>
                <a:gd name="connsiteX4" fmla="*/ 204365 w 224777"/>
                <a:gd name="connsiteY4" fmla="*/ 236779 h 236720"/>
                <a:gd name="connsiteX5" fmla="*/ 224865 w 224777"/>
                <a:gd name="connsiteY5" fmla="*/ 177836 h 236720"/>
                <a:gd name="connsiteX6" fmla="*/ 218906 w 224777"/>
                <a:gd name="connsiteY6" fmla="*/ 177836 h 236720"/>
                <a:gd name="connsiteX7" fmla="*/ 176715 w 224777"/>
                <a:gd name="connsiteY7" fmla="*/ 216895 h 236720"/>
                <a:gd name="connsiteX8" fmla="*/ 121414 w 224777"/>
                <a:gd name="connsiteY8" fmla="*/ 223760 h 236720"/>
                <a:gd name="connsiteX9" fmla="*/ 20110 w 224777"/>
                <a:gd name="connsiteY9" fmla="*/ 223760 h 236720"/>
                <a:gd name="connsiteX10" fmla="*/ 102822 w 224777"/>
                <a:gd name="connsiteY10" fmla="*/ 122207 h 236720"/>
                <a:gd name="connsiteX11" fmla="*/ 104967 w 224777"/>
                <a:gd name="connsiteY11" fmla="*/ 118419 h 236720"/>
                <a:gd name="connsiteX12" fmla="*/ 103299 w 224777"/>
                <a:gd name="connsiteY12" fmla="*/ 115105 h 236720"/>
                <a:gd name="connsiteX13" fmla="*/ 25830 w 224777"/>
                <a:gd name="connsiteY13" fmla="*/ 9528 h 236720"/>
                <a:gd name="connsiteX14" fmla="*/ 120223 w 224777"/>
                <a:gd name="connsiteY14" fmla="*/ 9528 h 236720"/>
                <a:gd name="connsiteX15" fmla="*/ 218906 w 224777"/>
                <a:gd name="connsiteY15" fmla="*/ 55451 h 236720"/>
                <a:gd name="connsiteX16" fmla="*/ 224865 w 224777"/>
                <a:gd name="connsiteY16" fmla="*/ 55451 h 236720"/>
                <a:gd name="connsiteX17" fmla="*/ 204365 w 224777"/>
                <a:gd name="connsiteY17" fmla="*/ 59 h 236720"/>
                <a:gd name="connsiteX18" fmla="*/ 6761 w 224777"/>
                <a:gd name="connsiteY18" fmla="*/ 59 h 236720"/>
                <a:gd name="connsiteX19" fmla="*/ 87 w 224777"/>
                <a:gd name="connsiteY19" fmla="*/ 7634 h 236720"/>
                <a:gd name="connsiteX20" fmla="*/ 87090 w 22477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777" h="236720">
                  <a:moveTo>
                    <a:pt x="87090" y="126467"/>
                  </a:moveTo>
                  <a:lnTo>
                    <a:pt x="2471" y="230388"/>
                  </a:lnTo>
                  <a:cubicBezTo>
                    <a:pt x="564" y="232755"/>
                    <a:pt x="325" y="233228"/>
                    <a:pt x="325" y="234175"/>
                  </a:cubicBezTo>
                  <a:cubicBezTo>
                    <a:pt x="325" y="236779"/>
                    <a:pt x="2471" y="236779"/>
                    <a:pt x="6761" y="236779"/>
                  </a:cubicBezTo>
                  <a:lnTo>
                    <a:pt x="204365" y="236779"/>
                  </a:lnTo>
                  <a:lnTo>
                    <a:pt x="224865" y="177836"/>
                  </a:lnTo>
                  <a:lnTo>
                    <a:pt x="218906" y="177836"/>
                  </a:lnTo>
                  <a:cubicBezTo>
                    <a:pt x="212946" y="195590"/>
                    <a:pt x="196976" y="210030"/>
                    <a:pt x="176715" y="216895"/>
                  </a:cubicBezTo>
                  <a:cubicBezTo>
                    <a:pt x="172901" y="218078"/>
                    <a:pt x="156454" y="223760"/>
                    <a:pt x="121414" y="223760"/>
                  </a:cubicBezTo>
                  <a:lnTo>
                    <a:pt x="20110" y="223760"/>
                  </a:lnTo>
                  <a:lnTo>
                    <a:pt x="102822" y="122207"/>
                  </a:lnTo>
                  <a:cubicBezTo>
                    <a:pt x="104491" y="120076"/>
                    <a:pt x="104967" y="119366"/>
                    <a:pt x="104967" y="118419"/>
                  </a:cubicBezTo>
                  <a:cubicBezTo>
                    <a:pt x="104967" y="117472"/>
                    <a:pt x="104729" y="117235"/>
                    <a:pt x="103299" y="115105"/>
                  </a:cubicBezTo>
                  <a:lnTo>
                    <a:pt x="25830" y="9528"/>
                  </a:lnTo>
                  <a:lnTo>
                    <a:pt x="120223" y="9528"/>
                  </a:lnTo>
                  <a:cubicBezTo>
                    <a:pt x="147396" y="9528"/>
                    <a:pt x="202220" y="11185"/>
                    <a:pt x="218906" y="55451"/>
                  </a:cubicBezTo>
                  <a:lnTo>
                    <a:pt x="224865" y="55451"/>
                  </a:lnTo>
                  <a:lnTo>
                    <a:pt x="204365" y="59"/>
                  </a:lnTo>
                  <a:lnTo>
                    <a:pt x="6761" y="59"/>
                  </a:lnTo>
                  <a:cubicBezTo>
                    <a:pt x="325" y="59"/>
                    <a:pt x="87" y="296"/>
                    <a:pt x="87" y="7634"/>
                  </a:cubicBezTo>
                  <a:lnTo>
                    <a:pt x="87090"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 name="Freeform: Shape 27">
              <a:extLst>
                <a:ext uri="{FF2B5EF4-FFF2-40B4-BE49-F238E27FC236}">
                  <a16:creationId xmlns:a16="http://schemas.microsoft.com/office/drawing/2014/main" id="{DD4414B6-E4DA-0CA7-44A8-48973BBFE300}"/>
                </a:ext>
              </a:extLst>
            </p:cNvPr>
            <p:cNvSpPr/>
            <p:nvPr>
              <p:custDataLst>
                <p:tags r:id="rId162"/>
              </p:custDataLst>
            </p:nvPr>
          </p:nvSpPr>
          <p:spPr>
            <a:xfrm>
              <a:off x="7052742" y="4847990"/>
              <a:ext cx="50557" cy="111518"/>
            </a:xfrm>
            <a:custGeom>
              <a:avLst/>
              <a:gdLst>
                <a:gd name="connsiteX0" fmla="*/ 46305 w 50557"/>
                <a:gd name="connsiteY0" fmla="*/ 6372 h 111518"/>
                <a:gd name="connsiteX1" fmla="*/ 39630 w 50557"/>
                <a:gd name="connsiteY1" fmla="*/ 75 h 111518"/>
                <a:gd name="connsiteX2" fmla="*/ 30286 w 50557"/>
                <a:gd name="connsiteY2" fmla="*/ 9189 h 111518"/>
                <a:gd name="connsiteX3" fmla="*/ 36961 w 50557"/>
                <a:gd name="connsiteY3" fmla="*/ 15486 h 111518"/>
                <a:gd name="connsiteX4" fmla="*/ 46305 w 50557"/>
                <a:gd name="connsiteY4" fmla="*/ 6372 h 111518"/>
                <a:gd name="connsiteX5" fmla="*/ 12266 w 50557"/>
                <a:gd name="connsiteY5" fmla="*/ 90550 h 111518"/>
                <a:gd name="connsiteX6" fmla="*/ 10764 w 50557"/>
                <a:gd name="connsiteY6" fmla="*/ 97509 h 111518"/>
                <a:gd name="connsiteX7" fmla="*/ 26616 w 50557"/>
                <a:gd name="connsiteY7" fmla="*/ 111594 h 111518"/>
                <a:gd name="connsiteX8" fmla="*/ 50643 w 50557"/>
                <a:gd name="connsiteY8" fmla="*/ 86241 h 111518"/>
                <a:gd name="connsiteX9" fmla="*/ 47973 w 50557"/>
                <a:gd name="connsiteY9" fmla="*/ 84087 h 111518"/>
                <a:gd name="connsiteX10" fmla="*/ 44803 w 50557"/>
                <a:gd name="connsiteY10" fmla="*/ 86904 h 111518"/>
                <a:gd name="connsiteX11" fmla="*/ 27116 w 50557"/>
                <a:gd name="connsiteY11" fmla="*/ 106954 h 111518"/>
                <a:gd name="connsiteX12" fmla="*/ 22945 w 50557"/>
                <a:gd name="connsiteY12" fmla="*/ 101155 h 111518"/>
                <a:gd name="connsiteX13" fmla="*/ 25615 w 50557"/>
                <a:gd name="connsiteY13" fmla="*/ 90550 h 111518"/>
                <a:gd name="connsiteX14" fmla="*/ 30954 w 50557"/>
                <a:gd name="connsiteY14" fmla="*/ 77293 h 111518"/>
                <a:gd name="connsiteX15" fmla="*/ 39130 w 50557"/>
                <a:gd name="connsiteY15" fmla="*/ 56249 h 111518"/>
                <a:gd name="connsiteX16" fmla="*/ 40131 w 50557"/>
                <a:gd name="connsiteY16" fmla="*/ 50946 h 111518"/>
                <a:gd name="connsiteX17" fmla="*/ 24280 w 50557"/>
                <a:gd name="connsiteY17" fmla="*/ 36861 h 111518"/>
                <a:gd name="connsiteX18" fmla="*/ 86 w 50557"/>
                <a:gd name="connsiteY18" fmla="*/ 62214 h 111518"/>
                <a:gd name="connsiteX19" fmla="*/ 2922 w 50557"/>
                <a:gd name="connsiteY19" fmla="*/ 64368 h 111518"/>
                <a:gd name="connsiteX20" fmla="*/ 5926 w 50557"/>
                <a:gd name="connsiteY20" fmla="*/ 61717 h 111518"/>
                <a:gd name="connsiteX21" fmla="*/ 23779 w 50557"/>
                <a:gd name="connsiteY21" fmla="*/ 41501 h 111518"/>
                <a:gd name="connsiteX22" fmla="*/ 27950 w 50557"/>
                <a:gd name="connsiteY22" fmla="*/ 47301 h 111518"/>
                <a:gd name="connsiteX23" fmla="*/ 22778 w 50557"/>
                <a:gd name="connsiteY23" fmla="*/ 63871 h 111518"/>
                <a:gd name="connsiteX24" fmla="*/ 12266 w 50557"/>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557" h="111518">
                  <a:moveTo>
                    <a:pt x="46305" y="6372"/>
                  </a:moveTo>
                  <a:cubicBezTo>
                    <a:pt x="46305" y="3721"/>
                    <a:pt x="44302" y="75"/>
                    <a:pt x="39630" y="75"/>
                  </a:cubicBezTo>
                  <a:cubicBezTo>
                    <a:pt x="35125" y="75"/>
                    <a:pt x="30286" y="4383"/>
                    <a:pt x="30286" y="9189"/>
                  </a:cubicBezTo>
                  <a:cubicBezTo>
                    <a:pt x="30286" y="12006"/>
                    <a:pt x="32456" y="15486"/>
                    <a:pt x="36961" y="15486"/>
                  </a:cubicBezTo>
                  <a:cubicBezTo>
                    <a:pt x="41799" y="15486"/>
                    <a:pt x="46305" y="10846"/>
                    <a:pt x="46305" y="6372"/>
                  </a:cubicBezTo>
                  <a:close/>
                  <a:moveTo>
                    <a:pt x="12266" y="90550"/>
                  </a:moveTo>
                  <a:cubicBezTo>
                    <a:pt x="11599" y="92704"/>
                    <a:pt x="10764" y="94692"/>
                    <a:pt x="10764" y="97509"/>
                  </a:cubicBezTo>
                  <a:cubicBezTo>
                    <a:pt x="10764" y="105297"/>
                    <a:pt x="17439" y="111594"/>
                    <a:pt x="26616" y="111594"/>
                  </a:cubicBezTo>
                  <a:cubicBezTo>
                    <a:pt x="43301" y="111594"/>
                    <a:pt x="50643" y="88727"/>
                    <a:pt x="50643" y="86241"/>
                  </a:cubicBezTo>
                  <a:cubicBezTo>
                    <a:pt x="50643" y="84087"/>
                    <a:pt x="48474" y="84087"/>
                    <a:pt x="47973" y="84087"/>
                  </a:cubicBezTo>
                  <a:cubicBezTo>
                    <a:pt x="45637" y="84087"/>
                    <a:pt x="45470" y="85081"/>
                    <a:pt x="44803" y="86904"/>
                  </a:cubicBezTo>
                  <a:cubicBezTo>
                    <a:pt x="40965" y="100160"/>
                    <a:pt x="33624" y="106954"/>
                    <a:pt x="27116" y="106954"/>
                  </a:cubicBezTo>
                  <a:cubicBezTo>
                    <a:pt x="23779" y="106954"/>
                    <a:pt x="22945" y="104800"/>
                    <a:pt x="22945" y="101155"/>
                  </a:cubicBezTo>
                  <a:cubicBezTo>
                    <a:pt x="22945" y="97343"/>
                    <a:pt x="24113" y="94195"/>
                    <a:pt x="25615" y="90550"/>
                  </a:cubicBezTo>
                  <a:cubicBezTo>
                    <a:pt x="27283" y="86076"/>
                    <a:pt x="29118" y="81602"/>
                    <a:pt x="30954" y="77293"/>
                  </a:cubicBezTo>
                  <a:cubicBezTo>
                    <a:pt x="32456" y="73316"/>
                    <a:pt x="38462" y="58237"/>
                    <a:pt x="39130" y="56249"/>
                  </a:cubicBezTo>
                  <a:cubicBezTo>
                    <a:pt x="39630" y="54592"/>
                    <a:pt x="40131" y="52603"/>
                    <a:pt x="40131" y="50946"/>
                  </a:cubicBezTo>
                  <a:cubicBezTo>
                    <a:pt x="40131" y="43158"/>
                    <a:pt x="33457" y="36861"/>
                    <a:pt x="24280" y="36861"/>
                  </a:cubicBezTo>
                  <a:cubicBezTo>
                    <a:pt x="7761" y="36861"/>
                    <a:pt x="86" y="59397"/>
                    <a:pt x="86" y="62214"/>
                  </a:cubicBezTo>
                  <a:cubicBezTo>
                    <a:pt x="86" y="64368"/>
                    <a:pt x="2422" y="64368"/>
                    <a:pt x="2922" y="64368"/>
                  </a:cubicBezTo>
                  <a:cubicBezTo>
                    <a:pt x="5258" y="64368"/>
                    <a:pt x="5425" y="63540"/>
                    <a:pt x="5926" y="61717"/>
                  </a:cubicBezTo>
                  <a:cubicBezTo>
                    <a:pt x="10264" y="47466"/>
                    <a:pt x="17605" y="41501"/>
                    <a:pt x="23779" y="41501"/>
                  </a:cubicBezTo>
                  <a:cubicBezTo>
                    <a:pt x="26449" y="41501"/>
                    <a:pt x="27950" y="42827"/>
                    <a:pt x="27950" y="47301"/>
                  </a:cubicBezTo>
                  <a:cubicBezTo>
                    <a:pt x="27950" y="51112"/>
                    <a:pt x="26949" y="53598"/>
                    <a:pt x="22778" y="63871"/>
                  </a:cubicBezTo>
                  <a:lnTo>
                    <a:pt x="12266"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9" name="Freeform: Shape 28">
              <a:extLst>
                <a:ext uri="{FF2B5EF4-FFF2-40B4-BE49-F238E27FC236}">
                  <a16:creationId xmlns:a16="http://schemas.microsoft.com/office/drawing/2014/main" id="{75402B45-FA08-BAAC-0F04-24891C13D983}"/>
                </a:ext>
              </a:extLst>
            </p:cNvPr>
            <p:cNvSpPr/>
            <p:nvPr>
              <p:custDataLst>
                <p:tags r:id="rId163"/>
              </p:custDataLst>
            </p:nvPr>
          </p:nvSpPr>
          <p:spPr>
            <a:xfrm>
              <a:off x="7124020" y="4894056"/>
              <a:ext cx="122805" cy="44574"/>
            </a:xfrm>
            <a:custGeom>
              <a:avLst/>
              <a:gdLst>
                <a:gd name="connsiteX0" fmla="*/ 116553 w 122805"/>
                <a:gd name="connsiteY0" fmla="*/ 8195 h 44574"/>
                <a:gd name="connsiteX1" fmla="*/ 122894 w 122805"/>
                <a:gd name="connsiteY1" fmla="*/ 4052 h 44574"/>
                <a:gd name="connsiteX2" fmla="*/ 116720 w 122805"/>
                <a:gd name="connsiteY2" fmla="*/ 75 h 44574"/>
                <a:gd name="connsiteX3" fmla="*/ 6262 w 122805"/>
                <a:gd name="connsiteY3" fmla="*/ 75 h 44574"/>
                <a:gd name="connsiteX4" fmla="*/ 89 w 122805"/>
                <a:gd name="connsiteY4" fmla="*/ 4052 h 44574"/>
                <a:gd name="connsiteX5" fmla="*/ 6429 w 122805"/>
                <a:gd name="connsiteY5" fmla="*/ 8195 h 44574"/>
                <a:gd name="connsiteX6" fmla="*/ 116553 w 122805"/>
                <a:gd name="connsiteY6" fmla="*/ 8195 h 44574"/>
                <a:gd name="connsiteX7" fmla="*/ 116720 w 122805"/>
                <a:gd name="connsiteY7" fmla="*/ 44650 h 44574"/>
                <a:gd name="connsiteX8" fmla="*/ 122894 w 122805"/>
                <a:gd name="connsiteY8" fmla="*/ 40673 h 44574"/>
                <a:gd name="connsiteX9" fmla="*/ 116553 w 122805"/>
                <a:gd name="connsiteY9" fmla="*/ 36530 h 44574"/>
                <a:gd name="connsiteX10" fmla="*/ 6429 w 122805"/>
                <a:gd name="connsiteY10" fmla="*/ 36530 h 44574"/>
                <a:gd name="connsiteX11" fmla="*/ 89 w 122805"/>
                <a:gd name="connsiteY11" fmla="*/ 40673 h 44574"/>
                <a:gd name="connsiteX12" fmla="*/ 6262 w 122805"/>
                <a:gd name="connsiteY12" fmla="*/ 44650 h 44574"/>
                <a:gd name="connsiteX13" fmla="*/ 116720 w 122805"/>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805" h="44574">
                  <a:moveTo>
                    <a:pt x="116553" y="8195"/>
                  </a:moveTo>
                  <a:cubicBezTo>
                    <a:pt x="119056" y="8195"/>
                    <a:pt x="122894" y="8195"/>
                    <a:pt x="122894" y="4052"/>
                  </a:cubicBezTo>
                  <a:cubicBezTo>
                    <a:pt x="122894" y="75"/>
                    <a:pt x="118889" y="75"/>
                    <a:pt x="116720" y="75"/>
                  </a:cubicBezTo>
                  <a:lnTo>
                    <a:pt x="6262" y="75"/>
                  </a:lnTo>
                  <a:cubicBezTo>
                    <a:pt x="4093" y="75"/>
                    <a:pt x="89" y="75"/>
                    <a:pt x="89" y="4052"/>
                  </a:cubicBezTo>
                  <a:cubicBezTo>
                    <a:pt x="89" y="8195"/>
                    <a:pt x="3926" y="8195"/>
                    <a:pt x="6429" y="8195"/>
                  </a:cubicBezTo>
                  <a:lnTo>
                    <a:pt x="116553" y="8195"/>
                  </a:lnTo>
                  <a:close/>
                  <a:moveTo>
                    <a:pt x="116720" y="44650"/>
                  </a:moveTo>
                  <a:cubicBezTo>
                    <a:pt x="118889" y="44650"/>
                    <a:pt x="122894" y="44650"/>
                    <a:pt x="122894" y="40673"/>
                  </a:cubicBezTo>
                  <a:cubicBezTo>
                    <a:pt x="122894" y="36530"/>
                    <a:pt x="119056" y="36530"/>
                    <a:pt x="116553" y="36530"/>
                  </a:cubicBezTo>
                  <a:lnTo>
                    <a:pt x="6429" y="36530"/>
                  </a:lnTo>
                  <a:cubicBezTo>
                    <a:pt x="3926" y="36530"/>
                    <a:pt x="89" y="36530"/>
                    <a:pt x="89" y="40673"/>
                  </a:cubicBezTo>
                  <a:cubicBezTo>
                    <a:pt x="89" y="44650"/>
                    <a:pt x="4093" y="44650"/>
                    <a:pt x="6262" y="44650"/>
                  </a:cubicBezTo>
                  <a:lnTo>
                    <a:pt x="116720"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 name="Freeform: Shape 29">
              <a:extLst>
                <a:ext uri="{FF2B5EF4-FFF2-40B4-BE49-F238E27FC236}">
                  <a16:creationId xmlns:a16="http://schemas.microsoft.com/office/drawing/2014/main" id="{4F12891F-FCB2-755A-C6F6-379DCA62C9A6}"/>
                </a:ext>
              </a:extLst>
            </p:cNvPr>
            <p:cNvSpPr/>
            <p:nvPr>
              <p:custDataLst>
                <p:tags r:id="rId164"/>
              </p:custDataLst>
            </p:nvPr>
          </p:nvSpPr>
          <p:spPr>
            <a:xfrm>
              <a:off x="7276858" y="4847824"/>
              <a:ext cx="60735" cy="110027"/>
            </a:xfrm>
            <a:custGeom>
              <a:avLst/>
              <a:gdLst>
                <a:gd name="connsiteX0" fmla="*/ 37804 w 60735"/>
                <a:gd name="connsiteY0" fmla="*/ 4715 h 110027"/>
                <a:gd name="connsiteX1" fmla="*/ 32798 w 60735"/>
                <a:gd name="connsiteY1" fmla="*/ 75 h 110027"/>
                <a:gd name="connsiteX2" fmla="*/ 95 w 60735"/>
                <a:gd name="connsiteY2" fmla="*/ 10680 h 110027"/>
                <a:gd name="connsiteX3" fmla="*/ 95 w 60735"/>
                <a:gd name="connsiteY3" fmla="*/ 16645 h 110027"/>
                <a:gd name="connsiteX4" fmla="*/ 24289 w 60735"/>
                <a:gd name="connsiteY4" fmla="*/ 12006 h 110027"/>
                <a:gd name="connsiteX5" fmla="*/ 24289 w 60735"/>
                <a:gd name="connsiteY5" fmla="*/ 96515 h 110027"/>
                <a:gd name="connsiteX6" fmla="*/ 7603 w 60735"/>
                <a:gd name="connsiteY6" fmla="*/ 104137 h 110027"/>
                <a:gd name="connsiteX7" fmla="*/ 1263 w 60735"/>
                <a:gd name="connsiteY7" fmla="*/ 104137 h 110027"/>
                <a:gd name="connsiteX8" fmla="*/ 1263 w 60735"/>
                <a:gd name="connsiteY8" fmla="*/ 110103 h 110027"/>
                <a:gd name="connsiteX9" fmla="*/ 30963 w 60735"/>
                <a:gd name="connsiteY9" fmla="*/ 109440 h 110027"/>
                <a:gd name="connsiteX10" fmla="*/ 60830 w 60735"/>
                <a:gd name="connsiteY10" fmla="*/ 110103 h 110027"/>
                <a:gd name="connsiteX11" fmla="*/ 60830 w 60735"/>
                <a:gd name="connsiteY11" fmla="*/ 104137 h 110027"/>
                <a:gd name="connsiteX12" fmla="*/ 54489 w 60735"/>
                <a:gd name="connsiteY12" fmla="*/ 104137 h 110027"/>
                <a:gd name="connsiteX13" fmla="*/ 37804 w 60735"/>
                <a:gd name="connsiteY13" fmla="*/ 96515 h 110027"/>
                <a:gd name="connsiteX14" fmla="*/ 37804 w 60735"/>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35" h="110027">
                  <a:moveTo>
                    <a:pt x="37804" y="4715"/>
                  </a:moveTo>
                  <a:cubicBezTo>
                    <a:pt x="37804" y="241"/>
                    <a:pt x="37470" y="75"/>
                    <a:pt x="32798" y="75"/>
                  </a:cubicBezTo>
                  <a:cubicBezTo>
                    <a:pt x="22120" y="10514"/>
                    <a:pt x="6936" y="10680"/>
                    <a:pt x="95" y="10680"/>
                  </a:cubicBezTo>
                  <a:lnTo>
                    <a:pt x="95" y="16645"/>
                  </a:lnTo>
                  <a:cubicBezTo>
                    <a:pt x="4099" y="16645"/>
                    <a:pt x="15112" y="16645"/>
                    <a:pt x="24289" y="12006"/>
                  </a:cubicBezTo>
                  <a:lnTo>
                    <a:pt x="24289" y="96515"/>
                  </a:lnTo>
                  <a:cubicBezTo>
                    <a:pt x="24289" y="101983"/>
                    <a:pt x="24289" y="104137"/>
                    <a:pt x="7603" y="104137"/>
                  </a:cubicBezTo>
                  <a:lnTo>
                    <a:pt x="1263" y="104137"/>
                  </a:lnTo>
                  <a:lnTo>
                    <a:pt x="1263" y="110103"/>
                  </a:lnTo>
                  <a:cubicBezTo>
                    <a:pt x="4266" y="109937"/>
                    <a:pt x="24789" y="109440"/>
                    <a:pt x="30963" y="109440"/>
                  </a:cubicBezTo>
                  <a:cubicBezTo>
                    <a:pt x="36135" y="109440"/>
                    <a:pt x="57159" y="109937"/>
                    <a:pt x="60830" y="110103"/>
                  </a:cubicBezTo>
                  <a:lnTo>
                    <a:pt x="60830" y="104137"/>
                  </a:lnTo>
                  <a:lnTo>
                    <a:pt x="54489" y="104137"/>
                  </a:lnTo>
                  <a:cubicBezTo>
                    <a:pt x="37804" y="104137"/>
                    <a:pt x="37804" y="101983"/>
                    <a:pt x="37804" y="96515"/>
                  </a:cubicBezTo>
                  <a:lnTo>
                    <a:pt x="3780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 name="Freeform: Shape 30">
              <a:extLst>
                <a:ext uri="{FF2B5EF4-FFF2-40B4-BE49-F238E27FC236}">
                  <a16:creationId xmlns:a16="http://schemas.microsoft.com/office/drawing/2014/main" id="{0E1037E5-D4AF-13EA-89DC-D9D3663E9F02}"/>
                </a:ext>
              </a:extLst>
            </p:cNvPr>
            <p:cNvSpPr/>
            <p:nvPr>
              <p:custDataLst>
                <p:tags r:id="rId165"/>
              </p:custDataLst>
            </p:nvPr>
          </p:nvSpPr>
          <p:spPr>
            <a:xfrm>
              <a:off x="7377283" y="4572030"/>
              <a:ext cx="55300" cy="236720"/>
            </a:xfrm>
            <a:custGeom>
              <a:avLst/>
              <a:gdLst>
                <a:gd name="connsiteX0" fmla="*/ 55399 w 55300"/>
                <a:gd name="connsiteY0" fmla="*/ 234419 h 236720"/>
                <a:gd name="connsiteX1" fmla="*/ 51347 w 55300"/>
                <a:gd name="connsiteY1" fmla="*/ 229212 h 236720"/>
                <a:gd name="connsiteX2" fmla="*/ 13924 w 55300"/>
                <a:gd name="connsiteY2" fmla="*/ 118426 h 236720"/>
                <a:gd name="connsiteX3" fmla="*/ 52300 w 55300"/>
                <a:gd name="connsiteY3" fmla="*/ 6458 h 236720"/>
                <a:gd name="connsiteX4" fmla="*/ 55399 w 55300"/>
                <a:gd name="connsiteY4" fmla="*/ 2433 h 236720"/>
                <a:gd name="connsiteX5" fmla="*/ 53016 w 55300"/>
                <a:gd name="connsiteY5" fmla="*/ 66 h 236720"/>
                <a:gd name="connsiteX6" fmla="*/ 15116 w 55300"/>
                <a:gd name="connsiteY6" fmla="*/ 46227 h 236720"/>
                <a:gd name="connsiteX7" fmla="*/ 99 w 55300"/>
                <a:gd name="connsiteY7" fmla="*/ 118426 h 236720"/>
                <a:gd name="connsiteX8" fmla="*/ 15831 w 55300"/>
                <a:gd name="connsiteY8" fmla="*/ 192283 h 236720"/>
                <a:gd name="connsiteX9" fmla="*/ 53016 w 55300"/>
                <a:gd name="connsiteY9" fmla="*/ 236787 h 236720"/>
                <a:gd name="connsiteX10" fmla="*/ 55399 w 55300"/>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00" h="236720">
                  <a:moveTo>
                    <a:pt x="55399" y="234419"/>
                  </a:moveTo>
                  <a:cubicBezTo>
                    <a:pt x="55399" y="233709"/>
                    <a:pt x="55399" y="233236"/>
                    <a:pt x="51347" y="229212"/>
                  </a:cubicBezTo>
                  <a:cubicBezTo>
                    <a:pt x="21551" y="199385"/>
                    <a:pt x="13924" y="154645"/>
                    <a:pt x="13924" y="118426"/>
                  </a:cubicBezTo>
                  <a:cubicBezTo>
                    <a:pt x="13924" y="77237"/>
                    <a:pt x="22982" y="36048"/>
                    <a:pt x="52300" y="6458"/>
                  </a:cubicBezTo>
                  <a:cubicBezTo>
                    <a:pt x="55399" y="3617"/>
                    <a:pt x="55399" y="3144"/>
                    <a:pt x="55399" y="2433"/>
                  </a:cubicBezTo>
                  <a:cubicBezTo>
                    <a:pt x="55399" y="776"/>
                    <a:pt x="54446" y="66"/>
                    <a:pt x="53016" y="66"/>
                  </a:cubicBezTo>
                  <a:cubicBezTo>
                    <a:pt x="50632" y="66"/>
                    <a:pt x="29179" y="16163"/>
                    <a:pt x="15116" y="46227"/>
                  </a:cubicBezTo>
                  <a:cubicBezTo>
                    <a:pt x="2959" y="72266"/>
                    <a:pt x="99" y="98542"/>
                    <a:pt x="99" y="118426"/>
                  </a:cubicBezTo>
                  <a:cubicBezTo>
                    <a:pt x="99" y="136891"/>
                    <a:pt x="2721" y="165534"/>
                    <a:pt x="15831" y="192283"/>
                  </a:cubicBezTo>
                  <a:cubicBezTo>
                    <a:pt x="30133" y="221400"/>
                    <a:pt x="50632" y="236787"/>
                    <a:pt x="53016" y="236787"/>
                  </a:cubicBezTo>
                  <a:cubicBezTo>
                    <a:pt x="54446" y="236787"/>
                    <a:pt x="55399" y="236077"/>
                    <a:pt x="55399"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6" name="Freeform: Shape 45">
              <a:extLst>
                <a:ext uri="{FF2B5EF4-FFF2-40B4-BE49-F238E27FC236}">
                  <a16:creationId xmlns:a16="http://schemas.microsoft.com/office/drawing/2014/main" id="{8FF69242-011E-A8D8-696F-4FCB3BA7666F}"/>
                </a:ext>
              </a:extLst>
            </p:cNvPr>
            <p:cNvSpPr/>
            <p:nvPr>
              <p:custDataLst>
                <p:tags r:id="rId166"/>
              </p:custDataLst>
            </p:nvPr>
          </p:nvSpPr>
          <p:spPr>
            <a:xfrm>
              <a:off x="7453295" y="4644939"/>
              <a:ext cx="109886" cy="153158"/>
            </a:xfrm>
            <a:custGeom>
              <a:avLst/>
              <a:gdLst>
                <a:gd name="connsiteX0" fmla="*/ 109035 w 109886"/>
                <a:gd name="connsiteY0" fmla="*/ 14506 h 153158"/>
                <a:gd name="connsiteX1" fmla="*/ 109989 w 109886"/>
                <a:gd name="connsiteY1" fmla="*/ 9062 h 153158"/>
                <a:gd name="connsiteX2" fmla="*/ 103076 w 109886"/>
                <a:gd name="connsiteY2" fmla="*/ 2670 h 153158"/>
                <a:gd name="connsiteX3" fmla="*/ 94733 w 109886"/>
                <a:gd name="connsiteY3" fmla="*/ 7641 h 153158"/>
                <a:gd name="connsiteX4" fmla="*/ 91396 w 109886"/>
                <a:gd name="connsiteY4" fmla="*/ 20424 h 153158"/>
                <a:gd name="connsiteX5" fmla="*/ 86629 w 109886"/>
                <a:gd name="connsiteY5" fmla="*/ 39362 h 153158"/>
                <a:gd name="connsiteX6" fmla="*/ 75902 w 109886"/>
                <a:gd name="connsiteY6" fmla="*/ 81972 h 153158"/>
                <a:gd name="connsiteX7" fmla="*/ 48967 w 109886"/>
                <a:gd name="connsiteY7" fmla="*/ 102093 h 153158"/>
                <a:gd name="connsiteX8" fmla="*/ 34189 w 109886"/>
                <a:gd name="connsiteY8" fmla="*/ 82918 h 153158"/>
                <a:gd name="connsiteX9" fmla="*/ 46345 w 109886"/>
                <a:gd name="connsiteY9" fmla="*/ 36521 h 153158"/>
                <a:gd name="connsiteX10" fmla="*/ 51112 w 109886"/>
                <a:gd name="connsiteY10" fmla="*/ 19477 h 153158"/>
                <a:gd name="connsiteX11" fmla="*/ 31567 w 109886"/>
                <a:gd name="connsiteY11" fmla="*/ 66 h 153158"/>
                <a:gd name="connsiteX12" fmla="*/ 102 w 109886"/>
                <a:gd name="connsiteY12" fmla="*/ 36521 h 153158"/>
                <a:gd name="connsiteX13" fmla="*/ 2963 w 109886"/>
                <a:gd name="connsiteY13" fmla="*/ 38888 h 153158"/>
                <a:gd name="connsiteX14" fmla="*/ 6777 w 109886"/>
                <a:gd name="connsiteY14" fmla="*/ 34627 h 153158"/>
                <a:gd name="connsiteX15" fmla="*/ 30851 w 109886"/>
                <a:gd name="connsiteY15" fmla="*/ 5274 h 153158"/>
                <a:gd name="connsiteX16" fmla="*/ 36811 w 109886"/>
                <a:gd name="connsiteY16" fmla="*/ 12849 h 153158"/>
                <a:gd name="connsiteX17" fmla="*/ 32758 w 109886"/>
                <a:gd name="connsiteY17" fmla="*/ 29420 h 153158"/>
                <a:gd name="connsiteX18" fmla="*/ 18933 w 109886"/>
                <a:gd name="connsiteY18" fmla="*/ 79131 h 153158"/>
                <a:gd name="connsiteX19" fmla="*/ 48014 w 109886"/>
                <a:gd name="connsiteY19" fmla="*/ 107301 h 153158"/>
                <a:gd name="connsiteX20" fmla="*/ 72089 w 109886"/>
                <a:gd name="connsiteY20" fmla="*/ 96648 h 153158"/>
                <a:gd name="connsiteX21" fmla="*/ 56595 w 109886"/>
                <a:gd name="connsiteY21" fmla="*/ 133103 h 153158"/>
                <a:gd name="connsiteX22" fmla="*/ 30375 w 109886"/>
                <a:gd name="connsiteY22" fmla="*/ 148017 h 153158"/>
                <a:gd name="connsiteX23" fmla="*/ 12259 w 109886"/>
                <a:gd name="connsiteY23" fmla="*/ 138074 h 153158"/>
                <a:gd name="connsiteX24" fmla="*/ 22509 w 109886"/>
                <a:gd name="connsiteY24" fmla="*/ 135234 h 153158"/>
                <a:gd name="connsiteX25" fmla="*/ 27276 w 109886"/>
                <a:gd name="connsiteY25" fmla="*/ 125528 h 153158"/>
                <a:gd name="connsiteX26" fmla="*/ 18457 w 109886"/>
                <a:gd name="connsiteY26" fmla="*/ 117243 h 153158"/>
                <a:gd name="connsiteX27" fmla="*/ 5108 w 109886"/>
                <a:gd name="connsiteY27" fmla="*/ 132630 h 153158"/>
                <a:gd name="connsiteX28" fmla="*/ 30375 w 109886"/>
                <a:gd name="connsiteY28" fmla="*/ 153224 h 153158"/>
                <a:gd name="connsiteX29" fmla="*/ 86152 w 109886"/>
                <a:gd name="connsiteY29" fmla="*/ 104933 h 153158"/>
                <a:gd name="connsiteX30" fmla="*/ 109035 w 109886"/>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886" h="153158">
                  <a:moveTo>
                    <a:pt x="109035" y="14506"/>
                  </a:moveTo>
                  <a:cubicBezTo>
                    <a:pt x="109989" y="11192"/>
                    <a:pt x="109989" y="10719"/>
                    <a:pt x="109989" y="9062"/>
                  </a:cubicBezTo>
                  <a:cubicBezTo>
                    <a:pt x="109989" y="4801"/>
                    <a:pt x="106651" y="2670"/>
                    <a:pt x="103076" y="2670"/>
                  </a:cubicBezTo>
                  <a:cubicBezTo>
                    <a:pt x="100692" y="2670"/>
                    <a:pt x="96878" y="4091"/>
                    <a:pt x="94733" y="7641"/>
                  </a:cubicBezTo>
                  <a:cubicBezTo>
                    <a:pt x="94256" y="8825"/>
                    <a:pt x="92350" y="16163"/>
                    <a:pt x="91396" y="20424"/>
                  </a:cubicBezTo>
                  <a:cubicBezTo>
                    <a:pt x="89728" y="26579"/>
                    <a:pt x="88059" y="32970"/>
                    <a:pt x="86629" y="39362"/>
                  </a:cubicBezTo>
                  <a:lnTo>
                    <a:pt x="75902" y="81972"/>
                  </a:lnTo>
                  <a:cubicBezTo>
                    <a:pt x="74949" y="85522"/>
                    <a:pt x="64699" y="102093"/>
                    <a:pt x="48967" y="102093"/>
                  </a:cubicBezTo>
                  <a:cubicBezTo>
                    <a:pt x="36811" y="102093"/>
                    <a:pt x="34189" y="91677"/>
                    <a:pt x="34189" y="82918"/>
                  </a:cubicBezTo>
                  <a:cubicBezTo>
                    <a:pt x="34189" y="72029"/>
                    <a:pt x="38241" y="57353"/>
                    <a:pt x="46345" y="36521"/>
                  </a:cubicBezTo>
                  <a:cubicBezTo>
                    <a:pt x="50159" y="26816"/>
                    <a:pt x="51112" y="24212"/>
                    <a:pt x="51112" y="19477"/>
                  </a:cubicBezTo>
                  <a:cubicBezTo>
                    <a:pt x="51112" y="8825"/>
                    <a:pt x="43485" y="66"/>
                    <a:pt x="31567" y="66"/>
                  </a:cubicBezTo>
                  <a:cubicBezTo>
                    <a:pt x="8922" y="66"/>
                    <a:pt x="102" y="34391"/>
                    <a:pt x="102" y="36521"/>
                  </a:cubicBezTo>
                  <a:cubicBezTo>
                    <a:pt x="102" y="38888"/>
                    <a:pt x="2486" y="38888"/>
                    <a:pt x="2963" y="38888"/>
                  </a:cubicBezTo>
                  <a:cubicBezTo>
                    <a:pt x="5346" y="38888"/>
                    <a:pt x="5585" y="38415"/>
                    <a:pt x="6777" y="34627"/>
                  </a:cubicBezTo>
                  <a:cubicBezTo>
                    <a:pt x="13213" y="12376"/>
                    <a:pt x="22747" y="5274"/>
                    <a:pt x="30851" y="5274"/>
                  </a:cubicBezTo>
                  <a:cubicBezTo>
                    <a:pt x="32758" y="5274"/>
                    <a:pt x="36811" y="5274"/>
                    <a:pt x="36811" y="12849"/>
                  </a:cubicBezTo>
                  <a:cubicBezTo>
                    <a:pt x="36811" y="18767"/>
                    <a:pt x="34427" y="24922"/>
                    <a:pt x="32758" y="29420"/>
                  </a:cubicBezTo>
                  <a:cubicBezTo>
                    <a:pt x="23224" y="54512"/>
                    <a:pt x="18933" y="68005"/>
                    <a:pt x="18933" y="79131"/>
                  </a:cubicBezTo>
                  <a:cubicBezTo>
                    <a:pt x="18933" y="100199"/>
                    <a:pt x="33950" y="107301"/>
                    <a:pt x="48014" y="107301"/>
                  </a:cubicBezTo>
                  <a:cubicBezTo>
                    <a:pt x="57310" y="107301"/>
                    <a:pt x="65414" y="103276"/>
                    <a:pt x="72089" y="96648"/>
                  </a:cubicBezTo>
                  <a:cubicBezTo>
                    <a:pt x="68990" y="108958"/>
                    <a:pt x="66129" y="120557"/>
                    <a:pt x="56595" y="133103"/>
                  </a:cubicBezTo>
                  <a:cubicBezTo>
                    <a:pt x="50397" y="141152"/>
                    <a:pt x="41340" y="148017"/>
                    <a:pt x="30375" y="148017"/>
                  </a:cubicBezTo>
                  <a:cubicBezTo>
                    <a:pt x="27038" y="148017"/>
                    <a:pt x="16311" y="147306"/>
                    <a:pt x="12259" y="138074"/>
                  </a:cubicBezTo>
                  <a:cubicBezTo>
                    <a:pt x="16073" y="138074"/>
                    <a:pt x="19172" y="138074"/>
                    <a:pt x="22509" y="135234"/>
                  </a:cubicBezTo>
                  <a:cubicBezTo>
                    <a:pt x="24892" y="133103"/>
                    <a:pt x="27276" y="130026"/>
                    <a:pt x="27276" y="125528"/>
                  </a:cubicBezTo>
                  <a:cubicBezTo>
                    <a:pt x="27276" y="118190"/>
                    <a:pt x="20840" y="117243"/>
                    <a:pt x="18457" y="117243"/>
                  </a:cubicBezTo>
                  <a:cubicBezTo>
                    <a:pt x="12974" y="117243"/>
                    <a:pt x="5108" y="121030"/>
                    <a:pt x="5108" y="132630"/>
                  </a:cubicBezTo>
                  <a:cubicBezTo>
                    <a:pt x="5108" y="144466"/>
                    <a:pt x="15596" y="153224"/>
                    <a:pt x="30375" y="153224"/>
                  </a:cubicBezTo>
                  <a:cubicBezTo>
                    <a:pt x="54926" y="153224"/>
                    <a:pt x="79478" y="131683"/>
                    <a:pt x="86152" y="104933"/>
                  </a:cubicBezTo>
                  <a:lnTo>
                    <a:pt x="109035"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7" name="Freeform: Shape 46">
              <a:extLst>
                <a:ext uri="{FF2B5EF4-FFF2-40B4-BE49-F238E27FC236}">
                  <a16:creationId xmlns:a16="http://schemas.microsoft.com/office/drawing/2014/main" id="{2C5BF0B4-A181-5698-E5D6-363F319E0758}"/>
                </a:ext>
              </a:extLst>
            </p:cNvPr>
            <p:cNvSpPr/>
            <p:nvPr>
              <p:custDataLst>
                <p:tags r:id="rId167"/>
              </p:custDataLst>
            </p:nvPr>
          </p:nvSpPr>
          <p:spPr>
            <a:xfrm>
              <a:off x="7571091" y="4675216"/>
              <a:ext cx="50557" cy="111518"/>
            </a:xfrm>
            <a:custGeom>
              <a:avLst/>
              <a:gdLst>
                <a:gd name="connsiteX0" fmla="*/ 46326 w 50557"/>
                <a:gd name="connsiteY0" fmla="*/ 6365 h 111518"/>
                <a:gd name="connsiteX1" fmla="*/ 39652 w 50557"/>
                <a:gd name="connsiteY1" fmla="*/ 68 h 111518"/>
                <a:gd name="connsiteX2" fmla="*/ 30308 w 50557"/>
                <a:gd name="connsiteY2" fmla="*/ 9181 h 111518"/>
                <a:gd name="connsiteX3" fmla="*/ 36982 w 50557"/>
                <a:gd name="connsiteY3" fmla="*/ 15478 h 111518"/>
                <a:gd name="connsiteX4" fmla="*/ 46326 w 50557"/>
                <a:gd name="connsiteY4" fmla="*/ 6365 h 111518"/>
                <a:gd name="connsiteX5" fmla="*/ 12288 w 50557"/>
                <a:gd name="connsiteY5" fmla="*/ 90542 h 111518"/>
                <a:gd name="connsiteX6" fmla="*/ 10786 w 50557"/>
                <a:gd name="connsiteY6" fmla="*/ 97502 h 111518"/>
                <a:gd name="connsiteX7" fmla="*/ 26637 w 50557"/>
                <a:gd name="connsiteY7" fmla="*/ 111587 h 111518"/>
                <a:gd name="connsiteX8" fmla="*/ 50664 w 50557"/>
                <a:gd name="connsiteY8" fmla="*/ 86234 h 111518"/>
                <a:gd name="connsiteX9" fmla="*/ 47995 w 50557"/>
                <a:gd name="connsiteY9" fmla="*/ 84080 h 111518"/>
                <a:gd name="connsiteX10" fmla="*/ 44825 w 50557"/>
                <a:gd name="connsiteY10" fmla="*/ 86897 h 111518"/>
                <a:gd name="connsiteX11" fmla="*/ 27138 w 50557"/>
                <a:gd name="connsiteY11" fmla="*/ 106947 h 111518"/>
                <a:gd name="connsiteX12" fmla="*/ 22967 w 50557"/>
                <a:gd name="connsiteY12" fmla="*/ 101147 h 111518"/>
                <a:gd name="connsiteX13" fmla="*/ 25636 w 50557"/>
                <a:gd name="connsiteY13" fmla="*/ 90542 h 111518"/>
                <a:gd name="connsiteX14" fmla="*/ 30976 w 50557"/>
                <a:gd name="connsiteY14" fmla="*/ 77286 h 111518"/>
                <a:gd name="connsiteX15" fmla="*/ 39151 w 50557"/>
                <a:gd name="connsiteY15" fmla="*/ 56242 h 111518"/>
                <a:gd name="connsiteX16" fmla="*/ 40153 w 50557"/>
                <a:gd name="connsiteY16" fmla="*/ 50939 h 111518"/>
                <a:gd name="connsiteX17" fmla="*/ 24301 w 50557"/>
                <a:gd name="connsiteY17" fmla="*/ 36854 h 111518"/>
                <a:gd name="connsiteX18" fmla="*/ 107 w 50557"/>
                <a:gd name="connsiteY18" fmla="*/ 62207 h 111518"/>
                <a:gd name="connsiteX19" fmla="*/ 2944 w 50557"/>
                <a:gd name="connsiteY19" fmla="*/ 64361 h 111518"/>
                <a:gd name="connsiteX20" fmla="*/ 5947 w 50557"/>
                <a:gd name="connsiteY20" fmla="*/ 61710 h 111518"/>
                <a:gd name="connsiteX21" fmla="*/ 23801 w 50557"/>
                <a:gd name="connsiteY21" fmla="*/ 41494 h 111518"/>
                <a:gd name="connsiteX22" fmla="*/ 27972 w 50557"/>
                <a:gd name="connsiteY22" fmla="*/ 47293 h 111518"/>
                <a:gd name="connsiteX23" fmla="*/ 22800 w 50557"/>
                <a:gd name="connsiteY23" fmla="*/ 63864 h 111518"/>
                <a:gd name="connsiteX24" fmla="*/ 12288 w 50557"/>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557" h="111518">
                  <a:moveTo>
                    <a:pt x="46326" y="6365"/>
                  </a:moveTo>
                  <a:cubicBezTo>
                    <a:pt x="46326" y="3713"/>
                    <a:pt x="44324" y="68"/>
                    <a:pt x="39652" y="68"/>
                  </a:cubicBezTo>
                  <a:cubicBezTo>
                    <a:pt x="35147" y="68"/>
                    <a:pt x="30308" y="4376"/>
                    <a:pt x="30308" y="9181"/>
                  </a:cubicBezTo>
                  <a:cubicBezTo>
                    <a:pt x="30308" y="11998"/>
                    <a:pt x="32477" y="15478"/>
                    <a:pt x="36982" y="15478"/>
                  </a:cubicBezTo>
                  <a:cubicBezTo>
                    <a:pt x="41821" y="15478"/>
                    <a:pt x="46326" y="10839"/>
                    <a:pt x="46326" y="6365"/>
                  </a:cubicBezTo>
                  <a:close/>
                  <a:moveTo>
                    <a:pt x="12288" y="90542"/>
                  </a:moveTo>
                  <a:cubicBezTo>
                    <a:pt x="11620" y="92696"/>
                    <a:pt x="10786" y="94685"/>
                    <a:pt x="10786" y="97502"/>
                  </a:cubicBezTo>
                  <a:cubicBezTo>
                    <a:pt x="10786" y="105290"/>
                    <a:pt x="17460" y="111587"/>
                    <a:pt x="26637" y="111587"/>
                  </a:cubicBezTo>
                  <a:cubicBezTo>
                    <a:pt x="43323" y="111587"/>
                    <a:pt x="50664" y="88720"/>
                    <a:pt x="50664" y="86234"/>
                  </a:cubicBezTo>
                  <a:cubicBezTo>
                    <a:pt x="50664" y="84080"/>
                    <a:pt x="48495" y="84080"/>
                    <a:pt x="47995" y="84080"/>
                  </a:cubicBezTo>
                  <a:cubicBezTo>
                    <a:pt x="45659" y="84080"/>
                    <a:pt x="45492" y="85074"/>
                    <a:pt x="44825" y="86897"/>
                  </a:cubicBezTo>
                  <a:cubicBezTo>
                    <a:pt x="40987" y="100153"/>
                    <a:pt x="33645" y="106947"/>
                    <a:pt x="27138" y="106947"/>
                  </a:cubicBezTo>
                  <a:cubicBezTo>
                    <a:pt x="23801" y="106947"/>
                    <a:pt x="22967" y="104793"/>
                    <a:pt x="22967" y="101147"/>
                  </a:cubicBezTo>
                  <a:cubicBezTo>
                    <a:pt x="22967" y="97336"/>
                    <a:pt x="24134" y="94188"/>
                    <a:pt x="25636" y="90542"/>
                  </a:cubicBezTo>
                  <a:cubicBezTo>
                    <a:pt x="27305" y="86068"/>
                    <a:pt x="29140" y="81594"/>
                    <a:pt x="30976" y="77286"/>
                  </a:cubicBezTo>
                  <a:cubicBezTo>
                    <a:pt x="32477" y="73309"/>
                    <a:pt x="38484" y="58230"/>
                    <a:pt x="39151" y="56242"/>
                  </a:cubicBezTo>
                  <a:cubicBezTo>
                    <a:pt x="39652" y="54584"/>
                    <a:pt x="40153" y="52596"/>
                    <a:pt x="40153" y="50939"/>
                  </a:cubicBezTo>
                  <a:cubicBezTo>
                    <a:pt x="40153" y="43151"/>
                    <a:pt x="33478" y="36854"/>
                    <a:pt x="24301" y="36854"/>
                  </a:cubicBezTo>
                  <a:cubicBezTo>
                    <a:pt x="7783" y="36854"/>
                    <a:pt x="107" y="59390"/>
                    <a:pt x="107" y="62207"/>
                  </a:cubicBezTo>
                  <a:cubicBezTo>
                    <a:pt x="107" y="64361"/>
                    <a:pt x="2443" y="64361"/>
                    <a:pt x="2944" y="64361"/>
                  </a:cubicBezTo>
                  <a:cubicBezTo>
                    <a:pt x="5280" y="64361"/>
                    <a:pt x="5447" y="63533"/>
                    <a:pt x="5947" y="61710"/>
                  </a:cubicBezTo>
                  <a:cubicBezTo>
                    <a:pt x="10286" y="47459"/>
                    <a:pt x="17627" y="41494"/>
                    <a:pt x="23801" y="41494"/>
                  </a:cubicBezTo>
                  <a:cubicBezTo>
                    <a:pt x="26470" y="41494"/>
                    <a:pt x="27972" y="42819"/>
                    <a:pt x="27972" y="47293"/>
                  </a:cubicBezTo>
                  <a:cubicBezTo>
                    <a:pt x="27972" y="51105"/>
                    <a:pt x="26971" y="53590"/>
                    <a:pt x="22800" y="63864"/>
                  </a:cubicBezTo>
                  <a:lnTo>
                    <a:pt x="12288"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 name="Freeform: Shape 47">
              <a:extLst>
                <a:ext uri="{FF2B5EF4-FFF2-40B4-BE49-F238E27FC236}">
                  <a16:creationId xmlns:a16="http://schemas.microsoft.com/office/drawing/2014/main" id="{D3E1AF8C-B908-6378-EF7E-49DF721E0756}"/>
                </a:ext>
              </a:extLst>
            </p:cNvPr>
            <p:cNvSpPr/>
            <p:nvPr>
              <p:custDataLst>
                <p:tags r:id="rId168"/>
              </p:custDataLst>
            </p:nvPr>
          </p:nvSpPr>
          <p:spPr>
            <a:xfrm>
              <a:off x="7715360" y="4685655"/>
              <a:ext cx="145640" cy="9468"/>
            </a:xfrm>
            <a:custGeom>
              <a:avLst/>
              <a:gdLst>
                <a:gd name="connsiteX0" fmla="*/ 137411 w 145640"/>
                <a:gd name="connsiteY0" fmla="*/ 9535 h 9468"/>
                <a:gd name="connsiteX1" fmla="*/ 145754 w 145640"/>
                <a:gd name="connsiteY1" fmla="*/ 4801 h 9468"/>
                <a:gd name="connsiteX2" fmla="*/ 137411 w 145640"/>
                <a:gd name="connsiteY2" fmla="*/ 66 h 9468"/>
                <a:gd name="connsiteX3" fmla="*/ 8456 w 145640"/>
                <a:gd name="connsiteY3" fmla="*/ 66 h 9468"/>
                <a:gd name="connsiteX4" fmla="*/ 113 w 145640"/>
                <a:gd name="connsiteY4" fmla="*/ 4801 h 9468"/>
                <a:gd name="connsiteX5" fmla="*/ 8456 w 145640"/>
                <a:gd name="connsiteY5" fmla="*/ 9535 h 9468"/>
                <a:gd name="connsiteX6" fmla="*/ 137411 w 145640"/>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640" h="9468">
                  <a:moveTo>
                    <a:pt x="137411" y="9535"/>
                  </a:moveTo>
                  <a:cubicBezTo>
                    <a:pt x="141463" y="9535"/>
                    <a:pt x="145754" y="9535"/>
                    <a:pt x="145754" y="4801"/>
                  </a:cubicBezTo>
                  <a:cubicBezTo>
                    <a:pt x="145754" y="66"/>
                    <a:pt x="141463" y="66"/>
                    <a:pt x="137411" y="66"/>
                  </a:cubicBezTo>
                  <a:lnTo>
                    <a:pt x="8456" y="66"/>
                  </a:lnTo>
                  <a:cubicBezTo>
                    <a:pt x="4403" y="66"/>
                    <a:pt x="113" y="66"/>
                    <a:pt x="113" y="4801"/>
                  </a:cubicBezTo>
                  <a:cubicBezTo>
                    <a:pt x="113" y="9535"/>
                    <a:pt x="4403" y="9535"/>
                    <a:pt x="8456" y="9535"/>
                  </a:cubicBezTo>
                  <a:lnTo>
                    <a:pt x="137411"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 name="Freeform: Shape 48">
              <a:extLst>
                <a:ext uri="{FF2B5EF4-FFF2-40B4-BE49-F238E27FC236}">
                  <a16:creationId xmlns:a16="http://schemas.microsoft.com/office/drawing/2014/main" id="{ACEBE271-EE0B-0777-2B80-A15C28139813}"/>
                </a:ext>
              </a:extLst>
            </p:cNvPr>
            <p:cNvSpPr/>
            <p:nvPr>
              <p:custDataLst>
                <p:tags r:id="rId169"/>
              </p:custDataLst>
            </p:nvPr>
          </p:nvSpPr>
          <p:spPr>
            <a:xfrm>
              <a:off x="8022878" y="4522818"/>
              <a:ext cx="63643" cy="36454"/>
            </a:xfrm>
            <a:custGeom>
              <a:avLst/>
              <a:gdLst>
                <a:gd name="connsiteX0" fmla="*/ 32066 w 63643"/>
                <a:gd name="connsiteY0" fmla="*/ 64 h 36454"/>
                <a:gd name="connsiteX1" fmla="*/ 125 w 63643"/>
                <a:gd name="connsiteY1" fmla="*/ 32258 h 36454"/>
                <a:gd name="connsiteX2" fmla="*/ 4416 w 63643"/>
                <a:gd name="connsiteY2" fmla="*/ 36519 h 36454"/>
                <a:gd name="connsiteX3" fmla="*/ 32066 w 63643"/>
                <a:gd name="connsiteY3" fmla="*/ 12373 h 36454"/>
                <a:gd name="connsiteX4" fmla="*/ 59478 w 63643"/>
                <a:gd name="connsiteY4" fmla="*/ 36519 h 36454"/>
                <a:gd name="connsiteX5" fmla="*/ 63769 w 63643"/>
                <a:gd name="connsiteY5" fmla="*/ 32258 h 36454"/>
                <a:gd name="connsiteX6" fmla="*/ 32066 w 63643"/>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643" h="36454">
                  <a:moveTo>
                    <a:pt x="32066" y="64"/>
                  </a:moveTo>
                  <a:lnTo>
                    <a:pt x="125" y="32258"/>
                  </a:lnTo>
                  <a:lnTo>
                    <a:pt x="4416" y="36519"/>
                  </a:lnTo>
                  <a:lnTo>
                    <a:pt x="32066" y="12373"/>
                  </a:lnTo>
                  <a:lnTo>
                    <a:pt x="59478" y="36519"/>
                  </a:lnTo>
                  <a:lnTo>
                    <a:pt x="63769" y="32258"/>
                  </a:lnTo>
                  <a:lnTo>
                    <a:pt x="32066"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 name="Freeform: Shape 49">
              <a:extLst>
                <a:ext uri="{FF2B5EF4-FFF2-40B4-BE49-F238E27FC236}">
                  <a16:creationId xmlns:a16="http://schemas.microsoft.com/office/drawing/2014/main" id="{F7CD7F97-BE4A-6BD6-CC36-8AA896DD8202}"/>
                </a:ext>
              </a:extLst>
            </p:cNvPr>
            <p:cNvSpPr/>
            <p:nvPr>
              <p:custDataLst>
                <p:tags r:id="rId170"/>
              </p:custDataLst>
            </p:nvPr>
          </p:nvSpPr>
          <p:spPr>
            <a:xfrm>
              <a:off x="7941060" y="4582445"/>
              <a:ext cx="129938" cy="213048"/>
            </a:xfrm>
            <a:custGeom>
              <a:avLst/>
              <a:gdLst>
                <a:gd name="connsiteX0" fmla="*/ 130062 w 129938"/>
                <a:gd name="connsiteY0" fmla="*/ 32497 h 213048"/>
                <a:gd name="connsiteX1" fmla="*/ 97644 w 129938"/>
                <a:gd name="connsiteY1" fmla="*/ 66 h 213048"/>
                <a:gd name="connsiteX2" fmla="*/ 68802 w 129938"/>
                <a:gd name="connsiteY2" fmla="*/ 10009 h 213048"/>
                <a:gd name="connsiteX3" fmla="*/ 38053 w 129938"/>
                <a:gd name="connsiteY3" fmla="*/ 60430 h 213048"/>
                <a:gd name="connsiteX4" fmla="*/ 153 w 129938"/>
                <a:gd name="connsiteY4" fmla="*/ 210747 h 213048"/>
                <a:gd name="connsiteX5" fmla="*/ 3013 w 129938"/>
                <a:gd name="connsiteY5" fmla="*/ 213115 h 213048"/>
                <a:gd name="connsiteX6" fmla="*/ 5874 w 129938"/>
                <a:gd name="connsiteY6" fmla="*/ 211931 h 213048"/>
                <a:gd name="connsiteX7" fmla="*/ 22559 w 129938"/>
                <a:gd name="connsiteY7" fmla="*/ 146596 h 213048"/>
                <a:gd name="connsiteX8" fmla="*/ 54977 w 129938"/>
                <a:gd name="connsiteY8" fmla="*/ 169558 h 213048"/>
                <a:gd name="connsiteX9" fmla="*/ 100981 w 129938"/>
                <a:gd name="connsiteY9" fmla="*/ 150857 h 213048"/>
                <a:gd name="connsiteX10" fmla="*/ 120050 w 129938"/>
                <a:gd name="connsiteY10" fmla="*/ 107301 h 213048"/>
                <a:gd name="connsiteX11" fmla="*/ 102650 w 129938"/>
                <a:gd name="connsiteY11" fmla="*/ 72029 h 213048"/>
                <a:gd name="connsiteX12" fmla="*/ 130062 w 129938"/>
                <a:gd name="connsiteY12" fmla="*/ 32497 h 213048"/>
                <a:gd name="connsiteX13" fmla="*/ 87156 w 129938"/>
                <a:gd name="connsiteY13" fmla="*/ 71793 h 213048"/>
                <a:gd name="connsiteX14" fmla="*/ 75715 w 129938"/>
                <a:gd name="connsiteY14" fmla="*/ 73450 h 213048"/>
                <a:gd name="connsiteX15" fmla="*/ 65227 w 129938"/>
                <a:gd name="connsiteY15" fmla="*/ 72503 h 213048"/>
                <a:gd name="connsiteX16" fmla="*/ 76906 w 129938"/>
                <a:gd name="connsiteY16" fmla="*/ 70609 h 213048"/>
                <a:gd name="connsiteX17" fmla="*/ 87156 w 129938"/>
                <a:gd name="connsiteY17" fmla="*/ 71793 h 213048"/>
                <a:gd name="connsiteX18" fmla="*/ 116713 w 129938"/>
                <a:gd name="connsiteY18" fmla="*/ 27052 h 213048"/>
                <a:gd name="connsiteX19" fmla="*/ 95261 w 129938"/>
                <a:gd name="connsiteY19" fmla="*/ 68005 h 213048"/>
                <a:gd name="connsiteX20" fmla="*/ 76906 w 129938"/>
                <a:gd name="connsiteY20" fmla="*/ 65164 h 213048"/>
                <a:gd name="connsiteX21" fmla="*/ 58552 w 129938"/>
                <a:gd name="connsiteY21" fmla="*/ 72739 h 213048"/>
                <a:gd name="connsiteX22" fmla="*/ 75000 w 129938"/>
                <a:gd name="connsiteY22" fmla="*/ 78657 h 213048"/>
                <a:gd name="connsiteX23" fmla="*/ 94545 w 129938"/>
                <a:gd name="connsiteY23" fmla="*/ 75580 h 213048"/>
                <a:gd name="connsiteX24" fmla="*/ 105033 w 129938"/>
                <a:gd name="connsiteY24" fmla="*/ 102329 h 213048"/>
                <a:gd name="connsiteX25" fmla="*/ 93115 w 129938"/>
                <a:gd name="connsiteY25" fmla="*/ 143045 h 213048"/>
                <a:gd name="connsiteX26" fmla="*/ 54262 w 129938"/>
                <a:gd name="connsiteY26" fmla="*/ 164350 h 213048"/>
                <a:gd name="connsiteX27" fmla="*/ 27088 w 129938"/>
                <a:gd name="connsiteY27" fmla="*/ 133813 h 213048"/>
                <a:gd name="connsiteX28" fmla="*/ 28280 w 129938"/>
                <a:gd name="connsiteY28" fmla="*/ 123398 h 213048"/>
                <a:gd name="connsiteX29" fmla="*/ 43535 w 129938"/>
                <a:gd name="connsiteY29" fmla="*/ 63507 h 213048"/>
                <a:gd name="connsiteX30" fmla="*/ 94545 w 129938"/>
                <a:gd name="connsiteY30" fmla="*/ 5511 h 213048"/>
                <a:gd name="connsiteX31" fmla="*/ 116713 w 129938"/>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938" h="213048">
                  <a:moveTo>
                    <a:pt x="130062" y="32497"/>
                  </a:moveTo>
                  <a:cubicBezTo>
                    <a:pt x="130062" y="14743"/>
                    <a:pt x="116952" y="66"/>
                    <a:pt x="97644" y="66"/>
                  </a:cubicBezTo>
                  <a:cubicBezTo>
                    <a:pt x="83819" y="66"/>
                    <a:pt x="77145" y="3854"/>
                    <a:pt x="68802" y="10009"/>
                  </a:cubicBezTo>
                  <a:cubicBezTo>
                    <a:pt x="55692" y="19477"/>
                    <a:pt x="42582" y="42439"/>
                    <a:pt x="38053" y="60430"/>
                  </a:cubicBezTo>
                  <a:lnTo>
                    <a:pt x="153" y="210747"/>
                  </a:lnTo>
                  <a:cubicBezTo>
                    <a:pt x="-85" y="211694"/>
                    <a:pt x="1107" y="213115"/>
                    <a:pt x="3013" y="213115"/>
                  </a:cubicBezTo>
                  <a:cubicBezTo>
                    <a:pt x="4920" y="213115"/>
                    <a:pt x="5635" y="212641"/>
                    <a:pt x="5874" y="211931"/>
                  </a:cubicBezTo>
                  <a:lnTo>
                    <a:pt x="22559" y="146596"/>
                  </a:lnTo>
                  <a:cubicBezTo>
                    <a:pt x="27088" y="160799"/>
                    <a:pt x="37576" y="169558"/>
                    <a:pt x="54977" y="169558"/>
                  </a:cubicBezTo>
                  <a:cubicBezTo>
                    <a:pt x="72378" y="169558"/>
                    <a:pt x="90255" y="161273"/>
                    <a:pt x="100981" y="150857"/>
                  </a:cubicBezTo>
                  <a:cubicBezTo>
                    <a:pt x="112423" y="139968"/>
                    <a:pt x="120050" y="124818"/>
                    <a:pt x="120050" y="107301"/>
                  </a:cubicBezTo>
                  <a:cubicBezTo>
                    <a:pt x="120050" y="90257"/>
                    <a:pt x="111231" y="77947"/>
                    <a:pt x="102650" y="72029"/>
                  </a:cubicBezTo>
                  <a:cubicBezTo>
                    <a:pt x="116475" y="64218"/>
                    <a:pt x="130062" y="49541"/>
                    <a:pt x="130062" y="32497"/>
                  </a:cubicBezTo>
                  <a:close/>
                  <a:moveTo>
                    <a:pt x="87156" y="71793"/>
                  </a:moveTo>
                  <a:cubicBezTo>
                    <a:pt x="84057" y="72976"/>
                    <a:pt x="81435" y="73450"/>
                    <a:pt x="75715" y="73450"/>
                  </a:cubicBezTo>
                  <a:cubicBezTo>
                    <a:pt x="72378" y="73450"/>
                    <a:pt x="67610" y="73686"/>
                    <a:pt x="65227" y="72503"/>
                  </a:cubicBezTo>
                  <a:cubicBezTo>
                    <a:pt x="65703" y="70136"/>
                    <a:pt x="74284" y="70609"/>
                    <a:pt x="76906" y="70609"/>
                  </a:cubicBezTo>
                  <a:cubicBezTo>
                    <a:pt x="81912" y="70609"/>
                    <a:pt x="84057" y="70609"/>
                    <a:pt x="87156" y="71793"/>
                  </a:cubicBezTo>
                  <a:close/>
                  <a:moveTo>
                    <a:pt x="116713" y="27052"/>
                  </a:moveTo>
                  <a:cubicBezTo>
                    <a:pt x="116713" y="43623"/>
                    <a:pt x="107655" y="60667"/>
                    <a:pt x="95261" y="68005"/>
                  </a:cubicBezTo>
                  <a:cubicBezTo>
                    <a:pt x="88825" y="65638"/>
                    <a:pt x="84057" y="65164"/>
                    <a:pt x="76906" y="65164"/>
                  </a:cubicBezTo>
                  <a:cubicBezTo>
                    <a:pt x="71901" y="65164"/>
                    <a:pt x="58552" y="64928"/>
                    <a:pt x="58552" y="72739"/>
                  </a:cubicBezTo>
                  <a:cubicBezTo>
                    <a:pt x="58314" y="79368"/>
                    <a:pt x="70709" y="78657"/>
                    <a:pt x="75000" y="78657"/>
                  </a:cubicBezTo>
                  <a:cubicBezTo>
                    <a:pt x="83819" y="78657"/>
                    <a:pt x="87394" y="78421"/>
                    <a:pt x="94545" y="75580"/>
                  </a:cubicBezTo>
                  <a:cubicBezTo>
                    <a:pt x="103603" y="84102"/>
                    <a:pt x="104795" y="91440"/>
                    <a:pt x="105033" y="102329"/>
                  </a:cubicBezTo>
                  <a:cubicBezTo>
                    <a:pt x="105510" y="116059"/>
                    <a:pt x="99789" y="133813"/>
                    <a:pt x="93115" y="143045"/>
                  </a:cubicBezTo>
                  <a:cubicBezTo>
                    <a:pt x="83819" y="155828"/>
                    <a:pt x="67849" y="164350"/>
                    <a:pt x="54262" y="164350"/>
                  </a:cubicBezTo>
                  <a:cubicBezTo>
                    <a:pt x="36146" y="164350"/>
                    <a:pt x="27088" y="150620"/>
                    <a:pt x="27088" y="133813"/>
                  </a:cubicBezTo>
                  <a:cubicBezTo>
                    <a:pt x="27088" y="131446"/>
                    <a:pt x="27088" y="127895"/>
                    <a:pt x="28280" y="123398"/>
                  </a:cubicBezTo>
                  <a:lnTo>
                    <a:pt x="43535" y="63507"/>
                  </a:lnTo>
                  <a:cubicBezTo>
                    <a:pt x="48779" y="43149"/>
                    <a:pt x="65942" y="5511"/>
                    <a:pt x="94545" y="5511"/>
                  </a:cubicBezTo>
                  <a:cubicBezTo>
                    <a:pt x="108371" y="5511"/>
                    <a:pt x="116713" y="12849"/>
                    <a:pt x="11671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1" name="Freeform: Shape 50">
              <a:extLst>
                <a:ext uri="{FF2B5EF4-FFF2-40B4-BE49-F238E27FC236}">
                  <a16:creationId xmlns:a16="http://schemas.microsoft.com/office/drawing/2014/main" id="{18645295-FD67-BB21-4FF7-985289C0DEA2}"/>
                </a:ext>
              </a:extLst>
            </p:cNvPr>
            <p:cNvSpPr/>
            <p:nvPr>
              <p:custDataLst>
                <p:tags r:id="rId171"/>
              </p:custDataLst>
            </p:nvPr>
          </p:nvSpPr>
          <p:spPr>
            <a:xfrm>
              <a:off x="8077441" y="4675050"/>
              <a:ext cx="77420" cy="113341"/>
            </a:xfrm>
            <a:custGeom>
              <a:avLst/>
              <a:gdLst>
                <a:gd name="connsiteX0" fmla="*/ 77549 w 77420"/>
                <a:gd name="connsiteY0" fmla="*/ 57236 h 113341"/>
                <a:gd name="connsiteX1" fmla="*/ 67705 w 77420"/>
                <a:gd name="connsiteY1" fmla="*/ 14318 h 113341"/>
                <a:gd name="connsiteX2" fmla="*/ 38839 w 77420"/>
                <a:gd name="connsiteY2" fmla="*/ 68 h 113341"/>
                <a:gd name="connsiteX3" fmla="*/ 128 w 77420"/>
                <a:gd name="connsiteY3" fmla="*/ 57236 h 113341"/>
                <a:gd name="connsiteX4" fmla="*/ 38839 w 77420"/>
                <a:gd name="connsiteY4" fmla="*/ 113409 h 113341"/>
                <a:gd name="connsiteX5" fmla="*/ 77549 w 77420"/>
                <a:gd name="connsiteY5" fmla="*/ 57236 h 113341"/>
                <a:gd name="connsiteX6" fmla="*/ 38839 w 77420"/>
                <a:gd name="connsiteY6" fmla="*/ 108770 h 113341"/>
                <a:gd name="connsiteX7" fmla="*/ 17648 w 77420"/>
                <a:gd name="connsiteY7" fmla="*/ 90708 h 113341"/>
                <a:gd name="connsiteX8" fmla="*/ 15312 w 77420"/>
                <a:gd name="connsiteY8" fmla="*/ 55082 h 113341"/>
                <a:gd name="connsiteX9" fmla="*/ 17815 w 77420"/>
                <a:gd name="connsiteY9" fmla="*/ 21278 h 113341"/>
                <a:gd name="connsiteX10" fmla="*/ 38839 w 77420"/>
                <a:gd name="connsiteY10" fmla="*/ 4707 h 113341"/>
                <a:gd name="connsiteX11" fmla="*/ 59529 w 77420"/>
                <a:gd name="connsiteY11" fmla="*/ 19787 h 113341"/>
                <a:gd name="connsiteX12" fmla="*/ 62365 w 77420"/>
                <a:gd name="connsiteY12" fmla="*/ 55082 h 113341"/>
                <a:gd name="connsiteX13" fmla="*/ 60196 w 77420"/>
                <a:gd name="connsiteY13" fmla="*/ 90045 h 113341"/>
                <a:gd name="connsiteX14" fmla="*/ 38839 w 77420"/>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420" h="113341">
                  <a:moveTo>
                    <a:pt x="77549" y="57236"/>
                  </a:moveTo>
                  <a:cubicBezTo>
                    <a:pt x="77549" y="39008"/>
                    <a:pt x="75380" y="25918"/>
                    <a:pt x="67705" y="14318"/>
                  </a:cubicBezTo>
                  <a:cubicBezTo>
                    <a:pt x="62532" y="6696"/>
                    <a:pt x="52187" y="68"/>
                    <a:pt x="38839" y="68"/>
                  </a:cubicBezTo>
                  <a:cubicBezTo>
                    <a:pt x="128" y="68"/>
                    <a:pt x="128" y="45305"/>
                    <a:pt x="128" y="57236"/>
                  </a:cubicBezTo>
                  <a:cubicBezTo>
                    <a:pt x="128" y="69166"/>
                    <a:pt x="128" y="113409"/>
                    <a:pt x="38839" y="113409"/>
                  </a:cubicBezTo>
                  <a:cubicBezTo>
                    <a:pt x="77549" y="113409"/>
                    <a:pt x="77549" y="69166"/>
                    <a:pt x="77549" y="57236"/>
                  </a:cubicBezTo>
                  <a:close/>
                  <a:moveTo>
                    <a:pt x="38839" y="108770"/>
                  </a:moveTo>
                  <a:cubicBezTo>
                    <a:pt x="31164" y="108770"/>
                    <a:pt x="20985" y="104296"/>
                    <a:pt x="17648" y="90708"/>
                  </a:cubicBezTo>
                  <a:cubicBezTo>
                    <a:pt x="15312" y="80931"/>
                    <a:pt x="15312" y="67344"/>
                    <a:pt x="15312" y="55082"/>
                  </a:cubicBezTo>
                  <a:cubicBezTo>
                    <a:pt x="15312" y="42985"/>
                    <a:pt x="15312" y="30392"/>
                    <a:pt x="17815" y="21278"/>
                  </a:cubicBezTo>
                  <a:cubicBezTo>
                    <a:pt x="21319" y="8187"/>
                    <a:pt x="31998" y="4707"/>
                    <a:pt x="38839" y="4707"/>
                  </a:cubicBezTo>
                  <a:cubicBezTo>
                    <a:pt x="47849" y="4707"/>
                    <a:pt x="56526" y="10176"/>
                    <a:pt x="59529" y="19787"/>
                  </a:cubicBezTo>
                  <a:cubicBezTo>
                    <a:pt x="62199" y="28735"/>
                    <a:pt x="62365" y="40665"/>
                    <a:pt x="62365" y="55082"/>
                  </a:cubicBezTo>
                  <a:cubicBezTo>
                    <a:pt x="62365" y="67344"/>
                    <a:pt x="62365" y="79606"/>
                    <a:pt x="60196" y="90045"/>
                  </a:cubicBezTo>
                  <a:cubicBezTo>
                    <a:pt x="56859" y="105124"/>
                    <a:pt x="45513" y="108770"/>
                    <a:pt x="38839"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2" name="Freeform: Shape 51">
              <a:extLst>
                <a:ext uri="{FF2B5EF4-FFF2-40B4-BE49-F238E27FC236}">
                  <a16:creationId xmlns:a16="http://schemas.microsoft.com/office/drawing/2014/main" id="{5044D95D-1E4D-78B7-88F7-62EFF2C03B60}"/>
                </a:ext>
              </a:extLst>
            </p:cNvPr>
            <p:cNvSpPr/>
            <p:nvPr>
              <p:custDataLst>
                <p:tags r:id="rId172"/>
              </p:custDataLst>
            </p:nvPr>
          </p:nvSpPr>
          <p:spPr>
            <a:xfrm>
              <a:off x="8248451" y="4685655"/>
              <a:ext cx="145640" cy="9468"/>
            </a:xfrm>
            <a:custGeom>
              <a:avLst/>
              <a:gdLst>
                <a:gd name="connsiteX0" fmla="*/ 137433 w 145640"/>
                <a:gd name="connsiteY0" fmla="*/ 9535 h 9468"/>
                <a:gd name="connsiteX1" fmla="*/ 145776 w 145640"/>
                <a:gd name="connsiteY1" fmla="*/ 4801 h 9468"/>
                <a:gd name="connsiteX2" fmla="*/ 137433 w 145640"/>
                <a:gd name="connsiteY2" fmla="*/ 66 h 9468"/>
                <a:gd name="connsiteX3" fmla="*/ 8478 w 145640"/>
                <a:gd name="connsiteY3" fmla="*/ 66 h 9468"/>
                <a:gd name="connsiteX4" fmla="*/ 135 w 145640"/>
                <a:gd name="connsiteY4" fmla="*/ 4801 h 9468"/>
                <a:gd name="connsiteX5" fmla="*/ 8478 w 145640"/>
                <a:gd name="connsiteY5" fmla="*/ 9535 h 9468"/>
                <a:gd name="connsiteX6" fmla="*/ 137433 w 145640"/>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640" h="9468">
                  <a:moveTo>
                    <a:pt x="137433" y="9535"/>
                  </a:moveTo>
                  <a:cubicBezTo>
                    <a:pt x="141485" y="9535"/>
                    <a:pt x="145776" y="9535"/>
                    <a:pt x="145776" y="4801"/>
                  </a:cubicBezTo>
                  <a:cubicBezTo>
                    <a:pt x="145776" y="66"/>
                    <a:pt x="141485" y="66"/>
                    <a:pt x="137433" y="66"/>
                  </a:cubicBezTo>
                  <a:lnTo>
                    <a:pt x="8478" y="66"/>
                  </a:lnTo>
                  <a:cubicBezTo>
                    <a:pt x="4426" y="66"/>
                    <a:pt x="135" y="66"/>
                    <a:pt x="135" y="4801"/>
                  </a:cubicBezTo>
                  <a:cubicBezTo>
                    <a:pt x="135" y="9535"/>
                    <a:pt x="4426" y="9535"/>
                    <a:pt x="8478" y="9535"/>
                  </a:cubicBezTo>
                  <a:lnTo>
                    <a:pt x="137433"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3" name="Freeform: Shape 52">
              <a:extLst>
                <a:ext uri="{FF2B5EF4-FFF2-40B4-BE49-F238E27FC236}">
                  <a16:creationId xmlns:a16="http://schemas.microsoft.com/office/drawing/2014/main" id="{6A39CDCA-CEBF-F298-E8A5-C94D3E07ACA3}"/>
                </a:ext>
              </a:extLst>
            </p:cNvPr>
            <p:cNvSpPr/>
            <p:nvPr>
              <p:custDataLst>
                <p:tags r:id="rId173"/>
              </p:custDataLst>
            </p:nvPr>
          </p:nvSpPr>
          <p:spPr>
            <a:xfrm>
              <a:off x="8555969" y="4522818"/>
              <a:ext cx="63643" cy="36454"/>
            </a:xfrm>
            <a:custGeom>
              <a:avLst/>
              <a:gdLst>
                <a:gd name="connsiteX0" fmla="*/ 32089 w 63643"/>
                <a:gd name="connsiteY0" fmla="*/ 64 h 36454"/>
                <a:gd name="connsiteX1" fmla="*/ 148 w 63643"/>
                <a:gd name="connsiteY1" fmla="*/ 32258 h 36454"/>
                <a:gd name="connsiteX2" fmla="*/ 4438 w 63643"/>
                <a:gd name="connsiteY2" fmla="*/ 36519 h 36454"/>
                <a:gd name="connsiteX3" fmla="*/ 32089 w 63643"/>
                <a:gd name="connsiteY3" fmla="*/ 12373 h 36454"/>
                <a:gd name="connsiteX4" fmla="*/ 59500 w 63643"/>
                <a:gd name="connsiteY4" fmla="*/ 36519 h 36454"/>
                <a:gd name="connsiteX5" fmla="*/ 63791 w 63643"/>
                <a:gd name="connsiteY5" fmla="*/ 32258 h 36454"/>
                <a:gd name="connsiteX6" fmla="*/ 32089 w 63643"/>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643" h="36454">
                  <a:moveTo>
                    <a:pt x="32089" y="64"/>
                  </a:moveTo>
                  <a:lnTo>
                    <a:pt x="148" y="32258"/>
                  </a:lnTo>
                  <a:lnTo>
                    <a:pt x="4438" y="36519"/>
                  </a:lnTo>
                  <a:lnTo>
                    <a:pt x="32089" y="12373"/>
                  </a:lnTo>
                  <a:lnTo>
                    <a:pt x="59500" y="36519"/>
                  </a:lnTo>
                  <a:lnTo>
                    <a:pt x="63791" y="32258"/>
                  </a:lnTo>
                  <a:lnTo>
                    <a:pt x="32089"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4" name="Freeform: Shape 53">
              <a:extLst>
                <a:ext uri="{FF2B5EF4-FFF2-40B4-BE49-F238E27FC236}">
                  <a16:creationId xmlns:a16="http://schemas.microsoft.com/office/drawing/2014/main" id="{FDC6AE7E-0A95-1ACE-F6FC-0573E5720EC5}"/>
                </a:ext>
              </a:extLst>
            </p:cNvPr>
            <p:cNvSpPr/>
            <p:nvPr>
              <p:custDataLst>
                <p:tags r:id="rId174"/>
              </p:custDataLst>
            </p:nvPr>
          </p:nvSpPr>
          <p:spPr>
            <a:xfrm>
              <a:off x="8474151" y="4582445"/>
              <a:ext cx="129938" cy="213048"/>
            </a:xfrm>
            <a:custGeom>
              <a:avLst/>
              <a:gdLst>
                <a:gd name="connsiteX0" fmla="*/ 130084 w 129938"/>
                <a:gd name="connsiteY0" fmla="*/ 32497 h 213048"/>
                <a:gd name="connsiteX1" fmla="*/ 97666 w 129938"/>
                <a:gd name="connsiteY1" fmla="*/ 66 h 213048"/>
                <a:gd name="connsiteX2" fmla="*/ 68824 w 129938"/>
                <a:gd name="connsiteY2" fmla="*/ 10009 h 213048"/>
                <a:gd name="connsiteX3" fmla="*/ 38075 w 129938"/>
                <a:gd name="connsiteY3" fmla="*/ 60430 h 213048"/>
                <a:gd name="connsiteX4" fmla="*/ 175 w 129938"/>
                <a:gd name="connsiteY4" fmla="*/ 210747 h 213048"/>
                <a:gd name="connsiteX5" fmla="*/ 3036 w 129938"/>
                <a:gd name="connsiteY5" fmla="*/ 213115 h 213048"/>
                <a:gd name="connsiteX6" fmla="*/ 5896 w 129938"/>
                <a:gd name="connsiteY6" fmla="*/ 211931 h 213048"/>
                <a:gd name="connsiteX7" fmla="*/ 22582 w 129938"/>
                <a:gd name="connsiteY7" fmla="*/ 146596 h 213048"/>
                <a:gd name="connsiteX8" fmla="*/ 54999 w 129938"/>
                <a:gd name="connsiteY8" fmla="*/ 169558 h 213048"/>
                <a:gd name="connsiteX9" fmla="*/ 101004 w 129938"/>
                <a:gd name="connsiteY9" fmla="*/ 150857 h 213048"/>
                <a:gd name="connsiteX10" fmla="*/ 120073 w 129938"/>
                <a:gd name="connsiteY10" fmla="*/ 107301 h 213048"/>
                <a:gd name="connsiteX11" fmla="*/ 102672 w 129938"/>
                <a:gd name="connsiteY11" fmla="*/ 72029 h 213048"/>
                <a:gd name="connsiteX12" fmla="*/ 130084 w 129938"/>
                <a:gd name="connsiteY12" fmla="*/ 32497 h 213048"/>
                <a:gd name="connsiteX13" fmla="*/ 87178 w 129938"/>
                <a:gd name="connsiteY13" fmla="*/ 71793 h 213048"/>
                <a:gd name="connsiteX14" fmla="*/ 75737 w 129938"/>
                <a:gd name="connsiteY14" fmla="*/ 73450 h 213048"/>
                <a:gd name="connsiteX15" fmla="*/ 65249 w 129938"/>
                <a:gd name="connsiteY15" fmla="*/ 72503 h 213048"/>
                <a:gd name="connsiteX16" fmla="*/ 76929 w 129938"/>
                <a:gd name="connsiteY16" fmla="*/ 70609 h 213048"/>
                <a:gd name="connsiteX17" fmla="*/ 87178 w 129938"/>
                <a:gd name="connsiteY17" fmla="*/ 71793 h 213048"/>
                <a:gd name="connsiteX18" fmla="*/ 116736 w 129938"/>
                <a:gd name="connsiteY18" fmla="*/ 27052 h 213048"/>
                <a:gd name="connsiteX19" fmla="*/ 95283 w 129938"/>
                <a:gd name="connsiteY19" fmla="*/ 68005 h 213048"/>
                <a:gd name="connsiteX20" fmla="*/ 76929 w 129938"/>
                <a:gd name="connsiteY20" fmla="*/ 65164 h 213048"/>
                <a:gd name="connsiteX21" fmla="*/ 58575 w 129938"/>
                <a:gd name="connsiteY21" fmla="*/ 72739 h 213048"/>
                <a:gd name="connsiteX22" fmla="*/ 75022 w 129938"/>
                <a:gd name="connsiteY22" fmla="*/ 78657 h 213048"/>
                <a:gd name="connsiteX23" fmla="*/ 94568 w 129938"/>
                <a:gd name="connsiteY23" fmla="*/ 75580 h 213048"/>
                <a:gd name="connsiteX24" fmla="*/ 105056 w 129938"/>
                <a:gd name="connsiteY24" fmla="*/ 102329 h 213048"/>
                <a:gd name="connsiteX25" fmla="*/ 93138 w 129938"/>
                <a:gd name="connsiteY25" fmla="*/ 143045 h 213048"/>
                <a:gd name="connsiteX26" fmla="*/ 54284 w 129938"/>
                <a:gd name="connsiteY26" fmla="*/ 164350 h 213048"/>
                <a:gd name="connsiteX27" fmla="*/ 27111 w 129938"/>
                <a:gd name="connsiteY27" fmla="*/ 133813 h 213048"/>
                <a:gd name="connsiteX28" fmla="*/ 28302 w 129938"/>
                <a:gd name="connsiteY28" fmla="*/ 123398 h 213048"/>
                <a:gd name="connsiteX29" fmla="*/ 43558 w 129938"/>
                <a:gd name="connsiteY29" fmla="*/ 63507 h 213048"/>
                <a:gd name="connsiteX30" fmla="*/ 94568 w 129938"/>
                <a:gd name="connsiteY30" fmla="*/ 5511 h 213048"/>
                <a:gd name="connsiteX31" fmla="*/ 116736 w 129938"/>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938" h="213048">
                  <a:moveTo>
                    <a:pt x="130084" y="32497"/>
                  </a:moveTo>
                  <a:cubicBezTo>
                    <a:pt x="130084" y="14743"/>
                    <a:pt x="116974" y="66"/>
                    <a:pt x="97666" y="66"/>
                  </a:cubicBezTo>
                  <a:cubicBezTo>
                    <a:pt x="83841" y="66"/>
                    <a:pt x="77167" y="3854"/>
                    <a:pt x="68824" y="10009"/>
                  </a:cubicBezTo>
                  <a:cubicBezTo>
                    <a:pt x="55714" y="19477"/>
                    <a:pt x="42604" y="42439"/>
                    <a:pt x="38075" y="60430"/>
                  </a:cubicBezTo>
                  <a:lnTo>
                    <a:pt x="175" y="210747"/>
                  </a:lnTo>
                  <a:cubicBezTo>
                    <a:pt x="-63" y="211694"/>
                    <a:pt x="1129" y="213115"/>
                    <a:pt x="3036" y="213115"/>
                  </a:cubicBezTo>
                  <a:cubicBezTo>
                    <a:pt x="4943" y="213115"/>
                    <a:pt x="5658" y="212641"/>
                    <a:pt x="5896" y="211931"/>
                  </a:cubicBezTo>
                  <a:lnTo>
                    <a:pt x="22582" y="146596"/>
                  </a:lnTo>
                  <a:cubicBezTo>
                    <a:pt x="27111" y="160799"/>
                    <a:pt x="37599" y="169558"/>
                    <a:pt x="54999" y="169558"/>
                  </a:cubicBezTo>
                  <a:cubicBezTo>
                    <a:pt x="72400" y="169558"/>
                    <a:pt x="90277" y="161273"/>
                    <a:pt x="101004" y="150857"/>
                  </a:cubicBezTo>
                  <a:cubicBezTo>
                    <a:pt x="112445" y="139968"/>
                    <a:pt x="120073" y="124818"/>
                    <a:pt x="120073" y="107301"/>
                  </a:cubicBezTo>
                  <a:cubicBezTo>
                    <a:pt x="120073" y="90257"/>
                    <a:pt x="111253" y="77947"/>
                    <a:pt x="102672" y="72029"/>
                  </a:cubicBezTo>
                  <a:cubicBezTo>
                    <a:pt x="116497" y="64218"/>
                    <a:pt x="130084" y="49541"/>
                    <a:pt x="130084" y="32497"/>
                  </a:cubicBezTo>
                  <a:close/>
                  <a:moveTo>
                    <a:pt x="87178" y="71793"/>
                  </a:moveTo>
                  <a:cubicBezTo>
                    <a:pt x="84080" y="72976"/>
                    <a:pt x="81458" y="73450"/>
                    <a:pt x="75737" y="73450"/>
                  </a:cubicBezTo>
                  <a:cubicBezTo>
                    <a:pt x="72400" y="73450"/>
                    <a:pt x="67633" y="73686"/>
                    <a:pt x="65249" y="72503"/>
                  </a:cubicBezTo>
                  <a:cubicBezTo>
                    <a:pt x="65726" y="70136"/>
                    <a:pt x="74307" y="70609"/>
                    <a:pt x="76929" y="70609"/>
                  </a:cubicBezTo>
                  <a:cubicBezTo>
                    <a:pt x="81934" y="70609"/>
                    <a:pt x="84080" y="70609"/>
                    <a:pt x="87178" y="71793"/>
                  </a:cubicBezTo>
                  <a:close/>
                  <a:moveTo>
                    <a:pt x="116736" y="27052"/>
                  </a:moveTo>
                  <a:cubicBezTo>
                    <a:pt x="116736" y="43623"/>
                    <a:pt x="107678" y="60667"/>
                    <a:pt x="95283" y="68005"/>
                  </a:cubicBezTo>
                  <a:cubicBezTo>
                    <a:pt x="88847" y="65638"/>
                    <a:pt x="84080" y="65164"/>
                    <a:pt x="76929" y="65164"/>
                  </a:cubicBezTo>
                  <a:cubicBezTo>
                    <a:pt x="71923" y="65164"/>
                    <a:pt x="58575" y="64928"/>
                    <a:pt x="58575" y="72739"/>
                  </a:cubicBezTo>
                  <a:cubicBezTo>
                    <a:pt x="58336" y="79368"/>
                    <a:pt x="70731" y="78657"/>
                    <a:pt x="75022" y="78657"/>
                  </a:cubicBezTo>
                  <a:cubicBezTo>
                    <a:pt x="83841" y="78657"/>
                    <a:pt x="87417" y="78421"/>
                    <a:pt x="94568" y="75580"/>
                  </a:cubicBezTo>
                  <a:cubicBezTo>
                    <a:pt x="103626" y="84102"/>
                    <a:pt x="104817" y="91440"/>
                    <a:pt x="105056" y="102329"/>
                  </a:cubicBezTo>
                  <a:cubicBezTo>
                    <a:pt x="105532" y="116059"/>
                    <a:pt x="99812" y="133813"/>
                    <a:pt x="93138" y="143045"/>
                  </a:cubicBezTo>
                  <a:cubicBezTo>
                    <a:pt x="83841" y="155828"/>
                    <a:pt x="67871" y="164350"/>
                    <a:pt x="54284" y="164350"/>
                  </a:cubicBezTo>
                  <a:cubicBezTo>
                    <a:pt x="36168" y="164350"/>
                    <a:pt x="27111" y="150620"/>
                    <a:pt x="27111" y="133813"/>
                  </a:cubicBezTo>
                  <a:cubicBezTo>
                    <a:pt x="27111" y="131446"/>
                    <a:pt x="27111" y="127895"/>
                    <a:pt x="28302" y="123398"/>
                  </a:cubicBezTo>
                  <a:lnTo>
                    <a:pt x="43558" y="63507"/>
                  </a:lnTo>
                  <a:cubicBezTo>
                    <a:pt x="48802" y="43149"/>
                    <a:pt x="65964" y="5511"/>
                    <a:pt x="94568" y="5511"/>
                  </a:cubicBezTo>
                  <a:cubicBezTo>
                    <a:pt x="108393" y="5511"/>
                    <a:pt x="116736" y="12849"/>
                    <a:pt x="116736"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5" name="Freeform: Shape 54">
              <a:extLst>
                <a:ext uri="{FF2B5EF4-FFF2-40B4-BE49-F238E27FC236}">
                  <a16:creationId xmlns:a16="http://schemas.microsoft.com/office/drawing/2014/main" id="{CECE0B4C-B4AC-1932-B7FC-5519D394378E}"/>
                </a:ext>
              </a:extLst>
            </p:cNvPr>
            <p:cNvSpPr/>
            <p:nvPr>
              <p:custDataLst>
                <p:tags r:id="rId175"/>
              </p:custDataLst>
            </p:nvPr>
          </p:nvSpPr>
          <p:spPr>
            <a:xfrm>
              <a:off x="8620043" y="4675050"/>
              <a:ext cx="60735" cy="110027"/>
            </a:xfrm>
            <a:custGeom>
              <a:avLst/>
              <a:gdLst>
                <a:gd name="connsiteX0" fmla="*/ 37860 w 60735"/>
                <a:gd name="connsiteY0" fmla="*/ 4707 h 110027"/>
                <a:gd name="connsiteX1" fmla="*/ 32854 w 60735"/>
                <a:gd name="connsiteY1" fmla="*/ 68 h 110027"/>
                <a:gd name="connsiteX2" fmla="*/ 151 w 60735"/>
                <a:gd name="connsiteY2" fmla="*/ 10673 h 110027"/>
                <a:gd name="connsiteX3" fmla="*/ 151 w 60735"/>
                <a:gd name="connsiteY3" fmla="*/ 16638 h 110027"/>
                <a:gd name="connsiteX4" fmla="*/ 24345 w 60735"/>
                <a:gd name="connsiteY4" fmla="*/ 11998 h 110027"/>
                <a:gd name="connsiteX5" fmla="*/ 24345 w 60735"/>
                <a:gd name="connsiteY5" fmla="*/ 96508 h 110027"/>
                <a:gd name="connsiteX6" fmla="*/ 7659 w 60735"/>
                <a:gd name="connsiteY6" fmla="*/ 104130 h 110027"/>
                <a:gd name="connsiteX7" fmla="*/ 1319 w 60735"/>
                <a:gd name="connsiteY7" fmla="*/ 104130 h 110027"/>
                <a:gd name="connsiteX8" fmla="*/ 1319 w 60735"/>
                <a:gd name="connsiteY8" fmla="*/ 110095 h 110027"/>
                <a:gd name="connsiteX9" fmla="*/ 31019 w 60735"/>
                <a:gd name="connsiteY9" fmla="*/ 109433 h 110027"/>
                <a:gd name="connsiteX10" fmla="*/ 60886 w 60735"/>
                <a:gd name="connsiteY10" fmla="*/ 110095 h 110027"/>
                <a:gd name="connsiteX11" fmla="*/ 60886 w 60735"/>
                <a:gd name="connsiteY11" fmla="*/ 104130 h 110027"/>
                <a:gd name="connsiteX12" fmla="*/ 54546 w 60735"/>
                <a:gd name="connsiteY12" fmla="*/ 104130 h 110027"/>
                <a:gd name="connsiteX13" fmla="*/ 37860 w 60735"/>
                <a:gd name="connsiteY13" fmla="*/ 96508 h 110027"/>
                <a:gd name="connsiteX14" fmla="*/ 37860 w 60735"/>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35" h="110027">
                  <a:moveTo>
                    <a:pt x="37860" y="4707"/>
                  </a:moveTo>
                  <a:cubicBezTo>
                    <a:pt x="37860" y="233"/>
                    <a:pt x="37526" y="68"/>
                    <a:pt x="32854" y="68"/>
                  </a:cubicBezTo>
                  <a:cubicBezTo>
                    <a:pt x="22176" y="10507"/>
                    <a:pt x="6992" y="10673"/>
                    <a:pt x="151" y="10673"/>
                  </a:cubicBezTo>
                  <a:lnTo>
                    <a:pt x="151" y="16638"/>
                  </a:lnTo>
                  <a:cubicBezTo>
                    <a:pt x="4155" y="16638"/>
                    <a:pt x="15168" y="16638"/>
                    <a:pt x="24345" y="11998"/>
                  </a:cubicBezTo>
                  <a:lnTo>
                    <a:pt x="24345" y="96508"/>
                  </a:lnTo>
                  <a:cubicBezTo>
                    <a:pt x="24345" y="101976"/>
                    <a:pt x="24345" y="104130"/>
                    <a:pt x="7659" y="104130"/>
                  </a:cubicBezTo>
                  <a:lnTo>
                    <a:pt x="1319" y="104130"/>
                  </a:lnTo>
                  <a:lnTo>
                    <a:pt x="1319" y="110095"/>
                  </a:lnTo>
                  <a:cubicBezTo>
                    <a:pt x="4322" y="109930"/>
                    <a:pt x="24845" y="109433"/>
                    <a:pt x="31019" y="109433"/>
                  </a:cubicBezTo>
                  <a:cubicBezTo>
                    <a:pt x="36192" y="109433"/>
                    <a:pt x="57215" y="109930"/>
                    <a:pt x="60886" y="110095"/>
                  </a:cubicBezTo>
                  <a:lnTo>
                    <a:pt x="60886" y="104130"/>
                  </a:lnTo>
                  <a:lnTo>
                    <a:pt x="54546" y="104130"/>
                  </a:lnTo>
                  <a:cubicBezTo>
                    <a:pt x="37860" y="104130"/>
                    <a:pt x="37860" y="101976"/>
                    <a:pt x="37860" y="96508"/>
                  </a:cubicBezTo>
                  <a:lnTo>
                    <a:pt x="37860"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6" name="Freeform: Shape 55">
              <a:extLst>
                <a:ext uri="{FF2B5EF4-FFF2-40B4-BE49-F238E27FC236}">
                  <a16:creationId xmlns:a16="http://schemas.microsoft.com/office/drawing/2014/main" id="{D21233F5-94AF-10A3-833D-043119C92599}"/>
                </a:ext>
              </a:extLst>
            </p:cNvPr>
            <p:cNvSpPr/>
            <p:nvPr>
              <p:custDataLst>
                <p:tags r:id="rId176"/>
              </p:custDataLst>
            </p:nvPr>
          </p:nvSpPr>
          <p:spPr>
            <a:xfrm>
              <a:off x="8715701" y="4644939"/>
              <a:ext cx="118705" cy="107234"/>
            </a:xfrm>
            <a:custGeom>
              <a:avLst/>
              <a:gdLst>
                <a:gd name="connsiteX0" fmla="*/ 72856 w 118705"/>
                <a:gd name="connsiteY0" fmla="*/ 33207 h 107234"/>
                <a:gd name="connsiteX1" fmla="*/ 96455 w 118705"/>
                <a:gd name="connsiteY1" fmla="*/ 5274 h 107234"/>
                <a:gd name="connsiteX2" fmla="*/ 108373 w 118705"/>
                <a:gd name="connsiteY2" fmla="*/ 8351 h 107234"/>
                <a:gd name="connsiteX3" fmla="*/ 96931 w 118705"/>
                <a:gd name="connsiteY3" fmla="*/ 21134 h 107234"/>
                <a:gd name="connsiteX4" fmla="*/ 105989 w 118705"/>
                <a:gd name="connsiteY4" fmla="*/ 29420 h 107234"/>
                <a:gd name="connsiteX5" fmla="*/ 118861 w 118705"/>
                <a:gd name="connsiteY5" fmla="*/ 15690 h 107234"/>
                <a:gd name="connsiteX6" fmla="*/ 96693 w 118705"/>
                <a:gd name="connsiteY6" fmla="*/ 66 h 107234"/>
                <a:gd name="connsiteX7" fmla="*/ 71665 w 118705"/>
                <a:gd name="connsiteY7" fmla="*/ 18057 h 107234"/>
                <a:gd name="connsiteX8" fmla="*/ 45921 w 118705"/>
                <a:gd name="connsiteY8" fmla="*/ 66 h 107234"/>
                <a:gd name="connsiteX9" fmla="*/ 7545 w 118705"/>
                <a:gd name="connsiteY9" fmla="*/ 36521 h 107234"/>
                <a:gd name="connsiteX10" fmla="*/ 10405 w 118705"/>
                <a:gd name="connsiteY10" fmla="*/ 38888 h 107234"/>
                <a:gd name="connsiteX11" fmla="*/ 13504 w 118705"/>
                <a:gd name="connsiteY11" fmla="*/ 36284 h 107234"/>
                <a:gd name="connsiteX12" fmla="*/ 45444 w 118705"/>
                <a:gd name="connsiteY12" fmla="*/ 5274 h 107234"/>
                <a:gd name="connsiteX13" fmla="*/ 58316 w 118705"/>
                <a:gd name="connsiteY13" fmla="*/ 21134 h 107234"/>
                <a:gd name="connsiteX14" fmla="*/ 45444 w 118705"/>
                <a:gd name="connsiteY14" fmla="*/ 77474 h 107234"/>
                <a:gd name="connsiteX15" fmla="*/ 22800 w 118705"/>
                <a:gd name="connsiteY15" fmla="*/ 102093 h 107234"/>
                <a:gd name="connsiteX16" fmla="*/ 10882 w 118705"/>
                <a:gd name="connsiteY16" fmla="*/ 99015 h 107234"/>
                <a:gd name="connsiteX17" fmla="*/ 22085 w 118705"/>
                <a:gd name="connsiteY17" fmla="*/ 86232 h 107234"/>
                <a:gd name="connsiteX18" fmla="*/ 13265 w 118705"/>
                <a:gd name="connsiteY18" fmla="*/ 77947 h 107234"/>
                <a:gd name="connsiteX19" fmla="*/ 155 w 118705"/>
                <a:gd name="connsiteY19" fmla="*/ 91677 h 107234"/>
                <a:gd name="connsiteX20" fmla="*/ 22561 w 118705"/>
                <a:gd name="connsiteY20" fmla="*/ 107301 h 107234"/>
                <a:gd name="connsiteX21" fmla="*/ 47590 w 118705"/>
                <a:gd name="connsiteY21" fmla="*/ 89310 h 107234"/>
                <a:gd name="connsiteX22" fmla="*/ 73333 w 118705"/>
                <a:gd name="connsiteY22" fmla="*/ 107301 h 107234"/>
                <a:gd name="connsiteX23" fmla="*/ 111471 w 118705"/>
                <a:gd name="connsiteY23" fmla="*/ 70846 h 107234"/>
                <a:gd name="connsiteX24" fmla="*/ 108611 w 118705"/>
                <a:gd name="connsiteY24" fmla="*/ 68478 h 107234"/>
                <a:gd name="connsiteX25" fmla="*/ 105512 w 118705"/>
                <a:gd name="connsiteY25" fmla="*/ 71082 h 107234"/>
                <a:gd name="connsiteX26" fmla="*/ 73810 w 118705"/>
                <a:gd name="connsiteY26" fmla="*/ 102093 h 107234"/>
                <a:gd name="connsiteX27" fmla="*/ 60700 w 118705"/>
                <a:gd name="connsiteY27" fmla="*/ 86469 h 107234"/>
                <a:gd name="connsiteX28" fmla="*/ 64752 w 118705"/>
                <a:gd name="connsiteY28" fmla="*/ 65638 h 107234"/>
                <a:gd name="connsiteX29" fmla="*/ 72856 w 118705"/>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705" h="107234">
                  <a:moveTo>
                    <a:pt x="72856" y="33207"/>
                  </a:moveTo>
                  <a:cubicBezTo>
                    <a:pt x="74287" y="27052"/>
                    <a:pt x="79769" y="5274"/>
                    <a:pt x="96455" y="5274"/>
                  </a:cubicBezTo>
                  <a:cubicBezTo>
                    <a:pt x="97646" y="5274"/>
                    <a:pt x="103367" y="5274"/>
                    <a:pt x="108373" y="8351"/>
                  </a:cubicBezTo>
                  <a:cubicBezTo>
                    <a:pt x="101699" y="9535"/>
                    <a:pt x="96931" y="15453"/>
                    <a:pt x="96931" y="21134"/>
                  </a:cubicBezTo>
                  <a:cubicBezTo>
                    <a:pt x="96931" y="24922"/>
                    <a:pt x="99553" y="29420"/>
                    <a:pt x="105989" y="29420"/>
                  </a:cubicBezTo>
                  <a:cubicBezTo>
                    <a:pt x="111233" y="29420"/>
                    <a:pt x="118861" y="25159"/>
                    <a:pt x="118861" y="15690"/>
                  </a:cubicBezTo>
                  <a:cubicBezTo>
                    <a:pt x="118861" y="3380"/>
                    <a:pt x="104797" y="66"/>
                    <a:pt x="96693" y="66"/>
                  </a:cubicBezTo>
                  <a:cubicBezTo>
                    <a:pt x="82868" y="66"/>
                    <a:pt x="74525" y="12612"/>
                    <a:pt x="71665" y="18057"/>
                  </a:cubicBezTo>
                  <a:cubicBezTo>
                    <a:pt x="65705" y="2433"/>
                    <a:pt x="52834" y="66"/>
                    <a:pt x="45921" y="66"/>
                  </a:cubicBezTo>
                  <a:cubicBezTo>
                    <a:pt x="21131" y="66"/>
                    <a:pt x="7545" y="30603"/>
                    <a:pt x="7545" y="36521"/>
                  </a:cubicBezTo>
                  <a:cubicBezTo>
                    <a:pt x="7545" y="38888"/>
                    <a:pt x="9928" y="38888"/>
                    <a:pt x="10405" y="38888"/>
                  </a:cubicBezTo>
                  <a:cubicBezTo>
                    <a:pt x="12312" y="38888"/>
                    <a:pt x="13027" y="38415"/>
                    <a:pt x="13504" y="36284"/>
                  </a:cubicBezTo>
                  <a:cubicBezTo>
                    <a:pt x="21608" y="11192"/>
                    <a:pt x="37340" y="5274"/>
                    <a:pt x="45444" y="5274"/>
                  </a:cubicBezTo>
                  <a:cubicBezTo>
                    <a:pt x="49973" y="5274"/>
                    <a:pt x="58316" y="7405"/>
                    <a:pt x="58316" y="21134"/>
                  </a:cubicBezTo>
                  <a:cubicBezTo>
                    <a:pt x="58316" y="28473"/>
                    <a:pt x="54264" y="44333"/>
                    <a:pt x="45444" y="77474"/>
                  </a:cubicBezTo>
                  <a:cubicBezTo>
                    <a:pt x="41631" y="92151"/>
                    <a:pt x="33288" y="102093"/>
                    <a:pt x="22800" y="102093"/>
                  </a:cubicBezTo>
                  <a:cubicBezTo>
                    <a:pt x="21370" y="102093"/>
                    <a:pt x="15887" y="102093"/>
                    <a:pt x="10882" y="99015"/>
                  </a:cubicBezTo>
                  <a:cubicBezTo>
                    <a:pt x="16841" y="97832"/>
                    <a:pt x="22085" y="92861"/>
                    <a:pt x="22085" y="86232"/>
                  </a:cubicBezTo>
                  <a:cubicBezTo>
                    <a:pt x="22085" y="79841"/>
                    <a:pt x="16841" y="77947"/>
                    <a:pt x="13265" y="77947"/>
                  </a:cubicBezTo>
                  <a:cubicBezTo>
                    <a:pt x="6114" y="77947"/>
                    <a:pt x="155" y="84102"/>
                    <a:pt x="155" y="91677"/>
                  </a:cubicBezTo>
                  <a:cubicBezTo>
                    <a:pt x="155" y="102566"/>
                    <a:pt x="12073" y="107301"/>
                    <a:pt x="22561" y="107301"/>
                  </a:cubicBezTo>
                  <a:cubicBezTo>
                    <a:pt x="38294" y="107301"/>
                    <a:pt x="46875" y="90730"/>
                    <a:pt x="47590" y="89310"/>
                  </a:cubicBezTo>
                  <a:cubicBezTo>
                    <a:pt x="50450" y="98069"/>
                    <a:pt x="59031" y="107301"/>
                    <a:pt x="73333" y="107301"/>
                  </a:cubicBezTo>
                  <a:cubicBezTo>
                    <a:pt x="97885" y="107301"/>
                    <a:pt x="111471" y="76764"/>
                    <a:pt x="111471" y="70846"/>
                  </a:cubicBezTo>
                  <a:cubicBezTo>
                    <a:pt x="111471" y="68478"/>
                    <a:pt x="109326" y="68478"/>
                    <a:pt x="108611" y="68478"/>
                  </a:cubicBezTo>
                  <a:cubicBezTo>
                    <a:pt x="106466" y="68478"/>
                    <a:pt x="105989" y="69425"/>
                    <a:pt x="105512" y="71082"/>
                  </a:cubicBezTo>
                  <a:cubicBezTo>
                    <a:pt x="97646" y="96411"/>
                    <a:pt x="81438" y="102093"/>
                    <a:pt x="73810" y="102093"/>
                  </a:cubicBezTo>
                  <a:cubicBezTo>
                    <a:pt x="64514" y="102093"/>
                    <a:pt x="60700" y="94518"/>
                    <a:pt x="60700" y="86469"/>
                  </a:cubicBezTo>
                  <a:cubicBezTo>
                    <a:pt x="60700" y="81261"/>
                    <a:pt x="62130" y="76054"/>
                    <a:pt x="64752" y="65638"/>
                  </a:cubicBezTo>
                  <a:lnTo>
                    <a:pt x="72856"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7" name="Freeform: Shape 56">
              <a:extLst>
                <a:ext uri="{FF2B5EF4-FFF2-40B4-BE49-F238E27FC236}">
                  <a16:creationId xmlns:a16="http://schemas.microsoft.com/office/drawing/2014/main" id="{DBE0725E-0D24-B9CF-149A-12245212BA5F}"/>
                </a:ext>
              </a:extLst>
            </p:cNvPr>
            <p:cNvSpPr/>
            <p:nvPr>
              <p:custDataLst>
                <p:tags r:id="rId177"/>
              </p:custDataLst>
            </p:nvPr>
          </p:nvSpPr>
          <p:spPr>
            <a:xfrm>
              <a:off x="8852863" y="4675216"/>
              <a:ext cx="50557" cy="111518"/>
            </a:xfrm>
            <a:custGeom>
              <a:avLst/>
              <a:gdLst>
                <a:gd name="connsiteX0" fmla="*/ 46380 w 50557"/>
                <a:gd name="connsiteY0" fmla="*/ 6365 h 111518"/>
                <a:gd name="connsiteX1" fmla="*/ 39706 w 50557"/>
                <a:gd name="connsiteY1" fmla="*/ 68 h 111518"/>
                <a:gd name="connsiteX2" fmla="*/ 30362 w 50557"/>
                <a:gd name="connsiteY2" fmla="*/ 9181 h 111518"/>
                <a:gd name="connsiteX3" fmla="*/ 37036 w 50557"/>
                <a:gd name="connsiteY3" fmla="*/ 15478 h 111518"/>
                <a:gd name="connsiteX4" fmla="*/ 46380 w 50557"/>
                <a:gd name="connsiteY4" fmla="*/ 6365 h 111518"/>
                <a:gd name="connsiteX5" fmla="*/ 12341 w 50557"/>
                <a:gd name="connsiteY5" fmla="*/ 90542 h 111518"/>
                <a:gd name="connsiteX6" fmla="*/ 10840 w 50557"/>
                <a:gd name="connsiteY6" fmla="*/ 97502 h 111518"/>
                <a:gd name="connsiteX7" fmla="*/ 26691 w 50557"/>
                <a:gd name="connsiteY7" fmla="*/ 111587 h 111518"/>
                <a:gd name="connsiteX8" fmla="*/ 50718 w 50557"/>
                <a:gd name="connsiteY8" fmla="*/ 86234 h 111518"/>
                <a:gd name="connsiteX9" fmla="*/ 48048 w 50557"/>
                <a:gd name="connsiteY9" fmla="*/ 84080 h 111518"/>
                <a:gd name="connsiteX10" fmla="*/ 44878 w 50557"/>
                <a:gd name="connsiteY10" fmla="*/ 86897 h 111518"/>
                <a:gd name="connsiteX11" fmla="*/ 27191 w 50557"/>
                <a:gd name="connsiteY11" fmla="*/ 106947 h 111518"/>
                <a:gd name="connsiteX12" fmla="*/ 23020 w 50557"/>
                <a:gd name="connsiteY12" fmla="*/ 101147 h 111518"/>
                <a:gd name="connsiteX13" fmla="*/ 25690 w 50557"/>
                <a:gd name="connsiteY13" fmla="*/ 90542 h 111518"/>
                <a:gd name="connsiteX14" fmla="*/ 31029 w 50557"/>
                <a:gd name="connsiteY14" fmla="*/ 77286 h 111518"/>
                <a:gd name="connsiteX15" fmla="*/ 39205 w 50557"/>
                <a:gd name="connsiteY15" fmla="*/ 56242 h 111518"/>
                <a:gd name="connsiteX16" fmla="*/ 40206 w 50557"/>
                <a:gd name="connsiteY16" fmla="*/ 50939 h 111518"/>
                <a:gd name="connsiteX17" fmla="*/ 24355 w 50557"/>
                <a:gd name="connsiteY17" fmla="*/ 36854 h 111518"/>
                <a:gd name="connsiteX18" fmla="*/ 161 w 50557"/>
                <a:gd name="connsiteY18" fmla="*/ 62207 h 111518"/>
                <a:gd name="connsiteX19" fmla="*/ 2997 w 50557"/>
                <a:gd name="connsiteY19" fmla="*/ 64361 h 111518"/>
                <a:gd name="connsiteX20" fmla="*/ 6001 w 50557"/>
                <a:gd name="connsiteY20" fmla="*/ 61710 h 111518"/>
                <a:gd name="connsiteX21" fmla="*/ 23854 w 50557"/>
                <a:gd name="connsiteY21" fmla="*/ 41494 h 111518"/>
                <a:gd name="connsiteX22" fmla="*/ 28026 w 50557"/>
                <a:gd name="connsiteY22" fmla="*/ 47293 h 111518"/>
                <a:gd name="connsiteX23" fmla="*/ 22853 w 50557"/>
                <a:gd name="connsiteY23" fmla="*/ 63864 h 111518"/>
                <a:gd name="connsiteX24" fmla="*/ 12341 w 50557"/>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557" h="111518">
                  <a:moveTo>
                    <a:pt x="46380" y="6365"/>
                  </a:moveTo>
                  <a:cubicBezTo>
                    <a:pt x="46380" y="3713"/>
                    <a:pt x="44378" y="68"/>
                    <a:pt x="39706" y="68"/>
                  </a:cubicBezTo>
                  <a:cubicBezTo>
                    <a:pt x="35201" y="68"/>
                    <a:pt x="30362" y="4376"/>
                    <a:pt x="30362" y="9181"/>
                  </a:cubicBezTo>
                  <a:cubicBezTo>
                    <a:pt x="30362" y="11998"/>
                    <a:pt x="32531" y="15478"/>
                    <a:pt x="37036" y="15478"/>
                  </a:cubicBezTo>
                  <a:cubicBezTo>
                    <a:pt x="41875" y="15478"/>
                    <a:pt x="46380" y="10839"/>
                    <a:pt x="46380" y="6365"/>
                  </a:cubicBezTo>
                  <a:close/>
                  <a:moveTo>
                    <a:pt x="12341" y="90542"/>
                  </a:moveTo>
                  <a:cubicBezTo>
                    <a:pt x="11674" y="92696"/>
                    <a:pt x="10840" y="94685"/>
                    <a:pt x="10840" y="97502"/>
                  </a:cubicBezTo>
                  <a:cubicBezTo>
                    <a:pt x="10840" y="105290"/>
                    <a:pt x="17514" y="111587"/>
                    <a:pt x="26691" y="111587"/>
                  </a:cubicBezTo>
                  <a:cubicBezTo>
                    <a:pt x="43376" y="111587"/>
                    <a:pt x="50718" y="88720"/>
                    <a:pt x="50718" y="86234"/>
                  </a:cubicBezTo>
                  <a:cubicBezTo>
                    <a:pt x="50718" y="84080"/>
                    <a:pt x="48549" y="84080"/>
                    <a:pt x="48048" y="84080"/>
                  </a:cubicBezTo>
                  <a:cubicBezTo>
                    <a:pt x="45712" y="84080"/>
                    <a:pt x="45546" y="85074"/>
                    <a:pt x="44878" y="86897"/>
                  </a:cubicBezTo>
                  <a:cubicBezTo>
                    <a:pt x="41040" y="100153"/>
                    <a:pt x="33699" y="106947"/>
                    <a:pt x="27191" y="106947"/>
                  </a:cubicBezTo>
                  <a:cubicBezTo>
                    <a:pt x="23854" y="106947"/>
                    <a:pt x="23020" y="104793"/>
                    <a:pt x="23020" y="101147"/>
                  </a:cubicBezTo>
                  <a:cubicBezTo>
                    <a:pt x="23020" y="97336"/>
                    <a:pt x="24188" y="94188"/>
                    <a:pt x="25690" y="90542"/>
                  </a:cubicBezTo>
                  <a:cubicBezTo>
                    <a:pt x="27358" y="86068"/>
                    <a:pt x="29194" y="81594"/>
                    <a:pt x="31029" y="77286"/>
                  </a:cubicBezTo>
                  <a:cubicBezTo>
                    <a:pt x="32531" y="73309"/>
                    <a:pt x="38538" y="58230"/>
                    <a:pt x="39205" y="56242"/>
                  </a:cubicBezTo>
                  <a:cubicBezTo>
                    <a:pt x="39706" y="54584"/>
                    <a:pt x="40206" y="52596"/>
                    <a:pt x="40206" y="50939"/>
                  </a:cubicBezTo>
                  <a:cubicBezTo>
                    <a:pt x="40206" y="43151"/>
                    <a:pt x="33532" y="36854"/>
                    <a:pt x="24355" y="36854"/>
                  </a:cubicBezTo>
                  <a:cubicBezTo>
                    <a:pt x="7836" y="36854"/>
                    <a:pt x="161" y="59390"/>
                    <a:pt x="161" y="62207"/>
                  </a:cubicBezTo>
                  <a:cubicBezTo>
                    <a:pt x="161" y="64361"/>
                    <a:pt x="2497" y="64361"/>
                    <a:pt x="2997" y="64361"/>
                  </a:cubicBezTo>
                  <a:cubicBezTo>
                    <a:pt x="5333" y="64361"/>
                    <a:pt x="5500" y="63533"/>
                    <a:pt x="6001" y="61710"/>
                  </a:cubicBezTo>
                  <a:cubicBezTo>
                    <a:pt x="10339" y="47459"/>
                    <a:pt x="17681" y="41494"/>
                    <a:pt x="23854" y="41494"/>
                  </a:cubicBezTo>
                  <a:cubicBezTo>
                    <a:pt x="26524" y="41494"/>
                    <a:pt x="28026" y="42819"/>
                    <a:pt x="28026" y="47293"/>
                  </a:cubicBezTo>
                  <a:cubicBezTo>
                    <a:pt x="28026" y="51105"/>
                    <a:pt x="27025" y="53590"/>
                    <a:pt x="22853" y="63864"/>
                  </a:cubicBezTo>
                  <a:lnTo>
                    <a:pt x="1234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 name="Freeform: Shape 57">
              <a:extLst>
                <a:ext uri="{FF2B5EF4-FFF2-40B4-BE49-F238E27FC236}">
                  <a16:creationId xmlns:a16="http://schemas.microsoft.com/office/drawing/2014/main" id="{1D8C7D13-C99F-D9B5-1D92-B18B18B47FFA}"/>
                </a:ext>
              </a:extLst>
            </p:cNvPr>
            <p:cNvSpPr/>
            <p:nvPr>
              <p:custDataLst>
                <p:tags r:id="rId178"/>
              </p:custDataLst>
            </p:nvPr>
          </p:nvSpPr>
          <p:spPr>
            <a:xfrm>
              <a:off x="8937966" y="4572030"/>
              <a:ext cx="55300" cy="236720"/>
            </a:xfrm>
            <a:custGeom>
              <a:avLst/>
              <a:gdLst>
                <a:gd name="connsiteX0" fmla="*/ 55465 w 55300"/>
                <a:gd name="connsiteY0" fmla="*/ 118426 h 236720"/>
                <a:gd name="connsiteX1" fmla="*/ 39733 w 55300"/>
                <a:gd name="connsiteY1" fmla="*/ 44570 h 236720"/>
                <a:gd name="connsiteX2" fmla="*/ 2548 w 55300"/>
                <a:gd name="connsiteY2" fmla="*/ 66 h 236720"/>
                <a:gd name="connsiteX3" fmla="*/ 164 w 55300"/>
                <a:gd name="connsiteY3" fmla="*/ 2433 h 236720"/>
                <a:gd name="connsiteX4" fmla="*/ 4693 w 55300"/>
                <a:gd name="connsiteY4" fmla="*/ 7878 h 236720"/>
                <a:gd name="connsiteX5" fmla="*/ 41640 w 55300"/>
                <a:gd name="connsiteY5" fmla="*/ 118426 h 236720"/>
                <a:gd name="connsiteX6" fmla="*/ 3263 w 55300"/>
                <a:gd name="connsiteY6" fmla="*/ 230395 h 236720"/>
                <a:gd name="connsiteX7" fmla="*/ 164 w 55300"/>
                <a:gd name="connsiteY7" fmla="*/ 234419 h 236720"/>
                <a:gd name="connsiteX8" fmla="*/ 2548 w 55300"/>
                <a:gd name="connsiteY8" fmla="*/ 236787 h 236720"/>
                <a:gd name="connsiteX9" fmla="*/ 40448 w 55300"/>
                <a:gd name="connsiteY9" fmla="*/ 190626 h 236720"/>
                <a:gd name="connsiteX10" fmla="*/ 55465 w 55300"/>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00" h="236720">
                  <a:moveTo>
                    <a:pt x="55465" y="118426"/>
                  </a:moveTo>
                  <a:cubicBezTo>
                    <a:pt x="55465" y="99962"/>
                    <a:pt x="52843" y="71319"/>
                    <a:pt x="39733" y="44570"/>
                  </a:cubicBezTo>
                  <a:cubicBezTo>
                    <a:pt x="25431" y="15453"/>
                    <a:pt x="4932" y="66"/>
                    <a:pt x="2548" y="66"/>
                  </a:cubicBezTo>
                  <a:cubicBezTo>
                    <a:pt x="1118" y="66"/>
                    <a:pt x="164" y="1013"/>
                    <a:pt x="164" y="2433"/>
                  </a:cubicBezTo>
                  <a:cubicBezTo>
                    <a:pt x="164" y="3144"/>
                    <a:pt x="164" y="3617"/>
                    <a:pt x="4693" y="7878"/>
                  </a:cubicBezTo>
                  <a:cubicBezTo>
                    <a:pt x="28053" y="31313"/>
                    <a:pt x="41640" y="68952"/>
                    <a:pt x="41640" y="118426"/>
                  </a:cubicBezTo>
                  <a:cubicBezTo>
                    <a:pt x="41640" y="158906"/>
                    <a:pt x="32820" y="200568"/>
                    <a:pt x="3263" y="230395"/>
                  </a:cubicBezTo>
                  <a:cubicBezTo>
                    <a:pt x="164" y="233236"/>
                    <a:pt x="164" y="233709"/>
                    <a:pt x="164" y="234419"/>
                  </a:cubicBezTo>
                  <a:cubicBezTo>
                    <a:pt x="164" y="235840"/>
                    <a:pt x="1118" y="236787"/>
                    <a:pt x="2548" y="236787"/>
                  </a:cubicBezTo>
                  <a:cubicBezTo>
                    <a:pt x="4932" y="236787"/>
                    <a:pt x="26384" y="220690"/>
                    <a:pt x="40448" y="190626"/>
                  </a:cubicBezTo>
                  <a:cubicBezTo>
                    <a:pt x="52604" y="164587"/>
                    <a:pt x="55465" y="138311"/>
                    <a:pt x="55465"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 name="Freeform: Shape 58">
              <a:extLst>
                <a:ext uri="{FF2B5EF4-FFF2-40B4-BE49-F238E27FC236}">
                  <a16:creationId xmlns:a16="http://schemas.microsoft.com/office/drawing/2014/main" id="{E354FCB6-1626-6C96-F745-ECCBB004A941}"/>
                </a:ext>
              </a:extLst>
            </p:cNvPr>
            <p:cNvSpPr/>
            <p:nvPr>
              <p:custDataLst>
                <p:tags r:id="rId179"/>
              </p:custDataLst>
            </p:nvPr>
          </p:nvSpPr>
          <p:spPr>
            <a:xfrm>
              <a:off x="9096636" y="4662694"/>
              <a:ext cx="158512" cy="55392"/>
            </a:xfrm>
            <a:custGeom>
              <a:avLst/>
              <a:gdLst>
                <a:gd name="connsiteX0" fmla="*/ 150579 w 158512"/>
                <a:gd name="connsiteY0" fmla="*/ 9535 h 55392"/>
                <a:gd name="connsiteX1" fmla="*/ 158683 w 158512"/>
                <a:gd name="connsiteY1" fmla="*/ 4801 h 55392"/>
                <a:gd name="connsiteX2" fmla="*/ 150817 w 158512"/>
                <a:gd name="connsiteY2" fmla="*/ 66 h 55392"/>
                <a:gd name="connsiteX3" fmla="*/ 8037 w 158512"/>
                <a:gd name="connsiteY3" fmla="*/ 66 h 55392"/>
                <a:gd name="connsiteX4" fmla="*/ 171 w 158512"/>
                <a:gd name="connsiteY4" fmla="*/ 4801 h 55392"/>
                <a:gd name="connsiteX5" fmla="*/ 8275 w 158512"/>
                <a:gd name="connsiteY5" fmla="*/ 9535 h 55392"/>
                <a:gd name="connsiteX6" fmla="*/ 150579 w 158512"/>
                <a:gd name="connsiteY6" fmla="*/ 9535 h 55392"/>
                <a:gd name="connsiteX7" fmla="*/ 150817 w 158512"/>
                <a:gd name="connsiteY7" fmla="*/ 55459 h 55392"/>
                <a:gd name="connsiteX8" fmla="*/ 158683 w 158512"/>
                <a:gd name="connsiteY8" fmla="*/ 50724 h 55392"/>
                <a:gd name="connsiteX9" fmla="*/ 150579 w 158512"/>
                <a:gd name="connsiteY9" fmla="*/ 45990 h 55392"/>
                <a:gd name="connsiteX10" fmla="*/ 8275 w 158512"/>
                <a:gd name="connsiteY10" fmla="*/ 45990 h 55392"/>
                <a:gd name="connsiteX11" fmla="*/ 171 w 158512"/>
                <a:gd name="connsiteY11" fmla="*/ 50724 h 55392"/>
                <a:gd name="connsiteX12" fmla="*/ 8037 w 158512"/>
                <a:gd name="connsiteY12" fmla="*/ 55459 h 55392"/>
                <a:gd name="connsiteX13" fmla="*/ 150817 w 158512"/>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512" h="55392">
                  <a:moveTo>
                    <a:pt x="150579" y="9535"/>
                  </a:moveTo>
                  <a:cubicBezTo>
                    <a:pt x="154154" y="9535"/>
                    <a:pt x="158683" y="9535"/>
                    <a:pt x="158683" y="4801"/>
                  </a:cubicBezTo>
                  <a:cubicBezTo>
                    <a:pt x="158683" y="66"/>
                    <a:pt x="154154" y="66"/>
                    <a:pt x="150817" y="66"/>
                  </a:cubicBezTo>
                  <a:lnTo>
                    <a:pt x="8037" y="66"/>
                  </a:lnTo>
                  <a:cubicBezTo>
                    <a:pt x="4700" y="66"/>
                    <a:pt x="171" y="66"/>
                    <a:pt x="171" y="4801"/>
                  </a:cubicBezTo>
                  <a:cubicBezTo>
                    <a:pt x="171" y="9535"/>
                    <a:pt x="4700" y="9535"/>
                    <a:pt x="8275" y="9535"/>
                  </a:cubicBezTo>
                  <a:lnTo>
                    <a:pt x="150579" y="9535"/>
                  </a:lnTo>
                  <a:close/>
                  <a:moveTo>
                    <a:pt x="150817" y="55459"/>
                  </a:moveTo>
                  <a:cubicBezTo>
                    <a:pt x="154154" y="55459"/>
                    <a:pt x="158683" y="55459"/>
                    <a:pt x="158683" y="50724"/>
                  </a:cubicBezTo>
                  <a:cubicBezTo>
                    <a:pt x="158683" y="45990"/>
                    <a:pt x="154154" y="45990"/>
                    <a:pt x="150579" y="45990"/>
                  </a:cubicBezTo>
                  <a:lnTo>
                    <a:pt x="8275" y="45990"/>
                  </a:lnTo>
                  <a:cubicBezTo>
                    <a:pt x="4700" y="45990"/>
                    <a:pt x="171" y="45990"/>
                    <a:pt x="171" y="50724"/>
                  </a:cubicBezTo>
                  <a:cubicBezTo>
                    <a:pt x="171" y="55459"/>
                    <a:pt x="4700" y="55459"/>
                    <a:pt x="8037" y="55459"/>
                  </a:cubicBezTo>
                  <a:lnTo>
                    <a:pt x="150817"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 name="Freeform: Shape 59">
              <a:extLst>
                <a:ext uri="{FF2B5EF4-FFF2-40B4-BE49-F238E27FC236}">
                  <a16:creationId xmlns:a16="http://schemas.microsoft.com/office/drawing/2014/main" id="{C91B015C-4B4C-C70A-B4C1-56442DCDB60A}"/>
                </a:ext>
              </a:extLst>
            </p:cNvPr>
            <p:cNvSpPr/>
            <p:nvPr>
              <p:custDataLst>
                <p:tags r:id="rId180"/>
              </p:custDataLst>
            </p:nvPr>
          </p:nvSpPr>
          <p:spPr>
            <a:xfrm>
              <a:off x="9344190" y="4591914"/>
              <a:ext cx="100351" cy="162863"/>
            </a:xfrm>
            <a:custGeom>
              <a:avLst/>
              <a:gdLst>
                <a:gd name="connsiteX0" fmla="*/ 100533 w 100351"/>
                <a:gd name="connsiteY0" fmla="*/ 81972 h 162863"/>
                <a:gd name="connsiteX1" fmla="*/ 90998 w 100351"/>
                <a:gd name="connsiteY1" fmla="*/ 26579 h 162863"/>
                <a:gd name="connsiteX2" fmla="*/ 50476 w 100351"/>
                <a:gd name="connsiteY2" fmla="*/ 66 h 162863"/>
                <a:gd name="connsiteX3" fmla="*/ 9001 w 100351"/>
                <a:gd name="connsiteY3" fmla="*/ 28236 h 162863"/>
                <a:gd name="connsiteX4" fmla="*/ 181 w 100351"/>
                <a:gd name="connsiteY4" fmla="*/ 81972 h 162863"/>
                <a:gd name="connsiteX5" fmla="*/ 10908 w 100351"/>
                <a:gd name="connsiteY5" fmla="*/ 139021 h 162863"/>
                <a:gd name="connsiteX6" fmla="*/ 50238 w 100351"/>
                <a:gd name="connsiteY6" fmla="*/ 162930 h 162863"/>
                <a:gd name="connsiteX7" fmla="*/ 91713 w 100351"/>
                <a:gd name="connsiteY7" fmla="*/ 135470 h 162863"/>
                <a:gd name="connsiteX8" fmla="*/ 100533 w 100351"/>
                <a:gd name="connsiteY8" fmla="*/ 81972 h 162863"/>
                <a:gd name="connsiteX9" fmla="*/ 50238 w 100351"/>
                <a:gd name="connsiteY9" fmla="*/ 157722 h 162863"/>
                <a:gd name="connsiteX10" fmla="*/ 22588 w 100351"/>
                <a:gd name="connsiteY10" fmla="*/ 129079 h 162863"/>
                <a:gd name="connsiteX11" fmla="*/ 19966 w 100351"/>
                <a:gd name="connsiteY11" fmla="*/ 79131 h 162863"/>
                <a:gd name="connsiteX12" fmla="*/ 21873 w 100351"/>
                <a:gd name="connsiteY12" fmla="*/ 35574 h 162863"/>
                <a:gd name="connsiteX13" fmla="*/ 50238 w 100351"/>
                <a:gd name="connsiteY13" fmla="*/ 5274 h 162863"/>
                <a:gd name="connsiteX14" fmla="*/ 78365 w 100351"/>
                <a:gd name="connsiteY14" fmla="*/ 32970 h 162863"/>
                <a:gd name="connsiteX15" fmla="*/ 80749 w 100351"/>
                <a:gd name="connsiteY15" fmla="*/ 79131 h 162863"/>
                <a:gd name="connsiteX16" fmla="*/ 78127 w 100351"/>
                <a:gd name="connsiteY16" fmla="*/ 128132 h 162863"/>
                <a:gd name="connsiteX17" fmla="*/ 50238 w 100351"/>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351" h="162863">
                  <a:moveTo>
                    <a:pt x="100533" y="81972"/>
                  </a:moveTo>
                  <a:cubicBezTo>
                    <a:pt x="100533" y="63034"/>
                    <a:pt x="99341" y="44096"/>
                    <a:pt x="90998" y="26579"/>
                  </a:cubicBezTo>
                  <a:cubicBezTo>
                    <a:pt x="80034" y="3854"/>
                    <a:pt x="60488" y="66"/>
                    <a:pt x="50476" y="66"/>
                  </a:cubicBezTo>
                  <a:cubicBezTo>
                    <a:pt x="36174" y="66"/>
                    <a:pt x="18774" y="6221"/>
                    <a:pt x="9001" y="28236"/>
                  </a:cubicBezTo>
                  <a:cubicBezTo>
                    <a:pt x="1373" y="44570"/>
                    <a:pt x="181" y="63034"/>
                    <a:pt x="181" y="81972"/>
                  </a:cubicBezTo>
                  <a:cubicBezTo>
                    <a:pt x="181" y="99726"/>
                    <a:pt x="1135" y="121030"/>
                    <a:pt x="10908" y="139021"/>
                  </a:cubicBezTo>
                  <a:cubicBezTo>
                    <a:pt x="21157" y="158195"/>
                    <a:pt x="38558" y="162930"/>
                    <a:pt x="50238" y="162930"/>
                  </a:cubicBezTo>
                  <a:cubicBezTo>
                    <a:pt x="63110" y="162930"/>
                    <a:pt x="81225" y="157959"/>
                    <a:pt x="91713" y="135470"/>
                  </a:cubicBezTo>
                  <a:cubicBezTo>
                    <a:pt x="99341" y="119137"/>
                    <a:pt x="100533" y="100672"/>
                    <a:pt x="100533" y="81972"/>
                  </a:cubicBezTo>
                  <a:close/>
                  <a:moveTo>
                    <a:pt x="50238" y="157722"/>
                  </a:moveTo>
                  <a:cubicBezTo>
                    <a:pt x="40942" y="157722"/>
                    <a:pt x="26878" y="151804"/>
                    <a:pt x="22588" y="129079"/>
                  </a:cubicBezTo>
                  <a:cubicBezTo>
                    <a:pt x="19966" y="114876"/>
                    <a:pt x="19966" y="93097"/>
                    <a:pt x="19966" y="79131"/>
                  </a:cubicBezTo>
                  <a:cubicBezTo>
                    <a:pt x="19966" y="63981"/>
                    <a:pt x="19966" y="48357"/>
                    <a:pt x="21873" y="35574"/>
                  </a:cubicBezTo>
                  <a:cubicBezTo>
                    <a:pt x="26401" y="7405"/>
                    <a:pt x="44279" y="5274"/>
                    <a:pt x="50238" y="5274"/>
                  </a:cubicBezTo>
                  <a:cubicBezTo>
                    <a:pt x="58104" y="5274"/>
                    <a:pt x="73836" y="9535"/>
                    <a:pt x="78365" y="32970"/>
                  </a:cubicBezTo>
                  <a:cubicBezTo>
                    <a:pt x="80749" y="46227"/>
                    <a:pt x="80749" y="64217"/>
                    <a:pt x="80749" y="79131"/>
                  </a:cubicBezTo>
                  <a:cubicBezTo>
                    <a:pt x="80749" y="96885"/>
                    <a:pt x="80749" y="112982"/>
                    <a:pt x="78127" y="128132"/>
                  </a:cubicBezTo>
                  <a:cubicBezTo>
                    <a:pt x="74551" y="150620"/>
                    <a:pt x="60964" y="157722"/>
                    <a:pt x="50238"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61" name="Group 60">
            <a:extLst>
              <a:ext uri="{FF2B5EF4-FFF2-40B4-BE49-F238E27FC236}">
                <a16:creationId xmlns:a16="http://schemas.microsoft.com/office/drawing/2014/main" id="{A888D8A7-1080-A684-A419-BC27096CAA0B}"/>
              </a:ext>
            </a:extLst>
          </p:cNvPr>
          <p:cNvGrpSpPr>
            <a:grpSpLocks noChangeAspect="1"/>
          </p:cNvGrpSpPr>
          <p:nvPr>
            <p:custDataLst>
              <p:tags r:id="rId7"/>
            </p:custDataLst>
          </p:nvPr>
        </p:nvGrpSpPr>
        <p:grpSpPr>
          <a:xfrm>
            <a:off x="4271761" y="3765585"/>
            <a:ext cx="3228458" cy="507899"/>
            <a:chOff x="6840942" y="5126021"/>
            <a:chExt cx="3228458" cy="507899"/>
          </a:xfrm>
        </p:grpSpPr>
        <p:sp>
          <p:nvSpPr>
            <p:cNvPr id="62" name="Freeform: Shape 61">
              <a:extLst>
                <a:ext uri="{FF2B5EF4-FFF2-40B4-BE49-F238E27FC236}">
                  <a16:creationId xmlns:a16="http://schemas.microsoft.com/office/drawing/2014/main" id="{72CE0E6B-23C1-821C-48CD-7AA5DF31E448}"/>
                </a:ext>
              </a:extLst>
            </p:cNvPr>
            <p:cNvSpPr/>
            <p:nvPr>
              <p:custDataLst>
                <p:tags r:id="rId125"/>
              </p:custDataLst>
            </p:nvPr>
          </p:nvSpPr>
          <p:spPr>
            <a:xfrm>
              <a:off x="6870226" y="5220750"/>
              <a:ext cx="60096" cy="110027"/>
            </a:xfrm>
            <a:custGeom>
              <a:avLst/>
              <a:gdLst>
                <a:gd name="connsiteX0" fmla="*/ 37391 w 60096"/>
                <a:gd name="connsiteY0" fmla="*/ 4702 h 110027"/>
                <a:gd name="connsiteX1" fmla="*/ 32438 w 60096"/>
                <a:gd name="connsiteY1" fmla="*/ 62 h 110027"/>
                <a:gd name="connsiteX2" fmla="*/ 78 w 60096"/>
                <a:gd name="connsiteY2" fmla="*/ 10667 h 110027"/>
                <a:gd name="connsiteX3" fmla="*/ 78 w 60096"/>
                <a:gd name="connsiteY3" fmla="*/ 16633 h 110027"/>
                <a:gd name="connsiteX4" fmla="*/ 24018 w 60096"/>
                <a:gd name="connsiteY4" fmla="*/ 11993 h 110027"/>
                <a:gd name="connsiteX5" fmla="*/ 24018 w 60096"/>
                <a:gd name="connsiteY5" fmla="*/ 96502 h 110027"/>
                <a:gd name="connsiteX6" fmla="*/ 7508 w 60096"/>
                <a:gd name="connsiteY6" fmla="*/ 104125 h 110027"/>
                <a:gd name="connsiteX7" fmla="*/ 1234 w 60096"/>
                <a:gd name="connsiteY7" fmla="*/ 104125 h 110027"/>
                <a:gd name="connsiteX8" fmla="*/ 1234 w 60096"/>
                <a:gd name="connsiteY8" fmla="*/ 110090 h 110027"/>
                <a:gd name="connsiteX9" fmla="*/ 30622 w 60096"/>
                <a:gd name="connsiteY9" fmla="*/ 109427 h 110027"/>
                <a:gd name="connsiteX10" fmla="*/ 60175 w 60096"/>
                <a:gd name="connsiteY10" fmla="*/ 110090 h 110027"/>
                <a:gd name="connsiteX11" fmla="*/ 60175 w 60096"/>
                <a:gd name="connsiteY11" fmla="*/ 104125 h 110027"/>
                <a:gd name="connsiteX12" fmla="*/ 53901 w 60096"/>
                <a:gd name="connsiteY12" fmla="*/ 104125 h 110027"/>
                <a:gd name="connsiteX13" fmla="*/ 37391 w 60096"/>
                <a:gd name="connsiteY13" fmla="*/ 96502 h 110027"/>
                <a:gd name="connsiteX14" fmla="*/ 37391 w 60096"/>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96" h="110027">
                  <a:moveTo>
                    <a:pt x="37391" y="4702"/>
                  </a:moveTo>
                  <a:cubicBezTo>
                    <a:pt x="37391" y="228"/>
                    <a:pt x="37061" y="62"/>
                    <a:pt x="32438" y="62"/>
                  </a:cubicBezTo>
                  <a:cubicBezTo>
                    <a:pt x="21872" y="10502"/>
                    <a:pt x="6847" y="10667"/>
                    <a:pt x="78" y="10667"/>
                  </a:cubicBezTo>
                  <a:lnTo>
                    <a:pt x="78" y="16633"/>
                  </a:lnTo>
                  <a:cubicBezTo>
                    <a:pt x="4041" y="16633"/>
                    <a:pt x="14937" y="16633"/>
                    <a:pt x="24018" y="11993"/>
                  </a:cubicBezTo>
                  <a:lnTo>
                    <a:pt x="24018" y="96502"/>
                  </a:lnTo>
                  <a:cubicBezTo>
                    <a:pt x="24018" y="101970"/>
                    <a:pt x="24018" y="104125"/>
                    <a:pt x="7508" y="104125"/>
                  </a:cubicBezTo>
                  <a:lnTo>
                    <a:pt x="1234" y="104125"/>
                  </a:lnTo>
                  <a:lnTo>
                    <a:pt x="1234" y="110090"/>
                  </a:lnTo>
                  <a:cubicBezTo>
                    <a:pt x="4206" y="109924"/>
                    <a:pt x="24513" y="109427"/>
                    <a:pt x="30622" y="109427"/>
                  </a:cubicBezTo>
                  <a:cubicBezTo>
                    <a:pt x="35740" y="109427"/>
                    <a:pt x="56543" y="109924"/>
                    <a:pt x="60175" y="110090"/>
                  </a:cubicBezTo>
                  <a:lnTo>
                    <a:pt x="60175" y="104125"/>
                  </a:lnTo>
                  <a:lnTo>
                    <a:pt x="53901" y="104125"/>
                  </a:lnTo>
                  <a:cubicBezTo>
                    <a:pt x="37391" y="104125"/>
                    <a:pt x="37391" y="101970"/>
                    <a:pt x="37391" y="96502"/>
                  </a:cubicBezTo>
                  <a:lnTo>
                    <a:pt x="37391"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 name="Freeform: Shape 62">
              <a:extLst>
                <a:ext uri="{FF2B5EF4-FFF2-40B4-BE49-F238E27FC236}">
                  <a16:creationId xmlns:a16="http://schemas.microsoft.com/office/drawing/2014/main" id="{10D978EA-644B-83E5-30AC-0A686B1D7965}"/>
                </a:ext>
              </a:extLst>
            </p:cNvPr>
            <p:cNvSpPr/>
            <p:nvPr>
              <p:custDataLst>
                <p:tags r:id="rId126"/>
              </p:custDataLst>
            </p:nvPr>
          </p:nvSpPr>
          <p:spPr>
            <a:xfrm>
              <a:off x="6840942" y="5360067"/>
              <a:ext cx="116591" cy="9468"/>
            </a:xfrm>
            <a:custGeom>
              <a:avLst/>
              <a:gdLst>
                <a:gd name="connsiteX0" fmla="*/ 0 w 116591"/>
                <a:gd name="connsiteY0" fmla="*/ 0 h 9468"/>
                <a:gd name="connsiteX1" fmla="*/ 116592 w 116591"/>
                <a:gd name="connsiteY1" fmla="*/ 0 h 9468"/>
                <a:gd name="connsiteX2" fmla="*/ 116592 w 116591"/>
                <a:gd name="connsiteY2" fmla="*/ 9468 h 9468"/>
                <a:gd name="connsiteX3" fmla="*/ 0 w 116591"/>
                <a:gd name="connsiteY3" fmla="*/ 9468 h 9468"/>
              </a:gdLst>
              <a:ahLst/>
              <a:cxnLst>
                <a:cxn ang="0">
                  <a:pos x="connsiteX0" y="connsiteY0"/>
                </a:cxn>
                <a:cxn ang="0">
                  <a:pos x="connsiteX1" y="connsiteY1"/>
                </a:cxn>
                <a:cxn ang="0">
                  <a:pos x="connsiteX2" y="connsiteY2"/>
                </a:cxn>
                <a:cxn ang="0">
                  <a:pos x="connsiteX3" y="connsiteY3"/>
                </a:cxn>
              </a:cxnLst>
              <a:rect l="l" t="t" r="r" b="b"/>
              <a:pathLst>
                <a:path w="116591" h="9468">
                  <a:moveTo>
                    <a:pt x="0" y="0"/>
                  </a:moveTo>
                  <a:lnTo>
                    <a:pt x="116592" y="0"/>
                  </a:lnTo>
                  <a:lnTo>
                    <a:pt x="116592"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6" name="Freeform: Shape 485">
              <a:extLst>
                <a:ext uri="{FF2B5EF4-FFF2-40B4-BE49-F238E27FC236}">
                  <a16:creationId xmlns:a16="http://schemas.microsoft.com/office/drawing/2014/main" id="{FE56699C-E37F-07F6-980B-2F9EBD2D74F5}"/>
                </a:ext>
              </a:extLst>
            </p:cNvPr>
            <p:cNvSpPr/>
            <p:nvPr>
              <p:custDataLst>
                <p:tags r:id="rId127"/>
              </p:custDataLst>
            </p:nvPr>
          </p:nvSpPr>
          <p:spPr>
            <a:xfrm>
              <a:off x="6848702" y="5432537"/>
              <a:ext cx="100875" cy="74732"/>
            </a:xfrm>
            <a:custGeom>
              <a:avLst/>
              <a:gdLst>
                <a:gd name="connsiteX0" fmla="*/ 12460 w 100875"/>
                <a:gd name="connsiteY0" fmla="*/ 62706 h 74732"/>
                <a:gd name="connsiteX1" fmla="*/ 10809 w 100875"/>
                <a:gd name="connsiteY1" fmla="*/ 69500 h 74732"/>
                <a:gd name="connsiteX2" fmla="*/ 16423 w 100875"/>
                <a:gd name="connsiteY2" fmla="*/ 74802 h 74732"/>
                <a:gd name="connsiteX3" fmla="*/ 22862 w 100875"/>
                <a:gd name="connsiteY3" fmla="*/ 71157 h 74732"/>
                <a:gd name="connsiteX4" fmla="*/ 25833 w 100875"/>
                <a:gd name="connsiteY4" fmla="*/ 60883 h 74732"/>
                <a:gd name="connsiteX5" fmla="*/ 29466 w 100875"/>
                <a:gd name="connsiteY5" fmla="*/ 45970 h 74732"/>
                <a:gd name="connsiteX6" fmla="*/ 32272 w 100875"/>
                <a:gd name="connsiteY6" fmla="*/ 34868 h 74732"/>
                <a:gd name="connsiteX7" fmla="*/ 39207 w 100875"/>
                <a:gd name="connsiteY7" fmla="*/ 19954 h 74732"/>
                <a:gd name="connsiteX8" fmla="*/ 63972 w 100875"/>
                <a:gd name="connsiteY8" fmla="*/ 4709 h 74732"/>
                <a:gd name="connsiteX9" fmla="*/ 73712 w 100875"/>
                <a:gd name="connsiteY9" fmla="*/ 16309 h 74732"/>
                <a:gd name="connsiteX10" fmla="*/ 63972 w 100875"/>
                <a:gd name="connsiteY10" fmla="*/ 51604 h 74732"/>
                <a:gd name="connsiteX11" fmla="*/ 61495 w 100875"/>
                <a:gd name="connsiteY11" fmla="*/ 60552 h 74732"/>
                <a:gd name="connsiteX12" fmla="*/ 77180 w 100875"/>
                <a:gd name="connsiteY12" fmla="*/ 74802 h 74732"/>
                <a:gd name="connsiteX13" fmla="*/ 100954 w 100875"/>
                <a:gd name="connsiteY13" fmla="*/ 49450 h 74732"/>
                <a:gd name="connsiteX14" fmla="*/ 98312 w 100875"/>
                <a:gd name="connsiteY14" fmla="*/ 47295 h 74732"/>
                <a:gd name="connsiteX15" fmla="*/ 95175 w 100875"/>
                <a:gd name="connsiteY15" fmla="*/ 50112 h 74732"/>
                <a:gd name="connsiteX16" fmla="*/ 77675 w 100875"/>
                <a:gd name="connsiteY16" fmla="*/ 70163 h 74732"/>
                <a:gd name="connsiteX17" fmla="*/ 73547 w 100875"/>
                <a:gd name="connsiteY17" fmla="*/ 64363 h 74732"/>
                <a:gd name="connsiteX18" fmla="*/ 77345 w 100875"/>
                <a:gd name="connsiteY18" fmla="*/ 50941 h 74732"/>
                <a:gd name="connsiteX19" fmla="*/ 86095 w 100875"/>
                <a:gd name="connsiteY19" fmla="*/ 18960 h 74732"/>
                <a:gd name="connsiteX20" fmla="*/ 64632 w 100875"/>
                <a:gd name="connsiteY20" fmla="*/ 70 h 74732"/>
                <a:gd name="connsiteX21" fmla="*/ 36730 w 100875"/>
                <a:gd name="connsiteY21" fmla="*/ 15149 h 74732"/>
                <a:gd name="connsiteX22" fmla="*/ 19064 w 100875"/>
                <a:gd name="connsiteY22" fmla="*/ 70 h 74732"/>
                <a:gd name="connsiteX23" fmla="*/ 6021 w 100875"/>
                <a:gd name="connsiteY23" fmla="*/ 9018 h 74732"/>
                <a:gd name="connsiteX24" fmla="*/ 78 w 100875"/>
                <a:gd name="connsiteY24" fmla="*/ 25422 h 74732"/>
                <a:gd name="connsiteX25" fmla="*/ 2885 w 100875"/>
                <a:gd name="connsiteY25" fmla="*/ 27577 h 74732"/>
                <a:gd name="connsiteX26" fmla="*/ 6517 w 100875"/>
                <a:gd name="connsiteY26" fmla="*/ 22605 h 74732"/>
                <a:gd name="connsiteX27" fmla="*/ 18569 w 100875"/>
                <a:gd name="connsiteY27" fmla="*/ 4709 h 74732"/>
                <a:gd name="connsiteX28" fmla="*/ 24017 w 100875"/>
                <a:gd name="connsiteY28" fmla="*/ 12829 h 74732"/>
                <a:gd name="connsiteX29" fmla="*/ 21376 w 100875"/>
                <a:gd name="connsiteY29" fmla="*/ 26582 h 74732"/>
                <a:gd name="connsiteX30" fmla="*/ 17744 w 100875"/>
                <a:gd name="connsiteY30" fmla="*/ 41496 h 74732"/>
                <a:gd name="connsiteX31" fmla="*/ 12460 w 10087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875" h="74732">
                  <a:moveTo>
                    <a:pt x="12460" y="62706"/>
                  </a:moveTo>
                  <a:cubicBezTo>
                    <a:pt x="11800" y="64860"/>
                    <a:pt x="10809" y="69003"/>
                    <a:pt x="10809" y="69500"/>
                  </a:cubicBezTo>
                  <a:cubicBezTo>
                    <a:pt x="10809" y="73145"/>
                    <a:pt x="13781" y="74802"/>
                    <a:pt x="16423" y="74802"/>
                  </a:cubicBezTo>
                  <a:cubicBezTo>
                    <a:pt x="19395" y="74802"/>
                    <a:pt x="22036" y="72648"/>
                    <a:pt x="22862" y="71157"/>
                  </a:cubicBezTo>
                  <a:cubicBezTo>
                    <a:pt x="23687" y="69666"/>
                    <a:pt x="25008" y="64363"/>
                    <a:pt x="25833" y="60883"/>
                  </a:cubicBezTo>
                  <a:cubicBezTo>
                    <a:pt x="26659" y="57735"/>
                    <a:pt x="28475" y="50112"/>
                    <a:pt x="29466" y="45970"/>
                  </a:cubicBezTo>
                  <a:cubicBezTo>
                    <a:pt x="30456" y="42324"/>
                    <a:pt x="31447" y="38679"/>
                    <a:pt x="32272" y="34868"/>
                  </a:cubicBezTo>
                  <a:cubicBezTo>
                    <a:pt x="34088" y="28074"/>
                    <a:pt x="34419" y="26748"/>
                    <a:pt x="39207" y="19954"/>
                  </a:cubicBezTo>
                  <a:cubicBezTo>
                    <a:pt x="43829" y="13326"/>
                    <a:pt x="51589" y="4709"/>
                    <a:pt x="63972" y="4709"/>
                  </a:cubicBezTo>
                  <a:cubicBezTo>
                    <a:pt x="73547" y="4709"/>
                    <a:pt x="73712" y="13160"/>
                    <a:pt x="73712" y="16309"/>
                  </a:cubicBezTo>
                  <a:cubicBezTo>
                    <a:pt x="73712" y="26251"/>
                    <a:pt x="66613" y="44644"/>
                    <a:pt x="63972" y="51604"/>
                  </a:cubicBezTo>
                  <a:cubicBezTo>
                    <a:pt x="62155" y="56243"/>
                    <a:pt x="61495" y="57735"/>
                    <a:pt x="61495" y="60552"/>
                  </a:cubicBezTo>
                  <a:cubicBezTo>
                    <a:pt x="61495" y="69334"/>
                    <a:pt x="68759" y="74802"/>
                    <a:pt x="77180" y="74802"/>
                  </a:cubicBezTo>
                  <a:cubicBezTo>
                    <a:pt x="93689" y="74802"/>
                    <a:pt x="100954" y="51935"/>
                    <a:pt x="100954" y="49450"/>
                  </a:cubicBezTo>
                  <a:cubicBezTo>
                    <a:pt x="100954" y="47295"/>
                    <a:pt x="98808" y="47295"/>
                    <a:pt x="98312" y="47295"/>
                  </a:cubicBezTo>
                  <a:cubicBezTo>
                    <a:pt x="96001" y="47295"/>
                    <a:pt x="95836" y="48290"/>
                    <a:pt x="95175" y="50112"/>
                  </a:cubicBezTo>
                  <a:cubicBezTo>
                    <a:pt x="91378" y="63369"/>
                    <a:pt x="84279" y="70163"/>
                    <a:pt x="77675" y="70163"/>
                  </a:cubicBezTo>
                  <a:cubicBezTo>
                    <a:pt x="74208" y="70163"/>
                    <a:pt x="73547" y="67843"/>
                    <a:pt x="73547" y="64363"/>
                  </a:cubicBezTo>
                  <a:cubicBezTo>
                    <a:pt x="73547" y="60552"/>
                    <a:pt x="74373" y="58398"/>
                    <a:pt x="77345" y="50941"/>
                  </a:cubicBezTo>
                  <a:cubicBezTo>
                    <a:pt x="79326" y="45804"/>
                    <a:pt x="86095" y="28239"/>
                    <a:pt x="86095" y="18960"/>
                  </a:cubicBezTo>
                  <a:cubicBezTo>
                    <a:pt x="86095" y="2887"/>
                    <a:pt x="73382" y="70"/>
                    <a:pt x="64632" y="70"/>
                  </a:cubicBezTo>
                  <a:cubicBezTo>
                    <a:pt x="50929" y="70"/>
                    <a:pt x="41683" y="8521"/>
                    <a:pt x="36730" y="15149"/>
                  </a:cubicBezTo>
                  <a:cubicBezTo>
                    <a:pt x="35574" y="3715"/>
                    <a:pt x="25833" y="70"/>
                    <a:pt x="19064" y="70"/>
                  </a:cubicBezTo>
                  <a:cubicBezTo>
                    <a:pt x="11965" y="70"/>
                    <a:pt x="8168" y="5207"/>
                    <a:pt x="6021" y="9018"/>
                  </a:cubicBezTo>
                  <a:cubicBezTo>
                    <a:pt x="2389" y="15149"/>
                    <a:pt x="78" y="24594"/>
                    <a:pt x="78" y="25422"/>
                  </a:cubicBezTo>
                  <a:cubicBezTo>
                    <a:pt x="78" y="27577"/>
                    <a:pt x="2389" y="27577"/>
                    <a:pt x="2885" y="27577"/>
                  </a:cubicBezTo>
                  <a:cubicBezTo>
                    <a:pt x="5196" y="27577"/>
                    <a:pt x="5361" y="27079"/>
                    <a:pt x="6517" y="22605"/>
                  </a:cubicBezTo>
                  <a:cubicBezTo>
                    <a:pt x="8993" y="12829"/>
                    <a:pt x="12130" y="4709"/>
                    <a:pt x="18569" y="4709"/>
                  </a:cubicBezTo>
                  <a:cubicBezTo>
                    <a:pt x="22862" y="4709"/>
                    <a:pt x="24017" y="8355"/>
                    <a:pt x="24017" y="12829"/>
                  </a:cubicBezTo>
                  <a:cubicBezTo>
                    <a:pt x="24017" y="15977"/>
                    <a:pt x="22531" y="22108"/>
                    <a:pt x="21376" y="26582"/>
                  </a:cubicBezTo>
                  <a:cubicBezTo>
                    <a:pt x="20220" y="31056"/>
                    <a:pt x="18569" y="37850"/>
                    <a:pt x="17744" y="41496"/>
                  </a:cubicBezTo>
                  <a:lnTo>
                    <a:pt x="12460"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7" name="Freeform: Shape 486">
              <a:extLst>
                <a:ext uri="{FF2B5EF4-FFF2-40B4-BE49-F238E27FC236}">
                  <a16:creationId xmlns:a16="http://schemas.microsoft.com/office/drawing/2014/main" id="{0A5B99AC-14D3-30DC-920D-339F913A0C31}"/>
                </a:ext>
              </a:extLst>
            </p:cNvPr>
            <p:cNvSpPr/>
            <p:nvPr>
              <p:custDataLst>
                <p:tags r:id="rId128"/>
              </p:custDataLst>
            </p:nvPr>
          </p:nvSpPr>
          <p:spPr>
            <a:xfrm>
              <a:off x="7009186" y="5246442"/>
              <a:ext cx="54718" cy="236720"/>
            </a:xfrm>
            <a:custGeom>
              <a:avLst/>
              <a:gdLst>
                <a:gd name="connsiteX0" fmla="*/ 54803 w 54718"/>
                <a:gd name="connsiteY0" fmla="*/ 234419 h 236720"/>
                <a:gd name="connsiteX1" fmla="*/ 50793 w 54718"/>
                <a:gd name="connsiteY1" fmla="*/ 229212 h 236720"/>
                <a:gd name="connsiteX2" fmla="*/ 13764 w 54718"/>
                <a:gd name="connsiteY2" fmla="*/ 118426 h 236720"/>
                <a:gd name="connsiteX3" fmla="*/ 51737 w 54718"/>
                <a:gd name="connsiteY3" fmla="*/ 6458 h 236720"/>
                <a:gd name="connsiteX4" fmla="*/ 54803 w 54718"/>
                <a:gd name="connsiteY4" fmla="*/ 2433 h 236720"/>
                <a:gd name="connsiteX5" fmla="*/ 52444 w 54718"/>
                <a:gd name="connsiteY5" fmla="*/ 66 h 236720"/>
                <a:gd name="connsiteX6" fmla="*/ 14943 w 54718"/>
                <a:gd name="connsiteY6" fmla="*/ 46227 h 236720"/>
                <a:gd name="connsiteX7" fmla="*/ 84 w 54718"/>
                <a:gd name="connsiteY7" fmla="*/ 118426 h 236720"/>
                <a:gd name="connsiteX8" fmla="*/ 15651 w 54718"/>
                <a:gd name="connsiteY8" fmla="*/ 192283 h 236720"/>
                <a:gd name="connsiteX9" fmla="*/ 52444 w 54718"/>
                <a:gd name="connsiteY9" fmla="*/ 236787 h 236720"/>
                <a:gd name="connsiteX10" fmla="*/ 54803 w 54718"/>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8" h="236720">
                  <a:moveTo>
                    <a:pt x="54803" y="234419"/>
                  </a:moveTo>
                  <a:cubicBezTo>
                    <a:pt x="54803" y="233709"/>
                    <a:pt x="54803" y="233236"/>
                    <a:pt x="50793" y="229212"/>
                  </a:cubicBezTo>
                  <a:cubicBezTo>
                    <a:pt x="21311" y="199385"/>
                    <a:pt x="13764" y="154645"/>
                    <a:pt x="13764" y="118426"/>
                  </a:cubicBezTo>
                  <a:cubicBezTo>
                    <a:pt x="13764" y="77237"/>
                    <a:pt x="22726" y="36048"/>
                    <a:pt x="51737" y="6458"/>
                  </a:cubicBezTo>
                  <a:cubicBezTo>
                    <a:pt x="54803" y="3617"/>
                    <a:pt x="54803" y="3144"/>
                    <a:pt x="54803" y="2433"/>
                  </a:cubicBezTo>
                  <a:cubicBezTo>
                    <a:pt x="54803" y="776"/>
                    <a:pt x="53859" y="66"/>
                    <a:pt x="52444" y="66"/>
                  </a:cubicBezTo>
                  <a:cubicBezTo>
                    <a:pt x="50086" y="66"/>
                    <a:pt x="28859" y="16163"/>
                    <a:pt x="14943" y="46227"/>
                  </a:cubicBezTo>
                  <a:cubicBezTo>
                    <a:pt x="2914" y="72266"/>
                    <a:pt x="84" y="98542"/>
                    <a:pt x="84" y="118426"/>
                  </a:cubicBezTo>
                  <a:cubicBezTo>
                    <a:pt x="84" y="136891"/>
                    <a:pt x="2678" y="165534"/>
                    <a:pt x="15651" y="192283"/>
                  </a:cubicBezTo>
                  <a:cubicBezTo>
                    <a:pt x="29802" y="221400"/>
                    <a:pt x="50086" y="236787"/>
                    <a:pt x="52444" y="236787"/>
                  </a:cubicBezTo>
                  <a:cubicBezTo>
                    <a:pt x="53859" y="236787"/>
                    <a:pt x="54803" y="236077"/>
                    <a:pt x="54803"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8" name="Freeform: Shape 487">
              <a:extLst>
                <a:ext uri="{FF2B5EF4-FFF2-40B4-BE49-F238E27FC236}">
                  <a16:creationId xmlns:a16="http://schemas.microsoft.com/office/drawing/2014/main" id="{7D619D24-4AAD-978B-CD9B-B620AF829C3B}"/>
                </a:ext>
              </a:extLst>
            </p:cNvPr>
            <p:cNvSpPr/>
            <p:nvPr>
              <p:custDataLst>
                <p:tags r:id="rId129"/>
              </p:custDataLst>
            </p:nvPr>
          </p:nvSpPr>
          <p:spPr>
            <a:xfrm>
              <a:off x="7179791" y="5126021"/>
              <a:ext cx="100875" cy="74732"/>
            </a:xfrm>
            <a:custGeom>
              <a:avLst/>
              <a:gdLst>
                <a:gd name="connsiteX0" fmla="*/ 12474 w 100875"/>
                <a:gd name="connsiteY0" fmla="*/ 62693 h 74732"/>
                <a:gd name="connsiteX1" fmla="*/ 10823 w 100875"/>
                <a:gd name="connsiteY1" fmla="*/ 69487 h 74732"/>
                <a:gd name="connsiteX2" fmla="*/ 16437 w 100875"/>
                <a:gd name="connsiteY2" fmla="*/ 74789 h 74732"/>
                <a:gd name="connsiteX3" fmla="*/ 22876 w 100875"/>
                <a:gd name="connsiteY3" fmla="*/ 71144 h 74732"/>
                <a:gd name="connsiteX4" fmla="*/ 25847 w 100875"/>
                <a:gd name="connsiteY4" fmla="*/ 60870 h 74732"/>
                <a:gd name="connsiteX5" fmla="*/ 29480 w 100875"/>
                <a:gd name="connsiteY5" fmla="*/ 45957 h 74732"/>
                <a:gd name="connsiteX6" fmla="*/ 32286 w 100875"/>
                <a:gd name="connsiteY6" fmla="*/ 34855 h 74732"/>
                <a:gd name="connsiteX7" fmla="*/ 39221 w 100875"/>
                <a:gd name="connsiteY7" fmla="*/ 19941 h 74732"/>
                <a:gd name="connsiteX8" fmla="*/ 63986 w 100875"/>
                <a:gd name="connsiteY8" fmla="*/ 4697 h 74732"/>
                <a:gd name="connsiteX9" fmla="*/ 73726 w 100875"/>
                <a:gd name="connsiteY9" fmla="*/ 16296 h 74732"/>
                <a:gd name="connsiteX10" fmla="*/ 63986 w 100875"/>
                <a:gd name="connsiteY10" fmla="*/ 51591 h 74732"/>
                <a:gd name="connsiteX11" fmla="*/ 61509 w 100875"/>
                <a:gd name="connsiteY11" fmla="*/ 60539 h 74732"/>
                <a:gd name="connsiteX12" fmla="*/ 77194 w 100875"/>
                <a:gd name="connsiteY12" fmla="*/ 74789 h 74732"/>
                <a:gd name="connsiteX13" fmla="*/ 100968 w 100875"/>
                <a:gd name="connsiteY13" fmla="*/ 49437 h 74732"/>
                <a:gd name="connsiteX14" fmla="*/ 98326 w 100875"/>
                <a:gd name="connsiteY14" fmla="*/ 47283 h 74732"/>
                <a:gd name="connsiteX15" fmla="*/ 95189 w 100875"/>
                <a:gd name="connsiteY15" fmla="*/ 50099 h 74732"/>
                <a:gd name="connsiteX16" fmla="*/ 77689 w 100875"/>
                <a:gd name="connsiteY16" fmla="*/ 70150 h 74732"/>
                <a:gd name="connsiteX17" fmla="*/ 73561 w 100875"/>
                <a:gd name="connsiteY17" fmla="*/ 64350 h 74732"/>
                <a:gd name="connsiteX18" fmla="*/ 77359 w 100875"/>
                <a:gd name="connsiteY18" fmla="*/ 50928 h 74732"/>
                <a:gd name="connsiteX19" fmla="*/ 86109 w 100875"/>
                <a:gd name="connsiteY19" fmla="*/ 18947 h 74732"/>
                <a:gd name="connsiteX20" fmla="*/ 64646 w 100875"/>
                <a:gd name="connsiteY20" fmla="*/ 57 h 74732"/>
                <a:gd name="connsiteX21" fmla="*/ 36744 w 100875"/>
                <a:gd name="connsiteY21" fmla="*/ 15136 h 74732"/>
                <a:gd name="connsiteX22" fmla="*/ 19078 w 100875"/>
                <a:gd name="connsiteY22" fmla="*/ 57 h 74732"/>
                <a:gd name="connsiteX23" fmla="*/ 6035 w 100875"/>
                <a:gd name="connsiteY23" fmla="*/ 9005 h 74732"/>
                <a:gd name="connsiteX24" fmla="*/ 92 w 100875"/>
                <a:gd name="connsiteY24" fmla="*/ 25410 h 74732"/>
                <a:gd name="connsiteX25" fmla="*/ 2899 w 100875"/>
                <a:gd name="connsiteY25" fmla="*/ 27564 h 74732"/>
                <a:gd name="connsiteX26" fmla="*/ 6531 w 100875"/>
                <a:gd name="connsiteY26" fmla="*/ 22593 h 74732"/>
                <a:gd name="connsiteX27" fmla="*/ 18583 w 100875"/>
                <a:gd name="connsiteY27" fmla="*/ 4697 h 74732"/>
                <a:gd name="connsiteX28" fmla="*/ 24031 w 100875"/>
                <a:gd name="connsiteY28" fmla="*/ 12816 h 74732"/>
                <a:gd name="connsiteX29" fmla="*/ 21390 w 100875"/>
                <a:gd name="connsiteY29" fmla="*/ 26569 h 74732"/>
                <a:gd name="connsiteX30" fmla="*/ 17758 w 100875"/>
                <a:gd name="connsiteY30" fmla="*/ 41483 h 74732"/>
                <a:gd name="connsiteX31" fmla="*/ 12474 w 10087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875" h="74732">
                  <a:moveTo>
                    <a:pt x="12474" y="62693"/>
                  </a:moveTo>
                  <a:cubicBezTo>
                    <a:pt x="11814" y="64847"/>
                    <a:pt x="10823" y="68990"/>
                    <a:pt x="10823" y="69487"/>
                  </a:cubicBezTo>
                  <a:cubicBezTo>
                    <a:pt x="10823" y="73132"/>
                    <a:pt x="13795" y="74789"/>
                    <a:pt x="16437" y="74789"/>
                  </a:cubicBezTo>
                  <a:cubicBezTo>
                    <a:pt x="19409" y="74789"/>
                    <a:pt x="22050" y="72635"/>
                    <a:pt x="22876" y="71144"/>
                  </a:cubicBezTo>
                  <a:cubicBezTo>
                    <a:pt x="23701" y="69653"/>
                    <a:pt x="25022" y="64350"/>
                    <a:pt x="25847" y="60870"/>
                  </a:cubicBezTo>
                  <a:cubicBezTo>
                    <a:pt x="26673" y="57722"/>
                    <a:pt x="28489" y="50099"/>
                    <a:pt x="29480" y="45957"/>
                  </a:cubicBezTo>
                  <a:cubicBezTo>
                    <a:pt x="30470" y="42311"/>
                    <a:pt x="31461" y="38666"/>
                    <a:pt x="32286" y="34855"/>
                  </a:cubicBezTo>
                  <a:cubicBezTo>
                    <a:pt x="34102" y="28061"/>
                    <a:pt x="34433" y="26735"/>
                    <a:pt x="39221" y="19941"/>
                  </a:cubicBezTo>
                  <a:cubicBezTo>
                    <a:pt x="43843" y="13313"/>
                    <a:pt x="51603" y="4697"/>
                    <a:pt x="63986" y="4697"/>
                  </a:cubicBezTo>
                  <a:cubicBezTo>
                    <a:pt x="73561" y="4697"/>
                    <a:pt x="73726" y="13147"/>
                    <a:pt x="73726" y="16296"/>
                  </a:cubicBezTo>
                  <a:cubicBezTo>
                    <a:pt x="73726" y="26238"/>
                    <a:pt x="66627" y="44631"/>
                    <a:pt x="63986" y="51591"/>
                  </a:cubicBezTo>
                  <a:cubicBezTo>
                    <a:pt x="62169" y="56231"/>
                    <a:pt x="61509" y="57722"/>
                    <a:pt x="61509" y="60539"/>
                  </a:cubicBezTo>
                  <a:cubicBezTo>
                    <a:pt x="61509" y="69321"/>
                    <a:pt x="68773" y="74789"/>
                    <a:pt x="77194" y="74789"/>
                  </a:cubicBezTo>
                  <a:cubicBezTo>
                    <a:pt x="93703" y="74789"/>
                    <a:pt x="100968" y="51922"/>
                    <a:pt x="100968" y="49437"/>
                  </a:cubicBezTo>
                  <a:cubicBezTo>
                    <a:pt x="100968" y="47283"/>
                    <a:pt x="98822" y="47283"/>
                    <a:pt x="98326" y="47283"/>
                  </a:cubicBezTo>
                  <a:cubicBezTo>
                    <a:pt x="96015" y="47283"/>
                    <a:pt x="95850" y="48277"/>
                    <a:pt x="95189" y="50099"/>
                  </a:cubicBezTo>
                  <a:cubicBezTo>
                    <a:pt x="91392" y="63356"/>
                    <a:pt x="84293" y="70150"/>
                    <a:pt x="77689" y="70150"/>
                  </a:cubicBezTo>
                  <a:cubicBezTo>
                    <a:pt x="74222" y="70150"/>
                    <a:pt x="73561" y="67830"/>
                    <a:pt x="73561" y="64350"/>
                  </a:cubicBezTo>
                  <a:cubicBezTo>
                    <a:pt x="73561" y="60539"/>
                    <a:pt x="74387" y="58385"/>
                    <a:pt x="77359" y="50928"/>
                  </a:cubicBezTo>
                  <a:cubicBezTo>
                    <a:pt x="79340" y="45791"/>
                    <a:pt x="86109" y="28227"/>
                    <a:pt x="86109" y="18947"/>
                  </a:cubicBezTo>
                  <a:cubicBezTo>
                    <a:pt x="86109" y="2874"/>
                    <a:pt x="73396" y="57"/>
                    <a:pt x="64646" y="57"/>
                  </a:cubicBezTo>
                  <a:cubicBezTo>
                    <a:pt x="50943" y="57"/>
                    <a:pt x="41697" y="8508"/>
                    <a:pt x="36744" y="15136"/>
                  </a:cubicBezTo>
                  <a:cubicBezTo>
                    <a:pt x="35588" y="3702"/>
                    <a:pt x="25847" y="57"/>
                    <a:pt x="19078" y="57"/>
                  </a:cubicBezTo>
                  <a:cubicBezTo>
                    <a:pt x="11979" y="57"/>
                    <a:pt x="8182" y="5194"/>
                    <a:pt x="6035" y="9005"/>
                  </a:cubicBezTo>
                  <a:cubicBezTo>
                    <a:pt x="2403" y="15136"/>
                    <a:pt x="92" y="24581"/>
                    <a:pt x="92" y="25410"/>
                  </a:cubicBezTo>
                  <a:cubicBezTo>
                    <a:pt x="92" y="27564"/>
                    <a:pt x="2403" y="27564"/>
                    <a:pt x="2899" y="27564"/>
                  </a:cubicBezTo>
                  <a:cubicBezTo>
                    <a:pt x="5210" y="27564"/>
                    <a:pt x="5375" y="27067"/>
                    <a:pt x="6531" y="22593"/>
                  </a:cubicBezTo>
                  <a:cubicBezTo>
                    <a:pt x="9007" y="12816"/>
                    <a:pt x="12144" y="4697"/>
                    <a:pt x="18583" y="4697"/>
                  </a:cubicBezTo>
                  <a:cubicBezTo>
                    <a:pt x="22876" y="4697"/>
                    <a:pt x="24031" y="8342"/>
                    <a:pt x="24031" y="12816"/>
                  </a:cubicBezTo>
                  <a:cubicBezTo>
                    <a:pt x="24031" y="15964"/>
                    <a:pt x="22545" y="22095"/>
                    <a:pt x="21390" y="26569"/>
                  </a:cubicBezTo>
                  <a:cubicBezTo>
                    <a:pt x="20234" y="31044"/>
                    <a:pt x="18583" y="37837"/>
                    <a:pt x="17758" y="41483"/>
                  </a:cubicBezTo>
                  <a:lnTo>
                    <a:pt x="12474"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89" name="Freeform: Shape 488">
              <a:extLst>
                <a:ext uri="{FF2B5EF4-FFF2-40B4-BE49-F238E27FC236}">
                  <a16:creationId xmlns:a16="http://schemas.microsoft.com/office/drawing/2014/main" id="{A55E8B7B-1809-90AB-CDD7-77F28F79DE9C}"/>
                </a:ext>
              </a:extLst>
            </p:cNvPr>
            <p:cNvSpPr/>
            <p:nvPr>
              <p:custDataLst>
                <p:tags r:id="rId130"/>
              </p:custDataLst>
            </p:nvPr>
          </p:nvSpPr>
          <p:spPr>
            <a:xfrm>
              <a:off x="7119055" y="5246440"/>
              <a:ext cx="222412" cy="236720"/>
            </a:xfrm>
            <a:custGeom>
              <a:avLst/>
              <a:gdLst>
                <a:gd name="connsiteX0" fmla="*/ 86177 w 222412"/>
                <a:gd name="connsiteY0" fmla="*/ 126467 h 236720"/>
                <a:gd name="connsiteX1" fmla="*/ 2448 w 222412"/>
                <a:gd name="connsiteY1" fmla="*/ 230388 h 236720"/>
                <a:gd name="connsiteX2" fmla="*/ 325 w 222412"/>
                <a:gd name="connsiteY2" fmla="*/ 234175 h 236720"/>
                <a:gd name="connsiteX3" fmla="*/ 6693 w 222412"/>
                <a:gd name="connsiteY3" fmla="*/ 236779 h 236720"/>
                <a:gd name="connsiteX4" fmla="*/ 202218 w 222412"/>
                <a:gd name="connsiteY4" fmla="*/ 236779 h 236720"/>
                <a:gd name="connsiteX5" fmla="*/ 222502 w 222412"/>
                <a:gd name="connsiteY5" fmla="*/ 177836 h 236720"/>
                <a:gd name="connsiteX6" fmla="*/ 216606 w 222412"/>
                <a:gd name="connsiteY6" fmla="*/ 177836 h 236720"/>
                <a:gd name="connsiteX7" fmla="*/ 174859 w 222412"/>
                <a:gd name="connsiteY7" fmla="*/ 216895 h 236720"/>
                <a:gd name="connsiteX8" fmla="*/ 120140 w 222412"/>
                <a:gd name="connsiteY8" fmla="*/ 223760 h 236720"/>
                <a:gd name="connsiteX9" fmla="*/ 19901 w 222412"/>
                <a:gd name="connsiteY9" fmla="*/ 223760 h 236720"/>
                <a:gd name="connsiteX10" fmla="*/ 101743 w 222412"/>
                <a:gd name="connsiteY10" fmla="*/ 122207 h 236720"/>
                <a:gd name="connsiteX11" fmla="*/ 103866 w 222412"/>
                <a:gd name="connsiteY11" fmla="*/ 118419 h 236720"/>
                <a:gd name="connsiteX12" fmla="*/ 102215 w 222412"/>
                <a:gd name="connsiteY12" fmla="*/ 115105 h 236720"/>
                <a:gd name="connsiteX13" fmla="*/ 25562 w 222412"/>
                <a:gd name="connsiteY13" fmla="*/ 9528 h 236720"/>
                <a:gd name="connsiteX14" fmla="*/ 118961 w 222412"/>
                <a:gd name="connsiteY14" fmla="*/ 9528 h 236720"/>
                <a:gd name="connsiteX15" fmla="*/ 216606 w 222412"/>
                <a:gd name="connsiteY15" fmla="*/ 55451 h 236720"/>
                <a:gd name="connsiteX16" fmla="*/ 222502 w 222412"/>
                <a:gd name="connsiteY16" fmla="*/ 55451 h 236720"/>
                <a:gd name="connsiteX17" fmla="*/ 202218 w 222412"/>
                <a:gd name="connsiteY17" fmla="*/ 59 h 236720"/>
                <a:gd name="connsiteX18" fmla="*/ 6693 w 222412"/>
                <a:gd name="connsiteY18" fmla="*/ 59 h 236720"/>
                <a:gd name="connsiteX19" fmla="*/ 89 w 222412"/>
                <a:gd name="connsiteY19" fmla="*/ 7634 h 236720"/>
                <a:gd name="connsiteX20" fmla="*/ 86177 w 22241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2412" h="236720">
                  <a:moveTo>
                    <a:pt x="86177" y="126467"/>
                  </a:moveTo>
                  <a:lnTo>
                    <a:pt x="2448" y="230388"/>
                  </a:lnTo>
                  <a:cubicBezTo>
                    <a:pt x="561" y="232755"/>
                    <a:pt x="325" y="233228"/>
                    <a:pt x="325" y="234175"/>
                  </a:cubicBezTo>
                  <a:cubicBezTo>
                    <a:pt x="325" y="236779"/>
                    <a:pt x="2448" y="236779"/>
                    <a:pt x="6693" y="236779"/>
                  </a:cubicBezTo>
                  <a:lnTo>
                    <a:pt x="202218" y="236779"/>
                  </a:lnTo>
                  <a:lnTo>
                    <a:pt x="222502" y="177836"/>
                  </a:lnTo>
                  <a:lnTo>
                    <a:pt x="216606" y="177836"/>
                  </a:lnTo>
                  <a:cubicBezTo>
                    <a:pt x="210709" y="195590"/>
                    <a:pt x="194907" y="210030"/>
                    <a:pt x="174859" y="216895"/>
                  </a:cubicBezTo>
                  <a:cubicBezTo>
                    <a:pt x="171085" y="218078"/>
                    <a:pt x="154811" y="223760"/>
                    <a:pt x="120140" y="223760"/>
                  </a:cubicBezTo>
                  <a:lnTo>
                    <a:pt x="19901" y="223760"/>
                  </a:lnTo>
                  <a:lnTo>
                    <a:pt x="101743" y="122207"/>
                  </a:lnTo>
                  <a:cubicBezTo>
                    <a:pt x="103394" y="120076"/>
                    <a:pt x="103866" y="119366"/>
                    <a:pt x="103866" y="118419"/>
                  </a:cubicBezTo>
                  <a:cubicBezTo>
                    <a:pt x="103866" y="117472"/>
                    <a:pt x="103630" y="117235"/>
                    <a:pt x="102215" y="115105"/>
                  </a:cubicBezTo>
                  <a:lnTo>
                    <a:pt x="25562" y="9528"/>
                  </a:lnTo>
                  <a:lnTo>
                    <a:pt x="118961" y="9528"/>
                  </a:lnTo>
                  <a:cubicBezTo>
                    <a:pt x="145849" y="9528"/>
                    <a:pt x="200096" y="11185"/>
                    <a:pt x="216606" y="55451"/>
                  </a:cubicBezTo>
                  <a:lnTo>
                    <a:pt x="222502" y="55451"/>
                  </a:lnTo>
                  <a:lnTo>
                    <a:pt x="202218" y="59"/>
                  </a:lnTo>
                  <a:lnTo>
                    <a:pt x="6693" y="59"/>
                  </a:lnTo>
                  <a:cubicBezTo>
                    <a:pt x="325" y="59"/>
                    <a:pt x="89" y="296"/>
                    <a:pt x="89" y="7634"/>
                  </a:cubicBezTo>
                  <a:lnTo>
                    <a:pt x="86177"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0" name="Freeform: Shape 489">
              <a:extLst>
                <a:ext uri="{FF2B5EF4-FFF2-40B4-BE49-F238E27FC236}">
                  <a16:creationId xmlns:a16="http://schemas.microsoft.com/office/drawing/2014/main" id="{7AFC60BA-A7DD-7AE7-A747-E8005363F893}"/>
                </a:ext>
              </a:extLst>
            </p:cNvPr>
            <p:cNvSpPr/>
            <p:nvPr>
              <p:custDataLst>
                <p:tags r:id="rId131"/>
              </p:custDataLst>
            </p:nvPr>
          </p:nvSpPr>
          <p:spPr>
            <a:xfrm>
              <a:off x="7085319" y="5522402"/>
              <a:ext cx="50025" cy="111518"/>
            </a:xfrm>
            <a:custGeom>
              <a:avLst/>
              <a:gdLst>
                <a:gd name="connsiteX0" fmla="*/ 45821 w 50025"/>
                <a:gd name="connsiteY0" fmla="*/ 6372 h 111518"/>
                <a:gd name="connsiteX1" fmla="*/ 39217 w 50025"/>
                <a:gd name="connsiteY1" fmla="*/ 75 h 111518"/>
                <a:gd name="connsiteX2" fmla="*/ 29971 w 50025"/>
                <a:gd name="connsiteY2" fmla="*/ 9189 h 111518"/>
                <a:gd name="connsiteX3" fmla="*/ 36575 w 50025"/>
                <a:gd name="connsiteY3" fmla="*/ 15486 h 111518"/>
                <a:gd name="connsiteX4" fmla="*/ 45821 w 50025"/>
                <a:gd name="connsiteY4" fmla="*/ 6372 h 111518"/>
                <a:gd name="connsiteX5" fmla="*/ 12140 w 50025"/>
                <a:gd name="connsiteY5" fmla="*/ 90550 h 111518"/>
                <a:gd name="connsiteX6" fmla="*/ 10654 w 50025"/>
                <a:gd name="connsiteY6" fmla="*/ 97509 h 111518"/>
                <a:gd name="connsiteX7" fmla="*/ 26339 w 50025"/>
                <a:gd name="connsiteY7" fmla="*/ 111594 h 111518"/>
                <a:gd name="connsiteX8" fmla="*/ 50113 w 50025"/>
                <a:gd name="connsiteY8" fmla="*/ 86241 h 111518"/>
                <a:gd name="connsiteX9" fmla="*/ 47472 w 50025"/>
                <a:gd name="connsiteY9" fmla="*/ 84087 h 111518"/>
                <a:gd name="connsiteX10" fmla="*/ 44335 w 50025"/>
                <a:gd name="connsiteY10" fmla="*/ 86904 h 111518"/>
                <a:gd name="connsiteX11" fmla="*/ 26834 w 50025"/>
                <a:gd name="connsiteY11" fmla="*/ 106954 h 111518"/>
                <a:gd name="connsiteX12" fmla="*/ 22707 w 50025"/>
                <a:gd name="connsiteY12" fmla="*/ 101155 h 111518"/>
                <a:gd name="connsiteX13" fmla="*/ 25348 w 50025"/>
                <a:gd name="connsiteY13" fmla="*/ 90550 h 111518"/>
                <a:gd name="connsiteX14" fmla="*/ 30631 w 50025"/>
                <a:gd name="connsiteY14" fmla="*/ 77293 h 111518"/>
                <a:gd name="connsiteX15" fmla="*/ 38721 w 50025"/>
                <a:gd name="connsiteY15" fmla="*/ 56249 h 111518"/>
                <a:gd name="connsiteX16" fmla="*/ 39712 w 50025"/>
                <a:gd name="connsiteY16" fmla="*/ 50946 h 111518"/>
                <a:gd name="connsiteX17" fmla="*/ 24027 w 50025"/>
                <a:gd name="connsiteY17" fmla="*/ 36861 h 111518"/>
                <a:gd name="connsiteX18" fmla="*/ 88 w 50025"/>
                <a:gd name="connsiteY18" fmla="*/ 62214 h 111518"/>
                <a:gd name="connsiteX19" fmla="*/ 2895 w 50025"/>
                <a:gd name="connsiteY19" fmla="*/ 64368 h 111518"/>
                <a:gd name="connsiteX20" fmla="*/ 5866 w 50025"/>
                <a:gd name="connsiteY20" fmla="*/ 61717 h 111518"/>
                <a:gd name="connsiteX21" fmla="*/ 23532 w 50025"/>
                <a:gd name="connsiteY21" fmla="*/ 41501 h 111518"/>
                <a:gd name="connsiteX22" fmla="*/ 27660 w 50025"/>
                <a:gd name="connsiteY22" fmla="*/ 47301 h 111518"/>
                <a:gd name="connsiteX23" fmla="*/ 22541 w 50025"/>
                <a:gd name="connsiteY23" fmla="*/ 63871 h 111518"/>
                <a:gd name="connsiteX24" fmla="*/ 12140 w 50025"/>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25" h="111518">
                  <a:moveTo>
                    <a:pt x="45821" y="6372"/>
                  </a:moveTo>
                  <a:cubicBezTo>
                    <a:pt x="45821" y="3721"/>
                    <a:pt x="43839" y="75"/>
                    <a:pt x="39217" y="75"/>
                  </a:cubicBezTo>
                  <a:cubicBezTo>
                    <a:pt x="34759" y="75"/>
                    <a:pt x="29971" y="4383"/>
                    <a:pt x="29971" y="9189"/>
                  </a:cubicBezTo>
                  <a:cubicBezTo>
                    <a:pt x="29971" y="12006"/>
                    <a:pt x="32117" y="15486"/>
                    <a:pt x="36575" y="15486"/>
                  </a:cubicBezTo>
                  <a:cubicBezTo>
                    <a:pt x="41363" y="15486"/>
                    <a:pt x="45821" y="10846"/>
                    <a:pt x="45821" y="6372"/>
                  </a:cubicBezTo>
                  <a:close/>
                  <a:moveTo>
                    <a:pt x="12140" y="90550"/>
                  </a:moveTo>
                  <a:cubicBezTo>
                    <a:pt x="11480" y="92704"/>
                    <a:pt x="10654" y="94692"/>
                    <a:pt x="10654" y="97509"/>
                  </a:cubicBezTo>
                  <a:cubicBezTo>
                    <a:pt x="10654" y="105297"/>
                    <a:pt x="17258" y="111594"/>
                    <a:pt x="26339" y="111594"/>
                  </a:cubicBezTo>
                  <a:cubicBezTo>
                    <a:pt x="42849" y="111594"/>
                    <a:pt x="50113" y="88727"/>
                    <a:pt x="50113" y="86241"/>
                  </a:cubicBezTo>
                  <a:cubicBezTo>
                    <a:pt x="50113" y="84087"/>
                    <a:pt x="47967" y="84087"/>
                    <a:pt x="47472" y="84087"/>
                  </a:cubicBezTo>
                  <a:cubicBezTo>
                    <a:pt x="45160" y="84087"/>
                    <a:pt x="44995" y="85081"/>
                    <a:pt x="44335" y="86904"/>
                  </a:cubicBezTo>
                  <a:cubicBezTo>
                    <a:pt x="40537" y="100160"/>
                    <a:pt x="33273" y="106954"/>
                    <a:pt x="26834" y="106954"/>
                  </a:cubicBezTo>
                  <a:cubicBezTo>
                    <a:pt x="23532" y="106954"/>
                    <a:pt x="22707" y="104800"/>
                    <a:pt x="22707" y="101155"/>
                  </a:cubicBezTo>
                  <a:cubicBezTo>
                    <a:pt x="22707" y="97343"/>
                    <a:pt x="23862" y="94195"/>
                    <a:pt x="25348" y="90550"/>
                  </a:cubicBezTo>
                  <a:cubicBezTo>
                    <a:pt x="26999" y="86076"/>
                    <a:pt x="28815" y="81602"/>
                    <a:pt x="30631" y="77293"/>
                  </a:cubicBezTo>
                  <a:cubicBezTo>
                    <a:pt x="32117" y="73316"/>
                    <a:pt x="38061" y="58237"/>
                    <a:pt x="38721" y="56249"/>
                  </a:cubicBezTo>
                  <a:cubicBezTo>
                    <a:pt x="39217" y="54592"/>
                    <a:pt x="39712" y="52603"/>
                    <a:pt x="39712" y="50946"/>
                  </a:cubicBezTo>
                  <a:cubicBezTo>
                    <a:pt x="39712" y="43158"/>
                    <a:pt x="33108" y="36861"/>
                    <a:pt x="24027" y="36861"/>
                  </a:cubicBezTo>
                  <a:cubicBezTo>
                    <a:pt x="7682" y="36861"/>
                    <a:pt x="88" y="59397"/>
                    <a:pt x="88" y="62214"/>
                  </a:cubicBezTo>
                  <a:cubicBezTo>
                    <a:pt x="88" y="64368"/>
                    <a:pt x="2399" y="64368"/>
                    <a:pt x="2895" y="64368"/>
                  </a:cubicBezTo>
                  <a:cubicBezTo>
                    <a:pt x="5206" y="64368"/>
                    <a:pt x="5371" y="63540"/>
                    <a:pt x="5866" y="61717"/>
                  </a:cubicBezTo>
                  <a:cubicBezTo>
                    <a:pt x="10159" y="47466"/>
                    <a:pt x="17423" y="41501"/>
                    <a:pt x="23532" y="41501"/>
                  </a:cubicBezTo>
                  <a:cubicBezTo>
                    <a:pt x="26174" y="41501"/>
                    <a:pt x="27660" y="42827"/>
                    <a:pt x="27660" y="47301"/>
                  </a:cubicBezTo>
                  <a:cubicBezTo>
                    <a:pt x="27660" y="51112"/>
                    <a:pt x="26669" y="53598"/>
                    <a:pt x="22541" y="63871"/>
                  </a:cubicBezTo>
                  <a:lnTo>
                    <a:pt x="12140"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1" name="Freeform: Shape 490">
              <a:extLst>
                <a:ext uri="{FF2B5EF4-FFF2-40B4-BE49-F238E27FC236}">
                  <a16:creationId xmlns:a16="http://schemas.microsoft.com/office/drawing/2014/main" id="{033A570A-B0DB-B9F9-6225-3D060162A8D4}"/>
                </a:ext>
              </a:extLst>
            </p:cNvPr>
            <p:cNvSpPr/>
            <p:nvPr>
              <p:custDataLst>
                <p:tags r:id="rId132"/>
              </p:custDataLst>
            </p:nvPr>
          </p:nvSpPr>
          <p:spPr>
            <a:xfrm>
              <a:off x="7155847" y="5568468"/>
              <a:ext cx="121513" cy="44574"/>
            </a:xfrm>
            <a:custGeom>
              <a:avLst/>
              <a:gdLst>
                <a:gd name="connsiteX0" fmla="*/ 115330 w 121513"/>
                <a:gd name="connsiteY0" fmla="*/ 8195 h 44574"/>
                <a:gd name="connsiteX1" fmla="*/ 121604 w 121513"/>
                <a:gd name="connsiteY1" fmla="*/ 4052 h 44574"/>
                <a:gd name="connsiteX2" fmla="*/ 115495 w 121513"/>
                <a:gd name="connsiteY2" fmla="*/ 75 h 44574"/>
                <a:gd name="connsiteX3" fmla="*/ 6199 w 121513"/>
                <a:gd name="connsiteY3" fmla="*/ 75 h 44574"/>
                <a:gd name="connsiteX4" fmla="*/ 91 w 121513"/>
                <a:gd name="connsiteY4" fmla="*/ 4052 h 44574"/>
                <a:gd name="connsiteX5" fmla="*/ 6365 w 121513"/>
                <a:gd name="connsiteY5" fmla="*/ 8195 h 44574"/>
                <a:gd name="connsiteX6" fmla="*/ 115330 w 121513"/>
                <a:gd name="connsiteY6" fmla="*/ 8195 h 44574"/>
                <a:gd name="connsiteX7" fmla="*/ 115495 w 121513"/>
                <a:gd name="connsiteY7" fmla="*/ 44650 h 44574"/>
                <a:gd name="connsiteX8" fmla="*/ 121604 w 121513"/>
                <a:gd name="connsiteY8" fmla="*/ 40673 h 44574"/>
                <a:gd name="connsiteX9" fmla="*/ 115330 w 121513"/>
                <a:gd name="connsiteY9" fmla="*/ 36530 h 44574"/>
                <a:gd name="connsiteX10" fmla="*/ 6365 w 121513"/>
                <a:gd name="connsiteY10" fmla="*/ 36530 h 44574"/>
                <a:gd name="connsiteX11" fmla="*/ 91 w 121513"/>
                <a:gd name="connsiteY11" fmla="*/ 40673 h 44574"/>
                <a:gd name="connsiteX12" fmla="*/ 6199 w 121513"/>
                <a:gd name="connsiteY12" fmla="*/ 44650 h 44574"/>
                <a:gd name="connsiteX13" fmla="*/ 115495 w 12151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513" h="44574">
                  <a:moveTo>
                    <a:pt x="115330" y="8195"/>
                  </a:moveTo>
                  <a:cubicBezTo>
                    <a:pt x="117807" y="8195"/>
                    <a:pt x="121604" y="8195"/>
                    <a:pt x="121604" y="4052"/>
                  </a:cubicBezTo>
                  <a:cubicBezTo>
                    <a:pt x="121604" y="75"/>
                    <a:pt x="117642" y="75"/>
                    <a:pt x="115495" y="75"/>
                  </a:cubicBezTo>
                  <a:lnTo>
                    <a:pt x="6199" y="75"/>
                  </a:lnTo>
                  <a:cubicBezTo>
                    <a:pt x="4053" y="75"/>
                    <a:pt x="91" y="75"/>
                    <a:pt x="91" y="4052"/>
                  </a:cubicBezTo>
                  <a:cubicBezTo>
                    <a:pt x="91" y="8195"/>
                    <a:pt x="3888" y="8195"/>
                    <a:pt x="6365" y="8195"/>
                  </a:cubicBezTo>
                  <a:lnTo>
                    <a:pt x="115330" y="8195"/>
                  </a:lnTo>
                  <a:close/>
                  <a:moveTo>
                    <a:pt x="115495" y="44650"/>
                  </a:moveTo>
                  <a:cubicBezTo>
                    <a:pt x="117642" y="44650"/>
                    <a:pt x="121604" y="44650"/>
                    <a:pt x="121604" y="40673"/>
                  </a:cubicBezTo>
                  <a:cubicBezTo>
                    <a:pt x="121604" y="36530"/>
                    <a:pt x="117807" y="36530"/>
                    <a:pt x="115330" y="36530"/>
                  </a:cubicBezTo>
                  <a:lnTo>
                    <a:pt x="6365" y="36530"/>
                  </a:lnTo>
                  <a:cubicBezTo>
                    <a:pt x="3888" y="36530"/>
                    <a:pt x="91" y="36530"/>
                    <a:pt x="91" y="40673"/>
                  </a:cubicBezTo>
                  <a:cubicBezTo>
                    <a:pt x="91" y="44650"/>
                    <a:pt x="4053" y="44650"/>
                    <a:pt x="6199" y="44650"/>
                  </a:cubicBezTo>
                  <a:lnTo>
                    <a:pt x="115495"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2" name="Freeform: Shape 491">
              <a:extLst>
                <a:ext uri="{FF2B5EF4-FFF2-40B4-BE49-F238E27FC236}">
                  <a16:creationId xmlns:a16="http://schemas.microsoft.com/office/drawing/2014/main" id="{0F5C95E1-96E7-5E98-A8CB-16268C76553E}"/>
                </a:ext>
              </a:extLst>
            </p:cNvPr>
            <p:cNvSpPr/>
            <p:nvPr>
              <p:custDataLst>
                <p:tags r:id="rId133"/>
              </p:custDataLst>
            </p:nvPr>
          </p:nvSpPr>
          <p:spPr>
            <a:xfrm>
              <a:off x="7307076" y="5522236"/>
              <a:ext cx="60096" cy="110027"/>
            </a:xfrm>
            <a:custGeom>
              <a:avLst/>
              <a:gdLst>
                <a:gd name="connsiteX0" fmla="*/ 37409 w 60096"/>
                <a:gd name="connsiteY0" fmla="*/ 4715 h 110027"/>
                <a:gd name="connsiteX1" fmla="*/ 32456 w 60096"/>
                <a:gd name="connsiteY1" fmla="*/ 75 h 110027"/>
                <a:gd name="connsiteX2" fmla="*/ 97 w 60096"/>
                <a:gd name="connsiteY2" fmla="*/ 10680 h 110027"/>
                <a:gd name="connsiteX3" fmla="*/ 97 w 60096"/>
                <a:gd name="connsiteY3" fmla="*/ 16645 h 110027"/>
                <a:gd name="connsiteX4" fmla="*/ 24036 w 60096"/>
                <a:gd name="connsiteY4" fmla="*/ 12006 h 110027"/>
                <a:gd name="connsiteX5" fmla="*/ 24036 w 60096"/>
                <a:gd name="connsiteY5" fmla="*/ 96515 h 110027"/>
                <a:gd name="connsiteX6" fmla="*/ 7526 w 60096"/>
                <a:gd name="connsiteY6" fmla="*/ 104137 h 110027"/>
                <a:gd name="connsiteX7" fmla="*/ 1253 w 60096"/>
                <a:gd name="connsiteY7" fmla="*/ 104137 h 110027"/>
                <a:gd name="connsiteX8" fmla="*/ 1253 w 60096"/>
                <a:gd name="connsiteY8" fmla="*/ 110103 h 110027"/>
                <a:gd name="connsiteX9" fmla="*/ 30640 w 60096"/>
                <a:gd name="connsiteY9" fmla="*/ 109440 h 110027"/>
                <a:gd name="connsiteX10" fmla="*/ 60193 w 60096"/>
                <a:gd name="connsiteY10" fmla="*/ 110103 h 110027"/>
                <a:gd name="connsiteX11" fmla="*/ 60193 w 60096"/>
                <a:gd name="connsiteY11" fmla="*/ 104137 h 110027"/>
                <a:gd name="connsiteX12" fmla="*/ 53919 w 60096"/>
                <a:gd name="connsiteY12" fmla="*/ 104137 h 110027"/>
                <a:gd name="connsiteX13" fmla="*/ 37409 w 60096"/>
                <a:gd name="connsiteY13" fmla="*/ 96515 h 110027"/>
                <a:gd name="connsiteX14" fmla="*/ 37409 w 60096"/>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96" h="110027">
                  <a:moveTo>
                    <a:pt x="37409" y="4715"/>
                  </a:moveTo>
                  <a:cubicBezTo>
                    <a:pt x="37409" y="241"/>
                    <a:pt x="37079" y="75"/>
                    <a:pt x="32456" y="75"/>
                  </a:cubicBezTo>
                  <a:cubicBezTo>
                    <a:pt x="21890" y="10514"/>
                    <a:pt x="6866" y="10680"/>
                    <a:pt x="97" y="10680"/>
                  </a:cubicBezTo>
                  <a:lnTo>
                    <a:pt x="97" y="16645"/>
                  </a:lnTo>
                  <a:cubicBezTo>
                    <a:pt x="4059" y="16645"/>
                    <a:pt x="14956" y="16645"/>
                    <a:pt x="24036" y="12006"/>
                  </a:cubicBezTo>
                  <a:lnTo>
                    <a:pt x="24036" y="96515"/>
                  </a:lnTo>
                  <a:cubicBezTo>
                    <a:pt x="24036" y="101983"/>
                    <a:pt x="24036" y="104137"/>
                    <a:pt x="7526" y="104137"/>
                  </a:cubicBezTo>
                  <a:lnTo>
                    <a:pt x="1253" y="104137"/>
                  </a:lnTo>
                  <a:lnTo>
                    <a:pt x="1253" y="110103"/>
                  </a:lnTo>
                  <a:cubicBezTo>
                    <a:pt x="4224" y="109937"/>
                    <a:pt x="24532" y="109440"/>
                    <a:pt x="30640" y="109440"/>
                  </a:cubicBezTo>
                  <a:cubicBezTo>
                    <a:pt x="35758" y="109440"/>
                    <a:pt x="56561" y="109937"/>
                    <a:pt x="60193" y="110103"/>
                  </a:cubicBezTo>
                  <a:lnTo>
                    <a:pt x="60193" y="104137"/>
                  </a:lnTo>
                  <a:lnTo>
                    <a:pt x="53919" y="104137"/>
                  </a:lnTo>
                  <a:cubicBezTo>
                    <a:pt x="37409" y="104137"/>
                    <a:pt x="37409" y="101983"/>
                    <a:pt x="37409" y="96515"/>
                  </a:cubicBezTo>
                  <a:lnTo>
                    <a:pt x="37409"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3" name="Freeform: Shape 492">
              <a:extLst>
                <a:ext uri="{FF2B5EF4-FFF2-40B4-BE49-F238E27FC236}">
                  <a16:creationId xmlns:a16="http://schemas.microsoft.com/office/drawing/2014/main" id="{CE188138-E35E-876B-719E-7C339759CFEA}"/>
                </a:ext>
              </a:extLst>
            </p:cNvPr>
            <p:cNvSpPr/>
            <p:nvPr>
              <p:custDataLst>
                <p:tags r:id="rId134"/>
              </p:custDataLst>
            </p:nvPr>
          </p:nvSpPr>
          <p:spPr>
            <a:xfrm>
              <a:off x="7406446" y="5246442"/>
              <a:ext cx="54718" cy="236720"/>
            </a:xfrm>
            <a:custGeom>
              <a:avLst/>
              <a:gdLst>
                <a:gd name="connsiteX0" fmla="*/ 54820 w 54718"/>
                <a:gd name="connsiteY0" fmla="*/ 234419 h 236720"/>
                <a:gd name="connsiteX1" fmla="*/ 50810 w 54718"/>
                <a:gd name="connsiteY1" fmla="*/ 229212 h 236720"/>
                <a:gd name="connsiteX2" fmla="*/ 13781 w 54718"/>
                <a:gd name="connsiteY2" fmla="*/ 118426 h 236720"/>
                <a:gd name="connsiteX3" fmla="*/ 51753 w 54718"/>
                <a:gd name="connsiteY3" fmla="*/ 6458 h 236720"/>
                <a:gd name="connsiteX4" fmla="*/ 54820 w 54718"/>
                <a:gd name="connsiteY4" fmla="*/ 2433 h 236720"/>
                <a:gd name="connsiteX5" fmla="*/ 52461 w 54718"/>
                <a:gd name="connsiteY5" fmla="*/ 66 h 236720"/>
                <a:gd name="connsiteX6" fmla="*/ 14960 w 54718"/>
                <a:gd name="connsiteY6" fmla="*/ 46227 h 236720"/>
                <a:gd name="connsiteX7" fmla="*/ 101 w 54718"/>
                <a:gd name="connsiteY7" fmla="*/ 118426 h 236720"/>
                <a:gd name="connsiteX8" fmla="*/ 15667 w 54718"/>
                <a:gd name="connsiteY8" fmla="*/ 192283 h 236720"/>
                <a:gd name="connsiteX9" fmla="*/ 52461 w 54718"/>
                <a:gd name="connsiteY9" fmla="*/ 236787 h 236720"/>
                <a:gd name="connsiteX10" fmla="*/ 54820 w 54718"/>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8" h="236720">
                  <a:moveTo>
                    <a:pt x="54820" y="234419"/>
                  </a:moveTo>
                  <a:cubicBezTo>
                    <a:pt x="54820" y="233709"/>
                    <a:pt x="54820" y="233236"/>
                    <a:pt x="50810" y="229212"/>
                  </a:cubicBezTo>
                  <a:cubicBezTo>
                    <a:pt x="21328" y="199385"/>
                    <a:pt x="13781" y="154645"/>
                    <a:pt x="13781" y="118426"/>
                  </a:cubicBezTo>
                  <a:cubicBezTo>
                    <a:pt x="13781" y="77237"/>
                    <a:pt x="22743" y="36048"/>
                    <a:pt x="51753" y="6458"/>
                  </a:cubicBezTo>
                  <a:cubicBezTo>
                    <a:pt x="54820" y="3617"/>
                    <a:pt x="54820" y="3144"/>
                    <a:pt x="54820" y="2433"/>
                  </a:cubicBezTo>
                  <a:cubicBezTo>
                    <a:pt x="54820" y="776"/>
                    <a:pt x="53876" y="66"/>
                    <a:pt x="52461" y="66"/>
                  </a:cubicBezTo>
                  <a:cubicBezTo>
                    <a:pt x="50102" y="66"/>
                    <a:pt x="28875" y="16163"/>
                    <a:pt x="14960" y="46227"/>
                  </a:cubicBezTo>
                  <a:cubicBezTo>
                    <a:pt x="2931" y="72266"/>
                    <a:pt x="101" y="98542"/>
                    <a:pt x="101" y="118426"/>
                  </a:cubicBezTo>
                  <a:cubicBezTo>
                    <a:pt x="101" y="136891"/>
                    <a:pt x="2695" y="165534"/>
                    <a:pt x="15667" y="192283"/>
                  </a:cubicBezTo>
                  <a:cubicBezTo>
                    <a:pt x="29819" y="221400"/>
                    <a:pt x="50102" y="236787"/>
                    <a:pt x="52461" y="236787"/>
                  </a:cubicBezTo>
                  <a:cubicBezTo>
                    <a:pt x="53876" y="236787"/>
                    <a:pt x="54820" y="236077"/>
                    <a:pt x="54820"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4" name="Freeform: Shape 493">
              <a:extLst>
                <a:ext uri="{FF2B5EF4-FFF2-40B4-BE49-F238E27FC236}">
                  <a16:creationId xmlns:a16="http://schemas.microsoft.com/office/drawing/2014/main" id="{CED8C56D-1613-3BF7-6C82-9138FAE46412}"/>
                </a:ext>
              </a:extLst>
            </p:cNvPr>
            <p:cNvSpPr/>
            <p:nvPr>
              <p:custDataLst>
                <p:tags r:id="rId135"/>
              </p:custDataLst>
            </p:nvPr>
          </p:nvSpPr>
          <p:spPr>
            <a:xfrm>
              <a:off x="7481658" y="5319351"/>
              <a:ext cx="108730" cy="153158"/>
            </a:xfrm>
            <a:custGeom>
              <a:avLst/>
              <a:gdLst>
                <a:gd name="connsiteX0" fmla="*/ 107891 w 108730"/>
                <a:gd name="connsiteY0" fmla="*/ 14506 h 153158"/>
                <a:gd name="connsiteX1" fmla="*/ 108835 w 108730"/>
                <a:gd name="connsiteY1" fmla="*/ 9062 h 153158"/>
                <a:gd name="connsiteX2" fmla="*/ 101995 w 108730"/>
                <a:gd name="connsiteY2" fmla="*/ 2670 h 153158"/>
                <a:gd name="connsiteX3" fmla="*/ 93740 w 108730"/>
                <a:gd name="connsiteY3" fmla="*/ 7641 h 153158"/>
                <a:gd name="connsiteX4" fmla="*/ 90438 w 108730"/>
                <a:gd name="connsiteY4" fmla="*/ 20424 h 153158"/>
                <a:gd name="connsiteX5" fmla="*/ 85721 w 108730"/>
                <a:gd name="connsiteY5" fmla="*/ 39362 h 153158"/>
                <a:gd name="connsiteX6" fmla="*/ 75107 w 108730"/>
                <a:gd name="connsiteY6" fmla="*/ 81972 h 153158"/>
                <a:gd name="connsiteX7" fmla="*/ 48455 w 108730"/>
                <a:gd name="connsiteY7" fmla="*/ 102093 h 153158"/>
                <a:gd name="connsiteX8" fmla="*/ 33832 w 108730"/>
                <a:gd name="connsiteY8" fmla="*/ 82918 h 153158"/>
                <a:gd name="connsiteX9" fmla="*/ 45861 w 108730"/>
                <a:gd name="connsiteY9" fmla="*/ 36521 h 153158"/>
                <a:gd name="connsiteX10" fmla="*/ 50578 w 108730"/>
                <a:gd name="connsiteY10" fmla="*/ 19477 h 153158"/>
                <a:gd name="connsiteX11" fmla="*/ 31238 w 108730"/>
                <a:gd name="connsiteY11" fmla="*/ 66 h 153158"/>
                <a:gd name="connsiteX12" fmla="*/ 105 w 108730"/>
                <a:gd name="connsiteY12" fmla="*/ 36521 h 153158"/>
                <a:gd name="connsiteX13" fmla="*/ 2935 w 108730"/>
                <a:gd name="connsiteY13" fmla="*/ 38888 h 153158"/>
                <a:gd name="connsiteX14" fmla="*/ 6709 w 108730"/>
                <a:gd name="connsiteY14" fmla="*/ 34627 h 153158"/>
                <a:gd name="connsiteX15" fmla="*/ 30530 w 108730"/>
                <a:gd name="connsiteY15" fmla="*/ 5274 h 153158"/>
                <a:gd name="connsiteX16" fmla="*/ 36427 w 108730"/>
                <a:gd name="connsiteY16" fmla="*/ 12849 h 153158"/>
                <a:gd name="connsiteX17" fmla="*/ 32417 w 108730"/>
                <a:gd name="connsiteY17" fmla="*/ 29420 h 153158"/>
                <a:gd name="connsiteX18" fmla="*/ 18737 w 108730"/>
                <a:gd name="connsiteY18" fmla="*/ 79131 h 153158"/>
                <a:gd name="connsiteX19" fmla="*/ 47512 w 108730"/>
                <a:gd name="connsiteY19" fmla="*/ 107301 h 153158"/>
                <a:gd name="connsiteX20" fmla="*/ 71333 w 108730"/>
                <a:gd name="connsiteY20" fmla="*/ 96648 h 153158"/>
                <a:gd name="connsiteX21" fmla="*/ 56003 w 108730"/>
                <a:gd name="connsiteY21" fmla="*/ 133103 h 153158"/>
                <a:gd name="connsiteX22" fmla="*/ 30058 w 108730"/>
                <a:gd name="connsiteY22" fmla="*/ 148017 h 153158"/>
                <a:gd name="connsiteX23" fmla="*/ 12133 w 108730"/>
                <a:gd name="connsiteY23" fmla="*/ 138074 h 153158"/>
                <a:gd name="connsiteX24" fmla="*/ 22275 w 108730"/>
                <a:gd name="connsiteY24" fmla="*/ 135234 h 153158"/>
                <a:gd name="connsiteX25" fmla="*/ 26992 w 108730"/>
                <a:gd name="connsiteY25" fmla="*/ 125528 h 153158"/>
                <a:gd name="connsiteX26" fmla="*/ 18266 w 108730"/>
                <a:gd name="connsiteY26" fmla="*/ 117243 h 153158"/>
                <a:gd name="connsiteX27" fmla="*/ 5058 w 108730"/>
                <a:gd name="connsiteY27" fmla="*/ 132630 h 153158"/>
                <a:gd name="connsiteX28" fmla="*/ 30058 w 108730"/>
                <a:gd name="connsiteY28" fmla="*/ 153224 h 153158"/>
                <a:gd name="connsiteX29" fmla="*/ 85249 w 108730"/>
                <a:gd name="connsiteY29" fmla="*/ 104933 h 153158"/>
                <a:gd name="connsiteX30" fmla="*/ 107891 w 108730"/>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730" h="153158">
                  <a:moveTo>
                    <a:pt x="107891" y="14506"/>
                  </a:moveTo>
                  <a:cubicBezTo>
                    <a:pt x="108835" y="11192"/>
                    <a:pt x="108835" y="10719"/>
                    <a:pt x="108835" y="9062"/>
                  </a:cubicBezTo>
                  <a:cubicBezTo>
                    <a:pt x="108835" y="4801"/>
                    <a:pt x="105533" y="2670"/>
                    <a:pt x="101995" y="2670"/>
                  </a:cubicBezTo>
                  <a:cubicBezTo>
                    <a:pt x="99636" y="2670"/>
                    <a:pt x="95863" y="4091"/>
                    <a:pt x="93740" y="7641"/>
                  </a:cubicBezTo>
                  <a:cubicBezTo>
                    <a:pt x="93268" y="8825"/>
                    <a:pt x="91381" y="16163"/>
                    <a:pt x="90438" y="20424"/>
                  </a:cubicBezTo>
                  <a:cubicBezTo>
                    <a:pt x="88787" y="26579"/>
                    <a:pt x="87136" y="32970"/>
                    <a:pt x="85721" y="39362"/>
                  </a:cubicBezTo>
                  <a:lnTo>
                    <a:pt x="75107" y="81972"/>
                  </a:lnTo>
                  <a:cubicBezTo>
                    <a:pt x="74164" y="85522"/>
                    <a:pt x="64022" y="102093"/>
                    <a:pt x="48455" y="102093"/>
                  </a:cubicBezTo>
                  <a:cubicBezTo>
                    <a:pt x="36427" y="102093"/>
                    <a:pt x="33832" y="91677"/>
                    <a:pt x="33832" y="82918"/>
                  </a:cubicBezTo>
                  <a:cubicBezTo>
                    <a:pt x="33832" y="72029"/>
                    <a:pt x="37842" y="57353"/>
                    <a:pt x="45861" y="36521"/>
                  </a:cubicBezTo>
                  <a:cubicBezTo>
                    <a:pt x="49635" y="26816"/>
                    <a:pt x="50578" y="24212"/>
                    <a:pt x="50578" y="19477"/>
                  </a:cubicBezTo>
                  <a:cubicBezTo>
                    <a:pt x="50578" y="8825"/>
                    <a:pt x="43031" y="66"/>
                    <a:pt x="31238" y="66"/>
                  </a:cubicBezTo>
                  <a:cubicBezTo>
                    <a:pt x="8831" y="66"/>
                    <a:pt x="105" y="34391"/>
                    <a:pt x="105" y="36521"/>
                  </a:cubicBezTo>
                  <a:cubicBezTo>
                    <a:pt x="105" y="38888"/>
                    <a:pt x="2463" y="38888"/>
                    <a:pt x="2935" y="38888"/>
                  </a:cubicBezTo>
                  <a:cubicBezTo>
                    <a:pt x="5294" y="38888"/>
                    <a:pt x="5529" y="38415"/>
                    <a:pt x="6709" y="34627"/>
                  </a:cubicBezTo>
                  <a:cubicBezTo>
                    <a:pt x="13077" y="12376"/>
                    <a:pt x="22511" y="5274"/>
                    <a:pt x="30530" y="5274"/>
                  </a:cubicBezTo>
                  <a:cubicBezTo>
                    <a:pt x="32417" y="5274"/>
                    <a:pt x="36427" y="5274"/>
                    <a:pt x="36427" y="12849"/>
                  </a:cubicBezTo>
                  <a:cubicBezTo>
                    <a:pt x="36427" y="18767"/>
                    <a:pt x="34068" y="24922"/>
                    <a:pt x="32417" y="29420"/>
                  </a:cubicBezTo>
                  <a:cubicBezTo>
                    <a:pt x="22983" y="54512"/>
                    <a:pt x="18737" y="68005"/>
                    <a:pt x="18737" y="79131"/>
                  </a:cubicBezTo>
                  <a:cubicBezTo>
                    <a:pt x="18737" y="100199"/>
                    <a:pt x="33596" y="107301"/>
                    <a:pt x="47512" y="107301"/>
                  </a:cubicBezTo>
                  <a:cubicBezTo>
                    <a:pt x="56710" y="107301"/>
                    <a:pt x="64729" y="103276"/>
                    <a:pt x="71333" y="96648"/>
                  </a:cubicBezTo>
                  <a:cubicBezTo>
                    <a:pt x="68267" y="108958"/>
                    <a:pt x="65437" y="120557"/>
                    <a:pt x="56003" y="133103"/>
                  </a:cubicBezTo>
                  <a:cubicBezTo>
                    <a:pt x="49870" y="141152"/>
                    <a:pt x="40908" y="148017"/>
                    <a:pt x="30058" y="148017"/>
                  </a:cubicBezTo>
                  <a:cubicBezTo>
                    <a:pt x="26757" y="148017"/>
                    <a:pt x="16143" y="147306"/>
                    <a:pt x="12133" y="138074"/>
                  </a:cubicBezTo>
                  <a:cubicBezTo>
                    <a:pt x="15907" y="138074"/>
                    <a:pt x="18973" y="138074"/>
                    <a:pt x="22275" y="135234"/>
                  </a:cubicBezTo>
                  <a:cubicBezTo>
                    <a:pt x="24634" y="133103"/>
                    <a:pt x="26992" y="130026"/>
                    <a:pt x="26992" y="125528"/>
                  </a:cubicBezTo>
                  <a:cubicBezTo>
                    <a:pt x="26992" y="118190"/>
                    <a:pt x="20624" y="117243"/>
                    <a:pt x="18266" y="117243"/>
                  </a:cubicBezTo>
                  <a:cubicBezTo>
                    <a:pt x="12841" y="117243"/>
                    <a:pt x="5058" y="121030"/>
                    <a:pt x="5058" y="132630"/>
                  </a:cubicBezTo>
                  <a:cubicBezTo>
                    <a:pt x="5058" y="144466"/>
                    <a:pt x="15435" y="153224"/>
                    <a:pt x="30058" y="153224"/>
                  </a:cubicBezTo>
                  <a:cubicBezTo>
                    <a:pt x="54352" y="153224"/>
                    <a:pt x="78645" y="131683"/>
                    <a:pt x="85249" y="104933"/>
                  </a:cubicBezTo>
                  <a:lnTo>
                    <a:pt x="107891"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5" name="Freeform: Shape 494">
              <a:extLst>
                <a:ext uri="{FF2B5EF4-FFF2-40B4-BE49-F238E27FC236}">
                  <a16:creationId xmlns:a16="http://schemas.microsoft.com/office/drawing/2014/main" id="{9C695B1C-41A4-BC92-6352-1260FFAA1DC3}"/>
                </a:ext>
              </a:extLst>
            </p:cNvPr>
            <p:cNvSpPr/>
            <p:nvPr>
              <p:custDataLst>
                <p:tags r:id="rId136"/>
              </p:custDataLst>
            </p:nvPr>
          </p:nvSpPr>
          <p:spPr>
            <a:xfrm>
              <a:off x="7598214" y="5349628"/>
              <a:ext cx="50025" cy="111518"/>
            </a:xfrm>
            <a:custGeom>
              <a:avLst/>
              <a:gdLst>
                <a:gd name="connsiteX0" fmla="*/ 45842 w 50025"/>
                <a:gd name="connsiteY0" fmla="*/ 6365 h 111518"/>
                <a:gd name="connsiteX1" fmla="*/ 39238 w 50025"/>
                <a:gd name="connsiteY1" fmla="*/ 68 h 111518"/>
                <a:gd name="connsiteX2" fmla="*/ 29993 w 50025"/>
                <a:gd name="connsiteY2" fmla="*/ 9181 h 111518"/>
                <a:gd name="connsiteX3" fmla="*/ 36597 w 50025"/>
                <a:gd name="connsiteY3" fmla="*/ 15478 h 111518"/>
                <a:gd name="connsiteX4" fmla="*/ 45842 w 50025"/>
                <a:gd name="connsiteY4" fmla="*/ 6365 h 111518"/>
                <a:gd name="connsiteX5" fmla="*/ 12162 w 50025"/>
                <a:gd name="connsiteY5" fmla="*/ 90542 h 111518"/>
                <a:gd name="connsiteX6" fmla="*/ 10676 w 50025"/>
                <a:gd name="connsiteY6" fmla="*/ 97502 h 111518"/>
                <a:gd name="connsiteX7" fmla="*/ 26360 w 50025"/>
                <a:gd name="connsiteY7" fmla="*/ 111587 h 111518"/>
                <a:gd name="connsiteX8" fmla="*/ 50135 w 50025"/>
                <a:gd name="connsiteY8" fmla="*/ 86234 h 111518"/>
                <a:gd name="connsiteX9" fmla="*/ 47493 w 50025"/>
                <a:gd name="connsiteY9" fmla="*/ 84080 h 111518"/>
                <a:gd name="connsiteX10" fmla="*/ 44356 w 50025"/>
                <a:gd name="connsiteY10" fmla="*/ 86897 h 111518"/>
                <a:gd name="connsiteX11" fmla="*/ 26856 w 50025"/>
                <a:gd name="connsiteY11" fmla="*/ 106947 h 111518"/>
                <a:gd name="connsiteX12" fmla="*/ 22728 w 50025"/>
                <a:gd name="connsiteY12" fmla="*/ 101147 h 111518"/>
                <a:gd name="connsiteX13" fmla="*/ 25370 w 50025"/>
                <a:gd name="connsiteY13" fmla="*/ 90542 h 111518"/>
                <a:gd name="connsiteX14" fmla="*/ 30653 w 50025"/>
                <a:gd name="connsiteY14" fmla="*/ 77286 h 111518"/>
                <a:gd name="connsiteX15" fmla="*/ 38743 w 50025"/>
                <a:gd name="connsiteY15" fmla="*/ 56242 h 111518"/>
                <a:gd name="connsiteX16" fmla="*/ 39734 w 50025"/>
                <a:gd name="connsiteY16" fmla="*/ 50939 h 111518"/>
                <a:gd name="connsiteX17" fmla="*/ 24049 w 50025"/>
                <a:gd name="connsiteY17" fmla="*/ 36854 h 111518"/>
                <a:gd name="connsiteX18" fmla="*/ 110 w 50025"/>
                <a:gd name="connsiteY18" fmla="*/ 62207 h 111518"/>
                <a:gd name="connsiteX19" fmla="*/ 2916 w 50025"/>
                <a:gd name="connsiteY19" fmla="*/ 64361 h 111518"/>
                <a:gd name="connsiteX20" fmla="*/ 5888 w 50025"/>
                <a:gd name="connsiteY20" fmla="*/ 61710 h 111518"/>
                <a:gd name="connsiteX21" fmla="*/ 23554 w 50025"/>
                <a:gd name="connsiteY21" fmla="*/ 41494 h 111518"/>
                <a:gd name="connsiteX22" fmla="*/ 27681 w 50025"/>
                <a:gd name="connsiteY22" fmla="*/ 47293 h 111518"/>
                <a:gd name="connsiteX23" fmla="*/ 22563 w 50025"/>
                <a:gd name="connsiteY23" fmla="*/ 63864 h 111518"/>
                <a:gd name="connsiteX24" fmla="*/ 12162 w 50025"/>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25" h="111518">
                  <a:moveTo>
                    <a:pt x="45842" y="6365"/>
                  </a:moveTo>
                  <a:cubicBezTo>
                    <a:pt x="45842" y="3713"/>
                    <a:pt x="43861" y="68"/>
                    <a:pt x="39238" y="68"/>
                  </a:cubicBezTo>
                  <a:cubicBezTo>
                    <a:pt x="34781" y="68"/>
                    <a:pt x="29993" y="4376"/>
                    <a:pt x="29993" y="9181"/>
                  </a:cubicBezTo>
                  <a:cubicBezTo>
                    <a:pt x="29993" y="11998"/>
                    <a:pt x="32139" y="15478"/>
                    <a:pt x="36597" y="15478"/>
                  </a:cubicBezTo>
                  <a:cubicBezTo>
                    <a:pt x="41385" y="15478"/>
                    <a:pt x="45842" y="10839"/>
                    <a:pt x="45842" y="6365"/>
                  </a:cubicBezTo>
                  <a:close/>
                  <a:moveTo>
                    <a:pt x="12162" y="90542"/>
                  </a:moveTo>
                  <a:cubicBezTo>
                    <a:pt x="11501" y="92696"/>
                    <a:pt x="10676" y="94685"/>
                    <a:pt x="10676" y="97502"/>
                  </a:cubicBezTo>
                  <a:cubicBezTo>
                    <a:pt x="10676" y="105290"/>
                    <a:pt x="17280" y="111587"/>
                    <a:pt x="26360" y="111587"/>
                  </a:cubicBezTo>
                  <a:cubicBezTo>
                    <a:pt x="42870" y="111587"/>
                    <a:pt x="50135" y="88720"/>
                    <a:pt x="50135" y="86234"/>
                  </a:cubicBezTo>
                  <a:cubicBezTo>
                    <a:pt x="50135" y="84080"/>
                    <a:pt x="47989" y="84080"/>
                    <a:pt x="47493" y="84080"/>
                  </a:cubicBezTo>
                  <a:cubicBezTo>
                    <a:pt x="45182" y="84080"/>
                    <a:pt x="45017" y="85074"/>
                    <a:pt x="44356" y="86897"/>
                  </a:cubicBezTo>
                  <a:cubicBezTo>
                    <a:pt x="40559" y="100153"/>
                    <a:pt x="33295" y="106947"/>
                    <a:pt x="26856" y="106947"/>
                  </a:cubicBezTo>
                  <a:cubicBezTo>
                    <a:pt x="23554" y="106947"/>
                    <a:pt x="22728" y="104793"/>
                    <a:pt x="22728" y="101147"/>
                  </a:cubicBezTo>
                  <a:cubicBezTo>
                    <a:pt x="22728" y="97336"/>
                    <a:pt x="23884" y="94188"/>
                    <a:pt x="25370" y="90542"/>
                  </a:cubicBezTo>
                  <a:cubicBezTo>
                    <a:pt x="27021" y="86068"/>
                    <a:pt x="28837" y="81594"/>
                    <a:pt x="30653" y="77286"/>
                  </a:cubicBezTo>
                  <a:cubicBezTo>
                    <a:pt x="32139" y="73309"/>
                    <a:pt x="38083" y="58230"/>
                    <a:pt x="38743" y="56242"/>
                  </a:cubicBezTo>
                  <a:cubicBezTo>
                    <a:pt x="39238" y="54584"/>
                    <a:pt x="39734" y="52596"/>
                    <a:pt x="39734" y="50939"/>
                  </a:cubicBezTo>
                  <a:cubicBezTo>
                    <a:pt x="39734" y="43151"/>
                    <a:pt x="33130" y="36854"/>
                    <a:pt x="24049" y="36854"/>
                  </a:cubicBezTo>
                  <a:cubicBezTo>
                    <a:pt x="7704" y="36854"/>
                    <a:pt x="110" y="59390"/>
                    <a:pt x="110" y="62207"/>
                  </a:cubicBezTo>
                  <a:cubicBezTo>
                    <a:pt x="110" y="64361"/>
                    <a:pt x="2421" y="64361"/>
                    <a:pt x="2916" y="64361"/>
                  </a:cubicBezTo>
                  <a:cubicBezTo>
                    <a:pt x="5228" y="64361"/>
                    <a:pt x="5393" y="63533"/>
                    <a:pt x="5888" y="61710"/>
                  </a:cubicBezTo>
                  <a:cubicBezTo>
                    <a:pt x="10181" y="47459"/>
                    <a:pt x="17445" y="41494"/>
                    <a:pt x="23554" y="41494"/>
                  </a:cubicBezTo>
                  <a:cubicBezTo>
                    <a:pt x="26195" y="41494"/>
                    <a:pt x="27681" y="42819"/>
                    <a:pt x="27681" y="47293"/>
                  </a:cubicBezTo>
                  <a:cubicBezTo>
                    <a:pt x="27681" y="51105"/>
                    <a:pt x="26691" y="53590"/>
                    <a:pt x="22563" y="63864"/>
                  </a:cubicBezTo>
                  <a:lnTo>
                    <a:pt x="1216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6" name="Freeform: Shape 495">
              <a:extLst>
                <a:ext uri="{FF2B5EF4-FFF2-40B4-BE49-F238E27FC236}">
                  <a16:creationId xmlns:a16="http://schemas.microsoft.com/office/drawing/2014/main" id="{CF34734D-F9CE-2EE4-048E-9D0A4491D3A5}"/>
                </a:ext>
              </a:extLst>
            </p:cNvPr>
            <p:cNvSpPr/>
            <p:nvPr>
              <p:custDataLst>
                <p:tags r:id="rId137"/>
              </p:custDataLst>
            </p:nvPr>
          </p:nvSpPr>
          <p:spPr>
            <a:xfrm>
              <a:off x="7682422" y="5246442"/>
              <a:ext cx="54718" cy="236720"/>
            </a:xfrm>
            <a:custGeom>
              <a:avLst/>
              <a:gdLst>
                <a:gd name="connsiteX0" fmla="*/ 54832 w 54718"/>
                <a:gd name="connsiteY0" fmla="*/ 118426 h 236720"/>
                <a:gd name="connsiteX1" fmla="*/ 39265 w 54718"/>
                <a:gd name="connsiteY1" fmla="*/ 44570 h 236720"/>
                <a:gd name="connsiteX2" fmla="*/ 2471 w 54718"/>
                <a:gd name="connsiteY2" fmla="*/ 66 h 236720"/>
                <a:gd name="connsiteX3" fmla="*/ 113 w 54718"/>
                <a:gd name="connsiteY3" fmla="*/ 2433 h 236720"/>
                <a:gd name="connsiteX4" fmla="*/ 4594 w 54718"/>
                <a:gd name="connsiteY4" fmla="*/ 7878 h 236720"/>
                <a:gd name="connsiteX5" fmla="*/ 41152 w 54718"/>
                <a:gd name="connsiteY5" fmla="*/ 118426 h 236720"/>
                <a:gd name="connsiteX6" fmla="*/ 3179 w 54718"/>
                <a:gd name="connsiteY6" fmla="*/ 230395 h 236720"/>
                <a:gd name="connsiteX7" fmla="*/ 113 w 54718"/>
                <a:gd name="connsiteY7" fmla="*/ 234419 h 236720"/>
                <a:gd name="connsiteX8" fmla="*/ 2471 w 54718"/>
                <a:gd name="connsiteY8" fmla="*/ 236787 h 236720"/>
                <a:gd name="connsiteX9" fmla="*/ 39973 w 54718"/>
                <a:gd name="connsiteY9" fmla="*/ 190626 h 236720"/>
                <a:gd name="connsiteX10" fmla="*/ 54832 w 54718"/>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8" h="236720">
                  <a:moveTo>
                    <a:pt x="54832" y="118426"/>
                  </a:moveTo>
                  <a:cubicBezTo>
                    <a:pt x="54832" y="99962"/>
                    <a:pt x="52237" y="71319"/>
                    <a:pt x="39265" y="44570"/>
                  </a:cubicBezTo>
                  <a:cubicBezTo>
                    <a:pt x="25114" y="15453"/>
                    <a:pt x="4830" y="66"/>
                    <a:pt x="2471" y="66"/>
                  </a:cubicBezTo>
                  <a:cubicBezTo>
                    <a:pt x="1056" y="66"/>
                    <a:pt x="113" y="1013"/>
                    <a:pt x="113" y="2433"/>
                  </a:cubicBezTo>
                  <a:cubicBezTo>
                    <a:pt x="113" y="3144"/>
                    <a:pt x="113" y="3617"/>
                    <a:pt x="4594" y="7878"/>
                  </a:cubicBezTo>
                  <a:cubicBezTo>
                    <a:pt x="27708" y="31313"/>
                    <a:pt x="41152" y="68952"/>
                    <a:pt x="41152" y="118426"/>
                  </a:cubicBezTo>
                  <a:cubicBezTo>
                    <a:pt x="41152" y="158906"/>
                    <a:pt x="32425" y="200568"/>
                    <a:pt x="3179" y="230395"/>
                  </a:cubicBezTo>
                  <a:cubicBezTo>
                    <a:pt x="113" y="233236"/>
                    <a:pt x="113" y="233709"/>
                    <a:pt x="113" y="234419"/>
                  </a:cubicBezTo>
                  <a:cubicBezTo>
                    <a:pt x="113" y="235840"/>
                    <a:pt x="1056" y="236787"/>
                    <a:pt x="2471" y="236787"/>
                  </a:cubicBezTo>
                  <a:cubicBezTo>
                    <a:pt x="4830" y="236787"/>
                    <a:pt x="26057" y="220690"/>
                    <a:pt x="39973" y="190626"/>
                  </a:cubicBezTo>
                  <a:cubicBezTo>
                    <a:pt x="52001" y="164587"/>
                    <a:pt x="54832" y="138311"/>
                    <a:pt x="54832"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7" name="Freeform: Shape 496">
              <a:extLst>
                <a:ext uri="{FF2B5EF4-FFF2-40B4-BE49-F238E27FC236}">
                  <a16:creationId xmlns:a16="http://schemas.microsoft.com/office/drawing/2014/main" id="{CABCE289-7152-FC5D-091A-554269210C79}"/>
                </a:ext>
              </a:extLst>
            </p:cNvPr>
            <p:cNvSpPr/>
            <p:nvPr>
              <p:custDataLst>
                <p:tags r:id="rId138"/>
              </p:custDataLst>
            </p:nvPr>
          </p:nvSpPr>
          <p:spPr>
            <a:xfrm>
              <a:off x="7832688" y="5360067"/>
              <a:ext cx="144108" cy="9468"/>
            </a:xfrm>
            <a:custGeom>
              <a:avLst/>
              <a:gdLst>
                <a:gd name="connsiteX0" fmla="*/ 135973 w 144108"/>
                <a:gd name="connsiteY0" fmla="*/ 9535 h 9468"/>
                <a:gd name="connsiteX1" fmla="*/ 144228 w 144108"/>
                <a:gd name="connsiteY1" fmla="*/ 4801 h 9468"/>
                <a:gd name="connsiteX2" fmla="*/ 135973 w 144108"/>
                <a:gd name="connsiteY2" fmla="*/ 66 h 9468"/>
                <a:gd name="connsiteX3" fmla="*/ 8374 w 144108"/>
                <a:gd name="connsiteY3" fmla="*/ 66 h 9468"/>
                <a:gd name="connsiteX4" fmla="*/ 119 w 144108"/>
                <a:gd name="connsiteY4" fmla="*/ 4801 h 9468"/>
                <a:gd name="connsiteX5" fmla="*/ 8374 w 144108"/>
                <a:gd name="connsiteY5" fmla="*/ 9535 h 9468"/>
                <a:gd name="connsiteX6" fmla="*/ 135973 w 144108"/>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8" h="9468">
                  <a:moveTo>
                    <a:pt x="135973" y="9535"/>
                  </a:moveTo>
                  <a:cubicBezTo>
                    <a:pt x="139982" y="9535"/>
                    <a:pt x="144228" y="9535"/>
                    <a:pt x="144228" y="4801"/>
                  </a:cubicBezTo>
                  <a:cubicBezTo>
                    <a:pt x="144228" y="66"/>
                    <a:pt x="139982" y="66"/>
                    <a:pt x="135973" y="66"/>
                  </a:cubicBezTo>
                  <a:lnTo>
                    <a:pt x="8374" y="66"/>
                  </a:lnTo>
                  <a:cubicBezTo>
                    <a:pt x="4364" y="66"/>
                    <a:pt x="119" y="66"/>
                    <a:pt x="119" y="4801"/>
                  </a:cubicBezTo>
                  <a:cubicBezTo>
                    <a:pt x="119" y="9535"/>
                    <a:pt x="4364" y="9535"/>
                    <a:pt x="8374" y="9535"/>
                  </a:cubicBezTo>
                  <a:lnTo>
                    <a:pt x="135973"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8" name="Freeform: Shape 497">
              <a:extLst>
                <a:ext uri="{FF2B5EF4-FFF2-40B4-BE49-F238E27FC236}">
                  <a16:creationId xmlns:a16="http://schemas.microsoft.com/office/drawing/2014/main" id="{01AF0CB1-F359-BB6A-9AFB-BC14AA8C8992}"/>
                </a:ext>
              </a:extLst>
            </p:cNvPr>
            <p:cNvSpPr/>
            <p:nvPr>
              <p:custDataLst>
                <p:tags r:id="rId139"/>
              </p:custDataLst>
            </p:nvPr>
          </p:nvSpPr>
          <p:spPr>
            <a:xfrm>
              <a:off x="8055808" y="5319351"/>
              <a:ext cx="127834" cy="107234"/>
            </a:xfrm>
            <a:custGeom>
              <a:avLst/>
              <a:gdLst>
                <a:gd name="connsiteX0" fmla="*/ 14044 w 127834"/>
                <a:gd name="connsiteY0" fmla="*/ 90730 h 107234"/>
                <a:gd name="connsiteX1" fmla="*/ 11922 w 127834"/>
                <a:gd name="connsiteY1" fmla="*/ 100909 h 107234"/>
                <a:gd name="connsiteX2" fmla="*/ 18762 w 127834"/>
                <a:gd name="connsiteY2" fmla="*/ 107301 h 107234"/>
                <a:gd name="connsiteX3" fmla="*/ 27488 w 127834"/>
                <a:gd name="connsiteY3" fmla="*/ 100672 h 107234"/>
                <a:gd name="connsiteX4" fmla="*/ 31970 w 127834"/>
                <a:gd name="connsiteY4" fmla="*/ 83155 h 107234"/>
                <a:gd name="connsiteX5" fmla="*/ 37158 w 127834"/>
                <a:gd name="connsiteY5" fmla="*/ 61850 h 107234"/>
                <a:gd name="connsiteX6" fmla="*/ 41168 w 127834"/>
                <a:gd name="connsiteY6" fmla="*/ 45990 h 107234"/>
                <a:gd name="connsiteX7" fmla="*/ 44234 w 127834"/>
                <a:gd name="connsiteY7" fmla="*/ 34154 h 107234"/>
                <a:gd name="connsiteX8" fmla="*/ 82679 w 127834"/>
                <a:gd name="connsiteY8" fmla="*/ 5274 h 107234"/>
                <a:gd name="connsiteX9" fmla="*/ 95415 w 127834"/>
                <a:gd name="connsiteY9" fmla="*/ 21845 h 107234"/>
                <a:gd name="connsiteX10" fmla="*/ 80084 w 127834"/>
                <a:gd name="connsiteY10" fmla="*/ 77000 h 107234"/>
                <a:gd name="connsiteX11" fmla="*/ 77726 w 127834"/>
                <a:gd name="connsiteY11" fmla="*/ 87890 h 107234"/>
                <a:gd name="connsiteX12" fmla="*/ 97066 w 127834"/>
                <a:gd name="connsiteY12" fmla="*/ 107301 h 107234"/>
                <a:gd name="connsiteX13" fmla="*/ 127963 w 127834"/>
                <a:gd name="connsiteY13" fmla="*/ 70846 h 107234"/>
                <a:gd name="connsiteX14" fmla="*/ 125133 w 127834"/>
                <a:gd name="connsiteY14" fmla="*/ 68478 h 107234"/>
                <a:gd name="connsiteX15" fmla="*/ 121595 w 127834"/>
                <a:gd name="connsiteY15" fmla="*/ 72739 h 107234"/>
                <a:gd name="connsiteX16" fmla="*/ 97538 w 127834"/>
                <a:gd name="connsiteY16" fmla="*/ 102093 h 107234"/>
                <a:gd name="connsiteX17" fmla="*/ 91877 w 127834"/>
                <a:gd name="connsiteY17" fmla="*/ 94281 h 107234"/>
                <a:gd name="connsiteX18" fmla="*/ 96123 w 127834"/>
                <a:gd name="connsiteY18" fmla="*/ 77474 h 107234"/>
                <a:gd name="connsiteX19" fmla="*/ 110510 w 127834"/>
                <a:gd name="connsiteY19" fmla="*/ 25395 h 107234"/>
                <a:gd name="connsiteX20" fmla="*/ 83386 w 127834"/>
                <a:gd name="connsiteY20" fmla="*/ 66 h 107234"/>
                <a:gd name="connsiteX21" fmla="*/ 46593 w 127834"/>
                <a:gd name="connsiteY21" fmla="*/ 20661 h 107234"/>
                <a:gd name="connsiteX22" fmla="*/ 24894 w 127834"/>
                <a:gd name="connsiteY22" fmla="*/ 66 h 107234"/>
                <a:gd name="connsiteX23" fmla="*/ 7205 w 127834"/>
                <a:gd name="connsiteY23" fmla="*/ 13559 h 107234"/>
                <a:gd name="connsiteX24" fmla="*/ 129 w 127834"/>
                <a:gd name="connsiteY24" fmla="*/ 36521 h 107234"/>
                <a:gd name="connsiteX25" fmla="*/ 2959 w 127834"/>
                <a:gd name="connsiteY25" fmla="*/ 38888 h 107234"/>
                <a:gd name="connsiteX26" fmla="*/ 6969 w 127834"/>
                <a:gd name="connsiteY26" fmla="*/ 33444 h 107234"/>
                <a:gd name="connsiteX27" fmla="*/ 24186 w 127834"/>
                <a:gd name="connsiteY27" fmla="*/ 5274 h 107234"/>
                <a:gd name="connsiteX28" fmla="*/ 31498 w 127834"/>
                <a:gd name="connsiteY28" fmla="*/ 16163 h 107234"/>
                <a:gd name="connsiteX29" fmla="*/ 27724 w 127834"/>
                <a:gd name="connsiteY29" fmla="*/ 36048 h 107234"/>
                <a:gd name="connsiteX30" fmla="*/ 14044 w 127834"/>
                <a:gd name="connsiteY30" fmla="*/ 90730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7834" h="107234">
                  <a:moveTo>
                    <a:pt x="14044" y="90730"/>
                  </a:moveTo>
                  <a:cubicBezTo>
                    <a:pt x="13337" y="94281"/>
                    <a:pt x="11922" y="99726"/>
                    <a:pt x="11922" y="100909"/>
                  </a:cubicBezTo>
                  <a:cubicBezTo>
                    <a:pt x="11922" y="105170"/>
                    <a:pt x="15224" y="107301"/>
                    <a:pt x="18762" y="107301"/>
                  </a:cubicBezTo>
                  <a:cubicBezTo>
                    <a:pt x="21592" y="107301"/>
                    <a:pt x="25837" y="105407"/>
                    <a:pt x="27488" y="100672"/>
                  </a:cubicBezTo>
                  <a:cubicBezTo>
                    <a:pt x="27724" y="100199"/>
                    <a:pt x="30554" y="89073"/>
                    <a:pt x="31970" y="83155"/>
                  </a:cubicBezTo>
                  <a:lnTo>
                    <a:pt x="37158" y="61850"/>
                  </a:lnTo>
                  <a:cubicBezTo>
                    <a:pt x="38574" y="56642"/>
                    <a:pt x="39989" y="51435"/>
                    <a:pt x="41168" y="45990"/>
                  </a:cubicBezTo>
                  <a:cubicBezTo>
                    <a:pt x="42111" y="41966"/>
                    <a:pt x="43998" y="35101"/>
                    <a:pt x="44234" y="34154"/>
                  </a:cubicBezTo>
                  <a:cubicBezTo>
                    <a:pt x="47772" y="26816"/>
                    <a:pt x="60272" y="5274"/>
                    <a:pt x="82679" y="5274"/>
                  </a:cubicBezTo>
                  <a:cubicBezTo>
                    <a:pt x="93292" y="5274"/>
                    <a:pt x="95415" y="14033"/>
                    <a:pt x="95415" y="21845"/>
                  </a:cubicBezTo>
                  <a:cubicBezTo>
                    <a:pt x="95415" y="36521"/>
                    <a:pt x="83858" y="66821"/>
                    <a:pt x="80084" y="77000"/>
                  </a:cubicBezTo>
                  <a:cubicBezTo>
                    <a:pt x="77962" y="82445"/>
                    <a:pt x="77726" y="85286"/>
                    <a:pt x="77726" y="87890"/>
                  </a:cubicBezTo>
                  <a:cubicBezTo>
                    <a:pt x="77726" y="99015"/>
                    <a:pt x="85981" y="107301"/>
                    <a:pt x="97066" y="107301"/>
                  </a:cubicBezTo>
                  <a:cubicBezTo>
                    <a:pt x="119237" y="107301"/>
                    <a:pt x="127963" y="72739"/>
                    <a:pt x="127963" y="70846"/>
                  </a:cubicBezTo>
                  <a:cubicBezTo>
                    <a:pt x="127963" y="68478"/>
                    <a:pt x="125841" y="68478"/>
                    <a:pt x="125133" y="68478"/>
                  </a:cubicBezTo>
                  <a:cubicBezTo>
                    <a:pt x="122774" y="68478"/>
                    <a:pt x="122774" y="69189"/>
                    <a:pt x="121595" y="72739"/>
                  </a:cubicBezTo>
                  <a:cubicBezTo>
                    <a:pt x="116878" y="88836"/>
                    <a:pt x="109095" y="102093"/>
                    <a:pt x="97538" y="102093"/>
                  </a:cubicBezTo>
                  <a:cubicBezTo>
                    <a:pt x="93528" y="102093"/>
                    <a:pt x="91877" y="99726"/>
                    <a:pt x="91877" y="94281"/>
                  </a:cubicBezTo>
                  <a:cubicBezTo>
                    <a:pt x="91877" y="88363"/>
                    <a:pt x="94000" y="82682"/>
                    <a:pt x="96123" y="77474"/>
                  </a:cubicBezTo>
                  <a:cubicBezTo>
                    <a:pt x="100604" y="64928"/>
                    <a:pt x="110510" y="38888"/>
                    <a:pt x="110510" y="25395"/>
                  </a:cubicBezTo>
                  <a:cubicBezTo>
                    <a:pt x="110510" y="9535"/>
                    <a:pt x="100368" y="66"/>
                    <a:pt x="83386" y="66"/>
                  </a:cubicBezTo>
                  <a:cubicBezTo>
                    <a:pt x="62159" y="66"/>
                    <a:pt x="50602" y="15216"/>
                    <a:pt x="46593" y="20661"/>
                  </a:cubicBezTo>
                  <a:cubicBezTo>
                    <a:pt x="45413" y="7405"/>
                    <a:pt x="35743" y="66"/>
                    <a:pt x="24894" y="66"/>
                  </a:cubicBezTo>
                  <a:cubicBezTo>
                    <a:pt x="14044" y="66"/>
                    <a:pt x="9563" y="9298"/>
                    <a:pt x="7205" y="13559"/>
                  </a:cubicBezTo>
                  <a:cubicBezTo>
                    <a:pt x="3431" y="21608"/>
                    <a:pt x="129" y="35574"/>
                    <a:pt x="129" y="36521"/>
                  </a:cubicBezTo>
                  <a:cubicBezTo>
                    <a:pt x="129" y="38888"/>
                    <a:pt x="2487" y="38888"/>
                    <a:pt x="2959" y="38888"/>
                  </a:cubicBezTo>
                  <a:cubicBezTo>
                    <a:pt x="5318" y="38888"/>
                    <a:pt x="5554" y="38652"/>
                    <a:pt x="6969" y="33444"/>
                  </a:cubicBezTo>
                  <a:cubicBezTo>
                    <a:pt x="10978" y="16637"/>
                    <a:pt x="15695" y="5274"/>
                    <a:pt x="24186" y="5274"/>
                  </a:cubicBezTo>
                  <a:cubicBezTo>
                    <a:pt x="28903" y="5274"/>
                    <a:pt x="31498" y="8351"/>
                    <a:pt x="31498" y="16163"/>
                  </a:cubicBezTo>
                  <a:cubicBezTo>
                    <a:pt x="31498" y="21134"/>
                    <a:pt x="30790" y="23738"/>
                    <a:pt x="27724" y="36048"/>
                  </a:cubicBezTo>
                  <a:lnTo>
                    <a:pt x="14044" y="9073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99" name="Freeform: Shape 498">
              <a:extLst>
                <a:ext uri="{FF2B5EF4-FFF2-40B4-BE49-F238E27FC236}">
                  <a16:creationId xmlns:a16="http://schemas.microsoft.com/office/drawing/2014/main" id="{1B5E6F13-F600-2632-1058-FC4579D4D499}"/>
                </a:ext>
              </a:extLst>
            </p:cNvPr>
            <p:cNvSpPr/>
            <p:nvPr>
              <p:custDataLst>
                <p:tags r:id="rId140"/>
              </p:custDataLst>
            </p:nvPr>
          </p:nvSpPr>
          <p:spPr>
            <a:xfrm>
              <a:off x="8278540" y="5197230"/>
              <a:ext cx="62973" cy="36454"/>
            </a:xfrm>
            <a:custGeom>
              <a:avLst/>
              <a:gdLst>
                <a:gd name="connsiteX0" fmla="*/ 31742 w 62973"/>
                <a:gd name="connsiteY0" fmla="*/ 64 h 36454"/>
                <a:gd name="connsiteX1" fmla="*/ 137 w 62973"/>
                <a:gd name="connsiteY1" fmla="*/ 32258 h 36454"/>
                <a:gd name="connsiteX2" fmla="*/ 4383 w 62973"/>
                <a:gd name="connsiteY2" fmla="*/ 36519 h 36454"/>
                <a:gd name="connsiteX3" fmla="*/ 31742 w 62973"/>
                <a:gd name="connsiteY3" fmla="*/ 12373 h 36454"/>
                <a:gd name="connsiteX4" fmla="*/ 58866 w 62973"/>
                <a:gd name="connsiteY4" fmla="*/ 36519 h 36454"/>
                <a:gd name="connsiteX5" fmla="*/ 63111 w 62973"/>
                <a:gd name="connsiteY5" fmla="*/ 32258 h 36454"/>
                <a:gd name="connsiteX6" fmla="*/ 31742 w 62973"/>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73" h="36454">
                  <a:moveTo>
                    <a:pt x="31742" y="64"/>
                  </a:moveTo>
                  <a:lnTo>
                    <a:pt x="137" y="32258"/>
                  </a:lnTo>
                  <a:lnTo>
                    <a:pt x="4383" y="36519"/>
                  </a:lnTo>
                  <a:lnTo>
                    <a:pt x="31742" y="12373"/>
                  </a:lnTo>
                  <a:lnTo>
                    <a:pt x="58866" y="36519"/>
                  </a:lnTo>
                  <a:lnTo>
                    <a:pt x="63111" y="32258"/>
                  </a:lnTo>
                  <a:lnTo>
                    <a:pt x="31742"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0" name="Freeform: Shape 499">
              <a:extLst>
                <a:ext uri="{FF2B5EF4-FFF2-40B4-BE49-F238E27FC236}">
                  <a16:creationId xmlns:a16="http://schemas.microsoft.com/office/drawing/2014/main" id="{16DC8A18-292F-1388-9A81-C7557A89DA8C}"/>
                </a:ext>
              </a:extLst>
            </p:cNvPr>
            <p:cNvSpPr/>
            <p:nvPr>
              <p:custDataLst>
                <p:tags r:id="rId141"/>
              </p:custDataLst>
            </p:nvPr>
          </p:nvSpPr>
          <p:spPr>
            <a:xfrm>
              <a:off x="8197583" y="5256857"/>
              <a:ext cx="128571" cy="213048"/>
            </a:xfrm>
            <a:custGeom>
              <a:avLst/>
              <a:gdLst>
                <a:gd name="connsiteX0" fmla="*/ 128707 w 128571"/>
                <a:gd name="connsiteY0" fmla="*/ 32497 h 213048"/>
                <a:gd name="connsiteX1" fmla="*/ 96630 w 128571"/>
                <a:gd name="connsiteY1" fmla="*/ 66 h 213048"/>
                <a:gd name="connsiteX2" fmla="*/ 68092 w 128571"/>
                <a:gd name="connsiteY2" fmla="*/ 10009 h 213048"/>
                <a:gd name="connsiteX3" fmla="*/ 37666 w 128571"/>
                <a:gd name="connsiteY3" fmla="*/ 60430 h 213048"/>
                <a:gd name="connsiteX4" fmla="*/ 165 w 128571"/>
                <a:gd name="connsiteY4" fmla="*/ 210747 h 213048"/>
                <a:gd name="connsiteX5" fmla="*/ 2995 w 128571"/>
                <a:gd name="connsiteY5" fmla="*/ 213115 h 213048"/>
                <a:gd name="connsiteX6" fmla="*/ 5825 w 128571"/>
                <a:gd name="connsiteY6" fmla="*/ 211931 h 213048"/>
                <a:gd name="connsiteX7" fmla="*/ 22335 w 128571"/>
                <a:gd name="connsiteY7" fmla="*/ 146596 h 213048"/>
                <a:gd name="connsiteX8" fmla="*/ 54412 w 128571"/>
                <a:gd name="connsiteY8" fmla="*/ 169558 h 213048"/>
                <a:gd name="connsiteX9" fmla="*/ 99932 w 128571"/>
                <a:gd name="connsiteY9" fmla="*/ 150857 h 213048"/>
                <a:gd name="connsiteX10" fmla="*/ 118801 w 128571"/>
                <a:gd name="connsiteY10" fmla="*/ 107301 h 213048"/>
                <a:gd name="connsiteX11" fmla="*/ 101583 w 128571"/>
                <a:gd name="connsiteY11" fmla="*/ 72029 h 213048"/>
                <a:gd name="connsiteX12" fmla="*/ 128707 w 128571"/>
                <a:gd name="connsiteY12" fmla="*/ 32497 h 213048"/>
                <a:gd name="connsiteX13" fmla="*/ 86253 w 128571"/>
                <a:gd name="connsiteY13" fmla="*/ 71793 h 213048"/>
                <a:gd name="connsiteX14" fmla="*/ 74931 w 128571"/>
                <a:gd name="connsiteY14" fmla="*/ 73450 h 213048"/>
                <a:gd name="connsiteX15" fmla="*/ 64554 w 128571"/>
                <a:gd name="connsiteY15" fmla="*/ 72503 h 213048"/>
                <a:gd name="connsiteX16" fmla="*/ 76111 w 128571"/>
                <a:gd name="connsiteY16" fmla="*/ 70609 h 213048"/>
                <a:gd name="connsiteX17" fmla="*/ 86253 w 128571"/>
                <a:gd name="connsiteY17" fmla="*/ 71793 h 213048"/>
                <a:gd name="connsiteX18" fmla="*/ 115499 w 128571"/>
                <a:gd name="connsiteY18" fmla="*/ 27052 h 213048"/>
                <a:gd name="connsiteX19" fmla="*/ 94272 w 128571"/>
                <a:gd name="connsiteY19" fmla="*/ 68005 h 213048"/>
                <a:gd name="connsiteX20" fmla="*/ 76111 w 128571"/>
                <a:gd name="connsiteY20" fmla="*/ 65164 h 213048"/>
                <a:gd name="connsiteX21" fmla="*/ 57950 w 128571"/>
                <a:gd name="connsiteY21" fmla="*/ 72739 h 213048"/>
                <a:gd name="connsiteX22" fmla="*/ 74224 w 128571"/>
                <a:gd name="connsiteY22" fmla="*/ 78657 h 213048"/>
                <a:gd name="connsiteX23" fmla="*/ 93564 w 128571"/>
                <a:gd name="connsiteY23" fmla="*/ 75580 h 213048"/>
                <a:gd name="connsiteX24" fmla="*/ 103942 w 128571"/>
                <a:gd name="connsiteY24" fmla="*/ 102329 h 213048"/>
                <a:gd name="connsiteX25" fmla="*/ 92149 w 128571"/>
                <a:gd name="connsiteY25" fmla="*/ 143045 h 213048"/>
                <a:gd name="connsiteX26" fmla="*/ 53704 w 128571"/>
                <a:gd name="connsiteY26" fmla="*/ 164350 h 213048"/>
                <a:gd name="connsiteX27" fmla="*/ 26817 w 128571"/>
                <a:gd name="connsiteY27" fmla="*/ 133813 h 213048"/>
                <a:gd name="connsiteX28" fmla="*/ 27996 w 128571"/>
                <a:gd name="connsiteY28" fmla="*/ 123398 h 213048"/>
                <a:gd name="connsiteX29" fmla="*/ 43091 w 128571"/>
                <a:gd name="connsiteY29" fmla="*/ 63507 h 213048"/>
                <a:gd name="connsiteX30" fmla="*/ 93564 w 128571"/>
                <a:gd name="connsiteY30" fmla="*/ 5511 h 213048"/>
                <a:gd name="connsiteX31" fmla="*/ 115499 w 128571"/>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571" h="213048">
                  <a:moveTo>
                    <a:pt x="128707" y="32497"/>
                  </a:moveTo>
                  <a:cubicBezTo>
                    <a:pt x="128707" y="14743"/>
                    <a:pt x="115735" y="66"/>
                    <a:pt x="96630" y="66"/>
                  </a:cubicBezTo>
                  <a:cubicBezTo>
                    <a:pt x="82951" y="66"/>
                    <a:pt x="76347" y="3854"/>
                    <a:pt x="68092" y="10009"/>
                  </a:cubicBezTo>
                  <a:cubicBezTo>
                    <a:pt x="55119" y="19477"/>
                    <a:pt x="42147" y="42439"/>
                    <a:pt x="37666" y="60430"/>
                  </a:cubicBezTo>
                  <a:lnTo>
                    <a:pt x="165" y="210747"/>
                  </a:lnTo>
                  <a:cubicBezTo>
                    <a:pt x="-71" y="211694"/>
                    <a:pt x="1108" y="213115"/>
                    <a:pt x="2995" y="213115"/>
                  </a:cubicBezTo>
                  <a:cubicBezTo>
                    <a:pt x="4882" y="213115"/>
                    <a:pt x="5590" y="212641"/>
                    <a:pt x="5825" y="211931"/>
                  </a:cubicBezTo>
                  <a:lnTo>
                    <a:pt x="22335" y="146596"/>
                  </a:lnTo>
                  <a:cubicBezTo>
                    <a:pt x="26817" y="160799"/>
                    <a:pt x="37194" y="169558"/>
                    <a:pt x="54412" y="169558"/>
                  </a:cubicBezTo>
                  <a:cubicBezTo>
                    <a:pt x="71629" y="169558"/>
                    <a:pt x="89319" y="161273"/>
                    <a:pt x="99932" y="150857"/>
                  </a:cubicBezTo>
                  <a:cubicBezTo>
                    <a:pt x="111253" y="139968"/>
                    <a:pt x="118801" y="124818"/>
                    <a:pt x="118801" y="107301"/>
                  </a:cubicBezTo>
                  <a:cubicBezTo>
                    <a:pt x="118801" y="90257"/>
                    <a:pt x="110074" y="77947"/>
                    <a:pt x="101583" y="72029"/>
                  </a:cubicBezTo>
                  <a:cubicBezTo>
                    <a:pt x="115263" y="64218"/>
                    <a:pt x="128707" y="49541"/>
                    <a:pt x="128707" y="32497"/>
                  </a:cubicBezTo>
                  <a:close/>
                  <a:moveTo>
                    <a:pt x="86253" y="71793"/>
                  </a:moveTo>
                  <a:cubicBezTo>
                    <a:pt x="83186" y="72976"/>
                    <a:pt x="80592" y="73450"/>
                    <a:pt x="74931" y="73450"/>
                  </a:cubicBezTo>
                  <a:cubicBezTo>
                    <a:pt x="71629" y="73450"/>
                    <a:pt x="66912" y="73686"/>
                    <a:pt x="64554" y="72503"/>
                  </a:cubicBezTo>
                  <a:cubicBezTo>
                    <a:pt x="65025" y="70136"/>
                    <a:pt x="73516" y="70609"/>
                    <a:pt x="76111" y="70609"/>
                  </a:cubicBezTo>
                  <a:cubicBezTo>
                    <a:pt x="81064" y="70609"/>
                    <a:pt x="83186" y="70609"/>
                    <a:pt x="86253" y="71793"/>
                  </a:cubicBezTo>
                  <a:close/>
                  <a:moveTo>
                    <a:pt x="115499" y="27052"/>
                  </a:moveTo>
                  <a:cubicBezTo>
                    <a:pt x="115499" y="43623"/>
                    <a:pt x="106536" y="60667"/>
                    <a:pt x="94272" y="68005"/>
                  </a:cubicBezTo>
                  <a:cubicBezTo>
                    <a:pt x="87904" y="65638"/>
                    <a:pt x="83186" y="65164"/>
                    <a:pt x="76111" y="65164"/>
                  </a:cubicBezTo>
                  <a:cubicBezTo>
                    <a:pt x="71158" y="65164"/>
                    <a:pt x="57950" y="64928"/>
                    <a:pt x="57950" y="72739"/>
                  </a:cubicBezTo>
                  <a:cubicBezTo>
                    <a:pt x="57714" y="79368"/>
                    <a:pt x="69978" y="78657"/>
                    <a:pt x="74224" y="78657"/>
                  </a:cubicBezTo>
                  <a:cubicBezTo>
                    <a:pt x="82951" y="78657"/>
                    <a:pt x="86488" y="78421"/>
                    <a:pt x="93564" y="75580"/>
                  </a:cubicBezTo>
                  <a:cubicBezTo>
                    <a:pt x="102527" y="84102"/>
                    <a:pt x="103706" y="91440"/>
                    <a:pt x="103942" y="102329"/>
                  </a:cubicBezTo>
                  <a:cubicBezTo>
                    <a:pt x="104414" y="116059"/>
                    <a:pt x="98753" y="133813"/>
                    <a:pt x="92149" y="143045"/>
                  </a:cubicBezTo>
                  <a:cubicBezTo>
                    <a:pt x="82951" y="155828"/>
                    <a:pt x="67148" y="164350"/>
                    <a:pt x="53704" y="164350"/>
                  </a:cubicBezTo>
                  <a:cubicBezTo>
                    <a:pt x="35779" y="164350"/>
                    <a:pt x="26817" y="150620"/>
                    <a:pt x="26817" y="133813"/>
                  </a:cubicBezTo>
                  <a:cubicBezTo>
                    <a:pt x="26817" y="131446"/>
                    <a:pt x="26817" y="127895"/>
                    <a:pt x="27996" y="123398"/>
                  </a:cubicBezTo>
                  <a:lnTo>
                    <a:pt x="43091" y="63507"/>
                  </a:lnTo>
                  <a:cubicBezTo>
                    <a:pt x="48280" y="43149"/>
                    <a:pt x="65261" y="5511"/>
                    <a:pt x="93564" y="5511"/>
                  </a:cubicBezTo>
                  <a:cubicBezTo>
                    <a:pt x="107244" y="5511"/>
                    <a:pt x="115499" y="12849"/>
                    <a:pt x="115499"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1" name="Freeform: Shape 500">
              <a:extLst>
                <a:ext uri="{FF2B5EF4-FFF2-40B4-BE49-F238E27FC236}">
                  <a16:creationId xmlns:a16="http://schemas.microsoft.com/office/drawing/2014/main" id="{534830BC-9F08-7914-BECE-EB8A395BFF9C}"/>
                </a:ext>
              </a:extLst>
            </p:cNvPr>
            <p:cNvSpPr/>
            <p:nvPr>
              <p:custDataLst>
                <p:tags r:id="rId142"/>
              </p:custDataLst>
            </p:nvPr>
          </p:nvSpPr>
          <p:spPr>
            <a:xfrm>
              <a:off x="8332530" y="5349462"/>
              <a:ext cx="76606" cy="113341"/>
            </a:xfrm>
            <a:custGeom>
              <a:avLst/>
              <a:gdLst>
                <a:gd name="connsiteX0" fmla="*/ 76747 w 76606"/>
                <a:gd name="connsiteY0" fmla="*/ 57236 h 113341"/>
                <a:gd name="connsiteX1" fmla="*/ 67006 w 76606"/>
                <a:gd name="connsiteY1" fmla="*/ 14318 h 113341"/>
                <a:gd name="connsiteX2" fmla="*/ 38444 w 76606"/>
                <a:gd name="connsiteY2" fmla="*/ 68 h 113341"/>
                <a:gd name="connsiteX3" fmla="*/ 141 w 76606"/>
                <a:gd name="connsiteY3" fmla="*/ 57236 h 113341"/>
                <a:gd name="connsiteX4" fmla="*/ 38444 w 76606"/>
                <a:gd name="connsiteY4" fmla="*/ 113409 h 113341"/>
                <a:gd name="connsiteX5" fmla="*/ 76747 w 76606"/>
                <a:gd name="connsiteY5" fmla="*/ 57236 h 113341"/>
                <a:gd name="connsiteX6" fmla="*/ 38444 w 76606"/>
                <a:gd name="connsiteY6" fmla="*/ 108770 h 113341"/>
                <a:gd name="connsiteX7" fmla="*/ 17476 w 76606"/>
                <a:gd name="connsiteY7" fmla="*/ 90708 h 113341"/>
                <a:gd name="connsiteX8" fmla="*/ 15165 w 76606"/>
                <a:gd name="connsiteY8" fmla="*/ 55082 h 113341"/>
                <a:gd name="connsiteX9" fmla="*/ 17641 w 76606"/>
                <a:gd name="connsiteY9" fmla="*/ 21278 h 113341"/>
                <a:gd name="connsiteX10" fmla="*/ 38444 w 76606"/>
                <a:gd name="connsiteY10" fmla="*/ 4707 h 113341"/>
                <a:gd name="connsiteX11" fmla="*/ 58916 w 76606"/>
                <a:gd name="connsiteY11" fmla="*/ 19787 h 113341"/>
                <a:gd name="connsiteX12" fmla="*/ 61723 w 76606"/>
                <a:gd name="connsiteY12" fmla="*/ 55082 h 113341"/>
                <a:gd name="connsiteX13" fmla="*/ 59576 w 76606"/>
                <a:gd name="connsiteY13" fmla="*/ 90045 h 113341"/>
                <a:gd name="connsiteX14" fmla="*/ 38444 w 76606"/>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606" h="113341">
                  <a:moveTo>
                    <a:pt x="76747" y="57236"/>
                  </a:moveTo>
                  <a:cubicBezTo>
                    <a:pt x="76747" y="39008"/>
                    <a:pt x="74601" y="25918"/>
                    <a:pt x="67006" y="14318"/>
                  </a:cubicBezTo>
                  <a:cubicBezTo>
                    <a:pt x="61888" y="6696"/>
                    <a:pt x="51652" y="68"/>
                    <a:pt x="38444" y="68"/>
                  </a:cubicBezTo>
                  <a:cubicBezTo>
                    <a:pt x="141" y="68"/>
                    <a:pt x="141" y="45305"/>
                    <a:pt x="141" y="57236"/>
                  </a:cubicBezTo>
                  <a:cubicBezTo>
                    <a:pt x="141" y="69166"/>
                    <a:pt x="141" y="113409"/>
                    <a:pt x="38444" y="113409"/>
                  </a:cubicBezTo>
                  <a:cubicBezTo>
                    <a:pt x="76747" y="113409"/>
                    <a:pt x="76747" y="69166"/>
                    <a:pt x="76747" y="57236"/>
                  </a:cubicBezTo>
                  <a:close/>
                  <a:moveTo>
                    <a:pt x="38444" y="108770"/>
                  </a:moveTo>
                  <a:cubicBezTo>
                    <a:pt x="30849" y="108770"/>
                    <a:pt x="20778" y="104296"/>
                    <a:pt x="17476" y="90708"/>
                  </a:cubicBezTo>
                  <a:cubicBezTo>
                    <a:pt x="15165" y="80931"/>
                    <a:pt x="15165" y="67344"/>
                    <a:pt x="15165" y="55082"/>
                  </a:cubicBezTo>
                  <a:cubicBezTo>
                    <a:pt x="15165" y="42985"/>
                    <a:pt x="15165" y="30392"/>
                    <a:pt x="17641" y="21278"/>
                  </a:cubicBezTo>
                  <a:cubicBezTo>
                    <a:pt x="21108" y="8187"/>
                    <a:pt x="31675" y="4707"/>
                    <a:pt x="38444" y="4707"/>
                  </a:cubicBezTo>
                  <a:cubicBezTo>
                    <a:pt x="47359" y="4707"/>
                    <a:pt x="55944" y="10176"/>
                    <a:pt x="58916" y="19787"/>
                  </a:cubicBezTo>
                  <a:cubicBezTo>
                    <a:pt x="61558" y="28735"/>
                    <a:pt x="61723" y="40665"/>
                    <a:pt x="61723" y="55082"/>
                  </a:cubicBezTo>
                  <a:cubicBezTo>
                    <a:pt x="61723" y="67344"/>
                    <a:pt x="61723" y="79606"/>
                    <a:pt x="59576" y="90045"/>
                  </a:cubicBezTo>
                  <a:cubicBezTo>
                    <a:pt x="56274" y="105124"/>
                    <a:pt x="45048" y="108770"/>
                    <a:pt x="38444"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2" name="Freeform: Shape 501">
              <a:extLst>
                <a:ext uri="{FF2B5EF4-FFF2-40B4-BE49-F238E27FC236}">
                  <a16:creationId xmlns:a16="http://schemas.microsoft.com/office/drawing/2014/main" id="{FA15438B-C255-9509-3762-152424D698E1}"/>
                </a:ext>
              </a:extLst>
            </p:cNvPr>
            <p:cNvSpPr/>
            <p:nvPr>
              <p:custDataLst>
                <p:tags r:id="rId143"/>
              </p:custDataLst>
            </p:nvPr>
          </p:nvSpPr>
          <p:spPr>
            <a:xfrm>
              <a:off x="8501740" y="5360067"/>
              <a:ext cx="144108" cy="9468"/>
            </a:xfrm>
            <a:custGeom>
              <a:avLst/>
              <a:gdLst>
                <a:gd name="connsiteX0" fmla="*/ 136001 w 144108"/>
                <a:gd name="connsiteY0" fmla="*/ 9535 h 9468"/>
                <a:gd name="connsiteX1" fmla="*/ 144256 w 144108"/>
                <a:gd name="connsiteY1" fmla="*/ 4801 h 9468"/>
                <a:gd name="connsiteX2" fmla="*/ 136001 w 144108"/>
                <a:gd name="connsiteY2" fmla="*/ 66 h 9468"/>
                <a:gd name="connsiteX3" fmla="*/ 8402 w 144108"/>
                <a:gd name="connsiteY3" fmla="*/ 66 h 9468"/>
                <a:gd name="connsiteX4" fmla="*/ 147 w 144108"/>
                <a:gd name="connsiteY4" fmla="*/ 4801 h 9468"/>
                <a:gd name="connsiteX5" fmla="*/ 8402 w 144108"/>
                <a:gd name="connsiteY5" fmla="*/ 9535 h 9468"/>
                <a:gd name="connsiteX6" fmla="*/ 136001 w 144108"/>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8" h="9468">
                  <a:moveTo>
                    <a:pt x="136001" y="9535"/>
                  </a:moveTo>
                  <a:cubicBezTo>
                    <a:pt x="140010" y="9535"/>
                    <a:pt x="144256" y="9535"/>
                    <a:pt x="144256" y="4801"/>
                  </a:cubicBezTo>
                  <a:cubicBezTo>
                    <a:pt x="144256" y="66"/>
                    <a:pt x="140010" y="66"/>
                    <a:pt x="136001" y="66"/>
                  </a:cubicBezTo>
                  <a:lnTo>
                    <a:pt x="8402" y="66"/>
                  </a:lnTo>
                  <a:cubicBezTo>
                    <a:pt x="4393" y="66"/>
                    <a:pt x="147" y="66"/>
                    <a:pt x="147" y="4801"/>
                  </a:cubicBezTo>
                  <a:cubicBezTo>
                    <a:pt x="147" y="9535"/>
                    <a:pt x="4393" y="9535"/>
                    <a:pt x="8402" y="9535"/>
                  </a:cubicBezTo>
                  <a:lnTo>
                    <a:pt x="136001"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3" name="Freeform: Shape 502">
              <a:extLst>
                <a:ext uri="{FF2B5EF4-FFF2-40B4-BE49-F238E27FC236}">
                  <a16:creationId xmlns:a16="http://schemas.microsoft.com/office/drawing/2014/main" id="{8B5986AA-0923-A1FC-E8A6-DAA4396707A2}"/>
                </a:ext>
              </a:extLst>
            </p:cNvPr>
            <p:cNvSpPr/>
            <p:nvPr>
              <p:custDataLst>
                <p:tags r:id="rId144"/>
              </p:custDataLst>
            </p:nvPr>
          </p:nvSpPr>
          <p:spPr>
            <a:xfrm>
              <a:off x="8806023" y="5197230"/>
              <a:ext cx="62973" cy="36454"/>
            </a:xfrm>
            <a:custGeom>
              <a:avLst/>
              <a:gdLst>
                <a:gd name="connsiteX0" fmla="*/ 31765 w 62973"/>
                <a:gd name="connsiteY0" fmla="*/ 64 h 36454"/>
                <a:gd name="connsiteX1" fmla="*/ 160 w 62973"/>
                <a:gd name="connsiteY1" fmla="*/ 32258 h 36454"/>
                <a:gd name="connsiteX2" fmla="*/ 4405 w 62973"/>
                <a:gd name="connsiteY2" fmla="*/ 36519 h 36454"/>
                <a:gd name="connsiteX3" fmla="*/ 31765 w 62973"/>
                <a:gd name="connsiteY3" fmla="*/ 12373 h 36454"/>
                <a:gd name="connsiteX4" fmla="*/ 58888 w 62973"/>
                <a:gd name="connsiteY4" fmla="*/ 36519 h 36454"/>
                <a:gd name="connsiteX5" fmla="*/ 63134 w 62973"/>
                <a:gd name="connsiteY5" fmla="*/ 32258 h 36454"/>
                <a:gd name="connsiteX6" fmla="*/ 31765 w 62973"/>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73" h="36454">
                  <a:moveTo>
                    <a:pt x="31765" y="64"/>
                  </a:moveTo>
                  <a:lnTo>
                    <a:pt x="160" y="32258"/>
                  </a:lnTo>
                  <a:lnTo>
                    <a:pt x="4405" y="36519"/>
                  </a:lnTo>
                  <a:lnTo>
                    <a:pt x="31765" y="12373"/>
                  </a:lnTo>
                  <a:lnTo>
                    <a:pt x="58888" y="36519"/>
                  </a:lnTo>
                  <a:lnTo>
                    <a:pt x="63134" y="32258"/>
                  </a:lnTo>
                  <a:lnTo>
                    <a:pt x="31765"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4" name="Freeform: Shape 503">
              <a:extLst>
                <a:ext uri="{FF2B5EF4-FFF2-40B4-BE49-F238E27FC236}">
                  <a16:creationId xmlns:a16="http://schemas.microsoft.com/office/drawing/2014/main" id="{97446E6A-3770-0399-F2BB-30DEE89189BE}"/>
                </a:ext>
              </a:extLst>
            </p:cNvPr>
            <p:cNvSpPr/>
            <p:nvPr>
              <p:custDataLst>
                <p:tags r:id="rId145"/>
              </p:custDataLst>
            </p:nvPr>
          </p:nvSpPr>
          <p:spPr>
            <a:xfrm>
              <a:off x="8725066" y="5256857"/>
              <a:ext cx="128571" cy="213048"/>
            </a:xfrm>
            <a:custGeom>
              <a:avLst/>
              <a:gdLst>
                <a:gd name="connsiteX0" fmla="*/ 128729 w 128571"/>
                <a:gd name="connsiteY0" fmla="*/ 32497 h 213048"/>
                <a:gd name="connsiteX1" fmla="*/ 96653 w 128571"/>
                <a:gd name="connsiteY1" fmla="*/ 66 h 213048"/>
                <a:gd name="connsiteX2" fmla="*/ 68114 w 128571"/>
                <a:gd name="connsiteY2" fmla="*/ 10009 h 213048"/>
                <a:gd name="connsiteX3" fmla="*/ 37688 w 128571"/>
                <a:gd name="connsiteY3" fmla="*/ 60430 h 213048"/>
                <a:gd name="connsiteX4" fmla="*/ 187 w 128571"/>
                <a:gd name="connsiteY4" fmla="*/ 210747 h 213048"/>
                <a:gd name="connsiteX5" fmla="*/ 3017 w 128571"/>
                <a:gd name="connsiteY5" fmla="*/ 213115 h 213048"/>
                <a:gd name="connsiteX6" fmla="*/ 5848 w 128571"/>
                <a:gd name="connsiteY6" fmla="*/ 211931 h 213048"/>
                <a:gd name="connsiteX7" fmla="*/ 22358 w 128571"/>
                <a:gd name="connsiteY7" fmla="*/ 146596 h 213048"/>
                <a:gd name="connsiteX8" fmla="*/ 54434 w 128571"/>
                <a:gd name="connsiteY8" fmla="*/ 169558 h 213048"/>
                <a:gd name="connsiteX9" fmla="*/ 99955 w 128571"/>
                <a:gd name="connsiteY9" fmla="*/ 150857 h 213048"/>
                <a:gd name="connsiteX10" fmla="*/ 118823 w 128571"/>
                <a:gd name="connsiteY10" fmla="*/ 107301 h 213048"/>
                <a:gd name="connsiteX11" fmla="*/ 101606 w 128571"/>
                <a:gd name="connsiteY11" fmla="*/ 72029 h 213048"/>
                <a:gd name="connsiteX12" fmla="*/ 128729 w 128571"/>
                <a:gd name="connsiteY12" fmla="*/ 32497 h 213048"/>
                <a:gd name="connsiteX13" fmla="*/ 86275 w 128571"/>
                <a:gd name="connsiteY13" fmla="*/ 71793 h 213048"/>
                <a:gd name="connsiteX14" fmla="*/ 74954 w 128571"/>
                <a:gd name="connsiteY14" fmla="*/ 73450 h 213048"/>
                <a:gd name="connsiteX15" fmla="*/ 64576 w 128571"/>
                <a:gd name="connsiteY15" fmla="*/ 72503 h 213048"/>
                <a:gd name="connsiteX16" fmla="*/ 76133 w 128571"/>
                <a:gd name="connsiteY16" fmla="*/ 70609 h 213048"/>
                <a:gd name="connsiteX17" fmla="*/ 86275 w 128571"/>
                <a:gd name="connsiteY17" fmla="*/ 71793 h 213048"/>
                <a:gd name="connsiteX18" fmla="*/ 115521 w 128571"/>
                <a:gd name="connsiteY18" fmla="*/ 27052 h 213048"/>
                <a:gd name="connsiteX19" fmla="*/ 94294 w 128571"/>
                <a:gd name="connsiteY19" fmla="*/ 68005 h 213048"/>
                <a:gd name="connsiteX20" fmla="*/ 76133 w 128571"/>
                <a:gd name="connsiteY20" fmla="*/ 65164 h 213048"/>
                <a:gd name="connsiteX21" fmla="*/ 57972 w 128571"/>
                <a:gd name="connsiteY21" fmla="*/ 72739 h 213048"/>
                <a:gd name="connsiteX22" fmla="*/ 74246 w 128571"/>
                <a:gd name="connsiteY22" fmla="*/ 78657 h 213048"/>
                <a:gd name="connsiteX23" fmla="*/ 93586 w 128571"/>
                <a:gd name="connsiteY23" fmla="*/ 75580 h 213048"/>
                <a:gd name="connsiteX24" fmla="*/ 103964 w 128571"/>
                <a:gd name="connsiteY24" fmla="*/ 102329 h 213048"/>
                <a:gd name="connsiteX25" fmla="*/ 92171 w 128571"/>
                <a:gd name="connsiteY25" fmla="*/ 143045 h 213048"/>
                <a:gd name="connsiteX26" fmla="*/ 53727 w 128571"/>
                <a:gd name="connsiteY26" fmla="*/ 164350 h 213048"/>
                <a:gd name="connsiteX27" fmla="*/ 26839 w 128571"/>
                <a:gd name="connsiteY27" fmla="*/ 133813 h 213048"/>
                <a:gd name="connsiteX28" fmla="*/ 28018 w 128571"/>
                <a:gd name="connsiteY28" fmla="*/ 123398 h 213048"/>
                <a:gd name="connsiteX29" fmla="*/ 43113 w 128571"/>
                <a:gd name="connsiteY29" fmla="*/ 63507 h 213048"/>
                <a:gd name="connsiteX30" fmla="*/ 93586 w 128571"/>
                <a:gd name="connsiteY30" fmla="*/ 5511 h 213048"/>
                <a:gd name="connsiteX31" fmla="*/ 115521 w 128571"/>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571" h="213048">
                  <a:moveTo>
                    <a:pt x="128729" y="32497"/>
                  </a:moveTo>
                  <a:cubicBezTo>
                    <a:pt x="128729" y="14743"/>
                    <a:pt x="115757" y="66"/>
                    <a:pt x="96653" y="66"/>
                  </a:cubicBezTo>
                  <a:cubicBezTo>
                    <a:pt x="82973" y="66"/>
                    <a:pt x="76369" y="3854"/>
                    <a:pt x="68114" y="10009"/>
                  </a:cubicBezTo>
                  <a:cubicBezTo>
                    <a:pt x="55142" y="19477"/>
                    <a:pt x="42170" y="42439"/>
                    <a:pt x="37688" y="60430"/>
                  </a:cubicBezTo>
                  <a:lnTo>
                    <a:pt x="187" y="210747"/>
                  </a:lnTo>
                  <a:cubicBezTo>
                    <a:pt x="-49" y="211694"/>
                    <a:pt x="1131" y="213115"/>
                    <a:pt x="3017" y="213115"/>
                  </a:cubicBezTo>
                  <a:cubicBezTo>
                    <a:pt x="4904" y="213115"/>
                    <a:pt x="5612" y="212641"/>
                    <a:pt x="5848" y="211931"/>
                  </a:cubicBezTo>
                  <a:lnTo>
                    <a:pt x="22358" y="146596"/>
                  </a:lnTo>
                  <a:cubicBezTo>
                    <a:pt x="26839" y="160799"/>
                    <a:pt x="37217" y="169558"/>
                    <a:pt x="54434" y="169558"/>
                  </a:cubicBezTo>
                  <a:cubicBezTo>
                    <a:pt x="71652" y="169558"/>
                    <a:pt x="89341" y="161273"/>
                    <a:pt x="99955" y="150857"/>
                  </a:cubicBezTo>
                  <a:cubicBezTo>
                    <a:pt x="111276" y="139968"/>
                    <a:pt x="118823" y="124818"/>
                    <a:pt x="118823" y="107301"/>
                  </a:cubicBezTo>
                  <a:cubicBezTo>
                    <a:pt x="118823" y="90257"/>
                    <a:pt x="110096" y="77947"/>
                    <a:pt x="101606" y="72029"/>
                  </a:cubicBezTo>
                  <a:cubicBezTo>
                    <a:pt x="115285" y="64218"/>
                    <a:pt x="128729" y="49541"/>
                    <a:pt x="128729" y="32497"/>
                  </a:cubicBezTo>
                  <a:close/>
                  <a:moveTo>
                    <a:pt x="86275" y="71793"/>
                  </a:moveTo>
                  <a:cubicBezTo>
                    <a:pt x="83209" y="72976"/>
                    <a:pt x="80614" y="73450"/>
                    <a:pt x="74954" y="73450"/>
                  </a:cubicBezTo>
                  <a:cubicBezTo>
                    <a:pt x="71652" y="73450"/>
                    <a:pt x="66935" y="73686"/>
                    <a:pt x="64576" y="72503"/>
                  </a:cubicBezTo>
                  <a:cubicBezTo>
                    <a:pt x="65048" y="70136"/>
                    <a:pt x="73539" y="70609"/>
                    <a:pt x="76133" y="70609"/>
                  </a:cubicBezTo>
                  <a:cubicBezTo>
                    <a:pt x="81086" y="70609"/>
                    <a:pt x="83209" y="70609"/>
                    <a:pt x="86275" y="71793"/>
                  </a:cubicBezTo>
                  <a:close/>
                  <a:moveTo>
                    <a:pt x="115521" y="27052"/>
                  </a:moveTo>
                  <a:cubicBezTo>
                    <a:pt x="115521" y="43623"/>
                    <a:pt x="106559" y="60667"/>
                    <a:pt x="94294" y="68005"/>
                  </a:cubicBezTo>
                  <a:cubicBezTo>
                    <a:pt x="87926" y="65638"/>
                    <a:pt x="83209" y="65164"/>
                    <a:pt x="76133" y="65164"/>
                  </a:cubicBezTo>
                  <a:cubicBezTo>
                    <a:pt x="71180" y="65164"/>
                    <a:pt x="57972" y="64928"/>
                    <a:pt x="57972" y="72739"/>
                  </a:cubicBezTo>
                  <a:cubicBezTo>
                    <a:pt x="57736" y="79368"/>
                    <a:pt x="70001" y="78657"/>
                    <a:pt x="74246" y="78657"/>
                  </a:cubicBezTo>
                  <a:cubicBezTo>
                    <a:pt x="82973" y="78657"/>
                    <a:pt x="86511" y="78421"/>
                    <a:pt x="93586" y="75580"/>
                  </a:cubicBezTo>
                  <a:cubicBezTo>
                    <a:pt x="102549" y="84102"/>
                    <a:pt x="103728" y="91440"/>
                    <a:pt x="103964" y="102329"/>
                  </a:cubicBezTo>
                  <a:cubicBezTo>
                    <a:pt x="104436" y="116059"/>
                    <a:pt x="98775" y="133813"/>
                    <a:pt x="92171" y="143045"/>
                  </a:cubicBezTo>
                  <a:cubicBezTo>
                    <a:pt x="82973" y="155828"/>
                    <a:pt x="67170" y="164350"/>
                    <a:pt x="53727" y="164350"/>
                  </a:cubicBezTo>
                  <a:cubicBezTo>
                    <a:pt x="35801" y="164350"/>
                    <a:pt x="26839" y="150620"/>
                    <a:pt x="26839" y="133813"/>
                  </a:cubicBezTo>
                  <a:cubicBezTo>
                    <a:pt x="26839" y="131446"/>
                    <a:pt x="26839" y="127895"/>
                    <a:pt x="28018" y="123398"/>
                  </a:cubicBezTo>
                  <a:lnTo>
                    <a:pt x="43113" y="63507"/>
                  </a:lnTo>
                  <a:cubicBezTo>
                    <a:pt x="48302" y="43149"/>
                    <a:pt x="65284" y="5511"/>
                    <a:pt x="93586" y="5511"/>
                  </a:cubicBezTo>
                  <a:cubicBezTo>
                    <a:pt x="107266" y="5511"/>
                    <a:pt x="115521" y="12849"/>
                    <a:pt x="115521"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5" name="Freeform: Shape 504">
              <a:extLst>
                <a:ext uri="{FF2B5EF4-FFF2-40B4-BE49-F238E27FC236}">
                  <a16:creationId xmlns:a16="http://schemas.microsoft.com/office/drawing/2014/main" id="{B9938AFD-D100-7667-BD45-5D590D541BBE}"/>
                </a:ext>
              </a:extLst>
            </p:cNvPr>
            <p:cNvSpPr/>
            <p:nvPr>
              <p:custDataLst>
                <p:tags r:id="rId146"/>
              </p:custDataLst>
            </p:nvPr>
          </p:nvSpPr>
          <p:spPr>
            <a:xfrm>
              <a:off x="8869423" y="5349462"/>
              <a:ext cx="60096" cy="110027"/>
            </a:xfrm>
            <a:custGeom>
              <a:avLst/>
              <a:gdLst>
                <a:gd name="connsiteX0" fmla="*/ 37475 w 60096"/>
                <a:gd name="connsiteY0" fmla="*/ 4707 h 110027"/>
                <a:gd name="connsiteX1" fmla="*/ 32522 w 60096"/>
                <a:gd name="connsiteY1" fmla="*/ 68 h 110027"/>
                <a:gd name="connsiteX2" fmla="*/ 163 w 60096"/>
                <a:gd name="connsiteY2" fmla="*/ 10673 h 110027"/>
                <a:gd name="connsiteX3" fmla="*/ 163 w 60096"/>
                <a:gd name="connsiteY3" fmla="*/ 16638 h 110027"/>
                <a:gd name="connsiteX4" fmla="*/ 24102 w 60096"/>
                <a:gd name="connsiteY4" fmla="*/ 11998 h 110027"/>
                <a:gd name="connsiteX5" fmla="*/ 24102 w 60096"/>
                <a:gd name="connsiteY5" fmla="*/ 96508 h 110027"/>
                <a:gd name="connsiteX6" fmla="*/ 7592 w 60096"/>
                <a:gd name="connsiteY6" fmla="*/ 104130 h 110027"/>
                <a:gd name="connsiteX7" fmla="*/ 1319 w 60096"/>
                <a:gd name="connsiteY7" fmla="*/ 104130 h 110027"/>
                <a:gd name="connsiteX8" fmla="*/ 1319 w 60096"/>
                <a:gd name="connsiteY8" fmla="*/ 110095 h 110027"/>
                <a:gd name="connsiteX9" fmla="*/ 30706 w 60096"/>
                <a:gd name="connsiteY9" fmla="*/ 109433 h 110027"/>
                <a:gd name="connsiteX10" fmla="*/ 60259 w 60096"/>
                <a:gd name="connsiteY10" fmla="*/ 110095 h 110027"/>
                <a:gd name="connsiteX11" fmla="*/ 60259 w 60096"/>
                <a:gd name="connsiteY11" fmla="*/ 104130 h 110027"/>
                <a:gd name="connsiteX12" fmla="*/ 53985 w 60096"/>
                <a:gd name="connsiteY12" fmla="*/ 104130 h 110027"/>
                <a:gd name="connsiteX13" fmla="*/ 37475 w 60096"/>
                <a:gd name="connsiteY13" fmla="*/ 96508 h 110027"/>
                <a:gd name="connsiteX14" fmla="*/ 37475 w 60096"/>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96" h="110027">
                  <a:moveTo>
                    <a:pt x="37475" y="4707"/>
                  </a:moveTo>
                  <a:cubicBezTo>
                    <a:pt x="37475" y="233"/>
                    <a:pt x="37145" y="68"/>
                    <a:pt x="32522" y="68"/>
                  </a:cubicBezTo>
                  <a:cubicBezTo>
                    <a:pt x="21956" y="10507"/>
                    <a:pt x="6932" y="10673"/>
                    <a:pt x="163" y="10673"/>
                  </a:cubicBezTo>
                  <a:lnTo>
                    <a:pt x="163" y="16638"/>
                  </a:lnTo>
                  <a:cubicBezTo>
                    <a:pt x="4125" y="16638"/>
                    <a:pt x="15022" y="16638"/>
                    <a:pt x="24102" y="11998"/>
                  </a:cubicBezTo>
                  <a:lnTo>
                    <a:pt x="24102" y="96508"/>
                  </a:lnTo>
                  <a:cubicBezTo>
                    <a:pt x="24102" y="101976"/>
                    <a:pt x="24102" y="104130"/>
                    <a:pt x="7592" y="104130"/>
                  </a:cubicBezTo>
                  <a:lnTo>
                    <a:pt x="1319" y="104130"/>
                  </a:lnTo>
                  <a:lnTo>
                    <a:pt x="1319" y="110095"/>
                  </a:lnTo>
                  <a:cubicBezTo>
                    <a:pt x="4290" y="109930"/>
                    <a:pt x="24598" y="109433"/>
                    <a:pt x="30706" y="109433"/>
                  </a:cubicBezTo>
                  <a:cubicBezTo>
                    <a:pt x="35824" y="109433"/>
                    <a:pt x="56627" y="109930"/>
                    <a:pt x="60259" y="110095"/>
                  </a:cubicBezTo>
                  <a:lnTo>
                    <a:pt x="60259" y="104130"/>
                  </a:lnTo>
                  <a:lnTo>
                    <a:pt x="53985" y="104130"/>
                  </a:lnTo>
                  <a:cubicBezTo>
                    <a:pt x="37475" y="104130"/>
                    <a:pt x="37475" y="101976"/>
                    <a:pt x="37475" y="96508"/>
                  </a:cubicBezTo>
                  <a:lnTo>
                    <a:pt x="37475"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6" name="Freeform: Shape 505">
              <a:extLst>
                <a:ext uri="{FF2B5EF4-FFF2-40B4-BE49-F238E27FC236}">
                  <a16:creationId xmlns:a16="http://schemas.microsoft.com/office/drawing/2014/main" id="{F6D4AA4E-283E-C2D7-1B96-C1CBD9053ABE}"/>
                </a:ext>
              </a:extLst>
            </p:cNvPr>
            <p:cNvSpPr/>
            <p:nvPr>
              <p:custDataLst>
                <p:tags r:id="rId147"/>
              </p:custDataLst>
            </p:nvPr>
          </p:nvSpPr>
          <p:spPr>
            <a:xfrm>
              <a:off x="9098776" y="5126021"/>
              <a:ext cx="100875" cy="74732"/>
            </a:xfrm>
            <a:custGeom>
              <a:avLst/>
              <a:gdLst>
                <a:gd name="connsiteX0" fmla="*/ 12555 w 100875"/>
                <a:gd name="connsiteY0" fmla="*/ 62693 h 74732"/>
                <a:gd name="connsiteX1" fmla="*/ 10904 w 100875"/>
                <a:gd name="connsiteY1" fmla="*/ 69487 h 74732"/>
                <a:gd name="connsiteX2" fmla="*/ 16518 w 100875"/>
                <a:gd name="connsiteY2" fmla="*/ 74789 h 74732"/>
                <a:gd name="connsiteX3" fmla="*/ 22957 w 100875"/>
                <a:gd name="connsiteY3" fmla="*/ 71144 h 74732"/>
                <a:gd name="connsiteX4" fmla="*/ 25929 w 100875"/>
                <a:gd name="connsiteY4" fmla="*/ 60870 h 74732"/>
                <a:gd name="connsiteX5" fmla="*/ 29561 w 100875"/>
                <a:gd name="connsiteY5" fmla="*/ 45957 h 74732"/>
                <a:gd name="connsiteX6" fmla="*/ 32367 w 100875"/>
                <a:gd name="connsiteY6" fmla="*/ 34855 h 74732"/>
                <a:gd name="connsiteX7" fmla="*/ 39302 w 100875"/>
                <a:gd name="connsiteY7" fmla="*/ 19941 h 74732"/>
                <a:gd name="connsiteX8" fmla="*/ 64067 w 100875"/>
                <a:gd name="connsiteY8" fmla="*/ 4697 h 74732"/>
                <a:gd name="connsiteX9" fmla="*/ 73807 w 100875"/>
                <a:gd name="connsiteY9" fmla="*/ 16296 h 74732"/>
                <a:gd name="connsiteX10" fmla="*/ 64067 w 100875"/>
                <a:gd name="connsiteY10" fmla="*/ 51591 h 74732"/>
                <a:gd name="connsiteX11" fmla="*/ 61590 w 100875"/>
                <a:gd name="connsiteY11" fmla="*/ 60539 h 74732"/>
                <a:gd name="connsiteX12" fmla="*/ 77275 w 100875"/>
                <a:gd name="connsiteY12" fmla="*/ 74789 h 74732"/>
                <a:gd name="connsiteX13" fmla="*/ 101049 w 100875"/>
                <a:gd name="connsiteY13" fmla="*/ 49437 h 74732"/>
                <a:gd name="connsiteX14" fmla="*/ 98407 w 100875"/>
                <a:gd name="connsiteY14" fmla="*/ 47283 h 74732"/>
                <a:gd name="connsiteX15" fmla="*/ 95270 w 100875"/>
                <a:gd name="connsiteY15" fmla="*/ 50099 h 74732"/>
                <a:gd name="connsiteX16" fmla="*/ 77770 w 100875"/>
                <a:gd name="connsiteY16" fmla="*/ 70150 h 74732"/>
                <a:gd name="connsiteX17" fmla="*/ 73642 w 100875"/>
                <a:gd name="connsiteY17" fmla="*/ 64350 h 74732"/>
                <a:gd name="connsiteX18" fmla="*/ 77440 w 100875"/>
                <a:gd name="connsiteY18" fmla="*/ 50928 h 74732"/>
                <a:gd name="connsiteX19" fmla="*/ 86190 w 100875"/>
                <a:gd name="connsiteY19" fmla="*/ 18947 h 74732"/>
                <a:gd name="connsiteX20" fmla="*/ 64727 w 100875"/>
                <a:gd name="connsiteY20" fmla="*/ 57 h 74732"/>
                <a:gd name="connsiteX21" fmla="*/ 36825 w 100875"/>
                <a:gd name="connsiteY21" fmla="*/ 15136 h 74732"/>
                <a:gd name="connsiteX22" fmla="*/ 19159 w 100875"/>
                <a:gd name="connsiteY22" fmla="*/ 57 h 74732"/>
                <a:gd name="connsiteX23" fmla="*/ 6117 w 100875"/>
                <a:gd name="connsiteY23" fmla="*/ 9005 h 74732"/>
                <a:gd name="connsiteX24" fmla="*/ 173 w 100875"/>
                <a:gd name="connsiteY24" fmla="*/ 25410 h 74732"/>
                <a:gd name="connsiteX25" fmla="*/ 2980 w 100875"/>
                <a:gd name="connsiteY25" fmla="*/ 27564 h 74732"/>
                <a:gd name="connsiteX26" fmla="*/ 6612 w 100875"/>
                <a:gd name="connsiteY26" fmla="*/ 22593 h 74732"/>
                <a:gd name="connsiteX27" fmla="*/ 18664 w 100875"/>
                <a:gd name="connsiteY27" fmla="*/ 4697 h 74732"/>
                <a:gd name="connsiteX28" fmla="*/ 24112 w 100875"/>
                <a:gd name="connsiteY28" fmla="*/ 12816 h 74732"/>
                <a:gd name="connsiteX29" fmla="*/ 21471 w 100875"/>
                <a:gd name="connsiteY29" fmla="*/ 26569 h 74732"/>
                <a:gd name="connsiteX30" fmla="*/ 17839 w 100875"/>
                <a:gd name="connsiteY30" fmla="*/ 41483 h 74732"/>
                <a:gd name="connsiteX31" fmla="*/ 12555 w 10087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0875" h="74732">
                  <a:moveTo>
                    <a:pt x="12555" y="62693"/>
                  </a:moveTo>
                  <a:cubicBezTo>
                    <a:pt x="11895" y="64847"/>
                    <a:pt x="10904" y="68990"/>
                    <a:pt x="10904" y="69487"/>
                  </a:cubicBezTo>
                  <a:cubicBezTo>
                    <a:pt x="10904" y="73132"/>
                    <a:pt x="13876" y="74789"/>
                    <a:pt x="16518" y="74789"/>
                  </a:cubicBezTo>
                  <a:cubicBezTo>
                    <a:pt x="19490" y="74789"/>
                    <a:pt x="22131" y="72635"/>
                    <a:pt x="22957" y="71144"/>
                  </a:cubicBezTo>
                  <a:cubicBezTo>
                    <a:pt x="23782" y="69653"/>
                    <a:pt x="25103" y="64350"/>
                    <a:pt x="25929" y="60870"/>
                  </a:cubicBezTo>
                  <a:cubicBezTo>
                    <a:pt x="26754" y="57722"/>
                    <a:pt x="28570" y="50099"/>
                    <a:pt x="29561" y="45957"/>
                  </a:cubicBezTo>
                  <a:cubicBezTo>
                    <a:pt x="30551" y="42311"/>
                    <a:pt x="31542" y="38666"/>
                    <a:pt x="32367" y="34855"/>
                  </a:cubicBezTo>
                  <a:cubicBezTo>
                    <a:pt x="34184" y="28061"/>
                    <a:pt x="34514" y="26735"/>
                    <a:pt x="39302" y="19941"/>
                  </a:cubicBezTo>
                  <a:cubicBezTo>
                    <a:pt x="43924" y="13313"/>
                    <a:pt x="51684" y="4697"/>
                    <a:pt x="64067" y="4697"/>
                  </a:cubicBezTo>
                  <a:cubicBezTo>
                    <a:pt x="73642" y="4697"/>
                    <a:pt x="73807" y="13147"/>
                    <a:pt x="73807" y="16296"/>
                  </a:cubicBezTo>
                  <a:cubicBezTo>
                    <a:pt x="73807" y="26238"/>
                    <a:pt x="66708" y="44631"/>
                    <a:pt x="64067" y="51591"/>
                  </a:cubicBezTo>
                  <a:cubicBezTo>
                    <a:pt x="62250" y="56231"/>
                    <a:pt x="61590" y="57722"/>
                    <a:pt x="61590" y="60539"/>
                  </a:cubicBezTo>
                  <a:cubicBezTo>
                    <a:pt x="61590" y="69321"/>
                    <a:pt x="68854" y="74789"/>
                    <a:pt x="77275" y="74789"/>
                  </a:cubicBezTo>
                  <a:cubicBezTo>
                    <a:pt x="93785" y="74789"/>
                    <a:pt x="101049" y="51922"/>
                    <a:pt x="101049" y="49437"/>
                  </a:cubicBezTo>
                  <a:cubicBezTo>
                    <a:pt x="101049" y="47283"/>
                    <a:pt x="98903" y="47283"/>
                    <a:pt x="98407" y="47283"/>
                  </a:cubicBezTo>
                  <a:cubicBezTo>
                    <a:pt x="96096" y="47283"/>
                    <a:pt x="95931" y="48277"/>
                    <a:pt x="95270" y="50099"/>
                  </a:cubicBezTo>
                  <a:cubicBezTo>
                    <a:pt x="91473" y="63356"/>
                    <a:pt x="84374" y="70150"/>
                    <a:pt x="77770" y="70150"/>
                  </a:cubicBezTo>
                  <a:cubicBezTo>
                    <a:pt x="74303" y="70150"/>
                    <a:pt x="73642" y="67830"/>
                    <a:pt x="73642" y="64350"/>
                  </a:cubicBezTo>
                  <a:cubicBezTo>
                    <a:pt x="73642" y="60539"/>
                    <a:pt x="74468" y="58385"/>
                    <a:pt x="77440" y="50928"/>
                  </a:cubicBezTo>
                  <a:cubicBezTo>
                    <a:pt x="79421" y="45791"/>
                    <a:pt x="86190" y="28227"/>
                    <a:pt x="86190" y="18947"/>
                  </a:cubicBezTo>
                  <a:cubicBezTo>
                    <a:pt x="86190" y="2874"/>
                    <a:pt x="73477" y="57"/>
                    <a:pt x="64727" y="57"/>
                  </a:cubicBezTo>
                  <a:cubicBezTo>
                    <a:pt x="51024" y="57"/>
                    <a:pt x="41778" y="8508"/>
                    <a:pt x="36825" y="15136"/>
                  </a:cubicBezTo>
                  <a:cubicBezTo>
                    <a:pt x="35669" y="3702"/>
                    <a:pt x="25929" y="57"/>
                    <a:pt x="19159" y="57"/>
                  </a:cubicBezTo>
                  <a:cubicBezTo>
                    <a:pt x="12060" y="57"/>
                    <a:pt x="8263" y="5194"/>
                    <a:pt x="6117" y="9005"/>
                  </a:cubicBezTo>
                  <a:cubicBezTo>
                    <a:pt x="2484" y="15136"/>
                    <a:pt x="173" y="24581"/>
                    <a:pt x="173" y="25410"/>
                  </a:cubicBezTo>
                  <a:cubicBezTo>
                    <a:pt x="173" y="27564"/>
                    <a:pt x="2484" y="27564"/>
                    <a:pt x="2980" y="27564"/>
                  </a:cubicBezTo>
                  <a:cubicBezTo>
                    <a:pt x="5291" y="27564"/>
                    <a:pt x="5456" y="27067"/>
                    <a:pt x="6612" y="22593"/>
                  </a:cubicBezTo>
                  <a:cubicBezTo>
                    <a:pt x="9088" y="12816"/>
                    <a:pt x="12225" y="4697"/>
                    <a:pt x="18664" y="4697"/>
                  </a:cubicBezTo>
                  <a:cubicBezTo>
                    <a:pt x="22957" y="4697"/>
                    <a:pt x="24112" y="8342"/>
                    <a:pt x="24112" y="12816"/>
                  </a:cubicBezTo>
                  <a:cubicBezTo>
                    <a:pt x="24112" y="15964"/>
                    <a:pt x="22627" y="22095"/>
                    <a:pt x="21471" y="26569"/>
                  </a:cubicBezTo>
                  <a:cubicBezTo>
                    <a:pt x="20315" y="31044"/>
                    <a:pt x="18664" y="37837"/>
                    <a:pt x="17839" y="41483"/>
                  </a:cubicBezTo>
                  <a:lnTo>
                    <a:pt x="12555"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7" name="Freeform: Shape 506">
              <a:extLst>
                <a:ext uri="{FF2B5EF4-FFF2-40B4-BE49-F238E27FC236}">
                  <a16:creationId xmlns:a16="http://schemas.microsoft.com/office/drawing/2014/main" id="{51AE0461-D5EC-87AD-9D70-A71D260678EF}"/>
                </a:ext>
              </a:extLst>
            </p:cNvPr>
            <p:cNvSpPr/>
            <p:nvPr>
              <p:custDataLst>
                <p:tags r:id="rId148"/>
              </p:custDataLst>
            </p:nvPr>
          </p:nvSpPr>
          <p:spPr>
            <a:xfrm>
              <a:off x="9038040" y="5246440"/>
              <a:ext cx="222412" cy="236720"/>
            </a:xfrm>
            <a:custGeom>
              <a:avLst/>
              <a:gdLst>
                <a:gd name="connsiteX0" fmla="*/ 86258 w 222412"/>
                <a:gd name="connsiteY0" fmla="*/ 126467 h 236720"/>
                <a:gd name="connsiteX1" fmla="*/ 2529 w 222412"/>
                <a:gd name="connsiteY1" fmla="*/ 230388 h 236720"/>
                <a:gd name="connsiteX2" fmla="*/ 406 w 222412"/>
                <a:gd name="connsiteY2" fmla="*/ 234175 h 236720"/>
                <a:gd name="connsiteX3" fmla="*/ 6774 w 222412"/>
                <a:gd name="connsiteY3" fmla="*/ 236779 h 236720"/>
                <a:gd name="connsiteX4" fmla="*/ 202299 w 222412"/>
                <a:gd name="connsiteY4" fmla="*/ 236779 h 236720"/>
                <a:gd name="connsiteX5" fmla="*/ 222583 w 222412"/>
                <a:gd name="connsiteY5" fmla="*/ 177836 h 236720"/>
                <a:gd name="connsiteX6" fmla="*/ 216687 w 222412"/>
                <a:gd name="connsiteY6" fmla="*/ 177836 h 236720"/>
                <a:gd name="connsiteX7" fmla="*/ 174940 w 222412"/>
                <a:gd name="connsiteY7" fmla="*/ 216895 h 236720"/>
                <a:gd name="connsiteX8" fmla="*/ 120221 w 222412"/>
                <a:gd name="connsiteY8" fmla="*/ 223760 h 236720"/>
                <a:gd name="connsiteX9" fmla="*/ 19982 w 222412"/>
                <a:gd name="connsiteY9" fmla="*/ 223760 h 236720"/>
                <a:gd name="connsiteX10" fmla="*/ 101824 w 222412"/>
                <a:gd name="connsiteY10" fmla="*/ 122207 h 236720"/>
                <a:gd name="connsiteX11" fmla="*/ 103947 w 222412"/>
                <a:gd name="connsiteY11" fmla="*/ 118419 h 236720"/>
                <a:gd name="connsiteX12" fmla="*/ 102296 w 222412"/>
                <a:gd name="connsiteY12" fmla="*/ 115105 h 236720"/>
                <a:gd name="connsiteX13" fmla="*/ 25643 w 222412"/>
                <a:gd name="connsiteY13" fmla="*/ 9528 h 236720"/>
                <a:gd name="connsiteX14" fmla="*/ 119042 w 222412"/>
                <a:gd name="connsiteY14" fmla="*/ 9528 h 236720"/>
                <a:gd name="connsiteX15" fmla="*/ 216687 w 222412"/>
                <a:gd name="connsiteY15" fmla="*/ 55451 h 236720"/>
                <a:gd name="connsiteX16" fmla="*/ 222583 w 222412"/>
                <a:gd name="connsiteY16" fmla="*/ 55451 h 236720"/>
                <a:gd name="connsiteX17" fmla="*/ 202299 w 222412"/>
                <a:gd name="connsiteY17" fmla="*/ 59 h 236720"/>
                <a:gd name="connsiteX18" fmla="*/ 6774 w 222412"/>
                <a:gd name="connsiteY18" fmla="*/ 59 h 236720"/>
                <a:gd name="connsiteX19" fmla="*/ 170 w 222412"/>
                <a:gd name="connsiteY19" fmla="*/ 7634 h 236720"/>
                <a:gd name="connsiteX20" fmla="*/ 86258 w 22241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2412" h="236720">
                  <a:moveTo>
                    <a:pt x="86258" y="126467"/>
                  </a:moveTo>
                  <a:lnTo>
                    <a:pt x="2529" y="230388"/>
                  </a:lnTo>
                  <a:cubicBezTo>
                    <a:pt x="642" y="232755"/>
                    <a:pt x="406" y="233228"/>
                    <a:pt x="406" y="234175"/>
                  </a:cubicBezTo>
                  <a:cubicBezTo>
                    <a:pt x="406" y="236779"/>
                    <a:pt x="2529" y="236779"/>
                    <a:pt x="6774" y="236779"/>
                  </a:cubicBezTo>
                  <a:lnTo>
                    <a:pt x="202299" y="236779"/>
                  </a:lnTo>
                  <a:lnTo>
                    <a:pt x="222583" y="177836"/>
                  </a:lnTo>
                  <a:lnTo>
                    <a:pt x="216687" y="177836"/>
                  </a:lnTo>
                  <a:cubicBezTo>
                    <a:pt x="210790" y="195590"/>
                    <a:pt x="194988" y="210030"/>
                    <a:pt x="174940" y="216895"/>
                  </a:cubicBezTo>
                  <a:cubicBezTo>
                    <a:pt x="171166" y="218078"/>
                    <a:pt x="154892" y="223760"/>
                    <a:pt x="120221" y="223760"/>
                  </a:cubicBezTo>
                  <a:lnTo>
                    <a:pt x="19982" y="223760"/>
                  </a:lnTo>
                  <a:lnTo>
                    <a:pt x="101824" y="122207"/>
                  </a:lnTo>
                  <a:cubicBezTo>
                    <a:pt x="103475" y="120076"/>
                    <a:pt x="103947" y="119366"/>
                    <a:pt x="103947" y="118419"/>
                  </a:cubicBezTo>
                  <a:cubicBezTo>
                    <a:pt x="103947" y="117472"/>
                    <a:pt x="103711" y="117235"/>
                    <a:pt x="102296" y="115105"/>
                  </a:cubicBezTo>
                  <a:lnTo>
                    <a:pt x="25643" y="9528"/>
                  </a:lnTo>
                  <a:lnTo>
                    <a:pt x="119042" y="9528"/>
                  </a:lnTo>
                  <a:cubicBezTo>
                    <a:pt x="145930" y="9528"/>
                    <a:pt x="200177" y="11185"/>
                    <a:pt x="216687" y="55451"/>
                  </a:cubicBezTo>
                  <a:lnTo>
                    <a:pt x="222583" y="55451"/>
                  </a:lnTo>
                  <a:lnTo>
                    <a:pt x="202299" y="59"/>
                  </a:lnTo>
                  <a:lnTo>
                    <a:pt x="6774" y="59"/>
                  </a:lnTo>
                  <a:cubicBezTo>
                    <a:pt x="406" y="59"/>
                    <a:pt x="170" y="296"/>
                    <a:pt x="170" y="7634"/>
                  </a:cubicBezTo>
                  <a:lnTo>
                    <a:pt x="86258"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8" name="Freeform: Shape 507">
              <a:extLst>
                <a:ext uri="{FF2B5EF4-FFF2-40B4-BE49-F238E27FC236}">
                  <a16:creationId xmlns:a16="http://schemas.microsoft.com/office/drawing/2014/main" id="{D59F0C90-E880-BF31-C0FB-7F7D125C384F}"/>
                </a:ext>
              </a:extLst>
            </p:cNvPr>
            <p:cNvSpPr/>
            <p:nvPr>
              <p:custDataLst>
                <p:tags r:id="rId149"/>
              </p:custDataLst>
            </p:nvPr>
          </p:nvSpPr>
          <p:spPr>
            <a:xfrm>
              <a:off x="9004303" y="5522402"/>
              <a:ext cx="50025" cy="111518"/>
            </a:xfrm>
            <a:custGeom>
              <a:avLst/>
              <a:gdLst>
                <a:gd name="connsiteX0" fmla="*/ 45902 w 50025"/>
                <a:gd name="connsiteY0" fmla="*/ 6372 h 111518"/>
                <a:gd name="connsiteX1" fmla="*/ 39298 w 50025"/>
                <a:gd name="connsiteY1" fmla="*/ 75 h 111518"/>
                <a:gd name="connsiteX2" fmla="*/ 30052 w 50025"/>
                <a:gd name="connsiteY2" fmla="*/ 9189 h 111518"/>
                <a:gd name="connsiteX3" fmla="*/ 36656 w 50025"/>
                <a:gd name="connsiteY3" fmla="*/ 15486 h 111518"/>
                <a:gd name="connsiteX4" fmla="*/ 45902 w 50025"/>
                <a:gd name="connsiteY4" fmla="*/ 6372 h 111518"/>
                <a:gd name="connsiteX5" fmla="*/ 12221 w 50025"/>
                <a:gd name="connsiteY5" fmla="*/ 90550 h 111518"/>
                <a:gd name="connsiteX6" fmla="*/ 10735 w 50025"/>
                <a:gd name="connsiteY6" fmla="*/ 97509 h 111518"/>
                <a:gd name="connsiteX7" fmla="*/ 26420 w 50025"/>
                <a:gd name="connsiteY7" fmla="*/ 111594 h 111518"/>
                <a:gd name="connsiteX8" fmla="*/ 50194 w 50025"/>
                <a:gd name="connsiteY8" fmla="*/ 86241 h 111518"/>
                <a:gd name="connsiteX9" fmla="*/ 47553 w 50025"/>
                <a:gd name="connsiteY9" fmla="*/ 84087 h 111518"/>
                <a:gd name="connsiteX10" fmla="*/ 44416 w 50025"/>
                <a:gd name="connsiteY10" fmla="*/ 86904 h 111518"/>
                <a:gd name="connsiteX11" fmla="*/ 26915 w 50025"/>
                <a:gd name="connsiteY11" fmla="*/ 106954 h 111518"/>
                <a:gd name="connsiteX12" fmla="*/ 22788 w 50025"/>
                <a:gd name="connsiteY12" fmla="*/ 101155 h 111518"/>
                <a:gd name="connsiteX13" fmla="*/ 25429 w 50025"/>
                <a:gd name="connsiteY13" fmla="*/ 90550 h 111518"/>
                <a:gd name="connsiteX14" fmla="*/ 30712 w 50025"/>
                <a:gd name="connsiteY14" fmla="*/ 77293 h 111518"/>
                <a:gd name="connsiteX15" fmla="*/ 38802 w 50025"/>
                <a:gd name="connsiteY15" fmla="*/ 56249 h 111518"/>
                <a:gd name="connsiteX16" fmla="*/ 39793 w 50025"/>
                <a:gd name="connsiteY16" fmla="*/ 50946 h 111518"/>
                <a:gd name="connsiteX17" fmla="*/ 24108 w 50025"/>
                <a:gd name="connsiteY17" fmla="*/ 36861 h 111518"/>
                <a:gd name="connsiteX18" fmla="*/ 169 w 50025"/>
                <a:gd name="connsiteY18" fmla="*/ 62214 h 111518"/>
                <a:gd name="connsiteX19" fmla="*/ 2976 w 50025"/>
                <a:gd name="connsiteY19" fmla="*/ 64368 h 111518"/>
                <a:gd name="connsiteX20" fmla="*/ 5947 w 50025"/>
                <a:gd name="connsiteY20" fmla="*/ 61717 h 111518"/>
                <a:gd name="connsiteX21" fmla="*/ 23613 w 50025"/>
                <a:gd name="connsiteY21" fmla="*/ 41501 h 111518"/>
                <a:gd name="connsiteX22" fmla="*/ 27741 w 50025"/>
                <a:gd name="connsiteY22" fmla="*/ 47301 h 111518"/>
                <a:gd name="connsiteX23" fmla="*/ 22623 w 50025"/>
                <a:gd name="connsiteY23" fmla="*/ 63871 h 111518"/>
                <a:gd name="connsiteX24" fmla="*/ 12221 w 50025"/>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25" h="111518">
                  <a:moveTo>
                    <a:pt x="45902" y="6372"/>
                  </a:moveTo>
                  <a:cubicBezTo>
                    <a:pt x="45902" y="3721"/>
                    <a:pt x="43920" y="75"/>
                    <a:pt x="39298" y="75"/>
                  </a:cubicBezTo>
                  <a:cubicBezTo>
                    <a:pt x="34840" y="75"/>
                    <a:pt x="30052" y="4383"/>
                    <a:pt x="30052" y="9189"/>
                  </a:cubicBezTo>
                  <a:cubicBezTo>
                    <a:pt x="30052" y="12006"/>
                    <a:pt x="32198" y="15486"/>
                    <a:pt x="36656" y="15486"/>
                  </a:cubicBezTo>
                  <a:cubicBezTo>
                    <a:pt x="41444" y="15486"/>
                    <a:pt x="45902" y="10846"/>
                    <a:pt x="45902" y="6372"/>
                  </a:cubicBezTo>
                  <a:close/>
                  <a:moveTo>
                    <a:pt x="12221" y="90550"/>
                  </a:moveTo>
                  <a:cubicBezTo>
                    <a:pt x="11561" y="92704"/>
                    <a:pt x="10735" y="94692"/>
                    <a:pt x="10735" y="97509"/>
                  </a:cubicBezTo>
                  <a:cubicBezTo>
                    <a:pt x="10735" y="105297"/>
                    <a:pt x="17339" y="111594"/>
                    <a:pt x="26420" y="111594"/>
                  </a:cubicBezTo>
                  <a:cubicBezTo>
                    <a:pt x="42930" y="111594"/>
                    <a:pt x="50194" y="88727"/>
                    <a:pt x="50194" y="86241"/>
                  </a:cubicBezTo>
                  <a:cubicBezTo>
                    <a:pt x="50194" y="84087"/>
                    <a:pt x="48048" y="84087"/>
                    <a:pt x="47553" y="84087"/>
                  </a:cubicBezTo>
                  <a:cubicBezTo>
                    <a:pt x="45241" y="84087"/>
                    <a:pt x="45076" y="85081"/>
                    <a:pt x="44416" y="86904"/>
                  </a:cubicBezTo>
                  <a:cubicBezTo>
                    <a:pt x="40618" y="100160"/>
                    <a:pt x="33354" y="106954"/>
                    <a:pt x="26915" y="106954"/>
                  </a:cubicBezTo>
                  <a:cubicBezTo>
                    <a:pt x="23613" y="106954"/>
                    <a:pt x="22788" y="104800"/>
                    <a:pt x="22788" y="101155"/>
                  </a:cubicBezTo>
                  <a:cubicBezTo>
                    <a:pt x="22788" y="97343"/>
                    <a:pt x="23943" y="94195"/>
                    <a:pt x="25429" y="90550"/>
                  </a:cubicBezTo>
                  <a:cubicBezTo>
                    <a:pt x="27080" y="86076"/>
                    <a:pt x="28896" y="81602"/>
                    <a:pt x="30712" y="77293"/>
                  </a:cubicBezTo>
                  <a:cubicBezTo>
                    <a:pt x="32198" y="73316"/>
                    <a:pt x="38142" y="58237"/>
                    <a:pt x="38802" y="56249"/>
                  </a:cubicBezTo>
                  <a:cubicBezTo>
                    <a:pt x="39298" y="54592"/>
                    <a:pt x="39793" y="52603"/>
                    <a:pt x="39793" y="50946"/>
                  </a:cubicBezTo>
                  <a:cubicBezTo>
                    <a:pt x="39793" y="43158"/>
                    <a:pt x="33189" y="36861"/>
                    <a:pt x="24108" y="36861"/>
                  </a:cubicBezTo>
                  <a:cubicBezTo>
                    <a:pt x="7764" y="36861"/>
                    <a:pt x="169" y="59397"/>
                    <a:pt x="169" y="62214"/>
                  </a:cubicBezTo>
                  <a:cubicBezTo>
                    <a:pt x="169" y="64368"/>
                    <a:pt x="2480" y="64368"/>
                    <a:pt x="2976" y="64368"/>
                  </a:cubicBezTo>
                  <a:cubicBezTo>
                    <a:pt x="5287" y="64368"/>
                    <a:pt x="5452" y="63540"/>
                    <a:pt x="5947" y="61717"/>
                  </a:cubicBezTo>
                  <a:cubicBezTo>
                    <a:pt x="10240" y="47466"/>
                    <a:pt x="17504" y="41501"/>
                    <a:pt x="23613" y="41501"/>
                  </a:cubicBezTo>
                  <a:cubicBezTo>
                    <a:pt x="26255" y="41501"/>
                    <a:pt x="27741" y="42827"/>
                    <a:pt x="27741" y="47301"/>
                  </a:cubicBezTo>
                  <a:cubicBezTo>
                    <a:pt x="27741" y="51112"/>
                    <a:pt x="26750" y="53598"/>
                    <a:pt x="22623" y="63871"/>
                  </a:cubicBezTo>
                  <a:lnTo>
                    <a:pt x="12221"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09" name="Freeform: Shape 508">
              <a:extLst>
                <a:ext uri="{FF2B5EF4-FFF2-40B4-BE49-F238E27FC236}">
                  <a16:creationId xmlns:a16="http://schemas.microsoft.com/office/drawing/2014/main" id="{F212C2BE-0027-DD63-90A2-B20E00D3A743}"/>
                </a:ext>
              </a:extLst>
            </p:cNvPr>
            <p:cNvSpPr/>
            <p:nvPr>
              <p:custDataLst>
                <p:tags r:id="rId150"/>
              </p:custDataLst>
            </p:nvPr>
          </p:nvSpPr>
          <p:spPr>
            <a:xfrm>
              <a:off x="9074831" y="5568468"/>
              <a:ext cx="121513" cy="44574"/>
            </a:xfrm>
            <a:custGeom>
              <a:avLst/>
              <a:gdLst>
                <a:gd name="connsiteX0" fmla="*/ 115411 w 121513"/>
                <a:gd name="connsiteY0" fmla="*/ 8195 h 44574"/>
                <a:gd name="connsiteX1" fmla="*/ 121685 w 121513"/>
                <a:gd name="connsiteY1" fmla="*/ 4052 h 44574"/>
                <a:gd name="connsiteX2" fmla="*/ 115577 w 121513"/>
                <a:gd name="connsiteY2" fmla="*/ 75 h 44574"/>
                <a:gd name="connsiteX3" fmla="*/ 6280 w 121513"/>
                <a:gd name="connsiteY3" fmla="*/ 75 h 44574"/>
                <a:gd name="connsiteX4" fmla="*/ 172 w 121513"/>
                <a:gd name="connsiteY4" fmla="*/ 4052 h 44574"/>
                <a:gd name="connsiteX5" fmla="*/ 6446 w 121513"/>
                <a:gd name="connsiteY5" fmla="*/ 8195 h 44574"/>
                <a:gd name="connsiteX6" fmla="*/ 115411 w 121513"/>
                <a:gd name="connsiteY6" fmla="*/ 8195 h 44574"/>
                <a:gd name="connsiteX7" fmla="*/ 115577 w 121513"/>
                <a:gd name="connsiteY7" fmla="*/ 44650 h 44574"/>
                <a:gd name="connsiteX8" fmla="*/ 121685 w 121513"/>
                <a:gd name="connsiteY8" fmla="*/ 40673 h 44574"/>
                <a:gd name="connsiteX9" fmla="*/ 115411 w 121513"/>
                <a:gd name="connsiteY9" fmla="*/ 36530 h 44574"/>
                <a:gd name="connsiteX10" fmla="*/ 6446 w 121513"/>
                <a:gd name="connsiteY10" fmla="*/ 36530 h 44574"/>
                <a:gd name="connsiteX11" fmla="*/ 172 w 121513"/>
                <a:gd name="connsiteY11" fmla="*/ 40673 h 44574"/>
                <a:gd name="connsiteX12" fmla="*/ 6280 w 121513"/>
                <a:gd name="connsiteY12" fmla="*/ 44650 h 44574"/>
                <a:gd name="connsiteX13" fmla="*/ 115577 w 12151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513" h="44574">
                  <a:moveTo>
                    <a:pt x="115411" y="8195"/>
                  </a:moveTo>
                  <a:cubicBezTo>
                    <a:pt x="117888" y="8195"/>
                    <a:pt x="121685" y="8195"/>
                    <a:pt x="121685" y="4052"/>
                  </a:cubicBezTo>
                  <a:cubicBezTo>
                    <a:pt x="121685" y="75"/>
                    <a:pt x="117723" y="75"/>
                    <a:pt x="115577" y="75"/>
                  </a:cubicBezTo>
                  <a:lnTo>
                    <a:pt x="6280" y="75"/>
                  </a:lnTo>
                  <a:cubicBezTo>
                    <a:pt x="4134" y="75"/>
                    <a:pt x="172" y="75"/>
                    <a:pt x="172" y="4052"/>
                  </a:cubicBezTo>
                  <a:cubicBezTo>
                    <a:pt x="172" y="8195"/>
                    <a:pt x="3969" y="8195"/>
                    <a:pt x="6446" y="8195"/>
                  </a:cubicBezTo>
                  <a:lnTo>
                    <a:pt x="115411" y="8195"/>
                  </a:lnTo>
                  <a:close/>
                  <a:moveTo>
                    <a:pt x="115577" y="44650"/>
                  </a:moveTo>
                  <a:cubicBezTo>
                    <a:pt x="117723" y="44650"/>
                    <a:pt x="121685" y="44650"/>
                    <a:pt x="121685" y="40673"/>
                  </a:cubicBezTo>
                  <a:cubicBezTo>
                    <a:pt x="121685" y="36530"/>
                    <a:pt x="117888" y="36530"/>
                    <a:pt x="115411" y="36530"/>
                  </a:cubicBezTo>
                  <a:lnTo>
                    <a:pt x="6446" y="36530"/>
                  </a:lnTo>
                  <a:cubicBezTo>
                    <a:pt x="3969" y="36530"/>
                    <a:pt x="172" y="36530"/>
                    <a:pt x="172" y="40673"/>
                  </a:cubicBezTo>
                  <a:cubicBezTo>
                    <a:pt x="172" y="44650"/>
                    <a:pt x="4134" y="44650"/>
                    <a:pt x="6280" y="44650"/>
                  </a:cubicBezTo>
                  <a:lnTo>
                    <a:pt x="115577"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10" name="Freeform: Shape 509">
              <a:extLst>
                <a:ext uri="{FF2B5EF4-FFF2-40B4-BE49-F238E27FC236}">
                  <a16:creationId xmlns:a16="http://schemas.microsoft.com/office/drawing/2014/main" id="{0648891A-9281-3DEB-00A3-82FCD6648EDE}"/>
                </a:ext>
              </a:extLst>
            </p:cNvPr>
            <p:cNvSpPr/>
            <p:nvPr>
              <p:custDataLst>
                <p:tags r:id="rId151"/>
              </p:custDataLst>
            </p:nvPr>
          </p:nvSpPr>
          <p:spPr>
            <a:xfrm>
              <a:off x="9226061" y="5522236"/>
              <a:ext cx="60096" cy="110027"/>
            </a:xfrm>
            <a:custGeom>
              <a:avLst/>
              <a:gdLst>
                <a:gd name="connsiteX0" fmla="*/ 37490 w 60096"/>
                <a:gd name="connsiteY0" fmla="*/ 4715 h 110027"/>
                <a:gd name="connsiteX1" fmla="*/ 32537 w 60096"/>
                <a:gd name="connsiteY1" fmla="*/ 75 h 110027"/>
                <a:gd name="connsiteX2" fmla="*/ 178 w 60096"/>
                <a:gd name="connsiteY2" fmla="*/ 10680 h 110027"/>
                <a:gd name="connsiteX3" fmla="*/ 178 w 60096"/>
                <a:gd name="connsiteY3" fmla="*/ 16645 h 110027"/>
                <a:gd name="connsiteX4" fmla="*/ 24117 w 60096"/>
                <a:gd name="connsiteY4" fmla="*/ 12006 h 110027"/>
                <a:gd name="connsiteX5" fmla="*/ 24117 w 60096"/>
                <a:gd name="connsiteY5" fmla="*/ 96515 h 110027"/>
                <a:gd name="connsiteX6" fmla="*/ 7607 w 60096"/>
                <a:gd name="connsiteY6" fmla="*/ 104137 h 110027"/>
                <a:gd name="connsiteX7" fmla="*/ 1334 w 60096"/>
                <a:gd name="connsiteY7" fmla="*/ 104137 h 110027"/>
                <a:gd name="connsiteX8" fmla="*/ 1334 w 60096"/>
                <a:gd name="connsiteY8" fmla="*/ 110103 h 110027"/>
                <a:gd name="connsiteX9" fmla="*/ 30721 w 60096"/>
                <a:gd name="connsiteY9" fmla="*/ 109440 h 110027"/>
                <a:gd name="connsiteX10" fmla="*/ 60274 w 60096"/>
                <a:gd name="connsiteY10" fmla="*/ 110103 h 110027"/>
                <a:gd name="connsiteX11" fmla="*/ 60274 w 60096"/>
                <a:gd name="connsiteY11" fmla="*/ 104137 h 110027"/>
                <a:gd name="connsiteX12" fmla="*/ 54000 w 60096"/>
                <a:gd name="connsiteY12" fmla="*/ 104137 h 110027"/>
                <a:gd name="connsiteX13" fmla="*/ 37490 w 60096"/>
                <a:gd name="connsiteY13" fmla="*/ 96515 h 110027"/>
                <a:gd name="connsiteX14" fmla="*/ 37490 w 60096"/>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096" h="110027">
                  <a:moveTo>
                    <a:pt x="37490" y="4715"/>
                  </a:moveTo>
                  <a:cubicBezTo>
                    <a:pt x="37490" y="241"/>
                    <a:pt x="37160" y="75"/>
                    <a:pt x="32537" y="75"/>
                  </a:cubicBezTo>
                  <a:cubicBezTo>
                    <a:pt x="21971" y="10514"/>
                    <a:pt x="6947" y="10680"/>
                    <a:pt x="178" y="10680"/>
                  </a:cubicBezTo>
                  <a:lnTo>
                    <a:pt x="178" y="16645"/>
                  </a:lnTo>
                  <a:cubicBezTo>
                    <a:pt x="4140" y="16645"/>
                    <a:pt x="15037" y="16645"/>
                    <a:pt x="24117" y="12006"/>
                  </a:cubicBezTo>
                  <a:lnTo>
                    <a:pt x="24117" y="96515"/>
                  </a:lnTo>
                  <a:cubicBezTo>
                    <a:pt x="24117" y="101983"/>
                    <a:pt x="24117" y="104137"/>
                    <a:pt x="7607" y="104137"/>
                  </a:cubicBezTo>
                  <a:lnTo>
                    <a:pt x="1334" y="104137"/>
                  </a:lnTo>
                  <a:lnTo>
                    <a:pt x="1334" y="110103"/>
                  </a:lnTo>
                  <a:cubicBezTo>
                    <a:pt x="4305" y="109937"/>
                    <a:pt x="24613" y="109440"/>
                    <a:pt x="30721" y="109440"/>
                  </a:cubicBezTo>
                  <a:cubicBezTo>
                    <a:pt x="35839" y="109440"/>
                    <a:pt x="56642" y="109937"/>
                    <a:pt x="60274" y="110103"/>
                  </a:cubicBezTo>
                  <a:lnTo>
                    <a:pt x="60274" y="104137"/>
                  </a:lnTo>
                  <a:lnTo>
                    <a:pt x="54000" y="104137"/>
                  </a:lnTo>
                  <a:cubicBezTo>
                    <a:pt x="37490" y="104137"/>
                    <a:pt x="37490" y="101983"/>
                    <a:pt x="37490" y="96515"/>
                  </a:cubicBezTo>
                  <a:lnTo>
                    <a:pt x="37490"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11" name="Freeform: Shape 510">
              <a:extLst>
                <a:ext uri="{FF2B5EF4-FFF2-40B4-BE49-F238E27FC236}">
                  <a16:creationId xmlns:a16="http://schemas.microsoft.com/office/drawing/2014/main" id="{6AB1DD2B-D4A5-9970-D2BD-387EE5E8E940}"/>
                </a:ext>
              </a:extLst>
            </p:cNvPr>
            <p:cNvSpPr/>
            <p:nvPr>
              <p:custDataLst>
                <p:tags r:id="rId152"/>
              </p:custDataLst>
            </p:nvPr>
          </p:nvSpPr>
          <p:spPr>
            <a:xfrm>
              <a:off x="9348229" y="5319351"/>
              <a:ext cx="117456" cy="107234"/>
            </a:xfrm>
            <a:custGeom>
              <a:avLst/>
              <a:gdLst>
                <a:gd name="connsiteX0" fmla="*/ 72120 w 117456"/>
                <a:gd name="connsiteY0" fmla="*/ 33207 h 107234"/>
                <a:gd name="connsiteX1" fmla="*/ 95470 w 117456"/>
                <a:gd name="connsiteY1" fmla="*/ 5274 h 107234"/>
                <a:gd name="connsiteX2" fmla="*/ 107263 w 117456"/>
                <a:gd name="connsiteY2" fmla="*/ 8351 h 107234"/>
                <a:gd name="connsiteX3" fmla="*/ 95941 w 117456"/>
                <a:gd name="connsiteY3" fmla="*/ 21134 h 107234"/>
                <a:gd name="connsiteX4" fmla="*/ 104904 w 117456"/>
                <a:gd name="connsiteY4" fmla="*/ 29420 h 107234"/>
                <a:gd name="connsiteX5" fmla="*/ 117640 w 117456"/>
                <a:gd name="connsiteY5" fmla="*/ 15690 h 107234"/>
                <a:gd name="connsiteX6" fmla="*/ 95706 w 117456"/>
                <a:gd name="connsiteY6" fmla="*/ 66 h 107234"/>
                <a:gd name="connsiteX7" fmla="*/ 70941 w 117456"/>
                <a:gd name="connsiteY7" fmla="*/ 18057 h 107234"/>
                <a:gd name="connsiteX8" fmla="*/ 45468 w 117456"/>
                <a:gd name="connsiteY8" fmla="*/ 66 h 107234"/>
                <a:gd name="connsiteX9" fmla="*/ 7495 w 117456"/>
                <a:gd name="connsiteY9" fmla="*/ 36521 h 107234"/>
                <a:gd name="connsiteX10" fmla="*/ 10325 w 117456"/>
                <a:gd name="connsiteY10" fmla="*/ 38888 h 107234"/>
                <a:gd name="connsiteX11" fmla="*/ 13391 w 117456"/>
                <a:gd name="connsiteY11" fmla="*/ 36284 h 107234"/>
                <a:gd name="connsiteX12" fmla="*/ 44996 w 117456"/>
                <a:gd name="connsiteY12" fmla="*/ 5274 h 107234"/>
                <a:gd name="connsiteX13" fmla="*/ 57733 w 117456"/>
                <a:gd name="connsiteY13" fmla="*/ 21134 h 107234"/>
                <a:gd name="connsiteX14" fmla="*/ 44996 w 117456"/>
                <a:gd name="connsiteY14" fmla="*/ 77474 h 107234"/>
                <a:gd name="connsiteX15" fmla="*/ 22590 w 117456"/>
                <a:gd name="connsiteY15" fmla="*/ 102093 h 107234"/>
                <a:gd name="connsiteX16" fmla="*/ 10797 w 117456"/>
                <a:gd name="connsiteY16" fmla="*/ 99015 h 107234"/>
                <a:gd name="connsiteX17" fmla="*/ 21882 w 117456"/>
                <a:gd name="connsiteY17" fmla="*/ 86232 h 107234"/>
                <a:gd name="connsiteX18" fmla="*/ 13156 w 117456"/>
                <a:gd name="connsiteY18" fmla="*/ 77947 h 107234"/>
                <a:gd name="connsiteX19" fmla="*/ 184 w 117456"/>
                <a:gd name="connsiteY19" fmla="*/ 91677 h 107234"/>
                <a:gd name="connsiteX20" fmla="*/ 22354 w 117456"/>
                <a:gd name="connsiteY20" fmla="*/ 107301 h 107234"/>
                <a:gd name="connsiteX21" fmla="*/ 47119 w 117456"/>
                <a:gd name="connsiteY21" fmla="*/ 89310 h 107234"/>
                <a:gd name="connsiteX22" fmla="*/ 72592 w 117456"/>
                <a:gd name="connsiteY22" fmla="*/ 107301 h 107234"/>
                <a:gd name="connsiteX23" fmla="*/ 110329 w 117456"/>
                <a:gd name="connsiteY23" fmla="*/ 70846 h 107234"/>
                <a:gd name="connsiteX24" fmla="*/ 107498 w 117456"/>
                <a:gd name="connsiteY24" fmla="*/ 68478 h 107234"/>
                <a:gd name="connsiteX25" fmla="*/ 104432 w 117456"/>
                <a:gd name="connsiteY25" fmla="*/ 71082 h 107234"/>
                <a:gd name="connsiteX26" fmla="*/ 73063 w 117456"/>
                <a:gd name="connsiteY26" fmla="*/ 102093 h 107234"/>
                <a:gd name="connsiteX27" fmla="*/ 60091 w 117456"/>
                <a:gd name="connsiteY27" fmla="*/ 86469 h 107234"/>
                <a:gd name="connsiteX28" fmla="*/ 64101 w 117456"/>
                <a:gd name="connsiteY28" fmla="*/ 65638 h 107234"/>
                <a:gd name="connsiteX29" fmla="*/ 72120 w 11745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456" h="107234">
                  <a:moveTo>
                    <a:pt x="72120" y="33207"/>
                  </a:moveTo>
                  <a:cubicBezTo>
                    <a:pt x="73535" y="27052"/>
                    <a:pt x="78960" y="5274"/>
                    <a:pt x="95470" y="5274"/>
                  </a:cubicBezTo>
                  <a:cubicBezTo>
                    <a:pt x="96649" y="5274"/>
                    <a:pt x="102310" y="5274"/>
                    <a:pt x="107263" y="8351"/>
                  </a:cubicBezTo>
                  <a:cubicBezTo>
                    <a:pt x="100659" y="9535"/>
                    <a:pt x="95941" y="15453"/>
                    <a:pt x="95941" y="21134"/>
                  </a:cubicBezTo>
                  <a:cubicBezTo>
                    <a:pt x="95941" y="24922"/>
                    <a:pt x="98536" y="29420"/>
                    <a:pt x="104904" y="29420"/>
                  </a:cubicBezTo>
                  <a:cubicBezTo>
                    <a:pt x="110093" y="29420"/>
                    <a:pt x="117640" y="25159"/>
                    <a:pt x="117640" y="15690"/>
                  </a:cubicBezTo>
                  <a:cubicBezTo>
                    <a:pt x="117640" y="3380"/>
                    <a:pt x="103725" y="66"/>
                    <a:pt x="95706" y="66"/>
                  </a:cubicBezTo>
                  <a:cubicBezTo>
                    <a:pt x="82026" y="66"/>
                    <a:pt x="73771" y="12612"/>
                    <a:pt x="70941" y="18057"/>
                  </a:cubicBezTo>
                  <a:cubicBezTo>
                    <a:pt x="65044" y="2433"/>
                    <a:pt x="52308" y="66"/>
                    <a:pt x="45468" y="66"/>
                  </a:cubicBezTo>
                  <a:cubicBezTo>
                    <a:pt x="20939" y="66"/>
                    <a:pt x="7495" y="30603"/>
                    <a:pt x="7495" y="36521"/>
                  </a:cubicBezTo>
                  <a:cubicBezTo>
                    <a:pt x="7495" y="38888"/>
                    <a:pt x="9854" y="38888"/>
                    <a:pt x="10325" y="38888"/>
                  </a:cubicBezTo>
                  <a:cubicBezTo>
                    <a:pt x="12212" y="38888"/>
                    <a:pt x="12920" y="38415"/>
                    <a:pt x="13391" y="36284"/>
                  </a:cubicBezTo>
                  <a:cubicBezTo>
                    <a:pt x="21411" y="11192"/>
                    <a:pt x="36977" y="5274"/>
                    <a:pt x="44996" y="5274"/>
                  </a:cubicBezTo>
                  <a:cubicBezTo>
                    <a:pt x="49478" y="5274"/>
                    <a:pt x="57733" y="7405"/>
                    <a:pt x="57733" y="21134"/>
                  </a:cubicBezTo>
                  <a:cubicBezTo>
                    <a:pt x="57733" y="28473"/>
                    <a:pt x="53723" y="44333"/>
                    <a:pt x="44996" y="77474"/>
                  </a:cubicBezTo>
                  <a:cubicBezTo>
                    <a:pt x="41223" y="92151"/>
                    <a:pt x="32968" y="102093"/>
                    <a:pt x="22590" y="102093"/>
                  </a:cubicBezTo>
                  <a:cubicBezTo>
                    <a:pt x="21175" y="102093"/>
                    <a:pt x="15750" y="102093"/>
                    <a:pt x="10797" y="99015"/>
                  </a:cubicBezTo>
                  <a:cubicBezTo>
                    <a:pt x="16693" y="97832"/>
                    <a:pt x="21882" y="92861"/>
                    <a:pt x="21882" y="86232"/>
                  </a:cubicBezTo>
                  <a:cubicBezTo>
                    <a:pt x="21882" y="79841"/>
                    <a:pt x="16693" y="77947"/>
                    <a:pt x="13156" y="77947"/>
                  </a:cubicBezTo>
                  <a:cubicBezTo>
                    <a:pt x="6080" y="77947"/>
                    <a:pt x="184" y="84102"/>
                    <a:pt x="184" y="91677"/>
                  </a:cubicBezTo>
                  <a:cubicBezTo>
                    <a:pt x="184" y="102566"/>
                    <a:pt x="11976" y="107301"/>
                    <a:pt x="22354" y="107301"/>
                  </a:cubicBezTo>
                  <a:cubicBezTo>
                    <a:pt x="37921" y="107301"/>
                    <a:pt x="46411" y="90730"/>
                    <a:pt x="47119" y="89310"/>
                  </a:cubicBezTo>
                  <a:cubicBezTo>
                    <a:pt x="49949" y="98069"/>
                    <a:pt x="58440" y="107301"/>
                    <a:pt x="72592" y="107301"/>
                  </a:cubicBezTo>
                  <a:cubicBezTo>
                    <a:pt x="96885" y="107301"/>
                    <a:pt x="110329" y="76764"/>
                    <a:pt x="110329" y="70846"/>
                  </a:cubicBezTo>
                  <a:cubicBezTo>
                    <a:pt x="110329" y="68478"/>
                    <a:pt x="108206" y="68478"/>
                    <a:pt x="107498" y="68478"/>
                  </a:cubicBezTo>
                  <a:cubicBezTo>
                    <a:pt x="105376" y="68478"/>
                    <a:pt x="104904" y="69425"/>
                    <a:pt x="104432" y="71082"/>
                  </a:cubicBezTo>
                  <a:cubicBezTo>
                    <a:pt x="96649" y="96411"/>
                    <a:pt x="80611" y="102093"/>
                    <a:pt x="73063" y="102093"/>
                  </a:cubicBezTo>
                  <a:cubicBezTo>
                    <a:pt x="63865" y="102093"/>
                    <a:pt x="60091" y="94518"/>
                    <a:pt x="60091" y="86469"/>
                  </a:cubicBezTo>
                  <a:cubicBezTo>
                    <a:pt x="60091" y="81261"/>
                    <a:pt x="61506" y="76054"/>
                    <a:pt x="64101" y="65638"/>
                  </a:cubicBezTo>
                  <a:lnTo>
                    <a:pt x="72120"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 name="Freeform: Shape 63">
              <a:extLst>
                <a:ext uri="{FF2B5EF4-FFF2-40B4-BE49-F238E27FC236}">
                  <a16:creationId xmlns:a16="http://schemas.microsoft.com/office/drawing/2014/main" id="{D8CECEAC-8FF3-2782-5BEB-1677C883604D}"/>
                </a:ext>
              </a:extLst>
            </p:cNvPr>
            <p:cNvSpPr/>
            <p:nvPr>
              <p:custDataLst>
                <p:tags r:id="rId153"/>
              </p:custDataLst>
            </p:nvPr>
          </p:nvSpPr>
          <p:spPr>
            <a:xfrm>
              <a:off x="9483947" y="5349628"/>
              <a:ext cx="50025" cy="111518"/>
            </a:xfrm>
            <a:custGeom>
              <a:avLst/>
              <a:gdLst>
                <a:gd name="connsiteX0" fmla="*/ 45922 w 50025"/>
                <a:gd name="connsiteY0" fmla="*/ 6365 h 111518"/>
                <a:gd name="connsiteX1" fmla="*/ 39318 w 50025"/>
                <a:gd name="connsiteY1" fmla="*/ 68 h 111518"/>
                <a:gd name="connsiteX2" fmla="*/ 30072 w 50025"/>
                <a:gd name="connsiteY2" fmla="*/ 9181 h 111518"/>
                <a:gd name="connsiteX3" fmla="*/ 36676 w 50025"/>
                <a:gd name="connsiteY3" fmla="*/ 15478 h 111518"/>
                <a:gd name="connsiteX4" fmla="*/ 45922 w 50025"/>
                <a:gd name="connsiteY4" fmla="*/ 6365 h 111518"/>
                <a:gd name="connsiteX5" fmla="*/ 12242 w 50025"/>
                <a:gd name="connsiteY5" fmla="*/ 90542 h 111518"/>
                <a:gd name="connsiteX6" fmla="*/ 10756 w 50025"/>
                <a:gd name="connsiteY6" fmla="*/ 97502 h 111518"/>
                <a:gd name="connsiteX7" fmla="*/ 26440 w 50025"/>
                <a:gd name="connsiteY7" fmla="*/ 111587 h 111518"/>
                <a:gd name="connsiteX8" fmla="*/ 50214 w 50025"/>
                <a:gd name="connsiteY8" fmla="*/ 86234 h 111518"/>
                <a:gd name="connsiteX9" fmla="*/ 47573 w 50025"/>
                <a:gd name="connsiteY9" fmla="*/ 84080 h 111518"/>
                <a:gd name="connsiteX10" fmla="*/ 44436 w 50025"/>
                <a:gd name="connsiteY10" fmla="*/ 86897 h 111518"/>
                <a:gd name="connsiteX11" fmla="*/ 26935 w 50025"/>
                <a:gd name="connsiteY11" fmla="*/ 106947 h 111518"/>
                <a:gd name="connsiteX12" fmla="*/ 22808 w 50025"/>
                <a:gd name="connsiteY12" fmla="*/ 101147 h 111518"/>
                <a:gd name="connsiteX13" fmla="*/ 25449 w 50025"/>
                <a:gd name="connsiteY13" fmla="*/ 90542 h 111518"/>
                <a:gd name="connsiteX14" fmla="*/ 30733 w 50025"/>
                <a:gd name="connsiteY14" fmla="*/ 77286 h 111518"/>
                <a:gd name="connsiteX15" fmla="*/ 38823 w 50025"/>
                <a:gd name="connsiteY15" fmla="*/ 56242 h 111518"/>
                <a:gd name="connsiteX16" fmla="*/ 39813 w 50025"/>
                <a:gd name="connsiteY16" fmla="*/ 50939 h 111518"/>
                <a:gd name="connsiteX17" fmla="*/ 24129 w 50025"/>
                <a:gd name="connsiteY17" fmla="*/ 36854 h 111518"/>
                <a:gd name="connsiteX18" fmla="*/ 189 w 50025"/>
                <a:gd name="connsiteY18" fmla="*/ 62207 h 111518"/>
                <a:gd name="connsiteX19" fmla="*/ 2996 w 50025"/>
                <a:gd name="connsiteY19" fmla="*/ 64361 h 111518"/>
                <a:gd name="connsiteX20" fmla="*/ 5968 w 50025"/>
                <a:gd name="connsiteY20" fmla="*/ 61710 h 111518"/>
                <a:gd name="connsiteX21" fmla="*/ 23633 w 50025"/>
                <a:gd name="connsiteY21" fmla="*/ 41494 h 111518"/>
                <a:gd name="connsiteX22" fmla="*/ 27761 w 50025"/>
                <a:gd name="connsiteY22" fmla="*/ 47293 h 111518"/>
                <a:gd name="connsiteX23" fmla="*/ 22643 w 50025"/>
                <a:gd name="connsiteY23" fmla="*/ 63864 h 111518"/>
                <a:gd name="connsiteX24" fmla="*/ 12242 w 50025"/>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025" h="111518">
                  <a:moveTo>
                    <a:pt x="45922" y="6365"/>
                  </a:moveTo>
                  <a:cubicBezTo>
                    <a:pt x="45922" y="3713"/>
                    <a:pt x="43941" y="68"/>
                    <a:pt x="39318" y="68"/>
                  </a:cubicBezTo>
                  <a:cubicBezTo>
                    <a:pt x="34860" y="68"/>
                    <a:pt x="30072" y="4376"/>
                    <a:pt x="30072" y="9181"/>
                  </a:cubicBezTo>
                  <a:cubicBezTo>
                    <a:pt x="30072" y="11998"/>
                    <a:pt x="32219" y="15478"/>
                    <a:pt x="36676" y="15478"/>
                  </a:cubicBezTo>
                  <a:cubicBezTo>
                    <a:pt x="41464" y="15478"/>
                    <a:pt x="45922" y="10839"/>
                    <a:pt x="45922" y="6365"/>
                  </a:cubicBezTo>
                  <a:close/>
                  <a:moveTo>
                    <a:pt x="12242" y="90542"/>
                  </a:moveTo>
                  <a:cubicBezTo>
                    <a:pt x="11581" y="92696"/>
                    <a:pt x="10756" y="94685"/>
                    <a:pt x="10756" y="97502"/>
                  </a:cubicBezTo>
                  <a:cubicBezTo>
                    <a:pt x="10756" y="105290"/>
                    <a:pt x="17360" y="111587"/>
                    <a:pt x="26440" y="111587"/>
                  </a:cubicBezTo>
                  <a:cubicBezTo>
                    <a:pt x="42950" y="111587"/>
                    <a:pt x="50214" y="88720"/>
                    <a:pt x="50214" y="86234"/>
                  </a:cubicBezTo>
                  <a:cubicBezTo>
                    <a:pt x="50214" y="84080"/>
                    <a:pt x="48068" y="84080"/>
                    <a:pt x="47573" y="84080"/>
                  </a:cubicBezTo>
                  <a:cubicBezTo>
                    <a:pt x="45261" y="84080"/>
                    <a:pt x="45096" y="85074"/>
                    <a:pt x="44436" y="86897"/>
                  </a:cubicBezTo>
                  <a:cubicBezTo>
                    <a:pt x="40639" y="100153"/>
                    <a:pt x="33374" y="106947"/>
                    <a:pt x="26935" y="106947"/>
                  </a:cubicBezTo>
                  <a:cubicBezTo>
                    <a:pt x="23633" y="106947"/>
                    <a:pt x="22808" y="104793"/>
                    <a:pt x="22808" y="101147"/>
                  </a:cubicBezTo>
                  <a:cubicBezTo>
                    <a:pt x="22808" y="97336"/>
                    <a:pt x="23964" y="94188"/>
                    <a:pt x="25449" y="90542"/>
                  </a:cubicBezTo>
                  <a:cubicBezTo>
                    <a:pt x="27100" y="86068"/>
                    <a:pt x="28917" y="81594"/>
                    <a:pt x="30733" y="77286"/>
                  </a:cubicBezTo>
                  <a:cubicBezTo>
                    <a:pt x="32219" y="73309"/>
                    <a:pt x="38162" y="58230"/>
                    <a:pt x="38823" y="56242"/>
                  </a:cubicBezTo>
                  <a:cubicBezTo>
                    <a:pt x="39318" y="54584"/>
                    <a:pt x="39813" y="52596"/>
                    <a:pt x="39813" y="50939"/>
                  </a:cubicBezTo>
                  <a:cubicBezTo>
                    <a:pt x="39813" y="43151"/>
                    <a:pt x="33209" y="36854"/>
                    <a:pt x="24129" y="36854"/>
                  </a:cubicBezTo>
                  <a:cubicBezTo>
                    <a:pt x="7784" y="36854"/>
                    <a:pt x="189" y="59390"/>
                    <a:pt x="189" y="62207"/>
                  </a:cubicBezTo>
                  <a:cubicBezTo>
                    <a:pt x="189" y="64361"/>
                    <a:pt x="2501" y="64361"/>
                    <a:pt x="2996" y="64361"/>
                  </a:cubicBezTo>
                  <a:cubicBezTo>
                    <a:pt x="5307" y="64361"/>
                    <a:pt x="5472" y="63533"/>
                    <a:pt x="5968" y="61710"/>
                  </a:cubicBezTo>
                  <a:cubicBezTo>
                    <a:pt x="10260" y="47459"/>
                    <a:pt x="17525" y="41494"/>
                    <a:pt x="23633" y="41494"/>
                  </a:cubicBezTo>
                  <a:cubicBezTo>
                    <a:pt x="26275" y="41494"/>
                    <a:pt x="27761" y="42819"/>
                    <a:pt x="27761" y="47293"/>
                  </a:cubicBezTo>
                  <a:cubicBezTo>
                    <a:pt x="27761" y="51105"/>
                    <a:pt x="26770" y="53590"/>
                    <a:pt x="22643" y="63864"/>
                  </a:cubicBezTo>
                  <a:lnTo>
                    <a:pt x="1224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 name="Freeform: Shape 64">
              <a:extLst>
                <a:ext uri="{FF2B5EF4-FFF2-40B4-BE49-F238E27FC236}">
                  <a16:creationId xmlns:a16="http://schemas.microsoft.com/office/drawing/2014/main" id="{1C23D42D-3734-A7EE-A34C-721339DDDB76}"/>
                </a:ext>
              </a:extLst>
            </p:cNvPr>
            <p:cNvSpPr/>
            <p:nvPr>
              <p:custDataLst>
                <p:tags r:id="rId154"/>
              </p:custDataLst>
            </p:nvPr>
          </p:nvSpPr>
          <p:spPr>
            <a:xfrm>
              <a:off x="9568155" y="5246442"/>
              <a:ext cx="54718" cy="236720"/>
            </a:xfrm>
            <a:custGeom>
              <a:avLst/>
              <a:gdLst>
                <a:gd name="connsiteX0" fmla="*/ 54911 w 54718"/>
                <a:gd name="connsiteY0" fmla="*/ 118426 h 236720"/>
                <a:gd name="connsiteX1" fmla="*/ 39345 w 54718"/>
                <a:gd name="connsiteY1" fmla="*/ 44570 h 236720"/>
                <a:gd name="connsiteX2" fmla="*/ 2551 w 54718"/>
                <a:gd name="connsiteY2" fmla="*/ 66 h 236720"/>
                <a:gd name="connsiteX3" fmla="*/ 193 w 54718"/>
                <a:gd name="connsiteY3" fmla="*/ 2433 h 236720"/>
                <a:gd name="connsiteX4" fmla="*/ 4674 w 54718"/>
                <a:gd name="connsiteY4" fmla="*/ 7878 h 236720"/>
                <a:gd name="connsiteX5" fmla="*/ 41232 w 54718"/>
                <a:gd name="connsiteY5" fmla="*/ 118426 h 236720"/>
                <a:gd name="connsiteX6" fmla="*/ 3259 w 54718"/>
                <a:gd name="connsiteY6" fmla="*/ 230395 h 236720"/>
                <a:gd name="connsiteX7" fmla="*/ 193 w 54718"/>
                <a:gd name="connsiteY7" fmla="*/ 234419 h 236720"/>
                <a:gd name="connsiteX8" fmla="*/ 2551 w 54718"/>
                <a:gd name="connsiteY8" fmla="*/ 236787 h 236720"/>
                <a:gd name="connsiteX9" fmla="*/ 40052 w 54718"/>
                <a:gd name="connsiteY9" fmla="*/ 190626 h 236720"/>
                <a:gd name="connsiteX10" fmla="*/ 54911 w 54718"/>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18" h="236720">
                  <a:moveTo>
                    <a:pt x="54911" y="118426"/>
                  </a:moveTo>
                  <a:cubicBezTo>
                    <a:pt x="54911" y="99962"/>
                    <a:pt x="52317" y="71319"/>
                    <a:pt x="39345" y="44570"/>
                  </a:cubicBezTo>
                  <a:cubicBezTo>
                    <a:pt x="25193" y="15453"/>
                    <a:pt x="4910" y="66"/>
                    <a:pt x="2551" y="66"/>
                  </a:cubicBezTo>
                  <a:cubicBezTo>
                    <a:pt x="1136" y="66"/>
                    <a:pt x="193" y="1013"/>
                    <a:pt x="193" y="2433"/>
                  </a:cubicBezTo>
                  <a:cubicBezTo>
                    <a:pt x="193" y="3144"/>
                    <a:pt x="193" y="3617"/>
                    <a:pt x="4674" y="7878"/>
                  </a:cubicBezTo>
                  <a:cubicBezTo>
                    <a:pt x="27788" y="31313"/>
                    <a:pt x="41232" y="68952"/>
                    <a:pt x="41232" y="118426"/>
                  </a:cubicBezTo>
                  <a:cubicBezTo>
                    <a:pt x="41232" y="158906"/>
                    <a:pt x="32505" y="200568"/>
                    <a:pt x="3259" y="230395"/>
                  </a:cubicBezTo>
                  <a:cubicBezTo>
                    <a:pt x="193" y="233236"/>
                    <a:pt x="193" y="233709"/>
                    <a:pt x="193" y="234419"/>
                  </a:cubicBezTo>
                  <a:cubicBezTo>
                    <a:pt x="193" y="235840"/>
                    <a:pt x="1136" y="236787"/>
                    <a:pt x="2551" y="236787"/>
                  </a:cubicBezTo>
                  <a:cubicBezTo>
                    <a:pt x="4910" y="236787"/>
                    <a:pt x="26137" y="220690"/>
                    <a:pt x="40052" y="190626"/>
                  </a:cubicBezTo>
                  <a:cubicBezTo>
                    <a:pt x="52081" y="164587"/>
                    <a:pt x="54911" y="138311"/>
                    <a:pt x="54911"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 name="Freeform: Shape 65">
              <a:extLst>
                <a:ext uri="{FF2B5EF4-FFF2-40B4-BE49-F238E27FC236}">
                  <a16:creationId xmlns:a16="http://schemas.microsoft.com/office/drawing/2014/main" id="{C22E83CA-8B55-5404-6F52-96660BF6A873}"/>
                </a:ext>
              </a:extLst>
            </p:cNvPr>
            <p:cNvSpPr/>
            <p:nvPr>
              <p:custDataLst>
                <p:tags r:id="rId155"/>
              </p:custDataLst>
            </p:nvPr>
          </p:nvSpPr>
          <p:spPr>
            <a:xfrm>
              <a:off x="9725156" y="5337106"/>
              <a:ext cx="156844" cy="55392"/>
            </a:xfrm>
            <a:custGeom>
              <a:avLst/>
              <a:gdLst>
                <a:gd name="connsiteX0" fmla="*/ 149025 w 156844"/>
                <a:gd name="connsiteY0" fmla="*/ 9535 h 55392"/>
                <a:gd name="connsiteX1" fmla="*/ 157044 w 156844"/>
                <a:gd name="connsiteY1" fmla="*/ 4801 h 55392"/>
                <a:gd name="connsiteX2" fmla="*/ 149261 w 156844"/>
                <a:gd name="connsiteY2" fmla="*/ 66 h 55392"/>
                <a:gd name="connsiteX3" fmla="*/ 7982 w 156844"/>
                <a:gd name="connsiteY3" fmla="*/ 66 h 55392"/>
                <a:gd name="connsiteX4" fmla="*/ 199 w 156844"/>
                <a:gd name="connsiteY4" fmla="*/ 4801 h 55392"/>
                <a:gd name="connsiteX5" fmla="*/ 8218 w 156844"/>
                <a:gd name="connsiteY5" fmla="*/ 9535 h 55392"/>
                <a:gd name="connsiteX6" fmla="*/ 149025 w 156844"/>
                <a:gd name="connsiteY6" fmla="*/ 9535 h 55392"/>
                <a:gd name="connsiteX7" fmla="*/ 149261 w 156844"/>
                <a:gd name="connsiteY7" fmla="*/ 55459 h 55392"/>
                <a:gd name="connsiteX8" fmla="*/ 157044 w 156844"/>
                <a:gd name="connsiteY8" fmla="*/ 50724 h 55392"/>
                <a:gd name="connsiteX9" fmla="*/ 149025 w 156844"/>
                <a:gd name="connsiteY9" fmla="*/ 45990 h 55392"/>
                <a:gd name="connsiteX10" fmla="*/ 8218 w 156844"/>
                <a:gd name="connsiteY10" fmla="*/ 45990 h 55392"/>
                <a:gd name="connsiteX11" fmla="*/ 199 w 156844"/>
                <a:gd name="connsiteY11" fmla="*/ 50724 h 55392"/>
                <a:gd name="connsiteX12" fmla="*/ 7982 w 156844"/>
                <a:gd name="connsiteY12" fmla="*/ 55459 h 55392"/>
                <a:gd name="connsiteX13" fmla="*/ 149261 w 156844"/>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844" h="55392">
                  <a:moveTo>
                    <a:pt x="149025" y="9535"/>
                  </a:moveTo>
                  <a:cubicBezTo>
                    <a:pt x="152563" y="9535"/>
                    <a:pt x="157044" y="9535"/>
                    <a:pt x="157044" y="4801"/>
                  </a:cubicBezTo>
                  <a:cubicBezTo>
                    <a:pt x="157044" y="66"/>
                    <a:pt x="152563" y="66"/>
                    <a:pt x="149261" y="66"/>
                  </a:cubicBezTo>
                  <a:lnTo>
                    <a:pt x="7982" y="66"/>
                  </a:lnTo>
                  <a:cubicBezTo>
                    <a:pt x="4680" y="66"/>
                    <a:pt x="199" y="66"/>
                    <a:pt x="199" y="4801"/>
                  </a:cubicBezTo>
                  <a:cubicBezTo>
                    <a:pt x="199" y="9535"/>
                    <a:pt x="4680" y="9535"/>
                    <a:pt x="8218" y="9535"/>
                  </a:cubicBezTo>
                  <a:lnTo>
                    <a:pt x="149025" y="9535"/>
                  </a:lnTo>
                  <a:close/>
                  <a:moveTo>
                    <a:pt x="149261" y="55459"/>
                  </a:moveTo>
                  <a:cubicBezTo>
                    <a:pt x="152563" y="55459"/>
                    <a:pt x="157044" y="55459"/>
                    <a:pt x="157044" y="50724"/>
                  </a:cubicBezTo>
                  <a:cubicBezTo>
                    <a:pt x="157044" y="45990"/>
                    <a:pt x="152563" y="45990"/>
                    <a:pt x="149025" y="45990"/>
                  </a:cubicBezTo>
                  <a:lnTo>
                    <a:pt x="8218" y="45990"/>
                  </a:lnTo>
                  <a:cubicBezTo>
                    <a:pt x="4680" y="45990"/>
                    <a:pt x="199" y="45990"/>
                    <a:pt x="199" y="50724"/>
                  </a:cubicBezTo>
                  <a:cubicBezTo>
                    <a:pt x="199" y="55459"/>
                    <a:pt x="4680" y="55459"/>
                    <a:pt x="7982" y="55459"/>
                  </a:cubicBezTo>
                  <a:lnTo>
                    <a:pt x="149261"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7" name="Freeform: Shape 66">
              <a:extLst>
                <a:ext uri="{FF2B5EF4-FFF2-40B4-BE49-F238E27FC236}">
                  <a16:creationId xmlns:a16="http://schemas.microsoft.com/office/drawing/2014/main" id="{30C9D310-D3D2-0B61-DDCD-A0D3DC3BA009}"/>
                </a:ext>
              </a:extLst>
            </p:cNvPr>
            <p:cNvSpPr/>
            <p:nvPr>
              <p:custDataLst>
                <p:tags r:id="rId156"/>
              </p:custDataLst>
            </p:nvPr>
          </p:nvSpPr>
          <p:spPr>
            <a:xfrm>
              <a:off x="9970105" y="5266326"/>
              <a:ext cx="99295" cy="162863"/>
            </a:xfrm>
            <a:custGeom>
              <a:avLst/>
              <a:gdLst>
                <a:gd name="connsiteX0" fmla="*/ 99505 w 99295"/>
                <a:gd name="connsiteY0" fmla="*/ 81972 h 162863"/>
                <a:gd name="connsiteX1" fmla="*/ 90071 w 99295"/>
                <a:gd name="connsiteY1" fmla="*/ 26579 h 162863"/>
                <a:gd name="connsiteX2" fmla="*/ 49975 w 99295"/>
                <a:gd name="connsiteY2" fmla="*/ 66 h 162863"/>
                <a:gd name="connsiteX3" fmla="*/ 8936 w 99295"/>
                <a:gd name="connsiteY3" fmla="*/ 28236 h 162863"/>
                <a:gd name="connsiteX4" fmla="*/ 210 w 99295"/>
                <a:gd name="connsiteY4" fmla="*/ 81972 h 162863"/>
                <a:gd name="connsiteX5" fmla="*/ 10823 w 99295"/>
                <a:gd name="connsiteY5" fmla="*/ 139021 h 162863"/>
                <a:gd name="connsiteX6" fmla="*/ 49740 w 99295"/>
                <a:gd name="connsiteY6" fmla="*/ 162930 h 162863"/>
                <a:gd name="connsiteX7" fmla="*/ 90779 w 99295"/>
                <a:gd name="connsiteY7" fmla="*/ 135470 h 162863"/>
                <a:gd name="connsiteX8" fmla="*/ 99505 w 99295"/>
                <a:gd name="connsiteY8" fmla="*/ 81972 h 162863"/>
                <a:gd name="connsiteX9" fmla="*/ 49740 w 99295"/>
                <a:gd name="connsiteY9" fmla="*/ 157722 h 162863"/>
                <a:gd name="connsiteX10" fmla="*/ 22380 w 99295"/>
                <a:gd name="connsiteY10" fmla="*/ 129079 h 162863"/>
                <a:gd name="connsiteX11" fmla="*/ 19786 w 99295"/>
                <a:gd name="connsiteY11" fmla="*/ 79131 h 162863"/>
                <a:gd name="connsiteX12" fmla="*/ 21673 w 99295"/>
                <a:gd name="connsiteY12" fmla="*/ 35574 h 162863"/>
                <a:gd name="connsiteX13" fmla="*/ 49740 w 99295"/>
                <a:gd name="connsiteY13" fmla="*/ 5274 h 162863"/>
                <a:gd name="connsiteX14" fmla="*/ 77571 w 99295"/>
                <a:gd name="connsiteY14" fmla="*/ 32970 h 162863"/>
                <a:gd name="connsiteX15" fmla="*/ 79929 w 99295"/>
                <a:gd name="connsiteY15" fmla="*/ 79131 h 162863"/>
                <a:gd name="connsiteX16" fmla="*/ 77335 w 99295"/>
                <a:gd name="connsiteY16" fmla="*/ 128132 h 162863"/>
                <a:gd name="connsiteX17" fmla="*/ 49740 w 99295"/>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295" h="162863">
                  <a:moveTo>
                    <a:pt x="99505" y="81972"/>
                  </a:moveTo>
                  <a:cubicBezTo>
                    <a:pt x="99505" y="63034"/>
                    <a:pt x="98326" y="44096"/>
                    <a:pt x="90071" y="26579"/>
                  </a:cubicBezTo>
                  <a:cubicBezTo>
                    <a:pt x="79222" y="3854"/>
                    <a:pt x="59881" y="66"/>
                    <a:pt x="49975" y="66"/>
                  </a:cubicBezTo>
                  <a:cubicBezTo>
                    <a:pt x="35824" y="66"/>
                    <a:pt x="18607" y="6221"/>
                    <a:pt x="8936" y="28236"/>
                  </a:cubicBezTo>
                  <a:cubicBezTo>
                    <a:pt x="1389" y="44570"/>
                    <a:pt x="210" y="63034"/>
                    <a:pt x="210" y="81972"/>
                  </a:cubicBezTo>
                  <a:cubicBezTo>
                    <a:pt x="210" y="99726"/>
                    <a:pt x="1153" y="121030"/>
                    <a:pt x="10823" y="139021"/>
                  </a:cubicBezTo>
                  <a:cubicBezTo>
                    <a:pt x="20965" y="158195"/>
                    <a:pt x="38183" y="162930"/>
                    <a:pt x="49740" y="162930"/>
                  </a:cubicBezTo>
                  <a:cubicBezTo>
                    <a:pt x="62476" y="162930"/>
                    <a:pt x="80401" y="157959"/>
                    <a:pt x="90779" y="135470"/>
                  </a:cubicBezTo>
                  <a:cubicBezTo>
                    <a:pt x="98326" y="119137"/>
                    <a:pt x="99505" y="100672"/>
                    <a:pt x="99505" y="81972"/>
                  </a:cubicBezTo>
                  <a:close/>
                  <a:moveTo>
                    <a:pt x="49740" y="157722"/>
                  </a:moveTo>
                  <a:cubicBezTo>
                    <a:pt x="40541" y="157722"/>
                    <a:pt x="26626" y="151804"/>
                    <a:pt x="22380" y="129079"/>
                  </a:cubicBezTo>
                  <a:cubicBezTo>
                    <a:pt x="19786" y="114876"/>
                    <a:pt x="19786" y="93097"/>
                    <a:pt x="19786" y="79131"/>
                  </a:cubicBezTo>
                  <a:cubicBezTo>
                    <a:pt x="19786" y="63981"/>
                    <a:pt x="19786" y="48357"/>
                    <a:pt x="21673" y="35574"/>
                  </a:cubicBezTo>
                  <a:cubicBezTo>
                    <a:pt x="26154" y="7405"/>
                    <a:pt x="43843" y="5274"/>
                    <a:pt x="49740" y="5274"/>
                  </a:cubicBezTo>
                  <a:cubicBezTo>
                    <a:pt x="57523" y="5274"/>
                    <a:pt x="73089" y="9535"/>
                    <a:pt x="77571" y="32970"/>
                  </a:cubicBezTo>
                  <a:cubicBezTo>
                    <a:pt x="79929" y="46227"/>
                    <a:pt x="79929" y="64217"/>
                    <a:pt x="79929" y="79131"/>
                  </a:cubicBezTo>
                  <a:cubicBezTo>
                    <a:pt x="79929" y="96885"/>
                    <a:pt x="79929" y="112982"/>
                    <a:pt x="77335" y="128132"/>
                  </a:cubicBezTo>
                  <a:cubicBezTo>
                    <a:pt x="73797" y="150620"/>
                    <a:pt x="60353" y="157722"/>
                    <a:pt x="49740"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68" name="Group 67">
            <a:extLst>
              <a:ext uri="{FF2B5EF4-FFF2-40B4-BE49-F238E27FC236}">
                <a16:creationId xmlns:a16="http://schemas.microsoft.com/office/drawing/2014/main" id="{092D03A6-2DF3-92C6-D694-FE1B668880B2}"/>
              </a:ext>
            </a:extLst>
          </p:cNvPr>
          <p:cNvGrpSpPr>
            <a:grpSpLocks noChangeAspect="1"/>
          </p:cNvGrpSpPr>
          <p:nvPr>
            <p:custDataLst>
              <p:tags r:id="rId8"/>
            </p:custDataLst>
          </p:nvPr>
        </p:nvGrpSpPr>
        <p:grpSpPr>
          <a:xfrm>
            <a:off x="4259061" y="4413285"/>
            <a:ext cx="3541274" cy="507899"/>
            <a:chOff x="6837906" y="5773143"/>
            <a:chExt cx="3541274" cy="507899"/>
          </a:xfrm>
        </p:grpSpPr>
        <p:sp>
          <p:nvSpPr>
            <p:cNvPr id="69" name="Freeform: Shape 68">
              <a:extLst>
                <a:ext uri="{FF2B5EF4-FFF2-40B4-BE49-F238E27FC236}">
                  <a16:creationId xmlns:a16="http://schemas.microsoft.com/office/drawing/2014/main" id="{AE817590-835D-80E8-114C-8725E08FEFAE}"/>
                </a:ext>
              </a:extLst>
            </p:cNvPr>
            <p:cNvSpPr/>
            <p:nvPr>
              <p:custDataLst>
                <p:tags r:id="rId88"/>
              </p:custDataLst>
            </p:nvPr>
          </p:nvSpPr>
          <p:spPr>
            <a:xfrm>
              <a:off x="6867347" y="5867872"/>
              <a:ext cx="60417" cy="110027"/>
            </a:xfrm>
            <a:custGeom>
              <a:avLst/>
              <a:gdLst>
                <a:gd name="connsiteX0" fmla="*/ 37590 w 60417"/>
                <a:gd name="connsiteY0" fmla="*/ 4702 h 110027"/>
                <a:gd name="connsiteX1" fmla="*/ 32611 w 60417"/>
                <a:gd name="connsiteY1" fmla="*/ 62 h 110027"/>
                <a:gd name="connsiteX2" fmla="*/ 78 w 60417"/>
                <a:gd name="connsiteY2" fmla="*/ 10667 h 110027"/>
                <a:gd name="connsiteX3" fmla="*/ 78 w 60417"/>
                <a:gd name="connsiteY3" fmla="*/ 16633 h 110027"/>
                <a:gd name="connsiteX4" fmla="*/ 24146 w 60417"/>
                <a:gd name="connsiteY4" fmla="*/ 11993 h 110027"/>
                <a:gd name="connsiteX5" fmla="*/ 24146 w 60417"/>
                <a:gd name="connsiteY5" fmla="*/ 96502 h 110027"/>
                <a:gd name="connsiteX6" fmla="*/ 7548 w 60417"/>
                <a:gd name="connsiteY6" fmla="*/ 104125 h 110027"/>
                <a:gd name="connsiteX7" fmla="*/ 1240 w 60417"/>
                <a:gd name="connsiteY7" fmla="*/ 104125 h 110027"/>
                <a:gd name="connsiteX8" fmla="*/ 1240 w 60417"/>
                <a:gd name="connsiteY8" fmla="*/ 110090 h 110027"/>
                <a:gd name="connsiteX9" fmla="*/ 30785 w 60417"/>
                <a:gd name="connsiteY9" fmla="*/ 109427 h 110027"/>
                <a:gd name="connsiteX10" fmla="*/ 60496 w 60417"/>
                <a:gd name="connsiteY10" fmla="*/ 110090 h 110027"/>
                <a:gd name="connsiteX11" fmla="*/ 60496 w 60417"/>
                <a:gd name="connsiteY11" fmla="*/ 104125 h 110027"/>
                <a:gd name="connsiteX12" fmla="*/ 54189 w 60417"/>
                <a:gd name="connsiteY12" fmla="*/ 104125 h 110027"/>
                <a:gd name="connsiteX13" fmla="*/ 37590 w 60417"/>
                <a:gd name="connsiteY13" fmla="*/ 96502 h 110027"/>
                <a:gd name="connsiteX14" fmla="*/ 37590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590" y="4702"/>
                  </a:moveTo>
                  <a:cubicBezTo>
                    <a:pt x="37590" y="228"/>
                    <a:pt x="37258" y="62"/>
                    <a:pt x="32611" y="62"/>
                  </a:cubicBezTo>
                  <a:cubicBezTo>
                    <a:pt x="21988" y="10502"/>
                    <a:pt x="6884" y="10667"/>
                    <a:pt x="78" y="10667"/>
                  </a:cubicBezTo>
                  <a:lnTo>
                    <a:pt x="78" y="16633"/>
                  </a:lnTo>
                  <a:cubicBezTo>
                    <a:pt x="4062" y="16633"/>
                    <a:pt x="15017" y="16633"/>
                    <a:pt x="24146" y="11993"/>
                  </a:cubicBezTo>
                  <a:lnTo>
                    <a:pt x="24146" y="96502"/>
                  </a:lnTo>
                  <a:cubicBezTo>
                    <a:pt x="24146" y="101970"/>
                    <a:pt x="24146" y="104125"/>
                    <a:pt x="7548" y="104125"/>
                  </a:cubicBezTo>
                  <a:lnTo>
                    <a:pt x="1240" y="104125"/>
                  </a:lnTo>
                  <a:lnTo>
                    <a:pt x="1240" y="110090"/>
                  </a:lnTo>
                  <a:cubicBezTo>
                    <a:pt x="4228" y="109924"/>
                    <a:pt x="24644" y="109427"/>
                    <a:pt x="30785" y="109427"/>
                  </a:cubicBezTo>
                  <a:cubicBezTo>
                    <a:pt x="35931" y="109427"/>
                    <a:pt x="56844" y="109924"/>
                    <a:pt x="60496" y="110090"/>
                  </a:cubicBezTo>
                  <a:lnTo>
                    <a:pt x="60496" y="104125"/>
                  </a:lnTo>
                  <a:lnTo>
                    <a:pt x="54189" y="104125"/>
                  </a:lnTo>
                  <a:cubicBezTo>
                    <a:pt x="37590" y="104125"/>
                    <a:pt x="37590" y="101970"/>
                    <a:pt x="37590" y="96502"/>
                  </a:cubicBezTo>
                  <a:lnTo>
                    <a:pt x="37590"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1" name="Freeform: Shape 70">
              <a:extLst>
                <a:ext uri="{FF2B5EF4-FFF2-40B4-BE49-F238E27FC236}">
                  <a16:creationId xmlns:a16="http://schemas.microsoft.com/office/drawing/2014/main" id="{BA940C14-100C-7F6D-B26A-5A6C7BB20D22}"/>
                </a:ext>
              </a:extLst>
            </p:cNvPr>
            <p:cNvSpPr/>
            <p:nvPr>
              <p:custDataLst>
                <p:tags r:id="rId89"/>
              </p:custDataLst>
            </p:nvPr>
          </p:nvSpPr>
          <p:spPr>
            <a:xfrm>
              <a:off x="6837906" y="6007189"/>
              <a:ext cx="117215" cy="9468"/>
            </a:xfrm>
            <a:custGeom>
              <a:avLst/>
              <a:gdLst>
                <a:gd name="connsiteX0" fmla="*/ 0 w 117215"/>
                <a:gd name="connsiteY0" fmla="*/ 0 h 9468"/>
                <a:gd name="connsiteX1" fmla="*/ 117215 w 117215"/>
                <a:gd name="connsiteY1" fmla="*/ 0 h 9468"/>
                <a:gd name="connsiteX2" fmla="*/ 117215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5" y="0"/>
                  </a:lnTo>
                  <a:lnTo>
                    <a:pt x="11721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2" name="Freeform: Shape 71">
              <a:extLst>
                <a:ext uri="{FF2B5EF4-FFF2-40B4-BE49-F238E27FC236}">
                  <a16:creationId xmlns:a16="http://schemas.microsoft.com/office/drawing/2014/main" id="{A978CE84-5A8C-C93F-2F47-F38C363B8F1D}"/>
                </a:ext>
              </a:extLst>
            </p:cNvPr>
            <p:cNvSpPr/>
            <p:nvPr>
              <p:custDataLst>
                <p:tags r:id="rId90"/>
              </p:custDataLst>
            </p:nvPr>
          </p:nvSpPr>
          <p:spPr>
            <a:xfrm>
              <a:off x="6845707" y="6079659"/>
              <a:ext cx="101415" cy="74732"/>
            </a:xfrm>
            <a:custGeom>
              <a:avLst/>
              <a:gdLst>
                <a:gd name="connsiteX0" fmla="*/ 12527 w 101415"/>
                <a:gd name="connsiteY0" fmla="*/ 62706 h 74732"/>
                <a:gd name="connsiteX1" fmla="*/ 10867 w 101415"/>
                <a:gd name="connsiteY1" fmla="*/ 69500 h 74732"/>
                <a:gd name="connsiteX2" fmla="*/ 16510 w 101415"/>
                <a:gd name="connsiteY2" fmla="*/ 74802 h 74732"/>
                <a:gd name="connsiteX3" fmla="*/ 22984 w 101415"/>
                <a:gd name="connsiteY3" fmla="*/ 71157 h 74732"/>
                <a:gd name="connsiteX4" fmla="*/ 25971 w 101415"/>
                <a:gd name="connsiteY4" fmla="*/ 60883 h 74732"/>
                <a:gd name="connsiteX5" fmla="*/ 29623 w 101415"/>
                <a:gd name="connsiteY5" fmla="*/ 45970 h 74732"/>
                <a:gd name="connsiteX6" fmla="*/ 32445 w 101415"/>
                <a:gd name="connsiteY6" fmla="*/ 34868 h 74732"/>
                <a:gd name="connsiteX7" fmla="*/ 39416 w 101415"/>
                <a:gd name="connsiteY7" fmla="*/ 19954 h 74732"/>
                <a:gd name="connsiteX8" fmla="*/ 64313 w 101415"/>
                <a:gd name="connsiteY8" fmla="*/ 4709 h 74732"/>
                <a:gd name="connsiteX9" fmla="*/ 74106 w 101415"/>
                <a:gd name="connsiteY9" fmla="*/ 16309 h 74732"/>
                <a:gd name="connsiteX10" fmla="*/ 64313 w 101415"/>
                <a:gd name="connsiteY10" fmla="*/ 51604 h 74732"/>
                <a:gd name="connsiteX11" fmla="*/ 61823 w 101415"/>
                <a:gd name="connsiteY11" fmla="*/ 60552 h 74732"/>
                <a:gd name="connsiteX12" fmla="*/ 77592 w 101415"/>
                <a:gd name="connsiteY12" fmla="*/ 74802 h 74732"/>
                <a:gd name="connsiteX13" fmla="*/ 101493 w 101415"/>
                <a:gd name="connsiteY13" fmla="*/ 49450 h 74732"/>
                <a:gd name="connsiteX14" fmla="*/ 98838 w 101415"/>
                <a:gd name="connsiteY14" fmla="*/ 47295 h 74732"/>
                <a:gd name="connsiteX15" fmla="*/ 95684 w 101415"/>
                <a:gd name="connsiteY15" fmla="*/ 50112 h 74732"/>
                <a:gd name="connsiteX16" fmla="*/ 78090 w 101415"/>
                <a:gd name="connsiteY16" fmla="*/ 70163 h 74732"/>
                <a:gd name="connsiteX17" fmla="*/ 73940 w 101415"/>
                <a:gd name="connsiteY17" fmla="*/ 64363 h 74732"/>
                <a:gd name="connsiteX18" fmla="*/ 77758 w 101415"/>
                <a:gd name="connsiteY18" fmla="*/ 50941 h 74732"/>
                <a:gd name="connsiteX19" fmla="*/ 86555 w 101415"/>
                <a:gd name="connsiteY19" fmla="*/ 18960 h 74732"/>
                <a:gd name="connsiteX20" fmla="*/ 64977 w 101415"/>
                <a:gd name="connsiteY20" fmla="*/ 70 h 74732"/>
                <a:gd name="connsiteX21" fmla="*/ 36926 w 101415"/>
                <a:gd name="connsiteY21" fmla="*/ 15149 h 74732"/>
                <a:gd name="connsiteX22" fmla="*/ 19166 w 101415"/>
                <a:gd name="connsiteY22" fmla="*/ 70 h 74732"/>
                <a:gd name="connsiteX23" fmla="*/ 6053 w 101415"/>
                <a:gd name="connsiteY23" fmla="*/ 9018 h 74732"/>
                <a:gd name="connsiteX24" fmla="*/ 78 w 101415"/>
                <a:gd name="connsiteY24" fmla="*/ 25422 h 74732"/>
                <a:gd name="connsiteX25" fmla="*/ 2900 w 101415"/>
                <a:gd name="connsiteY25" fmla="*/ 27577 h 74732"/>
                <a:gd name="connsiteX26" fmla="*/ 6551 w 101415"/>
                <a:gd name="connsiteY26" fmla="*/ 22605 h 74732"/>
                <a:gd name="connsiteX27" fmla="*/ 18668 w 101415"/>
                <a:gd name="connsiteY27" fmla="*/ 4709 h 74732"/>
                <a:gd name="connsiteX28" fmla="*/ 24145 w 101415"/>
                <a:gd name="connsiteY28" fmla="*/ 12829 h 74732"/>
                <a:gd name="connsiteX29" fmla="*/ 21490 w 101415"/>
                <a:gd name="connsiteY29" fmla="*/ 26582 h 74732"/>
                <a:gd name="connsiteX30" fmla="*/ 17838 w 101415"/>
                <a:gd name="connsiteY30" fmla="*/ 41496 h 74732"/>
                <a:gd name="connsiteX31" fmla="*/ 12527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27" y="62706"/>
                  </a:moveTo>
                  <a:cubicBezTo>
                    <a:pt x="11863" y="64860"/>
                    <a:pt x="10867" y="69003"/>
                    <a:pt x="10867" y="69500"/>
                  </a:cubicBezTo>
                  <a:cubicBezTo>
                    <a:pt x="10867" y="73145"/>
                    <a:pt x="13854" y="74802"/>
                    <a:pt x="16510" y="74802"/>
                  </a:cubicBezTo>
                  <a:cubicBezTo>
                    <a:pt x="19498" y="74802"/>
                    <a:pt x="22154" y="72648"/>
                    <a:pt x="22984" y="71157"/>
                  </a:cubicBezTo>
                  <a:cubicBezTo>
                    <a:pt x="23813" y="69666"/>
                    <a:pt x="25141" y="64363"/>
                    <a:pt x="25971" y="60883"/>
                  </a:cubicBezTo>
                  <a:cubicBezTo>
                    <a:pt x="26801" y="57735"/>
                    <a:pt x="28627" y="50112"/>
                    <a:pt x="29623" y="45970"/>
                  </a:cubicBezTo>
                  <a:cubicBezTo>
                    <a:pt x="30619" y="42324"/>
                    <a:pt x="31615" y="38679"/>
                    <a:pt x="32445" y="34868"/>
                  </a:cubicBezTo>
                  <a:cubicBezTo>
                    <a:pt x="34270" y="28074"/>
                    <a:pt x="34602" y="26748"/>
                    <a:pt x="39416" y="19954"/>
                  </a:cubicBezTo>
                  <a:cubicBezTo>
                    <a:pt x="44063" y="13326"/>
                    <a:pt x="51864" y="4709"/>
                    <a:pt x="64313" y="4709"/>
                  </a:cubicBezTo>
                  <a:cubicBezTo>
                    <a:pt x="73940" y="4709"/>
                    <a:pt x="74106" y="13160"/>
                    <a:pt x="74106" y="16309"/>
                  </a:cubicBezTo>
                  <a:cubicBezTo>
                    <a:pt x="74106" y="26251"/>
                    <a:pt x="66969" y="44644"/>
                    <a:pt x="64313" y="51604"/>
                  </a:cubicBezTo>
                  <a:cubicBezTo>
                    <a:pt x="62487" y="56243"/>
                    <a:pt x="61823" y="57735"/>
                    <a:pt x="61823" y="60552"/>
                  </a:cubicBezTo>
                  <a:cubicBezTo>
                    <a:pt x="61823" y="69334"/>
                    <a:pt x="69127" y="74802"/>
                    <a:pt x="77592" y="74802"/>
                  </a:cubicBezTo>
                  <a:cubicBezTo>
                    <a:pt x="94190" y="74802"/>
                    <a:pt x="101493" y="51935"/>
                    <a:pt x="101493" y="49450"/>
                  </a:cubicBezTo>
                  <a:cubicBezTo>
                    <a:pt x="101493" y="47295"/>
                    <a:pt x="99336" y="47295"/>
                    <a:pt x="98838" y="47295"/>
                  </a:cubicBezTo>
                  <a:cubicBezTo>
                    <a:pt x="96514" y="47295"/>
                    <a:pt x="96348" y="48290"/>
                    <a:pt x="95684" y="50112"/>
                  </a:cubicBezTo>
                  <a:cubicBezTo>
                    <a:pt x="91866" y="63369"/>
                    <a:pt x="84729" y="70163"/>
                    <a:pt x="78090" y="70163"/>
                  </a:cubicBezTo>
                  <a:cubicBezTo>
                    <a:pt x="74604" y="70163"/>
                    <a:pt x="73940" y="67843"/>
                    <a:pt x="73940" y="64363"/>
                  </a:cubicBezTo>
                  <a:cubicBezTo>
                    <a:pt x="73940" y="60552"/>
                    <a:pt x="74770" y="58398"/>
                    <a:pt x="77758" y="50941"/>
                  </a:cubicBezTo>
                  <a:cubicBezTo>
                    <a:pt x="79750" y="45804"/>
                    <a:pt x="86555" y="28239"/>
                    <a:pt x="86555" y="18960"/>
                  </a:cubicBezTo>
                  <a:cubicBezTo>
                    <a:pt x="86555" y="2887"/>
                    <a:pt x="73774" y="70"/>
                    <a:pt x="64977" y="70"/>
                  </a:cubicBezTo>
                  <a:cubicBezTo>
                    <a:pt x="51201" y="70"/>
                    <a:pt x="41906" y="8521"/>
                    <a:pt x="36926" y="15149"/>
                  </a:cubicBezTo>
                  <a:cubicBezTo>
                    <a:pt x="35764" y="3715"/>
                    <a:pt x="25971" y="70"/>
                    <a:pt x="19166" y="70"/>
                  </a:cubicBezTo>
                  <a:cubicBezTo>
                    <a:pt x="12029" y="70"/>
                    <a:pt x="8211" y="5207"/>
                    <a:pt x="6053" y="9018"/>
                  </a:cubicBezTo>
                  <a:cubicBezTo>
                    <a:pt x="2402" y="15149"/>
                    <a:pt x="78" y="24594"/>
                    <a:pt x="78" y="25422"/>
                  </a:cubicBezTo>
                  <a:cubicBezTo>
                    <a:pt x="78" y="27577"/>
                    <a:pt x="2402" y="27577"/>
                    <a:pt x="2900" y="27577"/>
                  </a:cubicBezTo>
                  <a:cubicBezTo>
                    <a:pt x="5223" y="27577"/>
                    <a:pt x="5389" y="27079"/>
                    <a:pt x="6551" y="22605"/>
                  </a:cubicBezTo>
                  <a:cubicBezTo>
                    <a:pt x="9041" y="12829"/>
                    <a:pt x="12195" y="4709"/>
                    <a:pt x="18668" y="4709"/>
                  </a:cubicBezTo>
                  <a:cubicBezTo>
                    <a:pt x="22984" y="4709"/>
                    <a:pt x="24145" y="8355"/>
                    <a:pt x="24145" y="12829"/>
                  </a:cubicBezTo>
                  <a:cubicBezTo>
                    <a:pt x="24145" y="15977"/>
                    <a:pt x="22652" y="22108"/>
                    <a:pt x="21490" y="26582"/>
                  </a:cubicBezTo>
                  <a:cubicBezTo>
                    <a:pt x="20328" y="31056"/>
                    <a:pt x="18668" y="37850"/>
                    <a:pt x="17838" y="41496"/>
                  </a:cubicBezTo>
                  <a:lnTo>
                    <a:pt x="1252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3" name="Freeform: Shape 72">
              <a:extLst>
                <a:ext uri="{FF2B5EF4-FFF2-40B4-BE49-F238E27FC236}">
                  <a16:creationId xmlns:a16="http://schemas.microsoft.com/office/drawing/2014/main" id="{38E7188A-F854-3ED0-6295-4F37769024F7}"/>
                </a:ext>
              </a:extLst>
            </p:cNvPr>
            <p:cNvSpPr/>
            <p:nvPr>
              <p:custDataLst>
                <p:tags r:id="rId91"/>
              </p:custDataLst>
            </p:nvPr>
          </p:nvSpPr>
          <p:spPr>
            <a:xfrm>
              <a:off x="7125873" y="5773143"/>
              <a:ext cx="101415" cy="74732"/>
            </a:xfrm>
            <a:custGeom>
              <a:avLst/>
              <a:gdLst>
                <a:gd name="connsiteX0" fmla="*/ 12538 w 101415"/>
                <a:gd name="connsiteY0" fmla="*/ 62693 h 74732"/>
                <a:gd name="connsiteX1" fmla="*/ 10879 w 101415"/>
                <a:gd name="connsiteY1" fmla="*/ 69487 h 74732"/>
                <a:gd name="connsiteX2" fmla="*/ 16522 w 101415"/>
                <a:gd name="connsiteY2" fmla="*/ 74789 h 74732"/>
                <a:gd name="connsiteX3" fmla="*/ 22995 w 101415"/>
                <a:gd name="connsiteY3" fmla="*/ 71144 h 74732"/>
                <a:gd name="connsiteX4" fmla="*/ 25983 w 101415"/>
                <a:gd name="connsiteY4" fmla="*/ 60870 h 74732"/>
                <a:gd name="connsiteX5" fmla="*/ 29635 w 101415"/>
                <a:gd name="connsiteY5" fmla="*/ 45957 h 74732"/>
                <a:gd name="connsiteX6" fmla="*/ 32456 w 101415"/>
                <a:gd name="connsiteY6" fmla="*/ 34855 h 74732"/>
                <a:gd name="connsiteX7" fmla="*/ 39428 w 101415"/>
                <a:gd name="connsiteY7" fmla="*/ 19941 h 74732"/>
                <a:gd name="connsiteX8" fmla="*/ 64325 w 101415"/>
                <a:gd name="connsiteY8" fmla="*/ 4697 h 74732"/>
                <a:gd name="connsiteX9" fmla="*/ 74118 w 101415"/>
                <a:gd name="connsiteY9" fmla="*/ 16296 h 74732"/>
                <a:gd name="connsiteX10" fmla="*/ 64325 w 101415"/>
                <a:gd name="connsiteY10" fmla="*/ 51591 h 74732"/>
                <a:gd name="connsiteX11" fmla="*/ 61835 w 101415"/>
                <a:gd name="connsiteY11" fmla="*/ 60539 h 74732"/>
                <a:gd name="connsiteX12" fmla="*/ 77604 w 101415"/>
                <a:gd name="connsiteY12" fmla="*/ 74789 h 74732"/>
                <a:gd name="connsiteX13" fmla="*/ 101505 w 101415"/>
                <a:gd name="connsiteY13" fmla="*/ 49437 h 74732"/>
                <a:gd name="connsiteX14" fmla="*/ 98849 w 101415"/>
                <a:gd name="connsiteY14" fmla="*/ 47283 h 74732"/>
                <a:gd name="connsiteX15" fmla="*/ 95696 w 101415"/>
                <a:gd name="connsiteY15" fmla="*/ 50099 h 74732"/>
                <a:gd name="connsiteX16" fmla="*/ 78101 w 101415"/>
                <a:gd name="connsiteY16" fmla="*/ 70150 h 74732"/>
                <a:gd name="connsiteX17" fmla="*/ 73952 w 101415"/>
                <a:gd name="connsiteY17" fmla="*/ 64350 h 74732"/>
                <a:gd name="connsiteX18" fmla="*/ 77770 w 101415"/>
                <a:gd name="connsiteY18" fmla="*/ 50928 h 74732"/>
                <a:gd name="connsiteX19" fmla="*/ 86567 w 101415"/>
                <a:gd name="connsiteY19" fmla="*/ 18947 h 74732"/>
                <a:gd name="connsiteX20" fmla="*/ 64989 w 101415"/>
                <a:gd name="connsiteY20" fmla="*/ 57 h 74732"/>
                <a:gd name="connsiteX21" fmla="*/ 36938 w 101415"/>
                <a:gd name="connsiteY21" fmla="*/ 15136 h 74732"/>
                <a:gd name="connsiteX22" fmla="*/ 19178 w 101415"/>
                <a:gd name="connsiteY22" fmla="*/ 57 h 74732"/>
                <a:gd name="connsiteX23" fmla="*/ 6065 w 101415"/>
                <a:gd name="connsiteY23" fmla="*/ 9005 h 74732"/>
                <a:gd name="connsiteX24" fmla="*/ 90 w 101415"/>
                <a:gd name="connsiteY24" fmla="*/ 25410 h 74732"/>
                <a:gd name="connsiteX25" fmla="*/ 2911 w 101415"/>
                <a:gd name="connsiteY25" fmla="*/ 27564 h 74732"/>
                <a:gd name="connsiteX26" fmla="*/ 6563 w 101415"/>
                <a:gd name="connsiteY26" fmla="*/ 22593 h 74732"/>
                <a:gd name="connsiteX27" fmla="*/ 18680 w 101415"/>
                <a:gd name="connsiteY27" fmla="*/ 4697 h 74732"/>
                <a:gd name="connsiteX28" fmla="*/ 24157 w 101415"/>
                <a:gd name="connsiteY28" fmla="*/ 12816 h 74732"/>
                <a:gd name="connsiteX29" fmla="*/ 21501 w 101415"/>
                <a:gd name="connsiteY29" fmla="*/ 26569 h 74732"/>
                <a:gd name="connsiteX30" fmla="*/ 17850 w 101415"/>
                <a:gd name="connsiteY30" fmla="*/ 41483 h 74732"/>
                <a:gd name="connsiteX31" fmla="*/ 12538 w 10141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38" y="62693"/>
                  </a:moveTo>
                  <a:cubicBezTo>
                    <a:pt x="11874" y="64847"/>
                    <a:pt x="10879" y="68990"/>
                    <a:pt x="10879" y="69487"/>
                  </a:cubicBezTo>
                  <a:cubicBezTo>
                    <a:pt x="10879" y="73132"/>
                    <a:pt x="13866" y="74789"/>
                    <a:pt x="16522" y="74789"/>
                  </a:cubicBezTo>
                  <a:cubicBezTo>
                    <a:pt x="19510" y="74789"/>
                    <a:pt x="22165" y="72635"/>
                    <a:pt x="22995" y="71144"/>
                  </a:cubicBezTo>
                  <a:cubicBezTo>
                    <a:pt x="23825" y="69653"/>
                    <a:pt x="25153" y="64350"/>
                    <a:pt x="25983" y="60870"/>
                  </a:cubicBezTo>
                  <a:cubicBezTo>
                    <a:pt x="26813" y="57722"/>
                    <a:pt x="28639" y="50099"/>
                    <a:pt x="29635" y="45957"/>
                  </a:cubicBezTo>
                  <a:cubicBezTo>
                    <a:pt x="30630" y="42311"/>
                    <a:pt x="31626" y="38666"/>
                    <a:pt x="32456" y="34855"/>
                  </a:cubicBezTo>
                  <a:cubicBezTo>
                    <a:pt x="34282" y="28061"/>
                    <a:pt x="34614" y="26735"/>
                    <a:pt x="39428" y="19941"/>
                  </a:cubicBezTo>
                  <a:cubicBezTo>
                    <a:pt x="44075" y="13313"/>
                    <a:pt x="51876" y="4697"/>
                    <a:pt x="64325" y="4697"/>
                  </a:cubicBezTo>
                  <a:cubicBezTo>
                    <a:pt x="73952" y="4697"/>
                    <a:pt x="74118" y="13147"/>
                    <a:pt x="74118" y="16296"/>
                  </a:cubicBezTo>
                  <a:cubicBezTo>
                    <a:pt x="74118" y="26238"/>
                    <a:pt x="66981" y="44631"/>
                    <a:pt x="64325" y="51591"/>
                  </a:cubicBezTo>
                  <a:cubicBezTo>
                    <a:pt x="62499" y="56231"/>
                    <a:pt x="61835" y="57722"/>
                    <a:pt x="61835" y="60539"/>
                  </a:cubicBezTo>
                  <a:cubicBezTo>
                    <a:pt x="61835" y="69321"/>
                    <a:pt x="69138" y="74789"/>
                    <a:pt x="77604" y="74789"/>
                  </a:cubicBezTo>
                  <a:cubicBezTo>
                    <a:pt x="94202" y="74789"/>
                    <a:pt x="101505" y="51922"/>
                    <a:pt x="101505" y="49437"/>
                  </a:cubicBezTo>
                  <a:cubicBezTo>
                    <a:pt x="101505" y="47283"/>
                    <a:pt x="99347" y="47283"/>
                    <a:pt x="98849" y="47283"/>
                  </a:cubicBezTo>
                  <a:cubicBezTo>
                    <a:pt x="96526" y="47283"/>
                    <a:pt x="96360" y="48277"/>
                    <a:pt x="95696" y="50099"/>
                  </a:cubicBezTo>
                  <a:cubicBezTo>
                    <a:pt x="91878" y="63356"/>
                    <a:pt x="84741" y="70150"/>
                    <a:pt x="78101" y="70150"/>
                  </a:cubicBezTo>
                  <a:cubicBezTo>
                    <a:pt x="74616" y="70150"/>
                    <a:pt x="73952" y="67830"/>
                    <a:pt x="73952" y="64350"/>
                  </a:cubicBezTo>
                  <a:cubicBezTo>
                    <a:pt x="73952" y="60539"/>
                    <a:pt x="74782" y="58385"/>
                    <a:pt x="77770" y="50928"/>
                  </a:cubicBezTo>
                  <a:cubicBezTo>
                    <a:pt x="79761" y="45791"/>
                    <a:pt x="86567" y="28227"/>
                    <a:pt x="86567" y="18947"/>
                  </a:cubicBezTo>
                  <a:cubicBezTo>
                    <a:pt x="86567" y="2874"/>
                    <a:pt x="73786" y="57"/>
                    <a:pt x="64989" y="57"/>
                  </a:cubicBezTo>
                  <a:cubicBezTo>
                    <a:pt x="51212" y="57"/>
                    <a:pt x="41917" y="8508"/>
                    <a:pt x="36938" y="15136"/>
                  </a:cubicBezTo>
                  <a:cubicBezTo>
                    <a:pt x="35776" y="3702"/>
                    <a:pt x="25983" y="57"/>
                    <a:pt x="19178" y="57"/>
                  </a:cubicBezTo>
                  <a:cubicBezTo>
                    <a:pt x="12040" y="57"/>
                    <a:pt x="8223" y="5194"/>
                    <a:pt x="6065" y="9005"/>
                  </a:cubicBezTo>
                  <a:cubicBezTo>
                    <a:pt x="2413" y="15136"/>
                    <a:pt x="90" y="24581"/>
                    <a:pt x="90" y="25410"/>
                  </a:cubicBezTo>
                  <a:cubicBezTo>
                    <a:pt x="90" y="27564"/>
                    <a:pt x="2413" y="27564"/>
                    <a:pt x="2911" y="27564"/>
                  </a:cubicBezTo>
                  <a:cubicBezTo>
                    <a:pt x="5235" y="27564"/>
                    <a:pt x="5401" y="27067"/>
                    <a:pt x="6563" y="22593"/>
                  </a:cubicBezTo>
                  <a:cubicBezTo>
                    <a:pt x="9053" y="12816"/>
                    <a:pt x="12206" y="4697"/>
                    <a:pt x="18680" y="4697"/>
                  </a:cubicBezTo>
                  <a:cubicBezTo>
                    <a:pt x="22995" y="4697"/>
                    <a:pt x="24157" y="8342"/>
                    <a:pt x="24157" y="12816"/>
                  </a:cubicBezTo>
                  <a:cubicBezTo>
                    <a:pt x="24157" y="15964"/>
                    <a:pt x="22663" y="22095"/>
                    <a:pt x="21501" y="26569"/>
                  </a:cubicBezTo>
                  <a:cubicBezTo>
                    <a:pt x="20340" y="31044"/>
                    <a:pt x="18680" y="37837"/>
                    <a:pt x="17850" y="41483"/>
                  </a:cubicBezTo>
                  <a:lnTo>
                    <a:pt x="1253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4" name="Freeform: Shape 73">
              <a:extLst>
                <a:ext uri="{FF2B5EF4-FFF2-40B4-BE49-F238E27FC236}">
                  <a16:creationId xmlns:a16="http://schemas.microsoft.com/office/drawing/2014/main" id="{8B3F3D4A-EDB4-D03D-F293-A33ED1DFEA11}"/>
                </a:ext>
              </a:extLst>
            </p:cNvPr>
            <p:cNvSpPr/>
            <p:nvPr>
              <p:custDataLst>
                <p:tags r:id="rId92"/>
              </p:custDataLst>
            </p:nvPr>
          </p:nvSpPr>
          <p:spPr>
            <a:xfrm>
              <a:off x="7064812" y="5893562"/>
              <a:ext cx="223602" cy="236720"/>
            </a:xfrm>
            <a:custGeom>
              <a:avLst/>
              <a:gdLst>
                <a:gd name="connsiteX0" fmla="*/ 86635 w 223602"/>
                <a:gd name="connsiteY0" fmla="*/ 126467 h 236720"/>
                <a:gd name="connsiteX1" fmla="*/ 2458 w 223602"/>
                <a:gd name="connsiteY1" fmla="*/ 230388 h 236720"/>
                <a:gd name="connsiteX2" fmla="*/ 324 w 223602"/>
                <a:gd name="connsiteY2" fmla="*/ 234175 h 236720"/>
                <a:gd name="connsiteX3" fmla="*/ 6726 w 223602"/>
                <a:gd name="connsiteY3" fmla="*/ 236779 h 236720"/>
                <a:gd name="connsiteX4" fmla="*/ 203297 w 223602"/>
                <a:gd name="connsiteY4" fmla="*/ 236779 h 236720"/>
                <a:gd name="connsiteX5" fmla="*/ 223689 w 223602"/>
                <a:gd name="connsiteY5" fmla="*/ 177836 h 236720"/>
                <a:gd name="connsiteX6" fmla="*/ 217761 w 223602"/>
                <a:gd name="connsiteY6" fmla="*/ 177836 h 236720"/>
                <a:gd name="connsiteX7" fmla="*/ 175791 w 223602"/>
                <a:gd name="connsiteY7" fmla="*/ 216895 h 236720"/>
                <a:gd name="connsiteX8" fmla="*/ 120780 w 223602"/>
                <a:gd name="connsiteY8" fmla="*/ 223760 h 236720"/>
                <a:gd name="connsiteX9" fmla="*/ 20005 w 223602"/>
                <a:gd name="connsiteY9" fmla="*/ 223760 h 236720"/>
                <a:gd name="connsiteX10" fmla="*/ 102285 w 223602"/>
                <a:gd name="connsiteY10" fmla="*/ 122207 h 236720"/>
                <a:gd name="connsiteX11" fmla="*/ 104419 w 223602"/>
                <a:gd name="connsiteY11" fmla="*/ 118419 h 236720"/>
                <a:gd name="connsiteX12" fmla="*/ 102759 w 223602"/>
                <a:gd name="connsiteY12" fmla="*/ 115105 h 236720"/>
                <a:gd name="connsiteX13" fmla="*/ 25696 w 223602"/>
                <a:gd name="connsiteY13" fmla="*/ 9528 h 236720"/>
                <a:gd name="connsiteX14" fmla="*/ 119594 w 223602"/>
                <a:gd name="connsiteY14" fmla="*/ 9528 h 236720"/>
                <a:gd name="connsiteX15" fmla="*/ 217761 w 223602"/>
                <a:gd name="connsiteY15" fmla="*/ 55451 h 236720"/>
                <a:gd name="connsiteX16" fmla="*/ 223689 w 223602"/>
                <a:gd name="connsiteY16" fmla="*/ 55451 h 236720"/>
                <a:gd name="connsiteX17" fmla="*/ 203297 w 223602"/>
                <a:gd name="connsiteY17" fmla="*/ 59 h 236720"/>
                <a:gd name="connsiteX18" fmla="*/ 6726 w 223602"/>
                <a:gd name="connsiteY18" fmla="*/ 59 h 236720"/>
                <a:gd name="connsiteX19" fmla="*/ 87 w 223602"/>
                <a:gd name="connsiteY19" fmla="*/ 7634 h 236720"/>
                <a:gd name="connsiteX20" fmla="*/ 86635 w 22360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602" h="236720">
                  <a:moveTo>
                    <a:pt x="86635" y="126467"/>
                  </a:moveTo>
                  <a:lnTo>
                    <a:pt x="2458" y="230388"/>
                  </a:lnTo>
                  <a:cubicBezTo>
                    <a:pt x="561" y="232755"/>
                    <a:pt x="324" y="233228"/>
                    <a:pt x="324" y="234175"/>
                  </a:cubicBezTo>
                  <a:cubicBezTo>
                    <a:pt x="324" y="236779"/>
                    <a:pt x="2458" y="236779"/>
                    <a:pt x="6726" y="236779"/>
                  </a:cubicBezTo>
                  <a:lnTo>
                    <a:pt x="203297" y="236779"/>
                  </a:lnTo>
                  <a:lnTo>
                    <a:pt x="223689" y="177836"/>
                  </a:lnTo>
                  <a:lnTo>
                    <a:pt x="217761" y="177836"/>
                  </a:lnTo>
                  <a:cubicBezTo>
                    <a:pt x="211833" y="195590"/>
                    <a:pt x="195946" y="210030"/>
                    <a:pt x="175791" y="216895"/>
                  </a:cubicBezTo>
                  <a:cubicBezTo>
                    <a:pt x="171997" y="218078"/>
                    <a:pt x="155636" y="223760"/>
                    <a:pt x="120780" y="223760"/>
                  </a:cubicBezTo>
                  <a:lnTo>
                    <a:pt x="20005" y="223760"/>
                  </a:lnTo>
                  <a:lnTo>
                    <a:pt x="102285" y="122207"/>
                  </a:lnTo>
                  <a:cubicBezTo>
                    <a:pt x="103945" y="120076"/>
                    <a:pt x="104419" y="119366"/>
                    <a:pt x="104419" y="118419"/>
                  </a:cubicBezTo>
                  <a:cubicBezTo>
                    <a:pt x="104419" y="117472"/>
                    <a:pt x="104182" y="117235"/>
                    <a:pt x="102759" y="115105"/>
                  </a:cubicBezTo>
                  <a:lnTo>
                    <a:pt x="25696" y="9528"/>
                  </a:lnTo>
                  <a:lnTo>
                    <a:pt x="119594" y="9528"/>
                  </a:lnTo>
                  <a:cubicBezTo>
                    <a:pt x="146626" y="9528"/>
                    <a:pt x="201163" y="11185"/>
                    <a:pt x="217761" y="55451"/>
                  </a:cubicBezTo>
                  <a:lnTo>
                    <a:pt x="223689" y="55451"/>
                  </a:lnTo>
                  <a:lnTo>
                    <a:pt x="203297" y="59"/>
                  </a:lnTo>
                  <a:lnTo>
                    <a:pt x="6726" y="59"/>
                  </a:lnTo>
                  <a:cubicBezTo>
                    <a:pt x="324" y="59"/>
                    <a:pt x="87" y="296"/>
                    <a:pt x="87" y="7634"/>
                  </a:cubicBezTo>
                  <a:lnTo>
                    <a:pt x="86635"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5" name="Freeform: Shape 74">
              <a:extLst>
                <a:ext uri="{FF2B5EF4-FFF2-40B4-BE49-F238E27FC236}">
                  <a16:creationId xmlns:a16="http://schemas.microsoft.com/office/drawing/2014/main" id="{F1E2B06D-B701-BFAB-4B2C-510B13D492BA}"/>
                </a:ext>
              </a:extLst>
            </p:cNvPr>
            <p:cNvSpPr/>
            <p:nvPr>
              <p:custDataLst>
                <p:tags r:id="rId93"/>
              </p:custDataLst>
            </p:nvPr>
          </p:nvSpPr>
          <p:spPr>
            <a:xfrm>
              <a:off x="7030895" y="6169524"/>
              <a:ext cx="50292" cy="111518"/>
            </a:xfrm>
            <a:custGeom>
              <a:avLst/>
              <a:gdLst>
                <a:gd name="connsiteX0" fmla="*/ 46063 w 50292"/>
                <a:gd name="connsiteY0" fmla="*/ 6372 h 111518"/>
                <a:gd name="connsiteX1" fmla="*/ 39424 w 50292"/>
                <a:gd name="connsiteY1" fmla="*/ 75 h 111518"/>
                <a:gd name="connsiteX2" fmla="*/ 30129 w 50292"/>
                <a:gd name="connsiteY2" fmla="*/ 9189 h 111518"/>
                <a:gd name="connsiteX3" fmla="*/ 36768 w 50292"/>
                <a:gd name="connsiteY3" fmla="*/ 15486 h 111518"/>
                <a:gd name="connsiteX4" fmla="*/ 46063 w 50292"/>
                <a:gd name="connsiteY4" fmla="*/ 6372 h 111518"/>
                <a:gd name="connsiteX5" fmla="*/ 12202 w 50292"/>
                <a:gd name="connsiteY5" fmla="*/ 90550 h 111518"/>
                <a:gd name="connsiteX6" fmla="*/ 10709 w 50292"/>
                <a:gd name="connsiteY6" fmla="*/ 97509 h 111518"/>
                <a:gd name="connsiteX7" fmla="*/ 26477 w 50292"/>
                <a:gd name="connsiteY7" fmla="*/ 111594 h 111518"/>
                <a:gd name="connsiteX8" fmla="*/ 50378 w 50292"/>
                <a:gd name="connsiteY8" fmla="*/ 86241 h 111518"/>
                <a:gd name="connsiteX9" fmla="*/ 47723 w 50292"/>
                <a:gd name="connsiteY9" fmla="*/ 84087 h 111518"/>
                <a:gd name="connsiteX10" fmla="*/ 44569 w 50292"/>
                <a:gd name="connsiteY10" fmla="*/ 86904 h 111518"/>
                <a:gd name="connsiteX11" fmla="*/ 26975 w 50292"/>
                <a:gd name="connsiteY11" fmla="*/ 106954 h 111518"/>
                <a:gd name="connsiteX12" fmla="*/ 22825 w 50292"/>
                <a:gd name="connsiteY12" fmla="*/ 101155 h 111518"/>
                <a:gd name="connsiteX13" fmla="*/ 25481 w 50292"/>
                <a:gd name="connsiteY13" fmla="*/ 90550 h 111518"/>
                <a:gd name="connsiteX14" fmla="*/ 30792 w 50292"/>
                <a:gd name="connsiteY14" fmla="*/ 77293 h 111518"/>
                <a:gd name="connsiteX15" fmla="*/ 38926 w 50292"/>
                <a:gd name="connsiteY15" fmla="*/ 56249 h 111518"/>
                <a:gd name="connsiteX16" fmla="*/ 39921 w 50292"/>
                <a:gd name="connsiteY16" fmla="*/ 50946 h 111518"/>
                <a:gd name="connsiteX17" fmla="*/ 24153 w 50292"/>
                <a:gd name="connsiteY17" fmla="*/ 36861 h 111518"/>
                <a:gd name="connsiteX18" fmla="*/ 86 w 50292"/>
                <a:gd name="connsiteY18" fmla="*/ 62214 h 111518"/>
                <a:gd name="connsiteX19" fmla="*/ 2907 w 50292"/>
                <a:gd name="connsiteY19" fmla="*/ 64368 h 111518"/>
                <a:gd name="connsiteX20" fmla="*/ 5895 w 50292"/>
                <a:gd name="connsiteY20" fmla="*/ 61717 h 111518"/>
                <a:gd name="connsiteX21" fmla="*/ 23655 w 50292"/>
                <a:gd name="connsiteY21" fmla="*/ 41501 h 111518"/>
                <a:gd name="connsiteX22" fmla="*/ 27805 w 50292"/>
                <a:gd name="connsiteY22" fmla="*/ 47301 h 111518"/>
                <a:gd name="connsiteX23" fmla="*/ 22659 w 50292"/>
                <a:gd name="connsiteY23" fmla="*/ 63871 h 111518"/>
                <a:gd name="connsiteX24" fmla="*/ 12202 w 50292"/>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063" y="6372"/>
                  </a:moveTo>
                  <a:cubicBezTo>
                    <a:pt x="46063" y="3721"/>
                    <a:pt x="44071" y="75"/>
                    <a:pt x="39424" y="75"/>
                  </a:cubicBezTo>
                  <a:cubicBezTo>
                    <a:pt x="34942" y="75"/>
                    <a:pt x="30129" y="4383"/>
                    <a:pt x="30129" y="9189"/>
                  </a:cubicBezTo>
                  <a:cubicBezTo>
                    <a:pt x="30129" y="12006"/>
                    <a:pt x="32286" y="15486"/>
                    <a:pt x="36768" y="15486"/>
                  </a:cubicBezTo>
                  <a:cubicBezTo>
                    <a:pt x="41581" y="15486"/>
                    <a:pt x="46063" y="10846"/>
                    <a:pt x="46063" y="6372"/>
                  </a:cubicBezTo>
                  <a:close/>
                  <a:moveTo>
                    <a:pt x="12202" y="90550"/>
                  </a:moveTo>
                  <a:cubicBezTo>
                    <a:pt x="11538" y="92704"/>
                    <a:pt x="10709" y="94692"/>
                    <a:pt x="10709" y="97509"/>
                  </a:cubicBezTo>
                  <a:cubicBezTo>
                    <a:pt x="10709" y="105297"/>
                    <a:pt x="17348" y="111594"/>
                    <a:pt x="26477" y="111594"/>
                  </a:cubicBezTo>
                  <a:cubicBezTo>
                    <a:pt x="43075" y="111594"/>
                    <a:pt x="50378" y="88727"/>
                    <a:pt x="50378" y="86241"/>
                  </a:cubicBezTo>
                  <a:cubicBezTo>
                    <a:pt x="50378" y="84087"/>
                    <a:pt x="48221" y="84087"/>
                    <a:pt x="47723" y="84087"/>
                  </a:cubicBezTo>
                  <a:cubicBezTo>
                    <a:pt x="45399" y="84087"/>
                    <a:pt x="45233" y="85081"/>
                    <a:pt x="44569" y="86904"/>
                  </a:cubicBezTo>
                  <a:cubicBezTo>
                    <a:pt x="40751" y="100160"/>
                    <a:pt x="33448" y="106954"/>
                    <a:pt x="26975" y="106954"/>
                  </a:cubicBezTo>
                  <a:cubicBezTo>
                    <a:pt x="23655" y="106954"/>
                    <a:pt x="22825" y="104800"/>
                    <a:pt x="22825" y="101155"/>
                  </a:cubicBezTo>
                  <a:cubicBezTo>
                    <a:pt x="22825" y="97343"/>
                    <a:pt x="23987" y="94195"/>
                    <a:pt x="25481" y="90550"/>
                  </a:cubicBezTo>
                  <a:cubicBezTo>
                    <a:pt x="27141" y="86076"/>
                    <a:pt x="28967" y="81602"/>
                    <a:pt x="30792" y="77293"/>
                  </a:cubicBezTo>
                  <a:cubicBezTo>
                    <a:pt x="32286" y="73316"/>
                    <a:pt x="38262" y="58237"/>
                    <a:pt x="38926" y="56249"/>
                  </a:cubicBezTo>
                  <a:cubicBezTo>
                    <a:pt x="39424" y="54592"/>
                    <a:pt x="39921" y="52603"/>
                    <a:pt x="39921" y="50946"/>
                  </a:cubicBezTo>
                  <a:cubicBezTo>
                    <a:pt x="39921" y="43158"/>
                    <a:pt x="33282" y="36861"/>
                    <a:pt x="24153" y="36861"/>
                  </a:cubicBezTo>
                  <a:cubicBezTo>
                    <a:pt x="7721" y="36861"/>
                    <a:pt x="86" y="59397"/>
                    <a:pt x="86" y="62214"/>
                  </a:cubicBezTo>
                  <a:cubicBezTo>
                    <a:pt x="86" y="64368"/>
                    <a:pt x="2409" y="64368"/>
                    <a:pt x="2907" y="64368"/>
                  </a:cubicBezTo>
                  <a:cubicBezTo>
                    <a:pt x="5231" y="64368"/>
                    <a:pt x="5397" y="63540"/>
                    <a:pt x="5895" y="61717"/>
                  </a:cubicBezTo>
                  <a:cubicBezTo>
                    <a:pt x="10211" y="47466"/>
                    <a:pt x="17514" y="41501"/>
                    <a:pt x="23655" y="41501"/>
                  </a:cubicBezTo>
                  <a:cubicBezTo>
                    <a:pt x="26311" y="41501"/>
                    <a:pt x="27805" y="42827"/>
                    <a:pt x="27805" y="47301"/>
                  </a:cubicBezTo>
                  <a:cubicBezTo>
                    <a:pt x="27805" y="51112"/>
                    <a:pt x="26809" y="53598"/>
                    <a:pt x="22659" y="63871"/>
                  </a:cubicBezTo>
                  <a:lnTo>
                    <a:pt x="1220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76" name="Freeform: Shape 75">
              <a:extLst>
                <a:ext uri="{FF2B5EF4-FFF2-40B4-BE49-F238E27FC236}">
                  <a16:creationId xmlns:a16="http://schemas.microsoft.com/office/drawing/2014/main" id="{6F319219-C285-8DB3-8432-F35565047E44}"/>
                </a:ext>
              </a:extLst>
            </p:cNvPr>
            <p:cNvSpPr/>
            <p:nvPr>
              <p:custDataLst>
                <p:tags r:id="rId94"/>
              </p:custDataLst>
            </p:nvPr>
          </p:nvSpPr>
          <p:spPr>
            <a:xfrm>
              <a:off x="7101801" y="6215590"/>
              <a:ext cx="122163" cy="44574"/>
            </a:xfrm>
            <a:custGeom>
              <a:avLst/>
              <a:gdLst>
                <a:gd name="connsiteX0" fmla="*/ 115944 w 122163"/>
                <a:gd name="connsiteY0" fmla="*/ 8195 h 44574"/>
                <a:gd name="connsiteX1" fmla="*/ 122252 w 122163"/>
                <a:gd name="connsiteY1" fmla="*/ 4052 h 44574"/>
                <a:gd name="connsiteX2" fmla="*/ 116110 w 122163"/>
                <a:gd name="connsiteY2" fmla="*/ 75 h 44574"/>
                <a:gd name="connsiteX3" fmla="*/ 6230 w 122163"/>
                <a:gd name="connsiteY3" fmla="*/ 75 h 44574"/>
                <a:gd name="connsiteX4" fmla="*/ 89 w 122163"/>
                <a:gd name="connsiteY4" fmla="*/ 4052 h 44574"/>
                <a:gd name="connsiteX5" fmla="*/ 6396 w 122163"/>
                <a:gd name="connsiteY5" fmla="*/ 8195 h 44574"/>
                <a:gd name="connsiteX6" fmla="*/ 115944 w 122163"/>
                <a:gd name="connsiteY6" fmla="*/ 8195 h 44574"/>
                <a:gd name="connsiteX7" fmla="*/ 116110 w 122163"/>
                <a:gd name="connsiteY7" fmla="*/ 44650 h 44574"/>
                <a:gd name="connsiteX8" fmla="*/ 122252 w 122163"/>
                <a:gd name="connsiteY8" fmla="*/ 40673 h 44574"/>
                <a:gd name="connsiteX9" fmla="*/ 115944 w 122163"/>
                <a:gd name="connsiteY9" fmla="*/ 36530 h 44574"/>
                <a:gd name="connsiteX10" fmla="*/ 6396 w 122163"/>
                <a:gd name="connsiteY10" fmla="*/ 36530 h 44574"/>
                <a:gd name="connsiteX11" fmla="*/ 89 w 122163"/>
                <a:gd name="connsiteY11" fmla="*/ 40673 h 44574"/>
                <a:gd name="connsiteX12" fmla="*/ 6230 w 122163"/>
                <a:gd name="connsiteY12" fmla="*/ 44650 h 44574"/>
                <a:gd name="connsiteX13" fmla="*/ 116110 w 12216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63" h="44574">
                  <a:moveTo>
                    <a:pt x="115944" y="8195"/>
                  </a:moveTo>
                  <a:cubicBezTo>
                    <a:pt x="118434" y="8195"/>
                    <a:pt x="122252" y="8195"/>
                    <a:pt x="122252" y="4052"/>
                  </a:cubicBezTo>
                  <a:cubicBezTo>
                    <a:pt x="122252" y="75"/>
                    <a:pt x="118268" y="75"/>
                    <a:pt x="116110" y="75"/>
                  </a:cubicBezTo>
                  <a:lnTo>
                    <a:pt x="6230" y="75"/>
                  </a:lnTo>
                  <a:cubicBezTo>
                    <a:pt x="4072" y="75"/>
                    <a:pt x="89" y="75"/>
                    <a:pt x="89" y="4052"/>
                  </a:cubicBezTo>
                  <a:cubicBezTo>
                    <a:pt x="89" y="8195"/>
                    <a:pt x="3906" y="8195"/>
                    <a:pt x="6396" y="8195"/>
                  </a:cubicBezTo>
                  <a:lnTo>
                    <a:pt x="115944" y="8195"/>
                  </a:lnTo>
                  <a:close/>
                  <a:moveTo>
                    <a:pt x="116110" y="44650"/>
                  </a:moveTo>
                  <a:cubicBezTo>
                    <a:pt x="118268" y="44650"/>
                    <a:pt x="122252" y="44650"/>
                    <a:pt x="122252" y="40673"/>
                  </a:cubicBezTo>
                  <a:cubicBezTo>
                    <a:pt x="122252" y="36530"/>
                    <a:pt x="118434" y="36530"/>
                    <a:pt x="115944" y="36530"/>
                  </a:cubicBezTo>
                  <a:lnTo>
                    <a:pt x="6396" y="36530"/>
                  </a:lnTo>
                  <a:cubicBezTo>
                    <a:pt x="3906" y="36530"/>
                    <a:pt x="89" y="36530"/>
                    <a:pt x="89" y="40673"/>
                  </a:cubicBezTo>
                  <a:cubicBezTo>
                    <a:pt x="89" y="44650"/>
                    <a:pt x="4072" y="44650"/>
                    <a:pt x="6230" y="44650"/>
                  </a:cubicBezTo>
                  <a:lnTo>
                    <a:pt x="116110"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4" name="Freeform: Shape 93">
              <a:extLst>
                <a:ext uri="{FF2B5EF4-FFF2-40B4-BE49-F238E27FC236}">
                  <a16:creationId xmlns:a16="http://schemas.microsoft.com/office/drawing/2014/main" id="{299F870B-9C92-A7D9-82FD-C4D9A77E5739}"/>
                </a:ext>
              </a:extLst>
            </p:cNvPr>
            <p:cNvSpPr/>
            <p:nvPr>
              <p:custDataLst>
                <p:tags r:id="rId95"/>
              </p:custDataLst>
            </p:nvPr>
          </p:nvSpPr>
          <p:spPr>
            <a:xfrm>
              <a:off x="7253839" y="6169358"/>
              <a:ext cx="60417" cy="110027"/>
            </a:xfrm>
            <a:custGeom>
              <a:avLst/>
              <a:gdLst>
                <a:gd name="connsiteX0" fmla="*/ 37607 w 60417"/>
                <a:gd name="connsiteY0" fmla="*/ 4715 h 110027"/>
                <a:gd name="connsiteX1" fmla="*/ 32627 w 60417"/>
                <a:gd name="connsiteY1" fmla="*/ 75 h 110027"/>
                <a:gd name="connsiteX2" fmla="*/ 95 w 60417"/>
                <a:gd name="connsiteY2" fmla="*/ 10680 h 110027"/>
                <a:gd name="connsiteX3" fmla="*/ 95 w 60417"/>
                <a:gd name="connsiteY3" fmla="*/ 16645 h 110027"/>
                <a:gd name="connsiteX4" fmla="*/ 24162 w 60417"/>
                <a:gd name="connsiteY4" fmla="*/ 12006 h 110027"/>
                <a:gd name="connsiteX5" fmla="*/ 24162 w 60417"/>
                <a:gd name="connsiteY5" fmla="*/ 96515 h 110027"/>
                <a:gd name="connsiteX6" fmla="*/ 7564 w 60417"/>
                <a:gd name="connsiteY6" fmla="*/ 104137 h 110027"/>
                <a:gd name="connsiteX7" fmla="*/ 1257 w 60417"/>
                <a:gd name="connsiteY7" fmla="*/ 104137 h 110027"/>
                <a:gd name="connsiteX8" fmla="*/ 1257 w 60417"/>
                <a:gd name="connsiteY8" fmla="*/ 110103 h 110027"/>
                <a:gd name="connsiteX9" fmla="*/ 30801 w 60417"/>
                <a:gd name="connsiteY9" fmla="*/ 109440 h 110027"/>
                <a:gd name="connsiteX10" fmla="*/ 60512 w 60417"/>
                <a:gd name="connsiteY10" fmla="*/ 110103 h 110027"/>
                <a:gd name="connsiteX11" fmla="*/ 60512 w 60417"/>
                <a:gd name="connsiteY11" fmla="*/ 104137 h 110027"/>
                <a:gd name="connsiteX12" fmla="*/ 54205 w 60417"/>
                <a:gd name="connsiteY12" fmla="*/ 104137 h 110027"/>
                <a:gd name="connsiteX13" fmla="*/ 37607 w 60417"/>
                <a:gd name="connsiteY13" fmla="*/ 96515 h 110027"/>
                <a:gd name="connsiteX14" fmla="*/ 37607 w 60417"/>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07" y="4715"/>
                  </a:moveTo>
                  <a:cubicBezTo>
                    <a:pt x="37607" y="241"/>
                    <a:pt x="37275" y="75"/>
                    <a:pt x="32627" y="75"/>
                  </a:cubicBezTo>
                  <a:cubicBezTo>
                    <a:pt x="22004" y="10514"/>
                    <a:pt x="6900" y="10680"/>
                    <a:pt x="95" y="10680"/>
                  </a:cubicBezTo>
                  <a:lnTo>
                    <a:pt x="95" y="16645"/>
                  </a:lnTo>
                  <a:cubicBezTo>
                    <a:pt x="4078" y="16645"/>
                    <a:pt x="15033" y="16645"/>
                    <a:pt x="24162" y="12006"/>
                  </a:cubicBezTo>
                  <a:lnTo>
                    <a:pt x="24162" y="96515"/>
                  </a:lnTo>
                  <a:cubicBezTo>
                    <a:pt x="24162" y="101983"/>
                    <a:pt x="24162" y="104137"/>
                    <a:pt x="7564" y="104137"/>
                  </a:cubicBezTo>
                  <a:lnTo>
                    <a:pt x="1257" y="104137"/>
                  </a:lnTo>
                  <a:lnTo>
                    <a:pt x="1257" y="110103"/>
                  </a:lnTo>
                  <a:cubicBezTo>
                    <a:pt x="4244" y="109937"/>
                    <a:pt x="24660" y="109440"/>
                    <a:pt x="30801" y="109440"/>
                  </a:cubicBezTo>
                  <a:cubicBezTo>
                    <a:pt x="35947" y="109440"/>
                    <a:pt x="56861" y="109937"/>
                    <a:pt x="60512" y="110103"/>
                  </a:cubicBezTo>
                  <a:lnTo>
                    <a:pt x="60512" y="104137"/>
                  </a:lnTo>
                  <a:lnTo>
                    <a:pt x="54205" y="104137"/>
                  </a:lnTo>
                  <a:cubicBezTo>
                    <a:pt x="37607" y="104137"/>
                    <a:pt x="37607" y="101983"/>
                    <a:pt x="37607" y="96515"/>
                  </a:cubicBezTo>
                  <a:lnTo>
                    <a:pt x="37607"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5" name="Freeform: Shape 94">
              <a:extLst>
                <a:ext uri="{FF2B5EF4-FFF2-40B4-BE49-F238E27FC236}">
                  <a16:creationId xmlns:a16="http://schemas.microsoft.com/office/drawing/2014/main" id="{1EA11A7D-C16B-13FD-C609-5B88B2E26119}"/>
                </a:ext>
              </a:extLst>
            </p:cNvPr>
            <p:cNvSpPr/>
            <p:nvPr>
              <p:custDataLst>
                <p:tags r:id="rId96"/>
              </p:custDataLst>
            </p:nvPr>
          </p:nvSpPr>
          <p:spPr>
            <a:xfrm>
              <a:off x="7353739" y="5893564"/>
              <a:ext cx="55011" cy="236720"/>
            </a:xfrm>
            <a:custGeom>
              <a:avLst/>
              <a:gdLst>
                <a:gd name="connsiteX0" fmla="*/ 55110 w 55011"/>
                <a:gd name="connsiteY0" fmla="*/ 234419 h 236720"/>
                <a:gd name="connsiteX1" fmla="*/ 51079 w 55011"/>
                <a:gd name="connsiteY1" fmla="*/ 229212 h 236720"/>
                <a:gd name="connsiteX2" fmla="*/ 13851 w 55011"/>
                <a:gd name="connsiteY2" fmla="*/ 118426 h 236720"/>
                <a:gd name="connsiteX3" fmla="*/ 52027 w 55011"/>
                <a:gd name="connsiteY3" fmla="*/ 6458 h 236720"/>
                <a:gd name="connsiteX4" fmla="*/ 55110 w 55011"/>
                <a:gd name="connsiteY4" fmla="*/ 2433 h 236720"/>
                <a:gd name="connsiteX5" fmla="*/ 52739 w 55011"/>
                <a:gd name="connsiteY5" fmla="*/ 66 h 236720"/>
                <a:gd name="connsiteX6" fmla="*/ 15037 w 55011"/>
                <a:gd name="connsiteY6" fmla="*/ 46227 h 236720"/>
                <a:gd name="connsiteX7" fmla="*/ 99 w 55011"/>
                <a:gd name="connsiteY7" fmla="*/ 118426 h 236720"/>
                <a:gd name="connsiteX8" fmla="*/ 15748 w 55011"/>
                <a:gd name="connsiteY8" fmla="*/ 192283 h 236720"/>
                <a:gd name="connsiteX9" fmla="*/ 52739 w 55011"/>
                <a:gd name="connsiteY9" fmla="*/ 236787 h 236720"/>
                <a:gd name="connsiteX10" fmla="*/ 55110 w 55011"/>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110" y="234419"/>
                  </a:moveTo>
                  <a:cubicBezTo>
                    <a:pt x="55110" y="233709"/>
                    <a:pt x="55110" y="233236"/>
                    <a:pt x="51079" y="229212"/>
                  </a:cubicBezTo>
                  <a:cubicBezTo>
                    <a:pt x="21439" y="199385"/>
                    <a:pt x="13851" y="154645"/>
                    <a:pt x="13851" y="118426"/>
                  </a:cubicBezTo>
                  <a:cubicBezTo>
                    <a:pt x="13851" y="77237"/>
                    <a:pt x="22862" y="36048"/>
                    <a:pt x="52027" y="6458"/>
                  </a:cubicBezTo>
                  <a:cubicBezTo>
                    <a:pt x="55110" y="3617"/>
                    <a:pt x="55110" y="3144"/>
                    <a:pt x="55110" y="2433"/>
                  </a:cubicBezTo>
                  <a:cubicBezTo>
                    <a:pt x="55110" y="776"/>
                    <a:pt x="54161" y="66"/>
                    <a:pt x="52739" y="66"/>
                  </a:cubicBezTo>
                  <a:cubicBezTo>
                    <a:pt x="50368" y="66"/>
                    <a:pt x="29027" y="16163"/>
                    <a:pt x="15037" y="46227"/>
                  </a:cubicBezTo>
                  <a:cubicBezTo>
                    <a:pt x="2944" y="72266"/>
                    <a:pt x="99" y="98542"/>
                    <a:pt x="99" y="118426"/>
                  </a:cubicBezTo>
                  <a:cubicBezTo>
                    <a:pt x="99" y="136891"/>
                    <a:pt x="2707" y="165534"/>
                    <a:pt x="15748" y="192283"/>
                  </a:cubicBezTo>
                  <a:cubicBezTo>
                    <a:pt x="29975" y="221400"/>
                    <a:pt x="50368" y="236787"/>
                    <a:pt x="52739" y="236787"/>
                  </a:cubicBezTo>
                  <a:cubicBezTo>
                    <a:pt x="54161" y="236787"/>
                    <a:pt x="55110" y="236077"/>
                    <a:pt x="55110"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6" name="Freeform: Shape 95">
              <a:extLst>
                <a:ext uri="{FF2B5EF4-FFF2-40B4-BE49-F238E27FC236}">
                  <a16:creationId xmlns:a16="http://schemas.microsoft.com/office/drawing/2014/main" id="{6058902E-AF2F-0D9F-E721-BB0F17134B3C}"/>
                </a:ext>
              </a:extLst>
            </p:cNvPr>
            <p:cNvSpPr/>
            <p:nvPr>
              <p:custDataLst>
                <p:tags r:id="rId97"/>
              </p:custDataLst>
            </p:nvPr>
          </p:nvSpPr>
          <p:spPr>
            <a:xfrm>
              <a:off x="7429354" y="5966473"/>
              <a:ext cx="109311" cy="153158"/>
            </a:xfrm>
            <a:custGeom>
              <a:avLst/>
              <a:gdLst>
                <a:gd name="connsiteX0" fmla="*/ 108465 w 109311"/>
                <a:gd name="connsiteY0" fmla="*/ 14506 h 153158"/>
                <a:gd name="connsiteX1" fmla="*/ 109414 w 109311"/>
                <a:gd name="connsiteY1" fmla="*/ 9062 h 153158"/>
                <a:gd name="connsiteX2" fmla="*/ 102537 w 109311"/>
                <a:gd name="connsiteY2" fmla="*/ 2670 h 153158"/>
                <a:gd name="connsiteX3" fmla="*/ 94238 w 109311"/>
                <a:gd name="connsiteY3" fmla="*/ 7641 h 153158"/>
                <a:gd name="connsiteX4" fmla="*/ 90919 w 109311"/>
                <a:gd name="connsiteY4" fmla="*/ 20424 h 153158"/>
                <a:gd name="connsiteX5" fmla="*/ 86176 w 109311"/>
                <a:gd name="connsiteY5" fmla="*/ 39362 h 153158"/>
                <a:gd name="connsiteX6" fmla="*/ 75506 w 109311"/>
                <a:gd name="connsiteY6" fmla="*/ 81972 h 153158"/>
                <a:gd name="connsiteX7" fmla="*/ 48712 w 109311"/>
                <a:gd name="connsiteY7" fmla="*/ 102093 h 153158"/>
                <a:gd name="connsiteX8" fmla="*/ 34010 w 109311"/>
                <a:gd name="connsiteY8" fmla="*/ 82918 h 153158"/>
                <a:gd name="connsiteX9" fmla="*/ 46103 w 109311"/>
                <a:gd name="connsiteY9" fmla="*/ 36521 h 153158"/>
                <a:gd name="connsiteX10" fmla="*/ 50846 w 109311"/>
                <a:gd name="connsiteY10" fmla="*/ 19477 h 153158"/>
                <a:gd name="connsiteX11" fmla="*/ 31402 w 109311"/>
                <a:gd name="connsiteY11" fmla="*/ 66 h 153158"/>
                <a:gd name="connsiteX12" fmla="*/ 102 w 109311"/>
                <a:gd name="connsiteY12" fmla="*/ 36521 h 153158"/>
                <a:gd name="connsiteX13" fmla="*/ 2948 w 109311"/>
                <a:gd name="connsiteY13" fmla="*/ 38888 h 153158"/>
                <a:gd name="connsiteX14" fmla="*/ 6742 w 109311"/>
                <a:gd name="connsiteY14" fmla="*/ 34627 h 153158"/>
                <a:gd name="connsiteX15" fmla="*/ 30691 w 109311"/>
                <a:gd name="connsiteY15" fmla="*/ 5274 h 153158"/>
                <a:gd name="connsiteX16" fmla="*/ 36619 w 109311"/>
                <a:gd name="connsiteY16" fmla="*/ 12849 h 153158"/>
                <a:gd name="connsiteX17" fmla="*/ 32588 w 109311"/>
                <a:gd name="connsiteY17" fmla="*/ 29420 h 153158"/>
                <a:gd name="connsiteX18" fmla="*/ 18835 w 109311"/>
                <a:gd name="connsiteY18" fmla="*/ 79131 h 153158"/>
                <a:gd name="connsiteX19" fmla="*/ 47763 w 109311"/>
                <a:gd name="connsiteY19" fmla="*/ 107301 h 153158"/>
                <a:gd name="connsiteX20" fmla="*/ 71712 w 109311"/>
                <a:gd name="connsiteY20" fmla="*/ 96648 h 153158"/>
                <a:gd name="connsiteX21" fmla="*/ 56299 w 109311"/>
                <a:gd name="connsiteY21" fmla="*/ 133103 h 153158"/>
                <a:gd name="connsiteX22" fmla="*/ 30216 w 109311"/>
                <a:gd name="connsiteY22" fmla="*/ 148017 h 153158"/>
                <a:gd name="connsiteX23" fmla="*/ 12195 w 109311"/>
                <a:gd name="connsiteY23" fmla="*/ 138074 h 153158"/>
                <a:gd name="connsiteX24" fmla="*/ 22392 w 109311"/>
                <a:gd name="connsiteY24" fmla="*/ 135234 h 153158"/>
                <a:gd name="connsiteX25" fmla="*/ 27134 w 109311"/>
                <a:gd name="connsiteY25" fmla="*/ 125528 h 153158"/>
                <a:gd name="connsiteX26" fmla="*/ 18361 w 109311"/>
                <a:gd name="connsiteY26" fmla="*/ 117243 h 153158"/>
                <a:gd name="connsiteX27" fmla="*/ 5082 w 109311"/>
                <a:gd name="connsiteY27" fmla="*/ 132630 h 153158"/>
                <a:gd name="connsiteX28" fmla="*/ 30216 w 109311"/>
                <a:gd name="connsiteY28" fmla="*/ 153224 h 153158"/>
                <a:gd name="connsiteX29" fmla="*/ 85702 w 109311"/>
                <a:gd name="connsiteY29" fmla="*/ 104933 h 153158"/>
                <a:gd name="connsiteX30" fmla="*/ 108465 w 109311"/>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11" h="153158">
                  <a:moveTo>
                    <a:pt x="108465" y="14506"/>
                  </a:moveTo>
                  <a:cubicBezTo>
                    <a:pt x="109414" y="11192"/>
                    <a:pt x="109414" y="10719"/>
                    <a:pt x="109414" y="9062"/>
                  </a:cubicBezTo>
                  <a:cubicBezTo>
                    <a:pt x="109414" y="4801"/>
                    <a:pt x="106094" y="2670"/>
                    <a:pt x="102537" y="2670"/>
                  </a:cubicBezTo>
                  <a:cubicBezTo>
                    <a:pt x="100166" y="2670"/>
                    <a:pt x="96372" y="4091"/>
                    <a:pt x="94238" y="7641"/>
                  </a:cubicBezTo>
                  <a:cubicBezTo>
                    <a:pt x="93764" y="8825"/>
                    <a:pt x="91867" y="16163"/>
                    <a:pt x="90919" y="20424"/>
                  </a:cubicBezTo>
                  <a:cubicBezTo>
                    <a:pt x="89259" y="26579"/>
                    <a:pt x="87599" y="32970"/>
                    <a:pt x="86176" y="39362"/>
                  </a:cubicBezTo>
                  <a:lnTo>
                    <a:pt x="75506" y="81972"/>
                  </a:lnTo>
                  <a:cubicBezTo>
                    <a:pt x="74558" y="85522"/>
                    <a:pt x="64361" y="102093"/>
                    <a:pt x="48712" y="102093"/>
                  </a:cubicBezTo>
                  <a:cubicBezTo>
                    <a:pt x="36619" y="102093"/>
                    <a:pt x="34010" y="91677"/>
                    <a:pt x="34010" y="82918"/>
                  </a:cubicBezTo>
                  <a:cubicBezTo>
                    <a:pt x="34010" y="72029"/>
                    <a:pt x="38041" y="57353"/>
                    <a:pt x="46103" y="36521"/>
                  </a:cubicBezTo>
                  <a:cubicBezTo>
                    <a:pt x="49897" y="26816"/>
                    <a:pt x="50846" y="24212"/>
                    <a:pt x="50846" y="19477"/>
                  </a:cubicBezTo>
                  <a:cubicBezTo>
                    <a:pt x="50846" y="8825"/>
                    <a:pt x="43258" y="66"/>
                    <a:pt x="31402" y="66"/>
                  </a:cubicBezTo>
                  <a:cubicBezTo>
                    <a:pt x="8876" y="66"/>
                    <a:pt x="102" y="34391"/>
                    <a:pt x="102" y="36521"/>
                  </a:cubicBezTo>
                  <a:cubicBezTo>
                    <a:pt x="102" y="38888"/>
                    <a:pt x="2474" y="38888"/>
                    <a:pt x="2948" y="38888"/>
                  </a:cubicBezTo>
                  <a:cubicBezTo>
                    <a:pt x="5319" y="38888"/>
                    <a:pt x="5556" y="38415"/>
                    <a:pt x="6742" y="34627"/>
                  </a:cubicBezTo>
                  <a:cubicBezTo>
                    <a:pt x="13144" y="12376"/>
                    <a:pt x="22629" y="5274"/>
                    <a:pt x="30691" y="5274"/>
                  </a:cubicBezTo>
                  <a:cubicBezTo>
                    <a:pt x="32588" y="5274"/>
                    <a:pt x="36619" y="5274"/>
                    <a:pt x="36619" y="12849"/>
                  </a:cubicBezTo>
                  <a:cubicBezTo>
                    <a:pt x="36619" y="18767"/>
                    <a:pt x="34247" y="24922"/>
                    <a:pt x="32588" y="29420"/>
                  </a:cubicBezTo>
                  <a:cubicBezTo>
                    <a:pt x="23103" y="54512"/>
                    <a:pt x="18835" y="68005"/>
                    <a:pt x="18835" y="79131"/>
                  </a:cubicBezTo>
                  <a:cubicBezTo>
                    <a:pt x="18835" y="100199"/>
                    <a:pt x="33773" y="107301"/>
                    <a:pt x="47763" y="107301"/>
                  </a:cubicBezTo>
                  <a:cubicBezTo>
                    <a:pt x="57011" y="107301"/>
                    <a:pt x="65073" y="103276"/>
                    <a:pt x="71712" y="96648"/>
                  </a:cubicBezTo>
                  <a:cubicBezTo>
                    <a:pt x="68630" y="108958"/>
                    <a:pt x="65784" y="120557"/>
                    <a:pt x="56299" y="133103"/>
                  </a:cubicBezTo>
                  <a:cubicBezTo>
                    <a:pt x="50134" y="141152"/>
                    <a:pt x="41124" y="148017"/>
                    <a:pt x="30216" y="148017"/>
                  </a:cubicBezTo>
                  <a:cubicBezTo>
                    <a:pt x="26897" y="148017"/>
                    <a:pt x="16226" y="147306"/>
                    <a:pt x="12195" y="138074"/>
                  </a:cubicBezTo>
                  <a:cubicBezTo>
                    <a:pt x="15989" y="138074"/>
                    <a:pt x="19072" y="138074"/>
                    <a:pt x="22392" y="135234"/>
                  </a:cubicBezTo>
                  <a:cubicBezTo>
                    <a:pt x="24763" y="133103"/>
                    <a:pt x="27134" y="130026"/>
                    <a:pt x="27134" y="125528"/>
                  </a:cubicBezTo>
                  <a:cubicBezTo>
                    <a:pt x="27134" y="118190"/>
                    <a:pt x="20732" y="117243"/>
                    <a:pt x="18361" y="117243"/>
                  </a:cubicBezTo>
                  <a:cubicBezTo>
                    <a:pt x="12907" y="117243"/>
                    <a:pt x="5082" y="121030"/>
                    <a:pt x="5082" y="132630"/>
                  </a:cubicBezTo>
                  <a:cubicBezTo>
                    <a:pt x="5082" y="144466"/>
                    <a:pt x="15515" y="153224"/>
                    <a:pt x="30216" y="153224"/>
                  </a:cubicBezTo>
                  <a:cubicBezTo>
                    <a:pt x="54640" y="153224"/>
                    <a:pt x="79063" y="131683"/>
                    <a:pt x="85702" y="104933"/>
                  </a:cubicBezTo>
                  <a:lnTo>
                    <a:pt x="108465"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7" name="Freeform: Shape 96">
              <a:extLst>
                <a:ext uri="{FF2B5EF4-FFF2-40B4-BE49-F238E27FC236}">
                  <a16:creationId xmlns:a16="http://schemas.microsoft.com/office/drawing/2014/main" id="{8E76CC7F-CDAC-55D7-4D5F-FFEACDC0BCF7}"/>
                </a:ext>
              </a:extLst>
            </p:cNvPr>
            <p:cNvSpPr/>
            <p:nvPr>
              <p:custDataLst>
                <p:tags r:id="rId98"/>
              </p:custDataLst>
            </p:nvPr>
          </p:nvSpPr>
          <p:spPr>
            <a:xfrm>
              <a:off x="7546533" y="5996750"/>
              <a:ext cx="50292" cy="111518"/>
            </a:xfrm>
            <a:custGeom>
              <a:avLst/>
              <a:gdLst>
                <a:gd name="connsiteX0" fmla="*/ 46085 w 50292"/>
                <a:gd name="connsiteY0" fmla="*/ 6365 h 111518"/>
                <a:gd name="connsiteX1" fmla="*/ 39445 w 50292"/>
                <a:gd name="connsiteY1" fmla="*/ 68 h 111518"/>
                <a:gd name="connsiteX2" fmla="*/ 30150 w 50292"/>
                <a:gd name="connsiteY2" fmla="*/ 9181 h 111518"/>
                <a:gd name="connsiteX3" fmla="*/ 36789 w 50292"/>
                <a:gd name="connsiteY3" fmla="*/ 15478 h 111518"/>
                <a:gd name="connsiteX4" fmla="*/ 46085 w 50292"/>
                <a:gd name="connsiteY4" fmla="*/ 6365 h 111518"/>
                <a:gd name="connsiteX5" fmla="*/ 12224 w 50292"/>
                <a:gd name="connsiteY5" fmla="*/ 90542 h 111518"/>
                <a:gd name="connsiteX6" fmla="*/ 10730 w 50292"/>
                <a:gd name="connsiteY6" fmla="*/ 97502 h 111518"/>
                <a:gd name="connsiteX7" fmla="*/ 26499 w 50292"/>
                <a:gd name="connsiteY7" fmla="*/ 111587 h 111518"/>
                <a:gd name="connsiteX8" fmla="*/ 50400 w 50292"/>
                <a:gd name="connsiteY8" fmla="*/ 86234 h 111518"/>
                <a:gd name="connsiteX9" fmla="*/ 47744 w 50292"/>
                <a:gd name="connsiteY9" fmla="*/ 84080 h 111518"/>
                <a:gd name="connsiteX10" fmla="*/ 44591 w 50292"/>
                <a:gd name="connsiteY10" fmla="*/ 86897 h 111518"/>
                <a:gd name="connsiteX11" fmla="*/ 26997 w 50292"/>
                <a:gd name="connsiteY11" fmla="*/ 106947 h 111518"/>
                <a:gd name="connsiteX12" fmla="*/ 22847 w 50292"/>
                <a:gd name="connsiteY12" fmla="*/ 101147 h 111518"/>
                <a:gd name="connsiteX13" fmla="*/ 25503 w 50292"/>
                <a:gd name="connsiteY13" fmla="*/ 90542 h 111518"/>
                <a:gd name="connsiteX14" fmla="*/ 30814 w 50292"/>
                <a:gd name="connsiteY14" fmla="*/ 77286 h 111518"/>
                <a:gd name="connsiteX15" fmla="*/ 38947 w 50292"/>
                <a:gd name="connsiteY15" fmla="*/ 56242 h 111518"/>
                <a:gd name="connsiteX16" fmla="*/ 39943 w 50292"/>
                <a:gd name="connsiteY16" fmla="*/ 50939 h 111518"/>
                <a:gd name="connsiteX17" fmla="*/ 24175 w 50292"/>
                <a:gd name="connsiteY17" fmla="*/ 36854 h 111518"/>
                <a:gd name="connsiteX18" fmla="*/ 107 w 50292"/>
                <a:gd name="connsiteY18" fmla="*/ 62207 h 111518"/>
                <a:gd name="connsiteX19" fmla="*/ 2929 w 50292"/>
                <a:gd name="connsiteY19" fmla="*/ 64361 h 111518"/>
                <a:gd name="connsiteX20" fmla="*/ 5917 w 50292"/>
                <a:gd name="connsiteY20" fmla="*/ 61710 h 111518"/>
                <a:gd name="connsiteX21" fmla="*/ 23677 w 50292"/>
                <a:gd name="connsiteY21" fmla="*/ 41494 h 111518"/>
                <a:gd name="connsiteX22" fmla="*/ 27826 w 50292"/>
                <a:gd name="connsiteY22" fmla="*/ 47293 h 111518"/>
                <a:gd name="connsiteX23" fmla="*/ 22681 w 50292"/>
                <a:gd name="connsiteY23" fmla="*/ 63864 h 111518"/>
                <a:gd name="connsiteX24" fmla="*/ 12224 w 50292"/>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085" y="6365"/>
                  </a:moveTo>
                  <a:cubicBezTo>
                    <a:pt x="46085" y="3713"/>
                    <a:pt x="44093" y="68"/>
                    <a:pt x="39445" y="68"/>
                  </a:cubicBezTo>
                  <a:cubicBezTo>
                    <a:pt x="34964" y="68"/>
                    <a:pt x="30150" y="4376"/>
                    <a:pt x="30150" y="9181"/>
                  </a:cubicBezTo>
                  <a:cubicBezTo>
                    <a:pt x="30150" y="11998"/>
                    <a:pt x="32308" y="15478"/>
                    <a:pt x="36789" y="15478"/>
                  </a:cubicBezTo>
                  <a:cubicBezTo>
                    <a:pt x="41603" y="15478"/>
                    <a:pt x="46085" y="10839"/>
                    <a:pt x="46085" y="6365"/>
                  </a:cubicBezTo>
                  <a:close/>
                  <a:moveTo>
                    <a:pt x="12224" y="90542"/>
                  </a:moveTo>
                  <a:cubicBezTo>
                    <a:pt x="11560" y="92696"/>
                    <a:pt x="10730" y="94685"/>
                    <a:pt x="10730" y="97502"/>
                  </a:cubicBezTo>
                  <a:cubicBezTo>
                    <a:pt x="10730" y="105290"/>
                    <a:pt x="17370" y="111587"/>
                    <a:pt x="26499" y="111587"/>
                  </a:cubicBezTo>
                  <a:cubicBezTo>
                    <a:pt x="43097" y="111587"/>
                    <a:pt x="50400" y="88720"/>
                    <a:pt x="50400" y="86234"/>
                  </a:cubicBezTo>
                  <a:cubicBezTo>
                    <a:pt x="50400" y="84080"/>
                    <a:pt x="48242" y="84080"/>
                    <a:pt x="47744" y="84080"/>
                  </a:cubicBezTo>
                  <a:cubicBezTo>
                    <a:pt x="45421" y="84080"/>
                    <a:pt x="45255" y="85074"/>
                    <a:pt x="44591" y="86897"/>
                  </a:cubicBezTo>
                  <a:cubicBezTo>
                    <a:pt x="40773" y="100153"/>
                    <a:pt x="33470" y="106947"/>
                    <a:pt x="26997" y="106947"/>
                  </a:cubicBezTo>
                  <a:cubicBezTo>
                    <a:pt x="23677" y="106947"/>
                    <a:pt x="22847" y="104793"/>
                    <a:pt x="22847" y="101147"/>
                  </a:cubicBezTo>
                  <a:cubicBezTo>
                    <a:pt x="22847" y="97336"/>
                    <a:pt x="24009" y="94188"/>
                    <a:pt x="25503" y="90542"/>
                  </a:cubicBezTo>
                  <a:cubicBezTo>
                    <a:pt x="27163" y="86068"/>
                    <a:pt x="28988" y="81594"/>
                    <a:pt x="30814" y="77286"/>
                  </a:cubicBezTo>
                  <a:cubicBezTo>
                    <a:pt x="32308" y="73309"/>
                    <a:pt x="38283" y="58230"/>
                    <a:pt x="38947" y="56242"/>
                  </a:cubicBezTo>
                  <a:cubicBezTo>
                    <a:pt x="39445" y="54584"/>
                    <a:pt x="39943" y="52596"/>
                    <a:pt x="39943" y="50939"/>
                  </a:cubicBezTo>
                  <a:cubicBezTo>
                    <a:pt x="39943" y="43151"/>
                    <a:pt x="33304" y="36854"/>
                    <a:pt x="24175" y="36854"/>
                  </a:cubicBezTo>
                  <a:cubicBezTo>
                    <a:pt x="7743" y="36854"/>
                    <a:pt x="107" y="59390"/>
                    <a:pt x="107" y="62207"/>
                  </a:cubicBezTo>
                  <a:cubicBezTo>
                    <a:pt x="107" y="64361"/>
                    <a:pt x="2431" y="64361"/>
                    <a:pt x="2929" y="64361"/>
                  </a:cubicBezTo>
                  <a:cubicBezTo>
                    <a:pt x="5253" y="64361"/>
                    <a:pt x="5419" y="63533"/>
                    <a:pt x="5917" y="61710"/>
                  </a:cubicBezTo>
                  <a:cubicBezTo>
                    <a:pt x="10232" y="47459"/>
                    <a:pt x="17536" y="41494"/>
                    <a:pt x="23677" y="41494"/>
                  </a:cubicBezTo>
                  <a:cubicBezTo>
                    <a:pt x="26333" y="41494"/>
                    <a:pt x="27826" y="42819"/>
                    <a:pt x="27826" y="47293"/>
                  </a:cubicBezTo>
                  <a:cubicBezTo>
                    <a:pt x="27826" y="51105"/>
                    <a:pt x="26831" y="53590"/>
                    <a:pt x="22681" y="63864"/>
                  </a:cubicBezTo>
                  <a:lnTo>
                    <a:pt x="1222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8" name="Freeform: Shape 97">
              <a:extLst>
                <a:ext uri="{FF2B5EF4-FFF2-40B4-BE49-F238E27FC236}">
                  <a16:creationId xmlns:a16="http://schemas.microsoft.com/office/drawing/2014/main" id="{F6008BC9-CCDE-4055-2FBB-A4A89A06A015}"/>
                </a:ext>
              </a:extLst>
            </p:cNvPr>
            <p:cNvSpPr/>
            <p:nvPr>
              <p:custDataLst>
                <p:tags r:id="rId99"/>
              </p:custDataLst>
            </p:nvPr>
          </p:nvSpPr>
          <p:spPr>
            <a:xfrm>
              <a:off x="7631191" y="5893564"/>
              <a:ext cx="55011" cy="236720"/>
            </a:xfrm>
            <a:custGeom>
              <a:avLst/>
              <a:gdLst>
                <a:gd name="connsiteX0" fmla="*/ 55122 w 55011"/>
                <a:gd name="connsiteY0" fmla="*/ 118426 h 236720"/>
                <a:gd name="connsiteX1" fmla="*/ 39472 w 55011"/>
                <a:gd name="connsiteY1" fmla="*/ 44570 h 236720"/>
                <a:gd name="connsiteX2" fmla="*/ 2482 w 55011"/>
                <a:gd name="connsiteY2" fmla="*/ 66 h 236720"/>
                <a:gd name="connsiteX3" fmla="*/ 111 w 55011"/>
                <a:gd name="connsiteY3" fmla="*/ 2433 h 236720"/>
                <a:gd name="connsiteX4" fmla="*/ 4616 w 55011"/>
                <a:gd name="connsiteY4" fmla="*/ 7878 h 236720"/>
                <a:gd name="connsiteX5" fmla="*/ 41369 w 55011"/>
                <a:gd name="connsiteY5" fmla="*/ 118426 h 236720"/>
                <a:gd name="connsiteX6" fmla="*/ 3193 w 55011"/>
                <a:gd name="connsiteY6" fmla="*/ 230395 h 236720"/>
                <a:gd name="connsiteX7" fmla="*/ 111 w 55011"/>
                <a:gd name="connsiteY7" fmla="*/ 234419 h 236720"/>
                <a:gd name="connsiteX8" fmla="*/ 2482 w 55011"/>
                <a:gd name="connsiteY8" fmla="*/ 236787 h 236720"/>
                <a:gd name="connsiteX9" fmla="*/ 40184 w 55011"/>
                <a:gd name="connsiteY9" fmla="*/ 190626 h 236720"/>
                <a:gd name="connsiteX10" fmla="*/ 55122 w 55011"/>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122" y="118426"/>
                  </a:moveTo>
                  <a:cubicBezTo>
                    <a:pt x="55122" y="99962"/>
                    <a:pt x="52514" y="71319"/>
                    <a:pt x="39472" y="44570"/>
                  </a:cubicBezTo>
                  <a:cubicBezTo>
                    <a:pt x="25245" y="15453"/>
                    <a:pt x="4853" y="66"/>
                    <a:pt x="2482" y="66"/>
                  </a:cubicBezTo>
                  <a:cubicBezTo>
                    <a:pt x="1059" y="66"/>
                    <a:pt x="111" y="1013"/>
                    <a:pt x="111" y="2433"/>
                  </a:cubicBezTo>
                  <a:cubicBezTo>
                    <a:pt x="111" y="3144"/>
                    <a:pt x="111" y="3617"/>
                    <a:pt x="4616" y="7878"/>
                  </a:cubicBezTo>
                  <a:cubicBezTo>
                    <a:pt x="27853" y="31313"/>
                    <a:pt x="41369" y="68952"/>
                    <a:pt x="41369" y="118426"/>
                  </a:cubicBezTo>
                  <a:cubicBezTo>
                    <a:pt x="41369" y="158906"/>
                    <a:pt x="32596" y="200568"/>
                    <a:pt x="3193" y="230395"/>
                  </a:cubicBezTo>
                  <a:cubicBezTo>
                    <a:pt x="111" y="233236"/>
                    <a:pt x="111" y="233709"/>
                    <a:pt x="111" y="234419"/>
                  </a:cubicBezTo>
                  <a:cubicBezTo>
                    <a:pt x="111" y="235840"/>
                    <a:pt x="1059" y="236787"/>
                    <a:pt x="2482" y="236787"/>
                  </a:cubicBezTo>
                  <a:cubicBezTo>
                    <a:pt x="4853" y="236787"/>
                    <a:pt x="26194" y="220690"/>
                    <a:pt x="40184" y="190626"/>
                  </a:cubicBezTo>
                  <a:cubicBezTo>
                    <a:pt x="52277" y="164587"/>
                    <a:pt x="55122" y="138311"/>
                    <a:pt x="55122"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99" name="Freeform: Shape 98">
              <a:extLst>
                <a:ext uri="{FF2B5EF4-FFF2-40B4-BE49-F238E27FC236}">
                  <a16:creationId xmlns:a16="http://schemas.microsoft.com/office/drawing/2014/main" id="{4D453F88-C4E4-B3A3-A148-A57A92D165A3}"/>
                </a:ext>
              </a:extLst>
            </p:cNvPr>
            <p:cNvSpPr/>
            <p:nvPr>
              <p:custDataLst>
                <p:tags r:id="rId100"/>
              </p:custDataLst>
            </p:nvPr>
          </p:nvSpPr>
          <p:spPr>
            <a:xfrm>
              <a:off x="7782261" y="6007189"/>
              <a:ext cx="144879" cy="9468"/>
            </a:xfrm>
            <a:custGeom>
              <a:avLst/>
              <a:gdLst>
                <a:gd name="connsiteX0" fmla="*/ 136697 w 144879"/>
                <a:gd name="connsiteY0" fmla="*/ 9535 h 9468"/>
                <a:gd name="connsiteX1" fmla="*/ 144996 w 144879"/>
                <a:gd name="connsiteY1" fmla="*/ 4801 h 9468"/>
                <a:gd name="connsiteX2" fmla="*/ 136697 w 144879"/>
                <a:gd name="connsiteY2" fmla="*/ 66 h 9468"/>
                <a:gd name="connsiteX3" fmla="*/ 8416 w 144879"/>
                <a:gd name="connsiteY3" fmla="*/ 66 h 9468"/>
                <a:gd name="connsiteX4" fmla="*/ 117 w 144879"/>
                <a:gd name="connsiteY4" fmla="*/ 4801 h 9468"/>
                <a:gd name="connsiteX5" fmla="*/ 8416 w 144879"/>
                <a:gd name="connsiteY5" fmla="*/ 9535 h 9468"/>
                <a:gd name="connsiteX6" fmla="*/ 136697 w 14487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79" h="9468">
                  <a:moveTo>
                    <a:pt x="136697" y="9535"/>
                  </a:moveTo>
                  <a:cubicBezTo>
                    <a:pt x="140728" y="9535"/>
                    <a:pt x="144996" y="9535"/>
                    <a:pt x="144996" y="4801"/>
                  </a:cubicBezTo>
                  <a:cubicBezTo>
                    <a:pt x="144996" y="66"/>
                    <a:pt x="140728" y="66"/>
                    <a:pt x="136697" y="66"/>
                  </a:cubicBezTo>
                  <a:lnTo>
                    <a:pt x="8416" y="66"/>
                  </a:lnTo>
                  <a:cubicBezTo>
                    <a:pt x="4385" y="66"/>
                    <a:pt x="117" y="66"/>
                    <a:pt x="117" y="4801"/>
                  </a:cubicBezTo>
                  <a:cubicBezTo>
                    <a:pt x="117" y="9535"/>
                    <a:pt x="4385" y="9535"/>
                    <a:pt x="8416" y="9535"/>
                  </a:cubicBezTo>
                  <a:lnTo>
                    <a:pt x="136697"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0" name="Freeform: Shape 99">
              <a:extLst>
                <a:ext uri="{FF2B5EF4-FFF2-40B4-BE49-F238E27FC236}">
                  <a16:creationId xmlns:a16="http://schemas.microsoft.com/office/drawing/2014/main" id="{EEF39497-106A-B655-0F51-F4701A852C51}"/>
                </a:ext>
              </a:extLst>
            </p:cNvPr>
            <p:cNvSpPr/>
            <p:nvPr>
              <p:custDataLst>
                <p:tags r:id="rId101"/>
              </p:custDataLst>
            </p:nvPr>
          </p:nvSpPr>
          <p:spPr>
            <a:xfrm>
              <a:off x="8057592" y="5867872"/>
              <a:ext cx="60417" cy="110027"/>
            </a:xfrm>
            <a:custGeom>
              <a:avLst/>
              <a:gdLst>
                <a:gd name="connsiteX0" fmla="*/ 37640 w 60417"/>
                <a:gd name="connsiteY0" fmla="*/ 4702 h 110027"/>
                <a:gd name="connsiteX1" fmla="*/ 32661 w 60417"/>
                <a:gd name="connsiteY1" fmla="*/ 62 h 110027"/>
                <a:gd name="connsiteX2" fmla="*/ 128 w 60417"/>
                <a:gd name="connsiteY2" fmla="*/ 10667 h 110027"/>
                <a:gd name="connsiteX3" fmla="*/ 128 w 60417"/>
                <a:gd name="connsiteY3" fmla="*/ 16633 h 110027"/>
                <a:gd name="connsiteX4" fmla="*/ 24196 w 60417"/>
                <a:gd name="connsiteY4" fmla="*/ 11993 h 110027"/>
                <a:gd name="connsiteX5" fmla="*/ 24196 w 60417"/>
                <a:gd name="connsiteY5" fmla="*/ 96502 h 110027"/>
                <a:gd name="connsiteX6" fmla="*/ 7598 w 60417"/>
                <a:gd name="connsiteY6" fmla="*/ 104125 h 110027"/>
                <a:gd name="connsiteX7" fmla="*/ 1290 w 60417"/>
                <a:gd name="connsiteY7" fmla="*/ 104125 h 110027"/>
                <a:gd name="connsiteX8" fmla="*/ 1290 w 60417"/>
                <a:gd name="connsiteY8" fmla="*/ 110090 h 110027"/>
                <a:gd name="connsiteX9" fmla="*/ 30835 w 60417"/>
                <a:gd name="connsiteY9" fmla="*/ 109427 h 110027"/>
                <a:gd name="connsiteX10" fmla="*/ 60546 w 60417"/>
                <a:gd name="connsiteY10" fmla="*/ 110090 h 110027"/>
                <a:gd name="connsiteX11" fmla="*/ 60546 w 60417"/>
                <a:gd name="connsiteY11" fmla="*/ 104125 h 110027"/>
                <a:gd name="connsiteX12" fmla="*/ 54239 w 60417"/>
                <a:gd name="connsiteY12" fmla="*/ 104125 h 110027"/>
                <a:gd name="connsiteX13" fmla="*/ 37640 w 60417"/>
                <a:gd name="connsiteY13" fmla="*/ 96502 h 110027"/>
                <a:gd name="connsiteX14" fmla="*/ 37640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40" y="4702"/>
                  </a:moveTo>
                  <a:cubicBezTo>
                    <a:pt x="37640" y="228"/>
                    <a:pt x="37308" y="62"/>
                    <a:pt x="32661" y="62"/>
                  </a:cubicBezTo>
                  <a:cubicBezTo>
                    <a:pt x="22038" y="10502"/>
                    <a:pt x="6934" y="10667"/>
                    <a:pt x="128" y="10667"/>
                  </a:cubicBezTo>
                  <a:lnTo>
                    <a:pt x="128" y="16633"/>
                  </a:lnTo>
                  <a:cubicBezTo>
                    <a:pt x="4112" y="16633"/>
                    <a:pt x="15067" y="16633"/>
                    <a:pt x="24196" y="11993"/>
                  </a:cubicBezTo>
                  <a:lnTo>
                    <a:pt x="24196" y="96502"/>
                  </a:lnTo>
                  <a:cubicBezTo>
                    <a:pt x="24196" y="101970"/>
                    <a:pt x="24196" y="104125"/>
                    <a:pt x="7598" y="104125"/>
                  </a:cubicBezTo>
                  <a:lnTo>
                    <a:pt x="1290" y="104125"/>
                  </a:lnTo>
                  <a:lnTo>
                    <a:pt x="1290" y="110090"/>
                  </a:lnTo>
                  <a:cubicBezTo>
                    <a:pt x="4278" y="109924"/>
                    <a:pt x="24694" y="109427"/>
                    <a:pt x="30835" y="109427"/>
                  </a:cubicBezTo>
                  <a:cubicBezTo>
                    <a:pt x="35981" y="109427"/>
                    <a:pt x="56894" y="109924"/>
                    <a:pt x="60546" y="110090"/>
                  </a:cubicBezTo>
                  <a:lnTo>
                    <a:pt x="60546" y="104125"/>
                  </a:lnTo>
                  <a:lnTo>
                    <a:pt x="54239" y="104125"/>
                  </a:lnTo>
                  <a:cubicBezTo>
                    <a:pt x="37640" y="104125"/>
                    <a:pt x="37640" y="101970"/>
                    <a:pt x="37640" y="96502"/>
                  </a:cubicBezTo>
                  <a:lnTo>
                    <a:pt x="37640"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1" name="Freeform: Shape 100">
              <a:extLst>
                <a:ext uri="{FF2B5EF4-FFF2-40B4-BE49-F238E27FC236}">
                  <a16:creationId xmlns:a16="http://schemas.microsoft.com/office/drawing/2014/main" id="{089FBED0-3DE8-0009-649E-94F65E665A66}"/>
                </a:ext>
              </a:extLst>
            </p:cNvPr>
            <p:cNvSpPr/>
            <p:nvPr>
              <p:custDataLst>
                <p:tags r:id="rId102"/>
              </p:custDataLst>
            </p:nvPr>
          </p:nvSpPr>
          <p:spPr>
            <a:xfrm>
              <a:off x="8028151" y="6007189"/>
              <a:ext cx="117215" cy="9468"/>
            </a:xfrm>
            <a:custGeom>
              <a:avLst/>
              <a:gdLst>
                <a:gd name="connsiteX0" fmla="*/ 0 w 117215"/>
                <a:gd name="connsiteY0" fmla="*/ 0 h 9468"/>
                <a:gd name="connsiteX1" fmla="*/ 117215 w 117215"/>
                <a:gd name="connsiteY1" fmla="*/ 0 h 9468"/>
                <a:gd name="connsiteX2" fmla="*/ 117215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5" y="0"/>
                  </a:lnTo>
                  <a:lnTo>
                    <a:pt x="11721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2" name="Freeform: Shape 101">
              <a:extLst>
                <a:ext uri="{FF2B5EF4-FFF2-40B4-BE49-F238E27FC236}">
                  <a16:creationId xmlns:a16="http://schemas.microsoft.com/office/drawing/2014/main" id="{432E9A09-F96A-68B1-63B5-78A6C35D813A}"/>
                </a:ext>
              </a:extLst>
            </p:cNvPr>
            <p:cNvSpPr/>
            <p:nvPr>
              <p:custDataLst>
                <p:tags r:id="rId103"/>
              </p:custDataLst>
            </p:nvPr>
          </p:nvSpPr>
          <p:spPr>
            <a:xfrm>
              <a:off x="8035953" y="6079659"/>
              <a:ext cx="101415" cy="74732"/>
            </a:xfrm>
            <a:custGeom>
              <a:avLst/>
              <a:gdLst>
                <a:gd name="connsiteX0" fmla="*/ 12577 w 101415"/>
                <a:gd name="connsiteY0" fmla="*/ 62706 h 74732"/>
                <a:gd name="connsiteX1" fmla="*/ 10917 w 101415"/>
                <a:gd name="connsiteY1" fmla="*/ 69500 h 74732"/>
                <a:gd name="connsiteX2" fmla="*/ 16560 w 101415"/>
                <a:gd name="connsiteY2" fmla="*/ 74802 h 74732"/>
                <a:gd name="connsiteX3" fmla="*/ 23034 w 101415"/>
                <a:gd name="connsiteY3" fmla="*/ 71157 h 74732"/>
                <a:gd name="connsiteX4" fmla="*/ 26021 w 101415"/>
                <a:gd name="connsiteY4" fmla="*/ 60883 h 74732"/>
                <a:gd name="connsiteX5" fmla="*/ 29673 w 101415"/>
                <a:gd name="connsiteY5" fmla="*/ 45970 h 74732"/>
                <a:gd name="connsiteX6" fmla="*/ 32495 w 101415"/>
                <a:gd name="connsiteY6" fmla="*/ 34868 h 74732"/>
                <a:gd name="connsiteX7" fmla="*/ 39466 w 101415"/>
                <a:gd name="connsiteY7" fmla="*/ 19954 h 74732"/>
                <a:gd name="connsiteX8" fmla="*/ 64363 w 101415"/>
                <a:gd name="connsiteY8" fmla="*/ 4709 h 74732"/>
                <a:gd name="connsiteX9" fmla="*/ 74156 w 101415"/>
                <a:gd name="connsiteY9" fmla="*/ 16309 h 74732"/>
                <a:gd name="connsiteX10" fmla="*/ 64363 w 101415"/>
                <a:gd name="connsiteY10" fmla="*/ 51604 h 74732"/>
                <a:gd name="connsiteX11" fmla="*/ 61873 w 101415"/>
                <a:gd name="connsiteY11" fmla="*/ 60552 h 74732"/>
                <a:gd name="connsiteX12" fmla="*/ 77642 w 101415"/>
                <a:gd name="connsiteY12" fmla="*/ 74802 h 74732"/>
                <a:gd name="connsiteX13" fmla="*/ 101543 w 101415"/>
                <a:gd name="connsiteY13" fmla="*/ 49450 h 74732"/>
                <a:gd name="connsiteX14" fmla="*/ 98888 w 101415"/>
                <a:gd name="connsiteY14" fmla="*/ 47295 h 74732"/>
                <a:gd name="connsiteX15" fmla="*/ 95734 w 101415"/>
                <a:gd name="connsiteY15" fmla="*/ 50112 h 74732"/>
                <a:gd name="connsiteX16" fmla="*/ 78140 w 101415"/>
                <a:gd name="connsiteY16" fmla="*/ 70163 h 74732"/>
                <a:gd name="connsiteX17" fmla="*/ 73990 w 101415"/>
                <a:gd name="connsiteY17" fmla="*/ 64363 h 74732"/>
                <a:gd name="connsiteX18" fmla="*/ 77808 w 101415"/>
                <a:gd name="connsiteY18" fmla="*/ 50941 h 74732"/>
                <a:gd name="connsiteX19" fmla="*/ 86605 w 101415"/>
                <a:gd name="connsiteY19" fmla="*/ 18960 h 74732"/>
                <a:gd name="connsiteX20" fmla="*/ 65027 w 101415"/>
                <a:gd name="connsiteY20" fmla="*/ 70 h 74732"/>
                <a:gd name="connsiteX21" fmla="*/ 36976 w 101415"/>
                <a:gd name="connsiteY21" fmla="*/ 15149 h 74732"/>
                <a:gd name="connsiteX22" fmla="*/ 19216 w 101415"/>
                <a:gd name="connsiteY22" fmla="*/ 70 h 74732"/>
                <a:gd name="connsiteX23" fmla="*/ 6103 w 101415"/>
                <a:gd name="connsiteY23" fmla="*/ 9018 h 74732"/>
                <a:gd name="connsiteX24" fmla="*/ 128 w 101415"/>
                <a:gd name="connsiteY24" fmla="*/ 25422 h 74732"/>
                <a:gd name="connsiteX25" fmla="*/ 2950 w 101415"/>
                <a:gd name="connsiteY25" fmla="*/ 27577 h 74732"/>
                <a:gd name="connsiteX26" fmla="*/ 6601 w 101415"/>
                <a:gd name="connsiteY26" fmla="*/ 22605 h 74732"/>
                <a:gd name="connsiteX27" fmla="*/ 18718 w 101415"/>
                <a:gd name="connsiteY27" fmla="*/ 4709 h 74732"/>
                <a:gd name="connsiteX28" fmla="*/ 24195 w 101415"/>
                <a:gd name="connsiteY28" fmla="*/ 12829 h 74732"/>
                <a:gd name="connsiteX29" fmla="*/ 21540 w 101415"/>
                <a:gd name="connsiteY29" fmla="*/ 26582 h 74732"/>
                <a:gd name="connsiteX30" fmla="*/ 17888 w 101415"/>
                <a:gd name="connsiteY30" fmla="*/ 41496 h 74732"/>
                <a:gd name="connsiteX31" fmla="*/ 12577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77" y="62706"/>
                  </a:moveTo>
                  <a:cubicBezTo>
                    <a:pt x="11913" y="64860"/>
                    <a:pt x="10917" y="69003"/>
                    <a:pt x="10917" y="69500"/>
                  </a:cubicBezTo>
                  <a:cubicBezTo>
                    <a:pt x="10917" y="73145"/>
                    <a:pt x="13904" y="74802"/>
                    <a:pt x="16560" y="74802"/>
                  </a:cubicBezTo>
                  <a:cubicBezTo>
                    <a:pt x="19548" y="74802"/>
                    <a:pt x="22204" y="72648"/>
                    <a:pt x="23034" y="71157"/>
                  </a:cubicBezTo>
                  <a:cubicBezTo>
                    <a:pt x="23863" y="69666"/>
                    <a:pt x="25191" y="64363"/>
                    <a:pt x="26021" y="60883"/>
                  </a:cubicBezTo>
                  <a:cubicBezTo>
                    <a:pt x="26851" y="57735"/>
                    <a:pt x="28677" y="50112"/>
                    <a:pt x="29673" y="45970"/>
                  </a:cubicBezTo>
                  <a:cubicBezTo>
                    <a:pt x="30669" y="42324"/>
                    <a:pt x="31665" y="38679"/>
                    <a:pt x="32495" y="34868"/>
                  </a:cubicBezTo>
                  <a:cubicBezTo>
                    <a:pt x="34320" y="28074"/>
                    <a:pt x="34652" y="26748"/>
                    <a:pt x="39466" y="19954"/>
                  </a:cubicBezTo>
                  <a:cubicBezTo>
                    <a:pt x="44113" y="13326"/>
                    <a:pt x="51914" y="4709"/>
                    <a:pt x="64363" y="4709"/>
                  </a:cubicBezTo>
                  <a:cubicBezTo>
                    <a:pt x="73990" y="4709"/>
                    <a:pt x="74156" y="13160"/>
                    <a:pt x="74156" y="16309"/>
                  </a:cubicBezTo>
                  <a:cubicBezTo>
                    <a:pt x="74156" y="26251"/>
                    <a:pt x="67019" y="44644"/>
                    <a:pt x="64363" y="51604"/>
                  </a:cubicBezTo>
                  <a:cubicBezTo>
                    <a:pt x="62537" y="56243"/>
                    <a:pt x="61873" y="57735"/>
                    <a:pt x="61873" y="60552"/>
                  </a:cubicBezTo>
                  <a:cubicBezTo>
                    <a:pt x="61873" y="69334"/>
                    <a:pt x="69177" y="74802"/>
                    <a:pt x="77642" y="74802"/>
                  </a:cubicBezTo>
                  <a:cubicBezTo>
                    <a:pt x="94240" y="74802"/>
                    <a:pt x="101543" y="51935"/>
                    <a:pt x="101543" y="49450"/>
                  </a:cubicBezTo>
                  <a:cubicBezTo>
                    <a:pt x="101543" y="47295"/>
                    <a:pt x="99386" y="47295"/>
                    <a:pt x="98888" y="47295"/>
                  </a:cubicBezTo>
                  <a:cubicBezTo>
                    <a:pt x="96564" y="47295"/>
                    <a:pt x="96398" y="48290"/>
                    <a:pt x="95734" y="50112"/>
                  </a:cubicBezTo>
                  <a:cubicBezTo>
                    <a:pt x="91916" y="63369"/>
                    <a:pt x="84779" y="70163"/>
                    <a:pt x="78140" y="70163"/>
                  </a:cubicBezTo>
                  <a:cubicBezTo>
                    <a:pt x="74654" y="70163"/>
                    <a:pt x="73990" y="67843"/>
                    <a:pt x="73990" y="64363"/>
                  </a:cubicBezTo>
                  <a:cubicBezTo>
                    <a:pt x="73990" y="60552"/>
                    <a:pt x="74820" y="58398"/>
                    <a:pt x="77808" y="50941"/>
                  </a:cubicBezTo>
                  <a:cubicBezTo>
                    <a:pt x="79800" y="45804"/>
                    <a:pt x="86605" y="28239"/>
                    <a:pt x="86605" y="18960"/>
                  </a:cubicBezTo>
                  <a:cubicBezTo>
                    <a:pt x="86605" y="2887"/>
                    <a:pt x="73824" y="70"/>
                    <a:pt x="65027" y="70"/>
                  </a:cubicBezTo>
                  <a:cubicBezTo>
                    <a:pt x="51251" y="70"/>
                    <a:pt x="41956" y="8521"/>
                    <a:pt x="36976" y="15149"/>
                  </a:cubicBezTo>
                  <a:cubicBezTo>
                    <a:pt x="35814" y="3715"/>
                    <a:pt x="26021" y="70"/>
                    <a:pt x="19216" y="70"/>
                  </a:cubicBezTo>
                  <a:cubicBezTo>
                    <a:pt x="12079" y="70"/>
                    <a:pt x="8261" y="5207"/>
                    <a:pt x="6103" y="9018"/>
                  </a:cubicBezTo>
                  <a:cubicBezTo>
                    <a:pt x="2452" y="15149"/>
                    <a:pt x="128" y="24594"/>
                    <a:pt x="128" y="25422"/>
                  </a:cubicBezTo>
                  <a:cubicBezTo>
                    <a:pt x="128" y="27577"/>
                    <a:pt x="2452" y="27577"/>
                    <a:pt x="2950" y="27577"/>
                  </a:cubicBezTo>
                  <a:cubicBezTo>
                    <a:pt x="5273" y="27577"/>
                    <a:pt x="5439" y="27079"/>
                    <a:pt x="6601" y="22605"/>
                  </a:cubicBezTo>
                  <a:cubicBezTo>
                    <a:pt x="9091" y="12829"/>
                    <a:pt x="12245" y="4709"/>
                    <a:pt x="18718" y="4709"/>
                  </a:cubicBezTo>
                  <a:cubicBezTo>
                    <a:pt x="23034" y="4709"/>
                    <a:pt x="24195" y="8355"/>
                    <a:pt x="24195" y="12829"/>
                  </a:cubicBezTo>
                  <a:cubicBezTo>
                    <a:pt x="24195" y="15977"/>
                    <a:pt x="22702" y="22108"/>
                    <a:pt x="21540" y="26582"/>
                  </a:cubicBezTo>
                  <a:cubicBezTo>
                    <a:pt x="20378" y="31056"/>
                    <a:pt x="18718" y="37850"/>
                    <a:pt x="17888" y="41496"/>
                  </a:cubicBezTo>
                  <a:lnTo>
                    <a:pt x="1257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3" name="Freeform: Shape 102">
              <a:extLst>
                <a:ext uri="{FF2B5EF4-FFF2-40B4-BE49-F238E27FC236}">
                  <a16:creationId xmlns:a16="http://schemas.microsoft.com/office/drawing/2014/main" id="{3AB80DC6-E544-C1BA-554E-23F66B8CE41D}"/>
                </a:ext>
              </a:extLst>
            </p:cNvPr>
            <p:cNvSpPr/>
            <p:nvPr>
              <p:custDataLst>
                <p:tags r:id="rId104"/>
              </p:custDataLst>
            </p:nvPr>
          </p:nvSpPr>
          <p:spPr>
            <a:xfrm>
              <a:off x="8180697" y="5966473"/>
              <a:ext cx="128517" cy="107234"/>
            </a:xfrm>
            <a:custGeom>
              <a:avLst/>
              <a:gdLst>
                <a:gd name="connsiteX0" fmla="*/ 14124 w 128517"/>
                <a:gd name="connsiteY0" fmla="*/ 90730 h 107234"/>
                <a:gd name="connsiteX1" fmla="*/ 11990 w 128517"/>
                <a:gd name="connsiteY1" fmla="*/ 100909 h 107234"/>
                <a:gd name="connsiteX2" fmla="*/ 18866 w 128517"/>
                <a:gd name="connsiteY2" fmla="*/ 107301 h 107234"/>
                <a:gd name="connsiteX3" fmla="*/ 27640 w 128517"/>
                <a:gd name="connsiteY3" fmla="*/ 100672 h 107234"/>
                <a:gd name="connsiteX4" fmla="*/ 32145 w 128517"/>
                <a:gd name="connsiteY4" fmla="*/ 83155 h 107234"/>
                <a:gd name="connsiteX5" fmla="*/ 37362 w 128517"/>
                <a:gd name="connsiteY5" fmla="*/ 61850 h 107234"/>
                <a:gd name="connsiteX6" fmla="*/ 41393 w 128517"/>
                <a:gd name="connsiteY6" fmla="*/ 45990 h 107234"/>
                <a:gd name="connsiteX7" fmla="*/ 44475 w 128517"/>
                <a:gd name="connsiteY7" fmla="*/ 34154 h 107234"/>
                <a:gd name="connsiteX8" fmla="*/ 83125 w 128517"/>
                <a:gd name="connsiteY8" fmla="*/ 5274 h 107234"/>
                <a:gd name="connsiteX9" fmla="*/ 95930 w 128517"/>
                <a:gd name="connsiteY9" fmla="*/ 21845 h 107234"/>
                <a:gd name="connsiteX10" fmla="*/ 80517 w 128517"/>
                <a:gd name="connsiteY10" fmla="*/ 77000 h 107234"/>
                <a:gd name="connsiteX11" fmla="*/ 78146 w 128517"/>
                <a:gd name="connsiteY11" fmla="*/ 87890 h 107234"/>
                <a:gd name="connsiteX12" fmla="*/ 97590 w 128517"/>
                <a:gd name="connsiteY12" fmla="*/ 107301 h 107234"/>
                <a:gd name="connsiteX13" fmla="*/ 128652 w 128517"/>
                <a:gd name="connsiteY13" fmla="*/ 70846 h 107234"/>
                <a:gd name="connsiteX14" fmla="*/ 125807 w 128517"/>
                <a:gd name="connsiteY14" fmla="*/ 68478 h 107234"/>
                <a:gd name="connsiteX15" fmla="*/ 122250 w 128517"/>
                <a:gd name="connsiteY15" fmla="*/ 72739 h 107234"/>
                <a:gd name="connsiteX16" fmla="*/ 98064 w 128517"/>
                <a:gd name="connsiteY16" fmla="*/ 102093 h 107234"/>
                <a:gd name="connsiteX17" fmla="*/ 92373 w 128517"/>
                <a:gd name="connsiteY17" fmla="*/ 94281 h 107234"/>
                <a:gd name="connsiteX18" fmla="*/ 96641 w 128517"/>
                <a:gd name="connsiteY18" fmla="*/ 77474 h 107234"/>
                <a:gd name="connsiteX19" fmla="*/ 111105 w 128517"/>
                <a:gd name="connsiteY19" fmla="*/ 25395 h 107234"/>
                <a:gd name="connsiteX20" fmla="*/ 83837 w 128517"/>
                <a:gd name="connsiteY20" fmla="*/ 66 h 107234"/>
                <a:gd name="connsiteX21" fmla="*/ 46846 w 128517"/>
                <a:gd name="connsiteY21" fmla="*/ 20661 h 107234"/>
                <a:gd name="connsiteX22" fmla="*/ 25031 w 128517"/>
                <a:gd name="connsiteY22" fmla="*/ 66 h 107234"/>
                <a:gd name="connsiteX23" fmla="*/ 7248 w 128517"/>
                <a:gd name="connsiteY23" fmla="*/ 13559 h 107234"/>
                <a:gd name="connsiteX24" fmla="*/ 134 w 128517"/>
                <a:gd name="connsiteY24" fmla="*/ 36521 h 107234"/>
                <a:gd name="connsiteX25" fmla="*/ 2979 w 128517"/>
                <a:gd name="connsiteY25" fmla="*/ 38888 h 107234"/>
                <a:gd name="connsiteX26" fmla="*/ 7010 w 128517"/>
                <a:gd name="connsiteY26" fmla="*/ 33444 h 107234"/>
                <a:gd name="connsiteX27" fmla="*/ 24320 w 128517"/>
                <a:gd name="connsiteY27" fmla="*/ 5274 h 107234"/>
                <a:gd name="connsiteX28" fmla="*/ 31671 w 128517"/>
                <a:gd name="connsiteY28" fmla="*/ 16163 h 107234"/>
                <a:gd name="connsiteX29" fmla="*/ 27877 w 128517"/>
                <a:gd name="connsiteY29" fmla="*/ 36048 h 107234"/>
                <a:gd name="connsiteX30" fmla="*/ 14124 w 128517"/>
                <a:gd name="connsiteY30" fmla="*/ 90730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8517" h="107234">
                  <a:moveTo>
                    <a:pt x="14124" y="90730"/>
                  </a:moveTo>
                  <a:cubicBezTo>
                    <a:pt x="13413" y="94281"/>
                    <a:pt x="11990" y="99726"/>
                    <a:pt x="11990" y="100909"/>
                  </a:cubicBezTo>
                  <a:cubicBezTo>
                    <a:pt x="11990" y="105170"/>
                    <a:pt x="15310" y="107301"/>
                    <a:pt x="18866" y="107301"/>
                  </a:cubicBezTo>
                  <a:cubicBezTo>
                    <a:pt x="21712" y="107301"/>
                    <a:pt x="25980" y="105407"/>
                    <a:pt x="27640" y="100672"/>
                  </a:cubicBezTo>
                  <a:cubicBezTo>
                    <a:pt x="27877" y="100199"/>
                    <a:pt x="30722" y="89073"/>
                    <a:pt x="32145" y="83155"/>
                  </a:cubicBezTo>
                  <a:lnTo>
                    <a:pt x="37362" y="61850"/>
                  </a:lnTo>
                  <a:cubicBezTo>
                    <a:pt x="38784" y="56642"/>
                    <a:pt x="40207" y="51435"/>
                    <a:pt x="41393" y="45990"/>
                  </a:cubicBezTo>
                  <a:cubicBezTo>
                    <a:pt x="42341" y="41966"/>
                    <a:pt x="44238" y="35101"/>
                    <a:pt x="44475" y="34154"/>
                  </a:cubicBezTo>
                  <a:cubicBezTo>
                    <a:pt x="48032" y="26816"/>
                    <a:pt x="60599" y="5274"/>
                    <a:pt x="83125" y="5274"/>
                  </a:cubicBezTo>
                  <a:cubicBezTo>
                    <a:pt x="93796" y="5274"/>
                    <a:pt x="95930" y="14033"/>
                    <a:pt x="95930" y="21845"/>
                  </a:cubicBezTo>
                  <a:cubicBezTo>
                    <a:pt x="95930" y="36521"/>
                    <a:pt x="84311" y="66821"/>
                    <a:pt x="80517" y="77000"/>
                  </a:cubicBezTo>
                  <a:cubicBezTo>
                    <a:pt x="78383" y="82445"/>
                    <a:pt x="78146" y="85286"/>
                    <a:pt x="78146" y="87890"/>
                  </a:cubicBezTo>
                  <a:cubicBezTo>
                    <a:pt x="78146" y="99015"/>
                    <a:pt x="86445" y="107301"/>
                    <a:pt x="97590" y="107301"/>
                  </a:cubicBezTo>
                  <a:cubicBezTo>
                    <a:pt x="119879" y="107301"/>
                    <a:pt x="128652" y="72739"/>
                    <a:pt x="128652" y="70846"/>
                  </a:cubicBezTo>
                  <a:cubicBezTo>
                    <a:pt x="128652" y="68478"/>
                    <a:pt x="126518" y="68478"/>
                    <a:pt x="125807" y="68478"/>
                  </a:cubicBezTo>
                  <a:cubicBezTo>
                    <a:pt x="123435" y="68478"/>
                    <a:pt x="123435" y="69189"/>
                    <a:pt x="122250" y="72739"/>
                  </a:cubicBezTo>
                  <a:cubicBezTo>
                    <a:pt x="117507" y="88836"/>
                    <a:pt x="109683" y="102093"/>
                    <a:pt x="98064" y="102093"/>
                  </a:cubicBezTo>
                  <a:cubicBezTo>
                    <a:pt x="94033" y="102093"/>
                    <a:pt x="92373" y="99726"/>
                    <a:pt x="92373" y="94281"/>
                  </a:cubicBezTo>
                  <a:cubicBezTo>
                    <a:pt x="92373" y="88363"/>
                    <a:pt x="94507" y="82682"/>
                    <a:pt x="96641" y="77474"/>
                  </a:cubicBezTo>
                  <a:cubicBezTo>
                    <a:pt x="101146" y="64928"/>
                    <a:pt x="111105" y="38888"/>
                    <a:pt x="111105" y="25395"/>
                  </a:cubicBezTo>
                  <a:cubicBezTo>
                    <a:pt x="111105" y="9535"/>
                    <a:pt x="100909" y="66"/>
                    <a:pt x="83837" y="66"/>
                  </a:cubicBezTo>
                  <a:cubicBezTo>
                    <a:pt x="62496" y="66"/>
                    <a:pt x="50877" y="15216"/>
                    <a:pt x="46846" y="20661"/>
                  </a:cubicBezTo>
                  <a:cubicBezTo>
                    <a:pt x="45661" y="7405"/>
                    <a:pt x="35939" y="66"/>
                    <a:pt x="25031" y="66"/>
                  </a:cubicBezTo>
                  <a:cubicBezTo>
                    <a:pt x="14124" y="66"/>
                    <a:pt x="9619" y="9298"/>
                    <a:pt x="7248" y="13559"/>
                  </a:cubicBezTo>
                  <a:cubicBezTo>
                    <a:pt x="3454" y="21608"/>
                    <a:pt x="134" y="35574"/>
                    <a:pt x="134" y="36521"/>
                  </a:cubicBezTo>
                  <a:cubicBezTo>
                    <a:pt x="134" y="38888"/>
                    <a:pt x="2505" y="38888"/>
                    <a:pt x="2979" y="38888"/>
                  </a:cubicBezTo>
                  <a:cubicBezTo>
                    <a:pt x="5351" y="38888"/>
                    <a:pt x="5588" y="38652"/>
                    <a:pt x="7010" y="33444"/>
                  </a:cubicBezTo>
                  <a:cubicBezTo>
                    <a:pt x="11041" y="16637"/>
                    <a:pt x="15784" y="5274"/>
                    <a:pt x="24320" y="5274"/>
                  </a:cubicBezTo>
                  <a:cubicBezTo>
                    <a:pt x="29062" y="5274"/>
                    <a:pt x="31671" y="8351"/>
                    <a:pt x="31671" y="16163"/>
                  </a:cubicBezTo>
                  <a:cubicBezTo>
                    <a:pt x="31671" y="21134"/>
                    <a:pt x="30959" y="23738"/>
                    <a:pt x="27877" y="36048"/>
                  </a:cubicBezTo>
                  <a:lnTo>
                    <a:pt x="14124" y="9073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4" name="Freeform: Shape 103">
              <a:extLst>
                <a:ext uri="{FF2B5EF4-FFF2-40B4-BE49-F238E27FC236}">
                  <a16:creationId xmlns:a16="http://schemas.microsoft.com/office/drawing/2014/main" id="{21E8D25A-6F58-F24C-4465-1342A2EB55C4}"/>
                </a:ext>
              </a:extLst>
            </p:cNvPr>
            <p:cNvSpPr/>
            <p:nvPr>
              <p:custDataLst>
                <p:tags r:id="rId105"/>
              </p:custDataLst>
            </p:nvPr>
          </p:nvSpPr>
          <p:spPr>
            <a:xfrm>
              <a:off x="8404620" y="5844352"/>
              <a:ext cx="63310" cy="36454"/>
            </a:xfrm>
            <a:custGeom>
              <a:avLst/>
              <a:gdLst>
                <a:gd name="connsiteX0" fmla="*/ 31916 w 63310"/>
                <a:gd name="connsiteY0" fmla="*/ 64 h 36454"/>
                <a:gd name="connsiteX1" fmla="*/ 143 w 63310"/>
                <a:gd name="connsiteY1" fmla="*/ 32258 h 36454"/>
                <a:gd name="connsiteX2" fmla="*/ 4411 w 63310"/>
                <a:gd name="connsiteY2" fmla="*/ 36519 h 36454"/>
                <a:gd name="connsiteX3" fmla="*/ 31916 w 63310"/>
                <a:gd name="connsiteY3" fmla="*/ 12373 h 36454"/>
                <a:gd name="connsiteX4" fmla="*/ 59185 w 63310"/>
                <a:gd name="connsiteY4" fmla="*/ 36519 h 36454"/>
                <a:gd name="connsiteX5" fmla="*/ 63453 w 63310"/>
                <a:gd name="connsiteY5" fmla="*/ 32258 h 36454"/>
                <a:gd name="connsiteX6" fmla="*/ 31916 w 6331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 h="36454">
                  <a:moveTo>
                    <a:pt x="31916" y="64"/>
                  </a:moveTo>
                  <a:lnTo>
                    <a:pt x="143" y="32258"/>
                  </a:lnTo>
                  <a:lnTo>
                    <a:pt x="4411" y="36519"/>
                  </a:lnTo>
                  <a:lnTo>
                    <a:pt x="31916" y="12373"/>
                  </a:lnTo>
                  <a:lnTo>
                    <a:pt x="59185" y="36519"/>
                  </a:lnTo>
                  <a:lnTo>
                    <a:pt x="63453" y="32258"/>
                  </a:lnTo>
                  <a:lnTo>
                    <a:pt x="31916"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5" name="Freeform: Shape 104">
              <a:extLst>
                <a:ext uri="{FF2B5EF4-FFF2-40B4-BE49-F238E27FC236}">
                  <a16:creationId xmlns:a16="http://schemas.microsoft.com/office/drawing/2014/main" id="{AD716F87-43BF-583D-2557-33026ED1C082}"/>
                </a:ext>
              </a:extLst>
            </p:cNvPr>
            <p:cNvSpPr/>
            <p:nvPr>
              <p:custDataLst>
                <p:tags r:id="rId106"/>
              </p:custDataLst>
            </p:nvPr>
          </p:nvSpPr>
          <p:spPr>
            <a:xfrm>
              <a:off x="8323231" y="5903979"/>
              <a:ext cx="129259" cy="213048"/>
            </a:xfrm>
            <a:custGeom>
              <a:avLst/>
              <a:gdLst>
                <a:gd name="connsiteX0" fmla="*/ 129399 w 129259"/>
                <a:gd name="connsiteY0" fmla="*/ 32497 h 213048"/>
                <a:gd name="connsiteX1" fmla="*/ 97151 w 129259"/>
                <a:gd name="connsiteY1" fmla="*/ 66 h 213048"/>
                <a:gd name="connsiteX2" fmla="*/ 68460 w 129259"/>
                <a:gd name="connsiteY2" fmla="*/ 10009 h 213048"/>
                <a:gd name="connsiteX3" fmla="*/ 37872 w 129259"/>
                <a:gd name="connsiteY3" fmla="*/ 60430 h 213048"/>
                <a:gd name="connsiteX4" fmla="*/ 170 w 129259"/>
                <a:gd name="connsiteY4" fmla="*/ 210747 h 213048"/>
                <a:gd name="connsiteX5" fmla="*/ 3016 w 129259"/>
                <a:gd name="connsiteY5" fmla="*/ 213115 h 213048"/>
                <a:gd name="connsiteX6" fmla="*/ 5861 w 129259"/>
                <a:gd name="connsiteY6" fmla="*/ 211931 h 213048"/>
                <a:gd name="connsiteX7" fmla="*/ 22459 w 129259"/>
                <a:gd name="connsiteY7" fmla="*/ 146596 h 213048"/>
                <a:gd name="connsiteX8" fmla="*/ 54707 w 129259"/>
                <a:gd name="connsiteY8" fmla="*/ 169558 h 213048"/>
                <a:gd name="connsiteX9" fmla="*/ 100471 w 129259"/>
                <a:gd name="connsiteY9" fmla="*/ 150857 h 213048"/>
                <a:gd name="connsiteX10" fmla="*/ 119440 w 129259"/>
                <a:gd name="connsiteY10" fmla="*/ 107301 h 213048"/>
                <a:gd name="connsiteX11" fmla="*/ 102131 w 129259"/>
                <a:gd name="connsiteY11" fmla="*/ 72029 h 213048"/>
                <a:gd name="connsiteX12" fmla="*/ 129399 w 129259"/>
                <a:gd name="connsiteY12" fmla="*/ 32497 h 213048"/>
                <a:gd name="connsiteX13" fmla="*/ 86718 w 129259"/>
                <a:gd name="connsiteY13" fmla="*/ 71793 h 213048"/>
                <a:gd name="connsiteX14" fmla="*/ 75336 w 129259"/>
                <a:gd name="connsiteY14" fmla="*/ 73450 h 213048"/>
                <a:gd name="connsiteX15" fmla="*/ 64903 w 129259"/>
                <a:gd name="connsiteY15" fmla="*/ 72503 h 213048"/>
                <a:gd name="connsiteX16" fmla="*/ 76522 w 129259"/>
                <a:gd name="connsiteY16" fmla="*/ 70609 h 213048"/>
                <a:gd name="connsiteX17" fmla="*/ 86718 w 129259"/>
                <a:gd name="connsiteY17" fmla="*/ 71793 h 213048"/>
                <a:gd name="connsiteX18" fmla="*/ 116121 w 129259"/>
                <a:gd name="connsiteY18" fmla="*/ 27052 h 213048"/>
                <a:gd name="connsiteX19" fmla="*/ 94780 w 129259"/>
                <a:gd name="connsiteY19" fmla="*/ 68005 h 213048"/>
                <a:gd name="connsiteX20" fmla="*/ 76522 w 129259"/>
                <a:gd name="connsiteY20" fmla="*/ 65164 h 213048"/>
                <a:gd name="connsiteX21" fmla="*/ 58264 w 129259"/>
                <a:gd name="connsiteY21" fmla="*/ 72739 h 213048"/>
                <a:gd name="connsiteX22" fmla="*/ 74625 w 129259"/>
                <a:gd name="connsiteY22" fmla="*/ 78657 h 213048"/>
                <a:gd name="connsiteX23" fmla="*/ 94069 w 129259"/>
                <a:gd name="connsiteY23" fmla="*/ 75580 h 213048"/>
                <a:gd name="connsiteX24" fmla="*/ 104502 w 129259"/>
                <a:gd name="connsiteY24" fmla="*/ 102329 h 213048"/>
                <a:gd name="connsiteX25" fmla="*/ 92646 w 129259"/>
                <a:gd name="connsiteY25" fmla="*/ 143045 h 213048"/>
                <a:gd name="connsiteX26" fmla="*/ 53996 w 129259"/>
                <a:gd name="connsiteY26" fmla="*/ 164350 h 213048"/>
                <a:gd name="connsiteX27" fmla="*/ 26964 w 129259"/>
                <a:gd name="connsiteY27" fmla="*/ 133813 h 213048"/>
                <a:gd name="connsiteX28" fmla="*/ 28150 w 129259"/>
                <a:gd name="connsiteY28" fmla="*/ 123398 h 213048"/>
                <a:gd name="connsiteX29" fmla="*/ 43326 w 129259"/>
                <a:gd name="connsiteY29" fmla="*/ 63507 h 213048"/>
                <a:gd name="connsiteX30" fmla="*/ 94069 w 129259"/>
                <a:gd name="connsiteY30" fmla="*/ 5511 h 213048"/>
                <a:gd name="connsiteX31" fmla="*/ 116121 w 129259"/>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9" h="213048">
                  <a:moveTo>
                    <a:pt x="129399" y="32497"/>
                  </a:moveTo>
                  <a:cubicBezTo>
                    <a:pt x="129399" y="14743"/>
                    <a:pt x="116358" y="66"/>
                    <a:pt x="97151" y="66"/>
                  </a:cubicBezTo>
                  <a:cubicBezTo>
                    <a:pt x="83399" y="66"/>
                    <a:pt x="76759" y="3854"/>
                    <a:pt x="68460" y="10009"/>
                  </a:cubicBezTo>
                  <a:cubicBezTo>
                    <a:pt x="55419" y="19477"/>
                    <a:pt x="42377" y="42439"/>
                    <a:pt x="37872" y="60430"/>
                  </a:cubicBezTo>
                  <a:lnTo>
                    <a:pt x="170" y="210747"/>
                  </a:lnTo>
                  <a:cubicBezTo>
                    <a:pt x="-67" y="211694"/>
                    <a:pt x="1119" y="213115"/>
                    <a:pt x="3016" y="213115"/>
                  </a:cubicBezTo>
                  <a:cubicBezTo>
                    <a:pt x="4912" y="213115"/>
                    <a:pt x="5624" y="212641"/>
                    <a:pt x="5861" y="211931"/>
                  </a:cubicBezTo>
                  <a:lnTo>
                    <a:pt x="22459" y="146596"/>
                  </a:lnTo>
                  <a:cubicBezTo>
                    <a:pt x="26964" y="160799"/>
                    <a:pt x="37398" y="169558"/>
                    <a:pt x="54707" y="169558"/>
                  </a:cubicBezTo>
                  <a:cubicBezTo>
                    <a:pt x="72017" y="169558"/>
                    <a:pt x="89801" y="161273"/>
                    <a:pt x="100471" y="150857"/>
                  </a:cubicBezTo>
                  <a:cubicBezTo>
                    <a:pt x="111853" y="139968"/>
                    <a:pt x="119440" y="124818"/>
                    <a:pt x="119440" y="107301"/>
                  </a:cubicBezTo>
                  <a:cubicBezTo>
                    <a:pt x="119440" y="90257"/>
                    <a:pt x="110667" y="77947"/>
                    <a:pt x="102131" y="72029"/>
                  </a:cubicBezTo>
                  <a:cubicBezTo>
                    <a:pt x="115884" y="64218"/>
                    <a:pt x="129399" y="49541"/>
                    <a:pt x="129399" y="32497"/>
                  </a:cubicBezTo>
                  <a:close/>
                  <a:moveTo>
                    <a:pt x="86718" y="71793"/>
                  </a:moveTo>
                  <a:cubicBezTo>
                    <a:pt x="83636" y="72976"/>
                    <a:pt x="81027" y="73450"/>
                    <a:pt x="75336" y="73450"/>
                  </a:cubicBezTo>
                  <a:cubicBezTo>
                    <a:pt x="72017" y="73450"/>
                    <a:pt x="67274" y="73686"/>
                    <a:pt x="64903" y="72503"/>
                  </a:cubicBezTo>
                  <a:cubicBezTo>
                    <a:pt x="65378" y="70136"/>
                    <a:pt x="73914" y="70609"/>
                    <a:pt x="76522" y="70609"/>
                  </a:cubicBezTo>
                  <a:cubicBezTo>
                    <a:pt x="81502" y="70609"/>
                    <a:pt x="83636" y="70609"/>
                    <a:pt x="86718" y="71793"/>
                  </a:cubicBezTo>
                  <a:close/>
                  <a:moveTo>
                    <a:pt x="116121" y="27052"/>
                  </a:moveTo>
                  <a:cubicBezTo>
                    <a:pt x="116121" y="43623"/>
                    <a:pt x="107110" y="60667"/>
                    <a:pt x="94780" y="68005"/>
                  </a:cubicBezTo>
                  <a:cubicBezTo>
                    <a:pt x="88378" y="65638"/>
                    <a:pt x="83636" y="65164"/>
                    <a:pt x="76522" y="65164"/>
                  </a:cubicBezTo>
                  <a:cubicBezTo>
                    <a:pt x="71543" y="65164"/>
                    <a:pt x="58264" y="64928"/>
                    <a:pt x="58264" y="72739"/>
                  </a:cubicBezTo>
                  <a:cubicBezTo>
                    <a:pt x="58027" y="79368"/>
                    <a:pt x="70357" y="78657"/>
                    <a:pt x="74625" y="78657"/>
                  </a:cubicBezTo>
                  <a:cubicBezTo>
                    <a:pt x="83399" y="78657"/>
                    <a:pt x="86955" y="78421"/>
                    <a:pt x="94069" y="75580"/>
                  </a:cubicBezTo>
                  <a:cubicBezTo>
                    <a:pt x="103079" y="84102"/>
                    <a:pt x="104265" y="91440"/>
                    <a:pt x="104502" y="102329"/>
                  </a:cubicBezTo>
                  <a:cubicBezTo>
                    <a:pt x="104976" y="116059"/>
                    <a:pt x="99285" y="133813"/>
                    <a:pt x="92646" y="143045"/>
                  </a:cubicBezTo>
                  <a:cubicBezTo>
                    <a:pt x="83399" y="155828"/>
                    <a:pt x="67512" y="164350"/>
                    <a:pt x="53996" y="164350"/>
                  </a:cubicBezTo>
                  <a:cubicBezTo>
                    <a:pt x="35975" y="164350"/>
                    <a:pt x="26964" y="150620"/>
                    <a:pt x="26964" y="133813"/>
                  </a:cubicBezTo>
                  <a:cubicBezTo>
                    <a:pt x="26964" y="131446"/>
                    <a:pt x="26964" y="127895"/>
                    <a:pt x="28150" y="123398"/>
                  </a:cubicBezTo>
                  <a:lnTo>
                    <a:pt x="43326" y="63507"/>
                  </a:lnTo>
                  <a:cubicBezTo>
                    <a:pt x="48542" y="43149"/>
                    <a:pt x="65615" y="5511"/>
                    <a:pt x="94069" y="5511"/>
                  </a:cubicBezTo>
                  <a:cubicBezTo>
                    <a:pt x="107822" y="5511"/>
                    <a:pt x="116121" y="12849"/>
                    <a:pt x="116121"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6" name="Freeform: Shape 105">
              <a:extLst>
                <a:ext uri="{FF2B5EF4-FFF2-40B4-BE49-F238E27FC236}">
                  <a16:creationId xmlns:a16="http://schemas.microsoft.com/office/drawing/2014/main" id="{6E328B99-C0BD-1B7F-3F2B-5EA23A8F6530}"/>
                </a:ext>
              </a:extLst>
            </p:cNvPr>
            <p:cNvSpPr/>
            <p:nvPr>
              <p:custDataLst>
                <p:tags r:id="rId107"/>
              </p:custDataLst>
            </p:nvPr>
          </p:nvSpPr>
          <p:spPr>
            <a:xfrm>
              <a:off x="8458898" y="5996584"/>
              <a:ext cx="77015" cy="113341"/>
            </a:xfrm>
            <a:custGeom>
              <a:avLst/>
              <a:gdLst>
                <a:gd name="connsiteX0" fmla="*/ 77162 w 77015"/>
                <a:gd name="connsiteY0" fmla="*/ 57236 h 113341"/>
                <a:gd name="connsiteX1" fmla="*/ 67369 w 77015"/>
                <a:gd name="connsiteY1" fmla="*/ 14318 h 113341"/>
                <a:gd name="connsiteX2" fmla="*/ 38654 w 77015"/>
                <a:gd name="connsiteY2" fmla="*/ 68 h 113341"/>
                <a:gd name="connsiteX3" fmla="*/ 146 w 77015"/>
                <a:gd name="connsiteY3" fmla="*/ 57236 h 113341"/>
                <a:gd name="connsiteX4" fmla="*/ 38654 w 77015"/>
                <a:gd name="connsiteY4" fmla="*/ 113409 h 113341"/>
                <a:gd name="connsiteX5" fmla="*/ 77162 w 77015"/>
                <a:gd name="connsiteY5" fmla="*/ 57236 h 113341"/>
                <a:gd name="connsiteX6" fmla="*/ 38654 w 77015"/>
                <a:gd name="connsiteY6" fmla="*/ 108770 h 113341"/>
                <a:gd name="connsiteX7" fmla="*/ 17574 w 77015"/>
                <a:gd name="connsiteY7" fmla="*/ 90708 h 113341"/>
                <a:gd name="connsiteX8" fmla="*/ 15250 w 77015"/>
                <a:gd name="connsiteY8" fmla="*/ 55082 h 113341"/>
                <a:gd name="connsiteX9" fmla="*/ 17740 w 77015"/>
                <a:gd name="connsiteY9" fmla="*/ 21278 h 113341"/>
                <a:gd name="connsiteX10" fmla="*/ 38654 w 77015"/>
                <a:gd name="connsiteY10" fmla="*/ 4707 h 113341"/>
                <a:gd name="connsiteX11" fmla="*/ 59235 w 77015"/>
                <a:gd name="connsiteY11" fmla="*/ 19787 h 113341"/>
                <a:gd name="connsiteX12" fmla="*/ 62057 w 77015"/>
                <a:gd name="connsiteY12" fmla="*/ 55082 h 113341"/>
                <a:gd name="connsiteX13" fmla="*/ 59899 w 77015"/>
                <a:gd name="connsiteY13" fmla="*/ 90045 h 113341"/>
                <a:gd name="connsiteX14" fmla="*/ 38654 w 77015"/>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015" h="113341">
                  <a:moveTo>
                    <a:pt x="77162" y="57236"/>
                  </a:moveTo>
                  <a:cubicBezTo>
                    <a:pt x="77162" y="39008"/>
                    <a:pt x="75004" y="25918"/>
                    <a:pt x="67369" y="14318"/>
                  </a:cubicBezTo>
                  <a:cubicBezTo>
                    <a:pt x="62223" y="6696"/>
                    <a:pt x="51932" y="68"/>
                    <a:pt x="38654" y="68"/>
                  </a:cubicBezTo>
                  <a:cubicBezTo>
                    <a:pt x="146" y="68"/>
                    <a:pt x="146" y="45305"/>
                    <a:pt x="146" y="57236"/>
                  </a:cubicBezTo>
                  <a:cubicBezTo>
                    <a:pt x="146" y="69166"/>
                    <a:pt x="146" y="113409"/>
                    <a:pt x="38654" y="113409"/>
                  </a:cubicBezTo>
                  <a:cubicBezTo>
                    <a:pt x="77162" y="113409"/>
                    <a:pt x="77162" y="69166"/>
                    <a:pt x="77162" y="57236"/>
                  </a:cubicBezTo>
                  <a:close/>
                  <a:moveTo>
                    <a:pt x="38654" y="108770"/>
                  </a:moveTo>
                  <a:cubicBezTo>
                    <a:pt x="31018" y="108770"/>
                    <a:pt x="20893" y="104296"/>
                    <a:pt x="17574" y="90708"/>
                  </a:cubicBezTo>
                  <a:cubicBezTo>
                    <a:pt x="15250" y="80931"/>
                    <a:pt x="15250" y="67344"/>
                    <a:pt x="15250" y="55082"/>
                  </a:cubicBezTo>
                  <a:cubicBezTo>
                    <a:pt x="15250" y="42985"/>
                    <a:pt x="15250" y="30392"/>
                    <a:pt x="17740" y="21278"/>
                  </a:cubicBezTo>
                  <a:cubicBezTo>
                    <a:pt x="21225" y="8187"/>
                    <a:pt x="31848" y="4707"/>
                    <a:pt x="38654" y="4707"/>
                  </a:cubicBezTo>
                  <a:cubicBezTo>
                    <a:pt x="47617" y="4707"/>
                    <a:pt x="56248" y="10176"/>
                    <a:pt x="59235" y="19787"/>
                  </a:cubicBezTo>
                  <a:cubicBezTo>
                    <a:pt x="61891" y="28735"/>
                    <a:pt x="62057" y="40665"/>
                    <a:pt x="62057" y="55082"/>
                  </a:cubicBezTo>
                  <a:cubicBezTo>
                    <a:pt x="62057" y="67344"/>
                    <a:pt x="62057" y="79606"/>
                    <a:pt x="59899" y="90045"/>
                  </a:cubicBezTo>
                  <a:cubicBezTo>
                    <a:pt x="56580" y="105124"/>
                    <a:pt x="45293" y="108770"/>
                    <a:pt x="38654"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7" name="Freeform: Shape 106">
              <a:extLst>
                <a:ext uri="{FF2B5EF4-FFF2-40B4-BE49-F238E27FC236}">
                  <a16:creationId xmlns:a16="http://schemas.microsoft.com/office/drawing/2014/main" id="{A7461887-1FF4-6F89-913B-BE1356EFD662}"/>
                </a:ext>
              </a:extLst>
            </p:cNvPr>
            <p:cNvSpPr/>
            <p:nvPr>
              <p:custDataLst>
                <p:tags r:id="rId108"/>
              </p:custDataLst>
            </p:nvPr>
          </p:nvSpPr>
          <p:spPr>
            <a:xfrm>
              <a:off x="8629014" y="6007189"/>
              <a:ext cx="144879" cy="9468"/>
            </a:xfrm>
            <a:custGeom>
              <a:avLst/>
              <a:gdLst>
                <a:gd name="connsiteX0" fmla="*/ 136732 w 144879"/>
                <a:gd name="connsiteY0" fmla="*/ 9535 h 9468"/>
                <a:gd name="connsiteX1" fmla="*/ 145031 w 144879"/>
                <a:gd name="connsiteY1" fmla="*/ 4801 h 9468"/>
                <a:gd name="connsiteX2" fmla="*/ 136732 w 144879"/>
                <a:gd name="connsiteY2" fmla="*/ 66 h 9468"/>
                <a:gd name="connsiteX3" fmla="*/ 8451 w 144879"/>
                <a:gd name="connsiteY3" fmla="*/ 66 h 9468"/>
                <a:gd name="connsiteX4" fmla="*/ 152 w 144879"/>
                <a:gd name="connsiteY4" fmla="*/ 4801 h 9468"/>
                <a:gd name="connsiteX5" fmla="*/ 8451 w 144879"/>
                <a:gd name="connsiteY5" fmla="*/ 9535 h 9468"/>
                <a:gd name="connsiteX6" fmla="*/ 136732 w 14487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79" h="9468">
                  <a:moveTo>
                    <a:pt x="136732" y="9535"/>
                  </a:moveTo>
                  <a:cubicBezTo>
                    <a:pt x="140763" y="9535"/>
                    <a:pt x="145031" y="9535"/>
                    <a:pt x="145031" y="4801"/>
                  </a:cubicBezTo>
                  <a:cubicBezTo>
                    <a:pt x="145031" y="66"/>
                    <a:pt x="140763" y="66"/>
                    <a:pt x="136732" y="66"/>
                  </a:cubicBezTo>
                  <a:lnTo>
                    <a:pt x="8451" y="66"/>
                  </a:lnTo>
                  <a:cubicBezTo>
                    <a:pt x="4420" y="66"/>
                    <a:pt x="152" y="66"/>
                    <a:pt x="152" y="4801"/>
                  </a:cubicBezTo>
                  <a:cubicBezTo>
                    <a:pt x="152" y="9535"/>
                    <a:pt x="4420" y="9535"/>
                    <a:pt x="8451" y="9535"/>
                  </a:cubicBezTo>
                  <a:lnTo>
                    <a:pt x="13673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8" name="Freeform: Shape 107">
              <a:extLst>
                <a:ext uri="{FF2B5EF4-FFF2-40B4-BE49-F238E27FC236}">
                  <a16:creationId xmlns:a16="http://schemas.microsoft.com/office/drawing/2014/main" id="{B1ADDDDB-5991-7739-FB80-AA461B163209}"/>
                </a:ext>
              </a:extLst>
            </p:cNvPr>
            <p:cNvSpPr/>
            <p:nvPr>
              <p:custDataLst>
                <p:tags r:id="rId109"/>
              </p:custDataLst>
            </p:nvPr>
          </p:nvSpPr>
          <p:spPr>
            <a:xfrm>
              <a:off x="8934923" y="5844352"/>
              <a:ext cx="63310" cy="36454"/>
            </a:xfrm>
            <a:custGeom>
              <a:avLst/>
              <a:gdLst>
                <a:gd name="connsiteX0" fmla="*/ 31939 w 63310"/>
                <a:gd name="connsiteY0" fmla="*/ 64 h 36454"/>
                <a:gd name="connsiteX1" fmla="*/ 165 w 63310"/>
                <a:gd name="connsiteY1" fmla="*/ 32258 h 36454"/>
                <a:gd name="connsiteX2" fmla="*/ 4433 w 63310"/>
                <a:gd name="connsiteY2" fmla="*/ 36519 h 36454"/>
                <a:gd name="connsiteX3" fmla="*/ 31939 w 63310"/>
                <a:gd name="connsiteY3" fmla="*/ 12373 h 36454"/>
                <a:gd name="connsiteX4" fmla="*/ 59207 w 63310"/>
                <a:gd name="connsiteY4" fmla="*/ 36519 h 36454"/>
                <a:gd name="connsiteX5" fmla="*/ 63475 w 63310"/>
                <a:gd name="connsiteY5" fmla="*/ 32258 h 36454"/>
                <a:gd name="connsiteX6" fmla="*/ 31939 w 6331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 h="36454">
                  <a:moveTo>
                    <a:pt x="31939" y="64"/>
                  </a:moveTo>
                  <a:lnTo>
                    <a:pt x="165" y="32258"/>
                  </a:lnTo>
                  <a:lnTo>
                    <a:pt x="4433" y="36519"/>
                  </a:lnTo>
                  <a:lnTo>
                    <a:pt x="31939" y="12373"/>
                  </a:lnTo>
                  <a:lnTo>
                    <a:pt x="59207" y="36519"/>
                  </a:lnTo>
                  <a:lnTo>
                    <a:pt x="63475" y="32258"/>
                  </a:lnTo>
                  <a:lnTo>
                    <a:pt x="31939"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09" name="Freeform: Shape 108">
              <a:extLst>
                <a:ext uri="{FF2B5EF4-FFF2-40B4-BE49-F238E27FC236}">
                  <a16:creationId xmlns:a16="http://schemas.microsoft.com/office/drawing/2014/main" id="{805CB3FC-B976-53DE-FDD8-F267C12D75E1}"/>
                </a:ext>
              </a:extLst>
            </p:cNvPr>
            <p:cNvSpPr/>
            <p:nvPr>
              <p:custDataLst>
                <p:tags r:id="rId110"/>
              </p:custDataLst>
            </p:nvPr>
          </p:nvSpPr>
          <p:spPr>
            <a:xfrm>
              <a:off x="8853534" y="5903979"/>
              <a:ext cx="129259" cy="213048"/>
            </a:xfrm>
            <a:custGeom>
              <a:avLst/>
              <a:gdLst>
                <a:gd name="connsiteX0" fmla="*/ 129422 w 129259"/>
                <a:gd name="connsiteY0" fmla="*/ 32497 h 213048"/>
                <a:gd name="connsiteX1" fmla="*/ 97174 w 129259"/>
                <a:gd name="connsiteY1" fmla="*/ 66 h 213048"/>
                <a:gd name="connsiteX2" fmla="*/ 68482 w 129259"/>
                <a:gd name="connsiteY2" fmla="*/ 10009 h 213048"/>
                <a:gd name="connsiteX3" fmla="*/ 37894 w 129259"/>
                <a:gd name="connsiteY3" fmla="*/ 60430 h 213048"/>
                <a:gd name="connsiteX4" fmla="*/ 192 w 129259"/>
                <a:gd name="connsiteY4" fmla="*/ 210747 h 213048"/>
                <a:gd name="connsiteX5" fmla="*/ 3038 w 129259"/>
                <a:gd name="connsiteY5" fmla="*/ 213115 h 213048"/>
                <a:gd name="connsiteX6" fmla="*/ 5883 w 129259"/>
                <a:gd name="connsiteY6" fmla="*/ 211931 h 213048"/>
                <a:gd name="connsiteX7" fmla="*/ 22481 w 129259"/>
                <a:gd name="connsiteY7" fmla="*/ 146596 h 213048"/>
                <a:gd name="connsiteX8" fmla="*/ 54729 w 129259"/>
                <a:gd name="connsiteY8" fmla="*/ 169558 h 213048"/>
                <a:gd name="connsiteX9" fmla="*/ 100493 w 129259"/>
                <a:gd name="connsiteY9" fmla="*/ 150857 h 213048"/>
                <a:gd name="connsiteX10" fmla="*/ 119463 w 129259"/>
                <a:gd name="connsiteY10" fmla="*/ 107301 h 213048"/>
                <a:gd name="connsiteX11" fmla="*/ 102153 w 129259"/>
                <a:gd name="connsiteY11" fmla="*/ 72029 h 213048"/>
                <a:gd name="connsiteX12" fmla="*/ 129422 w 129259"/>
                <a:gd name="connsiteY12" fmla="*/ 32497 h 213048"/>
                <a:gd name="connsiteX13" fmla="*/ 86740 w 129259"/>
                <a:gd name="connsiteY13" fmla="*/ 71793 h 213048"/>
                <a:gd name="connsiteX14" fmla="*/ 75359 w 129259"/>
                <a:gd name="connsiteY14" fmla="*/ 73450 h 213048"/>
                <a:gd name="connsiteX15" fmla="*/ 64926 w 129259"/>
                <a:gd name="connsiteY15" fmla="*/ 72503 h 213048"/>
                <a:gd name="connsiteX16" fmla="*/ 76544 w 129259"/>
                <a:gd name="connsiteY16" fmla="*/ 70609 h 213048"/>
                <a:gd name="connsiteX17" fmla="*/ 86740 w 129259"/>
                <a:gd name="connsiteY17" fmla="*/ 71793 h 213048"/>
                <a:gd name="connsiteX18" fmla="*/ 116143 w 129259"/>
                <a:gd name="connsiteY18" fmla="*/ 27052 h 213048"/>
                <a:gd name="connsiteX19" fmla="*/ 94802 w 129259"/>
                <a:gd name="connsiteY19" fmla="*/ 68005 h 213048"/>
                <a:gd name="connsiteX20" fmla="*/ 76544 w 129259"/>
                <a:gd name="connsiteY20" fmla="*/ 65164 h 213048"/>
                <a:gd name="connsiteX21" fmla="*/ 58286 w 129259"/>
                <a:gd name="connsiteY21" fmla="*/ 72739 h 213048"/>
                <a:gd name="connsiteX22" fmla="*/ 74647 w 129259"/>
                <a:gd name="connsiteY22" fmla="*/ 78657 h 213048"/>
                <a:gd name="connsiteX23" fmla="*/ 94091 w 129259"/>
                <a:gd name="connsiteY23" fmla="*/ 75580 h 213048"/>
                <a:gd name="connsiteX24" fmla="*/ 104524 w 129259"/>
                <a:gd name="connsiteY24" fmla="*/ 102329 h 213048"/>
                <a:gd name="connsiteX25" fmla="*/ 92668 w 129259"/>
                <a:gd name="connsiteY25" fmla="*/ 143045 h 213048"/>
                <a:gd name="connsiteX26" fmla="*/ 54018 w 129259"/>
                <a:gd name="connsiteY26" fmla="*/ 164350 h 213048"/>
                <a:gd name="connsiteX27" fmla="*/ 26987 w 129259"/>
                <a:gd name="connsiteY27" fmla="*/ 133813 h 213048"/>
                <a:gd name="connsiteX28" fmla="*/ 28172 w 129259"/>
                <a:gd name="connsiteY28" fmla="*/ 123398 h 213048"/>
                <a:gd name="connsiteX29" fmla="*/ 43348 w 129259"/>
                <a:gd name="connsiteY29" fmla="*/ 63507 h 213048"/>
                <a:gd name="connsiteX30" fmla="*/ 94091 w 129259"/>
                <a:gd name="connsiteY30" fmla="*/ 5511 h 213048"/>
                <a:gd name="connsiteX31" fmla="*/ 116143 w 129259"/>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9" h="213048">
                  <a:moveTo>
                    <a:pt x="129422" y="32497"/>
                  </a:moveTo>
                  <a:cubicBezTo>
                    <a:pt x="129422" y="14743"/>
                    <a:pt x="116380" y="66"/>
                    <a:pt x="97174" y="66"/>
                  </a:cubicBezTo>
                  <a:cubicBezTo>
                    <a:pt x="83421" y="66"/>
                    <a:pt x="76781" y="3854"/>
                    <a:pt x="68482" y="10009"/>
                  </a:cubicBezTo>
                  <a:cubicBezTo>
                    <a:pt x="55441" y="19477"/>
                    <a:pt x="42399" y="42439"/>
                    <a:pt x="37894" y="60430"/>
                  </a:cubicBezTo>
                  <a:lnTo>
                    <a:pt x="192" y="210747"/>
                  </a:lnTo>
                  <a:cubicBezTo>
                    <a:pt x="-45" y="211694"/>
                    <a:pt x="1141" y="213115"/>
                    <a:pt x="3038" y="213115"/>
                  </a:cubicBezTo>
                  <a:cubicBezTo>
                    <a:pt x="4935" y="213115"/>
                    <a:pt x="5646" y="212641"/>
                    <a:pt x="5883" y="211931"/>
                  </a:cubicBezTo>
                  <a:lnTo>
                    <a:pt x="22481" y="146596"/>
                  </a:lnTo>
                  <a:cubicBezTo>
                    <a:pt x="26987" y="160799"/>
                    <a:pt x="37420" y="169558"/>
                    <a:pt x="54729" y="169558"/>
                  </a:cubicBezTo>
                  <a:cubicBezTo>
                    <a:pt x="72039" y="169558"/>
                    <a:pt x="89823" y="161273"/>
                    <a:pt x="100493" y="150857"/>
                  </a:cubicBezTo>
                  <a:cubicBezTo>
                    <a:pt x="111875" y="139968"/>
                    <a:pt x="119463" y="124818"/>
                    <a:pt x="119463" y="107301"/>
                  </a:cubicBezTo>
                  <a:cubicBezTo>
                    <a:pt x="119463" y="90257"/>
                    <a:pt x="110689" y="77947"/>
                    <a:pt x="102153" y="72029"/>
                  </a:cubicBezTo>
                  <a:cubicBezTo>
                    <a:pt x="115906" y="64218"/>
                    <a:pt x="129422" y="49541"/>
                    <a:pt x="129422" y="32497"/>
                  </a:cubicBezTo>
                  <a:close/>
                  <a:moveTo>
                    <a:pt x="86740" y="71793"/>
                  </a:moveTo>
                  <a:cubicBezTo>
                    <a:pt x="83658" y="72976"/>
                    <a:pt x="81050" y="73450"/>
                    <a:pt x="75359" y="73450"/>
                  </a:cubicBezTo>
                  <a:cubicBezTo>
                    <a:pt x="72039" y="73450"/>
                    <a:pt x="67297" y="73686"/>
                    <a:pt x="64926" y="72503"/>
                  </a:cubicBezTo>
                  <a:cubicBezTo>
                    <a:pt x="65400" y="70136"/>
                    <a:pt x="73936" y="70609"/>
                    <a:pt x="76544" y="70609"/>
                  </a:cubicBezTo>
                  <a:cubicBezTo>
                    <a:pt x="81524" y="70609"/>
                    <a:pt x="83658" y="70609"/>
                    <a:pt x="86740" y="71793"/>
                  </a:cubicBezTo>
                  <a:close/>
                  <a:moveTo>
                    <a:pt x="116143" y="27052"/>
                  </a:moveTo>
                  <a:cubicBezTo>
                    <a:pt x="116143" y="43623"/>
                    <a:pt x="107133" y="60667"/>
                    <a:pt x="94802" y="68005"/>
                  </a:cubicBezTo>
                  <a:cubicBezTo>
                    <a:pt x="88400" y="65638"/>
                    <a:pt x="83658" y="65164"/>
                    <a:pt x="76544" y="65164"/>
                  </a:cubicBezTo>
                  <a:cubicBezTo>
                    <a:pt x="71565" y="65164"/>
                    <a:pt x="58286" y="64928"/>
                    <a:pt x="58286" y="72739"/>
                  </a:cubicBezTo>
                  <a:cubicBezTo>
                    <a:pt x="58049" y="79368"/>
                    <a:pt x="70379" y="78657"/>
                    <a:pt x="74647" y="78657"/>
                  </a:cubicBezTo>
                  <a:cubicBezTo>
                    <a:pt x="83421" y="78657"/>
                    <a:pt x="86978" y="78421"/>
                    <a:pt x="94091" y="75580"/>
                  </a:cubicBezTo>
                  <a:cubicBezTo>
                    <a:pt x="103102" y="84102"/>
                    <a:pt x="104287" y="91440"/>
                    <a:pt x="104524" y="102329"/>
                  </a:cubicBezTo>
                  <a:cubicBezTo>
                    <a:pt x="104999" y="116059"/>
                    <a:pt x="99308" y="133813"/>
                    <a:pt x="92668" y="143045"/>
                  </a:cubicBezTo>
                  <a:cubicBezTo>
                    <a:pt x="83421" y="155828"/>
                    <a:pt x="67534" y="164350"/>
                    <a:pt x="54018" y="164350"/>
                  </a:cubicBezTo>
                  <a:cubicBezTo>
                    <a:pt x="35997" y="164350"/>
                    <a:pt x="26987" y="150620"/>
                    <a:pt x="26987" y="133813"/>
                  </a:cubicBezTo>
                  <a:cubicBezTo>
                    <a:pt x="26987" y="131446"/>
                    <a:pt x="26987" y="127895"/>
                    <a:pt x="28172" y="123398"/>
                  </a:cubicBezTo>
                  <a:lnTo>
                    <a:pt x="43348" y="63507"/>
                  </a:lnTo>
                  <a:cubicBezTo>
                    <a:pt x="48564" y="43149"/>
                    <a:pt x="65637" y="5511"/>
                    <a:pt x="94091" y="5511"/>
                  </a:cubicBezTo>
                  <a:cubicBezTo>
                    <a:pt x="107844" y="5511"/>
                    <a:pt x="116143" y="12849"/>
                    <a:pt x="11614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0" name="Freeform: Shape 109">
              <a:extLst>
                <a:ext uri="{FF2B5EF4-FFF2-40B4-BE49-F238E27FC236}">
                  <a16:creationId xmlns:a16="http://schemas.microsoft.com/office/drawing/2014/main" id="{284FAC49-2D4A-EE63-A684-856BA78137F5}"/>
                </a:ext>
              </a:extLst>
            </p:cNvPr>
            <p:cNvSpPr/>
            <p:nvPr>
              <p:custDataLst>
                <p:tags r:id="rId111"/>
              </p:custDataLst>
            </p:nvPr>
          </p:nvSpPr>
          <p:spPr>
            <a:xfrm>
              <a:off x="8998662" y="5996584"/>
              <a:ext cx="60417" cy="110027"/>
            </a:xfrm>
            <a:custGeom>
              <a:avLst/>
              <a:gdLst>
                <a:gd name="connsiteX0" fmla="*/ 37680 w 60417"/>
                <a:gd name="connsiteY0" fmla="*/ 4707 h 110027"/>
                <a:gd name="connsiteX1" fmla="*/ 32701 w 60417"/>
                <a:gd name="connsiteY1" fmla="*/ 68 h 110027"/>
                <a:gd name="connsiteX2" fmla="*/ 168 w 60417"/>
                <a:gd name="connsiteY2" fmla="*/ 10673 h 110027"/>
                <a:gd name="connsiteX3" fmla="*/ 168 w 60417"/>
                <a:gd name="connsiteY3" fmla="*/ 16638 h 110027"/>
                <a:gd name="connsiteX4" fmla="*/ 24235 w 60417"/>
                <a:gd name="connsiteY4" fmla="*/ 11998 h 110027"/>
                <a:gd name="connsiteX5" fmla="*/ 24235 w 60417"/>
                <a:gd name="connsiteY5" fmla="*/ 96508 h 110027"/>
                <a:gd name="connsiteX6" fmla="*/ 7637 w 60417"/>
                <a:gd name="connsiteY6" fmla="*/ 104130 h 110027"/>
                <a:gd name="connsiteX7" fmla="*/ 1330 w 60417"/>
                <a:gd name="connsiteY7" fmla="*/ 104130 h 110027"/>
                <a:gd name="connsiteX8" fmla="*/ 1330 w 60417"/>
                <a:gd name="connsiteY8" fmla="*/ 110095 h 110027"/>
                <a:gd name="connsiteX9" fmla="*/ 30875 w 60417"/>
                <a:gd name="connsiteY9" fmla="*/ 109433 h 110027"/>
                <a:gd name="connsiteX10" fmla="*/ 60586 w 60417"/>
                <a:gd name="connsiteY10" fmla="*/ 110095 h 110027"/>
                <a:gd name="connsiteX11" fmla="*/ 60586 w 60417"/>
                <a:gd name="connsiteY11" fmla="*/ 104130 h 110027"/>
                <a:gd name="connsiteX12" fmla="*/ 54278 w 60417"/>
                <a:gd name="connsiteY12" fmla="*/ 104130 h 110027"/>
                <a:gd name="connsiteX13" fmla="*/ 37680 w 60417"/>
                <a:gd name="connsiteY13" fmla="*/ 96508 h 110027"/>
                <a:gd name="connsiteX14" fmla="*/ 37680 w 60417"/>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80" y="4707"/>
                  </a:moveTo>
                  <a:cubicBezTo>
                    <a:pt x="37680" y="233"/>
                    <a:pt x="37348" y="68"/>
                    <a:pt x="32701" y="68"/>
                  </a:cubicBezTo>
                  <a:cubicBezTo>
                    <a:pt x="22078" y="10507"/>
                    <a:pt x="6973" y="10673"/>
                    <a:pt x="168" y="10673"/>
                  </a:cubicBezTo>
                  <a:lnTo>
                    <a:pt x="168" y="16638"/>
                  </a:lnTo>
                  <a:cubicBezTo>
                    <a:pt x="4152" y="16638"/>
                    <a:pt x="15106" y="16638"/>
                    <a:pt x="24235" y="11998"/>
                  </a:cubicBezTo>
                  <a:lnTo>
                    <a:pt x="24235" y="96508"/>
                  </a:lnTo>
                  <a:cubicBezTo>
                    <a:pt x="24235" y="101976"/>
                    <a:pt x="24235" y="104130"/>
                    <a:pt x="7637" y="104130"/>
                  </a:cubicBezTo>
                  <a:lnTo>
                    <a:pt x="1330" y="104130"/>
                  </a:lnTo>
                  <a:lnTo>
                    <a:pt x="1330" y="110095"/>
                  </a:lnTo>
                  <a:cubicBezTo>
                    <a:pt x="4318" y="109930"/>
                    <a:pt x="24733" y="109433"/>
                    <a:pt x="30875" y="109433"/>
                  </a:cubicBezTo>
                  <a:cubicBezTo>
                    <a:pt x="36020" y="109433"/>
                    <a:pt x="56934" y="109930"/>
                    <a:pt x="60586" y="110095"/>
                  </a:cubicBezTo>
                  <a:lnTo>
                    <a:pt x="60586" y="104130"/>
                  </a:lnTo>
                  <a:lnTo>
                    <a:pt x="54278" y="104130"/>
                  </a:lnTo>
                  <a:cubicBezTo>
                    <a:pt x="37680" y="104130"/>
                    <a:pt x="37680" y="101976"/>
                    <a:pt x="37680" y="96508"/>
                  </a:cubicBezTo>
                  <a:lnTo>
                    <a:pt x="37680"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1" name="Freeform: Shape 110">
              <a:extLst>
                <a:ext uri="{FF2B5EF4-FFF2-40B4-BE49-F238E27FC236}">
                  <a16:creationId xmlns:a16="http://schemas.microsoft.com/office/drawing/2014/main" id="{D4D975ED-2036-87AC-EB9A-65F698BC88C0}"/>
                </a:ext>
              </a:extLst>
            </p:cNvPr>
            <p:cNvSpPr/>
            <p:nvPr>
              <p:custDataLst>
                <p:tags r:id="rId112"/>
              </p:custDataLst>
            </p:nvPr>
          </p:nvSpPr>
          <p:spPr>
            <a:xfrm>
              <a:off x="9144839" y="5867872"/>
              <a:ext cx="60417" cy="110027"/>
            </a:xfrm>
            <a:custGeom>
              <a:avLst/>
              <a:gdLst>
                <a:gd name="connsiteX0" fmla="*/ 37686 w 60417"/>
                <a:gd name="connsiteY0" fmla="*/ 4702 h 110027"/>
                <a:gd name="connsiteX1" fmla="*/ 32707 w 60417"/>
                <a:gd name="connsiteY1" fmla="*/ 62 h 110027"/>
                <a:gd name="connsiteX2" fmla="*/ 174 w 60417"/>
                <a:gd name="connsiteY2" fmla="*/ 10667 h 110027"/>
                <a:gd name="connsiteX3" fmla="*/ 174 w 60417"/>
                <a:gd name="connsiteY3" fmla="*/ 16633 h 110027"/>
                <a:gd name="connsiteX4" fmla="*/ 24242 w 60417"/>
                <a:gd name="connsiteY4" fmla="*/ 11993 h 110027"/>
                <a:gd name="connsiteX5" fmla="*/ 24242 w 60417"/>
                <a:gd name="connsiteY5" fmla="*/ 96502 h 110027"/>
                <a:gd name="connsiteX6" fmla="*/ 7643 w 60417"/>
                <a:gd name="connsiteY6" fmla="*/ 104125 h 110027"/>
                <a:gd name="connsiteX7" fmla="*/ 1336 w 60417"/>
                <a:gd name="connsiteY7" fmla="*/ 104125 h 110027"/>
                <a:gd name="connsiteX8" fmla="*/ 1336 w 60417"/>
                <a:gd name="connsiteY8" fmla="*/ 110090 h 110027"/>
                <a:gd name="connsiteX9" fmla="*/ 30881 w 60417"/>
                <a:gd name="connsiteY9" fmla="*/ 109427 h 110027"/>
                <a:gd name="connsiteX10" fmla="*/ 60592 w 60417"/>
                <a:gd name="connsiteY10" fmla="*/ 110090 h 110027"/>
                <a:gd name="connsiteX11" fmla="*/ 60592 w 60417"/>
                <a:gd name="connsiteY11" fmla="*/ 104125 h 110027"/>
                <a:gd name="connsiteX12" fmla="*/ 54284 w 60417"/>
                <a:gd name="connsiteY12" fmla="*/ 104125 h 110027"/>
                <a:gd name="connsiteX13" fmla="*/ 37686 w 60417"/>
                <a:gd name="connsiteY13" fmla="*/ 96502 h 110027"/>
                <a:gd name="connsiteX14" fmla="*/ 37686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86" y="4702"/>
                  </a:moveTo>
                  <a:cubicBezTo>
                    <a:pt x="37686" y="228"/>
                    <a:pt x="37354" y="62"/>
                    <a:pt x="32707" y="62"/>
                  </a:cubicBezTo>
                  <a:cubicBezTo>
                    <a:pt x="22084" y="10502"/>
                    <a:pt x="6979" y="10667"/>
                    <a:pt x="174" y="10667"/>
                  </a:cubicBezTo>
                  <a:lnTo>
                    <a:pt x="174" y="16633"/>
                  </a:lnTo>
                  <a:cubicBezTo>
                    <a:pt x="4158" y="16633"/>
                    <a:pt x="15113" y="16633"/>
                    <a:pt x="24242" y="11993"/>
                  </a:cubicBezTo>
                  <a:lnTo>
                    <a:pt x="24242" y="96502"/>
                  </a:lnTo>
                  <a:cubicBezTo>
                    <a:pt x="24242" y="101970"/>
                    <a:pt x="24242" y="104125"/>
                    <a:pt x="7643" y="104125"/>
                  </a:cubicBezTo>
                  <a:lnTo>
                    <a:pt x="1336" y="104125"/>
                  </a:lnTo>
                  <a:lnTo>
                    <a:pt x="1336" y="110090"/>
                  </a:lnTo>
                  <a:cubicBezTo>
                    <a:pt x="4324" y="109924"/>
                    <a:pt x="24740" y="109427"/>
                    <a:pt x="30881" y="109427"/>
                  </a:cubicBezTo>
                  <a:cubicBezTo>
                    <a:pt x="36026" y="109427"/>
                    <a:pt x="56940" y="109924"/>
                    <a:pt x="60592" y="110090"/>
                  </a:cubicBezTo>
                  <a:lnTo>
                    <a:pt x="60592" y="104125"/>
                  </a:lnTo>
                  <a:lnTo>
                    <a:pt x="54284" y="104125"/>
                  </a:lnTo>
                  <a:cubicBezTo>
                    <a:pt x="37686" y="104125"/>
                    <a:pt x="37686" y="101970"/>
                    <a:pt x="37686" y="96502"/>
                  </a:cubicBezTo>
                  <a:lnTo>
                    <a:pt x="37686"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2" name="Freeform: Shape 111">
              <a:extLst>
                <a:ext uri="{FF2B5EF4-FFF2-40B4-BE49-F238E27FC236}">
                  <a16:creationId xmlns:a16="http://schemas.microsoft.com/office/drawing/2014/main" id="{0E75895E-0D63-1E65-9070-B0900CDD9C8B}"/>
                </a:ext>
              </a:extLst>
            </p:cNvPr>
            <p:cNvSpPr/>
            <p:nvPr>
              <p:custDataLst>
                <p:tags r:id="rId113"/>
              </p:custDataLst>
            </p:nvPr>
          </p:nvSpPr>
          <p:spPr>
            <a:xfrm>
              <a:off x="9115398" y="6007189"/>
              <a:ext cx="117215" cy="9468"/>
            </a:xfrm>
            <a:custGeom>
              <a:avLst/>
              <a:gdLst>
                <a:gd name="connsiteX0" fmla="*/ 0 w 117215"/>
                <a:gd name="connsiteY0" fmla="*/ 0 h 9468"/>
                <a:gd name="connsiteX1" fmla="*/ 117216 w 117215"/>
                <a:gd name="connsiteY1" fmla="*/ 0 h 9468"/>
                <a:gd name="connsiteX2" fmla="*/ 117216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6" y="0"/>
                  </a:lnTo>
                  <a:lnTo>
                    <a:pt x="117216"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3" name="Freeform: Shape 112">
              <a:extLst>
                <a:ext uri="{FF2B5EF4-FFF2-40B4-BE49-F238E27FC236}">
                  <a16:creationId xmlns:a16="http://schemas.microsoft.com/office/drawing/2014/main" id="{E205F292-72C6-30CF-5C07-6CEA7C9464C4}"/>
                </a:ext>
              </a:extLst>
            </p:cNvPr>
            <p:cNvSpPr/>
            <p:nvPr>
              <p:custDataLst>
                <p:tags r:id="rId114"/>
              </p:custDataLst>
            </p:nvPr>
          </p:nvSpPr>
          <p:spPr>
            <a:xfrm>
              <a:off x="9123200" y="6079659"/>
              <a:ext cx="101415" cy="74732"/>
            </a:xfrm>
            <a:custGeom>
              <a:avLst/>
              <a:gdLst>
                <a:gd name="connsiteX0" fmla="*/ 12622 w 101415"/>
                <a:gd name="connsiteY0" fmla="*/ 62706 h 74732"/>
                <a:gd name="connsiteX1" fmla="*/ 10962 w 101415"/>
                <a:gd name="connsiteY1" fmla="*/ 69500 h 74732"/>
                <a:gd name="connsiteX2" fmla="*/ 16606 w 101415"/>
                <a:gd name="connsiteY2" fmla="*/ 74802 h 74732"/>
                <a:gd name="connsiteX3" fmla="*/ 23079 w 101415"/>
                <a:gd name="connsiteY3" fmla="*/ 71157 h 74732"/>
                <a:gd name="connsiteX4" fmla="*/ 26067 w 101415"/>
                <a:gd name="connsiteY4" fmla="*/ 60883 h 74732"/>
                <a:gd name="connsiteX5" fmla="*/ 29719 w 101415"/>
                <a:gd name="connsiteY5" fmla="*/ 45970 h 74732"/>
                <a:gd name="connsiteX6" fmla="*/ 32540 w 101415"/>
                <a:gd name="connsiteY6" fmla="*/ 34868 h 74732"/>
                <a:gd name="connsiteX7" fmla="*/ 39511 w 101415"/>
                <a:gd name="connsiteY7" fmla="*/ 19954 h 74732"/>
                <a:gd name="connsiteX8" fmla="*/ 64409 w 101415"/>
                <a:gd name="connsiteY8" fmla="*/ 4709 h 74732"/>
                <a:gd name="connsiteX9" fmla="*/ 74202 w 101415"/>
                <a:gd name="connsiteY9" fmla="*/ 16309 h 74732"/>
                <a:gd name="connsiteX10" fmla="*/ 64409 w 101415"/>
                <a:gd name="connsiteY10" fmla="*/ 51604 h 74732"/>
                <a:gd name="connsiteX11" fmla="*/ 61919 w 101415"/>
                <a:gd name="connsiteY11" fmla="*/ 60552 h 74732"/>
                <a:gd name="connsiteX12" fmla="*/ 77687 w 101415"/>
                <a:gd name="connsiteY12" fmla="*/ 74802 h 74732"/>
                <a:gd name="connsiteX13" fmla="*/ 101589 w 101415"/>
                <a:gd name="connsiteY13" fmla="*/ 49450 h 74732"/>
                <a:gd name="connsiteX14" fmla="*/ 98933 w 101415"/>
                <a:gd name="connsiteY14" fmla="*/ 47295 h 74732"/>
                <a:gd name="connsiteX15" fmla="*/ 95780 w 101415"/>
                <a:gd name="connsiteY15" fmla="*/ 50112 h 74732"/>
                <a:gd name="connsiteX16" fmla="*/ 78185 w 101415"/>
                <a:gd name="connsiteY16" fmla="*/ 70163 h 74732"/>
                <a:gd name="connsiteX17" fmla="*/ 74036 w 101415"/>
                <a:gd name="connsiteY17" fmla="*/ 64363 h 74732"/>
                <a:gd name="connsiteX18" fmla="*/ 77853 w 101415"/>
                <a:gd name="connsiteY18" fmla="*/ 50941 h 74732"/>
                <a:gd name="connsiteX19" fmla="*/ 86651 w 101415"/>
                <a:gd name="connsiteY19" fmla="*/ 18960 h 74732"/>
                <a:gd name="connsiteX20" fmla="*/ 65073 w 101415"/>
                <a:gd name="connsiteY20" fmla="*/ 70 h 74732"/>
                <a:gd name="connsiteX21" fmla="*/ 37022 w 101415"/>
                <a:gd name="connsiteY21" fmla="*/ 15149 h 74732"/>
                <a:gd name="connsiteX22" fmla="*/ 19262 w 101415"/>
                <a:gd name="connsiteY22" fmla="*/ 70 h 74732"/>
                <a:gd name="connsiteX23" fmla="*/ 6149 w 101415"/>
                <a:gd name="connsiteY23" fmla="*/ 9018 h 74732"/>
                <a:gd name="connsiteX24" fmla="*/ 174 w 101415"/>
                <a:gd name="connsiteY24" fmla="*/ 25422 h 74732"/>
                <a:gd name="connsiteX25" fmla="*/ 2995 w 101415"/>
                <a:gd name="connsiteY25" fmla="*/ 27577 h 74732"/>
                <a:gd name="connsiteX26" fmla="*/ 6647 w 101415"/>
                <a:gd name="connsiteY26" fmla="*/ 22605 h 74732"/>
                <a:gd name="connsiteX27" fmla="*/ 18764 w 101415"/>
                <a:gd name="connsiteY27" fmla="*/ 4709 h 74732"/>
                <a:gd name="connsiteX28" fmla="*/ 24241 w 101415"/>
                <a:gd name="connsiteY28" fmla="*/ 12829 h 74732"/>
                <a:gd name="connsiteX29" fmla="*/ 21585 w 101415"/>
                <a:gd name="connsiteY29" fmla="*/ 26582 h 74732"/>
                <a:gd name="connsiteX30" fmla="*/ 17934 w 101415"/>
                <a:gd name="connsiteY30" fmla="*/ 41496 h 74732"/>
                <a:gd name="connsiteX31" fmla="*/ 12622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622" y="62706"/>
                  </a:moveTo>
                  <a:cubicBezTo>
                    <a:pt x="11958" y="64860"/>
                    <a:pt x="10962" y="69003"/>
                    <a:pt x="10962" y="69500"/>
                  </a:cubicBezTo>
                  <a:cubicBezTo>
                    <a:pt x="10962" y="73145"/>
                    <a:pt x="13950" y="74802"/>
                    <a:pt x="16606" y="74802"/>
                  </a:cubicBezTo>
                  <a:cubicBezTo>
                    <a:pt x="19594" y="74802"/>
                    <a:pt x="22249" y="72648"/>
                    <a:pt x="23079" y="71157"/>
                  </a:cubicBezTo>
                  <a:cubicBezTo>
                    <a:pt x="23909" y="69666"/>
                    <a:pt x="25237" y="64363"/>
                    <a:pt x="26067" y="60883"/>
                  </a:cubicBezTo>
                  <a:cubicBezTo>
                    <a:pt x="26897" y="57735"/>
                    <a:pt x="28723" y="50112"/>
                    <a:pt x="29719" y="45970"/>
                  </a:cubicBezTo>
                  <a:cubicBezTo>
                    <a:pt x="30714" y="42324"/>
                    <a:pt x="31710" y="38679"/>
                    <a:pt x="32540" y="34868"/>
                  </a:cubicBezTo>
                  <a:cubicBezTo>
                    <a:pt x="34366" y="28074"/>
                    <a:pt x="34698" y="26748"/>
                    <a:pt x="39511" y="19954"/>
                  </a:cubicBezTo>
                  <a:cubicBezTo>
                    <a:pt x="44159" y="13326"/>
                    <a:pt x="51960" y="4709"/>
                    <a:pt x="64409" y="4709"/>
                  </a:cubicBezTo>
                  <a:cubicBezTo>
                    <a:pt x="74036" y="4709"/>
                    <a:pt x="74202" y="13160"/>
                    <a:pt x="74202" y="16309"/>
                  </a:cubicBezTo>
                  <a:cubicBezTo>
                    <a:pt x="74202" y="26251"/>
                    <a:pt x="67065" y="44644"/>
                    <a:pt x="64409" y="51604"/>
                  </a:cubicBezTo>
                  <a:cubicBezTo>
                    <a:pt x="62583" y="56243"/>
                    <a:pt x="61919" y="57735"/>
                    <a:pt x="61919" y="60552"/>
                  </a:cubicBezTo>
                  <a:cubicBezTo>
                    <a:pt x="61919" y="69334"/>
                    <a:pt x="69222" y="74802"/>
                    <a:pt x="77687" y="74802"/>
                  </a:cubicBezTo>
                  <a:cubicBezTo>
                    <a:pt x="94286" y="74802"/>
                    <a:pt x="101589" y="51935"/>
                    <a:pt x="101589" y="49450"/>
                  </a:cubicBezTo>
                  <a:cubicBezTo>
                    <a:pt x="101589" y="47295"/>
                    <a:pt x="99431" y="47295"/>
                    <a:pt x="98933" y="47295"/>
                  </a:cubicBezTo>
                  <a:cubicBezTo>
                    <a:pt x="96609" y="47295"/>
                    <a:pt x="96444" y="48290"/>
                    <a:pt x="95780" y="50112"/>
                  </a:cubicBezTo>
                  <a:cubicBezTo>
                    <a:pt x="91962" y="63369"/>
                    <a:pt x="84825" y="70163"/>
                    <a:pt x="78185" y="70163"/>
                  </a:cubicBezTo>
                  <a:cubicBezTo>
                    <a:pt x="74700" y="70163"/>
                    <a:pt x="74036" y="67843"/>
                    <a:pt x="74036" y="64363"/>
                  </a:cubicBezTo>
                  <a:cubicBezTo>
                    <a:pt x="74036" y="60552"/>
                    <a:pt x="74866" y="58398"/>
                    <a:pt x="77853" y="50941"/>
                  </a:cubicBezTo>
                  <a:cubicBezTo>
                    <a:pt x="79845" y="45804"/>
                    <a:pt x="86651" y="28239"/>
                    <a:pt x="86651" y="18960"/>
                  </a:cubicBezTo>
                  <a:cubicBezTo>
                    <a:pt x="86651" y="2887"/>
                    <a:pt x="73870" y="70"/>
                    <a:pt x="65073" y="70"/>
                  </a:cubicBezTo>
                  <a:cubicBezTo>
                    <a:pt x="51296" y="70"/>
                    <a:pt x="42001" y="8521"/>
                    <a:pt x="37022" y="15149"/>
                  </a:cubicBezTo>
                  <a:cubicBezTo>
                    <a:pt x="35860" y="3715"/>
                    <a:pt x="26067" y="70"/>
                    <a:pt x="19262" y="70"/>
                  </a:cubicBezTo>
                  <a:cubicBezTo>
                    <a:pt x="12124" y="70"/>
                    <a:pt x="8307" y="5207"/>
                    <a:pt x="6149" y="9018"/>
                  </a:cubicBezTo>
                  <a:cubicBezTo>
                    <a:pt x="2497" y="15149"/>
                    <a:pt x="174" y="24594"/>
                    <a:pt x="174" y="25422"/>
                  </a:cubicBezTo>
                  <a:cubicBezTo>
                    <a:pt x="174" y="27577"/>
                    <a:pt x="2497" y="27577"/>
                    <a:pt x="2995" y="27577"/>
                  </a:cubicBezTo>
                  <a:cubicBezTo>
                    <a:pt x="5319" y="27577"/>
                    <a:pt x="5485" y="27079"/>
                    <a:pt x="6647" y="22605"/>
                  </a:cubicBezTo>
                  <a:cubicBezTo>
                    <a:pt x="9137" y="12829"/>
                    <a:pt x="12290" y="4709"/>
                    <a:pt x="18764" y="4709"/>
                  </a:cubicBezTo>
                  <a:cubicBezTo>
                    <a:pt x="23079" y="4709"/>
                    <a:pt x="24241" y="8355"/>
                    <a:pt x="24241" y="12829"/>
                  </a:cubicBezTo>
                  <a:cubicBezTo>
                    <a:pt x="24241" y="15977"/>
                    <a:pt x="22747" y="22108"/>
                    <a:pt x="21585" y="26582"/>
                  </a:cubicBezTo>
                  <a:cubicBezTo>
                    <a:pt x="20423" y="31056"/>
                    <a:pt x="18764" y="37850"/>
                    <a:pt x="17934" y="41496"/>
                  </a:cubicBezTo>
                  <a:lnTo>
                    <a:pt x="12622"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4" name="Freeform: Shape 113">
              <a:extLst>
                <a:ext uri="{FF2B5EF4-FFF2-40B4-BE49-F238E27FC236}">
                  <a16:creationId xmlns:a16="http://schemas.microsoft.com/office/drawing/2014/main" id="{175A546D-368B-5320-A3B8-4B9A45D0FED3}"/>
                </a:ext>
              </a:extLst>
            </p:cNvPr>
            <p:cNvSpPr/>
            <p:nvPr>
              <p:custDataLst>
                <p:tags r:id="rId115"/>
              </p:custDataLst>
            </p:nvPr>
          </p:nvSpPr>
          <p:spPr>
            <a:xfrm>
              <a:off x="9403365" y="5773143"/>
              <a:ext cx="101415" cy="74732"/>
            </a:xfrm>
            <a:custGeom>
              <a:avLst/>
              <a:gdLst>
                <a:gd name="connsiteX0" fmla="*/ 12634 w 101415"/>
                <a:gd name="connsiteY0" fmla="*/ 62693 h 74732"/>
                <a:gd name="connsiteX1" fmla="*/ 10974 w 101415"/>
                <a:gd name="connsiteY1" fmla="*/ 69487 h 74732"/>
                <a:gd name="connsiteX2" fmla="*/ 16618 w 101415"/>
                <a:gd name="connsiteY2" fmla="*/ 74789 h 74732"/>
                <a:gd name="connsiteX3" fmla="*/ 23091 w 101415"/>
                <a:gd name="connsiteY3" fmla="*/ 71144 h 74732"/>
                <a:gd name="connsiteX4" fmla="*/ 26079 w 101415"/>
                <a:gd name="connsiteY4" fmla="*/ 60870 h 74732"/>
                <a:gd name="connsiteX5" fmla="*/ 29730 w 101415"/>
                <a:gd name="connsiteY5" fmla="*/ 45957 h 74732"/>
                <a:gd name="connsiteX6" fmla="*/ 32552 w 101415"/>
                <a:gd name="connsiteY6" fmla="*/ 34855 h 74732"/>
                <a:gd name="connsiteX7" fmla="*/ 39523 w 101415"/>
                <a:gd name="connsiteY7" fmla="*/ 19941 h 74732"/>
                <a:gd name="connsiteX8" fmla="*/ 64421 w 101415"/>
                <a:gd name="connsiteY8" fmla="*/ 4697 h 74732"/>
                <a:gd name="connsiteX9" fmla="*/ 74214 w 101415"/>
                <a:gd name="connsiteY9" fmla="*/ 16296 h 74732"/>
                <a:gd name="connsiteX10" fmla="*/ 64421 w 101415"/>
                <a:gd name="connsiteY10" fmla="*/ 51591 h 74732"/>
                <a:gd name="connsiteX11" fmla="*/ 61931 w 101415"/>
                <a:gd name="connsiteY11" fmla="*/ 60539 h 74732"/>
                <a:gd name="connsiteX12" fmla="*/ 77699 w 101415"/>
                <a:gd name="connsiteY12" fmla="*/ 74789 h 74732"/>
                <a:gd name="connsiteX13" fmla="*/ 101601 w 101415"/>
                <a:gd name="connsiteY13" fmla="*/ 49437 h 74732"/>
                <a:gd name="connsiteX14" fmla="*/ 98945 w 101415"/>
                <a:gd name="connsiteY14" fmla="*/ 47283 h 74732"/>
                <a:gd name="connsiteX15" fmla="*/ 95791 w 101415"/>
                <a:gd name="connsiteY15" fmla="*/ 50099 h 74732"/>
                <a:gd name="connsiteX16" fmla="*/ 78197 w 101415"/>
                <a:gd name="connsiteY16" fmla="*/ 70150 h 74732"/>
                <a:gd name="connsiteX17" fmla="*/ 74048 w 101415"/>
                <a:gd name="connsiteY17" fmla="*/ 64350 h 74732"/>
                <a:gd name="connsiteX18" fmla="*/ 77865 w 101415"/>
                <a:gd name="connsiteY18" fmla="*/ 50928 h 74732"/>
                <a:gd name="connsiteX19" fmla="*/ 86662 w 101415"/>
                <a:gd name="connsiteY19" fmla="*/ 18947 h 74732"/>
                <a:gd name="connsiteX20" fmla="*/ 65085 w 101415"/>
                <a:gd name="connsiteY20" fmla="*/ 57 h 74732"/>
                <a:gd name="connsiteX21" fmla="*/ 37033 w 101415"/>
                <a:gd name="connsiteY21" fmla="*/ 15136 h 74732"/>
                <a:gd name="connsiteX22" fmla="*/ 19273 w 101415"/>
                <a:gd name="connsiteY22" fmla="*/ 57 h 74732"/>
                <a:gd name="connsiteX23" fmla="*/ 6161 w 101415"/>
                <a:gd name="connsiteY23" fmla="*/ 9005 h 74732"/>
                <a:gd name="connsiteX24" fmla="*/ 185 w 101415"/>
                <a:gd name="connsiteY24" fmla="*/ 25410 h 74732"/>
                <a:gd name="connsiteX25" fmla="*/ 3007 w 101415"/>
                <a:gd name="connsiteY25" fmla="*/ 27564 h 74732"/>
                <a:gd name="connsiteX26" fmla="*/ 6659 w 101415"/>
                <a:gd name="connsiteY26" fmla="*/ 22593 h 74732"/>
                <a:gd name="connsiteX27" fmla="*/ 18775 w 101415"/>
                <a:gd name="connsiteY27" fmla="*/ 4697 h 74732"/>
                <a:gd name="connsiteX28" fmla="*/ 24253 w 101415"/>
                <a:gd name="connsiteY28" fmla="*/ 12816 h 74732"/>
                <a:gd name="connsiteX29" fmla="*/ 21597 w 101415"/>
                <a:gd name="connsiteY29" fmla="*/ 26569 h 74732"/>
                <a:gd name="connsiteX30" fmla="*/ 17946 w 101415"/>
                <a:gd name="connsiteY30" fmla="*/ 41483 h 74732"/>
                <a:gd name="connsiteX31" fmla="*/ 12634 w 10141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634" y="62693"/>
                  </a:moveTo>
                  <a:cubicBezTo>
                    <a:pt x="11970" y="64847"/>
                    <a:pt x="10974" y="68990"/>
                    <a:pt x="10974" y="69487"/>
                  </a:cubicBezTo>
                  <a:cubicBezTo>
                    <a:pt x="10974" y="73132"/>
                    <a:pt x="13962" y="74789"/>
                    <a:pt x="16618" y="74789"/>
                  </a:cubicBezTo>
                  <a:cubicBezTo>
                    <a:pt x="19605" y="74789"/>
                    <a:pt x="22261" y="72635"/>
                    <a:pt x="23091" y="71144"/>
                  </a:cubicBezTo>
                  <a:cubicBezTo>
                    <a:pt x="23921" y="69653"/>
                    <a:pt x="25249" y="64350"/>
                    <a:pt x="26079" y="60870"/>
                  </a:cubicBezTo>
                  <a:cubicBezTo>
                    <a:pt x="26909" y="57722"/>
                    <a:pt x="28734" y="50099"/>
                    <a:pt x="29730" y="45957"/>
                  </a:cubicBezTo>
                  <a:cubicBezTo>
                    <a:pt x="30726" y="42311"/>
                    <a:pt x="31722" y="38666"/>
                    <a:pt x="32552" y="34855"/>
                  </a:cubicBezTo>
                  <a:cubicBezTo>
                    <a:pt x="34378" y="28061"/>
                    <a:pt x="34710" y="26735"/>
                    <a:pt x="39523" y="19941"/>
                  </a:cubicBezTo>
                  <a:cubicBezTo>
                    <a:pt x="44171" y="13313"/>
                    <a:pt x="51972" y="4697"/>
                    <a:pt x="64421" y="4697"/>
                  </a:cubicBezTo>
                  <a:cubicBezTo>
                    <a:pt x="74048" y="4697"/>
                    <a:pt x="74214" y="13147"/>
                    <a:pt x="74214" y="16296"/>
                  </a:cubicBezTo>
                  <a:cubicBezTo>
                    <a:pt x="74214" y="26238"/>
                    <a:pt x="67076" y="44631"/>
                    <a:pt x="64421" y="51591"/>
                  </a:cubicBezTo>
                  <a:cubicBezTo>
                    <a:pt x="62595" y="56231"/>
                    <a:pt x="61931" y="57722"/>
                    <a:pt x="61931" y="60539"/>
                  </a:cubicBezTo>
                  <a:cubicBezTo>
                    <a:pt x="61931" y="69321"/>
                    <a:pt x="69234" y="74789"/>
                    <a:pt x="77699" y="74789"/>
                  </a:cubicBezTo>
                  <a:cubicBezTo>
                    <a:pt x="94298" y="74789"/>
                    <a:pt x="101601" y="51922"/>
                    <a:pt x="101601" y="49437"/>
                  </a:cubicBezTo>
                  <a:cubicBezTo>
                    <a:pt x="101601" y="47283"/>
                    <a:pt x="99443" y="47283"/>
                    <a:pt x="98945" y="47283"/>
                  </a:cubicBezTo>
                  <a:cubicBezTo>
                    <a:pt x="96621" y="47283"/>
                    <a:pt x="96455" y="48277"/>
                    <a:pt x="95791" y="50099"/>
                  </a:cubicBezTo>
                  <a:cubicBezTo>
                    <a:pt x="91974" y="63356"/>
                    <a:pt x="84836" y="70150"/>
                    <a:pt x="78197" y="70150"/>
                  </a:cubicBezTo>
                  <a:cubicBezTo>
                    <a:pt x="74712" y="70150"/>
                    <a:pt x="74048" y="67830"/>
                    <a:pt x="74048" y="64350"/>
                  </a:cubicBezTo>
                  <a:cubicBezTo>
                    <a:pt x="74048" y="60539"/>
                    <a:pt x="74878" y="58385"/>
                    <a:pt x="77865" y="50928"/>
                  </a:cubicBezTo>
                  <a:cubicBezTo>
                    <a:pt x="79857" y="45791"/>
                    <a:pt x="86662" y="28227"/>
                    <a:pt x="86662" y="18947"/>
                  </a:cubicBezTo>
                  <a:cubicBezTo>
                    <a:pt x="86662" y="2874"/>
                    <a:pt x="73882" y="57"/>
                    <a:pt x="65085" y="57"/>
                  </a:cubicBezTo>
                  <a:cubicBezTo>
                    <a:pt x="51308" y="57"/>
                    <a:pt x="42013" y="8508"/>
                    <a:pt x="37033" y="15136"/>
                  </a:cubicBezTo>
                  <a:cubicBezTo>
                    <a:pt x="35872" y="3702"/>
                    <a:pt x="26079" y="57"/>
                    <a:pt x="19273" y="57"/>
                  </a:cubicBezTo>
                  <a:cubicBezTo>
                    <a:pt x="12136" y="57"/>
                    <a:pt x="8319" y="5194"/>
                    <a:pt x="6161" y="9005"/>
                  </a:cubicBezTo>
                  <a:cubicBezTo>
                    <a:pt x="2509" y="15136"/>
                    <a:pt x="185" y="24581"/>
                    <a:pt x="185" y="25410"/>
                  </a:cubicBezTo>
                  <a:cubicBezTo>
                    <a:pt x="185" y="27564"/>
                    <a:pt x="2509" y="27564"/>
                    <a:pt x="3007" y="27564"/>
                  </a:cubicBezTo>
                  <a:cubicBezTo>
                    <a:pt x="5331" y="27564"/>
                    <a:pt x="5497" y="27067"/>
                    <a:pt x="6659" y="22593"/>
                  </a:cubicBezTo>
                  <a:cubicBezTo>
                    <a:pt x="9148" y="12816"/>
                    <a:pt x="12302" y="4697"/>
                    <a:pt x="18775" y="4697"/>
                  </a:cubicBezTo>
                  <a:cubicBezTo>
                    <a:pt x="23091" y="4697"/>
                    <a:pt x="24253" y="8342"/>
                    <a:pt x="24253" y="12816"/>
                  </a:cubicBezTo>
                  <a:cubicBezTo>
                    <a:pt x="24253" y="15964"/>
                    <a:pt x="22759" y="22095"/>
                    <a:pt x="21597" y="26569"/>
                  </a:cubicBezTo>
                  <a:cubicBezTo>
                    <a:pt x="20435" y="31044"/>
                    <a:pt x="18775" y="37837"/>
                    <a:pt x="17946" y="41483"/>
                  </a:cubicBezTo>
                  <a:lnTo>
                    <a:pt x="12634"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5" name="Freeform: Shape 114">
              <a:extLst>
                <a:ext uri="{FF2B5EF4-FFF2-40B4-BE49-F238E27FC236}">
                  <a16:creationId xmlns:a16="http://schemas.microsoft.com/office/drawing/2014/main" id="{8A8969E8-F4FF-95E6-8B31-BBA5C4AA8DC2}"/>
                </a:ext>
              </a:extLst>
            </p:cNvPr>
            <p:cNvSpPr/>
            <p:nvPr>
              <p:custDataLst>
                <p:tags r:id="rId116"/>
              </p:custDataLst>
            </p:nvPr>
          </p:nvSpPr>
          <p:spPr>
            <a:xfrm>
              <a:off x="9342304" y="5893562"/>
              <a:ext cx="223602" cy="236720"/>
            </a:xfrm>
            <a:custGeom>
              <a:avLst/>
              <a:gdLst>
                <a:gd name="connsiteX0" fmla="*/ 86731 w 223602"/>
                <a:gd name="connsiteY0" fmla="*/ 126467 h 236720"/>
                <a:gd name="connsiteX1" fmla="*/ 2554 w 223602"/>
                <a:gd name="connsiteY1" fmla="*/ 230388 h 236720"/>
                <a:gd name="connsiteX2" fmla="*/ 420 w 223602"/>
                <a:gd name="connsiteY2" fmla="*/ 234175 h 236720"/>
                <a:gd name="connsiteX3" fmla="*/ 6822 w 223602"/>
                <a:gd name="connsiteY3" fmla="*/ 236779 h 236720"/>
                <a:gd name="connsiteX4" fmla="*/ 203393 w 223602"/>
                <a:gd name="connsiteY4" fmla="*/ 236779 h 236720"/>
                <a:gd name="connsiteX5" fmla="*/ 223785 w 223602"/>
                <a:gd name="connsiteY5" fmla="*/ 177836 h 236720"/>
                <a:gd name="connsiteX6" fmla="*/ 217857 w 223602"/>
                <a:gd name="connsiteY6" fmla="*/ 177836 h 236720"/>
                <a:gd name="connsiteX7" fmla="*/ 175887 w 223602"/>
                <a:gd name="connsiteY7" fmla="*/ 216895 h 236720"/>
                <a:gd name="connsiteX8" fmla="*/ 120876 w 223602"/>
                <a:gd name="connsiteY8" fmla="*/ 223760 h 236720"/>
                <a:gd name="connsiteX9" fmla="*/ 20100 w 223602"/>
                <a:gd name="connsiteY9" fmla="*/ 223760 h 236720"/>
                <a:gd name="connsiteX10" fmla="*/ 102380 w 223602"/>
                <a:gd name="connsiteY10" fmla="*/ 122207 h 236720"/>
                <a:gd name="connsiteX11" fmla="*/ 104514 w 223602"/>
                <a:gd name="connsiteY11" fmla="*/ 118419 h 236720"/>
                <a:gd name="connsiteX12" fmla="*/ 102855 w 223602"/>
                <a:gd name="connsiteY12" fmla="*/ 115105 h 236720"/>
                <a:gd name="connsiteX13" fmla="*/ 25791 w 223602"/>
                <a:gd name="connsiteY13" fmla="*/ 9528 h 236720"/>
                <a:gd name="connsiteX14" fmla="*/ 119690 w 223602"/>
                <a:gd name="connsiteY14" fmla="*/ 9528 h 236720"/>
                <a:gd name="connsiteX15" fmla="*/ 217857 w 223602"/>
                <a:gd name="connsiteY15" fmla="*/ 55451 h 236720"/>
                <a:gd name="connsiteX16" fmla="*/ 223785 w 223602"/>
                <a:gd name="connsiteY16" fmla="*/ 55451 h 236720"/>
                <a:gd name="connsiteX17" fmla="*/ 203393 w 223602"/>
                <a:gd name="connsiteY17" fmla="*/ 59 h 236720"/>
                <a:gd name="connsiteX18" fmla="*/ 6822 w 223602"/>
                <a:gd name="connsiteY18" fmla="*/ 59 h 236720"/>
                <a:gd name="connsiteX19" fmla="*/ 183 w 223602"/>
                <a:gd name="connsiteY19" fmla="*/ 7634 h 236720"/>
                <a:gd name="connsiteX20" fmla="*/ 86731 w 22360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602" h="236720">
                  <a:moveTo>
                    <a:pt x="86731" y="126467"/>
                  </a:moveTo>
                  <a:lnTo>
                    <a:pt x="2554" y="230388"/>
                  </a:lnTo>
                  <a:cubicBezTo>
                    <a:pt x="657" y="232755"/>
                    <a:pt x="420" y="233228"/>
                    <a:pt x="420" y="234175"/>
                  </a:cubicBezTo>
                  <a:cubicBezTo>
                    <a:pt x="420" y="236779"/>
                    <a:pt x="2554" y="236779"/>
                    <a:pt x="6822" y="236779"/>
                  </a:cubicBezTo>
                  <a:lnTo>
                    <a:pt x="203393" y="236779"/>
                  </a:lnTo>
                  <a:lnTo>
                    <a:pt x="223785" y="177836"/>
                  </a:lnTo>
                  <a:lnTo>
                    <a:pt x="217857" y="177836"/>
                  </a:lnTo>
                  <a:cubicBezTo>
                    <a:pt x="211929" y="195590"/>
                    <a:pt x="196042" y="210030"/>
                    <a:pt x="175887" y="216895"/>
                  </a:cubicBezTo>
                  <a:cubicBezTo>
                    <a:pt x="172093" y="218078"/>
                    <a:pt x="155732" y="223760"/>
                    <a:pt x="120876" y="223760"/>
                  </a:cubicBezTo>
                  <a:lnTo>
                    <a:pt x="20100" y="223760"/>
                  </a:lnTo>
                  <a:lnTo>
                    <a:pt x="102380" y="122207"/>
                  </a:lnTo>
                  <a:cubicBezTo>
                    <a:pt x="104040" y="120076"/>
                    <a:pt x="104514" y="119366"/>
                    <a:pt x="104514" y="118419"/>
                  </a:cubicBezTo>
                  <a:cubicBezTo>
                    <a:pt x="104514" y="117472"/>
                    <a:pt x="104277" y="117235"/>
                    <a:pt x="102855" y="115105"/>
                  </a:cubicBezTo>
                  <a:lnTo>
                    <a:pt x="25791" y="9528"/>
                  </a:lnTo>
                  <a:lnTo>
                    <a:pt x="119690" y="9528"/>
                  </a:lnTo>
                  <a:cubicBezTo>
                    <a:pt x="146721" y="9528"/>
                    <a:pt x="201259" y="11185"/>
                    <a:pt x="217857" y="55451"/>
                  </a:cubicBezTo>
                  <a:lnTo>
                    <a:pt x="223785" y="55451"/>
                  </a:lnTo>
                  <a:lnTo>
                    <a:pt x="203393" y="59"/>
                  </a:lnTo>
                  <a:lnTo>
                    <a:pt x="6822" y="59"/>
                  </a:lnTo>
                  <a:cubicBezTo>
                    <a:pt x="420" y="59"/>
                    <a:pt x="183" y="296"/>
                    <a:pt x="183" y="7634"/>
                  </a:cubicBezTo>
                  <a:lnTo>
                    <a:pt x="86731"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6" name="Freeform: Shape 115">
              <a:extLst>
                <a:ext uri="{FF2B5EF4-FFF2-40B4-BE49-F238E27FC236}">
                  <a16:creationId xmlns:a16="http://schemas.microsoft.com/office/drawing/2014/main" id="{AA29B91A-8DBB-FA17-BC1C-414727294B16}"/>
                </a:ext>
              </a:extLst>
            </p:cNvPr>
            <p:cNvSpPr/>
            <p:nvPr>
              <p:custDataLst>
                <p:tags r:id="rId117"/>
              </p:custDataLst>
            </p:nvPr>
          </p:nvSpPr>
          <p:spPr>
            <a:xfrm>
              <a:off x="9308388" y="6169524"/>
              <a:ext cx="50292" cy="111518"/>
            </a:xfrm>
            <a:custGeom>
              <a:avLst/>
              <a:gdLst>
                <a:gd name="connsiteX0" fmla="*/ 46159 w 50292"/>
                <a:gd name="connsiteY0" fmla="*/ 6372 h 111518"/>
                <a:gd name="connsiteX1" fmla="*/ 39519 w 50292"/>
                <a:gd name="connsiteY1" fmla="*/ 75 h 111518"/>
                <a:gd name="connsiteX2" fmla="*/ 30224 w 50292"/>
                <a:gd name="connsiteY2" fmla="*/ 9189 h 111518"/>
                <a:gd name="connsiteX3" fmla="*/ 36864 w 50292"/>
                <a:gd name="connsiteY3" fmla="*/ 15486 h 111518"/>
                <a:gd name="connsiteX4" fmla="*/ 46159 w 50292"/>
                <a:gd name="connsiteY4" fmla="*/ 6372 h 111518"/>
                <a:gd name="connsiteX5" fmla="*/ 12298 w 50292"/>
                <a:gd name="connsiteY5" fmla="*/ 90550 h 111518"/>
                <a:gd name="connsiteX6" fmla="*/ 10804 w 50292"/>
                <a:gd name="connsiteY6" fmla="*/ 97509 h 111518"/>
                <a:gd name="connsiteX7" fmla="*/ 26573 w 50292"/>
                <a:gd name="connsiteY7" fmla="*/ 111594 h 111518"/>
                <a:gd name="connsiteX8" fmla="*/ 50474 w 50292"/>
                <a:gd name="connsiteY8" fmla="*/ 86241 h 111518"/>
                <a:gd name="connsiteX9" fmla="*/ 47818 w 50292"/>
                <a:gd name="connsiteY9" fmla="*/ 84087 h 111518"/>
                <a:gd name="connsiteX10" fmla="*/ 44665 w 50292"/>
                <a:gd name="connsiteY10" fmla="*/ 86904 h 111518"/>
                <a:gd name="connsiteX11" fmla="*/ 27071 w 50292"/>
                <a:gd name="connsiteY11" fmla="*/ 106954 h 111518"/>
                <a:gd name="connsiteX12" fmla="*/ 22921 w 50292"/>
                <a:gd name="connsiteY12" fmla="*/ 101155 h 111518"/>
                <a:gd name="connsiteX13" fmla="*/ 25577 w 50292"/>
                <a:gd name="connsiteY13" fmla="*/ 90550 h 111518"/>
                <a:gd name="connsiteX14" fmla="*/ 30888 w 50292"/>
                <a:gd name="connsiteY14" fmla="*/ 77293 h 111518"/>
                <a:gd name="connsiteX15" fmla="*/ 39021 w 50292"/>
                <a:gd name="connsiteY15" fmla="*/ 56249 h 111518"/>
                <a:gd name="connsiteX16" fmla="*/ 40017 w 50292"/>
                <a:gd name="connsiteY16" fmla="*/ 50946 h 111518"/>
                <a:gd name="connsiteX17" fmla="*/ 24249 w 50292"/>
                <a:gd name="connsiteY17" fmla="*/ 36861 h 111518"/>
                <a:gd name="connsiteX18" fmla="*/ 181 w 50292"/>
                <a:gd name="connsiteY18" fmla="*/ 62214 h 111518"/>
                <a:gd name="connsiteX19" fmla="*/ 3003 w 50292"/>
                <a:gd name="connsiteY19" fmla="*/ 64368 h 111518"/>
                <a:gd name="connsiteX20" fmla="*/ 5991 w 50292"/>
                <a:gd name="connsiteY20" fmla="*/ 61717 h 111518"/>
                <a:gd name="connsiteX21" fmla="*/ 23751 w 50292"/>
                <a:gd name="connsiteY21" fmla="*/ 41501 h 111518"/>
                <a:gd name="connsiteX22" fmla="*/ 27900 w 50292"/>
                <a:gd name="connsiteY22" fmla="*/ 47301 h 111518"/>
                <a:gd name="connsiteX23" fmla="*/ 22755 w 50292"/>
                <a:gd name="connsiteY23" fmla="*/ 63871 h 111518"/>
                <a:gd name="connsiteX24" fmla="*/ 12298 w 50292"/>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159" y="6372"/>
                  </a:moveTo>
                  <a:cubicBezTo>
                    <a:pt x="46159" y="3721"/>
                    <a:pt x="44167" y="75"/>
                    <a:pt x="39519" y="75"/>
                  </a:cubicBezTo>
                  <a:cubicBezTo>
                    <a:pt x="35038" y="75"/>
                    <a:pt x="30224" y="4383"/>
                    <a:pt x="30224" y="9189"/>
                  </a:cubicBezTo>
                  <a:cubicBezTo>
                    <a:pt x="30224" y="12006"/>
                    <a:pt x="32382" y="15486"/>
                    <a:pt x="36864" y="15486"/>
                  </a:cubicBezTo>
                  <a:cubicBezTo>
                    <a:pt x="41677" y="15486"/>
                    <a:pt x="46159" y="10846"/>
                    <a:pt x="46159" y="6372"/>
                  </a:cubicBezTo>
                  <a:close/>
                  <a:moveTo>
                    <a:pt x="12298" y="90550"/>
                  </a:moveTo>
                  <a:cubicBezTo>
                    <a:pt x="11634" y="92704"/>
                    <a:pt x="10804" y="94692"/>
                    <a:pt x="10804" y="97509"/>
                  </a:cubicBezTo>
                  <a:cubicBezTo>
                    <a:pt x="10804" y="105297"/>
                    <a:pt x="17444" y="111594"/>
                    <a:pt x="26573" y="111594"/>
                  </a:cubicBezTo>
                  <a:cubicBezTo>
                    <a:pt x="43171" y="111594"/>
                    <a:pt x="50474" y="88727"/>
                    <a:pt x="50474" y="86241"/>
                  </a:cubicBezTo>
                  <a:cubicBezTo>
                    <a:pt x="50474" y="84087"/>
                    <a:pt x="48316" y="84087"/>
                    <a:pt x="47818" y="84087"/>
                  </a:cubicBezTo>
                  <a:cubicBezTo>
                    <a:pt x="45495" y="84087"/>
                    <a:pt x="45329" y="85081"/>
                    <a:pt x="44665" y="86904"/>
                  </a:cubicBezTo>
                  <a:cubicBezTo>
                    <a:pt x="40847" y="100160"/>
                    <a:pt x="33544" y="106954"/>
                    <a:pt x="27071" y="106954"/>
                  </a:cubicBezTo>
                  <a:cubicBezTo>
                    <a:pt x="23751" y="106954"/>
                    <a:pt x="22921" y="104800"/>
                    <a:pt x="22921" y="101155"/>
                  </a:cubicBezTo>
                  <a:cubicBezTo>
                    <a:pt x="22921" y="97343"/>
                    <a:pt x="24083" y="94195"/>
                    <a:pt x="25577" y="90550"/>
                  </a:cubicBezTo>
                  <a:cubicBezTo>
                    <a:pt x="27237" y="86076"/>
                    <a:pt x="29062" y="81602"/>
                    <a:pt x="30888" y="77293"/>
                  </a:cubicBezTo>
                  <a:cubicBezTo>
                    <a:pt x="32382" y="73316"/>
                    <a:pt x="38357" y="58237"/>
                    <a:pt x="39021" y="56249"/>
                  </a:cubicBezTo>
                  <a:cubicBezTo>
                    <a:pt x="39519" y="54592"/>
                    <a:pt x="40017" y="52603"/>
                    <a:pt x="40017" y="50946"/>
                  </a:cubicBezTo>
                  <a:cubicBezTo>
                    <a:pt x="40017" y="43158"/>
                    <a:pt x="33378" y="36861"/>
                    <a:pt x="24249" y="36861"/>
                  </a:cubicBezTo>
                  <a:cubicBezTo>
                    <a:pt x="7817" y="36861"/>
                    <a:pt x="181" y="59397"/>
                    <a:pt x="181" y="62214"/>
                  </a:cubicBezTo>
                  <a:cubicBezTo>
                    <a:pt x="181" y="64368"/>
                    <a:pt x="2505" y="64368"/>
                    <a:pt x="3003" y="64368"/>
                  </a:cubicBezTo>
                  <a:cubicBezTo>
                    <a:pt x="5327" y="64368"/>
                    <a:pt x="5493" y="63540"/>
                    <a:pt x="5991" y="61717"/>
                  </a:cubicBezTo>
                  <a:cubicBezTo>
                    <a:pt x="10306" y="47466"/>
                    <a:pt x="17610" y="41501"/>
                    <a:pt x="23751" y="41501"/>
                  </a:cubicBezTo>
                  <a:cubicBezTo>
                    <a:pt x="26407" y="41501"/>
                    <a:pt x="27900" y="42827"/>
                    <a:pt x="27900" y="47301"/>
                  </a:cubicBezTo>
                  <a:cubicBezTo>
                    <a:pt x="27900" y="51112"/>
                    <a:pt x="26905" y="53598"/>
                    <a:pt x="22755" y="63871"/>
                  </a:cubicBezTo>
                  <a:lnTo>
                    <a:pt x="12298"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7" name="Freeform: Shape 116">
              <a:extLst>
                <a:ext uri="{FF2B5EF4-FFF2-40B4-BE49-F238E27FC236}">
                  <a16:creationId xmlns:a16="http://schemas.microsoft.com/office/drawing/2014/main" id="{0A9DE4CB-4489-CC64-1DBB-3D6B513440A6}"/>
                </a:ext>
              </a:extLst>
            </p:cNvPr>
            <p:cNvSpPr/>
            <p:nvPr>
              <p:custDataLst>
                <p:tags r:id="rId118"/>
              </p:custDataLst>
            </p:nvPr>
          </p:nvSpPr>
          <p:spPr>
            <a:xfrm>
              <a:off x="9379293" y="6215590"/>
              <a:ext cx="122163" cy="44574"/>
            </a:xfrm>
            <a:custGeom>
              <a:avLst/>
              <a:gdLst>
                <a:gd name="connsiteX0" fmla="*/ 116040 w 122163"/>
                <a:gd name="connsiteY0" fmla="*/ 8195 h 44574"/>
                <a:gd name="connsiteX1" fmla="*/ 122347 w 122163"/>
                <a:gd name="connsiteY1" fmla="*/ 4052 h 44574"/>
                <a:gd name="connsiteX2" fmla="*/ 116206 w 122163"/>
                <a:gd name="connsiteY2" fmla="*/ 75 h 44574"/>
                <a:gd name="connsiteX3" fmla="*/ 6326 w 122163"/>
                <a:gd name="connsiteY3" fmla="*/ 75 h 44574"/>
                <a:gd name="connsiteX4" fmla="*/ 184 w 122163"/>
                <a:gd name="connsiteY4" fmla="*/ 4052 h 44574"/>
                <a:gd name="connsiteX5" fmla="*/ 6492 w 122163"/>
                <a:gd name="connsiteY5" fmla="*/ 8195 h 44574"/>
                <a:gd name="connsiteX6" fmla="*/ 116040 w 122163"/>
                <a:gd name="connsiteY6" fmla="*/ 8195 h 44574"/>
                <a:gd name="connsiteX7" fmla="*/ 116206 w 122163"/>
                <a:gd name="connsiteY7" fmla="*/ 44650 h 44574"/>
                <a:gd name="connsiteX8" fmla="*/ 122347 w 122163"/>
                <a:gd name="connsiteY8" fmla="*/ 40673 h 44574"/>
                <a:gd name="connsiteX9" fmla="*/ 116040 w 122163"/>
                <a:gd name="connsiteY9" fmla="*/ 36530 h 44574"/>
                <a:gd name="connsiteX10" fmla="*/ 6492 w 122163"/>
                <a:gd name="connsiteY10" fmla="*/ 36530 h 44574"/>
                <a:gd name="connsiteX11" fmla="*/ 184 w 122163"/>
                <a:gd name="connsiteY11" fmla="*/ 40673 h 44574"/>
                <a:gd name="connsiteX12" fmla="*/ 6326 w 122163"/>
                <a:gd name="connsiteY12" fmla="*/ 44650 h 44574"/>
                <a:gd name="connsiteX13" fmla="*/ 116206 w 12216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63" h="44574">
                  <a:moveTo>
                    <a:pt x="116040" y="8195"/>
                  </a:moveTo>
                  <a:cubicBezTo>
                    <a:pt x="118530" y="8195"/>
                    <a:pt x="122347" y="8195"/>
                    <a:pt x="122347" y="4052"/>
                  </a:cubicBezTo>
                  <a:cubicBezTo>
                    <a:pt x="122347" y="75"/>
                    <a:pt x="118364" y="75"/>
                    <a:pt x="116206" y="75"/>
                  </a:cubicBezTo>
                  <a:lnTo>
                    <a:pt x="6326" y="75"/>
                  </a:lnTo>
                  <a:cubicBezTo>
                    <a:pt x="4168" y="75"/>
                    <a:pt x="184" y="75"/>
                    <a:pt x="184" y="4052"/>
                  </a:cubicBezTo>
                  <a:cubicBezTo>
                    <a:pt x="184" y="8195"/>
                    <a:pt x="4002" y="8195"/>
                    <a:pt x="6492" y="8195"/>
                  </a:cubicBezTo>
                  <a:lnTo>
                    <a:pt x="116040" y="8195"/>
                  </a:lnTo>
                  <a:close/>
                  <a:moveTo>
                    <a:pt x="116206" y="44650"/>
                  </a:moveTo>
                  <a:cubicBezTo>
                    <a:pt x="118364" y="44650"/>
                    <a:pt x="122347" y="44650"/>
                    <a:pt x="122347" y="40673"/>
                  </a:cubicBezTo>
                  <a:cubicBezTo>
                    <a:pt x="122347" y="36530"/>
                    <a:pt x="118530" y="36530"/>
                    <a:pt x="116040" y="36530"/>
                  </a:cubicBezTo>
                  <a:lnTo>
                    <a:pt x="6492" y="36530"/>
                  </a:lnTo>
                  <a:cubicBezTo>
                    <a:pt x="4002" y="36530"/>
                    <a:pt x="184" y="36530"/>
                    <a:pt x="184" y="40673"/>
                  </a:cubicBezTo>
                  <a:cubicBezTo>
                    <a:pt x="184" y="44650"/>
                    <a:pt x="4168" y="44650"/>
                    <a:pt x="6326" y="44650"/>
                  </a:cubicBezTo>
                  <a:lnTo>
                    <a:pt x="116206"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8" name="Freeform: Shape 117">
              <a:extLst>
                <a:ext uri="{FF2B5EF4-FFF2-40B4-BE49-F238E27FC236}">
                  <a16:creationId xmlns:a16="http://schemas.microsoft.com/office/drawing/2014/main" id="{B7C8C125-343D-7C40-2E22-ABCC215F8606}"/>
                </a:ext>
              </a:extLst>
            </p:cNvPr>
            <p:cNvSpPr/>
            <p:nvPr>
              <p:custDataLst>
                <p:tags r:id="rId119"/>
              </p:custDataLst>
            </p:nvPr>
          </p:nvSpPr>
          <p:spPr>
            <a:xfrm>
              <a:off x="9531331" y="6169358"/>
              <a:ext cx="60417" cy="110027"/>
            </a:xfrm>
            <a:custGeom>
              <a:avLst/>
              <a:gdLst>
                <a:gd name="connsiteX0" fmla="*/ 37702 w 60417"/>
                <a:gd name="connsiteY0" fmla="*/ 4715 h 110027"/>
                <a:gd name="connsiteX1" fmla="*/ 32723 w 60417"/>
                <a:gd name="connsiteY1" fmla="*/ 75 h 110027"/>
                <a:gd name="connsiteX2" fmla="*/ 190 w 60417"/>
                <a:gd name="connsiteY2" fmla="*/ 10680 h 110027"/>
                <a:gd name="connsiteX3" fmla="*/ 190 w 60417"/>
                <a:gd name="connsiteY3" fmla="*/ 16645 h 110027"/>
                <a:gd name="connsiteX4" fmla="*/ 24258 w 60417"/>
                <a:gd name="connsiteY4" fmla="*/ 12006 h 110027"/>
                <a:gd name="connsiteX5" fmla="*/ 24258 w 60417"/>
                <a:gd name="connsiteY5" fmla="*/ 96515 h 110027"/>
                <a:gd name="connsiteX6" fmla="*/ 7660 w 60417"/>
                <a:gd name="connsiteY6" fmla="*/ 104137 h 110027"/>
                <a:gd name="connsiteX7" fmla="*/ 1352 w 60417"/>
                <a:gd name="connsiteY7" fmla="*/ 104137 h 110027"/>
                <a:gd name="connsiteX8" fmla="*/ 1352 w 60417"/>
                <a:gd name="connsiteY8" fmla="*/ 110103 h 110027"/>
                <a:gd name="connsiteX9" fmla="*/ 30897 w 60417"/>
                <a:gd name="connsiteY9" fmla="*/ 109440 h 110027"/>
                <a:gd name="connsiteX10" fmla="*/ 60608 w 60417"/>
                <a:gd name="connsiteY10" fmla="*/ 110103 h 110027"/>
                <a:gd name="connsiteX11" fmla="*/ 60608 w 60417"/>
                <a:gd name="connsiteY11" fmla="*/ 104137 h 110027"/>
                <a:gd name="connsiteX12" fmla="*/ 54301 w 60417"/>
                <a:gd name="connsiteY12" fmla="*/ 104137 h 110027"/>
                <a:gd name="connsiteX13" fmla="*/ 37702 w 60417"/>
                <a:gd name="connsiteY13" fmla="*/ 96515 h 110027"/>
                <a:gd name="connsiteX14" fmla="*/ 37702 w 60417"/>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702" y="4715"/>
                  </a:moveTo>
                  <a:cubicBezTo>
                    <a:pt x="37702" y="241"/>
                    <a:pt x="37370" y="75"/>
                    <a:pt x="32723" y="75"/>
                  </a:cubicBezTo>
                  <a:cubicBezTo>
                    <a:pt x="22100" y="10514"/>
                    <a:pt x="6996" y="10680"/>
                    <a:pt x="190" y="10680"/>
                  </a:cubicBezTo>
                  <a:lnTo>
                    <a:pt x="190" y="16645"/>
                  </a:lnTo>
                  <a:cubicBezTo>
                    <a:pt x="4174" y="16645"/>
                    <a:pt x="15129" y="16645"/>
                    <a:pt x="24258" y="12006"/>
                  </a:cubicBezTo>
                  <a:lnTo>
                    <a:pt x="24258" y="96515"/>
                  </a:lnTo>
                  <a:cubicBezTo>
                    <a:pt x="24258" y="101983"/>
                    <a:pt x="24258" y="104137"/>
                    <a:pt x="7660" y="104137"/>
                  </a:cubicBezTo>
                  <a:lnTo>
                    <a:pt x="1352" y="104137"/>
                  </a:lnTo>
                  <a:lnTo>
                    <a:pt x="1352" y="110103"/>
                  </a:lnTo>
                  <a:cubicBezTo>
                    <a:pt x="4340" y="109937"/>
                    <a:pt x="24756" y="109440"/>
                    <a:pt x="30897" y="109440"/>
                  </a:cubicBezTo>
                  <a:cubicBezTo>
                    <a:pt x="36043" y="109440"/>
                    <a:pt x="56956" y="109937"/>
                    <a:pt x="60608" y="110103"/>
                  </a:cubicBezTo>
                  <a:lnTo>
                    <a:pt x="60608" y="104137"/>
                  </a:lnTo>
                  <a:lnTo>
                    <a:pt x="54301" y="104137"/>
                  </a:lnTo>
                  <a:cubicBezTo>
                    <a:pt x="37702" y="104137"/>
                    <a:pt x="37702" y="101983"/>
                    <a:pt x="37702" y="96515"/>
                  </a:cubicBezTo>
                  <a:lnTo>
                    <a:pt x="37702"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9" name="Freeform: Shape 118">
              <a:extLst>
                <a:ext uri="{FF2B5EF4-FFF2-40B4-BE49-F238E27FC236}">
                  <a16:creationId xmlns:a16="http://schemas.microsoft.com/office/drawing/2014/main" id="{BF813F41-63C3-A87B-4555-8E1085529B7E}"/>
                </a:ext>
              </a:extLst>
            </p:cNvPr>
            <p:cNvSpPr/>
            <p:nvPr>
              <p:custDataLst>
                <p:tags r:id="rId120"/>
              </p:custDataLst>
            </p:nvPr>
          </p:nvSpPr>
          <p:spPr>
            <a:xfrm>
              <a:off x="9654152" y="5966473"/>
              <a:ext cx="118084" cy="107234"/>
            </a:xfrm>
            <a:custGeom>
              <a:avLst/>
              <a:gdLst>
                <a:gd name="connsiteX0" fmla="*/ 72517 w 118084"/>
                <a:gd name="connsiteY0" fmla="*/ 33207 h 107234"/>
                <a:gd name="connsiteX1" fmla="*/ 95992 w 118084"/>
                <a:gd name="connsiteY1" fmla="*/ 5274 h 107234"/>
                <a:gd name="connsiteX2" fmla="*/ 107848 w 118084"/>
                <a:gd name="connsiteY2" fmla="*/ 8351 h 107234"/>
                <a:gd name="connsiteX3" fmla="*/ 96466 w 118084"/>
                <a:gd name="connsiteY3" fmla="*/ 21134 h 107234"/>
                <a:gd name="connsiteX4" fmla="*/ 105476 w 118084"/>
                <a:gd name="connsiteY4" fmla="*/ 29420 h 107234"/>
                <a:gd name="connsiteX5" fmla="*/ 118281 w 118084"/>
                <a:gd name="connsiteY5" fmla="*/ 15690 h 107234"/>
                <a:gd name="connsiteX6" fmla="*/ 96229 w 118084"/>
                <a:gd name="connsiteY6" fmla="*/ 66 h 107234"/>
                <a:gd name="connsiteX7" fmla="*/ 71331 w 118084"/>
                <a:gd name="connsiteY7" fmla="*/ 18057 h 107234"/>
                <a:gd name="connsiteX8" fmla="*/ 45723 w 118084"/>
                <a:gd name="connsiteY8" fmla="*/ 66 h 107234"/>
                <a:gd name="connsiteX9" fmla="*/ 7547 w 118084"/>
                <a:gd name="connsiteY9" fmla="*/ 36521 h 107234"/>
                <a:gd name="connsiteX10" fmla="*/ 10392 w 118084"/>
                <a:gd name="connsiteY10" fmla="*/ 38888 h 107234"/>
                <a:gd name="connsiteX11" fmla="*/ 13475 w 118084"/>
                <a:gd name="connsiteY11" fmla="*/ 36284 h 107234"/>
                <a:gd name="connsiteX12" fmla="*/ 45248 w 118084"/>
                <a:gd name="connsiteY12" fmla="*/ 5274 h 107234"/>
                <a:gd name="connsiteX13" fmla="*/ 58053 w 118084"/>
                <a:gd name="connsiteY13" fmla="*/ 21134 h 107234"/>
                <a:gd name="connsiteX14" fmla="*/ 45248 w 118084"/>
                <a:gd name="connsiteY14" fmla="*/ 77474 h 107234"/>
                <a:gd name="connsiteX15" fmla="*/ 22722 w 118084"/>
                <a:gd name="connsiteY15" fmla="*/ 102093 h 107234"/>
                <a:gd name="connsiteX16" fmla="*/ 10866 w 118084"/>
                <a:gd name="connsiteY16" fmla="*/ 99015 h 107234"/>
                <a:gd name="connsiteX17" fmla="*/ 22011 w 118084"/>
                <a:gd name="connsiteY17" fmla="*/ 86232 h 107234"/>
                <a:gd name="connsiteX18" fmla="*/ 13237 w 118084"/>
                <a:gd name="connsiteY18" fmla="*/ 77947 h 107234"/>
                <a:gd name="connsiteX19" fmla="*/ 196 w 118084"/>
                <a:gd name="connsiteY19" fmla="*/ 91677 h 107234"/>
                <a:gd name="connsiteX20" fmla="*/ 22485 w 118084"/>
                <a:gd name="connsiteY20" fmla="*/ 107301 h 107234"/>
                <a:gd name="connsiteX21" fmla="*/ 47382 w 118084"/>
                <a:gd name="connsiteY21" fmla="*/ 89310 h 107234"/>
                <a:gd name="connsiteX22" fmla="*/ 72991 w 118084"/>
                <a:gd name="connsiteY22" fmla="*/ 107301 h 107234"/>
                <a:gd name="connsiteX23" fmla="*/ 110930 w 118084"/>
                <a:gd name="connsiteY23" fmla="*/ 70846 h 107234"/>
                <a:gd name="connsiteX24" fmla="*/ 108085 w 118084"/>
                <a:gd name="connsiteY24" fmla="*/ 68478 h 107234"/>
                <a:gd name="connsiteX25" fmla="*/ 105002 w 118084"/>
                <a:gd name="connsiteY25" fmla="*/ 71082 h 107234"/>
                <a:gd name="connsiteX26" fmla="*/ 73465 w 118084"/>
                <a:gd name="connsiteY26" fmla="*/ 102093 h 107234"/>
                <a:gd name="connsiteX27" fmla="*/ 60424 w 118084"/>
                <a:gd name="connsiteY27" fmla="*/ 86469 h 107234"/>
                <a:gd name="connsiteX28" fmla="*/ 64455 w 118084"/>
                <a:gd name="connsiteY28" fmla="*/ 65638 h 107234"/>
                <a:gd name="connsiteX29" fmla="*/ 72517 w 118084"/>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84" h="107234">
                  <a:moveTo>
                    <a:pt x="72517" y="33207"/>
                  </a:moveTo>
                  <a:cubicBezTo>
                    <a:pt x="73940" y="27052"/>
                    <a:pt x="79393" y="5274"/>
                    <a:pt x="95992" y="5274"/>
                  </a:cubicBezTo>
                  <a:cubicBezTo>
                    <a:pt x="97177" y="5274"/>
                    <a:pt x="102868" y="5274"/>
                    <a:pt x="107848" y="8351"/>
                  </a:cubicBezTo>
                  <a:cubicBezTo>
                    <a:pt x="101208" y="9535"/>
                    <a:pt x="96466" y="15453"/>
                    <a:pt x="96466" y="21134"/>
                  </a:cubicBezTo>
                  <a:cubicBezTo>
                    <a:pt x="96466" y="24922"/>
                    <a:pt x="99074" y="29420"/>
                    <a:pt x="105476" y="29420"/>
                  </a:cubicBezTo>
                  <a:cubicBezTo>
                    <a:pt x="110693" y="29420"/>
                    <a:pt x="118281" y="25159"/>
                    <a:pt x="118281" y="15690"/>
                  </a:cubicBezTo>
                  <a:cubicBezTo>
                    <a:pt x="118281" y="3380"/>
                    <a:pt x="104291" y="66"/>
                    <a:pt x="96229" y="66"/>
                  </a:cubicBezTo>
                  <a:cubicBezTo>
                    <a:pt x="82476" y="66"/>
                    <a:pt x="74177" y="12612"/>
                    <a:pt x="71331" y="18057"/>
                  </a:cubicBezTo>
                  <a:cubicBezTo>
                    <a:pt x="65403" y="2433"/>
                    <a:pt x="52599" y="66"/>
                    <a:pt x="45723" y="66"/>
                  </a:cubicBezTo>
                  <a:cubicBezTo>
                    <a:pt x="21062" y="66"/>
                    <a:pt x="7547" y="30603"/>
                    <a:pt x="7547" y="36521"/>
                  </a:cubicBezTo>
                  <a:cubicBezTo>
                    <a:pt x="7547" y="38888"/>
                    <a:pt x="9918" y="38888"/>
                    <a:pt x="10392" y="38888"/>
                  </a:cubicBezTo>
                  <a:cubicBezTo>
                    <a:pt x="12289" y="38888"/>
                    <a:pt x="13000" y="38415"/>
                    <a:pt x="13475" y="36284"/>
                  </a:cubicBezTo>
                  <a:cubicBezTo>
                    <a:pt x="21537" y="11192"/>
                    <a:pt x="37186" y="5274"/>
                    <a:pt x="45248" y="5274"/>
                  </a:cubicBezTo>
                  <a:cubicBezTo>
                    <a:pt x="49754" y="5274"/>
                    <a:pt x="58053" y="7405"/>
                    <a:pt x="58053" y="21134"/>
                  </a:cubicBezTo>
                  <a:cubicBezTo>
                    <a:pt x="58053" y="28473"/>
                    <a:pt x="54022" y="44333"/>
                    <a:pt x="45248" y="77474"/>
                  </a:cubicBezTo>
                  <a:cubicBezTo>
                    <a:pt x="41454" y="92151"/>
                    <a:pt x="33155" y="102093"/>
                    <a:pt x="22722" y="102093"/>
                  </a:cubicBezTo>
                  <a:cubicBezTo>
                    <a:pt x="21299" y="102093"/>
                    <a:pt x="15846" y="102093"/>
                    <a:pt x="10866" y="99015"/>
                  </a:cubicBezTo>
                  <a:cubicBezTo>
                    <a:pt x="16794" y="97832"/>
                    <a:pt x="22011" y="92861"/>
                    <a:pt x="22011" y="86232"/>
                  </a:cubicBezTo>
                  <a:cubicBezTo>
                    <a:pt x="22011" y="79841"/>
                    <a:pt x="16794" y="77947"/>
                    <a:pt x="13237" y="77947"/>
                  </a:cubicBezTo>
                  <a:cubicBezTo>
                    <a:pt x="6124" y="77947"/>
                    <a:pt x="196" y="84102"/>
                    <a:pt x="196" y="91677"/>
                  </a:cubicBezTo>
                  <a:cubicBezTo>
                    <a:pt x="196" y="102566"/>
                    <a:pt x="12052" y="107301"/>
                    <a:pt x="22485" y="107301"/>
                  </a:cubicBezTo>
                  <a:cubicBezTo>
                    <a:pt x="38135" y="107301"/>
                    <a:pt x="46671" y="90730"/>
                    <a:pt x="47382" y="89310"/>
                  </a:cubicBezTo>
                  <a:cubicBezTo>
                    <a:pt x="50228" y="98069"/>
                    <a:pt x="58764" y="107301"/>
                    <a:pt x="72991" y="107301"/>
                  </a:cubicBezTo>
                  <a:cubicBezTo>
                    <a:pt x="97414" y="107301"/>
                    <a:pt x="110930" y="76764"/>
                    <a:pt x="110930" y="70846"/>
                  </a:cubicBezTo>
                  <a:cubicBezTo>
                    <a:pt x="110930" y="68478"/>
                    <a:pt x="108796" y="68478"/>
                    <a:pt x="108085" y="68478"/>
                  </a:cubicBezTo>
                  <a:cubicBezTo>
                    <a:pt x="105951" y="68478"/>
                    <a:pt x="105476" y="69425"/>
                    <a:pt x="105002" y="71082"/>
                  </a:cubicBezTo>
                  <a:cubicBezTo>
                    <a:pt x="97177" y="96411"/>
                    <a:pt x="81053" y="102093"/>
                    <a:pt x="73465" y="102093"/>
                  </a:cubicBezTo>
                  <a:cubicBezTo>
                    <a:pt x="64218" y="102093"/>
                    <a:pt x="60424" y="94518"/>
                    <a:pt x="60424" y="86469"/>
                  </a:cubicBezTo>
                  <a:cubicBezTo>
                    <a:pt x="60424" y="81261"/>
                    <a:pt x="61847" y="76054"/>
                    <a:pt x="64455" y="65638"/>
                  </a:cubicBezTo>
                  <a:lnTo>
                    <a:pt x="7251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0" name="Freeform: Shape 119">
              <a:extLst>
                <a:ext uri="{FF2B5EF4-FFF2-40B4-BE49-F238E27FC236}">
                  <a16:creationId xmlns:a16="http://schemas.microsoft.com/office/drawing/2014/main" id="{0CFBAEFF-08FC-0828-831B-9207C653F698}"/>
                </a:ext>
              </a:extLst>
            </p:cNvPr>
            <p:cNvSpPr/>
            <p:nvPr>
              <p:custDataLst>
                <p:tags r:id="rId121"/>
              </p:custDataLst>
            </p:nvPr>
          </p:nvSpPr>
          <p:spPr>
            <a:xfrm>
              <a:off x="9790596" y="5996750"/>
              <a:ext cx="50292" cy="111518"/>
            </a:xfrm>
            <a:custGeom>
              <a:avLst/>
              <a:gdLst>
                <a:gd name="connsiteX0" fmla="*/ 46179 w 50292"/>
                <a:gd name="connsiteY0" fmla="*/ 6365 h 111518"/>
                <a:gd name="connsiteX1" fmla="*/ 39540 w 50292"/>
                <a:gd name="connsiteY1" fmla="*/ 68 h 111518"/>
                <a:gd name="connsiteX2" fmla="*/ 30244 w 50292"/>
                <a:gd name="connsiteY2" fmla="*/ 9181 h 111518"/>
                <a:gd name="connsiteX3" fmla="*/ 36884 w 50292"/>
                <a:gd name="connsiteY3" fmla="*/ 15478 h 111518"/>
                <a:gd name="connsiteX4" fmla="*/ 46179 w 50292"/>
                <a:gd name="connsiteY4" fmla="*/ 6365 h 111518"/>
                <a:gd name="connsiteX5" fmla="*/ 12318 w 50292"/>
                <a:gd name="connsiteY5" fmla="*/ 90542 h 111518"/>
                <a:gd name="connsiteX6" fmla="*/ 10825 w 50292"/>
                <a:gd name="connsiteY6" fmla="*/ 97502 h 111518"/>
                <a:gd name="connsiteX7" fmla="*/ 26593 w 50292"/>
                <a:gd name="connsiteY7" fmla="*/ 111587 h 111518"/>
                <a:gd name="connsiteX8" fmla="*/ 50494 w 50292"/>
                <a:gd name="connsiteY8" fmla="*/ 86234 h 111518"/>
                <a:gd name="connsiteX9" fmla="*/ 47839 w 50292"/>
                <a:gd name="connsiteY9" fmla="*/ 84080 h 111518"/>
                <a:gd name="connsiteX10" fmla="*/ 44685 w 50292"/>
                <a:gd name="connsiteY10" fmla="*/ 86897 h 111518"/>
                <a:gd name="connsiteX11" fmla="*/ 27091 w 50292"/>
                <a:gd name="connsiteY11" fmla="*/ 106947 h 111518"/>
                <a:gd name="connsiteX12" fmla="*/ 22941 w 50292"/>
                <a:gd name="connsiteY12" fmla="*/ 101147 h 111518"/>
                <a:gd name="connsiteX13" fmla="*/ 25597 w 50292"/>
                <a:gd name="connsiteY13" fmla="*/ 90542 h 111518"/>
                <a:gd name="connsiteX14" fmla="*/ 30908 w 50292"/>
                <a:gd name="connsiteY14" fmla="*/ 77286 h 111518"/>
                <a:gd name="connsiteX15" fmla="*/ 39042 w 50292"/>
                <a:gd name="connsiteY15" fmla="*/ 56242 h 111518"/>
                <a:gd name="connsiteX16" fmla="*/ 40037 w 50292"/>
                <a:gd name="connsiteY16" fmla="*/ 50939 h 111518"/>
                <a:gd name="connsiteX17" fmla="*/ 24269 w 50292"/>
                <a:gd name="connsiteY17" fmla="*/ 36854 h 111518"/>
                <a:gd name="connsiteX18" fmla="*/ 202 w 50292"/>
                <a:gd name="connsiteY18" fmla="*/ 62207 h 111518"/>
                <a:gd name="connsiteX19" fmla="*/ 3023 w 50292"/>
                <a:gd name="connsiteY19" fmla="*/ 64361 h 111518"/>
                <a:gd name="connsiteX20" fmla="*/ 6011 w 50292"/>
                <a:gd name="connsiteY20" fmla="*/ 61710 h 111518"/>
                <a:gd name="connsiteX21" fmla="*/ 23771 w 50292"/>
                <a:gd name="connsiteY21" fmla="*/ 41494 h 111518"/>
                <a:gd name="connsiteX22" fmla="*/ 27921 w 50292"/>
                <a:gd name="connsiteY22" fmla="*/ 47293 h 111518"/>
                <a:gd name="connsiteX23" fmla="*/ 22775 w 50292"/>
                <a:gd name="connsiteY23" fmla="*/ 63864 h 111518"/>
                <a:gd name="connsiteX24" fmla="*/ 12318 w 50292"/>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179" y="6365"/>
                  </a:moveTo>
                  <a:cubicBezTo>
                    <a:pt x="46179" y="3713"/>
                    <a:pt x="44187" y="68"/>
                    <a:pt x="39540" y="68"/>
                  </a:cubicBezTo>
                  <a:cubicBezTo>
                    <a:pt x="35058" y="68"/>
                    <a:pt x="30244" y="4376"/>
                    <a:pt x="30244" y="9181"/>
                  </a:cubicBezTo>
                  <a:cubicBezTo>
                    <a:pt x="30244" y="11998"/>
                    <a:pt x="32402" y="15478"/>
                    <a:pt x="36884" y="15478"/>
                  </a:cubicBezTo>
                  <a:cubicBezTo>
                    <a:pt x="41697" y="15478"/>
                    <a:pt x="46179" y="10839"/>
                    <a:pt x="46179" y="6365"/>
                  </a:cubicBezTo>
                  <a:close/>
                  <a:moveTo>
                    <a:pt x="12318" y="90542"/>
                  </a:moveTo>
                  <a:cubicBezTo>
                    <a:pt x="11654" y="92696"/>
                    <a:pt x="10825" y="94685"/>
                    <a:pt x="10825" y="97502"/>
                  </a:cubicBezTo>
                  <a:cubicBezTo>
                    <a:pt x="10825" y="105290"/>
                    <a:pt x="17464" y="111587"/>
                    <a:pt x="26593" y="111587"/>
                  </a:cubicBezTo>
                  <a:cubicBezTo>
                    <a:pt x="43191" y="111587"/>
                    <a:pt x="50494" y="88720"/>
                    <a:pt x="50494" y="86234"/>
                  </a:cubicBezTo>
                  <a:cubicBezTo>
                    <a:pt x="50494" y="84080"/>
                    <a:pt x="48337" y="84080"/>
                    <a:pt x="47839" y="84080"/>
                  </a:cubicBezTo>
                  <a:cubicBezTo>
                    <a:pt x="45515" y="84080"/>
                    <a:pt x="45349" y="85074"/>
                    <a:pt x="44685" y="86897"/>
                  </a:cubicBezTo>
                  <a:cubicBezTo>
                    <a:pt x="40867" y="100153"/>
                    <a:pt x="33564" y="106947"/>
                    <a:pt x="27091" y="106947"/>
                  </a:cubicBezTo>
                  <a:cubicBezTo>
                    <a:pt x="23771" y="106947"/>
                    <a:pt x="22941" y="104793"/>
                    <a:pt x="22941" y="101147"/>
                  </a:cubicBezTo>
                  <a:cubicBezTo>
                    <a:pt x="22941" y="97336"/>
                    <a:pt x="24103" y="94188"/>
                    <a:pt x="25597" y="90542"/>
                  </a:cubicBezTo>
                  <a:cubicBezTo>
                    <a:pt x="27257" y="86068"/>
                    <a:pt x="29083" y="81594"/>
                    <a:pt x="30908" y="77286"/>
                  </a:cubicBezTo>
                  <a:cubicBezTo>
                    <a:pt x="32402" y="73309"/>
                    <a:pt x="38378" y="58230"/>
                    <a:pt x="39042" y="56242"/>
                  </a:cubicBezTo>
                  <a:cubicBezTo>
                    <a:pt x="39540" y="54584"/>
                    <a:pt x="40037" y="52596"/>
                    <a:pt x="40037" y="50939"/>
                  </a:cubicBezTo>
                  <a:cubicBezTo>
                    <a:pt x="40037" y="43151"/>
                    <a:pt x="33398" y="36854"/>
                    <a:pt x="24269" y="36854"/>
                  </a:cubicBezTo>
                  <a:cubicBezTo>
                    <a:pt x="7837" y="36854"/>
                    <a:pt x="202" y="59390"/>
                    <a:pt x="202" y="62207"/>
                  </a:cubicBezTo>
                  <a:cubicBezTo>
                    <a:pt x="202" y="64361"/>
                    <a:pt x="2525" y="64361"/>
                    <a:pt x="3023" y="64361"/>
                  </a:cubicBezTo>
                  <a:cubicBezTo>
                    <a:pt x="5347" y="64361"/>
                    <a:pt x="5513" y="63533"/>
                    <a:pt x="6011" y="61710"/>
                  </a:cubicBezTo>
                  <a:cubicBezTo>
                    <a:pt x="10327" y="47459"/>
                    <a:pt x="17630" y="41494"/>
                    <a:pt x="23771" y="41494"/>
                  </a:cubicBezTo>
                  <a:cubicBezTo>
                    <a:pt x="26427" y="41494"/>
                    <a:pt x="27921" y="42819"/>
                    <a:pt x="27921" y="47293"/>
                  </a:cubicBezTo>
                  <a:cubicBezTo>
                    <a:pt x="27921" y="51105"/>
                    <a:pt x="26925" y="53590"/>
                    <a:pt x="22775" y="63864"/>
                  </a:cubicBezTo>
                  <a:lnTo>
                    <a:pt x="12318"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1" name="Freeform: Shape 120">
              <a:extLst>
                <a:ext uri="{FF2B5EF4-FFF2-40B4-BE49-F238E27FC236}">
                  <a16:creationId xmlns:a16="http://schemas.microsoft.com/office/drawing/2014/main" id="{7F69B150-D9A3-1757-DA69-BD4462EDC5CA}"/>
                </a:ext>
              </a:extLst>
            </p:cNvPr>
            <p:cNvSpPr/>
            <p:nvPr>
              <p:custDataLst>
                <p:tags r:id="rId122"/>
              </p:custDataLst>
            </p:nvPr>
          </p:nvSpPr>
          <p:spPr>
            <a:xfrm>
              <a:off x="9875254" y="5893564"/>
              <a:ext cx="55011" cy="236720"/>
            </a:xfrm>
            <a:custGeom>
              <a:avLst/>
              <a:gdLst>
                <a:gd name="connsiteX0" fmla="*/ 55216 w 55011"/>
                <a:gd name="connsiteY0" fmla="*/ 118426 h 236720"/>
                <a:gd name="connsiteX1" fmla="*/ 39567 w 55011"/>
                <a:gd name="connsiteY1" fmla="*/ 44570 h 236720"/>
                <a:gd name="connsiteX2" fmla="*/ 2576 w 55011"/>
                <a:gd name="connsiteY2" fmla="*/ 66 h 236720"/>
                <a:gd name="connsiteX3" fmla="*/ 205 w 55011"/>
                <a:gd name="connsiteY3" fmla="*/ 2433 h 236720"/>
                <a:gd name="connsiteX4" fmla="*/ 4710 w 55011"/>
                <a:gd name="connsiteY4" fmla="*/ 7878 h 236720"/>
                <a:gd name="connsiteX5" fmla="*/ 41463 w 55011"/>
                <a:gd name="connsiteY5" fmla="*/ 118426 h 236720"/>
                <a:gd name="connsiteX6" fmla="*/ 3288 w 55011"/>
                <a:gd name="connsiteY6" fmla="*/ 230395 h 236720"/>
                <a:gd name="connsiteX7" fmla="*/ 205 w 55011"/>
                <a:gd name="connsiteY7" fmla="*/ 234419 h 236720"/>
                <a:gd name="connsiteX8" fmla="*/ 2576 w 55011"/>
                <a:gd name="connsiteY8" fmla="*/ 236787 h 236720"/>
                <a:gd name="connsiteX9" fmla="*/ 40278 w 55011"/>
                <a:gd name="connsiteY9" fmla="*/ 190626 h 236720"/>
                <a:gd name="connsiteX10" fmla="*/ 55216 w 55011"/>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216" y="118426"/>
                  </a:moveTo>
                  <a:cubicBezTo>
                    <a:pt x="55216" y="99962"/>
                    <a:pt x="52608" y="71319"/>
                    <a:pt x="39567" y="44570"/>
                  </a:cubicBezTo>
                  <a:cubicBezTo>
                    <a:pt x="25339" y="15453"/>
                    <a:pt x="4947" y="66"/>
                    <a:pt x="2576" y="66"/>
                  </a:cubicBezTo>
                  <a:cubicBezTo>
                    <a:pt x="1153" y="66"/>
                    <a:pt x="205" y="1013"/>
                    <a:pt x="205" y="2433"/>
                  </a:cubicBezTo>
                  <a:cubicBezTo>
                    <a:pt x="205" y="3144"/>
                    <a:pt x="205" y="3617"/>
                    <a:pt x="4710" y="7878"/>
                  </a:cubicBezTo>
                  <a:cubicBezTo>
                    <a:pt x="27948" y="31313"/>
                    <a:pt x="41463" y="68952"/>
                    <a:pt x="41463" y="118426"/>
                  </a:cubicBezTo>
                  <a:cubicBezTo>
                    <a:pt x="41463" y="158906"/>
                    <a:pt x="32690" y="200568"/>
                    <a:pt x="3288" y="230395"/>
                  </a:cubicBezTo>
                  <a:cubicBezTo>
                    <a:pt x="205" y="233236"/>
                    <a:pt x="205" y="233709"/>
                    <a:pt x="205" y="234419"/>
                  </a:cubicBezTo>
                  <a:cubicBezTo>
                    <a:pt x="205" y="235840"/>
                    <a:pt x="1153" y="236787"/>
                    <a:pt x="2576" y="236787"/>
                  </a:cubicBezTo>
                  <a:cubicBezTo>
                    <a:pt x="4947" y="236787"/>
                    <a:pt x="26288" y="220690"/>
                    <a:pt x="40278" y="190626"/>
                  </a:cubicBezTo>
                  <a:cubicBezTo>
                    <a:pt x="52371" y="164587"/>
                    <a:pt x="55216" y="138311"/>
                    <a:pt x="55216"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2" name="Freeform: Shape 121">
              <a:extLst>
                <a:ext uri="{FF2B5EF4-FFF2-40B4-BE49-F238E27FC236}">
                  <a16:creationId xmlns:a16="http://schemas.microsoft.com/office/drawing/2014/main" id="{1CD32CF7-10A6-A44A-9C7A-EBE5CC8129A1}"/>
                </a:ext>
              </a:extLst>
            </p:cNvPr>
            <p:cNvSpPr/>
            <p:nvPr>
              <p:custDataLst>
                <p:tags r:id="rId123"/>
              </p:custDataLst>
            </p:nvPr>
          </p:nvSpPr>
          <p:spPr>
            <a:xfrm>
              <a:off x="10033095" y="5984228"/>
              <a:ext cx="157683" cy="55392"/>
            </a:xfrm>
            <a:custGeom>
              <a:avLst/>
              <a:gdLst>
                <a:gd name="connsiteX0" fmla="*/ 149833 w 157683"/>
                <a:gd name="connsiteY0" fmla="*/ 9535 h 55392"/>
                <a:gd name="connsiteX1" fmla="*/ 157895 w 157683"/>
                <a:gd name="connsiteY1" fmla="*/ 4801 h 55392"/>
                <a:gd name="connsiteX2" fmla="*/ 150070 w 157683"/>
                <a:gd name="connsiteY2" fmla="*/ 66 h 55392"/>
                <a:gd name="connsiteX3" fmla="*/ 8036 w 157683"/>
                <a:gd name="connsiteY3" fmla="*/ 66 h 55392"/>
                <a:gd name="connsiteX4" fmla="*/ 212 w 157683"/>
                <a:gd name="connsiteY4" fmla="*/ 4801 h 55392"/>
                <a:gd name="connsiteX5" fmla="*/ 8274 w 157683"/>
                <a:gd name="connsiteY5" fmla="*/ 9535 h 55392"/>
                <a:gd name="connsiteX6" fmla="*/ 149833 w 157683"/>
                <a:gd name="connsiteY6" fmla="*/ 9535 h 55392"/>
                <a:gd name="connsiteX7" fmla="*/ 150070 w 157683"/>
                <a:gd name="connsiteY7" fmla="*/ 55459 h 55392"/>
                <a:gd name="connsiteX8" fmla="*/ 157895 w 157683"/>
                <a:gd name="connsiteY8" fmla="*/ 50724 h 55392"/>
                <a:gd name="connsiteX9" fmla="*/ 149833 w 157683"/>
                <a:gd name="connsiteY9" fmla="*/ 45990 h 55392"/>
                <a:gd name="connsiteX10" fmla="*/ 8274 w 157683"/>
                <a:gd name="connsiteY10" fmla="*/ 45990 h 55392"/>
                <a:gd name="connsiteX11" fmla="*/ 212 w 157683"/>
                <a:gd name="connsiteY11" fmla="*/ 50724 h 55392"/>
                <a:gd name="connsiteX12" fmla="*/ 8036 w 157683"/>
                <a:gd name="connsiteY12" fmla="*/ 55459 h 55392"/>
                <a:gd name="connsiteX13" fmla="*/ 150070 w 157683"/>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683" h="55392">
                  <a:moveTo>
                    <a:pt x="149833" y="9535"/>
                  </a:moveTo>
                  <a:cubicBezTo>
                    <a:pt x="153390" y="9535"/>
                    <a:pt x="157895" y="9535"/>
                    <a:pt x="157895" y="4801"/>
                  </a:cubicBezTo>
                  <a:cubicBezTo>
                    <a:pt x="157895" y="66"/>
                    <a:pt x="153390" y="66"/>
                    <a:pt x="150070" y="66"/>
                  </a:cubicBezTo>
                  <a:lnTo>
                    <a:pt x="8036" y="66"/>
                  </a:lnTo>
                  <a:cubicBezTo>
                    <a:pt x="4717" y="66"/>
                    <a:pt x="212" y="66"/>
                    <a:pt x="212" y="4801"/>
                  </a:cubicBezTo>
                  <a:cubicBezTo>
                    <a:pt x="212" y="9535"/>
                    <a:pt x="4717" y="9535"/>
                    <a:pt x="8274" y="9535"/>
                  </a:cubicBezTo>
                  <a:lnTo>
                    <a:pt x="149833" y="9535"/>
                  </a:lnTo>
                  <a:close/>
                  <a:moveTo>
                    <a:pt x="150070" y="55459"/>
                  </a:moveTo>
                  <a:cubicBezTo>
                    <a:pt x="153390" y="55459"/>
                    <a:pt x="157895" y="55459"/>
                    <a:pt x="157895" y="50724"/>
                  </a:cubicBezTo>
                  <a:cubicBezTo>
                    <a:pt x="157895" y="45990"/>
                    <a:pt x="153390" y="45990"/>
                    <a:pt x="149833" y="45990"/>
                  </a:cubicBezTo>
                  <a:lnTo>
                    <a:pt x="8274" y="45990"/>
                  </a:lnTo>
                  <a:cubicBezTo>
                    <a:pt x="4717" y="45990"/>
                    <a:pt x="212" y="45990"/>
                    <a:pt x="212" y="50724"/>
                  </a:cubicBezTo>
                  <a:cubicBezTo>
                    <a:pt x="212" y="55459"/>
                    <a:pt x="4717" y="55459"/>
                    <a:pt x="8036" y="55459"/>
                  </a:cubicBezTo>
                  <a:lnTo>
                    <a:pt x="150070"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3" name="Freeform: Shape 122">
              <a:extLst>
                <a:ext uri="{FF2B5EF4-FFF2-40B4-BE49-F238E27FC236}">
                  <a16:creationId xmlns:a16="http://schemas.microsoft.com/office/drawing/2014/main" id="{12A21633-66F0-61EC-283E-73E80D199768}"/>
                </a:ext>
              </a:extLst>
            </p:cNvPr>
            <p:cNvSpPr/>
            <p:nvPr>
              <p:custDataLst>
                <p:tags r:id="rId124"/>
              </p:custDataLst>
            </p:nvPr>
          </p:nvSpPr>
          <p:spPr>
            <a:xfrm>
              <a:off x="10279354" y="5913448"/>
              <a:ext cx="99826" cy="162863"/>
            </a:xfrm>
            <a:custGeom>
              <a:avLst/>
              <a:gdLst>
                <a:gd name="connsiteX0" fmla="*/ 100049 w 99826"/>
                <a:gd name="connsiteY0" fmla="*/ 81972 h 162863"/>
                <a:gd name="connsiteX1" fmla="*/ 90564 w 99826"/>
                <a:gd name="connsiteY1" fmla="*/ 26579 h 162863"/>
                <a:gd name="connsiteX2" fmla="*/ 50254 w 99826"/>
                <a:gd name="connsiteY2" fmla="*/ 66 h 162863"/>
                <a:gd name="connsiteX3" fmla="*/ 8995 w 99826"/>
                <a:gd name="connsiteY3" fmla="*/ 28236 h 162863"/>
                <a:gd name="connsiteX4" fmla="*/ 222 w 99826"/>
                <a:gd name="connsiteY4" fmla="*/ 81972 h 162863"/>
                <a:gd name="connsiteX5" fmla="*/ 10892 w 99826"/>
                <a:gd name="connsiteY5" fmla="*/ 139021 h 162863"/>
                <a:gd name="connsiteX6" fmla="*/ 50017 w 99826"/>
                <a:gd name="connsiteY6" fmla="*/ 162930 h 162863"/>
                <a:gd name="connsiteX7" fmla="*/ 91275 w 99826"/>
                <a:gd name="connsiteY7" fmla="*/ 135470 h 162863"/>
                <a:gd name="connsiteX8" fmla="*/ 100049 w 99826"/>
                <a:gd name="connsiteY8" fmla="*/ 81972 h 162863"/>
                <a:gd name="connsiteX9" fmla="*/ 50017 w 99826"/>
                <a:gd name="connsiteY9" fmla="*/ 157722 h 162863"/>
                <a:gd name="connsiteX10" fmla="*/ 22511 w 99826"/>
                <a:gd name="connsiteY10" fmla="*/ 129079 h 162863"/>
                <a:gd name="connsiteX11" fmla="*/ 19903 w 99826"/>
                <a:gd name="connsiteY11" fmla="*/ 79131 h 162863"/>
                <a:gd name="connsiteX12" fmla="*/ 21800 w 99826"/>
                <a:gd name="connsiteY12" fmla="*/ 35574 h 162863"/>
                <a:gd name="connsiteX13" fmla="*/ 50017 w 99826"/>
                <a:gd name="connsiteY13" fmla="*/ 5274 h 162863"/>
                <a:gd name="connsiteX14" fmla="*/ 77997 w 99826"/>
                <a:gd name="connsiteY14" fmla="*/ 32970 h 162863"/>
                <a:gd name="connsiteX15" fmla="*/ 80368 w 99826"/>
                <a:gd name="connsiteY15" fmla="*/ 79131 h 162863"/>
                <a:gd name="connsiteX16" fmla="*/ 77760 w 99826"/>
                <a:gd name="connsiteY16" fmla="*/ 128132 h 162863"/>
                <a:gd name="connsiteX17" fmla="*/ 50017 w 99826"/>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826" h="162863">
                  <a:moveTo>
                    <a:pt x="100049" y="81972"/>
                  </a:moveTo>
                  <a:cubicBezTo>
                    <a:pt x="100049" y="63034"/>
                    <a:pt x="98863" y="44096"/>
                    <a:pt x="90564" y="26579"/>
                  </a:cubicBezTo>
                  <a:cubicBezTo>
                    <a:pt x="79657" y="3854"/>
                    <a:pt x="60213" y="66"/>
                    <a:pt x="50254" y="66"/>
                  </a:cubicBezTo>
                  <a:cubicBezTo>
                    <a:pt x="36027" y="66"/>
                    <a:pt x="18717" y="6221"/>
                    <a:pt x="8995" y="28236"/>
                  </a:cubicBezTo>
                  <a:cubicBezTo>
                    <a:pt x="1408" y="44570"/>
                    <a:pt x="222" y="63034"/>
                    <a:pt x="222" y="81972"/>
                  </a:cubicBezTo>
                  <a:cubicBezTo>
                    <a:pt x="222" y="99726"/>
                    <a:pt x="1171" y="121030"/>
                    <a:pt x="10892" y="139021"/>
                  </a:cubicBezTo>
                  <a:cubicBezTo>
                    <a:pt x="21088" y="158195"/>
                    <a:pt x="38398" y="162930"/>
                    <a:pt x="50017" y="162930"/>
                  </a:cubicBezTo>
                  <a:cubicBezTo>
                    <a:pt x="62821" y="162930"/>
                    <a:pt x="80842" y="157959"/>
                    <a:pt x="91275" y="135470"/>
                  </a:cubicBezTo>
                  <a:cubicBezTo>
                    <a:pt x="98863" y="119137"/>
                    <a:pt x="100049" y="100672"/>
                    <a:pt x="100049" y="81972"/>
                  </a:cubicBezTo>
                  <a:close/>
                  <a:moveTo>
                    <a:pt x="50017" y="157722"/>
                  </a:moveTo>
                  <a:cubicBezTo>
                    <a:pt x="40769" y="157722"/>
                    <a:pt x="26779" y="151804"/>
                    <a:pt x="22511" y="129079"/>
                  </a:cubicBezTo>
                  <a:cubicBezTo>
                    <a:pt x="19903" y="114876"/>
                    <a:pt x="19903" y="93097"/>
                    <a:pt x="19903" y="79131"/>
                  </a:cubicBezTo>
                  <a:cubicBezTo>
                    <a:pt x="19903" y="63981"/>
                    <a:pt x="19903" y="48357"/>
                    <a:pt x="21800" y="35574"/>
                  </a:cubicBezTo>
                  <a:cubicBezTo>
                    <a:pt x="26305" y="7405"/>
                    <a:pt x="44089" y="5274"/>
                    <a:pt x="50017" y="5274"/>
                  </a:cubicBezTo>
                  <a:cubicBezTo>
                    <a:pt x="57842" y="5274"/>
                    <a:pt x="73492" y="9535"/>
                    <a:pt x="77997" y="32970"/>
                  </a:cubicBezTo>
                  <a:cubicBezTo>
                    <a:pt x="80368" y="46227"/>
                    <a:pt x="80368" y="64217"/>
                    <a:pt x="80368" y="79131"/>
                  </a:cubicBezTo>
                  <a:cubicBezTo>
                    <a:pt x="80368" y="96885"/>
                    <a:pt x="80368" y="112982"/>
                    <a:pt x="77760" y="128132"/>
                  </a:cubicBezTo>
                  <a:cubicBezTo>
                    <a:pt x="74203" y="150620"/>
                    <a:pt x="60687" y="157722"/>
                    <a:pt x="50017"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124" name="Group 123">
            <a:extLst>
              <a:ext uri="{FF2B5EF4-FFF2-40B4-BE49-F238E27FC236}">
                <a16:creationId xmlns:a16="http://schemas.microsoft.com/office/drawing/2014/main" id="{200844D8-E2EE-7E6C-9C61-420F9E6D6EAA}"/>
              </a:ext>
            </a:extLst>
          </p:cNvPr>
          <p:cNvGrpSpPr>
            <a:grpSpLocks noChangeAspect="1"/>
          </p:cNvGrpSpPr>
          <p:nvPr>
            <p:custDataLst>
              <p:tags r:id="rId9"/>
            </p:custDataLst>
          </p:nvPr>
        </p:nvGrpSpPr>
        <p:grpSpPr>
          <a:xfrm>
            <a:off x="4284461" y="5086385"/>
            <a:ext cx="3541274" cy="507899"/>
            <a:chOff x="6852420" y="6442817"/>
            <a:chExt cx="3541274" cy="507899"/>
          </a:xfrm>
        </p:grpSpPr>
        <p:sp>
          <p:nvSpPr>
            <p:cNvPr id="125" name="Freeform: Shape 124">
              <a:extLst>
                <a:ext uri="{FF2B5EF4-FFF2-40B4-BE49-F238E27FC236}">
                  <a16:creationId xmlns:a16="http://schemas.microsoft.com/office/drawing/2014/main" id="{F90F013F-9450-D20A-3AFE-73E14CFC743B}"/>
                </a:ext>
              </a:extLst>
            </p:cNvPr>
            <p:cNvSpPr/>
            <p:nvPr>
              <p:custDataLst>
                <p:tags r:id="rId51"/>
              </p:custDataLst>
            </p:nvPr>
          </p:nvSpPr>
          <p:spPr>
            <a:xfrm>
              <a:off x="6881861" y="6537546"/>
              <a:ext cx="60417" cy="110027"/>
            </a:xfrm>
            <a:custGeom>
              <a:avLst/>
              <a:gdLst>
                <a:gd name="connsiteX0" fmla="*/ 37590 w 60417"/>
                <a:gd name="connsiteY0" fmla="*/ 4702 h 110027"/>
                <a:gd name="connsiteX1" fmla="*/ 32611 w 60417"/>
                <a:gd name="connsiteY1" fmla="*/ 62 h 110027"/>
                <a:gd name="connsiteX2" fmla="*/ 78 w 60417"/>
                <a:gd name="connsiteY2" fmla="*/ 10667 h 110027"/>
                <a:gd name="connsiteX3" fmla="*/ 78 w 60417"/>
                <a:gd name="connsiteY3" fmla="*/ 16633 h 110027"/>
                <a:gd name="connsiteX4" fmla="*/ 24146 w 60417"/>
                <a:gd name="connsiteY4" fmla="*/ 11993 h 110027"/>
                <a:gd name="connsiteX5" fmla="*/ 24146 w 60417"/>
                <a:gd name="connsiteY5" fmla="*/ 96502 h 110027"/>
                <a:gd name="connsiteX6" fmla="*/ 7548 w 60417"/>
                <a:gd name="connsiteY6" fmla="*/ 104125 h 110027"/>
                <a:gd name="connsiteX7" fmla="*/ 1240 w 60417"/>
                <a:gd name="connsiteY7" fmla="*/ 104125 h 110027"/>
                <a:gd name="connsiteX8" fmla="*/ 1240 w 60417"/>
                <a:gd name="connsiteY8" fmla="*/ 110090 h 110027"/>
                <a:gd name="connsiteX9" fmla="*/ 30785 w 60417"/>
                <a:gd name="connsiteY9" fmla="*/ 109427 h 110027"/>
                <a:gd name="connsiteX10" fmla="*/ 60496 w 60417"/>
                <a:gd name="connsiteY10" fmla="*/ 110090 h 110027"/>
                <a:gd name="connsiteX11" fmla="*/ 60496 w 60417"/>
                <a:gd name="connsiteY11" fmla="*/ 104125 h 110027"/>
                <a:gd name="connsiteX12" fmla="*/ 54189 w 60417"/>
                <a:gd name="connsiteY12" fmla="*/ 104125 h 110027"/>
                <a:gd name="connsiteX13" fmla="*/ 37590 w 60417"/>
                <a:gd name="connsiteY13" fmla="*/ 96502 h 110027"/>
                <a:gd name="connsiteX14" fmla="*/ 37590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590" y="4702"/>
                  </a:moveTo>
                  <a:cubicBezTo>
                    <a:pt x="37590" y="228"/>
                    <a:pt x="37258" y="62"/>
                    <a:pt x="32611" y="62"/>
                  </a:cubicBezTo>
                  <a:cubicBezTo>
                    <a:pt x="21988" y="10502"/>
                    <a:pt x="6884" y="10667"/>
                    <a:pt x="78" y="10667"/>
                  </a:cubicBezTo>
                  <a:lnTo>
                    <a:pt x="78" y="16633"/>
                  </a:lnTo>
                  <a:cubicBezTo>
                    <a:pt x="4062" y="16633"/>
                    <a:pt x="15017" y="16633"/>
                    <a:pt x="24146" y="11993"/>
                  </a:cubicBezTo>
                  <a:lnTo>
                    <a:pt x="24146" y="96502"/>
                  </a:lnTo>
                  <a:cubicBezTo>
                    <a:pt x="24146" y="101970"/>
                    <a:pt x="24146" y="104125"/>
                    <a:pt x="7548" y="104125"/>
                  </a:cubicBezTo>
                  <a:lnTo>
                    <a:pt x="1240" y="104125"/>
                  </a:lnTo>
                  <a:lnTo>
                    <a:pt x="1240" y="110090"/>
                  </a:lnTo>
                  <a:cubicBezTo>
                    <a:pt x="4228" y="109924"/>
                    <a:pt x="24644" y="109427"/>
                    <a:pt x="30785" y="109427"/>
                  </a:cubicBezTo>
                  <a:cubicBezTo>
                    <a:pt x="35931" y="109427"/>
                    <a:pt x="56844" y="109924"/>
                    <a:pt x="60496" y="110090"/>
                  </a:cubicBezTo>
                  <a:lnTo>
                    <a:pt x="60496" y="104125"/>
                  </a:lnTo>
                  <a:lnTo>
                    <a:pt x="54189" y="104125"/>
                  </a:lnTo>
                  <a:cubicBezTo>
                    <a:pt x="37590" y="104125"/>
                    <a:pt x="37590" y="101970"/>
                    <a:pt x="37590" y="96502"/>
                  </a:cubicBezTo>
                  <a:lnTo>
                    <a:pt x="37590"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7" name="Freeform: Shape 126">
              <a:extLst>
                <a:ext uri="{FF2B5EF4-FFF2-40B4-BE49-F238E27FC236}">
                  <a16:creationId xmlns:a16="http://schemas.microsoft.com/office/drawing/2014/main" id="{77FD4584-7FCA-01E8-E777-7A02BA581735}"/>
                </a:ext>
              </a:extLst>
            </p:cNvPr>
            <p:cNvSpPr/>
            <p:nvPr>
              <p:custDataLst>
                <p:tags r:id="rId52"/>
              </p:custDataLst>
            </p:nvPr>
          </p:nvSpPr>
          <p:spPr>
            <a:xfrm>
              <a:off x="6852420" y="6676863"/>
              <a:ext cx="117215" cy="9468"/>
            </a:xfrm>
            <a:custGeom>
              <a:avLst/>
              <a:gdLst>
                <a:gd name="connsiteX0" fmla="*/ 0 w 117215"/>
                <a:gd name="connsiteY0" fmla="*/ 0 h 9468"/>
                <a:gd name="connsiteX1" fmla="*/ 117215 w 117215"/>
                <a:gd name="connsiteY1" fmla="*/ 0 h 9468"/>
                <a:gd name="connsiteX2" fmla="*/ 117215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5" y="0"/>
                  </a:lnTo>
                  <a:lnTo>
                    <a:pt x="11721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6" name="Freeform: Shape 255">
              <a:extLst>
                <a:ext uri="{FF2B5EF4-FFF2-40B4-BE49-F238E27FC236}">
                  <a16:creationId xmlns:a16="http://schemas.microsoft.com/office/drawing/2014/main" id="{D25C585F-DB65-BEEF-3763-6BDF7F16F2B6}"/>
                </a:ext>
              </a:extLst>
            </p:cNvPr>
            <p:cNvSpPr/>
            <p:nvPr>
              <p:custDataLst>
                <p:tags r:id="rId53"/>
              </p:custDataLst>
            </p:nvPr>
          </p:nvSpPr>
          <p:spPr>
            <a:xfrm>
              <a:off x="6860221" y="6749333"/>
              <a:ext cx="101415" cy="74732"/>
            </a:xfrm>
            <a:custGeom>
              <a:avLst/>
              <a:gdLst>
                <a:gd name="connsiteX0" fmla="*/ 12527 w 101415"/>
                <a:gd name="connsiteY0" fmla="*/ 62706 h 74732"/>
                <a:gd name="connsiteX1" fmla="*/ 10867 w 101415"/>
                <a:gd name="connsiteY1" fmla="*/ 69500 h 74732"/>
                <a:gd name="connsiteX2" fmla="*/ 16510 w 101415"/>
                <a:gd name="connsiteY2" fmla="*/ 74802 h 74732"/>
                <a:gd name="connsiteX3" fmla="*/ 22984 w 101415"/>
                <a:gd name="connsiteY3" fmla="*/ 71157 h 74732"/>
                <a:gd name="connsiteX4" fmla="*/ 25971 w 101415"/>
                <a:gd name="connsiteY4" fmla="*/ 60883 h 74732"/>
                <a:gd name="connsiteX5" fmla="*/ 29623 w 101415"/>
                <a:gd name="connsiteY5" fmla="*/ 45970 h 74732"/>
                <a:gd name="connsiteX6" fmla="*/ 32445 w 101415"/>
                <a:gd name="connsiteY6" fmla="*/ 34868 h 74732"/>
                <a:gd name="connsiteX7" fmla="*/ 39416 w 101415"/>
                <a:gd name="connsiteY7" fmla="*/ 19954 h 74732"/>
                <a:gd name="connsiteX8" fmla="*/ 64313 w 101415"/>
                <a:gd name="connsiteY8" fmla="*/ 4709 h 74732"/>
                <a:gd name="connsiteX9" fmla="*/ 74106 w 101415"/>
                <a:gd name="connsiteY9" fmla="*/ 16309 h 74732"/>
                <a:gd name="connsiteX10" fmla="*/ 64313 w 101415"/>
                <a:gd name="connsiteY10" fmla="*/ 51604 h 74732"/>
                <a:gd name="connsiteX11" fmla="*/ 61823 w 101415"/>
                <a:gd name="connsiteY11" fmla="*/ 60552 h 74732"/>
                <a:gd name="connsiteX12" fmla="*/ 77592 w 101415"/>
                <a:gd name="connsiteY12" fmla="*/ 74802 h 74732"/>
                <a:gd name="connsiteX13" fmla="*/ 101493 w 101415"/>
                <a:gd name="connsiteY13" fmla="*/ 49450 h 74732"/>
                <a:gd name="connsiteX14" fmla="*/ 98838 w 101415"/>
                <a:gd name="connsiteY14" fmla="*/ 47295 h 74732"/>
                <a:gd name="connsiteX15" fmla="*/ 95684 w 101415"/>
                <a:gd name="connsiteY15" fmla="*/ 50112 h 74732"/>
                <a:gd name="connsiteX16" fmla="*/ 78090 w 101415"/>
                <a:gd name="connsiteY16" fmla="*/ 70163 h 74732"/>
                <a:gd name="connsiteX17" fmla="*/ 73940 w 101415"/>
                <a:gd name="connsiteY17" fmla="*/ 64363 h 74732"/>
                <a:gd name="connsiteX18" fmla="*/ 77758 w 101415"/>
                <a:gd name="connsiteY18" fmla="*/ 50941 h 74732"/>
                <a:gd name="connsiteX19" fmla="*/ 86555 w 101415"/>
                <a:gd name="connsiteY19" fmla="*/ 18960 h 74732"/>
                <a:gd name="connsiteX20" fmla="*/ 64977 w 101415"/>
                <a:gd name="connsiteY20" fmla="*/ 70 h 74732"/>
                <a:gd name="connsiteX21" fmla="*/ 36926 w 101415"/>
                <a:gd name="connsiteY21" fmla="*/ 15149 h 74732"/>
                <a:gd name="connsiteX22" fmla="*/ 19166 w 101415"/>
                <a:gd name="connsiteY22" fmla="*/ 70 h 74732"/>
                <a:gd name="connsiteX23" fmla="*/ 6053 w 101415"/>
                <a:gd name="connsiteY23" fmla="*/ 9018 h 74732"/>
                <a:gd name="connsiteX24" fmla="*/ 78 w 101415"/>
                <a:gd name="connsiteY24" fmla="*/ 25422 h 74732"/>
                <a:gd name="connsiteX25" fmla="*/ 2900 w 101415"/>
                <a:gd name="connsiteY25" fmla="*/ 27577 h 74732"/>
                <a:gd name="connsiteX26" fmla="*/ 6551 w 101415"/>
                <a:gd name="connsiteY26" fmla="*/ 22605 h 74732"/>
                <a:gd name="connsiteX27" fmla="*/ 18668 w 101415"/>
                <a:gd name="connsiteY27" fmla="*/ 4709 h 74732"/>
                <a:gd name="connsiteX28" fmla="*/ 24145 w 101415"/>
                <a:gd name="connsiteY28" fmla="*/ 12829 h 74732"/>
                <a:gd name="connsiteX29" fmla="*/ 21490 w 101415"/>
                <a:gd name="connsiteY29" fmla="*/ 26582 h 74732"/>
                <a:gd name="connsiteX30" fmla="*/ 17838 w 101415"/>
                <a:gd name="connsiteY30" fmla="*/ 41496 h 74732"/>
                <a:gd name="connsiteX31" fmla="*/ 12527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27" y="62706"/>
                  </a:moveTo>
                  <a:cubicBezTo>
                    <a:pt x="11863" y="64860"/>
                    <a:pt x="10867" y="69003"/>
                    <a:pt x="10867" y="69500"/>
                  </a:cubicBezTo>
                  <a:cubicBezTo>
                    <a:pt x="10867" y="73145"/>
                    <a:pt x="13854" y="74802"/>
                    <a:pt x="16510" y="74802"/>
                  </a:cubicBezTo>
                  <a:cubicBezTo>
                    <a:pt x="19498" y="74802"/>
                    <a:pt x="22154" y="72648"/>
                    <a:pt x="22984" y="71157"/>
                  </a:cubicBezTo>
                  <a:cubicBezTo>
                    <a:pt x="23813" y="69666"/>
                    <a:pt x="25141" y="64363"/>
                    <a:pt x="25971" y="60883"/>
                  </a:cubicBezTo>
                  <a:cubicBezTo>
                    <a:pt x="26801" y="57735"/>
                    <a:pt x="28627" y="50112"/>
                    <a:pt x="29623" y="45970"/>
                  </a:cubicBezTo>
                  <a:cubicBezTo>
                    <a:pt x="30619" y="42324"/>
                    <a:pt x="31615" y="38679"/>
                    <a:pt x="32445" y="34868"/>
                  </a:cubicBezTo>
                  <a:cubicBezTo>
                    <a:pt x="34270" y="28074"/>
                    <a:pt x="34602" y="26748"/>
                    <a:pt x="39416" y="19954"/>
                  </a:cubicBezTo>
                  <a:cubicBezTo>
                    <a:pt x="44063" y="13326"/>
                    <a:pt x="51864" y="4709"/>
                    <a:pt x="64313" y="4709"/>
                  </a:cubicBezTo>
                  <a:cubicBezTo>
                    <a:pt x="73940" y="4709"/>
                    <a:pt x="74106" y="13160"/>
                    <a:pt x="74106" y="16309"/>
                  </a:cubicBezTo>
                  <a:cubicBezTo>
                    <a:pt x="74106" y="26251"/>
                    <a:pt x="66969" y="44644"/>
                    <a:pt x="64313" y="51604"/>
                  </a:cubicBezTo>
                  <a:cubicBezTo>
                    <a:pt x="62487" y="56243"/>
                    <a:pt x="61823" y="57735"/>
                    <a:pt x="61823" y="60552"/>
                  </a:cubicBezTo>
                  <a:cubicBezTo>
                    <a:pt x="61823" y="69334"/>
                    <a:pt x="69127" y="74802"/>
                    <a:pt x="77592" y="74802"/>
                  </a:cubicBezTo>
                  <a:cubicBezTo>
                    <a:pt x="94190" y="74802"/>
                    <a:pt x="101493" y="51935"/>
                    <a:pt x="101493" y="49450"/>
                  </a:cubicBezTo>
                  <a:cubicBezTo>
                    <a:pt x="101493" y="47295"/>
                    <a:pt x="99336" y="47295"/>
                    <a:pt x="98838" y="47295"/>
                  </a:cubicBezTo>
                  <a:cubicBezTo>
                    <a:pt x="96514" y="47295"/>
                    <a:pt x="96348" y="48290"/>
                    <a:pt x="95684" y="50112"/>
                  </a:cubicBezTo>
                  <a:cubicBezTo>
                    <a:pt x="91866" y="63369"/>
                    <a:pt x="84729" y="70163"/>
                    <a:pt x="78090" y="70163"/>
                  </a:cubicBezTo>
                  <a:cubicBezTo>
                    <a:pt x="74604" y="70163"/>
                    <a:pt x="73940" y="67843"/>
                    <a:pt x="73940" y="64363"/>
                  </a:cubicBezTo>
                  <a:cubicBezTo>
                    <a:pt x="73940" y="60552"/>
                    <a:pt x="74770" y="58398"/>
                    <a:pt x="77758" y="50941"/>
                  </a:cubicBezTo>
                  <a:cubicBezTo>
                    <a:pt x="79750" y="45804"/>
                    <a:pt x="86555" y="28239"/>
                    <a:pt x="86555" y="18960"/>
                  </a:cubicBezTo>
                  <a:cubicBezTo>
                    <a:pt x="86555" y="2887"/>
                    <a:pt x="73774" y="70"/>
                    <a:pt x="64977" y="70"/>
                  </a:cubicBezTo>
                  <a:cubicBezTo>
                    <a:pt x="51201" y="70"/>
                    <a:pt x="41906" y="8521"/>
                    <a:pt x="36926" y="15149"/>
                  </a:cubicBezTo>
                  <a:cubicBezTo>
                    <a:pt x="35764" y="3715"/>
                    <a:pt x="25971" y="70"/>
                    <a:pt x="19166" y="70"/>
                  </a:cubicBezTo>
                  <a:cubicBezTo>
                    <a:pt x="12029" y="70"/>
                    <a:pt x="8211" y="5207"/>
                    <a:pt x="6053" y="9018"/>
                  </a:cubicBezTo>
                  <a:cubicBezTo>
                    <a:pt x="2402" y="15149"/>
                    <a:pt x="78" y="24594"/>
                    <a:pt x="78" y="25422"/>
                  </a:cubicBezTo>
                  <a:cubicBezTo>
                    <a:pt x="78" y="27577"/>
                    <a:pt x="2402" y="27577"/>
                    <a:pt x="2900" y="27577"/>
                  </a:cubicBezTo>
                  <a:cubicBezTo>
                    <a:pt x="5223" y="27577"/>
                    <a:pt x="5389" y="27079"/>
                    <a:pt x="6551" y="22605"/>
                  </a:cubicBezTo>
                  <a:cubicBezTo>
                    <a:pt x="9041" y="12829"/>
                    <a:pt x="12195" y="4709"/>
                    <a:pt x="18668" y="4709"/>
                  </a:cubicBezTo>
                  <a:cubicBezTo>
                    <a:pt x="22984" y="4709"/>
                    <a:pt x="24145" y="8355"/>
                    <a:pt x="24145" y="12829"/>
                  </a:cubicBezTo>
                  <a:cubicBezTo>
                    <a:pt x="24145" y="15977"/>
                    <a:pt x="22652" y="22108"/>
                    <a:pt x="21490" y="26582"/>
                  </a:cubicBezTo>
                  <a:cubicBezTo>
                    <a:pt x="20328" y="31056"/>
                    <a:pt x="18668" y="37850"/>
                    <a:pt x="17838" y="41496"/>
                  </a:cubicBezTo>
                  <a:lnTo>
                    <a:pt x="1252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7" name="Freeform: Shape 256">
              <a:extLst>
                <a:ext uri="{FF2B5EF4-FFF2-40B4-BE49-F238E27FC236}">
                  <a16:creationId xmlns:a16="http://schemas.microsoft.com/office/drawing/2014/main" id="{7B3B074A-5EAD-32F0-8CDC-7C70A1AF5A02}"/>
                </a:ext>
              </a:extLst>
            </p:cNvPr>
            <p:cNvSpPr/>
            <p:nvPr>
              <p:custDataLst>
                <p:tags r:id="rId54"/>
              </p:custDataLst>
            </p:nvPr>
          </p:nvSpPr>
          <p:spPr>
            <a:xfrm>
              <a:off x="7140387" y="6442817"/>
              <a:ext cx="101415" cy="74732"/>
            </a:xfrm>
            <a:custGeom>
              <a:avLst/>
              <a:gdLst>
                <a:gd name="connsiteX0" fmla="*/ 12538 w 101415"/>
                <a:gd name="connsiteY0" fmla="*/ 62693 h 74732"/>
                <a:gd name="connsiteX1" fmla="*/ 10879 w 101415"/>
                <a:gd name="connsiteY1" fmla="*/ 69487 h 74732"/>
                <a:gd name="connsiteX2" fmla="*/ 16522 w 101415"/>
                <a:gd name="connsiteY2" fmla="*/ 74789 h 74732"/>
                <a:gd name="connsiteX3" fmla="*/ 22995 w 101415"/>
                <a:gd name="connsiteY3" fmla="*/ 71144 h 74732"/>
                <a:gd name="connsiteX4" fmla="*/ 25983 w 101415"/>
                <a:gd name="connsiteY4" fmla="*/ 60870 h 74732"/>
                <a:gd name="connsiteX5" fmla="*/ 29635 w 101415"/>
                <a:gd name="connsiteY5" fmla="*/ 45957 h 74732"/>
                <a:gd name="connsiteX6" fmla="*/ 32456 w 101415"/>
                <a:gd name="connsiteY6" fmla="*/ 34855 h 74732"/>
                <a:gd name="connsiteX7" fmla="*/ 39428 w 101415"/>
                <a:gd name="connsiteY7" fmla="*/ 19941 h 74732"/>
                <a:gd name="connsiteX8" fmla="*/ 64325 w 101415"/>
                <a:gd name="connsiteY8" fmla="*/ 4697 h 74732"/>
                <a:gd name="connsiteX9" fmla="*/ 74118 w 101415"/>
                <a:gd name="connsiteY9" fmla="*/ 16296 h 74732"/>
                <a:gd name="connsiteX10" fmla="*/ 64325 w 101415"/>
                <a:gd name="connsiteY10" fmla="*/ 51591 h 74732"/>
                <a:gd name="connsiteX11" fmla="*/ 61835 w 101415"/>
                <a:gd name="connsiteY11" fmla="*/ 60539 h 74732"/>
                <a:gd name="connsiteX12" fmla="*/ 77604 w 101415"/>
                <a:gd name="connsiteY12" fmla="*/ 74789 h 74732"/>
                <a:gd name="connsiteX13" fmla="*/ 101505 w 101415"/>
                <a:gd name="connsiteY13" fmla="*/ 49437 h 74732"/>
                <a:gd name="connsiteX14" fmla="*/ 98849 w 101415"/>
                <a:gd name="connsiteY14" fmla="*/ 47283 h 74732"/>
                <a:gd name="connsiteX15" fmla="*/ 95696 w 101415"/>
                <a:gd name="connsiteY15" fmla="*/ 50099 h 74732"/>
                <a:gd name="connsiteX16" fmla="*/ 78101 w 101415"/>
                <a:gd name="connsiteY16" fmla="*/ 70150 h 74732"/>
                <a:gd name="connsiteX17" fmla="*/ 73952 w 101415"/>
                <a:gd name="connsiteY17" fmla="*/ 64350 h 74732"/>
                <a:gd name="connsiteX18" fmla="*/ 77770 w 101415"/>
                <a:gd name="connsiteY18" fmla="*/ 50928 h 74732"/>
                <a:gd name="connsiteX19" fmla="*/ 86567 w 101415"/>
                <a:gd name="connsiteY19" fmla="*/ 18947 h 74732"/>
                <a:gd name="connsiteX20" fmla="*/ 64989 w 101415"/>
                <a:gd name="connsiteY20" fmla="*/ 57 h 74732"/>
                <a:gd name="connsiteX21" fmla="*/ 36938 w 101415"/>
                <a:gd name="connsiteY21" fmla="*/ 15136 h 74732"/>
                <a:gd name="connsiteX22" fmla="*/ 19178 w 101415"/>
                <a:gd name="connsiteY22" fmla="*/ 57 h 74732"/>
                <a:gd name="connsiteX23" fmla="*/ 6065 w 101415"/>
                <a:gd name="connsiteY23" fmla="*/ 9005 h 74732"/>
                <a:gd name="connsiteX24" fmla="*/ 90 w 101415"/>
                <a:gd name="connsiteY24" fmla="*/ 25410 h 74732"/>
                <a:gd name="connsiteX25" fmla="*/ 2911 w 101415"/>
                <a:gd name="connsiteY25" fmla="*/ 27564 h 74732"/>
                <a:gd name="connsiteX26" fmla="*/ 6563 w 101415"/>
                <a:gd name="connsiteY26" fmla="*/ 22593 h 74732"/>
                <a:gd name="connsiteX27" fmla="*/ 18680 w 101415"/>
                <a:gd name="connsiteY27" fmla="*/ 4697 h 74732"/>
                <a:gd name="connsiteX28" fmla="*/ 24157 w 101415"/>
                <a:gd name="connsiteY28" fmla="*/ 12816 h 74732"/>
                <a:gd name="connsiteX29" fmla="*/ 21501 w 101415"/>
                <a:gd name="connsiteY29" fmla="*/ 26569 h 74732"/>
                <a:gd name="connsiteX30" fmla="*/ 17850 w 101415"/>
                <a:gd name="connsiteY30" fmla="*/ 41483 h 74732"/>
                <a:gd name="connsiteX31" fmla="*/ 12538 w 10141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38" y="62693"/>
                  </a:moveTo>
                  <a:cubicBezTo>
                    <a:pt x="11874" y="64847"/>
                    <a:pt x="10879" y="68990"/>
                    <a:pt x="10879" y="69487"/>
                  </a:cubicBezTo>
                  <a:cubicBezTo>
                    <a:pt x="10879" y="73132"/>
                    <a:pt x="13866" y="74789"/>
                    <a:pt x="16522" y="74789"/>
                  </a:cubicBezTo>
                  <a:cubicBezTo>
                    <a:pt x="19510" y="74789"/>
                    <a:pt x="22165" y="72635"/>
                    <a:pt x="22995" y="71144"/>
                  </a:cubicBezTo>
                  <a:cubicBezTo>
                    <a:pt x="23825" y="69653"/>
                    <a:pt x="25153" y="64350"/>
                    <a:pt x="25983" y="60870"/>
                  </a:cubicBezTo>
                  <a:cubicBezTo>
                    <a:pt x="26813" y="57722"/>
                    <a:pt x="28639" y="50099"/>
                    <a:pt x="29635" y="45957"/>
                  </a:cubicBezTo>
                  <a:cubicBezTo>
                    <a:pt x="30630" y="42311"/>
                    <a:pt x="31626" y="38666"/>
                    <a:pt x="32456" y="34855"/>
                  </a:cubicBezTo>
                  <a:cubicBezTo>
                    <a:pt x="34282" y="28061"/>
                    <a:pt x="34614" y="26735"/>
                    <a:pt x="39428" y="19941"/>
                  </a:cubicBezTo>
                  <a:cubicBezTo>
                    <a:pt x="44075" y="13313"/>
                    <a:pt x="51876" y="4697"/>
                    <a:pt x="64325" y="4697"/>
                  </a:cubicBezTo>
                  <a:cubicBezTo>
                    <a:pt x="73952" y="4697"/>
                    <a:pt x="74118" y="13147"/>
                    <a:pt x="74118" y="16296"/>
                  </a:cubicBezTo>
                  <a:cubicBezTo>
                    <a:pt x="74118" y="26238"/>
                    <a:pt x="66981" y="44631"/>
                    <a:pt x="64325" y="51591"/>
                  </a:cubicBezTo>
                  <a:cubicBezTo>
                    <a:pt x="62499" y="56231"/>
                    <a:pt x="61835" y="57722"/>
                    <a:pt x="61835" y="60539"/>
                  </a:cubicBezTo>
                  <a:cubicBezTo>
                    <a:pt x="61835" y="69321"/>
                    <a:pt x="69138" y="74789"/>
                    <a:pt x="77604" y="74789"/>
                  </a:cubicBezTo>
                  <a:cubicBezTo>
                    <a:pt x="94202" y="74789"/>
                    <a:pt x="101505" y="51922"/>
                    <a:pt x="101505" y="49437"/>
                  </a:cubicBezTo>
                  <a:cubicBezTo>
                    <a:pt x="101505" y="47283"/>
                    <a:pt x="99347" y="47283"/>
                    <a:pt x="98849" y="47283"/>
                  </a:cubicBezTo>
                  <a:cubicBezTo>
                    <a:pt x="96526" y="47283"/>
                    <a:pt x="96360" y="48277"/>
                    <a:pt x="95696" y="50099"/>
                  </a:cubicBezTo>
                  <a:cubicBezTo>
                    <a:pt x="91878" y="63356"/>
                    <a:pt x="84741" y="70150"/>
                    <a:pt x="78101" y="70150"/>
                  </a:cubicBezTo>
                  <a:cubicBezTo>
                    <a:pt x="74616" y="70150"/>
                    <a:pt x="73952" y="67830"/>
                    <a:pt x="73952" y="64350"/>
                  </a:cubicBezTo>
                  <a:cubicBezTo>
                    <a:pt x="73952" y="60539"/>
                    <a:pt x="74782" y="58385"/>
                    <a:pt x="77770" y="50928"/>
                  </a:cubicBezTo>
                  <a:cubicBezTo>
                    <a:pt x="79761" y="45791"/>
                    <a:pt x="86567" y="28227"/>
                    <a:pt x="86567" y="18947"/>
                  </a:cubicBezTo>
                  <a:cubicBezTo>
                    <a:pt x="86567" y="2874"/>
                    <a:pt x="73786" y="57"/>
                    <a:pt x="64989" y="57"/>
                  </a:cubicBezTo>
                  <a:cubicBezTo>
                    <a:pt x="51212" y="57"/>
                    <a:pt x="41917" y="8508"/>
                    <a:pt x="36938" y="15136"/>
                  </a:cubicBezTo>
                  <a:cubicBezTo>
                    <a:pt x="35776" y="3702"/>
                    <a:pt x="25983" y="57"/>
                    <a:pt x="19178" y="57"/>
                  </a:cubicBezTo>
                  <a:cubicBezTo>
                    <a:pt x="12040" y="57"/>
                    <a:pt x="8223" y="5194"/>
                    <a:pt x="6065" y="9005"/>
                  </a:cubicBezTo>
                  <a:cubicBezTo>
                    <a:pt x="2413" y="15136"/>
                    <a:pt x="90" y="24581"/>
                    <a:pt x="90" y="25410"/>
                  </a:cubicBezTo>
                  <a:cubicBezTo>
                    <a:pt x="90" y="27564"/>
                    <a:pt x="2413" y="27564"/>
                    <a:pt x="2911" y="27564"/>
                  </a:cubicBezTo>
                  <a:cubicBezTo>
                    <a:pt x="5235" y="27564"/>
                    <a:pt x="5401" y="27067"/>
                    <a:pt x="6563" y="22593"/>
                  </a:cubicBezTo>
                  <a:cubicBezTo>
                    <a:pt x="9053" y="12816"/>
                    <a:pt x="12206" y="4697"/>
                    <a:pt x="18680" y="4697"/>
                  </a:cubicBezTo>
                  <a:cubicBezTo>
                    <a:pt x="22995" y="4697"/>
                    <a:pt x="24157" y="8342"/>
                    <a:pt x="24157" y="12816"/>
                  </a:cubicBezTo>
                  <a:cubicBezTo>
                    <a:pt x="24157" y="15964"/>
                    <a:pt x="22663" y="22095"/>
                    <a:pt x="21501" y="26569"/>
                  </a:cubicBezTo>
                  <a:cubicBezTo>
                    <a:pt x="20340" y="31044"/>
                    <a:pt x="18680" y="37837"/>
                    <a:pt x="17850" y="41483"/>
                  </a:cubicBezTo>
                  <a:lnTo>
                    <a:pt x="1253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8" name="Freeform: Shape 257">
              <a:extLst>
                <a:ext uri="{FF2B5EF4-FFF2-40B4-BE49-F238E27FC236}">
                  <a16:creationId xmlns:a16="http://schemas.microsoft.com/office/drawing/2014/main" id="{7B4B4F2F-5E6C-6BCD-5915-41A0F8CFDFE8}"/>
                </a:ext>
              </a:extLst>
            </p:cNvPr>
            <p:cNvSpPr/>
            <p:nvPr>
              <p:custDataLst>
                <p:tags r:id="rId55"/>
              </p:custDataLst>
            </p:nvPr>
          </p:nvSpPr>
          <p:spPr>
            <a:xfrm>
              <a:off x="7079326" y="6563236"/>
              <a:ext cx="223602" cy="236720"/>
            </a:xfrm>
            <a:custGeom>
              <a:avLst/>
              <a:gdLst>
                <a:gd name="connsiteX0" fmla="*/ 86635 w 223602"/>
                <a:gd name="connsiteY0" fmla="*/ 126467 h 236720"/>
                <a:gd name="connsiteX1" fmla="*/ 2458 w 223602"/>
                <a:gd name="connsiteY1" fmla="*/ 230388 h 236720"/>
                <a:gd name="connsiteX2" fmla="*/ 324 w 223602"/>
                <a:gd name="connsiteY2" fmla="*/ 234175 h 236720"/>
                <a:gd name="connsiteX3" fmla="*/ 6726 w 223602"/>
                <a:gd name="connsiteY3" fmla="*/ 236779 h 236720"/>
                <a:gd name="connsiteX4" fmla="*/ 203297 w 223602"/>
                <a:gd name="connsiteY4" fmla="*/ 236779 h 236720"/>
                <a:gd name="connsiteX5" fmla="*/ 223689 w 223602"/>
                <a:gd name="connsiteY5" fmla="*/ 177836 h 236720"/>
                <a:gd name="connsiteX6" fmla="*/ 217761 w 223602"/>
                <a:gd name="connsiteY6" fmla="*/ 177836 h 236720"/>
                <a:gd name="connsiteX7" fmla="*/ 175791 w 223602"/>
                <a:gd name="connsiteY7" fmla="*/ 216895 h 236720"/>
                <a:gd name="connsiteX8" fmla="*/ 120780 w 223602"/>
                <a:gd name="connsiteY8" fmla="*/ 223760 h 236720"/>
                <a:gd name="connsiteX9" fmla="*/ 20005 w 223602"/>
                <a:gd name="connsiteY9" fmla="*/ 223760 h 236720"/>
                <a:gd name="connsiteX10" fmla="*/ 102285 w 223602"/>
                <a:gd name="connsiteY10" fmla="*/ 122207 h 236720"/>
                <a:gd name="connsiteX11" fmla="*/ 104419 w 223602"/>
                <a:gd name="connsiteY11" fmla="*/ 118419 h 236720"/>
                <a:gd name="connsiteX12" fmla="*/ 102759 w 223602"/>
                <a:gd name="connsiteY12" fmla="*/ 115105 h 236720"/>
                <a:gd name="connsiteX13" fmla="*/ 25696 w 223602"/>
                <a:gd name="connsiteY13" fmla="*/ 9528 h 236720"/>
                <a:gd name="connsiteX14" fmla="*/ 119594 w 223602"/>
                <a:gd name="connsiteY14" fmla="*/ 9528 h 236720"/>
                <a:gd name="connsiteX15" fmla="*/ 217761 w 223602"/>
                <a:gd name="connsiteY15" fmla="*/ 55451 h 236720"/>
                <a:gd name="connsiteX16" fmla="*/ 223689 w 223602"/>
                <a:gd name="connsiteY16" fmla="*/ 55451 h 236720"/>
                <a:gd name="connsiteX17" fmla="*/ 203297 w 223602"/>
                <a:gd name="connsiteY17" fmla="*/ 59 h 236720"/>
                <a:gd name="connsiteX18" fmla="*/ 6726 w 223602"/>
                <a:gd name="connsiteY18" fmla="*/ 59 h 236720"/>
                <a:gd name="connsiteX19" fmla="*/ 87 w 223602"/>
                <a:gd name="connsiteY19" fmla="*/ 7634 h 236720"/>
                <a:gd name="connsiteX20" fmla="*/ 86635 w 22360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602" h="236720">
                  <a:moveTo>
                    <a:pt x="86635" y="126467"/>
                  </a:moveTo>
                  <a:lnTo>
                    <a:pt x="2458" y="230388"/>
                  </a:lnTo>
                  <a:cubicBezTo>
                    <a:pt x="561" y="232755"/>
                    <a:pt x="324" y="233228"/>
                    <a:pt x="324" y="234175"/>
                  </a:cubicBezTo>
                  <a:cubicBezTo>
                    <a:pt x="324" y="236779"/>
                    <a:pt x="2458" y="236779"/>
                    <a:pt x="6726" y="236779"/>
                  </a:cubicBezTo>
                  <a:lnTo>
                    <a:pt x="203297" y="236779"/>
                  </a:lnTo>
                  <a:lnTo>
                    <a:pt x="223689" y="177836"/>
                  </a:lnTo>
                  <a:lnTo>
                    <a:pt x="217761" y="177836"/>
                  </a:lnTo>
                  <a:cubicBezTo>
                    <a:pt x="211833" y="195590"/>
                    <a:pt x="195946" y="210030"/>
                    <a:pt x="175791" y="216895"/>
                  </a:cubicBezTo>
                  <a:cubicBezTo>
                    <a:pt x="171997" y="218078"/>
                    <a:pt x="155636" y="223760"/>
                    <a:pt x="120780" y="223760"/>
                  </a:cubicBezTo>
                  <a:lnTo>
                    <a:pt x="20005" y="223760"/>
                  </a:lnTo>
                  <a:lnTo>
                    <a:pt x="102285" y="122207"/>
                  </a:lnTo>
                  <a:cubicBezTo>
                    <a:pt x="103945" y="120076"/>
                    <a:pt x="104419" y="119366"/>
                    <a:pt x="104419" y="118419"/>
                  </a:cubicBezTo>
                  <a:cubicBezTo>
                    <a:pt x="104419" y="117472"/>
                    <a:pt x="104182" y="117235"/>
                    <a:pt x="102759" y="115105"/>
                  </a:cubicBezTo>
                  <a:lnTo>
                    <a:pt x="25696" y="9528"/>
                  </a:lnTo>
                  <a:lnTo>
                    <a:pt x="119594" y="9528"/>
                  </a:lnTo>
                  <a:cubicBezTo>
                    <a:pt x="146626" y="9528"/>
                    <a:pt x="201163" y="11185"/>
                    <a:pt x="217761" y="55451"/>
                  </a:cubicBezTo>
                  <a:lnTo>
                    <a:pt x="223689" y="55451"/>
                  </a:lnTo>
                  <a:lnTo>
                    <a:pt x="203297" y="59"/>
                  </a:lnTo>
                  <a:lnTo>
                    <a:pt x="6726" y="59"/>
                  </a:lnTo>
                  <a:cubicBezTo>
                    <a:pt x="324" y="59"/>
                    <a:pt x="87" y="296"/>
                    <a:pt x="87" y="7634"/>
                  </a:cubicBezTo>
                  <a:lnTo>
                    <a:pt x="86635"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9" name="Freeform: Shape 258">
              <a:extLst>
                <a:ext uri="{FF2B5EF4-FFF2-40B4-BE49-F238E27FC236}">
                  <a16:creationId xmlns:a16="http://schemas.microsoft.com/office/drawing/2014/main" id="{24A9C274-3440-124B-F973-6762896FF957}"/>
                </a:ext>
              </a:extLst>
            </p:cNvPr>
            <p:cNvSpPr/>
            <p:nvPr>
              <p:custDataLst>
                <p:tags r:id="rId56"/>
              </p:custDataLst>
            </p:nvPr>
          </p:nvSpPr>
          <p:spPr>
            <a:xfrm>
              <a:off x="7045409" y="6839198"/>
              <a:ext cx="50292" cy="111518"/>
            </a:xfrm>
            <a:custGeom>
              <a:avLst/>
              <a:gdLst>
                <a:gd name="connsiteX0" fmla="*/ 46063 w 50292"/>
                <a:gd name="connsiteY0" fmla="*/ 6372 h 111518"/>
                <a:gd name="connsiteX1" fmla="*/ 39424 w 50292"/>
                <a:gd name="connsiteY1" fmla="*/ 75 h 111518"/>
                <a:gd name="connsiteX2" fmla="*/ 30129 w 50292"/>
                <a:gd name="connsiteY2" fmla="*/ 9189 h 111518"/>
                <a:gd name="connsiteX3" fmla="*/ 36768 w 50292"/>
                <a:gd name="connsiteY3" fmla="*/ 15486 h 111518"/>
                <a:gd name="connsiteX4" fmla="*/ 46063 w 50292"/>
                <a:gd name="connsiteY4" fmla="*/ 6372 h 111518"/>
                <a:gd name="connsiteX5" fmla="*/ 12202 w 50292"/>
                <a:gd name="connsiteY5" fmla="*/ 90550 h 111518"/>
                <a:gd name="connsiteX6" fmla="*/ 10709 w 50292"/>
                <a:gd name="connsiteY6" fmla="*/ 97509 h 111518"/>
                <a:gd name="connsiteX7" fmla="*/ 26477 w 50292"/>
                <a:gd name="connsiteY7" fmla="*/ 111594 h 111518"/>
                <a:gd name="connsiteX8" fmla="*/ 50378 w 50292"/>
                <a:gd name="connsiteY8" fmla="*/ 86241 h 111518"/>
                <a:gd name="connsiteX9" fmla="*/ 47723 w 50292"/>
                <a:gd name="connsiteY9" fmla="*/ 84087 h 111518"/>
                <a:gd name="connsiteX10" fmla="*/ 44569 w 50292"/>
                <a:gd name="connsiteY10" fmla="*/ 86904 h 111518"/>
                <a:gd name="connsiteX11" fmla="*/ 26975 w 50292"/>
                <a:gd name="connsiteY11" fmla="*/ 106954 h 111518"/>
                <a:gd name="connsiteX12" fmla="*/ 22825 w 50292"/>
                <a:gd name="connsiteY12" fmla="*/ 101155 h 111518"/>
                <a:gd name="connsiteX13" fmla="*/ 25481 w 50292"/>
                <a:gd name="connsiteY13" fmla="*/ 90550 h 111518"/>
                <a:gd name="connsiteX14" fmla="*/ 30792 w 50292"/>
                <a:gd name="connsiteY14" fmla="*/ 77293 h 111518"/>
                <a:gd name="connsiteX15" fmla="*/ 38926 w 50292"/>
                <a:gd name="connsiteY15" fmla="*/ 56249 h 111518"/>
                <a:gd name="connsiteX16" fmla="*/ 39921 w 50292"/>
                <a:gd name="connsiteY16" fmla="*/ 50946 h 111518"/>
                <a:gd name="connsiteX17" fmla="*/ 24153 w 50292"/>
                <a:gd name="connsiteY17" fmla="*/ 36861 h 111518"/>
                <a:gd name="connsiteX18" fmla="*/ 86 w 50292"/>
                <a:gd name="connsiteY18" fmla="*/ 62214 h 111518"/>
                <a:gd name="connsiteX19" fmla="*/ 2907 w 50292"/>
                <a:gd name="connsiteY19" fmla="*/ 64368 h 111518"/>
                <a:gd name="connsiteX20" fmla="*/ 5895 w 50292"/>
                <a:gd name="connsiteY20" fmla="*/ 61717 h 111518"/>
                <a:gd name="connsiteX21" fmla="*/ 23655 w 50292"/>
                <a:gd name="connsiteY21" fmla="*/ 41501 h 111518"/>
                <a:gd name="connsiteX22" fmla="*/ 27805 w 50292"/>
                <a:gd name="connsiteY22" fmla="*/ 47301 h 111518"/>
                <a:gd name="connsiteX23" fmla="*/ 22659 w 50292"/>
                <a:gd name="connsiteY23" fmla="*/ 63871 h 111518"/>
                <a:gd name="connsiteX24" fmla="*/ 12202 w 50292"/>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063" y="6372"/>
                  </a:moveTo>
                  <a:cubicBezTo>
                    <a:pt x="46063" y="3721"/>
                    <a:pt x="44071" y="75"/>
                    <a:pt x="39424" y="75"/>
                  </a:cubicBezTo>
                  <a:cubicBezTo>
                    <a:pt x="34942" y="75"/>
                    <a:pt x="30129" y="4383"/>
                    <a:pt x="30129" y="9189"/>
                  </a:cubicBezTo>
                  <a:cubicBezTo>
                    <a:pt x="30129" y="12006"/>
                    <a:pt x="32286" y="15486"/>
                    <a:pt x="36768" y="15486"/>
                  </a:cubicBezTo>
                  <a:cubicBezTo>
                    <a:pt x="41581" y="15486"/>
                    <a:pt x="46063" y="10846"/>
                    <a:pt x="46063" y="6372"/>
                  </a:cubicBezTo>
                  <a:close/>
                  <a:moveTo>
                    <a:pt x="12202" y="90550"/>
                  </a:moveTo>
                  <a:cubicBezTo>
                    <a:pt x="11538" y="92704"/>
                    <a:pt x="10709" y="94692"/>
                    <a:pt x="10709" y="97509"/>
                  </a:cubicBezTo>
                  <a:cubicBezTo>
                    <a:pt x="10709" y="105297"/>
                    <a:pt x="17348" y="111594"/>
                    <a:pt x="26477" y="111594"/>
                  </a:cubicBezTo>
                  <a:cubicBezTo>
                    <a:pt x="43075" y="111594"/>
                    <a:pt x="50378" y="88727"/>
                    <a:pt x="50378" y="86241"/>
                  </a:cubicBezTo>
                  <a:cubicBezTo>
                    <a:pt x="50378" y="84087"/>
                    <a:pt x="48221" y="84087"/>
                    <a:pt x="47723" y="84087"/>
                  </a:cubicBezTo>
                  <a:cubicBezTo>
                    <a:pt x="45399" y="84087"/>
                    <a:pt x="45233" y="85081"/>
                    <a:pt x="44569" y="86904"/>
                  </a:cubicBezTo>
                  <a:cubicBezTo>
                    <a:pt x="40751" y="100160"/>
                    <a:pt x="33448" y="106954"/>
                    <a:pt x="26975" y="106954"/>
                  </a:cubicBezTo>
                  <a:cubicBezTo>
                    <a:pt x="23655" y="106954"/>
                    <a:pt x="22825" y="104800"/>
                    <a:pt x="22825" y="101155"/>
                  </a:cubicBezTo>
                  <a:cubicBezTo>
                    <a:pt x="22825" y="97343"/>
                    <a:pt x="23987" y="94195"/>
                    <a:pt x="25481" y="90550"/>
                  </a:cubicBezTo>
                  <a:cubicBezTo>
                    <a:pt x="27141" y="86076"/>
                    <a:pt x="28967" y="81602"/>
                    <a:pt x="30792" y="77293"/>
                  </a:cubicBezTo>
                  <a:cubicBezTo>
                    <a:pt x="32286" y="73316"/>
                    <a:pt x="38262" y="58237"/>
                    <a:pt x="38926" y="56249"/>
                  </a:cubicBezTo>
                  <a:cubicBezTo>
                    <a:pt x="39424" y="54592"/>
                    <a:pt x="39921" y="52603"/>
                    <a:pt x="39921" y="50946"/>
                  </a:cubicBezTo>
                  <a:cubicBezTo>
                    <a:pt x="39921" y="43158"/>
                    <a:pt x="33282" y="36861"/>
                    <a:pt x="24153" y="36861"/>
                  </a:cubicBezTo>
                  <a:cubicBezTo>
                    <a:pt x="7721" y="36861"/>
                    <a:pt x="86" y="59397"/>
                    <a:pt x="86" y="62214"/>
                  </a:cubicBezTo>
                  <a:cubicBezTo>
                    <a:pt x="86" y="64368"/>
                    <a:pt x="2409" y="64368"/>
                    <a:pt x="2907" y="64368"/>
                  </a:cubicBezTo>
                  <a:cubicBezTo>
                    <a:pt x="5231" y="64368"/>
                    <a:pt x="5397" y="63540"/>
                    <a:pt x="5895" y="61717"/>
                  </a:cubicBezTo>
                  <a:cubicBezTo>
                    <a:pt x="10211" y="47466"/>
                    <a:pt x="17514" y="41501"/>
                    <a:pt x="23655" y="41501"/>
                  </a:cubicBezTo>
                  <a:cubicBezTo>
                    <a:pt x="26311" y="41501"/>
                    <a:pt x="27805" y="42827"/>
                    <a:pt x="27805" y="47301"/>
                  </a:cubicBezTo>
                  <a:cubicBezTo>
                    <a:pt x="27805" y="51112"/>
                    <a:pt x="26809" y="53598"/>
                    <a:pt x="22659" y="63871"/>
                  </a:cubicBezTo>
                  <a:lnTo>
                    <a:pt x="1220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0" name="Freeform: Shape 259">
              <a:extLst>
                <a:ext uri="{FF2B5EF4-FFF2-40B4-BE49-F238E27FC236}">
                  <a16:creationId xmlns:a16="http://schemas.microsoft.com/office/drawing/2014/main" id="{73CCB385-725A-2AF9-E50B-27F38294E7B4}"/>
                </a:ext>
              </a:extLst>
            </p:cNvPr>
            <p:cNvSpPr/>
            <p:nvPr>
              <p:custDataLst>
                <p:tags r:id="rId57"/>
              </p:custDataLst>
            </p:nvPr>
          </p:nvSpPr>
          <p:spPr>
            <a:xfrm>
              <a:off x="7116315" y="6885264"/>
              <a:ext cx="122163" cy="44574"/>
            </a:xfrm>
            <a:custGeom>
              <a:avLst/>
              <a:gdLst>
                <a:gd name="connsiteX0" fmla="*/ 115944 w 122163"/>
                <a:gd name="connsiteY0" fmla="*/ 8195 h 44574"/>
                <a:gd name="connsiteX1" fmla="*/ 122252 w 122163"/>
                <a:gd name="connsiteY1" fmla="*/ 4052 h 44574"/>
                <a:gd name="connsiteX2" fmla="*/ 116110 w 122163"/>
                <a:gd name="connsiteY2" fmla="*/ 75 h 44574"/>
                <a:gd name="connsiteX3" fmla="*/ 6230 w 122163"/>
                <a:gd name="connsiteY3" fmla="*/ 75 h 44574"/>
                <a:gd name="connsiteX4" fmla="*/ 89 w 122163"/>
                <a:gd name="connsiteY4" fmla="*/ 4052 h 44574"/>
                <a:gd name="connsiteX5" fmla="*/ 6396 w 122163"/>
                <a:gd name="connsiteY5" fmla="*/ 8195 h 44574"/>
                <a:gd name="connsiteX6" fmla="*/ 115944 w 122163"/>
                <a:gd name="connsiteY6" fmla="*/ 8195 h 44574"/>
                <a:gd name="connsiteX7" fmla="*/ 116110 w 122163"/>
                <a:gd name="connsiteY7" fmla="*/ 44650 h 44574"/>
                <a:gd name="connsiteX8" fmla="*/ 122252 w 122163"/>
                <a:gd name="connsiteY8" fmla="*/ 40673 h 44574"/>
                <a:gd name="connsiteX9" fmla="*/ 115944 w 122163"/>
                <a:gd name="connsiteY9" fmla="*/ 36530 h 44574"/>
                <a:gd name="connsiteX10" fmla="*/ 6396 w 122163"/>
                <a:gd name="connsiteY10" fmla="*/ 36530 h 44574"/>
                <a:gd name="connsiteX11" fmla="*/ 89 w 122163"/>
                <a:gd name="connsiteY11" fmla="*/ 40673 h 44574"/>
                <a:gd name="connsiteX12" fmla="*/ 6230 w 122163"/>
                <a:gd name="connsiteY12" fmla="*/ 44650 h 44574"/>
                <a:gd name="connsiteX13" fmla="*/ 116110 w 12216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63" h="44574">
                  <a:moveTo>
                    <a:pt x="115944" y="8195"/>
                  </a:moveTo>
                  <a:cubicBezTo>
                    <a:pt x="118434" y="8195"/>
                    <a:pt x="122252" y="8195"/>
                    <a:pt x="122252" y="4052"/>
                  </a:cubicBezTo>
                  <a:cubicBezTo>
                    <a:pt x="122252" y="75"/>
                    <a:pt x="118268" y="75"/>
                    <a:pt x="116110" y="75"/>
                  </a:cubicBezTo>
                  <a:lnTo>
                    <a:pt x="6230" y="75"/>
                  </a:lnTo>
                  <a:cubicBezTo>
                    <a:pt x="4072" y="75"/>
                    <a:pt x="89" y="75"/>
                    <a:pt x="89" y="4052"/>
                  </a:cubicBezTo>
                  <a:cubicBezTo>
                    <a:pt x="89" y="8195"/>
                    <a:pt x="3906" y="8195"/>
                    <a:pt x="6396" y="8195"/>
                  </a:cubicBezTo>
                  <a:lnTo>
                    <a:pt x="115944" y="8195"/>
                  </a:lnTo>
                  <a:close/>
                  <a:moveTo>
                    <a:pt x="116110" y="44650"/>
                  </a:moveTo>
                  <a:cubicBezTo>
                    <a:pt x="118268" y="44650"/>
                    <a:pt x="122252" y="44650"/>
                    <a:pt x="122252" y="40673"/>
                  </a:cubicBezTo>
                  <a:cubicBezTo>
                    <a:pt x="122252" y="36530"/>
                    <a:pt x="118434" y="36530"/>
                    <a:pt x="115944" y="36530"/>
                  </a:cubicBezTo>
                  <a:lnTo>
                    <a:pt x="6396" y="36530"/>
                  </a:lnTo>
                  <a:cubicBezTo>
                    <a:pt x="3906" y="36530"/>
                    <a:pt x="89" y="36530"/>
                    <a:pt x="89" y="40673"/>
                  </a:cubicBezTo>
                  <a:cubicBezTo>
                    <a:pt x="89" y="44650"/>
                    <a:pt x="4072" y="44650"/>
                    <a:pt x="6230" y="44650"/>
                  </a:cubicBezTo>
                  <a:lnTo>
                    <a:pt x="116110"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1" name="Freeform: Shape 260">
              <a:extLst>
                <a:ext uri="{FF2B5EF4-FFF2-40B4-BE49-F238E27FC236}">
                  <a16:creationId xmlns:a16="http://schemas.microsoft.com/office/drawing/2014/main" id="{DA286003-E02C-CB30-978A-1E8E975F1ED2}"/>
                </a:ext>
              </a:extLst>
            </p:cNvPr>
            <p:cNvSpPr/>
            <p:nvPr>
              <p:custDataLst>
                <p:tags r:id="rId58"/>
              </p:custDataLst>
            </p:nvPr>
          </p:nvSpPr>
          <p:spPr>
            <a:xfrm>
              <a:off x="7268353" y="6839032"/>
              <a:ext cx="60417" cy="110027"/>
            </a:xfrm>
            <a:custGeom>
              <a:avLst/>
              <a:gdLst>
                <a:gd name="connsiteX0" fmla="*/ 37607 w 60417"/>
                <a:gd name="connsiteY0" fmla="*/ 4715 h 110027"/>
                <a:gd name="connsiteX1" fmla="*/ 32627 w 60417"/>
                <a:gd name="connsiteY1" fmla="*/ 75 h 110027"/>
                <a:gd name="connsiteX2" fmla="*/ 95 w 60417"/>
                <a:gd name="connsiteY2" fmla="*/ 10680 h 110027"/>
                <a:gd name="connsiteX3" fmla="*/ 95 w 60417"/>
                <a:gd name="connsiteY3" fmla="*/ 16645 h 110027"/>
                <a:gd name="connsiteX4" fmla="*/ 24162 w 60417"/>
                <a:gd name="connsiteY4" fmla="*/ 12006 h 110027"/>
                <a:gd name="connsiteX5" fmla="*/ 24162 w 60417"/>
                <a:gd name="connsiteY5" fmla="*/ 96515 h 110027"/>
                <a:gd name="connsiteX6" fmla="*/ 7564 w 60417"/>
                <a:gd name="connsiteY6" fmla="*/ 104137 h 110027"/>
                <a:gd name="connsiteX7" fmla="*/ 1257 w 60417"/>
                <a:gd name="connsiteY7" fmla="*/ 104137 h 110027"/>
                <a:gd name="connsiteX8" fmla="*/ 1257 w 60417"/>
                <a:gd name="connsiteY8" fmla="*/ 110103 h 110027"/>
                <a:gd name="connsiteX9" fmla="*/ 30801 w 60417"/>
                <a:gd name="connsiteY9" fmla="*/ 109440 h 110027"/>
                <a:gd name="connsiteX10" fmla="*/ 60512 w 60417"/>
                <a:gd name="connsiteY10" fmla="*/ 110103 h 110027"/>
                <a:gd name="connsiteX11" fmla="*/ 60512 w 60417"/>
                <a:gd name="connsiteY11" fmla="*/ 104137 h 110027"/>
                <a:gd name="connsiteX12" fmla="*/ 54205 w 60417"/>
                <a:gd name="connsiteY12" fmla="*/ 104137 h 110027"/>
                <a:gd name="connsiteX13" fmla="*/ 37607 w 60417"/>
                <a:gd name="connsiteY13" fmla="*/ 96515 h 110027"/>
                <a:gd name="connsiteX14" fmla="*/ 37607 w 60417"/>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07" y="4715"/>
                  </a:moveTo>
                  <a:cubicBezTo>
                    <a:pt x="37607" y="241"/>
                    <a:pt x="37275" y="75"/>
                    <a:pt x="32627" y="75"/>
                  </a:cubicBezTo>
                  <a:cubicBezTo>
                    <a:pt x="22004" y="10514"/>
                    <a:pt x="6900" y="10680"/>
                    <a:pt x="95" y="10680"/>
                  </a:cubicBezTo>
                  <a:lnTo>
                    <a:pt x="95" y="16645"/>
                  </a:lnTo>
                  <a:cubicBezTo>
                    <a:pt x="4078" y="16645"/>
                    <a:pt x="15033" y="16645"/>
                    <a:pt x="24162" y="12006"/>
                  </a:cubicBezTo>
                  <a:lnTo>
                    <a:pt x="24162" y="96515"/>
                  </a:lnTo>
                  <a:cubicBezTo>
                    <a:pt x="24162" y="101983"/>
                    <a:pt x="24162" y="104137"/>
                    <a:pt x="7564" y="104137"/>
                  </a:cubicBezTo>
                  <a:lnTo>
                    <a:pt x="1257" y="104137"/>
                  </a:lnTo>
                  <a:lnTo>
                    <a:pt x="1257" y="110103"/>
                  </a:lnTo>
                  <a:cubicBezTo>
                    <a:pt x="4244" y="109937"/>
                    <a:pt x="24660" y="109440"/>
                    <a:pt x="30801" y="109440"/>
                  </a:cubicBezTo>
                  <a:cubicBezTo>
                    <a:pt x="35947" y="109440"/>
                    <a:pt x="56861" y="109937"/>
                    <a:pt x="60512" y="110103"/>
                  </a:cubicBezTo>
                  <a:lnTo>
                    <a:pt x="60512" y="104137"/>
                  </a:lnTo>
                  <a:lnTo>
                    <a:pt x="54205" y="104137"/>
                  </a:lnTo>
                  <a:cubicBezTo>
                    <a:pt x="37607" y="104137"/>
                    <a:pt x="37607" y="101983"/>
                    <a:pt x="37607" y="96515"/>
                  </a:cubicBezTo>
                  <a:lnTo>
                    <a:pt x="37607"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2" name="Freeform: Shape 261">
              <a:extLst>
                <a:ext uri="{FF2B5EF4-FFF2-40B4-BE49-F238E27FC236}">
                  <a16:creationId xmlns:a16="http://schemas.microsoft.com/office/drawing/2014/main" id="{6AEB5DF8-772B-BADF-ADF6-B2760EEDD59B}"/>
                </a:ext>
              </a:extLst>
            </p:cNvPr>
            <p:cNvSpPr/>
            <p:nvPr>
              <p:custDataLst>
                <p:tags r:id="rId59"/>
              </p:custDataLst>
            </p:nvPr>
          </p:nvSpPr>
          <p:spPr>
            <a:xfrm>
              <a:off x="7368253" y="6563238"/>
              <a:ext cx="55011" cy="236720"/>
            </a:xfrm>
            <a:custGeom>
              <a:avLst/>
              <a:gdLst>
                <a:gd name="connsiteX0" fmla="*/ 55110 w 55011"/>
                <a:gd name="connsiteY0" fmla="*/ 234419 h 236720"/>
                <a:gd name="connsiteX1" fmla="*/ 51079 w 55011"/>
                <a:gd name="connsiteY1" fmla="*/ 229212 h 236720"/>
                <a:gd name="connsiteX2" fmla="*/ 13851 w 55011"/>
                <a:gd name="connsiteY2" fmla="*/ 118426 h 236720"/>
                <a:gd name="connsiteX3" fmla="*/ 52027 w 55011"/>
                <a:gd name="connsiteY3" fmla="*/ 6458 h 236720"/>
                <a:gd name="connsiteX4" fmla="*/ 55110 w 55011"/>
                <a:gd name="connsiteY4" fmla="*/ 2433 h 236720"/>
                <a:gd name="connsiteX5" fmla="*/ 52739 w 55011"/>
                <a:gd name="connsiteY5" fmla="*/ 66 h 236720"/>
                <a:gd name="connsiteX6" fmla="*/ 15037 w 55011"/>
                <a:gd name="connsiteY6" fmla="*/ 46227 h 236720"/>
                <a:gd name="connsiteX7" fmla="*/ 99 w 55011"/>
                <a:gd name="connsiteY7" fmla="*/ 118426 h 236720"/>
                <a:gd name="connsiteX8" fmla="*/ 15748 w 55011"/>
                <a:gd name="connsiteY8" fmla="*/ 192283 h 236720"/>
                <a:gd name="connsiteX9" fmla="*/ 52739 w 55011"/>
                <a:gd name="connsiteY9" fmla="*/ 236787 h 236720"/>
                <a:gd name="connsiteX10" fmla="*/ 55110 w 55011"/>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110" y="234419"/>
                  </a:moveTo>
                  <a:cubicBezTo>
                    <a:pt x="55110" y="233709"/>
                    <a:pt x="55110" y="233236"/>
                    <a:pt x="51079" y="229212"/>
                  </a:cubicBezTo>
                  <a:cubicBezTo>
                    <a:pt x="21439" y="199385"/>
                    <a:pt x="13851" y="154645"/>
                    <a:pt x="13851" y="118426"/>
                  </a:cubicBezTo>
                  <a:cubicBezTo>
                    <a:pt x="13851" y="77237"/>
                    <a:pt x="22862" y="36048"/>
                    <a:pt x="52027" y="6458"/>
                  </a:cubicBezTo>
                  <a:cubicBezTo>
                    <a:pt x="55110" y="3617"/>
                    <a:pt x="55110" y="3144"/>
                    <a:pt x="55110" y="2433"/>
                  </a:cubicBezTo>
                  <a:cubicBezTo>
                    <a:pt x="55110" y="776"/>
                    <a:pt x="54161" y="66"/>
                    <a:pt x="52739" y="66"/>
                  </a:cubicBezTo>
                  <a:cubicBezTo>
                    <a:pt x="50368" y="66"/>
                    <a:pt x="29027" y="16163"/>
                    <a:pt x="15037" y="46227"/>
                  </a:cubicBezTo>
                  <a:cubicBezTo>
                    <a:pt x="2944" y="72266"/>
                    <a:pt x="99" y="98542"/>
                    <a:pt x="99" y="118426"/>
                  </a:cubicBezTo>
                  <a:cubicBezTo>
                    <a:pt x="99" y="136891"/>
                    <a:pt x="2707" y="165534"/>
                    <a:pt x="15748" y="192283"/>
                  </a:cubicBezTo>
                  <a:cubicBezTo>
                    <a:pt x="29975" y="221400"/>
                    <a:pt x="50368" y="236787"/>
                    <a:pt x="52739" y="236787"/>
                  </a:cubicBezTo>
                  <a:cubicBezTo>
                    <a:pt x="54161" y="236787"/>
                    <a:pt x="55110" y="236077"/>
                    <a:pt x="55110"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3" name="Freeform: Shape 262">
              <a:extLst>
                <a:ext uri="{FF2B5EF4-FFF2-40B4-BE49-F238E27FC236}">
                  <a16:creationId xmlns:a16="http://schemas.microsoft.com/office/drawing/2014/main" id="{8C91A031-FFA3-FED0-38D0-71AA96167FC4}"/>
                </a:ext>
              </a:extLst>
            </p:cNvPr>
            <p:cNvSpPr/>
            <p:nvPr>
              <p:custDataLst>
                <p:tags r:id="rId60"/>
              </p:custDataLst>
            </p:nvPr>
          </p:nvSpPr>
          <p:spPr>
            <a:xfrm>
              <a:off x="7443868" y="6636147"/>
              <a:ext cx="109311" cy="153158"/>
            </a:xfrm>
            <a:custGeom>
              <a:avLst/>
              <a:gdLst>
                <a:gd name="connsiteX0" fmla="*/ 108465 w 109311"/>
                <a:gd name="connsiteY0" fmla="*/ 14506 h 153158"/>
                <a:gd name="connsiteX1" fmla="*/ 109414 w 109311"/>
                <a:gd name="connsiteY1" fmla="*/ 9062 h 153158"/>
                <a:gd name="connsiteX2" fmla="*/ 102537 w 109311"/>
                <a:gd name="connsiteY2" fmla="*/ 2670 h 153158"/>
                <a:gd name="connsiteX3" fmla="*/ 94238 w 109311"/>
                <a:gd name="connsiteY3" fmla="*/ 7641 h 153158"/>
                <a:gd name="connsiteX4" fmla="*/ 90919 w 109311"/>
                <a:gd name="connsiteY4" fmla="*/ 20424 h 153158"/>
                <a:gd name="connsiteX5" fmla="*/ 86176 w 109311"/>
                <a:gd name="connsiteY5" fmla="*/ 39362 h 153158"/>
                <a:gd name="connsiteX6" fmla="*/ 75506 w 109311"/>
                <a:gd name="connsiteY6" fmla="*/ 81972 h 153158"/>
                <a:gd name="connsiteX7" fmla="*/ 48712 w 109311"/>
                <a:gd name="connsiteY7" fmla="*/ 102093 h 153158"/>
                <a:gd name="connsiteX8" fmla="*/ 34010 w 109311"/>
                <a:gd name="connsiteY8" fmla="*/ 82918 h 153158"/>
                <a:gd name="connsiteX9" fmla="*/ 46103 w 109311"/>
                <a:gd name="connsiteY9" fmla="*/ 36521 h 153158"/>
                <a:gd name="connsiteX10" fmla="*/ 50846 w 109311"/>
                <a:gd name="connsiteY10" fmla="*/ 19477 h 153158"/>
                <a:gd name="connsiteX11" fmla="*/ 31402 w 109311"/>
                <a:gd name="connsiteY11" fmla="*/ 66 h 153158"/>
                <a:gd name="connsiteX12" fmla="*/ 102 w 109311"/>
                <a:gd name="connsiteY12" fmla="*/ 36521 h 153158"/>
                <a:gd name="connsiteX13" fmla="*/ 2948 w 109311"/>
                <a:gd name="connsiteY13" fmla="*/ 38888 h 153158"/>
                <a:gd name="connsiteX14" fmla="*/ 6742 w 109311"/>
                <a:gd name="connsiteY14" fmla="*/ 34627 h 153158"/>
                <a:gd name="connsiteX15" fmla="*/ 30691 w 109311"/>
                <a:gd name="connsiteY15" fmla="*/ 5274 h 153158"/>
                <a:gd name="connsiteX16" fmla="*/ 36619 w 109311"/>
                <a:gd name="connsiteY16" fmla="*/ 12849 h 153158"/>
                <a:gd name="connsiteX17" fmla="*/ 32588 w 109311"/>
                <a:gd name="connsiteY17" fmla="*/ 29420 h 153158"/>
                <a:gd name="connsiteX18" fmla="*/ 18835 w 109311"/>
                <a:gd name="connsiteY18" fmla="*/ 79131 h 153158"/>
                <a:gd name="connsiteX19" fmla="*/ 47763 w 109311"/>
                <a:gd name="connsiteY19" fmla="*/ 107301 h 153158"/>
                <a:gd name="connsiteX20" fmla="*/ 71712 w 109311"/>
                <a:gd name="connsiteY20" fmla="*/ 96648 h 153158"/>
                <a:gd name="connsiteX21" fmla="*/ 56299 w 109311"/>
                <a:gd name="connsiteY21" fmla="*/ 133103 h 153158"/>
                <a:gd name="connsiteX22" fmla="*/ 30216 w 109311"/>
                <a:gd name="connsiteY22" fmla="*/ 148017 h 153158"/>
                <a:gd name="connsiteX23" fmla="*/ 12195 w 109311"/>
                <a:gd name="connsiteY23" fmla="*/ 138074 h 153158"/>
                <a:gd name="connsiteX24" fmla="*/ 22392 w 109311"/>
                <a:gd name="connsiteY24" fmla="*/ 135234 h 153158"/>
                <a:gd name="connsiteX25" fmla="*/ 27134 w 109311"/>
                <a:gd name="connsiteY25" fmla="*/ 125528 h 153158"/>
                <a:gd name="connsiteX26" fmla="*/ 18361 w 109311"/>
                <a:gd name="connsiteY26" fmla="*/ 117243 h 153158"/>
                <a:gd name="connsiteX27" fmla="*/ 5082 w 109311"/>
                <a:gd name="connsiteY27" fmla="*/ 132630 h 153158"/>
                <a:gd name="connsiteX28" fmla="*/ 30216 w 109311"/>
                <a:gd name="connsiteY28" fmla="*/ 153224 h 153158"/>
                <a:gd name="connsiteX29" fmla="*/ 85702 w 109311"/>
                <a:gd name="connsiteY29" fmla="*/ 104933 h 153158"/>
                <a:gd name="connsiteX30" fmla="*/ 108465 w 109311"/>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11" h="153158">
                  <a:moveTo>
                    <a:pt x="108465" y="14506"/>
                  </a:moveTo>
                  <a:cubicBezTo>
                    <a:pt x="109414" y="11192"/>
                    <a:pt x="109414" y="10719"/>
                    <a:pt x="109414" y="9062"/>
                  </a:cubicBezTo>
                  <a:cubicBezTo>
                    <a:pt x="109414" y="4801"/>
                    <a:pt x="106094" y="2670"/>
                    <a:pt x="102537" y="2670"/>
                  </a:cubicBezTo>
                  <a:cubicBezTo>
                    <a:pt x="100166" y="2670"/>
                    <a:pt x="96372" y="4091"/>
                    <a:pt x="94238" y="7641"/>
                  </a:cubicBezTo>
                  <a:cubicBezTo>
                    <a:pt x="93764" y="8825"/>
                    <a:pt x="91867" y="16163"/>
                    <a:pt x="90919" y="20424"/>
                  </a:cubicBezTo>
                  <a:cubicBezTo>
                    <a:pt x="89259" y="26579"/>
                    <a:pt x="87599" y="32970"/>
                    <a:pt x="86176" y="39362"/>
                  </a:cubicBezTo>
                  <a:lnTo>
                    <a:pt x="75506" y="81972"/>
                  </a:lnTo>
                  <a:cubicBezTo>
                    <a:pt x="74558" y="85522"/>
                    <a:pt x="64361" y="102093"/>
                    <a:pt x="48712" y="102093"/>
                  </a:cubicBezTo>
                  <a:cubicBezTo>
                    <a:pt x="36619" y="102093"/>
                    <a:pt x="34010" y="91677"/>
                    <a:pt x="34010" y="82918"/>
                  </a:cubicBezTo>
                  <a:cubicBezTo>
                    <a:pt x="34010" y="72029"/>
                    <a:pt x="38041" y="57353"/>
                    <a:pt x="46103" y="36521"/>
                  </a:cubicBezTo>
                  <a:cubicBezTo>
                    <a:pt x="49897" y="26816"/>
                    <a:pt x="50846" y="24212"/>
                    <a:pt x="50846" y="19477"/>
                  </a:cubicBezTo>
                  <a:cubicBezTo>
                    <a:pt x="50846" y="8825"/>
                    <a:pt x="43258" y="66"/>
                    <a:pt x="31402" y="66"/>
                  </a:cubicBezTo>
                  <a:cubicBezTo>
                    <a:pt x="8876" y="66"/>
                    <a:pt x="102" y="34391"/>
                    <a:pt x="102" y="36521"/>
                  </a:cubicBezTo>
                  <a:cubicBezTo>
                    <a:pt x="102" y="38888"/>
                    <a:pt x="2474" y="38888"/>
                    <a:pt x="2948" y="38888"/>
                  </a:cubicBezTo>
                  <a:cubicBezTo>
                    <a:pt x="5319" y="38888"/>
                    <a:pt x="5556" y="38415"/>
                    <a:pt x="6742" y="34627"/>
                  </a:cubicBezTo>
                  <a:cubicBezTo>
                    <a:pt x="13144" y="12376"/>
                    <a:pt x="22629" y="5274"/>
                    <a:pt x="30691" y="5274"/>
                  </a:cubicBezTo>
                  <a:cubicBezTo>
                    <a:pt x="32588" y="5274"/>
                    <a:pt x="36619" y="5274"/>
                    <a:pt x="36619" y="12849"/>
                  </a:cubicBezTo>
                  <a:cubicBezTo>
                    <a:pt x="36619" y="18767"/>
                    <a:pt x="34247" y="24922"/>
                    <a:pt x="32588" y="29420"/>
                  </a:cubicBezTo>
                  <a:cubicBezTo>
                    <a:pt x="23103" y="54512"/>
                    <a:pt x="18835" y="68005"/>
                    <a:pt x="18835" y="79131"/>
                  </a:cubicBezTo>
                  <a:cubicBezTo>
                    <a:pt x="18835" y="100199"/>
                    <a:pt x="33773" y="107301"/>
                    <a:pt x="47763" y="107301"/>
                  </a:cubicBezTo>
                  <a:cubicBezTo>
                    <a:pt x="57011" y="107301"/>
                    <a:pt x="65073" y="103276"/>
                    <a:pt x="71712" y="96648"/>
                  </a:cubicBezTo>
                  <a:cubicBezTo>
                    <a:pt x="68630" y="108958"/>
                    <a:pt x="65784" y="120557"/>
                    <a:pt x="56299" y="133103"/>
                  </a:cubicBezTo>
                  <a:cubicBezTo>
                    <a:pt x="50134" y="141152"/>
                    <a:pt x="41124" y="148017"/>
                    <a:pt x="30216" y="148017"/>
                  </a:cubicBezTo>
                  <a:cubicBezTo>
                    <a:pt x="26897" y="148017"/>
                    <a:pt x="16226" y="147306"/>
                    <a:pt x="12195" y="138074"/>
                  </a:cubicBezTo>
                  <a:cubicBezTo>
                    <a:pt x="15989" y="138074"/>
                    <a:pt x="19072" y="138074"/>
                    <a:pt x="22392" y="135234"/>
                  </a:cubicBezTo>
                  <a:cubicBezTo>
                    <a:pt x="24763" y="133103"/>
                    <a:pt x="27134" y="130026"/>
                    <a:pt x="27134" y="125528"/>
                  </a:cubicBezTo>
                  <a:cubicBezTo>
                    <a:pt x="27134" y="118190"/>
                    <a:pt x="20732" y="117243"/>
                    <a:pt x="18361" y="117243"/>
                  </a:cubicBezTo>
                  <a:cubicBezTo>
                    <a:pt x="12907" y="117243"/>
                    <a:pt x="5082" y="121030"/>
                    <a:pt x="5082" y="132630"/>
                  </a:cubicBezTo>
                  <a:cubicBezTo>
                    <a:pt x="5082" y="144466"/>
                    <a:pt x="15515" y="153224"/>
                    <a:pt x="30216" y="153224"/>
                  </a:cubicBezTo>
                  <a:cubicBezTo>
                    <a:pt x="54640" y="153224"/>
                    <a:pt x="79063" y="131683"/>
                    <a:pt x="85702" y="104933"/>
                  </a:cubicBezTo>
                  <a:lnTo>
                    <a:pt x="108465"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4" name="Freeform: Shape 263">
              <a:extLst>
                <a:ext uri="{FF2B5EF4-FFF2-40B4-BE49-F238E27FC236}">
                  <a16:creationId xmlns:a16="http://schemas.microsoft.com/office/drawing/2014/main" id="{C576A29B-93CB-A8DC-17AF-04B785EF73FC}"/>
                </a:ext>
              </a:extLst>
            </p:cNvPr>
            <p:cNvSpPr/>
            <p:nvPr>
              <p:custDataLst>
                <p:tags r:id="rId61"/>
              </p:custDataLst>
            </p:nvPr>
          </p:nvSpPr>
          <p:spPr>
            <a:xfrm>
              <a:off x="7561047" y="6666424"/>
              <a:ext cx="50292" cy="111518"/>
            </a:xfrm>
            <a:custGeom>
              <a:avLst/>
              <a:gdLst>
                <a:gd name="connsiteX0" fmla="*/ 46085 w 50292"/>
                <a:gd name="connsiteY0" fmla="*/ 6365 h 111518"/>
                <a:gd name="connsiteX1" fmla="*/ 39445 w 50292"/>
                <a:gd name="connsiteY1" fmla="*/ 68 h 111518"/>
                <a:gd name="connsiteX2" fmla="*/ 30150 w 50292"/>
                <a:gd name="connsiteY2" fmla="*/ 9181 h 111518"/>
                <a:gd name="connsiteX3" fmla="*/ 36789 w 50292"/>
                <a:gd name="connsiteY3" fmla="*/ 15478 h 111518"/>
                <a:gd name="connsiteX4" fmla="*/ 46085 w 50292"/>
                <a:gd name="connsiteY4" fmla="*/ 6365 h 111518"/>
                <a:gd name="connsiteX5" fmla="*/ 12224 w 50292"/>
                <a:gd name="connsiteY5" fmla="*/ 90542 h 111518"/>
                <a:gd name="connsiteX6" fmla="*/ 10730 w 50292"/>
                <a:gd name="connsiteY6" fmla="*/ 97502 h 111518"/>
                <a:gd name="connsiteX7" fmla="*/ 26499 w 50292"/>
                <a:gd name="connsiteY7" fmla="*/ 111587 h 111518"/>
                <a:gd name="connsiteX8" fmla="*/ 50400 w 50292"/>
                <a:gd name="connsiteY8" fmla="*/ 86234 h 111518"/>
                <a:gd name="connsiteX9" fmla="*/ 47744 w 50292"/>
                <a:gd name="connsiteY9" fmla="*/ 84080 h 111518"/>
                <a:gd name="connsiteX10" fmla="*/ 44591 w 50292"/>
                <a:gd name="connsiteY10" fmla="*/ 86897 h 111518"/>
                <a:gd name="connsiteX11" fmla="*/ 26997 w 50292"/>
                <a:gd name="connsiteY11" fmla="*/ 106947 h 111518"/>
                <a:gd name="connsiteX12" fmla="*/ 22847 w 50292"/>
                <a:gd name="connsiteY12" fmla="*/ 101147 h 111518"/>
                <a:gd name="connsiteX13" fmla="*/ 25503 w 50292"/>
                <a:gd name="connsiteY13" fmla="*/ 90542 h 111518"/>
                <a:gd name="connsiteX14" fmla="*/ 30814 w 50292"/>
                <a:gd name="connsiteY14" fmla="*/ 77286 h 111518"/>
                <a:gd name="connsiteX15" fmla="*/ 38947 w 50292"/>
                <a:gd name="connsiteY15" fmla="*/ 56242 h 111518"/>
                <a:gd name="connsiteX16" fmla="*/ 39943 w 50292"/>
                <a:gd name="connsiteY16" fmla="*/ 50939 h 111518"/>
                <a:gd name="connsiteX17" fmla="*/ 24175 w 50292"/>
                <a:gd name="connsiteY17" fmla="*/ 36854 h 111518"/>
                <a:gd name="connsiteX18" fmla="*/ 107 w 50292"/>
                <a:gd name="connsiteY18" fmla="*/ 62207 h 111518"/>
                <a:gd name="connsiteX19" fmla="*/ 2929 w 50292"/>
                <a:gd name="connsiteY19" fmla="*/ 64361 h 111518"/>
                <a:gd name="connsiteX20" fmla="*/ 5917 w 50292"/>
                <a:gd name="connsiteY20" fmla="*/ 61710 h 111518"/>
                <a:gd name="connsiteX21" fmla="*/ 23677 w 50292"/>
                <a:gd name="connsiteY21" fmla="*/ 41494 h 111518"/>
                <a:gd name="connsiteX22" fmla="*/ 27826 w 50292"/>
                <a:gd name="connsiteY22" fmla="*/ 47293 h 111518"/>
                <a:gd name="connsiteX23" fmla="*/ 22681 w 50292"/>
                <a:gd name="connsiteY23" fmla="*/ 63864 h 111518"/>
                <a:gd name="connsiteX24" fmla="*/ 12224 w 50292"/>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085" y="6365"/>
                  </a:moveTo>
                  <a:cubicBezTo>
                    <a:pt x="46085" y="3713"/>
                    <a:pt x="44093" y="68"/>
                    <a:pt x="39445" y="68"/>
                  </a:cubicBezTo>
                  <a:cubicBezTo>
                    <a:pt x="34964" y="68"/>
                    <a:pt x="30150" y="4376"/>
                    <a:pt x="30150" y="9181"/>
                  </a:cubicBezTo>
                  <a:cubicBezTo>
                    <a:pt x="30150" y="11998"/>
                    <a:pt x="32308" y="15478"/>
                    <a:pt x="36789" y="15478"/>
                  </a:cubicBezTo>
                  <a:cubicBezTo>
                    <a:pt x="41603" y="15478"/>
                    <a:pt x="46085" y="10839"/>
                    <a:pt x="46085" y="6365"/>
                  </a:cubicBezTo>
                  <a:close/>
                  <a:moveTo>
                    <a:pt x="12224" y="90542"/>
                  </a:moveTo>
                  <a:cubicBezTo>
                    <a:pt x="11560" y="92696"/>
                    <a:pt x="10730" y="94685"/>
                    <a:pt x="10730" y="97502"/>
                  </a:cubicBezTo>
                  <a:cubicBezTo>
                    <a:pt x="10730" y="105290"/>
                    <a:pt x="17370" y="111587"/>
                    <a:pt x="26499" y="111587"/>
                  </a:cubicBezTo>
                  <a:cubicBezTo>
                    <a:pt x="43097" y="111587"/>
                    <a:pt x="50400" y="88720"/>
                    <a:pt x="50400" y="86234"/>
                  </a:cubicBezTo>
                  <a:cubicBezTo>
                    <a:pt x="50400" y="84080"/>
                    <a:pt x="48242" y="84080"/>
                    <a:pt x="47744" y="84080"/>
                  </a:cubicBezTo>
                  <a:cubicBezTo>
                    <a:pt x="45421" y="84080"/>
                    <a:pt x="45255" y="85074"/>
                    <a:pt x="44591" y="86897"/>
                  </a:cubicBezTo>
                  <a:cubicBezTo>
                    <a:pt x="40773" y="100153"/>
                    <a:pt x="33470" y="106947"/>
                    <a:pt x="26997" y="106947"/>
                  </a:cubicBezTo>
                  <a:cubicBezTo>
                    <a:pt x="23677" y="106947"/>
                    <a:pt x="22847" y="104793"/>
                    <a:pt x="22847" y="101147"/>
                  </a:cubicBezTo>
                  <a:cubicBezTo>
                    <a:pt x="22847" y="97336"/>
                    <a:pt x="24009" y="94188"/>
                    <a:pt x="25503" y="90542"/>
                  </a:cubicBezTo>
                  <a:cubicBezTo>
                    <a:pt x="27163" y="86068"/>
                    <a:pt x="28988" y="81594"/>
                    <a:pt x="30814" y="77286"/>
                  </a:cubicBezTo>
                  <a:cubicBezTo>
                    <a:pt x="32308" y="73309"/>
                    <a:pt x="38283" y="58230"/>
                    <a:pt x="38947" y="56242"/>
                  </a:cubicBezTo>
                  <a:cubicBezTo>
                    <a:pt x="39445" y="54584"/>
                    <a:pt x="39943" y="52596"/>
                    <a:pt x="39943" y="50939"/>
                  </a:cubicBezTo>
                  <a:cubicBezTo>
                    <a:pt x="39943" y="43151"/>
                    <a:pt x="33304" y="36854"/>
                    <a:pt x="24175" y="36854"/>
                  </a:cubicBezTo>
                  <a:cubicBezTo>
                    <a:pt x="7743" y="36854"/>
                    <a:pt x="107" y="59390"/>
                    <a:pt x="107" y="62207"/>
                  </a:cubicBezTo>
                  <a:cubicBezTo>
                    <a:pt x="107" y="64361"/>
                    <a:pt x="2431" y="64361"/>
                    <a:pt x="2929" y="64361"/>
                  </a:cubicBezTo>
                  <a:cubicBezTo>
                    <a:pt x="5253" y="64361"/>
                    <a:pt x="5419" y="63533"/>
                    <a:pt x="5917" y="61710"/>
                  </a:cubicBezTo>
                  <a:cubicBezTo>
                    <a:pt x="10232" y="47459"/>
                    <a:pt x="17536" y="41494"/>
                    <a:pt x="23677" y="41494"/>
                  </a:cubicBezTo>
                  <a:cubicBezTo>
                    <a:pt x="26333" y="41494"/>
                    <a:pt x="27826" y="42819"/>
                    <a:pt x="27826" y="47293"/>
                  </a:cubicBezTo>
                  <a:cubicBezTo>
                    <a:pt x="27826" y="51105"/>
                    <a:pt x="26831" y="53590"/>
                    <a:pt x="22681" y="63864"/>
                  </a:cubicBezTo>
                  <a:lnTo>
                    <a:pt x="1222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5" name="Freeform: Shape 264">
              <a:extLst>
                <a:ext uri="{FF2B5EF4-FFF2-40B4-BE49-F238E27FC236}">
                  <a16:creationId xmlns:a16="http://schemas.microsoft.com/office/drawing/2014/main" id="{A9C0B77B-4C19-5593-52AC-22B144DE9304}"/>
                </a:ext>
              </a:extLst>
            </p:cNvPr>
            <p:cNvSpPr/>
            <p:nvPr>
              <p:custDataLst>
                <p:tags r:id="rId62"/>
              </p:custDataLst>
            </p:nvPr>
          </p:nvSpPr>
          <p:spPr>
            <a:xfrm>
              <a:off x="7645705" y="6563238"/>
              <a:ext cx="55011" cy="236720"/>
            </a:xfrm>
            <a:custGeom>
              <a:avLst/>
              <a:gdLst>
                <a:gd name="connsiteX0" fmla="*/ 55122 w 55011"/>
                <a:gd name="connsiteY0" fmla="*/ 118426 h 236720"/>
                <a:gd name="connsiteX1" fmla="*/ 39472 w 55011"/>
                <a:gd name="connsiteY1" fmla="*/ 44570 h 236720"/>
                <a:gd name="connsiteX2" fmla="*/ 2482 w 55011"/>
                <a:gd name="connsiteY2" fmla="*/ 66 h 236720"/>
                <a:gd name="connsiteX3" fmla="*/ 111 w 55011"/>
                <a:gd name="connsiteY3" fmla="*/ 2433 h 236720"/>
                <a:gd name="connsiteX4" fmla="*/ 4616 w 55011"/>
                <a:gd name="connsiteY4" fmla="*/ 7878 h 236720"/>
                <a:gd name="connsiteX5" fmla="*/ 41369 w 55011"/>
                <a:gd name="connsiteY5" fmla="*/ 118426 h 236720"/>
                <a:gd name="connsiteX6" fmla="*/ 3193 w 55011"/>
                <a:gd name="connsiteY6" fmla="*/ 230395 h 236720"/>
                <a:gd name="connsiteX7" fmla="*/ 111 w 55011"/>
                <a:gd name="connsiteY7" fmla="*/ 234419 h 236720"/>
                <a:gd name="connsiteX8" fmla="*/ 2482 w 55011"/>
                <a:gd name="connsiteY8" fmla="*/ 236787 h 236720"/>
                <a:gd name="connsiteX9" fmla="*/ 40184 w 55011"/>
                <a:gd name="connsiteY9" fmla="*/ 190626 h 236720"/>
                <a:gd name="connsiteX10" fmla="*/ 55122 w 55011"/>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122" y="118426"/>
                  </a:moveTo>
                  <a:cubicBezTo>
                    <a:pt x="55122" y="99962"/>
                    <a:pt x="52514" y="71319"/>
                    <a:pt x="39472" y="44570"/>
                  </a:cubicBezTo>
                  <a:cubicBezTo>
                    <a:pt x="25245" y="15453"/>
                    <a:pt x="4853" y="66"/>
                    <a:pt x="2482" y="66"/>
                  </a:cubicBezTo>
                  <a:cubicBezTo>
                    <a:pt x="1059" y="66"/>
                    <a:pt x="111" y="1013"/>
                    <a:pt x="111" y="2433"/>
                  </a:cubicBezTo>
                  <a:cubicBezTo>
                    <a:pt x="111" y="3144"/>
                    <a:pt x="111" y="3617"/>
                    <a:pt x="4616" y="7878"/>
                  </a:cubicBezTo>
                  <a:cubicBezTo>
                    <a:pt x="27853" y="31313"/>
                    <a:pt x="41369" y="68952"/>
                    <a:pt x="41369" y="118426"/>
                  </a:cubicBezTo>
                  <a:cubicBezTo>
                    <a:pt x="41369" y="158906"/>
                    <a:pt x="32596" y="200568"/>
                    <a:pt x="3193" y="230395"/>
                  </a:cubicBezTo>
                  <a:cubicBezTo>
                    <a:pt x="111" y="233236"/>
                    <a:pt x="111" y="233709"/>
                    <a:pt x="111" y="234419"/>
                  </a:cubicBezTo>
                  <a:cubicBezTo>
                    <a:pt x="111" y="235840"/>
                    <a:pt x="1059" y="236787"/>
                    <a:pt x="2482" y="236787"/>
                  </a:cubicBezTo>
                  <a:cubicBezTo>
                    <a:pt x="4853" y="236787"/>
                    <a:pt x="26194" y="220690"/>
                    <a:pt x="40184" y="190626"/>
                  </a:cubicBezTo>
                  <a:cubicBezTo>
                    <a:pt x="52277" y="164587"/>
                    <a:pt x="55122" y="138311"/>
                    <a:pt x="55122"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6" name="Freeform: Shape 265">
              <a:extLst>
                <a:ext uri="{FF2B5EF4-FFF2-40B4-BE49-F238E27FC236}">
                  <a16:creationId xmlns:a16="http://schemas.microsoft.com/office/drawing/2014/main" id="{ED913052-62DC-3F5A-0928-5E98DBCDA136}"/>
                </a:ext>
              </a:extLst>
            </p:cNvPr>
            <p:cNvSpPr/>
            <p:nvPr>
              <p:custDataLst>
                <p:tags r:id="rId63"/>
              </p:custDataLst>
            </p:nvPr>
          </p:nvSpPr>
          <p:spPr>
            <a:xfrm>
              <a:off x="7796775" y="6676863"/>
              <a:ext cx="144879" cy="9468"/>
            </a:xfrm>
            <a:custGeom>
              <a:avLst/>
              <a:gdLst>
                <a:gd name="connsiteX0" fmla="*/ 136697 w 144879"/>
                <a:gd name="connsiteY0" fmla="*/ 9535 h 9468"/>
                <a:gd name="connsiteX1" fmla="*/ 144996 w 144879"/>
                <a:gd name="connsiteY1" fmla="*/ 4801 h 9468"/>
                <a:gd name="connsiteX2" fmla="*/ 136697 w 144879"/>
                <a:gd name="connsiteY2" fmla="*/ 66 h 9468"/>
                <a:gd name="connsiteX3" fmla="*/ 8416 w 144879"/>
                <a:gd name="connsiteY3" fmla="*/ 66 h 9468"/>
                <a:gd name="connsiteX4" fmla="*/ 117 w 144879"/>
                <a:gd name="connsiteY4" fmla="*/ 4801 h 9468"/>
                <a:gd name="connsiteX5" fmla="*/ 8416 w 144879"/>
                <a:gd name="connsiteY5" fmla="*/ 9535 h 9468"/>
                <a:gd name="connsiteX6" fmla="*/ 136697 w 14487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79" h="9468">
                  <a:moveTo>
                    <a:pt x="136697" y="9535"/>
                  </a:moveTo>
                  <a:cubicBezTo>
                    <a:pt x="140728" y="9535"/>
                    <a:pt x="144996" y="9535"/>
                    <a:pt x="144996" y="4801"/>
                  </a:cubicBezTo>
                  <a:cubicBezTo>
                    <a:pt x="144996" y="66"/>
                    <a:pt x="140728" y="66"/>
                    <a:pt x="136697" y="66"/>
                  </a:cubicBezTo>
                  <a:lnTo>
                    <a:pt x="8416" y="66"/>
                  </a:lnTo>
                  <a:cubicBezTo>
                    <a:pt x="4385" y="66"/>
                    <a:pt x="117" y="66"/>
                    <a:pt x="117" y="4801"/>
                  </a:cubicBezTo>
                  <a:cubicBezTo>
                    <a:pt x="117" y="9535"/>
                    <a:pt x="4385" y="9535"/>
                    <a:pt x="8416" y="9535"/>
                  </a:cubicBezTo>
                  <a:lnTo>
                    <a:pt x="136697"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7" name="Freeform: Shape 266">
              <a:extLst>
                <a:ext uri="{FF2B5EF4-FFF2-40B4-BE49-F238E27FC236}">
                  <a16:creationId xmlns:a16="http://schemas.microsoft.com/office/drawing/2014/main" id="{7B8CA3CB-3BC8-87CA-954E-3B9014799E3E}"/>
                </a:ext>
              </a:extLst>
            </p:cNvPr>
            <p:cNvSpPr/>
            <p:nvPr>
              <p:custDataLst>
                <p:tags r:id="rId64"/>
              </p:custDataLst>
            </p:nvPr>
          </p:nvSpPr>
          <p:spPr>
            <a:xfrm>
              <a:off x="8072106" y="6537546"/>
              <a:ext cx="60417" cy="110027"/>
            </a:xfrm>
            <a:custGeom>
              <a:avLst/>
              <a:gdLst>
                <a:gd name="connsiteX0" fmla="*/ 37640 w 60417"/>
                <a:gd name="connsiteY0" fmla="*/ 4702 h 110027"/>
                <a:gd name="connsiteX1" fmla="*/ 32661 w 60417"/>
                <a:gd name="connsiteY1" fmla="*/ 62 h 110027"/>
                <a:gd name="connsiteX2" fmla="*/ 128 w 60417"/>
                <a:gd name="connsiteY2" fmla="*/ 10667 h 110027"/>
                <a:gd name="connsiteX3" fmla="*/ 128 w 60417"/>
                <a:gd name="connsiteY3" fmla="*/ 16633 h 110027"/>
                <a:gd name="connsiteX4" fmla="*/ 24196 w 60417"/>
                <a:gd name="connsiteY4" fmla="*/ 11993 h 110027"/>
                <a:gd name="connsiteX5" fmla="*/ 24196 w 60417"/>
                <a:gd name="connsiteY5" fmla="*/ 96502 h 110027"/>
                <a:gd name="connsiteX6" fmla="*/ 7598 w 60417"/>
                <a:gd name="connsiteY6" fmla="*/ 104125 h 110027"/>
                <a:gd name="connsiteX7" fmla="*/ 1290 w 60417"/>
                <a:gd name="connsiteY7" fmla="*/ 104125 h 110027"/>
                <a:gd name="connsiteX8" fmla="*/ 1290 w 60417"/>
                <a:gd name="connsiteY8" fmla="*/ 110090 h 110027"/>
                <a:gd name="connsiteX9" fmla="*/ 30835 w 60417"/>
                <a:gd name="connsiteY9" fmla="*/ 109427 h 110027"/>
                <a:gd name="connsiteX10" fmla="*/ 60546 w 60417"/>
                <a:gd name="connsiteY10" fmla="*/ 110090 h 110027"/>
                <a:gd name="connsiteX11" fmla="*/ 60546 w 60417"/>
                <a:gd name="connsiteY11" fmla="*/ 104125 h 110027"/>
                <a:gd name="connsiteX12" fmla="*/ 54239 w 60417"/>
                <a:gd name="connsiteY12" fmla="*/ 104125 h 110027"/>
                <a:gd name="connsiteX13" fmla="*/ 37640 w 60417"/>
                <a:gd name="connsiteY13" fmla="*/ 96502 h 110027"/>
                <a:gd name="connsiteX14" fmla="*/ 37640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40" y="4702"/>
                  </a:moveTo>
                  <a:cubicBezTo>
                    <a:pt x="37640" y="228"/>
                    <a:pt x="37308" y="62"/>
                    <a:pt x="32661" y="62"/>
                  </a:cubicBezTo>
                  <a:cubicBezTo>
                    <a:pt x="22038" y="10502"/>
                    <a:pt x="6934" y="10667"/>
                    <a:pt x="128" y="10667"/>
                  </a:cubicBezTo>
                  <a:lnTo>
                    <a:pt x="128" y="16633"/>
                  </a:lnTo>
                  <a:cubicBezTo>
                    <a:pt x="4112" y="16633"/>
                    <a:pt x="15067" y="16633"/>
                    <a:pt x="24196" y="11993"/>
                  </a:cubicBezTo>
                  <a:lnTo>
                    <a:pt x="24196" y="96502"/>
                  </a:lnTo>
                  <a:cubicBezTo>
                    <a:pt x="24196" y="101970"/>
                    <a:pt x="24196" y="104125"/>
                    <a:pt x="7598" y="104125"/>
                  </a:cubicBezTo>
                  <a:lnTo>
                    <a:pt x="1290" y="104125"/>
                  </a:lnTo>
                  <a:lnTo>
                    <a:pt x="1290" y="110090"/>
                  </a:lnTo>
                  <a:cubicBezTo>
                    <a:pt x="4278" y="109924"/>
                    <a:pt x="24694" y="109427"/>
                    <a:pt x="30835" y="109427"/>
                  </a:cubicBezTo>
                  <a:cubicBezTo>
                    <a:pt x="35981" y="109427"/>
                    <a:pt x="56894" y="109924"/>
                    <a:pt x="60546" y="110090"/>
                  </a:cubicBezTo>
                  <a:lnTo>
                    <a:pt x="60546" y="104125"/>
                  </a:lnTo>
                  <a:lnTo>
                    <a:pt x="54239" y="104125"/>
                  </a:lnTo>
                  <a:cubicBezTo>
                    <a:pt x="37640" y="104125"/>
                    <a:pt x="37640" y="101970"/>
                    <a:pt x="37640" y="96502"/>
                  </a:cubicBezTo>
                  <a:lnTo>
                    <a:pt x="37640"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8" name="Freeform: Shape 267">
              <a:extLst>
                <a:ext uri="{FF2B5EF4-FFF2-40B4-BE49-F238E27FC236}">
                  <a16:creationId xmlns:a16="http://schemas.microsoft.com/office/drawing/2014/main" id="{513B0AF8-DA7D-326B-ACFD-E2BC1CCA9BB4}"/>
                </a:ext>
              </a:extLst>
            </p:cNvPr>
            <p:cNvSpPr/>
            <p:nvPr>
              <p:custDataLst>
                <p:tags r:id="rId65"/>
              </p:custDataLst>
            </p:nvPr>
          </p:nvSpPr>
          <p:spPr>
            <a:xfrm>
              <a:off x="8042665" y="6676863"/>
              <a:ext cx="117215" cy="9468"/>
            </a:xfrm>
            <a:custGeom>
              <a:avLst/>
              <a:gdLst>
                <a:gd name="connsiteX0" fmla="*/ 0 w 117215"/>
                <a:gd name="connsiteY0" fmla="*/ 0 h 9468"/>
                <a:gd name="connsiteX1" fmla="*/ 117215 w 117215"/>
                <a:gd name="connsiteY1" fmla="*/ 0 h 9468"/>
                <a:gd name="connsiteX2" fmla="*/ 117215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5" y="0"/>
                  </a:lnTo>
                  <a:lnTo>
                    <a:pt x="117215"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9" name="Freeform: Shape 268">
              <a:extLst>
                <a:ext uri="{FF2B5EF4-FFF2-40B4-BE49-F238E27FC236}">
                  <a16:creationId xmlns:a16="http://schemas.microsoft.com/office/drawing/2014/main" id="{DDFCECA8-5B4B-61FA-9E1F-4F524303F501}"/>
                </a:ext>
              </a:extLst>
            </p:cNvPr>
            <p:cNvSpPr/>
            <p:nvPr>
              <p:custDataLst>
                <p:tags r:id="rId66"/>
              </p:custDataLst>
            </p:nvPr>
          </p:nvSpPr>
          <p:spPr>
            <a:xfrm>
              <a:off x="8050467" y="6749333"/>
              <a:ext cx="101415" cy="74732"/>
            </a:xfrm>
            <a:custGeom>
              <a:avLst/>
              <a:gdLst>
                <a:gd name="connsiteX0" fmla="*/ 12577 w 101415"/>
                <a:gd name="connsiteY0" fmla="*/ 62706 h 74732"/>
                <a:gd name="connsiteX1" fmla="*/ 10917 w 101415"/>
                <a:gd name="connsiteY1" fmla="*/ 69500 h 74732"/>
                <a:gd name="connsiteX2" fmla="*/ 16560 w 101415"/>
                <a:gd name="connsiteY2" fmla="*/ 74802 h 74732"/>
                <a:gd name="connsiteX3" fmla="*/ 23034 w 101415"/>
                <a:gd name="connsiteY3" fmla="*/ 71157 h 74732"/>
                <a:gd name="connsiteX4" fmla="*/ 26021 w 101415"/>
                <a:gd name="connsiteY4" fmla="*/ 60883 h 74732"/>
                <a:gd name="connsiteX5" fmla="*/ 29673 w 101415"/>
                <a:gd name="connsiteY5" fmla="*/ 45970 h 74732"/>
                <a:gd name="connsiteX6" fmla="*/ 32495 w 101415"/>
                <a:gd name="connsiteY6" fmla="*/ 34868 h 74732"/>
                <a:gd name="connsiteX7" fmla="*/ 39466 w 101415"/>
                <a:gd name="connsiteY7" fmla="*/ 19954 h 74732"/>
                <a:gd name="connsiteX8" fmla="*/ 64363 w 101415"/>
                <a:gd name="connsiteY8" fmla="*/ 4709 h 74732"/>
                <a:gd name="connsiteX9" fmla="*/ 74156 w 101415"/>
                <a:gd name="connsiteY9" fmla="*/ 16309 h 74732"/>
                <a:gd name="connsiteX10" fmla="*/ 64363 w 101415"/>
                <a:gd name="connsiteY10" fmla="*/ 51604 h 74732"/>
                <a:gd name="connsiteX11" fmla="*/ 61873 w 101415"/>
                <a:gd name="connsiteY11" fmla="*/ 60552 h 74732"/>
                <a:gd name="connsiteX12" fmla="*/ 77642 w 101415"/>
                <a:gd name="connsiteY12" fmla="*/ 74802 h 74732"/>
                <a:gd name="connsiteX13" fmla="*/ 101543 w 101415"/>
                <a:gd name="connsiteY13" fmla="*/ 49450 h 74732"/>
                <a:gd name="connsiteX14" fmla="*/ 98888 w 101415"/>
                <a:gd name="connsiteY14" fmla="*/ 47295 h 74732"/>
                <a:gd name="connsiteX15" fmla="*/ 95734 w 101415"/>
                <a:gd name="connsiteY15" fmla="*/ 50112 h 74732"/>
                <a:gd name="connsiteX16" fmla="*/ 78140 w 101415"/>
                <a:gd name="connsiteY16" fmla="*/ 70163 h 74732"/>
                <a:gd name="connsiteX17" fmla="*/ 73990 w 101415"/>
                <a:gd name="connsiteY17" fmla="*/ 64363 h 74732"/>
                <a:gd name="connsiteX18" fmla="*/ 77808 w 101415"/>
                <a:gd name="connsiteY18" fmla="*/ 50941 h 74732"/>
                <a:gd name="connsiteX19" fmla="*/ 86605 w 101415"/>
                <a:gd name="connsiteY19" fmla="*/ 18960 h 74732"/>
                <a:gd name="connsiteX20" fmla="*/ 65027 w 101415"/>
                <a:gd name="connsiteY20" fmla="*/ 70 h 74732"/>
                <a:gd name="connsiteX21" fmla="*/ 36976 w 101415"/>
                <a:gd name="connsiteY21" fmla="*/ 15149 h 74732"/>
                <a:gd name="connsiteX22" fmla="*/ 19216 w 101415"/>
                <a:gd name="connsiteY22" fmla="*/ 70 h 74732"/>
                <a:gd name="connsiteX23" fmla="*/ 6103 w 101415"/>
                <a:gd name="connsiteY23" fmla="*/ 9018 h 74732"/>
                <a:gd name="connsiteX24" fmla="*/ 128 w 101415"/>
                <a:gd name="connsiteY24" fmla="*/ 25422 h 74732"/>
                <a:gd name="connsiteX25" fmla="*/ 2950 w 101415"/>
                <a:gd name="connsiteY25" fmla="*/ 27577 h 74732"/>
                <a:gd name="connsiteX26" fmla="*/ 6601 w 101415"/>
                <a:gd name="connsiteY26" fmla="*/ 22605 h 74732"/>
                <a:gd name="connsiteX27" fmla="*/ 18718 w 101415"/>
                <a:gd name="connsiteY27" fmla="*/ 4709 h 74732"/>
                <a:gd name="connsiteX28" fmla="*/ 24195 w 101415"/>
                <a:gd name="connsiteY28" fmla="*/ 12829 h 74732"/>
                <a:gd name="connsiteX29" fmla="*/ 21540 w 101415"/>
                <a:gd name="connsiteY29" fmla="*/ 26582 h 74732"/>
                <a:gd name="connsiteX30" fmla="*/ 17888 w 101415"/>
                <a:gd name="connsiteY30" fmla="*/ 41496 h 74732"/>
                <a:gd name="connsiteX31" fmla="*/ 12577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577" y="62706"/>
                  </a:moveTo>
                  <a:cubicBezTo>
                    <a:pt x="11913" y="64860"/>
                    <a:pt x="10917" y="69003"/>
                    <a:pt x="10917" y="69500"/>
                  </a:cubicBezTo>
                  <a:cubicBezTo>
                    <a:pt x="10917" y="73145"/>
                    <a:pt x="13904" y="74802"/>
                    <a:pt x="16560" y="74802"/>
                  </a:cubicBezTo>
                  <a:cubicBezTo>
                    <a:pt x="19548" y="74802"/>
                    <a:pt x="22204" y="72648"/>
                    <a:pt x="23034" y="71157"/>
                  </a:cubicBezTo>
                  <a:cubicBezTo>
                    <a:pt x="23863" y="69666"/>
                    <a:pt x="25191" y="64363"/>
                    <a:pt x="26021" y="60883"/>
                  </a:cubicBezTo>
                  <a:cubicBezTo>
                    <a:pt x="26851" y="57735"/>
                    <a:pt x="28677" y="50112"/>
                    <a:pt x="29673" y="45970"/>
                  </a:cubicBezTo>
                  <a:cubicBezTo>
                    <a:pt x="30669" y="42324"/>
                    <a:pt x="31665" y="38679"/>
                    <a:pt x="32495" y="34868"/>
                  </a:cubicBezTo>
                  <a:cubicBezTo>
                    <a:pt x="34320" y="28074"/>
                    <a:pt x="34652" y="26748"/>
                    <a:pt x="39466" y="19954"/>
                  </a:cubicBezTo>
                  <a:cubicBezTo>
                    <a:pt x="44113" y="13326"/>
                    <a:pt x="51914" y="4709"/>
                    <a:pt x="64363" y="4709"/>
                  </a:cubicBezTo>
                  <a:cubicBezTo>
                    <a:pt x="73990" y="4709"/>
                    <a:pt x="74156" y="13160"/>
                    <a:pt x="74156" y="16309"/>
                  </a:cubicBezTo>
                  <a:cubicBezTo>
                    <a:pt x="74156" y="26251"/>
                    <a:pt x="67019" y="44644"/>
                    <a:pt x="64363" y="51604"/>
                  </a:cubicBezTo>
                  <a:cubicBezTo>
                    <a:pt x="62537" y="56243"/>
                    <a:pt x="61873" y="57735"/>
                    <a:pt x="61873" y="60552"/>
                  </a:cubicBezTo>
                  <a:cubicBezTo>
                    <a:pt x="61873" y="69334"/>
                    <a:pt x="69177" y="74802"/>
                    <a:pt x="77642" y="74802"/>
                  </a:cubicBezTo>
                  <a:cubicBezTo>
                    <a:pt x="94240" y="74802"/>
                    <a:pt x="101543" y="51935"/>
                    <a:pt x="101543" y="49450"/>
                  </a:cubicBezTo>
                  <a:cubicBezTo>
                    <a:pt x="101543" y="47295"/>
                    <a:pt x="99386" y="47295"/>
                    <a:pt x="98888" y="47295"/>
                  </a:cubicBezTo>
                  <a:cubicBezTo>
                    <a:pt x="96564" y="47295"/>
                    <a:pt x="96398" y="48290"/>
                    <a:pt x="95734" y="50112"/>
                  </a:cubicBezTo>
                  <a:cubicBezTo>
                    <a:pt x="91916" y="63369"/>
                    <a:pt x="84779" y="70163"/>
                    <a:pt x="78140" y="70163"/>
                  </a:cubicBezTo>
                  <a:cubicBezTo>
                    <a:pt x="74654" y="70163"/>
                    <a:pt x="73990" y="67843"/>
                    <a:pt x="73990" y="64363"/>
                  </a:cubicBezTo>
                  <a:cubicBezTo>
                    <a:pt x="73990" y="60552"/>
                    <a:pt x="74820" y="58398"/>
                    <a:pt x="77808" y="50941"/>
                  </a:cubicBezTo>
                  <a:cubicBezTo>
                    <a:pt x="79800" y="45804"/>
                    <a:pt x="86605" y="28239"/>
                    <a:pt x="86605" y="18960"/>
                  </a:cubicBezTo>
                  <a:cubicBezTo>
                    <a:pt x="86605" y="2887"/>
                    <a:pt x="73824" y="70"/>
                    <a:pt x="65027" y="70"/>
                  </a:cubicBezTo>
                  <a:cubicBezTo>
                    <a:pt x="51251" y="70"/>
                    <a:pt x="41956" y="8521"/>
                    <a:pt x="36976" y="15149"/>
                  </a:cubicBezTo>
                  <a:cubicBezTo>
                    <a:pt x="35814" y="3715"/>
                    <a:pt x="26021" y="70"/>
                    <a:pt x="19216" y="70"/>
                  </a:cubicBezTo>
                  <a:cubicBezTo>
                    <a:pt x="12079" y="70"/>
                    <a:pt x="8261" y="5207"/>
                    <a:pt x="6103" y="9018"/>
                  </a:cubicBezTo>
                  <a:cubicBezTo>
                    <a:pt x="2452" y="15149"/>
                    <a:pt x="128" y="24594"/>
                    <a:pt x="128" y="25422"/>
                  </a:cubicBezTo>
                  <a:cubicBezTo>
                    <a:pt x="128" y="27577"/>
                    <a:pt x="2452" y="27577"/>
                    <a:pt x="2950" y="27577"/>
                  </a:cubicBezTo>
                  <a:cubicBezTo>
                    <a:pt x="5273" y="27577"/>
                    <a:pt x="5439" y="27079"/>
                    <a:pt x="6601" y="22605"/>
                  </a:cubicBezTo>
                  <a:cubicBezTo>
                    <a:pt x="9091" y="12829"/>
                    <a:pt x="12245" y="4709"/>
                    <a:pt x="18718" y="4709"/>
                  </a:cubicBezTo>
                  <a:cubicBezTo>
                    <a:pt x="23034" y="4709"/>
                    <a:pt x="24195" y="8355"/>
                    <a:pt x="24195" y="12829"/>
                  </a:cubicBezTo>
                  <a:cubicBezTo>
                    <a:pt x="24195" y="15977"/>
                    <a:pt x="22702" y="22108"/>
                    <a:pt x="21540" y="26582"/>
                  </a:cubicBezTo>
                  <a:cubicBezTo>
                    <a:pt x="20378" y="31056"/>
                    <a:pt x="18718" y="37850"/>
                    <a:pt x="17888" y="41496"/>
                  </a:cubicBezTo>
                  <a:lnTo>
                    <a:pt x="12577"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0" name="Freeform: Shape 269">
              <a:extLst>
                <a:ext uri="{FF2B5EF4-FFF2-40B4-BE49-F238E27FC236}">
                  <a16:creationId xmlns:a16="http://schemas.microsoft.com/office/drawing/2014/main" id="{7075A0F3-D2BF-0ED9-9E7A-A6E303CEB881}"/>
                </a:ext>
              </a:extLst>
            </p:cNvPr>
            <p:cNvSpPr/>
            <p:nvPr>
              <p:custDataLst>
                <p:tags r:id="rId67"/>
              </p:custDataLst>
            </p:nvPr>
          </p:nvSpPr>
          <p:spPr>
            <a:xfrm>
              <a:off x="8195211" y="6636147"/>
              <a:ext cx="128517" cy="107234"/>
            </a:xfrm>
            <a:custGeom>
              <a:avLst/>
              <a:gdLst>
                <a:gd name="connsiteX0" fmla="*/ 14124 w 128517"/>
                <a:gd name="connsiteY0" fmla="*/ 90730 h 107234"/>
                <a:gd name="connsiteX1" fmla="*/ 11990 w 128517"/>
                <a:gd name="connsiteY1" fmla="*/ 100909 h 107234"/>
                <a:gd name="connsiteX2" fmla="*/ 18866 w 128517"/>
                <a:gd name="connsiteY2" fmla="*/ 107301 h 107234"/>
                <a:gd name="connsiteX3" fmla="*/ 27640 w 128517"/>
                <a:gd name="connsiteY3" fmla="*/ 100672 h 107234"/>
                <a:gd name="connsiteX4" fmla="*/ 32145 w 128517"/>
                <a:gd name="connsiteY4" fmla="*/ 83155 h 107234"/>
                <a:gd name="connsiteX5" fmla="*/ 37362 w 128517"/>
                <a:gd name="connsiteY5" fmla="*/ 61850 h 107234"/>
                <a:gd name="connsiteX6" fmla="*/ 41393 w 128517"/>
                <a:gd name="connsiteY6" fmla="*/ 45990 h 107234"/>
                <a:gd name="connsiteX7" fmla="*/ 44475 w 128517"/>
                <a:gd name="connsiteY7" fmla="*/ 34154 h 107234"/>
                <a:gd name="connsiteX8" fmla="*/ 83125 w 128517"/>
                <a:gd name="connsiteY8" fmla="*/ 5274 h 107234"/>
                <a:gd name="connsiteX9" fmla="*/ 95930 w 128517"/>
                <a:gd name="connsiteY9" fmla="*/ 21845 h 107234"/>
                <a:gd name="connsiteX10" fmla="*/ 80517 w 128517"/>
                <a:gd name="connsiteY10" fmla="*/ 77000 h 107234"/>
                <a:gd name="connsiteX11" fmla="*/ 78146 w 128517"/>
                <a:gd name="connsiteY11" fmla="*/ 87890 h 107234"/>
                <a:gd name="connsiteX12" fmla="*/ 97590 w 128517"/>
                <a:gd name="connsiteY12" fmla="*/ 107301 h 107234"/>
                <a:gd name="connsiteX13" fmla="*/ 128652 w 128517"/>
                <a:gd name="connsiteY13" fmla="*/ 70846 h 107234"/>
                <a:gd name="connsiteX14" fmla="*/ 125807 w 128517"/>
                <a:gd name="connsiteY14" fmla="*/ 68478 h 107234"/>
                <a:gd name="connsiteX15" fmla="*/ 122250 w 128517"/>
                <a:gd name="connsiteY15" fmla="*/ 72739 h 107234"/>
                <a:gd name="connsiteX16" fmla="*/ 98064 w 128517"/>
                <a:gd name="connsiteY16" fmla="*/ 102093 h 107234"/>
                <a:gd name="connsiteX17" fmla="*/ 92373 w 128517"/>
                <a:gd name="connsiteY17" fmla="*/ 94281 h 107234"/>
                <a:gd name="connsiteX18" fmla="*/ 96641 w 128517"/>
                <a:gd name="connsiteY18" fmla="*/ 77474 h 107234"/>
                <a:gd name="connsiteX19" fmla="*/ 111105 w 128517"/>
                <a:gd name="connsiteY19" fmla="*/ 25395 h 107234"/>
                <a:gd name="connsiteX20" fmla="*/ 83837 w 128517"/>
                <a:gd name="connsiteY20" fmla="*/ 66 h 107234"/>
                <a:gd name="connsiteX21" fmla="*/ 46846 w 128517"/>
                <a:gd name="connsiteY21" fmla="*/ 20661 h 107234"/>
                <a:gd name="connsiteX22" fmla="*/ 25031 w 128517"/>
                <a:gd name="connsiteY22" fmla="*/ 66 h 107234"/>
                <a:gd name="connsiteX23" fmla="*/ 7248 w 128517"/>
                <a:gd name="connsiteY23" fmla="*/ 13559 h 107234"/>
                <a:gd name="connsiteX24" fmla="*/ 134 w 128517"/>
                <a:gd name="connsiteY24" fmla="*/ 36521 h 107234"/>
                <a:gd name="connsiteX25" fmla="*/ 2979 w 128517"/>
                <a:gd name="connsiteY25" fmla="*/ 38888 h 107234"/>
                <a:gd name="connsiteX26" fmla="*/ 7010 w 128517"/>
                <a:gd name="connsiteY26" fmla="*/ 33444 h 107234"/>
                <a:gd name="connsiteX27" fmla="*/ 24320 w 128517"/>
                <a:gd name="connsiteY27" fmla="*/ 5274 h 107234"/>
                <a:gd name="connsiteX28" fmla="*/ 31671 w 128517"/>
                <a:gd name="connsiteY28" fmla="*/ 16163 h 107234"/>
                <a:gd name="connsiteX29" fmla="*/ 27877 w 128517"/>
                <a:gd name="connsiteY29" fmla="*/ 36048 h 107234"/>
                <a:gd name="connsiteX30" fmla="*/ 14124 w 128517"/>
                <a:gd name="connsiteY30" fmla="*/ 90730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8517" h="107234">
                  <a:moveTo>
                    <a:pt x="14124" y="90730"/>
                  </a:moveTo>
                  <a:cubicBezTo>
                    <a:pt x="13413" y="94281"/>
                    <a:pt x="11990" y="99726"/>
                    <a:pt x="11990" y="100909"/>
                  </a:cubicBezTo>
                  <a:cubicBezTo>
                    <a:pt x="11990" y="105170"/>
                    <a:pt x="15310" y="107301"/>
                    <a:pt x="18866" y="107301"/>
                  </a:cubicBezTo>
                  <a:cubicBezTo>
                    <a:pt x="21712" y="107301"/>
                    <a:pt x="25980" y="105407"/>
                    <a:pt x="27640" y="100672"/>
                  </a:cubicBezTo>
                  <a:cubicBezTo>
                    <a:pt x="27877" y="100199"/>
                    <a:pt x="30722" y="89073"/>
                    <a:pt x="32145" y="83155"/>
                  </a:cubicBezTo>
                  <a:lnTo>
                    <a:pt x="37362" y="61850"/>
                  </a:lnTo>
                  <a:cubicBezTo>
                    <a:pt x="38784" y="56642"/>
                    <a:pt x="40207" y="51435"/>
                    <a:pt x="41393" y="45990"/>
                  </a:cubicBezTo>
                  <a:cubicBezTo>
                    <a:pt x="42341" y="41966"/>
                    <a:pt x="44238" y="35101"/>
                    <a:pt x="44475" y="34154"/>
                  </a:cubicBezTo>
                  <a:cubicBezTo>
                    <a:pt x="48032" y="26816"/>
                    <a:pt x="60599" y="5274"/>
                    <a:pt x="83125" y="5274"/>
                  </a:cubicBezTo>
                  <a:cubicBezTo>
                    <a:pt x="93796" y="5274"/>
                    <a:pt x="95930" y="14033"/>
                    <a:pt x="95930" y="21845"/>
                  </a:cubicBezTo>
                  <a:cubicBezTo>
                    <a:pt x="95930" y="36521"/>
                    <a:pt x="84311" y="66821"/>
                    <a:pt x="80517" y="77000"/>
                  </a:cubicBezTo>
                  <a:cubicBezTo>
                    <a:pt x="78383" y="82445"/>
                    <a:pt x="78146" y="85286"/>
                    <a:pt x="78146" y="87890"/>
                  </a:cubicBezTo>
                  <a:cubicBezTo>
                    <a:pt x="78146" y="99015"/>
                    <a:pt x="86445" y="107301"/>
                    <a:pt x="97590" y="107301"/>
                  </a:cubicBezTo>
                  <a:cubicBezTo>
                    <a:pt x="119879" y="107301"/>
                    <a:pt x="128652" y="72739"/>
                    <a:pt x="128652" y="70846"/>
                  </a:cubicBezTo>
                  <a:cubicBezTo>
                    <a:pt x="128652" y="68478"/>
                    <a:pt x="126518" y="68478"/>
                    <a:pt x="125807" y="68478"/>
                  </a:cubicBezTo>
                  <a:cubicBezTo>
                    <a:pt x="123435" y="68478"/>
                    <a:pt x="123435" y="69189"/>
                    <a:pt x="122250" y="72739"/>
                  </a:cubicBezTo>
                  <a:cubicBezTo>
                    <a:pt x="117507" y="88836"/>
                    <a:pt x="109683" y="102093"/>
                    <a:pt x="98064" y="102093"/>
                  </a:cubicBezTo>
                  <a:cubicBezTo>
                    <a:pt x="94033" y="102093"/>
                    <a:pt x="92373" y="99726"/>
                    <a:pt x="92373" y="94281"/>
                  </a:cubicBezTo>
                  <a:cubicBezTo>
                    <a:pt x="92373" y="88363"/>
                    <a:pt x="94507" y="82682"/>
                    <a:pt x="96641" y="77474"/>
                  </a:cubicBezTo>
                  <a:cubicBezTo>
                    <a:pt x="101146" y="64928"/>
                    <a:pt x="111105" y="38888"/>
                    <a:pt x="111105" y="25395"/>
                  </a:cubicBezTo>
                  <a:cubicBezTo>
                    <a:pt x="111105" y="9535"/>
                    <a:pt x="100909" y="66"/>
                    <a:pt x="83837" y="66"/>
                  </a:cubicBezTo>
                  <a:cubicBezTo>
                    <a:pt x="62496" y="66"/>
                    <a:pt x="50877" y="15216"/>
                    <a:pt x="46846" y="20661"/>
                  </a:cubicBezTo>
                  <a:cubicBezTo>
                    <a:pt x="45661" y="7405"/>
                    <a:pt x="35939" y="66"/>
                    <a:pt x="25031" y="66"/>
                  </a:cubicBezTo>
                  <a:cubicBezTo>
                    <a:pt x="14124" y="66"/>
                    <a:pt x="9619" y="9298"/>
                    <a:pt x="7248" y="13559"/>
                  </a:cubicBezTo>
                  <a:cubicBezTo>
                    <a:pt x="3454" y="21608"/>
                    <a:pt x="134" y="35574"/>
                    <a:pt x="134" y="36521"/>
                  </a:cubicBezTo>
                  <a:cubicBezTo>
                    <a:pt x="134" y="38888"/>
                    <a:pt x="2505" y="38888"/>
                    <a:pt x="2979" y="38888"/>
                  </a:cubicBezTo>
                  <a:cubicBezTo>
                    <a:pt x="5351" y="38888"/>
                    <a:pt x="5588" y="38652"/>
                    <a:pt x="7010" y="33444"/>
                  </a:cubicBezTo>
                  <a:cubicBezTo>
                    <a:pt x="11041" y="16637"/>
                    <a:pt x="15784" y="5274"/>
                    <a:pt x="24320" y="5274"/>
                  </a:cubicBezTo>
                  <a:cubicBezTo>
                    <a:pt x="29062" y="5274"/>
                    <a:pt x="31671" y="8351"/>
                    <a:pt x="31671" y="16163"/>
                  </a:cubicBezTo>
                  <a:cubicBezTo>
                    <a:pt x="31671" y="21134"/>
                    <a:pt x="30959" y="23738"/>
                    <a:pt x="27877" y="36048"/>
                  </a:cubicBezTo>
                  <a:lnTo>
                    <a:pt x="14124" y="9073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1" name="Freeform: Shape 270">
              <a:extLst>
                <a:ext uri="{FF2B5EF4-FFF2-40B4-BE49-F238E27FC236}">
                  <a16:creationId xmlns:a16="http://schemas.microsoft.com/office/drawing/2014/main" id="{C0654BEB-7B13-C2BF-98A3-E5DE20074F0A}"/>
                </a:ext>
              </a:extLst>
            </p:cNvPr>
            <p:cNvSpPr/>
            <p:nvPr>
              <p:custDataLst>
                <p:tags r:id="rId68"/>
              </p:custDataLst>
            </p:nvPr>
          </p:nvSpPr>
          <p:spPr>
            <a:xfrm>
              <a:off x="8419134" y="6514026"/>
              <a:ext cx="63310" cy="36454"/>
            </a:xfrm>
            <a:custGeom>
              <a:avLst/>
              <a:gdLst>
                <a:gd name="connsiteX0" fmla="*/ 31916 w 63310"/>
                <a:gd name="connsiteY0" fmla="*/ 64 h 36454"/>
                <a:gd name="connsiteX1" fmla="*/ 143 w 63310"/>
                <a:gd name="connsiteY1" fmla="*/ 32258 h 36454"/>
                <a:gd name="connsiteX2" fmla="*/ 4411 w 63310"/>
                <a:gd name="connsiteY2" fmla="*/ 36519 h 36454"/>
                <a:gd name="connsiteX3" fmla="*/ 31916 w 63310"/>
                <a:gd name="connsiteY3" fmla="*/ 12373 h 36454"/>
                <a:gd name="connsiteX4" fmla="*/ 59185 w 63310"/>
                <a:gd name="connsiteY4" fmla="*/ 36519 h 36454"/>
                <a:gd name="connsiteX5" fmla="*/ 63453 w 63310"/>
                <a:gd name="connsiteY5" fmla="*/ 32258 h 36454"/>
                <a:gd name="connsiteX6" fmla="*/ 31916 w 6331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 h="36454">
                  <a:moveTo>
                    <a:pt x="31916" y="64"/>
                  </a:moveTo>
                  <a:lnTo>
                    <a:pt x="143" y="32258"/>
                  </a:lnTo>
                  <a:lnTo>
                    <a:pt x="4411" y="36519"/>
                  </a:lnTo>
                  <a:lnTo>
                    <a:pt x="31916" y="12373"/>
                  </a:lnTo>
                  <a:lnTo>
                    <a:pt x="59185" y="36519"/>
                  </a:lnTo>
                  <a:lnTo>
                    <a:pt x="63453" y="32258"/>
                  </a:lnTo>
                  <a:lnTo>
                    <a:pt x="31916"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2" name="Freeform: Shape 271">
              <a:extLst>
                <a:ext uri="{FF2B5EF4-FFF2-40B4-BE49-F238E27FC236}">
                  <a16:creationId xmlns:a16="http://schemas.microsoft.com/office/drawing/2014/main" id="{60CA7D2D-9EA3-A5BF-61D3-8BC42BA66E97}"/>
                </a:ext>
              </a:extLst>
            </p:cNvPr>
            <p:cNvSpPr/>
            <p:nvPr>
              <p:custDataLst>
                <p:tags r:id="rId69"/>
              </p:custDataLst>
            </p:nvPr>
          </p:nvSpPr>
          <p:spPr>
            <a:xfrm>
              <a:off x="8337745" y="6573653"/>
              <a:ext cx="129259" cy="213048"/>
            </a:xfrm>
            <a:custGeom>
              <a:avLst/>
              <a:gdLst>
                <a:gd name="connsiteX0" fmla="*/ 129399 w 129259"/>
                <a:gd name="connsiteY0" fmla="*/ 32497 h 213048"/>
                <a:gd name="connsiteX1" fmla="*/ 97151 w 129259"/>
                <a:gd name="connsiteY1" fmla="*/ 66 h 213048"/>
                <a:gd name="connsiteX2" fmla="*/ 68460 w 129259"/>
                <a:gd name="connsiteY2" fmla="*/ 10009 h 213048"/>
                <a:gd name="connsiteX3" fmla="*/ 37872 w 129259"/>
                <a:gd name="connsiteY3" fmla="*/ 60430 h 213048"/>
                <a:gd name="connsiteX4" fmla="*/ 170 w 129259"/>
                <a:gd name="connsiteY4" fmla="*/ 210747 h 213048"/>
                <a:gd name="connsiteX5" fmla="*/ 3016 w 129259"/>
                <a:gd name="connsiteY5" fmla="*/ 213115 h 213048"/>
                <a:gd name="connsiteX6" fmla="*/ 5861 w 129259"/>
                <a:gd name="connsiteY6" fmla="*/ 211931 h 213048"/>
                <a:gd name="connsiteX7" fmla="*/ 22459 w 129259"/>
                <a:gd name="connsiteY7" fmla="*/ 146596 h 213048"/>
                <a:gd name="connsiteX8" fmla="*/ 54707 w 129259"/>
                <a:gd name="connsiteY8" fmla="*/ 169558 h 213048"/>
                <a:gd name="connsiteX9" fmla="*/ 100471 w 129259"/>
                <a:gd name="connsiteY9" fmla="*/ 150857 h 213048"/>
                <a:gd name="connsiteX10" fmla="*/ 119440 w 129259"/>
                <a:gd name="connsiteY10" fmla="*/ 107301 h 213048"/>
                <a:gd name="connsiteX11" fmla="*/ 102131 w 129259"/>
                <a:gd name="connsiteY11" fmla="*/ 72029 h 213048"/>
                <a:gd name="connsiteX12" fmla="*/ 129399 w 129259"/>
                <a:gd name="connsiteY12" fmla="*/ 32497 h 213048"/>
                <a:gd name="connsiteX13" fmla="*/ 86718 w 129259"/>
                <a:gd name="connsiteY13" fmla="*/ 71793 h 213048"/>
                <a:gd name="connsiteX14" fmla="*/ 75336 w 129259"/>
                <a:gd name="connsiteY14" fmla="*/ 73450 h 213048"/>
                <a:gd name="connsiteX15" fmla="*/ 64903 w 129259"/>
                <a:gd name="connsiteY15" fmla="*/ 72503 h 213048"/>
                <a:gd name="connsiteX16" fmla="*/ 76522 w 129259"/>
                <a:gd name="connsiteY16" fmla="*/ 70609 h 213048"/>
                <a:gd name="connsiteX17" fmla="*/ 86718 w 129259"/>
                <a:gd name="connsiteY17" fmla="*/ 71793 h 213048"/>
                <a:gd name="connsiteX18" fmla="*/ 116121 w 129259"/>
                <a:gd name="connsiteY18" fmla="*/ 27052 h 213048"/>
                <a:gd name="connsiteX19" fmla="*/ 94780 w 129259"/>
                <a:gd name="connsiteY19" fmla="*/ 68005 h 213048"/>
                <a:gd name="connsiteX20" fmla="*/ 76522 w 129259"/>
                <a:gd name="connsiteY20" fmla="*/ 65164 h 213048"/>
                <a:gd name="connsiteX21" fmla="*/ 58264 w 129259"/>
                <a:gd name="connsiteY21" fmla="*/ 72739 h 213048"/>
                <a:gd name="connsiteX22" fmla="*/ 74625 w 129259"/>
                <a:gd name="connsiteY22" fmla="*/ 78657 h 213048"/>
                <a:gd name="connsiteX23" fmla="*/ 94069 w 129259"/>
                <a:gd name="connsiteY23" fmla="*/ 75580 h 213048"/>
                <a:gd name="connsiteX24" fmla="*/ 104502 w 129259"/>
                <a:gd name="connsiteY24" fmla="*/ 102329 h 213048"/>
                <a:gd name="connsiteX25" fmla="*/ 92646 w 129259"/>
                <a:gd name="connsiteY25" fmla="*/ 143045 h 213048"/>
                <a:gd name="connsiteX26" fmla="*/ 53996 w 129259"/>
                <a:gd name="connsiteY26" fmla="*/ 164350 h 213048"/>
                <a:gd name="connsiteX27" fmla="*/ 26964 w 129259"/>
                <a:gd name="connsiteY27" fmla="*/ 133813 h 213048"/>
                <a:gd name="connsiteX28" fmla="*/ 28150 w 129259"/>
                <a:gd name="connsiteY28" fmla="*/ 123398 h 213048"/>
                <a:gd name="connsiteX29" fmla="*/ 43326 w 129259"/>
                <a:gd name="connsiteY29" fmla="*/ 63507 h 213048"/>
                <a:gd name="connsiteX30" fmla="*/ 94069 w 129259"/>
                <a:gd name="connsiteY30" fmla="*/ 5511 h 213048"/>
                <a:gd name="connsiteX31" fmla="*/ 116121 w 129259"/>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9" h="213048">
                  <a:moveTo>
                    <a:pt x="129399" y="32497"/>
                  </a:moveTo>
                  <a:cubicBezTo>
                    <a:pt x="129399" y="14743"/>
                    <a:pt x="116358" y="66"/>
                    <a:pt x="97151" y="66"/>
                  </a:cubicBezTo>
                  <a:cubicBezTo>
                    <a:pt x="83399" y="66"/>
                    <a:pt x="76759" y="3854"/>
                    <a:pt x="68460" y="10009"/>
                  </a:cubicBezTo>
                  <a:cubicBezTo>
                    <a:pt x="55419" y="19477"/>
                    <a:pt x="42377" y="42439"/>
                    <a:pt x="37872" y="60430"/>
                  </a:cubicBezTo>
                  <a:lnTo>
                    <a:pt x="170" y="210747"/>
                  </a:lnTo>
                  <a:cubicBezTo>
                    <a:pt x="-67" y="211694"/>
                    <a:pt x="1119" y="213115"/>
                    <a:pt x="3016" y="213115"/>
                  </a:cubicBezTo>
                  <a:cubicBezTo>
                    <a:pt x="4912" y="213115"/>
                    <a:pt x="5624" y="212641"/>
                    <a:pt x="5861" y="211931"/>
                  </a:cubicBezTo>
                  <a:lnTo>
                    <a:pt x="22459" y="146596"/>
                  </a:lnTo>
                  <a:cubicBezTo>
                    <a:pt x="26964" y="160799"/>
                    <a:pt x="37398" y="169558"/>
                    <a:pt x="54707" y="169558"/>
                  </a:cubicBezTo>
                  <a:cubicBezTo>
                    <a:pt x="72017" y="169558"/>
                    <a:pt x="89801" y="161273"/>
                    <a:pt x="100471" y="150857"/>
                  </a:cubicBezTo>
                  <a:cubicBezTo>
                    <a:pt x="111853" y="139968"/>
                    <a:pt x="119440" y="124818"/>
                    <a:pt x="119440" y="107301"/>
                  </a:cubicBezTo>
                  <a:cubicBezTo>
                    <a:pt x="119440" y="90257"/>
                    <a:pt x="110667" y="77947"/>
                    <a:pt x="102131" y="72029"/>
                  </a:cubicBezTo>
                  <a:cubicBezTo>
                    <a:pt x="115884" y="64218"/>
                    <a:pt x="129399" y="49541"/>
                    <a:pt x="129399" y="32497"/>
                  </a:cubicBezTo>
                  <a:close/>
                  <a:moveTo>
                    <a:pt x="86718" y="71793"/>
                  </a:moveTo>
                  <a:cubicBezTo>
                    <a:pt x="83636" y="72976"/>
                    <a:pt x="81027" y="73450"/>
                    <a:pt x="75336" y="73450"/>
                  </a:cubicBezTo>
                  <a:cubicBezTo>
                    <a:pt x="72017" y="73450"/>
                    <a:pt x="67274" y="73686"/>
                    <a:pt x="64903" y="72503"/>
                  </a:cubicBezTo>
                  <a:cubicBezTo>
                    <a:pt x="65378" y="70136"/>
                    <a:pt x="73914" y="70609"/>
                    <a:pt x="76522" y="70609"/>
                  </a:cubicBezTo>
                  <a:cubicBezTo>
                    <a:pt x="81502" y="70609"/>
                    <a:pt x="83636" y="70609"/>
                    <a:pt x="86718" y="71793"/>
                  </a:cubicBezTo>
                  <a:close/>
                  <a:moveTo>
                    <a:pt x="116121" y="27052"/>
                  </a:moveTo>
                  <a:cubicBezTo>
                    <a:pt x="116121" y="43623"/>
                    <a:pt x="107110" y="60667"/>
                    <a:pt x="94780" y="68005"/>
                  </a:cubicBezTo>
                  <a:cubicBezTo>
                    <a:pt x="88378" y="65638"/>
                    <a:pt x="83636" y="65164"/>
                    <a:pt x="76522" y="65164"/>
                  </a:cubicBezTo>
                  <a:cubicBezTo>
                    <a:pt x="71543" y="65164"/>
                    <a:pt x="58264" y="64928"/>
                    <a:pt x="58264" y="72739"/>
                  </a:cubicBezTo>
                  <a:cubicBezTo>
                    <a:pt x="58027" y="79368"/>
                    <a:pt x="70357" y="78657"/>
                    <a:pt x="74625" y="78657"/>
                  </a:cubicBezTo>
                  <a:cubicBezTo>
                    <a:pt x="83399" y="78657"/>
                    <a:pt x="86955" y="78421"/>
                    <a:pt x="94069" y="75580"/>
                  </a:cubicBezTo>
                  <a:cubicBezTo>
                    <a:pt x="103079" y="84102"/>
                    <a:pt x="104265" y="91440"/>
                    <a:pt x="104502" y="102329"/>
                  </a:cubicBezTo>
                  <a:cubicBezTo>
                    <a:pt x="104976" y="116059"/>
                    <a:pt x="99285" y="133813"/>
                    <a:pt x="92646" y="143045"/>
                  </a:cubicBezTo>
                  <a:cubicBezTo>
                    <a:pt x="83399" y="155828"/>
                    <a:pt x="67512" y="164350"/>
                    <a:pt x="53996" y="164350"/>
                  </a:cubicBezTo>
                  <a:cubicBezTo>
                    <a:pt x="35975" y="164350"/>
                    <a:pt x="26964" y="150620"/>
                    <a:pt x="26964" y="133813"/>
                  </a:cubicBezTo>
                  <a:cubicBezTo>
                    <a:pt x="26964" y="131446"/>
                    <a:pt x="26964" y="127895"/>
                    <a:pt x="28150" y="123398"/>
                  </a:cubicBezTo>
                  <a:lnTo>
                    <a:pt x="43326" y="63507"/>
                  </a:lnTo>
                  <a:cubicBezTo>
                    <a:pt x="48542" y="43149"/>
                    <a:pt x="65615" y="5511"/>
                    <a:pt x="94069" y="5511"/>
                  </a:cubicBezTo>
                  <a:cubicBezTo>
                    <a:pt x="107822" y="5511"/>
                    <a:pt x="116121" y="12849"/>
                    <a:pt x="116121"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3" name="Freeform: Shape 272">
              <a:extLst>
                <a:ext uri="{FF2B5EF4-FFF2-40B4-BE49-F238E27FC236}">
                  <a16:creationId xmlns:a16="http://schemas.microsoft.com/office/drawing/2014/main" id="{2D381931-8527-7F91-8C18-21E067A25AC5}"/>
                </a:ext>
              </a:extLst>
            </p:cNvPr>
            <p:cNvSpPr/>
            <p:nvPr>
              <p:custDataLst>
                <p:tags r:id="rId70"/>
              </p:custDataLst>
            </p:nvPr>
          </p:nvSpPr>
          <p:spPr>
            <a:xfrm>
              <a:off x="8473412" y="6666258"/>
              <a:ext cx="77015" cy="113341"/>
            </a:xfrm>
            <a:custGeom>
              <a:avLst/>
              <a:gdLst>
                <a:gd name="connsiteX0" fmla="*/ 77162 w 77015"/>
                <a:gd name="connsiteY0" fmla="*/ 57236 h 113341"/>
                <a:gd name="connsiteX1" fmla="*/ 67369 w 77015"/>
                <a:gd name="connsiteY1" fmla="*/ 14318 h 113341"/>
                <a:gd name="connsiteX2" fmla="*/ 38654 w 77015"/>
                <a:gd name="connsiteY2" fmla="*/ 68 h 113341"/>
                <a:gd name="connsiteX3" fmla="*/ 146 w 77015"/>
                <a:gd name="connsiteY3" fmla="*/ 57236 h 113341"/>
                <a:gd name="connsiteX4" fmla="*/ 38654 w 77015"/>
                <a:gd name="connsiteY4" fmla="*/ 113409 h 113341"/>
                <a:gd name="connsiteX5" fmla="*/ 77162 w 77015"/>
                <a:gd name="connsiteY5" fmla="*/ 57236 h 113341"/>
                <a:gd name="connsiteX6" fmla="*/ 38654 w 77015"/>
                <a:gd name="connsiteY6" fmla="*/ 108770 h 113341"/>
                <a:gd name="connsiteX7" fmla="*/ 17574 w 77015"/>
                <a:gd name="connsiteY7" fmla="*/ 90708 h 113341"/>
                <a:gd name="connsiteX8" fmla="*/ 15250 w 77015"/>
                <a:gd name="connsiteY8" fmla="*/ 55082 h 113341"/>
                <a:gd name="connsiteX9" fmla="*/ 17740 w 77015"/>
                <a:gd name="connsiteY9" fmla="*/ 21278 h 113341"/>
                <a:gd name="connsiteX10" fmla="*/ 38654 w 77015"/>
                <a:gd name="connsiteY10" fmla="*/ 4707 h 113341"/>
                <a:gd name="connsiteX11" fmla="*/ 59235 w 77015"/>
                <a:gd name="connsiteY11" fmla="*/ 19787 h 113341"/>
                <a:gd name="connsiteX12" fmla="*/ 62057 w 77015"/>
                <a:gd name="connsiteY12" fmla="*/ 55082 h 113341"/>
                <a:gd name="connsiteX13" fmla="*/ 59899 w 77015"/>
                <a:gd name="connsiteY13" fmla="*/ 90045 h 113341"/>
                <a:gd name="connsiteX14" fmla="*/ 38654 w 77015"/>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015" h="113341">
                  <a:moveTo>
                    <a:pt x="77162" y="57236"/>
                  </a:moveTo>
                  <a:cubicBezTo>
                    <a:pt x="77162" y="39008"/>
                    <a:pt x="75004" y="25918"/>
                    <a:pt x="67369" y="14318"/>
                  </a:cubicBezTo>
                  <a:cubicBezTo>
                    <a:pt x="62223" y="6696"/>
                    <a:pt x="51932" y="68"/>
                    <a:pt x="38654" y="68"/>
                  </a:cubicBezTo>
                  <a:cubicBezTo>
                    <a:pt x="146" y="68"/>
                    <a:pt x="146" y="45305"/>
                    <a:pt x="146" y="57236"/>
                  </a:cubicBezTo>
                  <a:cubicBezTo>
                    <a:pt x="146" y="69166"/>
                    <a:pt x="146" y="113409"/>
                    <a:pt x="38654" y="113409"/>
                  </a:cubicBezTo>
                  <a:cubicBezTo>
                    <a:pt x="77162" y="113409"/>
                    <a:pt x="77162" y="69166"/>
                    <a:pt x="77162" y="57236"/>
                  </a:cubicBezTo>
                  <a:close/>
                  <a:moveTo>
                    <a:pt x="38654" y="108770"/>
                  </a:moveTo>
                  <a:cubicBezTo>
                    <a:pt x="31018" y="108770"/>
                    <a:pt x="20893" y="104296"/>
                    <a:pt x="17574" y="90708"/>
                  </a:cubicBezTo>
                  <a:cubicBezTo>
                    <a:pt x="15250" y="80931"/>
                    <a:pt x="15250" y="67344"/>
                    <a:pt x="15250" y="55082"/>
                  </a:cubicBezTo>
                  <a:cubicBezTo>
                    <a:pt x="15250" y="42985"/>
                    <a:pt x="15250" y="30392"/>
                    <a:pt x="17740" y="21278"/>
                  </a:cubicBezTo>
                  <a:cubicBezTo>
                    <a:pt x="21225" y="8187"/>
                    <a:pt x="31848" y="4707"/>
                    <a:pt x="38654" y="4707"/>
                  </a:cubicBezTo>
                  <a:cubicBezTo>
                    <a:pt x="47617" y="4707"/>
                    <a:pt x="56248" y="10176"/>
                    <a:pt x="59235" y="19787"/>
                  </a:cubicBezTo>
                  <a:cubicBezTo>
                    <a:pt x="61891" y="28735"/>
                    <a:pt x="62057" y="40665"/>
                    <a:pt x="62057" y="55082"/>
                  </a:cubicBezTo>
                  <a:cubicBezTo>
                    <a:pt x="62057" y="67344"/>
                    <a:pt x="62057" y="79606"/>
                    <a:pt x="59899" y="90045"/>
                  </a:cubicBezTo>
                  <a:cubicBezTo>
                    <a:pt x="56580" y="105124"/>
                    <a:pt x="45293" y="108770"/>
                    <a:pt x="38654"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4" name="Freeform: Shape 273">
              <a:extLst>
                <a:ext uri="{FF2B5EF4-FFF2-40B4-BE49-F238E27FC236}">
                  <a16:creationId xmlns:a16="http://schemas.microsoft.com/office/drawing/2014/main" id="{0D475811-22A4-8748-A12A-FBC08393D1C3}"/>
                </a:ext>
              </a:extLst>
            </p:cNvPr>
            <p:cNvSpPr/>
            <p:nvPr>
              <p:custDataLst>
                <p:tags r:id="rId71"/>
              </p:custDataLst>
            </p:nvPr>
          </p:nvSpPr>
          <p:spPr>
            <a:xfrm>
              <a:off x="8643528" y="6676863"/>
              <a:ext cx="144879" cy="9468"/>
            </a:xfrm>
            <a:custGeom>
              <a:avLst/>
              <a:gdLst>
                <a:gd name="connsiteX0" fmla="*/ 136732 w 144879"/>
                <a:gd name="connsiteY0" fmla="*/ 9535 h 9468"/>
                <a:gd name="connsiteX1" fmla="*/ 145031 w 144879"/>
                <a:gd name="connsiteY1" fmla="*/ 4801 h 9468"/>
                <a:gd name="connsiteX2" fmla="*/ 136732 w 144879"/>
                <a:gd name="connsiteY2" fmla="*/ 66 h 9468"/>
                <a:gd name="connsiteX3" fmla="*/ 8451 w 144879"/>
                <a:gd name="connsiteY3" fmla="*/ 66 h 9468"/>
                <a:gd name="connsiteX4" fmla="*/ 152 w 144879"/>
                <a:gd name="connsiteY4" fmla="*/ 4801 h 9468"/>
                <a:gd name="connsiteX5" fmla="*/ 8451 w 144879"/>
                <a:gd name="connsiteY5" fmla="*/ 9535 h 9468"/>
                <a:gd name="connsiteX6" fmla="*/ 136732 w 14487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79" h="9468">
                  <a:moveTo>
                    <a:pt x="136732" y="9535"/>
                  </a:moveTo>
                  <a:cubicBezTo>
                    <a:pt x="140763" y="9535"/>
                    <a:pt x="145031" y="9535"/>
                    <a:pt x="145031" y="4801"/>
                  </a:cubicBezTo>
                  <a:cubicBezTo>
                    <a:pt x="145031" y="66"/>
                    <a:pt x="140763" y="66"/>
                    <a:pt x="136732" y="66"/>
                  </a:cubicBezTo>
                  <a:lnTo>
                    <a:pt x="8451" y="66"/>
                  </a:lnTo>
                  <a:cubicBezTo>
                    <a:pt x="4420" y="66"/>
                    <a:pt x="152" y="66"/>
                    <a:pt x="152" y="4801"/>
                  </a:cubicBezTo>
                  <a:cubicBezTo>
                    <a:pt x="152" y="9535"/>
                    <a:pt x="4420" y="9535"/>
                    <a:pt x="8451" y="9535"/>
                  </a:cubicBezTo>
                  <a:lnTo>
                    <a:pt x="13673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5" name="Freeform: Shape 274">
              <a:extLst>
                <a:ext uri="{FF2B5EF4-FFF2-40B4-BE49-F238E27FC236}">
                  <a16:creationId xmlns:a16="http://schemas.microsoft.com/office/drawing/2014/main" id="{16E259A3-78E9-9CEE-6527-737ED6759B04}"/>
                </a:ext>
              </a:extLst>
            </p:cNvPr>
            <p:cNvSpPr/>
            <p:nvPr>
              <p:custDataLst>
                <p:tags r:id="rId72"/>
              </p:custDataLst>
            </p:nvPr>
          </p:nvSpPr>
          <p:spPr>
            <a:xfrm>
              <a:off x="8949437" y="6514026"/>
              <a:ext cx="63310" cy="36454"/>
            </a:xfrm>
            <a:custGeom>
              <a:avLst/>
              <a:gdLst>
                <a:gd name="connsiteX0" fmla="*/ 31939 w 63310"/>
                <a:gd name="connsiteY0" fmla="*/ 64 h 36454"/>
                <a:gd name="connsiteX1" fmla="*/ 165 w 63310"/>
                <a:gd name="connsiteY1" fmla="*/ 32258 h 36454"/>
                <a:gd name="connsiteX2" fmla="*/ 4433 w 63310"/>
                <a:gd name="connsiteY2" fmla="*/ 36519 h 36454"/>
                <a:gd name="connsiteX3" fmla="*/ 31939 w 63310"/>
                <a:gd name="connsiteY3" fmla="*/ 12373 h 36454"/>
                <a:gd name="connsiteX4" fmla="*/ 59207 w 63310"/>
                <a:gd name="connsiteY4" fmla="*/ 36519 h 36454"/>
                <a:gd name="connsiteX5" fmla="*/ 63475 w 63310"/>
                <a:gd name="connsiteY5" fmla="*/ 32258 h 36454"/>
                <a:gd name="connsiteX6" fmla="*/ 31939 w 6331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10" h="36454">
                  <a:moveTo>
                    <a:pt x="31939" y="64"/>
                  </a:moveTo>
                  <a:lnTo>
                    <a:pt x="165" y="32258"/>
                  </a:lnTo>
                  <a:lnTo>
                    <a:pt x="4433" y="36519"/>
                  </a:lnTo>
                  <a:lnTo>
                    <a:pt x="31939" y="12373"/>
                  </a:lnTo>
                  <a:lnTo>
                    <a:pt x="59207" y="36519"/>
                  </a:lnTo>
                  <a:lnTo>
                    <a:pt x="63475" y="32258"/>
                  </a:lnTo>
                  <a:lnTo>
                    <a:pt x="31939"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6" name="Freeform: Shape 275">
              <a:extLst>
                <a:ext uri="{FF2B5EF4-FFF2-40B4-BE49-F238E27FC236}">
                  <a16:creationId xmlns:a16="http://schemas.microsoft.com/office/drawing/2014/main" id="{3D6956FD-DABE-07A1-FB69-E7B39E844AF3}"/>
                </a:ext>
              </a:extLst>
            </p:cNvPr>
            <p:cNvSpPr/>
            <p:nvPr>
              <p:custDataLst>
                <p:tags r:id="rId73"/>
              </p:custDataLst>
            </p:nvPr>
          </p:nvSpPr>
          <p:spPr>
            <a:xfrm>
              <a:off x="8868048" y="6573653"/>
              <a:ext cx="129259" cy="213048"/>
            </a:xfrm>
            <a:custGeom>
              <a:avLst/>
              <a:gdLst>
                <a:gd name="connsiteX0" fmla="*/ 129422 w 129259"/>
                <a:gd name="connsiteY0" fmla="*/ 32497 h 213048"/>
                <a:gd name="connsiteX1" fmla="*/ 97174 w 129259"/>
                <a:gd name="connsiteY1" fmla="*/ 66 h 213048"/>
                <a:gd name="connsiteX2" fmla="*/ 68482 w 129259"/>
                <a:gd name="connsiteY2" fmla="*/ 10009 h 213048"/>
                <a:gd name="connsiteX3" fmla="*/ 37894 w 129259"/>
                <a:gd name="connsiteY3" fmla="*/ 60430 h 213048"/>
                <a:gd name="connsiteX4" fmla="*/ 192 w 129259"/>
                <a:gd name="connsiteY4" fmla="*/ 210747 h 213048"/>
                <a:gd name="connsiteX5" fmla="*/ 3038 w 129259"/>
                <a:gd name="connsiteY5" fmla="*/ 213115 h 213048"/>
                <a:gd name="connsiteX6" fmla="*/ 5883 w 129259"/>
                <a:gd name="connsiteY6" fmla="*/ 211931 h 213048"/>
                <a:gd name="connsiteX7" fmla="*/ 22481 w 129259"/>
                <a:gd name="connsiteY7" fmla="*/ 146596 h 213048"/>
                <a:gd name="connsiteX8" fmla="*/ 54729 w 129259"/>
                <a:gd name="connsiteY8" fmla="*/ 169558 h 213048"/>
                <a:gd name="connsiteX9" fmla="*/ 100493 w 129259"/>
                <a:gd name="connsiteY9" fmla="*/ 150857 h 213048"/>
                <a:gd name="connsiteX10" fmla="*/ 119463 w 129259"/>
                <a:gd name="connsiteY10" fmla="*/ 107301 h 213048"/>
                <a:gd name="connsiteX11" fmla="*/ 102153 w 129259"/>
                <a:gd name="connsiteY11" fmla="*/ 72029 h 213048"/>
                <a:gd name="connsiteX12" fmla="*/ 129422 w 129259"/>
                <a:gd name="connsiteY12" fmla="*/ 32497 h 213048"/>
                <a:gd name="connsiteX13" fmla="*/ 86740 w 129259"/>
                <a:gd name="connsiteY13" fmla="*/ 71793 h 213048"/>
                <a:gd name="connsiteX14" fmla="*/ 75359 w 129259"/>
                <a:gd name="connsiteY14" fmla="*/ 73450 h 213048"/>
                <a:gd name="connsiteX15" fmla="*/ 64926 w 129259"/>
                <a:gd name="connsiteY15" fmla="*/ 72503 h 213048"/>
                <a:gd name="connsiteX16" fmla="*/ 76544 w 129259"/>
                <a:gd name="connsiteY16" fmla="*/ 70609 h 213048"/>
                <a:gd name="connsiteX17" fmla="*/ 86740 w 129259"/>
                <a:gd name="connsiteY17" fmla="*/ 71793 h 213048"/>
                <a:gd name="connsiteX18" fmla="*/ 116143 w 129259"/>
                <a:gd name="connsiteY18" fmla="*/ 27052 h 213048"/>
                <a:gd name="connsiteX19" fmla="*/ 94802 w 129259"/>
                <a:gd name="connsiteY19" fmla="*/ 68005 h 213048"/>
                <a:gd name="connsiteX20" fmla="*/ 76544 w 129259"/>
                <a:gd name="connsiteY20" fmla="*/ 65164 h 213048"/>
                <a:gd name="connsiteX21" fmla="*/ 58286 w 129259"/>
                <a:gd name="connsiteY21" fmla="*/ 72739 h 213048"/>
                <a:gd name="connsiteX22" fmla="*/ 74647 w 129259"/>
                <a:gd name="connsiteY22" fmla="*/ 78657 h 213048"/>
                <a:gd name="connsiteX23" fmla="*/ 94091 w 129259"/>
                <a:gd name="connsiteY23" fmla="*/ 75580 h 213048"/>
                <a:gd name="connsiteX24" fmla="*/ 104524 w 129259"/>
                <a:gd name="connsiteY24" fmla="*/ 102329 h 213048"/>
                <a:gd name="connsiteX25" fmla="*/ 92668 w 129259"/>
                <a:gd name="connsiteY25" fmla="*/ 143045 h 213048"/>
                <a:gd name="connsiteX26" fmla="*/ 54018 w 129259"/>
                <a:gd name="connsiteY26" fmla="*/ 164350 h 213048"/>
                <a:gd name="connsiteX27" fmla="*/ 26987 w 129259"/>
                <a:gd name="connsiteY27" fmla="*/ 133813 h 213048"/>
                <a:gd name="connsiteX28" fmla="*/ 28172 w 129259"/>
                <a:gd name="connsiteY28" fmla="*/ 123398 h 213048"/>
                <a:gd name="connsiteX29" fmla="*/ 43348 w 129259"/>
                <a:gd name="connsiteY29" fmla="*/ 63507 h 213048"/>
                <a:gd name="connsiteX30" fmla="*/ 94091 w 129259"/>
                <a:gd name="connsiteY30" fmla="*/ 5511 h 213048"/>
                <a:gd name="connsiteX31" fmla="*/ 116143 w 129259"/>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9" h="213048">
                  <a:moveTo>
                    <a:pt x="129422" y="32497"/>
                  </a:moveTo>
                  <a:cubicBezTo>
                    <a:pt x="129422" y="14743"/>
                    <a:pt x="116380" y="66"/>
                    <a:pt x="97174" y="66"/>
                  </a:cubicBezTo>
                  <a:cubicBezTo>
                    <a:pt x="83421" y="66"/>
                    <a:pt x="76781" y="3854"/>
                    <a:pt x="68482" y="10009"/>
                  </a:cubicBezTo>
                  <a:cubicBezTo>
                    <a:pt x="55441" y="19477"/>
                    <a:pt x="42399" y="42439"/>
                    <a:pt x="37894" y="60430"/>
                  </a:cubicBezTo>
                  <a:lnTo>
                    <a:pt x="192" y="210747"/>
                  </a:lnTo>
                  <a:cubicBezTo>
                    <a:pt x="-45" y="211694"/>
                    <a:pt x="1141" y="213115"/>
                    <a:pt x="3038" y="213115"/>
                  </a:cubicBezTo>
                  <a:cubicBezTo>
                    <a:pt x="4935" y="213115"/>
                    <a:pt x="5646" y="212641"/>
                    <a:pt x="5883" y="211931"/>
                  </a:cubicBezTo>
                  <a:lnTo>
                    <a:pt x="22481" y="146596"/>
                  </a:lnTo>
                  <a:cubicBezTo>
                    <a:pt x="26987" y="160799"/>
                    <a:pt x="37420" y="169558"/>
                    <a:pt x="54729" y="169558"/>
                  </a:cubicBezTo>
                  <a:cubicBezTo>
                    <a:pt x="72039" y="169558"/>
                    <a:pt x="89823" y="161273"/>
                    <a:pt x="100493" y="150857"/>
                  </a:cubicBezTo>
                  <a:cubicBezTo>
                    <a:pt x="111875" y="139968"/>
                    <a:pt x="119463" y="124818"/>
                    <a:pt x="119463" y="107301"/>
                  </a:cubicBezTo>
                  <a:cubicBezTo>
                    <a:pt x="119463" y="90257"/>
                    <a:pt x="110689" y="77947"/>
                    <a:pt x="102153" y="72029"/>
                  </a:cubicBezTo>
                  <a:cubicBezTo>
                    <a:pt x="115906" y="64218"/>
                    <a:pt x="129422" y="49541"/>
                    <a:pt x="129422" y="32497"/>
                  </a:cubicBezTo>
                  <a:close/>
                  <a:moveTo>
                    <a:pt x="86740" y="71793"/>
                  </a:moveTo>
                  <a:cubicBezTo>
                    <a:pt x="83658" y="72976"/>
                    <a:pt x="81050" y="73450"/>
                    <a:pt x="75359" y="73450"/>
                  </a:cubicBezTo>
                  <a:cubicBezTo>
                    <a:pt x="72039" y="73450"/>
                    <a:pt x="67297" y="73686"/>
                    <a:pt x="64926" y="72503"/>
                  </a:cubicBezTo>
                  <a:cubicBezTo>
                    <a:pt x="65400" y="70136"/>
                    <a:pt x="73936" y="70609"/>
                    <a:pt x="76544" y="70609"/>
                  </a:cubicBezTo>
                  <a:cubicBezTo>
                    <a:pt x="81524" y="70609"/>
                    <a:pt x="83658" y="70609"/>
                    <a:pt x="86740" y="71793"/>
                  </a:cubicBezTo>
                  <a:close/>
                  <a:moveTo>
                    <a:pt x="116143" y="27052"/>
                  </a:moveTo>
                  <a:cubicBezTo>
                    <a:pt x="116143" y="43623"/>
                    <a:pt x="107133" y="60667"/>
                    <a:pt x="94802" y="68005"/>
                  </a:cubicBezTo>
                  <a:cubicBezTo>
                    <a:pt x="88400" y="65638"/>
                    <a:pt x="83658" y="65164"/>
                    <a:pt x="76544" y="65164"/>
                  </a:cubicBezTo>
                  <a:cubicBezTo>
                    <a:pt x="71565" y="65164"/>
                    <a:pt x="58286" y="64928"/>
                    <a:pt x="58286" y="72739"/>
                  </a:cubicBezTo>
                  <a:cubicBezTo>
                    <a:pt x="58049" y="79368"/>
                    <a:pt x="70379" y="78657"/>
                    <a:pt x="74647" y="78657"/>
                  </a:cubicBezTo>
                  <a:cubicBezTo>
                    <a:pt x="83421" y="78657"/>
                    <a:pt x="86978" y="78421"/>
                    <a:pt x="94091" y="75580"/>
                  </a:cubicBezTo>
                  <a:cubicBezTo>
                    <a:pt x="103102" y="84102"/>
                    <a:pt x="104287" y="91440"/>
                    <a:pt x="104524" y="102329"/>
                  </a:cubicBezTo>
                  <a:cubicBezTo>
                    <a:pt x="104999" y="116059"/>
                    <a:pt x="99308" y="133813"/>
                    <a:pt x="92668" y="143045"/>
                  </a:cubicBezTo>
                  <a:cubicBezTo>
                    <a:pt x="83421" y="155828"/>
                    <a:pt x="67534" y="164350"/>
                    <a:pt x="54018" y="164350"/>
                  </a:cubicBezTo>
                  <a:cubicBezTo>
                    <a:pt x="35997" y="164350"/>
                    <a:pt x="26987" y="150620"/>
                    <a:pt x="26987" y="133813"/>
                  </a:cubicBezTo>
                  <a:cubicBezTo>
                    <a:pt x="26987" y="131446"/>
                    <a:pt x="26987" y="127895"/>
                    <a:pt x="28172" y="123398"/>
                  </a:cubicBezTo>
                  <a:lnTo>
                    <a:pt x="43348" y="63507"/>
                  </a:lnTo>
                  <a:cubicBezTo>
                    <a:pt x="48564" y="43149"/>
                    <a:pt x="65637" y="5511"/>
                    <a:pt x="94091" y="5511"/>
                  </a:cubicBezTo>
                  <a:cubicBezTo>
                    <a:pt x="107844" y="5511"/>
                    <a:pt x="116143" y="12849"/>
                    <a:pt x="11614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7" name="Freeform: Shape 276">
              <a:extLst>
                <a:ext uri="{FF2B5EF4-FFF2-40B4-BE49-F238E27FC236}">
                  <a16:creationId xmlns:a16="http://schemas.microsoft.com/office/drawing/2014/main" id="{174BC614-3EC0-BBF1-E4D5-CC5B8E32E4EA}"/>
                </a:ext>
              </a:extLst>
            </p:cNvPr>
            <p:cNvSpPr/>
            <p:nvPr>
              <p:custDataLst>
                <p:tags r:id="rId74"/>
              </p:custDataLst>
            </p:nvPr>
          </p:nvSpPr>
          <p:spPr>
            <a:xfrm>
              <a:off x="9013176" y="6666258"/>
              <a:ext cx="60417" cy="110027"/>
            </a:xfrm>
            <a:custGeom>
              <a:avLst/>
              <a:gdLst>
                <a:gd name="connsiteX0" fmla="*/ 37680 w 60417"/>
                <a:gd name="connsiteY0" fmla="*/ 4707 h 110027"/>
                <a:gd name="connsiteX1" fmla="*/ 32701 w 60417"/>
                <a:gd name="connsiteY1" fmla="*/ 68 h 110027"/>
                <a:gd name="connsiteX2" fmla="*/ 168 w 60417"/>
                <a:gd name="connsiteY2" fmla="*/ 10673 h 110027"/>
                <a:gd name="connsiteX3" fmla="*/ 168 w 60417"/>
                <a:gd name="connsiteY3" fmla="*/ 16638 h 110027"/>
                <a:gd name="connsiteX4" fmla="*/ 24235 w 60417"/>
                <a:gd name="connsiteY4" fmla="*/ 11998 h 110027"/>
                <a:gd name="connsiteX5" fmla="*/ 24235 w 60417"/>
                <a:gd name="connsiteY5" fmla="*/ 96508 h 110027"/>
                <a:gd name="connsiteX6" fmla="*/ 7637 w 60417"/>
                <a:gd name="connsiteY6" fmla="*/ 104130 h 110027"/>
                <a:gd name="connsiteX7" fmla="*/ 1330 w 60417"/>
                <a:gd name="connsiteY7" fmla="*/ 104130 h 110027"/>
                <a:gd name="connsiteX8" fmla="*/ 1330 w 60417"/>
                <a:gd name="connsiteY8" fmla="*/ 110095 h 110027"/>
                <a:gd name="connsiteX9" fmla="*/ 30875 w 60417"/>
                <a:gd name="connsiteY9" fmla="*/ 109433 h 110027"/>
                <a:gd name="connsiteX10" fmla="*/ 60586 w 60417"/>
                <a:gd name="connsiteY10" fmla="*/ 110095 h 110027"/>
                <a:gd name="connsiteX11" fmla="*/ 60586 w 60417"/>
                <a:gd name="connsiteY11" fmla="*/ 104130 h 110027"/>
                <a:gd name="connsiteX12" fmla="*/ 54278 w 60417"/>
                <a:gd name="connsiteY12" fmla="*/ 104130 h 110027"/>
                <a:gd name="connsiteX13" fmla="*/ 37680 w 60417"/>
                <a:gd name="connsiteY13" fmla="*/ 96508 h 110027"/>
                <a:gd name="connsiteX14" fmla="*/ 37680 w 60417"/>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80" y="4707"/>
                  </a:moveTo>
                  <a:cubicBezTo>
                    <a:pt x="37680" y="233"/>
                    <a:pt x="37348" y="68"/>
                    <a:pt x="32701" y="68"/>
                  </a:cubicBezTo>
                  <a:cubicBezTo>
                    <a:pt x="22078" y="10507"/>
                    <a:pt x="6973" y="10673"/>
                    <a:pt x="168" y="10673"/>
                  </a:cubicBezTo>
                  <a:lnTo>
                    <a:pt x="168" y="16638"/>
                  </a:lnTo>
                  <a:cubicBezTo>
                    <a:pt x="4152" y="16638"/>
                    <a:pt x="15106" y="16638"/>
                    <a:pt x="24235" y="11998"/>
                  </a:cubicBezTo>
                  <a:lnTo>
                    <a:pt x="24235" y="96508"/>
                  </a:lnTo>
                  <a:cubicBezTo>
                    <a:pt x="24235" y="101976"/>
                    <a:pt x="24235" y="104130"/>
                    <a:pt x="7637" y="104130"/>
                  </a:cubicBezTo>
                  <a:lnTo>
                    <a:pt x="1330" y="104130"/>
                  </a:lnTo>
                  <a:lnTo>
                    <a:pt x="1330" y="110095"/>
                  </a:lnTo>
                  <a:cubicBezTo>
                    <a:pt x="4318" y="109930"/>
                    <a:pt x="24733" y="109433"/>
                    <a:pt x="30875" y="109433"/>
                  </a:cubicBezTo>
                  <a:cubicBezTo>
                    <a:pt x="36020" y="109433"/>
                    <a:pt x="56934" y="109930"/>
                    <a:pt x="60586" y="110095"/>
                  </a:cubicBezTo>
                  <a:lnTo>
                    <a:pt x="60586" y="104130"/>
                  </a:lnTo>
                  <a:lnTo>
                    <a:pt x="54278" y="104130"/>
                  </a:lnTo>
                  <a:cubicBezTo>
                    <a:pt x="37680" y="104130"/>
                    <a:pt x="37680" y="101976"/>
                    <a:pt x="37680" y="96508"/>
                  </a:cubicBezTo>
                  <a:lnTo>
                    <a:pt x="37680"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8" name="Freeform: Shape 277">
              <a:extLst>
                <a:ext uri="{FF2B5EF4-FFF2-40B4-BE49-F238E27FC236}">
                  <a16:creationId xmlns:a16="http://schemas.microsoft.com/office/drawing/2014/main" id="{90C3CC3E-C8F6-D11C-1EE1-361870D6B602}"/>
                </a:ext>
              </a:extLst>
            </p:cNvPr>
            <p:cNvSpPr/>
            <p:nvPr>
              <p:custDataLst>
                <p:tags r:id="rId75"/>
              </p:custDataLst>
            </p:nvPr>
          </p:nvSpPr>
          <p:spPr>
            <a:xfrm>
              <a:off x="9159353" y="6537546"/>
              <a:ext cx="60417" cy="110027"/>
            </a:xfrm>
            <a:custGeom>
              <a:avLst/>
              <a:gdLst>
                <a:gd name="connsiteX0" fmla="*/ 37686 w 60417"/>
                <a:gd name="connsiteY0" fmla="*/ 4702 h 110027"/>
                <a:gd name="connsiteX1" fmla="*/ 32707 w 60417"/>
                <a:gd name="connsiteY1" fmla="*/ 62 h 110027"/>
                <a:gd name="connsiteX2" fmla="*/ 174 w 60417"/>
                <a:gd name="connsiteY2" fmla="*/ 10667 h 110027"/>
                <a:gd name="connsiteX3" fmla="*/ 174 w 60417"/>
                <a:gd name="connsiteY3" fmla="*/ 16633 h 110027"/>
                <a:gd name="connsiteX4" fmla="*/ 24242 w 60417"/>
                <a:gd name="connsiteY4" fmla="*/ 11993 h 110027"/>
                <a:gd name="connsiteX5" fmla="*/ 24242 w 60417"/>
                <a:gd name="connsiteY5" fmla="*/ 96502 h 110027"/>
                <a:gd name="connsiteX6" fmla="*/ 7643 w 60417"/>
                <a:gd name="connsiteY6" fmla="*/ 104125 h 110027"/>
                <a:gd name="connsiteX7" fmla="*/ 1336 w 60417"/>
                <a:gd name="connsiteY7" fmla="*/ 104125 h 110027"/>
                <a:gd name="connsiteX8" fmla="*/ 1336 w 60417"/>
                <a:gd name="connsiteY8" fmla="*/ 110090 h 110027"/>
                <a:gd name="connsiteX9" fmla="*/ 30881 w 60417"/>
                <a:gd name="connsiteY9" fmla="*/ 109427 h 110027"/>
                <a:gd name="connsiteX10" fmla="*/ 60592 w 60417"/>
                <a:gd name="connsiteY10" fmla="*/ 110090 h 110027"/>
                <a:gd name="connsiteX11" fmla="*/ 60592 w 60417"/>
                <a:gd name="connsiteY11" fmla="*/ 104125 h 110027"/>
                <a:gd name="connsiteX12" fmla="*/ 54284 w 60417"/>
                <a:gd name="connsiteY12" fmla="*/ 104125 h 110027"/>
                <a:gd name="connsiteX13" fmla="*/ 37686 w 60417"/>
                <a:gd name="connsiteY13" fmla="*/ 96502 h 110027"/>
                <a:gd name="connsiteX14" fmla="*/ 37686 w 6041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686" y="4702"/>
                  </a:moveTo>
                  <a:cubicBezTo>
                    <a:pt x="37686" y="228"/>
                    <a:pt x="37354" y="62"/>
                    <a:pt x="32707" y="62"/>
                  </a:cubicBezTo>
                  <a:cubicBezTo>
                    <a:pt x="22084" y="10502"/>
                    <a:pt x="6979" y="10667"/>
                    <a:pt x="174" y="10667"/>
                  </a:cubicBezTo>
                  <a:lnTo>
                    <a:pt x="174" y="16633"/>
                  </a:lnTo>
                  <a:cubicBezTo>
                    <a:pt x="4158" y="16633"/>
                    <a:pt x="15113" y="16633"/>
                    <a:pt x="24242" y="11993"/>
                  </a:cubicBezTo>
                  <a:lnTo>
                    <a:pt x="24242" y="96502"/>
                  </a:lnTo>
                  <a:cubicBezTo>
                    <a:pt x="24242" y="101970"/>
                    <a:pt x="24242" y="104125"/>
                    <a:pt x="7643" y="104125"/>
                  </a:cubicBezTo>
                  <a:lnTo>
                    <a:pt x="1336" y="104125"/>
                  </a:lnTo>
                  <a:lnTo>
                    <a:pt x="1336" y="110090"/>
                  </a:lnTo>
                  <a:cubicBezTo>
                    <a:pt x="4324" y="109924"/>
                    <a:pt x="24740" y="109427"/>
                    <a:pt x="30881" y="109427"/>
                  </a:cubicBezTo>
                  <a:cubicBezTo>
                    <a:pt x="36026" y="109427"/>
                    <a:pt x="56940" y="109924"/>
                    <a:pt x="60592" y="110090"/>
                  </a:cubicBezTo>
                  <a:lnTo>
                    <a:pt x="60592" y="104125"/>
                  </a:lnTo>
                  <a:lnTo>
                    <a:pt x="54284" y="104125"/>
                  </a:lnTo>
                  <a:cubicBezTo>
                    <a:pt x="37686" y="104125"/>
                    <a:pt x="37686" y="101970"/>
                    <a:pt x="37686" y="96502"/>
                  </a:cubicBezTo>
                  <a:lnTo>
                    <a:pt x="37686"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9" name="Freeform: Shape 278">
              <a:extLst>
                <a:ext uri="{FF2B5EF4-FFF2-40B4-BE49-F238E27FC236}">
                  <a16:creationId xmlns:a16="http://schemas.microsoft.com/office/drawing/2014/main" id="{E6D3DF0F-06EB-9EBE-466D-B8ACC7734F80}"/>
                </a:ext>
              </a:extLst>
            </p:cNvPr>
            <p:cNvSpPr/>
            <p:nvPr>
              <p:custDataLst>
                <p:tags r:id="rId76"/>
              </p:custDataLst>
            </p:nvPr>
          </p:nvSpPr>
          <p:spPr>
            <a:xfrm>
              <a:off x="9129912" y="6676863"/>
              <a:ext cx="117215" cy="9468"/>
            </a:xfrm>
            <a:custGeom>
              <a:avLst/>
              <a:gdLst>
                <a:gd name="connsiteX0" fmla="*/ 0 w 117215"/>
                <a:gd name="connsiteY0" fmla="*/ 0 h 9468"/>
                <a:gd name="connsiteX1" fmla="*/ 117216 w 117215"/>
                <a:gd name="connsiteY1" fmla="*/ 0 h 9468"/>
                <a:gd name="connsiteX2" fmla="*/ 117216 w 117215"/>
                <a:gd name="connsiteY2" fmla="*/ 9468 h 9468"/>
                <a:gd name="connsiteX3" fmla="*/ 0 w 117215"/>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15" h="9468">
                  <a:moveTo>
                    <a:pt x="0" y="0"/>
                  </a:moveTo>
                  <a:lnTo>
                    <a:pt x="117216" y="0"/>
                  </a:lnTo>
                  <a:lnTo>
                    <a:pt x="117216"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0" name="Freeform: Shape 279">
              <a:extLst>
                <a:ext uri="{FF2B5EF4-FFF2-40B4-BE49-F238E27FC236}">
                  <a16:creationId xmlns:a16="http://schemas.microsoft.com/office/drawing/2014/main" id="{6386A707-FBB8-6819-8919-2C70E32F0B95}"/>
                </a:ext>
              </a:extLst>
            </p:cNvPr>
            <p:cNvSpPr/>
            <p:nvPr>
              <p:custDataLst>
                <p:tags r:id="rId77"/>
              </p:custDataLst>
            </p:nvPr>
          </p:nvSpPr>
          <p:spPr>
            <a:xfrm>
              <a:off x="9137714" y="6749333"/>
              <a:ext cx="101415" cy="74732"/>
            </a:xfrm>
            <a:custGeom>
              <a:avLst/>
              <a:gdLst>
                <a:gd name="connsiteX0" fmla="*/ 12622 w 101415"/>
                <a:gd name="connsiteY0" fmla="*/ 62706 h 74732"/>
                <a:gd name="connsiteX1" fmla="*/ 10962 w 101415"/>
                <a:gd name="connsiteY1" fmla="*/ 69500 h 74732"/>
                <a:gd name="connsiteX2" fmla="*/ 16606 w 101415"/>
                <a:gd name="connsiteY2" fmla="*/ 74802 h 74732"/>
                <a:gd name="connsiteX3" fmla="*/ 23079 w 101415"/>
                <a:gd name="connsiteY3" fmla="*/ 71157 h 74732"/>
                <a:gd name="connsiteX4" fmla="*/ 26067 w 101415"/>
                <a:gd name="connsiteY4" fmla="*/ 60883 h 74732"/>
                <a:gd name="connsiteX5" fmla="*/ 29719 w 101415"/>
                <a:gd name="connsiteY5" fmla="*/ 45970 h 74732"/>
                <a:gd name="connsiteX6" fmla="*/ 32540 w 101415"/>
                <a:gd name="connsiteY6" fmla="*/ 34868 h 74732"/>
                <a:gd name="connsiteX7" fmla="*/ 39511 w 101415"/>
                <a:gd name="connsiteY7" fmla="*/ 19954 h 74732"/>
                <a:gd name="connsiteX8" fmla="*/ 64409 w 101415"/>
                <a:gd name="connsiteY8" fmla="*/ 4709 h 74732"/>
                <a:gd name="connsiteX9" fmla="*/ 74202 w 101415"/>
                <a:gd name="connsiteY9" fmla="*/ 16309 h 74732"/>
                <a:gd name="connsiteX10" fmla="*/ 64409 w 101415"/>
                <a:gd name="connsiteY10" fmla="*/ 51604 h 74732"/>
                <a:gd name="connsiteX11" fmla="*/ 61919 w 101415"/>
                <a:gd name="connsiteY11" fmla="*/ 60552 h 74732"/>
                <a:gd name="connsiteX12" fmla="*/ 77687 w 101415"/>
                <a:gd name="connsiteY12" fmla="*/ 74802 h 74732"/>
                <a:gd name="connsiteX13" fmla="*/ 101589 w 101415"/>
                <a:gd name="connsiteY13" fmla="*/ 49450 h 74732"/>
                <a:gd name="connsiteX14" fmla="*/ 98933 w 101415"/>
                <a:gd name="connsiteY14" fmla="*/ 47295 h 74732"/>
                <a:gd name="connsiteX15" fmla="*/ 95780 w 101415"/>
                <a:gd name="connsiteY15" fmla="*/ 50112 h 74732"/>
                <a:gd name="connsiteX16" fmla="*/ 78185 w 101415"/>
                <a:gd name="connsiteY16" fmla="*/ 70163 h 74732"/>
                <a:gd name="connsiteX17" fmla="*/ 74036 w 101415"/>
                <a:gd name="connsiteY17" fmla="*/ 64363 h 74732"/>
                <a:gd name="connsiteX18" fmla="*/ 77853 w 101415"/>
                <a:gd name="connsiteY18" fmla="*/ 50941 h 74732"/>
                <a:gd name="connsiteX19" fmla="*/ 86651 w 101415"/>
                <a:gd name="connsiteY19" fmla="*/ 18960 h 74732"/>
                <a:gd name="connsiteX20" fmla="*/ 65073 w 101415"/>
                <a:gd name="connsiteY20" fmla="*/ 70 h 74732"/>
                <a:gd name="connsiteX21" fmla="*/ 37022 w 101415"/>
                <a:gd name="connsiteY21" fmla="*/ 15149 h 74732"/>
                <a:gd name="connsiteX22" fmla="*/ 19262 w 101415"/>
                <a:gd name="connsiteY22" fmla="*/ 70 h 74732"/>
                <a:gd name="connsiteX23" fmla="*/ 6149 w 101415"/>
                <a:gd name="connsiteY23" fmla="*/ 9018 h 74732"/>
                <a:gd name="connsiteX24" fmla="*/ 174 w 101415"/>
                <a:gd name="connsiteY24" fmla="*/ 25422 h 74732"/>
                <a:gd name="connsiteX25" fmla="*/ 2995 w 101415"/>
                <a:gd name="connsiteY25" fmla="*/ 27577 h 74732"/>
                <a:gd name="connsiteX26" fmla="*/ 6647 w 101415"/>
                <a:gd name="connsiteY26" fmla="*/ 22605 h 74732"/>
                <a:gd name="connsiteX27" fmla="*/ 18764 w 101415"/>
                <a:gd name="connsiteY27" fmla="*/ 4709 h 74732"/>
                <a:gd name="connsiteX28" fmla="*/ 24241 w 101415"/>
                <a:gd name="connsiteY28" fmla="*/ 12829 h 74732"/>
                <a:gd name="connsiteX29" fmla="*/ 21585 w 101415"/>
                <a:gd name="connsiteY29" fmla="*/ 26582 h 74732"/>
                <a:gd name="connsiteX30" fmla="*/ 17934 w 101415"/>
                <a:gd name="connsiteY30" fmla="*/ 41496 h 74732"/>
                <a:gd name="connsiteX31" fmla="*/ 12622 w 10141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622" y="62706"/>
                  </a:moveTo>
                  <a:cubicBezTo>
                    <a:pt x="11958" y="64860"/>
                    <a:pt x="10962" y="69003"/>
                    <a:pt x="10962" y="69500"/>
                  </a:cubicBezTo>
                  <a:cubicBezTo>
                    <a:pt x="10962" y="73145"/>
                    <a:pt x="13950" y="74802"/>
                    <a:pt x="16606" y="74802"/>
                  </a:cubicBezTo>
                  <a:cubicBezTo>
                    <a:pt x="19594" y="74802"/>
                    <a:pt x="22249" y="72648"/>
                    <a:pt x="23079" y="71157"/>
                  </a:cubicBezTo>
                  <a:cubicBezTo>
                    <a:pt x="23909" y="69666"/>
                    <a:pt x="25237" y="64363"/>
                    <a:pt x="26067" y="60883"/>
                  </a:cubicBezTo>
                  <a:cubicBezTo>
                    <a:pt x="26897" y="57735"/>
                    <a:pt x="28723" y="50112"/>
                    <a:pt x="29719" y="45970"/>
                  </a:cubicBezTo>
                  <a:cubicBezTo>
                    <a:pt x="30714" y="42324"/>
                    <a:pt x="31710" y="38679"/>
                    <a:pt x="32540" y="34868"/>
                  </a:cubicBezTo>
                  <a:cubicBezTo>
                    <a:pt x="34366" y="28074"/>
                    <a:pt x="34698" y="26748"/>
                    <a:pt x="39511" y="19954"/>
                  </a:cubicBezTo>
                  <a:cubicBezTo>
                    <a:pt x="44159" y="13326"/>
                    <a:pt x="51960" y="4709"/>
                    <a:pt x="64409" y="4709"/>
                  </a:cubicBezTo>
                  <a:cubicBezTo>
                    <a:pt x="74036" y="4709"/>
                    <a:pt x="74202" y="13160"/>
                    <a:pt x="74202" y="16309"/>
                  </a:cubicBezTo>
                  <a:cubicBezTo>
                    <a:pt x="74202" y="26251"/>
                    <a:pt x="67065" y="44644"/>
                    <a:pt x="64409" y="51604"/>
                  </a:cubicBezTo>
                  <a:cubicBezTo>
                    <a:pt x="62583" y="56243"/>
                    <a:pt x="61919" y="57735"/>
                    <a:pt x="61919" y="60552"/>
                  </a:cubicBezTo>
                  <a:cubicBezTo>
                    <a:pt x="61919" y="69334"/>
                    <a:pt x="69222" y="74802"/>
                    <a:pt x="77687" y="74802"/>
                  </a:cubicBezTo>
                  <a:cubicBezTo>
                    <a:pt x="94286" y="74802"/>
                    <a:pt x="101589" y="51935"/>
                    <a:pt x="101589" y="49450"/>
                  </a:cubicBezTo>
                  <a:cubicBezTo>
                    <a:pt x="101589" y="47295"/>
                    <a:pt x="99431" y="47295"/>
                    <a:pt x="98933" y="47295"/>
                  </a:cubicBezTo>
                  <a:cubicBezTo>
                    <a:pt x="96609" y="47295"/>
                    <a:pt x="96444" y="48290"/>
                    <a:pt x="95780" y="50112"/>
                  </a:cubicBezTo>
                  <a:cubicBezTo>
                    <a:pt x="91962" y="63369"/>
                    <a:pt x="84825" y="70163"/>
                    <a:pt x="78185" y="70163"/>
                  </a:cubicBezTo>
                  <a:cubicBezTo>
                    <a:pt x="74700" y="70163"/>
                    <a:pt x="74036" y="67843"/>
                    <a:pt x="74036" y="64363"/>
                  </a:cubicBezTo>
                  <a:cubicBezTo>
                    <a:pt x="74036" y="60552"/>
                    <a:pt x="74866" y="58398"/>
                    <a:pt x="77853" y="50941"/>
                  </a:cubicBezTo>
                  <a:cubicBezTo>
                    <a:pt x="79845" y="45804"/>
                    <a:pt x="86651" y="28239"/>
                    <a:pt x="86651" y="18960"/>
                  </a:cubicBezTo>
                  <a:cubicBezTo>
                    <a:pt x="86651" y="2887"/>
                    <a:pt x="73870" y="70"/>
                    <a:pt x="65073" y="70"/>
                  </a:cubicBezTo>
                  <a:cubicBezTo>
                    <a:pt x="51296" y="70"/>
                    <a:pt x="42001" y="8521"/>
                    <a:pt x="37022" y="15149"/>
                  </a:cubicBezTo>
                  <a:cubicBezTo>
                    <a:pt x="35860" y="3715"/>
                    <a:pt x="26067" y="70"/>
                    <a:pt x="19262" y="70"/>
                  </a:cubicBezTo>
                  <a:cubicBezTo>
                    <a:pt x="12124" y="70"/>
                    <a:pt x="8307" y="5207"/>
                    <a:pt x="6149" y="9018"/>
                  </a:cubicBezTo>
                  <a:cubicBezTo>
                    <a:pt x="2497" y="15149"/>
                    <a:pt x="174" y="24594"/>
                    <a:pt x="174" y="25422"/>
                  </a:cubicBezTo>
                  <a:cubicBezTo>
                    <a:pt x="174" y="27577"/>
                    <a:pt x="2497" y="27577"/>
                    <a:pt x="2995" y="27577"/>
                  </a:cubicBezTo>
                  <a:cubicBezTo>
                    <a:pt x="5319" y="27577"/>
                    <a:pt x="5485" y="27079"/>
                    <a:pt x="6647" y="22605"/>
                  </a:cubicBezTo>
                  <a:cubicBezTo>
                    <a:pt x="9137" y="12829"/>
                    <a:pt x="12290" y="4709"/>
                    <a:pt x="18764" y="4709"/>
                  </a:cubicBezTo>
                  <a:cubicBezTo>
                    <a:pt x="23079" y="4709"/>
                    <a:pt x="24241" y="8355"/>
                    <a:pt x="24241" y="12829"/>
                  </a:cubicBezTo>
                  <a:cubicBezTo>
                    <a:pt x="24241" y="15977"/>
                    <a:pt x="22747" y="22108"/>
                    <a:pt x="21585" y="26582"/>
                  </a:cubicBezTo>
                  <a:cubicBezTo>
                    <a:pt x="20423" y="31056"/>
                    <a:pt x="18764" y="37850"/>
                    <a:pt x="17934" y="41496"/>
                  </a:cubicBezTo>
                  <a:lnTo>
                    <a:pt x="12622"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2" name="Freeform: Shape 301">
              <a:extLst>
                <a:ext uri="{FF2B5EF4-FFF2-40B4-BE49-F238E27FC236}">
                  <a16:creationId xmlns:a16="http://schemas.microsoft.com/office/drawing/2014/main" id="{3FCB288C-4DFB-CB21-5AB5-9D1800D646CB}"/>
                </a:ext>
              </a:extLst>
            </p:cNvPr>
            <p:cNvSpPr/>
            <p:nvPr>
              <p:custDataLst>
                <p:tags r:id="rId78"/>
              </p:custDataLst>
            </p:nvPr>
          </p:nvSpPr>
          <p:spPr>
            <a:xfrm>
              <a:off x="9417879" y="6442817"/>
              <a:ext cx="101415" cy="74732"/>
            </a:xfrm>
            <a:custGeom>
              <a:avLst/>
              <a:gdLst>
                <a:gd name="connsiteX0" fmla="*/ 12634 w 101415"/>
                <a:gd name="connsiteY0" fmla="*/ 62693 h 74732"/>
                <a:gd name="connsiteX1" fmla="*/ 10974 w 101415"/>
                <a:gd name="connsiteY1" fmla="*/ 69487 h 74732"/>
                <a:gd name="connsiteX2" fmla="*/ 16618 w 101415"/>
                <a:gd name="connsiteY2" fmla="*/ 74789 h 74732"/>
                <a:gd name="connsiteX3" fmla="*/ 23091 w 101415"/>
                <a:gd name="connsiteY3" fmla="*/ 71144 h 74732"/>
                <a:gd name="connsiteX4" fmla="*/ 26079 w 101415"/>
                <a:gd name="connsiteY4" fmla="*/ 60870 h 74732"/>
                <a:gd name="connsiteX5" fmla="*/ 29730 w 101415"/>
                <a:gd name="connsiteY5" fmla="*/ 45957 h 74732"/>
                <a:gd name="connsiteX6" fmla="*/ 32552 w 101415"/>
                <a:gd name="connsiteY6" fmla="*/ 34855 h 74732"/>
                <a:gd name="connsiteX7" fmla="*/ 39523 w 101415"/>
                <a:gd name="connsiteY7" fmla="*/ 19941 h 74732"/>
                <a:gd name="connsiteX8" fmla="*/ 64421 w 101415"/>
                <a:gd name="connsiteY8" fmla="*/ 4697 h 74732"/>
                <a:gd name="connsiteX9" fmla="*/ 74214 w 101415"/>
                <a:gd name="connsiteY9" fmla="*/ 16296 h 74732"/>
                <a:gd name="connsiteX10" fmla="*/ 64421 w 101415"/>
                <a:gd name="connsiteY10" fmla="*/ 51591 h 74732"/>
                <a:gd name="connsiteX11" fmla="*/ 61931 w 101415"/>
                <a:gd name="connsiteY11" fmla="*/ 60539 h 74732"/>
                <a:gd name="connsiteX12" fmla="*/ 77699 w 101415"/>
                <a:gd name="connsiteY12" fmla="*/ 74789 h 74732"/>
                <a:gd name="connsiteX13" fmla="*/ 101601 w 101415"/>
                <a:gd name="connsiteY13" fmla="*/ 49437 h 74732"/>
                <a:gd name="connsiteX14" fmla="*/ 98945 w 101415"/>
                <a:gd name="connsiteY14" fmla="*/ 47283 h 74732"/>
                <a:gd name="connsiteX15" fmla="*/ 95791 w 101415"/>
                <a:gd name="connsiteY15" fmla="*/ 50099 h 74732"/>
                <a:gd name="connsiteX16" fmla="*/ 78197 w 101415"/>
                <a:gd name="connsiteY16" fmla="*/ 70150 h 74732"/>
                <a:gd name="connsiteX17" fmla="*/ 74048 w 101415"/>
                <a:gd name="connsiteY17" fmla="*/ 64350 h 74732"/>
                <a:gd name="connsiteX18" fmla="*/ 77865 w 101415"/>
                <a:gd name="connsiteY18" fmla="*/ 50928 h 74732"/>
                <a:gd name="connsiteX19" fmla="*/ 86662 w 101415"/>
                <a:gd name="connsiteY19" fmla="*/ 18947 h 74732"/>
                <a:gd name="connsiteX20" fmla="*/ 65085 w 101415"/>
                <a:gd name="connsiteY20" fmla="*/ 57 h 74732"/>
                <a:gd name="connsiteX21" fmla="*/ 37033 w 101415"/>
                <a:gd name="connsiteY21" fmla="*/ 15136 h 74732"/>
                <a:gd name="connsiteX22" fmla="*/ 19273 w 101415"/>
                <a:gd name="connsiteY22" fmla="*/ 57 h 74732"/>
                <a:gd name="connsiteX23" fmla="*/ 6161 w 101415"/>
                <a:gd name="connsiteY23" fmla="*/ 9005 h 74732"/>
                <a:gd name="connsiteX24" fmla="*/ 185 w 101415"/>
                <a:gd name="connsiteY24" fmla="*/ 25410 h 74732"/>
                <a:gd name="connsiteX25" fmla="*/ 3007 w 101415"/>
                <a:gd name="connsiteY25" fmla="*/ 27564 h 74732"/>
                <a:gd name="connsiteX26" fmla="*/ 6659 w 101415"/>
                <a:gd name="connsiteY26" fmla="*/ 22593 h 74732"/>
                <a:gd name="connsiteX27" fmla="*/ 18775 w 101415"/>
                <a:gd name="connsiteY27" fmla="*/ 4697 h 74732"/>
                <a:gd name="connsiteX28" fmla="*/ 24253 w 101415"/>
                <a:gd name="connsiteY28" fmla="*/ 12816 h 74732"/>
                <a:gd name="connsiteX29" fmla="*/ 21597 w 101415"/>
                <a:gd name="connsiteY29" fmla="*/ 26569 h 74732"/>
                <a:gd name="connsiteX30" fmla="*/ 17946 w 101415"/>
                <a:gd name="connsiteY30" fmla="*/ 41483 h 74732"/>
                <a:gd name="connsiteX31" fmla="*/ 12634 w 10141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15" h="74732">
                  <a:moveTo>
                    <a:pt x="12634" y="62693"/>
                  </a:moveTo>
                  <a:cubicBezTo>
                    <a:pt x="11970" y="64847"/>
                    <a:pt x="10974" y="68990"/>
                    <a:pt x="10974" y="69487"/>
                  </a:cubicBezTo>
                  <a:cubicBezTo>
                    <a:pt x="10974" y="73132"/>
                    <a:pt x="13962" y="74789"/>
                    <a:pt x="16618" y="74789"/>
                  </a:cubicBezTo>
                  <a:cubicBezTo>
                    <a:pt x="19605" y="74789"/>
                    <a:pt x="22261" y="72635"/>
                    <a:pt x="23091" y="71144"/>
                  </a:cubicBezTo>
                  <a:cubicBezTo>
                    <a:pt x="23921" y="69653"/>
                    <a:pt x="25249" y="64350"/>
                    <a:pt x="26079" y="60870"/>
                  </a:cubicBezTo>
                  <a:cubicBezTo>
                    <a:pt x="26909" y="57722"/>
                    <a:pt x="28734" y="50099"/>
                    <a:pt x="29730" y="45957"/>
                  </a:cubicBezTo>
                  <a:cubicBezTo>
                    <a:pt x="30726" y="42311"/>
                    <a:pt x="31722" y="38666"/>
                    <a:pt x="32552" y="34855"/>
                  </a:cubicBezTo>
                  <a:cubicBezTo>
                    <a:pt x="34378" y="28061"/>
                    <a:pt x="34710" y="26735"/>
                    <a:pt x="39523" y="19941"/>
                  </a:cubicBezTo>
                  <a:cubicBezTo>
                    <a:pt x="44171" y="13313"/>
                    <a:pt x="51972" y="4697"/>
                    <a:pt x="64421" y="4697"/>
                  </a:cubicBezTo>
                  <a:cubicBezTo>
                    <a:pt x="74048" y="4697"/>
                    <a:pt x="74214" y="13147"/>
                    <a:pt x="74214" y="16296"/>
                  </a:cubicBezTo>
                  <a:cubicBezTo>
                    <a:pt x="74214" y="26238"/>
                    <a:pt x="67076" y="44631"/>
                    <a:pt x="64421" y="51591"/>
                  </a:cubicBezTo>
                  <a:cubicBezTo>
                    <a:pt x="62595" y="56231"/>
                    <a:pt x="61931" y="57722"/>
                    <a:pt x="61931" y="60539"/>
                  </a:cubicBezTo>
                  <a:cubicBezTo>
                    <a:pt x="61931" y="69321"/>
                    <a:pt x="69234" y="74789"/>
                    <a:pt x="77699" y="74789"/>
                  </a:cubicBezTo>
                  <a:cubicBezTo>
                    <a:pt x="94298" y="74789"/>
                    <a:pt x="101601" y="51922"/>
                    <a:pt x="101601" y="49437"/>
                  </a:cubicBezTo>
                  <a:cubicBezTo>
                    <a:pt x="101601" y="47283"/>
                    <a:pt x="99443" y="47283"/>
                    <a:pt x="98945" y="47283"/>
                  </a:cubicBezTo>
                  <a:cubicBezTo>
                    <a:pt x="96621" y="47283"/>
                    <a:pt x="96455" y="48277"/>
                    <a:pt x="95791" y="50099"/>
                  </a:cubicBezTo>
                  <a:cubicBezTo>
                    <a:pt x="91974" y="63356"/>
                    <a:pt x="84836" y="70150"/>
                    <a:pt x="78197" y="70150"/>
                  </a:cubicBezTo>
                  <a:cubicBezTo>
                    <a:pt x="74712" y="70150"/>
                    <a:pt x="74048" y="67830"/>
                    <a:pt x="74048" y="64350"/>
                  </a:cubicBezTo>
                  <a:cubicBezTo>
                    <a:pt x="74048" y="60539"/>
                    <a:pt x="74878" y="58385"/>
                    <a:pt x="77865" y="50928"/>
                  </a:cubicBezTo>
                  <a:cubicBezTo>
                    <a:pt x="79857" y="45791"/>
                    <a:pt x="86662" y="28227"/>
                    <a:pt x="86662" y="18947"/>
                  </a:cubicBezTo>
                  <a:cubicBezTo>
                    <a:pt x="86662" y="2874"/>
                    <a:pt x="73882" y="57"/>
                    <a:pt x="65085" y="57"/>
                  </a:cubicBezTo>
                  <a:cubicBezTo>
                    <a:pt x="51308" y="57"/>
                    <a:pt x="42013" y="8508"/>
                    <a:pt x="37033" y="15136"/>
                  </a:cubicBezTo>
                  <a:cubicBezTo>
                    <a:pt x="35872" y="3702"/>
                    <a:pt x="26079" y="57"/>
                    <a:pt x="19273" y="57"/>
                  </a:cubicBezTo>
                  <a:cubicBezTo>
                    <a:pt x="12136" y="57"/>
                    <a:pt x="8319" y="5194"/>
                    <a:pt x="6161" y="9005"/>
                  </a:cubicBezTo>
                  <a:cubicBezTo>
                    <a:pt x="2509" y="15136"/>
                    <a:pt x="185" y="24581"/>
                    <a:pt x="185" y="25410"/>
                  </a:cubicBezTo>
                  <a:cubicBezTo>
                    <a:pt x="185" y="27564"/>
                    <a:pt x="2509" y="27564"/>
                    <a:pt x="3007" y="27564"/>
                  </a:cubicBezTo>
                  <a:cubicBezTo>
                    <a:pt x="5331" y="27564"/>
                    <a:pt x="5497" y="27067"/>
                    <a:pt x="6659" y="22593"/>
                  </a:cubicBezTo>
                  <a:cubicBezTo>
                    <a:pt x="9148" y="12816"/>
                    <a:pt x="12302" y="4697"/>
                    <a:pt x="18775" y="4697"/>
                  </a:cubicBezTo>
                  <a:cubicBezTo>
                    <a:pt x="23091" y="4697"/>
                    <a:pt x="24253" y="8342"/>
                    <a:pt x="24253" y="12816"/>
                  </a:cubicBezTo>
                  <a:cubicBezTo>
                    <a:pt x="24253" y="15964"/>
                    <a:pt x="22759" y="22095"/>
                    <a:pt x="21597" y="26569"/>
                  </a:cubicBezTo>
                  <a:cubicBezTo>
                    <a:pt x="20435" y="31044"/>
                    <a:pt x="18775" y="37837"/>
                    <a:pt x="17946" y="41483"/>
                  </a:cubicBezTo>
                  <a:lnTo>
                    <a:pt x="12634"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3" name="Freeform: Shape 302">
              <a:extLst>
                <a:ext uri="{FF2B5EF4-FFF2-40B4-BE49-F238E27FC236}">
                  <a16:creationId xmlns:a16="http://schemas.microsoft.com/office/drawing/2014/main" id="{9E3B765B-92EC-3CAD-EF88-C950B3EE70DB}"/>
                </a:ext>
              </a:extLst>
            </p:cNvPr>
            <p:cNvSpPr/>
            <p:nvPr>
              <p:custDataLst>
                <p:tags r:id="rId79"/>
              </p:custDataLst>
            </p:nvPr>
          </p:nvSpPr>
          <p:spPr>
            <a:xfrm>
              <a:off x="9356818" y="6563236"/>
              <a:ext cx="223602" cy="236720"/>
            </a:xfrm>
            <a:custGeom>
              <a:avLst/>
              <a:gdLst>
                <a:gd name="connsiteX0" fmla="*/ 86731 w 223602"/>
                <a:gd name="connsiteY0" fmla="*/ 126467 h 236720"/>
                <a:gd name="connsiteX1" fmla="*/ 2554 w 223602"/>
                <a:gd name="connsiteY1" fmla="*/ 230388 h 236720"/>
                <a:gd name="connsiteX2" fmla="*/ 420 w 223602"/>
                <a:gd name="connsiteY2" fmla="*/ 234175 h 236720"/>
                <a:gd name="connsiteX3" fmla="*/ 6822 w 223602"/>
                <a:gd name="connsiteY3" fmla="*/ 236779 h 236720"/>
                <a:gd name="connsiteX4" fmla="*/ 203393 w 223602"/>
                <a:gd name="connsiteY4" fmla="*/ 236779 h 236720"/>
                <a:gd name="connsiteX5" fmla="*/ 223785 w 223602"/>
                <a:gd name="connsiteY5" fmla="*/ 177836 h 236720"/>
                <a:gd name="connsiteX6" fmla="*/ 217857 w 223602"/>
                <a:gd name="connsiteY6" fmla="*/ 177836 h 236720"/>
                <a:gd name="connsiteX7" fmla="*/ 175887 w 223602"/>
                <a:gd name="connsiteY7" fmla="*/ 216895 h 236720"/>
                <a:gd name="connsiteX8" fmla="*/ 120876 w 223602"/>
                <a:gd name="connsiteY8" fmla="*/ 223760 h 236720"/>
                <a:gd name="connsiteX9" fmla="*/ 20100 w 223602"/>
                <a:gd name="connsiteY9" fmla="*/ 223760 h 236720"/>
                <a:gd name="connsiteX10" fmla="*/ 102380 w 223602"/>
                <a:gd name="connsiteY10" fmla="*/ 122207 h 236720"/>
                <a:gd name="connsiteX11" fmla="*/ 104514 w 223602"/>
                <a:gd name="connsiteY11" fmla="*/ 118419 h 236720"/>
                <a:gd name="connsiteX12" fmla="*/ 102855 w 223602"/>
                <a:gd name="connsiteY12" fmla="*/ 115105 h 236720"/>
                <a:gd name="connsiteX13" fmla="*/ 25791 w 223602"/>
                <a:gd name="connsiteY13" fmla="*/ 9528 h 236720"/>
                <a:gd name="connsiteX14" fmla="*/ 119690 w 223602"/>
                <a:gd name="connsiteY14" fmla="*/ 9528 h 236720"/>
                <a:gd name="connsiteX15" fmla="*/ 217857 w 223602"/>
                <a:gd name="connsiteY15" fmla="*/ 55451 h 236720"/>
                <a:gd name="connsiteX16" fmla="*/ 223785 w 223602"/>
                <a:gd name="connsiteY16" fmla="*/ 55451 h 236720"/>
                <a:gd name="connsiteX17" fmla="*/ 203393 w 223602"/>
                <a:gd name="connsiteY17" fmla="*/ 59 h 236720"/>
                <a:gd name="connsiteX18" fmla="*/ 6822 w 223602"/>
                <a:gd name="connsiteY18" fmla="*/ 59 h 236720"/>
                <a:gd name="connsiteX19" fmla="*/ 183 w 223602"/>
                <a:gd name="connsiteY19" fmla="*/ 7634 h 236720"/>
                <a:gd name="connsiteX20" fmla="*/ 86731 w 223602"/>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602" h="236720">
                  <a:moveTo>
                    <a:pt x="86731" y="126467"/>
                  </a:moveTo>
                  <a:lnTo>
                    <a:pt x="2554" y="230388"/>
                  </a:lnTo>
                  <a:cubicBezTo>
                    <a:pt x="657" y="232755"/>
                    <a:pt x="420" y="233228"/>
                    <a:pt x="420" y="234175"/>
                  </a:cubicBezTo>
                  <a:cubicBezTo>
                    <a:pt x="420" y="236779"/>
                    <a:pt x="2554" y="236779"/>
                    <a:pt x="6822" y="236779"/>
                  </a:cubicBezTo>
                  <a:lnTo>
                    <a:pt x="203393" y="236779"/>
                  </a:lnTo>
                  <a:lnTo>
                    <a:pt x="223785" y="177836"/>
                  </a:lnTo>
                  <a:lnTo>
                    <a:pt x="217857" y="177836"/>
                  </a:lnTo>
                  <a:cubicBezTo>
                    <a:pt x="211929" y="195590"/>
                    <a:pt x="196042" y="210030"/>
                    <a:pt x="175887" y="216895"/>
                  </a:cubicBezTo>
                  <a:cubicBezTo>
                    <a:pt x="172093" y="218078"/>
                    <a:pt x="155732" y="223760"/>
                    <a:pt x="120876" y="223760"/>
                  </a:cubicBezTo>
                  <a:lnTo>
                    <a:pt x="20100" y="223760"/>
                  </a:lnTo>
                  <a:lnTo>
                    <a:pt x="102380" y="122207"/>
                  </a:lnTo>
                  <a:cubicBezTo>
                    <a:pt x="104040" y="120076"/>
                    <a:pt x="104514" y="119366"/>
                    <a:pt x="104514" y="118419"/>
                  </a:cubicBezTo>
                  <a:cubicBezTo>
                    <a:pt x="104514" y="117472"/>
                    <a:pt x="104277" y="117235"/>
                    <a:pt x="102855" y="115105"/>
                  </a:cubicBezTo>
                  <a:lnTo>
                    <a:pt x="25791" y="9528"/>
                  </a:lnTo>
                  <a:lnTo>
                    <a:pt x="119690" y="9528"/>
                  </a:lnTo>
                  <a:cubicBezTo>
                    <a:pt x="146721" y="9528"/>
                    <a:pt x="201259" y="11185"/>
                    <a:pt x="217857" y="55451"/>
                  </a:cubicBezTo>
                  <a:lnTo>
                    <a:pt x="223785" y="55451"/>
                  </a:lnTo>
                  <a:lnTo>
                    <a:pt x="203393" y="59"/>
                  </a:lnTo>
                  <a:lnTo>
                    <a:pt x="6822" y="59"/>
                  </a:lnTo>
                  <a:cubicBezTo>
                    <a:pt x="420" y="59"/>
                    <a:pt x="183" y="296"/>
                    <a:pt x="183" y="7634"/>
                  </a:cubicBezTo>
                  <a:lnTo>
                    <a:pt x="86731"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4" name="Freeform: Shape 303">
              <a:extLst>
                <a:ext uri="{FF2B5EF4-FFF2-40B4-BE49-F238E27FC236}">
                  <a16:creationId xmlns:a16="http://schemas.microsoft.com/office/drawing/2014/main" id="{4D1B0CDC-9E65-DD12-CE12-9D9C446C69C7}"/>
                </a:ext>
              </a:extLst>
            </p:cNvPr>
            <p:cNvSpPr/>
            <p:nvPr>
              <p:custDataLst>
                <p:tags r:id="rId80"/>
              </p:custDataLst>
            </p:nvPr>
          </p:nvSpPr>
          <p:spPr>
            <a:xfrm>
              <a:off x="9322902" y="6839198"/>
              <a:ext cx="50292" cy="111518"/>
            </a:xfrm>
            <a:custGeom>
              <a:avLst/>
              <a:gdLst>
                <a:gd name="connsiteX0" fmla="*/ 46159 w 50292"/>
                <a:gd name="connsiteY0" fmla="*/ 6372 h 111518"/>
                <a:gd name="connsiteX1" fmla="*/ 39519 w 50292"/>
                <a:gd name="connsiteY1" fmla="*/ 75 h 111518"/>
                <a:gd name="connsiteX2" fmla="*/ 30224 w 50292"/>
                <a:gd name="connsiteY2" fmla="*/ 9189 h 111518"/>
                <a:gd name="connsiteX3" fmla="*/ 36864 w 50292"/>
                <a:gd name="connsiteY3" fmla="*/ 15486 h 111518"/>
                <a:gd name="connsiteX4" fmla="*/ 46159 w 50292"/>
                <a:gd name="connsiteY4" fmla="*/ 6372 h 111518"/>
                <a:gd name="connsiteX5" fmla="*/ 12298 w 50292"/>
                <a:gd name="connsiteY5" fmla="*/ 90550 h 111518"/>
                <a:gd name="connsiteX6" fmla="*/ 10804 w 50292"/>
                <a:gd name="connsiteY6" fmla="*/ 97509 h 111518"/>
                <a:gd name="connsiteX7" fmla="*/ 26573 w 50292"/>
                <a:gd name="connsiteY7" fmla="*/ 111594 h 111518"/>
                <a:gd name="connsiteX8" fmla="*/ 50474 w 50292"/>
                <a:gd name="connsiteY8" fmla="*/ 86241 h 111518"/>
                <a:gd name="connsiteX9" fmla="*/ 47818 w 50292"/>
                <a:gd name="connsiteY9" fmla="*/ 84087 h 111518"/>
                <a:gd name="connsiteX10" fmla="*/ 44665 w 50292"/>
                <a:gd name="connsiteY10" fmla="*/ 86904 h 111518"/>
                <a:gd name="connsiteX11" fmla="*/ 27071 w 50292"/>
                <a:gd name="connsiteY11" fmla="*/ 106954 h 111518"/>
                <a:gd name="connsiteX12" fmla="*/ 22921 w 50292"/>
                <a:gd name="connsiteY12" fmla="*/ 101155 h 111518"/>
                <a:gd name="connsiteX13" fmla="*/ 25577 w 50292"/>
                <a:gd name="connsiteY13" fmla="*/ 90550 h 111518"/>
                <a:gd name="connsiteX14" fmla="*/ 30888 w 50292"/>
                <a:gd name="connsiteY14" fmla="*/ 77293 h 111518"/>
                <a:gd name="connsiteX15" fmla="*/ 39021 w 50292"/>
                <a:gd name="connsiteY15" fmla="*/ 56249 h 111518"/>
                <a:gd name="connsiteX16" fmla="*/ 40017 w 50292"/>
                <a:gd name="connsiteY16" fmla="*/ 50946 h 111518"/>
                <a:gd name="connsiteX17" fmla="*/ 24249 w 50292"/>
                <a:gd name="connsiteY17" fmla="*/ 36861 h 111518"/>
                <a:gd name="connsiteX18" fmla="*/ 181 w 50292"/>
                <a:gd name="connsiteY18" fmla="*/ 62214 h 111518"/>
                <a:gd name="connsiteX19" fmla="*/ 3003 w 50292"/>
                <a:gd name="connsiteY19" fmla="*/ 64368 h 111518"/>
                <a:gd name="connsiteX20" fmla="*/ 5991 w 50292"/>
                <a:gd name="connsiteY20" fmla="*/ 61717 h 111518"/>
                <a:gd name="connsiteX21" fmla="*/ 23751 w 50292"/>
                <a:gd name="connsiteY21" fmla="*/ 41501 h 111518"/>
                <a:gd name="connsiteX22" fmla="*/ 27900 w 50292"/>
                <a:gd name="connsiteY22" fmla="*/ 47301 h 111518"/>
                <a:gd name="connsiteX23" fmla="*/ 22755 w 50292"/>
                <a:gd name="connsiteY23" fmla="*/ 63871 h 111518"/>
                <a:gd name="connsiteX24" fmla="*/ 12298 w 50292"/>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159" y="6372"/>
                  </a:moveTo>
                  <a:cubicBezTo>
                    <a:pt x="46159" y="3721"/>
                    <a:pt x="44167" y="75"/>
                    <a:pt x="39519" y="75"/>
                  </a:cubicBezTo>
                  <a:cubicBezTo>
                    <a:pt x="35038" y="75"/>
                    <a:pt x="30224" y="4383"/>
                    <a:pt x="30224" y="9189"/>
                  </a:cubicBezTo>
                  <a:cubicBezTo>
                    <a:pt x="30224" y="12006"/>
                    <a:pt x="32382" y="15486"/>
                    <a:pt x="36864" y="15486"/>
                  </a:cubicBezTo>
                  <a:cubicBezTo>
                    <a:pt x="41677" y="15486"/>
                    <a:pt x="46159" y="10846"/>
                    <a:pt x="46159" y="6372"/>
                  </a:cubicBezTo>
                  <a:close/>
                  <a:moveTo>
                    <a:pt x="12298" y="90550"/>
                  </a:moveTo>
                  <a:cubicBezTo>
                    <a:pt x="11634" y="92704"/>
                    <a:pt x="10804" y="94692"/>
                    <a:pt x="10804" y="97509"/>
                  </a:cubicBezTo>
                  <a:cubicBezTo>
                    <a:pt x="10804" y="105297"/>
                    <a:pt x="17444" y="111594"/>
                    <a:pt x="26573" y="111594"/>
                  </a:cubicBezTo>
                  <a:cubicBezTo>
                    <a:pt x="43171" y="111594"/>
                    <a:pt x="50474" y="88727"/>
                    <a:pt x="50474" y="86241"/>
                  </a:cubicBezTo>
                  <a:cubicBezTo>
                    <a:pt x="50474" y="84087"/>
                    <a:pt x="48316" y="84087"/>
                    <a:pt x="47818" y="84087"/>
                  </a:cubicBezTo>
                  <a:cubicBezTo>
                    <a:pt x="45495" y="84087"/>
                    <a:pt x="45329" y="85081"/>
                    <a:pt x="44665" y="86904"/>
                  </a:cubicBezTo>
                  <a:cubicBezTo>
                    <a:pt x="40847" y="100160"/>
                    <a:pt x="33544" y="106954"/>
                    <a:pt x="27071" y="106954"/>
                  </a:cubicBezTo>
                  <a:cubicBezTo>
                    <a:pt x="23751" y="106954"/>
                    <a:pt x="22921" y="104800"/>
                    <a:pt x="22921" y="101155"/>
                  </a:cubicBezTo>
                  <a:cubicBezTo>
                    <a:pt x="22921" y="97343"/>
                    <a:pt x="24083" y="94195"/>
                    <a:pt x="25577" y="90550"/>
                  </a:cubicBezTo>
                  <a:cubicBezTo>
                    <a:pt x="27237" y="86076"/>
                    <a:pt x="29062" y="81602"/>
                    <a:pt x="30888" y="77293"/>
                  </a:cubicBezTo>
                  <a:cubicBezTo>
                    <a:pt x="32382" y="73316"/>
                    <a:pt x="38357" y="58237"/>
                    <a:pt x="39021" y="56249"/>
                  </a:cubicBezTo>
                  <a:cubicBezTo>
                    <a:pt x="39519" y="54592"/>
                    <a:pt x="40017" y="52603"/>
                    <a:pt x="40017" y="50946"/>
                  </a:cubicBezTo>
                  <a:cubicBezTo>
                    <a:pt x="40017" y="43158"/>
                    <a:pt x="33378" y="36861"/>
                    <a:pt x="24249" y="36861"/>
                  </a:cubicBezTo>
                  <a:cubicBezTo>
                    <a:pt x="7817" y="36861"/>
                    <a:pt x="181" y="59397"/>
                    <a:pt x="181" y="62214"/>
                  </a:cubicBezTo>
                  <a:cubicBezTo>
                    <a:pt x="181" y="64368"/>
                    <a:pt x="2505" y="64368"/>
                    <a:pt x="3003" y="64368"/>
                  </a:cubicBezTo>
                  <a:cubicBezTo>
                    <a:pt x="5327" y="64368"/>
                    <a:pt x="5493" y="63540"/>
                    <a:pt x="5991" y="61717"/>
                  </a:cubicBezTo>
                  <a:cubicBezTo>
                    <a:pt x="10306" y="47466"/>
                    <a:pt x="17610" y="41501"/>
                    <a:pt x="23751" y="41501"/>
                  </a:cubicBezTo>
                  <a:cubicBezTo>
                    <a:pt x="26407" y="41501"/>
                    <a:pt x="27900" y="42827"/>
                    <a:pt x="27900" y="47301"/>
                  </a:cubicBezTo>
                  <a:cubicBezTo>
                    <a:pt x="27900" y="51112"/>
                    <a:pt x="26905" y="53598"/>
                    <a:pt x="22755" y="63871"/>
                  </a:cubicBezTo>
                  <a:lnTo>
                    <a:pt x="12298"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5" name="Freeform: Shape 304">
              <a:extLst>
                <a:ext uri="{FF2B5EF4-FFF2-40B4-BE49-F238E27FC236}">
                  <a16:creationId xmlns:a16="http://schemas.microsoft.com/office/drawing/2014/main" id="{019F909B-C402-B97F-E7D0-E95FC9BAD915}"/>
                </a:ext>
              </a:extLst>
            </p:cNvPr>
            <p:cNvSpPr/>
            <p:nvPr>
              <p:custDataLst>
                <p:tags r:id="rId81"/>
              </p:custDataLst>
            </p:nvPr>
          </p:nvSpPr>
          <p:spPr>
            <a:xfrm>
              <a:off x="9393807" y="6885264"/>
              <a:ext cx="122163" cy="44574"/>
            </a:xfrm>
            <a:custGeom>
              <a:avLst/>
              <a:gdLst>
                <a:gd name="connsiteX0" fmla="*/ 116040 w 122163"/>
                <a:gd name="connsiteY0" fmla="*/ 8195 h 44574"/>
                <a:gd name="connsiteX1" fmla="*/ 122347 w 122163"/>
                <a:gd name="connsiteY1" fmla="*/ 4052 h 44574"/>
                <a:gd name="connsiteX2" fmla="*/ 116206 w 122163"/>
                <a:gd name="connsiteY2" fmla="*/ 75 h 44574"/>
                <a:gd name="connsiteX3" fmla="*/ 6326 w 122163"/>
                <a:gd name="connsiteY3" fmla="*/ 75 h 44574"/>
                <a:gd name="connsiteX4" fmla="*/ 184 w 122163"/>
                <a:gd name="connsiteY4" fmla="*/ 4052 h 44574"/>
                <a:gd name="connsiteX5" fmla="*/ 6492 w 122163"/>
                <a:gd name="connsiteY5" fmla="*/ 8195 h 44574"/>
                <a:gd name="connsiteX6" fmla="*/ 116040 w 122163"/>
                <a:gd name="connsiteY6" fmla="*/ 8195 h 44574"/>
                <a:gd name="connsiteX7" fmla="*/ 116206 w 122163"/>
                <a:gd name="connsiteY7" fmla="*/ 44650 h 44574"/>
                <a:gd name="connsiteX8" fmla="*/ 122347 w 122163"/>
                <a:gd name="connsiteY8" fmla="*/ 40673 h 44574"/>
                <a:gd name="connsiteX9" fmla="*/ 116040 w 122163"/>
                <a:gd name="connsiteY9" fmla="*/ 36530 h 44574"/>
                <a:gd name="connsiteX10" fmla="*/ 6492 w 122163"/>
                <a:gd name="connsiteY10" fmla="*/ 36530 h 44574"/>
                <a:gd name="connsiteX11" fmla="*/ 184 w 122163"/>
                <a:gd name="connsiteY11" fmla="*/ 40673 h 44574"/>
                <a:gd name="connsiteX12" fmla="*/ 6326 w 122163"/>
                <a:gd name="connsiteY12" fmla="*/ 44650 h 44574"/>
                <a:gd name="connsiteX13" fmla="*/ 116206 w 122163"/>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63" h="44574">
                  <a:moveTo>
                    <a:pt x="116040" y="8195"/>
                  </a:moveTo>
                  <a:cubicBezTo>
                    <a:pt x="118530" y="8195"/>
                    <a:pt x="122347" y="8195"/>
                    <a:pt x="122347" y="4052"/>
                  </a:cubicBezTo>
                  <a:cubicBezTo>
                    <a:pt x="122347" y="75"/>
                    <a:pt x="118364" y="75"/>
                    <a:pt x="116206" y="75"/>
                  </a:cubicBezTo>
                  <a:lnTo>
                    <a:pt x="6326" y="75"/>
                  </a:lnTo>
                  <a:cubicBezTo>
                    <a:pt x="4168" y="75"/>
                    <a:pt x="184" y="75"/>
                    <a:pt x="184" y="4052"/>
                  </a:cubicBezTo>
                  <a:cubicBezTo>
                    <a:pt x="184" y="8195"/>
                    <a:pt x="4002" y="8195"/>
                    <a:pt x="6492" y="8195"/>
                  </a:cubicBezTo>
                  <a:lnTo>
                    <a:pt x="116040" y="8195"/>
                  </a:lnTo>
                  <a:close/>
                  <a:moveTo>
                    <a:pt x="116206" y="44650"/>
                  </a:moveTo>
                  <a:cubicBezTo>
                    <a:pt x="118364" y="44650"/>
                    <a:pt x="122347" y="44650"/>
                    <a:pt x="122347" y="40673"/>
                  </a:cubicBezTo>
                  <a:cubicBezTo>
                    <a:pt x="122347" y="36530"/>
                    <a:pt x="118530" y="36530"/>
                    <a:pt x="116040" y="36530"/>
                  </a:cubicBezTo>
                  <a:lnTo>
                    <a:pt x="6492" y="36530"/>
                  </a:lnTo>
                  <a:cubicBezTo>
                    <a:pt x="4002" y="36530"/>
                    <a:pt x="184" y="36530"/>
                    <a:pt x="184" y="40673"/>
                  </a:cubicBezTo>
                  <a:cubicBezTo>
                    <a:pt x="184" y="44650"/>
                    <a:pt x="4168" y="44650"/>
                    <a:pt x="6326" y="44650"/>
                  </a:cubicBezTo>
                  <a:lnTo>
                    <a:pt x="116206"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6" name="Freeform: Shape 305">
              <a:extLst>
                <a:ext uri="{FF2B5EF4-FFF2-40B4-BE49-F238E27FC236}">
                  <a16:creationId xmlns:a16="http://schemas.microsoft.com/office/drawing/2014/main" id="{1B72E2E2-AABC-320E-BBC7-DE6E77C650C1}"/>
                </a:ext>
              </a:extLst>
            </p:cNvPr>
            <p:cNvSpPr/>
            <p:nvPr>
              <p:custDataLst>
                <p:tags r:id="rId82"/>
              </p:custDataLst>
            </p:nvPr>
          </p:nvSpPr>
          <p:spPr>
            <a:xfrm>
              <a:off x="9545845" y="6839032"/>
              <a:ext cx="60417" cy="110027"/>
            </a:xfrm>
            <a:custGeom>
              <a:avLst/>
              <a:gdLst>
                <a:gd name="connsiteX0" fmla="*/ 37702 w 60417"/>
                <a:gd name="connsiteY0" fmla="*/ 4715 h 110027"/>
                <a:gd name="connsiteX1" fmla="*/ 32723 w 60417"/>
                <a:gd name="connsiteY1" fmla="*/ 75 h 110027"/>
                <a:gd name="connsiteX2" fmla="*/ 190 w 60417"/>
                <a:gd name="connsiteY2" fmla="*/ 10680 h 110027"/>
                <a:gd name="connsiteX3" fmla="*/ 190 w 60417"/>
                <a:gd name="connsiteY3" fmla="*/ 16645 h 110027"/>
                <a:gd name="connsiteX4" fmla="*/ 24258 w 60417"/>
                <a:gd name="connsiteY4" fmla="*/ 12006 h 110027"/>
                <a:gd name="connsiteX5" fmla="*/ 24258 w 60417"/>
                <a:gd name="connsiteY5" fmla="*/ 96515 h 110027"/>
                <a:gd name="connsiteX6" fmla="*/ 7660 w 60417"/>
                <a:gd name="connsiteY6" fmla="*/ 104137 h 110027"/>
                <a:gd name="connsiteX7" fmla="*/ 1352 w 60417"/>
                <a:gd name="connsiteY7" fmla="*/ 104137 h 110027"/>
                <a:gd name="connsiteX8" fmla="*/ 1352 w 60417"/>
                <a:gd name="connsiteY8" fmla="*/ 110103 h 110027"/>
                <a:gd name="connsiteX9" fmla="*/ 30897 w 60417"/>
                <a:gd name="connsiteY9" fmla="*/ 109440 h 110027"/>
                <a:gd name="connsiteX10" fmla="*/ 60608 w 60417"/>
                <a:gd name="connsiteY10" fmla="*/ 110103 h 110027"/>
                <a:gd name="connsiteX11" fmla="*/ 60608 w 60417"/>
                <a:gd name="connsiteY11" fmla="*/ 104137 h 110027"/>
                <a:gd name="connsiteX12" fmla="*/ 54301 w 60417"/>
                <a:gd name="connsiteY12" fmla="*/ 104137 h 110027"/>
                <a:gd name="connsiteX13" fmla="*/ 37702 w 60417"/>
                <a:gd name="connsiteY13" fmla="*/ 96515 h 110027"/>
                <a:gd name="connsiteX14" fmla="*/ 37702 w 60417"/>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7" h="110027">
                  <a:moveTo>
                    <a:pt x="37702" y="4715"/>
                  </a:moveTo>
                  <a:cubicBezTo>
                    <a:pt x="37702" y="241"/>
                    <a:pt x="37370" y="75"/>
                    <a:pt x="32723" y="75"/>
                  </a:cubicBezTo>
                  <a:cubicBezTo>
                    <a:pt x="22100" y="10514"/>
                    <a:pt x="6996" y="10680"/>
                    <a:pt x="190" y="10680"/>
                  </a:cubicBezTo>
                  <a:lnTo>
                    <a:pt x="190" y="16645"/>
                  </a:lnTo>
                  <a:cubicBezTo>
                    <a:pt x="4174" y="16645"/>
                    <a:pt x="15129" y="16645"/>
                    <a:pt x="24258" y="12006"/>
                  </a:cubicBezTo>
                  <a:lnTo>
                    <a:pt x="24258" y="96515"/>
                  </a:lnTo>
                  <a:cubicBezTo>
                    <a:pt x="24258" y="101983"/>
                    <a:pt x="24258" y="104137"/>
                    <a:pt x="7660" y="104137"/>
                  </a:cubicBezTo>
                  <a:lnTo>
                    <a:pt x="1352" y="104137"/>
                  </a:lnTo>
                  <a:lnTo>
                    <a:pt x="1352" y="110103"/>
                  </a:lnTo>
                  <a:cubicBezTo>
                    <a:pt x="4340" y="109937"/>
                    <a:pt x="24756" y="109440"/>
                    <a:pt x="30897" y="109440"/>
                  </a:cubicBezTo>
                  <a:cubicBezTo>
                    <a:pt x="36043" y="109440"/>
                    <a:pt x="56956" y="109937"/>
                    <a:pt x="60608" y="110103"/>
                  </a:cubicBezTo>
                  <a:lnTo>
                    <a:pt x="60608" y="104137"/>
                  </a:lnTo>
                  <a:lnTo>
                    <a:pt x="54301" y="104137"/>
                  </a:lnTo>
                  <a:cubicBezTo>
                    <a:pt x="37702" y="104137"/>
                    <a:pt x="37702" y="101983"/>
                    <a:pt x="37702" y="96515"/>
                  </a:cubicBezTo>
                  <a:lnTo>
                    <a:pt x="37702"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7" name="Freeform: Shape 306">
              <a:extLst>
                <a:ext uri="{FF2B5EF4-FFF2-40B4-BE49-F238E27FC236}">
                  <a16:creationId xmlns:a16="http://schemas.microsoft.com/office/drawing/2014/main" id="{0F338FFC-3027-5DB1-C6C3-2CC3490D342D}"/>
                </a:ext>
              </a:extLst>
            </p:cNvPr>
            <p:cNvSpPr/>
            <p:nvPr>
              <p:custDataLst>
                <p:tags r:id="rId83"/>
              </p:custDataLst>
            </p:nvPr>
          </p:nvSpPr>
          <p:spPr>
            <a:xfrm>
              <a:off x="9668666" y="6636147"/>
              <a:ext cx="118084" cy="107234"/>
            </a:xfrm>
            <a:custGeom>
              <a:avLst/>
              <a:gdLst>
                <a:gd name="connsiteX0" fmla="*/ 72517 w 118084"/>
                <a:gd name="connsiteY0" fmla="*/ 33207 h 107234"/>
                <a:gd name="connsiteX1" fmla="*/ 95992 w 118084"/>
                <a:gd name="connsiteY1" fmla="*/ 5274 h 107234"/>
                <a:gd name="connsiteX2" fmla="*/ 107848 w 118084"/>
                <a:gd name="connsiteY2" fmla="*/ 8351 h 107234"/>
                <a:gd name="connsiteX3" fmla="*/ 96466 w 118084"/>
                <a:gd name="connsiteY3" fmla="*/ 21134 h 107234"/>
                <a:gd name="connsiteX4" fmla="*/ 105476 w 118084"/>
                <a:gd name="connsiteY4" fmla="*/ 29420 h 107234"/>
                <a:gd name="connsiteX5" fmla="*/ 118281 w 118084"/>
                <a:gd name="connsiteY5" fmla="*/ 15690 h 107234"/>
                <a:gd name="connsiteX6" fmla="*/ 96229 w 118084"/>
                <a:gd name="connsiteY6" fmla="*/ 66 h 107234"/>
                <a:gd name="connsiteX7" fmla="*/ 71331 w 118084"/>
                <a:gd name="connsiteY7" fmla="*/ 18057 h 107234"/>
                <a:gd name="connsiteX8" fmla="*/ 45723 w 118084"/>
                <a:gd name="connsiteY8" fmla="*/ 66 h 107234"/>
                <a:gd name="connsiteX9" fmla="*/ 7547 w 118084"/>
                <a:gd name="connsiteY9" fmla="*/ 36521 h 107234"/>
                <a:gd name="connsiteX10" fmla="*/ 10392 w 118084"/>
                <a:gd name="connsiteY10" fmla="*/ 38888 h 107234"/>
                <a:gd name="connsiteX11" fmla="*/ 13475 w 118084"/>
                <a:gd name="connsiteY11" fmla="*/ 36284 h 107234"/>
                <a:gd name="connsiteX12" fmla="*/ 45248 w 118084"/>
                <a:gd name="connsiteY12" fmla="*/ 5274 h 107234"/>
                <a:gd name="connsiteX13" fmla="*/ 58053 w 118084"/>
                <a:gd name="connsiteY13" fmla="*/ 21134 h 107234"/>
                <a:gd name="connsiteX14" fmla="*/ 45248 w 118084"/>
                <a:gd name="connsiteY14" fmla="*/ 77474 h 107234"/>
                <a:gd name="connsiteX15" fmla="*/ 22722 w 118084"/>
                <a:gd name="connsiteY15" fmla="*/ 102093 h 107234"/>
                <a:gd name="connsiteX16" fmla="*/ 10866 w 118084"/>
                <a:gd name="connsiteY16" fmla="*/ 99015 h 107234"/>
                <a:gd name="connsiteX17" fmla="*/ 22011 w 118084"/>
                <a:gd name="connsiteY17" fmla="*/ 86232 h 107234"/>
                <a:gd name="connsiteX18" fmla="*/ 13237 w 118084"/>
                <a:gd name="connsiteY18" fmla="*/ 77947 h 107234"/>
                <a:gd name="connsiteX19" fmla="*/ 196 w 118084"/>
                <a:gd name="connsiteY19" fmla="*/ 91677 h 107234"/>
                <a:gd name="connsiteX20" fmla="*/ 22485 w 118084"/>
                <a:gd name="connsiteY20" fmla="*/ 107301 h 107234"/>
                <a:gd name="connsiteX21" fmla="*/ 47382 w 118084"/>
                <a:gd name="connsiteY21" fmla="*/ 89310 h 107234"/>
                <a:gd name="connsiteX22" fmla="*/ 72991 w 118084"/>
                <a:gd name="connsiteY22" fmla="*/ 107301 h 107234"/>
                <a:gd name="connsiteX23" fmla="*/ 110930 w 118084"/>
                <a:gd name="connsiteY23" fmla="*/ 70846 h 107234"/>
                <a:gd name="connsiteX24" fmla="*/ 108085 w 118084"/>
                <a:gd name="connsiteY24" fmla="*/ 68478 h 107234"/>
                <a:gd name="connsiteX25" fmla="*/ 105002 w 118084"/>
                <a:gd name="connsiteY25" fmla="*/ 71082 h 107234"/>
                <a:gd name="connsiteX26" fmla="*/ 73465 w 118084"/>
                <a:gd name="connsiteY26" fmla="*/ 102093 h 107234"/>
                <a:gd name="connsiteX27" fmla="*/ 60424 w 118084"/>
                <a:gd name="connsiteY27" fmla="*/ 86469 h 107234"/>
                <a:gd name="connsiteX28" fmla="*/ 64455 w 118084"/>
                <a:gd name="connsiteY28" fmla="*/ 65638 h 107234"/>
                <a:gd name="connsiteX29" fmla="*/ 72517 w 118084"/>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84" h="107234">
                  <a:moveTo>
                    <a:pt x="72517" y="33207"/>
                  </a:moveTo>
                  <a:cubicBezTo>
                    <a:pt x="73940" y="27052"/>
                    <a:pt x="79393" y="5274"/>
                    <a:pt x="95992" y="5274"/>
                  </a:cubicBezTo>
                  <a:cubicBezTo>
                    <a:pt x="97177" y="5274"/>
                    <a:pt x="102868" y="5274"/>
                    <a:pt x="107848" y="8351"/>
                  </a:cubicBezTo>
                  <a:cubicBezTo>
                    <a:pt x="101208" y="9535"/>
                    <a:pt x="96466" y="15453"/>
                    <a:pt x="96466" y="21134"/>
                  </a:cubicBezTo>
                  <a:cubicBezTo>
                    <a:pt x="96466" y="24922"/>
                    <a:pt x="99074" y="29420"/>
                    <a:pt x="105476" y="29420"/>
                  </a:cubicBezTo>
                  <a:cubicBezTo>
                    <a:pt x="110693" y="29420"/>
                    <a:pt x="118281" y="25159"/>
                    <a:pt x="118281" y="15690"/>
                  </a:cubicBezTo>
                  <a:cubicBezTo>
                    <a:pt x="118281" y="3380"/>
                    <a:pt x="104291" y="66"/>
                    <a:pt x="96229" y="66"/>
                  </a:cubicBezTo>
                  <a:cubicBezTo>
                    <a:pt x="82476" y="66"/>
                    <a:pt x="74177" y="12612"/>
                    <a:pt x="71331" y="18057"/>
                  </a:cubicBezTo>
                  <a:cubicBezTo>
                    <a:pt x="65403" y="2433"/>
                    <a:pt x="52599" y="66"/>
                    <a:pt x="45723" y="66"/>
                  </a:cubicBezTo>
                  <a:cubicBezTo>
                    <a:pt x="21062" y="66"/>
                    <a:pt x="7547" y="30603"/>
                    <a:pt x="7547" y="36521"/>
                  </a:cubicBezTo>
                  <a:cubicBezTo>
                    <a:pt x="7547" y="38888"/>
                    <a:pt x="9918" y="38888"/>
                    <a:pt x="10392" y="38888"/>
                  </a:cubicBezTo>
                  <a:cubicBezTo>
                    <a:pt x="12289" y="38888"/>
                    <a:pt x="13000" y="38415"/>
                    <a:pt x="13475" y="36284"/>
                  </a:cubicBezTo>
                  <a:cubicBezTo>
                    <a:pt x="21537" y="11192"/>
                    <a:pt x="37186" y="5274"/>
                    <a:pt x="45248" y="5274"/>
                  </a:cubicBezTo>
                  <a:cubicBezTo>
                    <a:pt x="49754" y="5274"/>
                    <a:pt x="58053" y="7405"/>
                    <a:pt x="58053" y="21134"/>
                  </a:cubicBezTo>
                  <a:cubicBezTo>
                    <a:pt x="58053" y="28473"/>
                    <a:pt x="54022" y="44333"/>
                    <a:pt x="45248" y="77474"/>
                  </a:cubicBezTo>
                  <a:cubicBezTo>
                    <a:pt x="41454" y="92151"/>
                    <a:pt x="33155" y="102093"/>
                    <a:pt x="22722" y="102093"/>
                  </a:cubicBezTo>
                  <a:cubicBezTo>
                    <a:pt x="21299" y="102093"/>
                    <a:pt x="15846" y="102093"/>
                    <a:pt x="10866" y="99015"/>
                  </a:cubicBezTo>
                  <a:cubicBezTo>
                    <a:pt x="16794" y="97832"/>
                    <a:pt x="22011" y="92861"/>
                    <a:pt x="22011" y="86232"/>
                  </a:cubicBezTo>
                  <a:cubicBezTo>
                    <a:pt x="22011" y="79841"/>
                    <a:pt x="16794" y="77947"/>
                    <a:pt x="13237" y="77947"/>
                  </a:cubicBezTo>
                  <a:cubicBezTo>
                    <a:pt x="6124" y="77947"/>
                    <a:pt x="196" y="84102"/>
                    <a:pt x="196" y="91677"/>
                  </a:cubicBezTo>
                  <a:cubicBezTo>
                    <a:pt x="196" y="102566"/>
                    <a:pt x="12052" y="107301"/>
                    <a:pt x="22485" y="107301"/>
                  </a:cubicBezTo>
                  <a:cubicBezTo>
                    <a:pt x="38135" y="107301"/>
                    <a:pt x="46671" y="90730"/>
                    <a:pt x="47382" y="89310"/>
                  </a:cubicBezTo>
                  <a:cubicBezTo>
                    <a:pt x="50228" y="98069"/>
                    <a:pt x="58764" y="107301"/>
                    <a:pt x="72991" y="107301"/>
                  </a:cubicBezTo>
                  <a:cubicBezTo>
                    <a:pt x="97414" y="107301"/>
                    <a:pt x="110930" y="76764"/>
                    <a:pt x="110930" y="70846"/>
                  </a:cubicBezTo>
                  <a:cubicBezTo>
                    <a:pt x="110930" y="68478"/>
                    <a:pt x="108796" y="68478"/>
                    <a:pt x="108085" y="68478"/>
                  </a:cubicBezTo>
                  <a:cubicBezTo>
                    <a:pt x="105951" y="68478"/>
                    <a:pt x="105476" y="69425"/>
                    <a:pt x="105002" y="71082"/>
                  </a:cubicBezTo>
                  <a:cubicBezTo>
                    <a:pt x="97177" y="96411"/>
                    <a:pt x="81053" y="102093"/>
                    <a:pt x="73465" y="102093"/>
                  </a:cubicBezTo>
                  <a:cubicBezTo>
                    <a:pt x="64218" y="102093"/>
                    <a:pt x="60424" y="94518"/>
                    <a:pt x="60424" y="86469"/>
                  </a:cubicBezTo>
                  <a:cubicBezTo>
                    <a:pt x="60424" y="81261"/>
                    <a:pt x="61847" y="76054"/>
                    <a:pt x="64455" y="65638"/>
                  </a:cubicBezTo>
                  <a:lnTo>
                    <a:pt x="7251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8" name="Freeform: Shape 307">
              <a:extLst>
                <a:ext uri="{FF2B5EF4-FFF2-40B4-BE49-F238E27FC236}">
                  <a16:creationId xmlns:a16="http://schemas.microsoft.com/office/drawing/2014/main" id="{6A0D0FC8-D380-EF3D-B4A6-C4F82418BE92}"/>
                </a:ext>
              </a:extLst>
            </p:cNvPr>
            <p:cNvSpPr/>
            <p:nvPr>
              <p:custDataLst>
                <p:tags r:id="rId84"/>
              </p:custDataLst>
            </p:nvPr>
          </p:nvSpPr>
          <p:spPr>
            <a:xfrm>
              <a:off x="9805110" y="6666424"/>
              <a:ext cx="50292" cy="111518"/>
            </a:xfrm>
            <a:custGeom>
              <a:avLst/>
              <a:gdLst>
                <a:gd name="connsiteX0" fmla="*/ 46179 w 50292"/>
                <a:gd name="connsiteY0" fmla="*/ 6365 h 111518"/>
                <a:gd name="connsiteX1" fmla="*/ 39540 w 50292"/>
                <a:gd name="connsiteY1" fmla="*/ 68 h 111518"/>
                <a:gd name="connsiteX2" fmla="*/ 30244 w 50292"/>
                <a:gd name="connsiteY2" fmla="*/ 9181 h 111518"/>
                <a:gd name="connsiteX3" fmla="*/ 36884 w 50292"/>
                <a:gd name="connsiteY3" fmla="*/ 15478 h 111518"/>
                <a:gd name="connsiteX4" fmla="*/ 46179 w 50292"/>
                <a:gd name="connsiteY4" fmla="*/ 6365 h 111518"/>
                <a:gd name="connsiteX5" fmla="*/ 12318 w 50292"/>
                <a:gd name="connsiteY5" fmla="*/ 90542 h 111518"/>
                <a:gd name="connsiteX6" fmla="*/ 10825 w 50292"/>
                <a:gd name="connsiteY6" fmla="*/ 97502 h 111518"/>
                <a:gd name="connsiteX7" fmla="*/ 26593 w 50292"/>
                <a:gd name="connsiteY7" fmla="*/ 111587 h 111518"/>
                <a:gd name="connsiteX8" fmla="*/ 50494 w 50292"/>
                <a:gd name="connsiteY8" fmla="*/ 86234 h 111518"/>
                <a:gd name="connsiteX9" fmla="*/ 47839 w 50292"/>
                <a:gd name="connsiteY9" fmla="*/ 84080 h 111518"/>
                <a:gd name="connsiteX10" fmla="*/ 44685 w 50292"/>
                <a:gd name="connsiteY10" fmla="*/ 86897 h 111518"/>
                <a:gd name="connsiteX11" fmla="*/ 27091 w 50292"/>
                <a:gd name="connsiteY11" fmla="*/ 106947 h 111518"/>
                <a:gd name="connsiteX12" fmla="*/ 22941 w 50292"/>
                <a:gd name="connsiteY12" fmla="*/ 101147 h 111518"/>
                <a:gd name="connsiteX13" fmla="*/ 25597 w 50292"/>
                <a:gd name="connsiteY13" fmla="*/ 90542 h 111518"/>
                <a:gd name="connsiteX14" fmla="*/ 30908 w 50292"/>
                <a:gd name="connsiteY14" fmla="*/ 77286 h 111518"/>
                <a:gd name="connsiteX15" fmla="*/ 39042 w 50292"/>
                <a:gd name="connsiteY15" fmla="*/ 56242 h 111518"/>
                <a:gd name="connsiteX16" fmla="*/ 40037 w 50292"/>
                <a:gd name="connsiteY16" fmla="*/ 50939 h 111518"/>
                <a:gd name="connsiteX17" fmla="*/ 24269 w 50292"/>
                <a:gd name="connsiteY17" fmla="*/ 36854 h 111518"/>
                <a:gd name="connsiteX18" fmla="*/ 202 w 50292"/>
                <a:gd name="connsiteY18" fmla="*/ 62207 h 111518"/>
                <a:gd name="connsiteX19" fmla="*/ 3023 w 50292"/>
                <a:gd name="connsiteY19" fmla="*/ 64361 h 111518"/>
                <a:gd name="connsiteX20" fmla="*/ 6011 w 50292"/>
                <a:gd name="connsiteY20" fmla="*/ 61710 h 111518"/>
                <a:gd name="connsiteX21" fmla="*/ 23771 w 50292"/>
                <a:gd name="connsiteY21" fmla="*/ 41494 h 111518"/>
                <a:gd name="connsiteX22" fmla="*/ 27921 w 50292"/>
                <a:gd name="connsiteY22" fmla="*/ 47293 h 111518"/>
                <a:gd name="connsiteX23" fmla="*/ 22775 w 50292"/>
                <a:gd name="connsiteY23" fmla="*/ 63864 h 111518"/>
                <a:gd name="connsiteX24" fmla="*/ 12318 w 50292"/>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92" h="111518">
                  <a:moveTo>
                    <a:pt x="46179" y="6365"/>
                  </a:moveTo>
                  <a:cubicBezTo>
                    <a:pt x="46179" y="3713"/>
                    <a:pt x="44187" y="68"/>
                    <a:pt x="39540" y="68"/>
                  </a:cubicBezTo>
                  <a:cubicBezTo>
                    <a:pt x="35058" y="68"/>
                    <a:pt x="30244" y="4376"/>
                    <a:pt x="30244" y="9181"/>
                  </a:cubicBezTo>
                  <a:cubicBezTo>
                    <a:pt x="30244" y="11998"/>
                    <a:pt x="32402" y="15478"/>
                    <a:pt x="36884" y="15478"/>
                  </a:cubicBezTo>
                  <a:cubicBezTo>
                    <a:pt x="41697" y="15478"/>
                    <a:pt x="46179" y="10839"/>
                    <a:pt x="46179" y="6365"/>
                  </a:cubicBezTo>
                  <a:close/>
                  <a:moveTo>
                    <a:pt x="12318" y="90542"/>
                  </a:moveTo>
                  <a:cubicBezTo>
                    <a:pt x="11654" y="92696"/>
                    <a:pt x="10825" y="94685"/>
                    <a:pt x="10825" y="97502"/>
                  </a:cubicBezTo>
                  <a:cubicBezTo>
                    <a:pt x="10825" y="105290"/>
                    <a:pt x="17464" y="111587"/>
                    <a:pt x="26593" y="111587"/>
                  </a:cubicBezTo>
                  <a:cubicBezTo>
                    <a:pt x="43191" y="111587"/>
                    <a:pt x="50494" y="88720"/>
                    <a:pt x="50494" y="86234"/>
                  </a:cubicBezTo>
                  <a:cubicBezTo>
                    <a:pt x="50494" y="84080"/>
                    <a:pt x="48337" y="84080"/>
                    <a:pt x="47839" y="84080"/>
                  </a:cubicBezTo>
                  <a:cubicBezTo>
                    <a:pt x="45515" y="84080"/>
                    <a:pt x="45349" y="85074"/>
                    <a:pt x="44685" y="86897"/>
                  </a:cubicBezTo>
                  <a:cubicBezTo>
                    <a:pt x="40867" y="100153"/>
                    <a:pt x="33564" y="106947"/>
                    <a:pt x="27091" y="106947"/>
                  </a:cubicBezTo>
                  <a:cubicBezTo>
                    <a:pt x="23771" y="106947"/>
                    <a:pt x="22941" y="104793"/>
                    <a:pt x="22941" y="101147"/>
                  </a:cubicBezTo>
                  <a:cubicBezTo>
                    <a:pt x="22941" y="97336"/>
                    <a:pt x="24103" y="94188"/>
                    <a:pt x="25597" y="90542"/>
                  </a:cubicBezTo>
                  <a:cubicBezTo>
                    <a:pt x="27257" y="86068"/>
                    <a:pt x="29083" y="81594"/>
                    <a:pt x="30908" y="77286"/>
                  </a:cubicBezTo>
                  <a:cubicBezTo>
                    <a:pt x="32402" y="73309"/>
                    <a:pt x="38378" y="58230"/>
                    <a:pt x="39042" y="56242"/>
                  </a:cubicBezTo>
                  <a:cubicBezTo>
                    <a:pt x="39540" y="54584"/>
                    <a:pt x="40037" y="52596"/>
                    <a:pt x="40037" y="50939"/>
                  </a:cubicBezTo>
                  <a:cubicBezTo>
                    <a:pt x="40037" y="43151"/>
                    <a:pt x="33398" y="36854"/>
                    <a:pt x="24269" y="36854"/>
                  </a:cubicBezTo>
                  <a:cubicBezTo>
                    <a:pt x="7837" y="36854"/>
                    <a:pt x="202" y="59390"/>
                    <a:pt x="202" y="62207"/>
                  </a:cubicBezTo>
                  <a:cubicBezTo>
                    <a:pt x="202" y="64361"/>
                    <a:pt x="2525" y="64361"/>
                    <a:pt x="3023" y="64361"/>
                  </a:cubicBezTo>
                  <a:cubicBezTo>
                    <a:pt x="5347" y="64361"/>
                    <a:pt x="5513" y="63533"/>
                    <a:pt x="6011" y="61710"/>
                  </a:cubicBezTo>
                  <a:cubicBezTo>
                    <a:pt x="10327" y="47459"/>
                    <a:pt x="17630" y="41494"/>
                    <a:pt x="23771" y="41494"/>
                  </a:cubicBezTo>
                  <a:cubicBezTo>
                    <a:pt x="26427" y="41494"/>
                    <a:pt x="27921" y="42819"/>
                    <a:pt x="27921" y="47293"/>
                  </a:cubicBezTo>
                  <a:cubicBezTo>
                    <a:pt x="27921" y="51105"/>
                    <a:pt x="26925" y="53590"/>
                    <a:pt x="22775" y="63864"/>
                  </a:cubicBezTo>
                  <a:lnTo>
                    <a:pt x="12318"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09" name="Freeform: Shape 308">
              <a:extLst>
                <a:ext uri="{FF2B5EF4-FFF2-40B4-BE49-F238E27FC236}">
                  <a16:creationId xmlns:a16="http://schemas.microsoft.com/office/drawing/2014/main" id="{1C203C8B-38B2-6B0D-BC1B-194B25F3928C}"/>
                </a:ext>
              </a:extLst>
            </p:cNvPr>
            <p:cNvSpPr/>
            <p:nvPr>
              <p:custDataLst>
                <p:tags r:id="rId85"/>
              </p:custDataLst>
            </p:nvPr>
          </p:nvSpPr>
          <p:spPr>
            <a:xfrm>
              <a:off x="9889768" y="6563238"/>
              <a:ext cx="55011" cy="236720"/>
            </a:xfrm>
            <a:custGeom>
              <a:avLst/>
              <a:gdLst>
                <a:gd name="connsiteX0" fmla="*/ 55216 w 55011"/>
                <a:gd name="connsiteY0" fmla="*/ 118426 h 236720"/>
                <a:gd name="connsiteX1" fmla="*/ 39567 w 55011"/>
                <a:gd name="connsiteY1" fmla="*/ 44570 h 236720"/>
                <a:gd name="connsiteX2" fmla="*/ 2576 w 55011"/>
                <a:gd name="connsiteY2" fmla="*/ 66 h 236720"/>
                <a:gd name="connsiteX3" fmla="*/ 205 w 55011"/>
                <a:gd name="connsiteY3" fmla="*/ 2433 h 236720"/>
                <a:gd name="connsiteX4" fmla="*/ 4710 w 55011"/>
                <a:gd name="connsiteY4" fmla="*/ 7878 h 236720"/>
                <a:gd name="connsiteX5" fmla="*/ 41463 w 55011"/>
                <a:gd name="connsiteY5" fmla="*/ 118426 h 236720"/>
                <a:gd name="connsiteX6" fmla="*/ 3288 w 55011"/>
                <a:gd name="connsiteY6" fmla="*/ 230395 h 236720"/>
                <a:gd name="connsiteX7" fmla="*/ 205 w 55011"/>
                <a:gd name="connsiteY7" fmla="*/ 234419 h 236720"/>
                <a:gd name="connsiteX8" fmla="*/ 2576 w 55011"/>
                <a:gd name="connsiteY8" fmla="*/ 236787 h 236720"/>
                <a:gd name="connsiteX9" fmla="*/ 40278 w 55011"/>
                <a:gd name="connsiteY9" fmla="*/ 190626 h 236720"/>
                <a:gd name="connsiteX10" fmla="*/ 55216 w 55011"/>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11" h="236720">
                  <a:moveTo>
                    <a:pt x="55216" y="118426"/>
                  </a:moveTo>
                  <a:cubicBezTo>
                    <a:pt x="55216" y="99962"/>
                    <a:pt x="52608" y="71319"/>
                    <a:pt x="39567" y="44570"/>
                  </a:cubicBezTo>
                  <a:cubicBezTo>
                    <a:pt x="25339" y="15453"/>
                    <a:pt x="4947" y="66"/>
                    <a:pt x="2576" y="66"/>
                  </a:cubicBezTo>
                  <a:cubicBezTo>
                    <a:pt x="1153" y="66"/>
                    <a:pt x="205" y="1013"/>
                    <a:pt x="205" y="2433"/>
                  </a:cubicBezTo>
                  <a:cubicBezTo>
                    <a:pt x="205" y="3144"/>
                    <a:pt x="205" y="3617"/>
                    <a:pt x="4710" y="7878"/>
                  </a:cubicBezTo>
                  <a:cubicBezTo>
                    <a:pt x="27948" y="31313"/>
                    <a:pt x="41463" y="68952"/>
                    <a:pt x="41463" y="118426"/>
                  </a:cubicBezTo>
                  <a:cubicBezTo>
                    <a:pt x="41463" y="158906"/>
                    <a:pt x="32690" y="200568"/>
                    <a:pt x="3288" y="230395"/>
                  </a:cubicBezTo>
                  <a:cubicBezTo>
                    <a:pt x="205" y="233236"/>
                    <a:pt x="205" y="233709"/>
                    <a:pt x="205" y="234419"/>
                  </a:cubicBezTo>
                  <a:cubicBezTo>
                    <a:pt x="205" y="235840"/>
                    <a:pt x="1153" y="236787"/>
                    <a:pt x="2576" y="236787"/>
                  </a:cubicBezTo>
                  <a:cubicBezTo>
                    <a:pt x="4947" y="236787"/>
                    <a:pt x="26288" y="220690"/>
                    <a:pt x="40278" y="190626"/>
                  </a:cubicBezTo>
                  <a:cubicBezTo>
                    <a:pt x="52371" y="164587"/>
                    <a:pt x="55216" y="138311"/>
                    <a:pt x="55216"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0" name="Freeform: Shape 309">
              <a:extLst>
                <a:ext uri="{FF2B5EF4-FFF2-40B4-BE49-F238E27FC236}">
                  <a16:creationId xmlns:a16="http://schemas.microsoft.com/office/drawing/2014/main" id="{8D80498E-757C-0433-42C5-595BD979C971}"/>
                </a:ext>
              </a:extLst>
            </p:cNvPr>
            <p:cNvSpPr/>
            <p:nvPr>
              <p:custDataLst>
                <p:tags r:id="rId86"/>
              </p:custDataLst>
            </p:nvPr>
          </p:nvSpPr>
          <p:spPr>
            <a:xfrm>
              <a:off x="10047609" y="6653902"/>
              <a:ext cx="157683" cy="55392"/>
            </a:xfrm>
            <a:custGeom>
              <a:avLst/>
              <a:gdLst>
                <a:gd name="connsiteX0" fmla="*/ 149833 w 157683"/>
                <a:gd name="connsiteY0" fmla="*/ 9535 h 55392"/>
                <a:gd name="connsiteX1" fmla="*/ 157895 w 157683"/>
                <a:gd name="connsiteY1" fmla="*/ 4801 h 55392"/>
                <a:gd name="connsiteX2" fmla="*/ 150070 w 157683"/>
                <a:gd name="connsiteY2" fmla="*/ 66 h 55392"/>
                <a:gd name="connsiteX3" fmla="*/ 8036 w 157683"/>
                <a:gd name="connsiteY3" fmla="*/ 66 h 55392"/>
                <a:gd name="connsiteX4" fmla="*/ 212 w 157683"/>
                <a:gd name="connsiteY4" fmla="*/ 4801 h 55392"/>
                <a:gd name="connsiteX5" fmla="*/ 8274 w 157683"/>
                <a:gd name="connsiteY5" fmla="*/ 9535 h 55392"/>
                <a:gd name="connsiteX6" fmla="*/ 149833 w 157683"/>
                <a:gd name="connsiteY6" fmla="*/ 9535 h 55392"/>
                <a:gd name="connsiteX7" fmla="*/ 150070 w 157683"/>
                <a:gd name="connsiteY7" fmla="*/ 55459 h 55392"/>
                <a:gd name="connsiteX8" fmla="*/ 157895 w 157683"/>
                <a:gd name="connsiteY8" fmla="*/ 50724 h 55392"/>
                <a:gd name="connsiteX9" fmla="*/ 149833 w 157683"/>
                <a:gd name="connsiteY9" fmla="*/ 45990 h 55392"/>
                <a:gd name="connsiteX10" fmla="*/ 8274 w 157683"/>
                <a:gd name="connsiteY10" fmla="*/ 45990 h 55392"/>
                <a:gd name="connsiteX11" fmla="*/ 212 w 157683"/>
                <a:gd name="connsiteY11" fmla="*/ 50724 h 55392"/>
                <a:gd name="connsiteX12" fmla="*/ 8036 w 157683"/>
                <a:gd name="connsiteY12" fmla="*/ 55459 h 55392"/>
                <a:gd name="connsiteX13" fmla="*/ 150070 w 157683"/>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683" h="55392">
                  <a:moveTo>
                    <a:pt x="149833" y="9535"/>
                  </a:moveTo>
                  <a:cubicBezTo>
                    <a:pt x="153390" y="9535"/>
                    <a:pt x="157895" y="9535"/>
                    <a:pt x="157895" y="4801"/>
                  </a:cubicBezTo>
                  <a:cubicBezTo>
                    <a:pt x="157895" y="66"/>
                    <a:pt x="153390" y="66"/>
                    <a:pt x="150070" y="66"/>
                  </a:cubicBezTo>
                  <a:lnTo>
                    <a:pt x="8036" y="66"/>
                  </a:lnTo>
                  <a:cubicBezTo>
                    <a:pt x="4717" y="66"/>
                    <a:pt x="212" y="66"/>
                    <a:pt x="212" y="4801"/>
                  </a:cubicBezTo>
                  <a:cubicBezTo>
                    <a:pt x="212" y="9535"/>
                    <a:pt x="4717" y="9535"/>
                    <a:pt x="8274" y="9535"/>
                  </a:cubicBezTo>
                  <a:lnTo>
                    <a:pt x="149833" y="9535"/>
                  </a:lnTo>
                  <a:close/>
                  <a:moveTo>
                    <a:pt x="150070" y="55459"/>
                  </a:moveTo>
                  <a:cubicBezTo>
                    <a:pt x="153390" y="55459"/>
                    <a:pt x="157895" y="55459"/>
                    <a:pt x="157895" y="50724"/>
                  </a:cubicBezTo>
                  <a:cubicBezTo>
                    <a:pt x="157895" y="45990"/>
                    <a:pt x="153390" y="45990"/>
                    <a:pt x="149833" y="45990"/>
                  </a:cubicBezTo>
                  <a:lnTo>
                    <a:pt x="8274" y="45990"/>
                  </a:lnTo>
                  <a:cubicBezTo>
                    <a:pt x="4717" y="45990"/>
                    <a:pt x="212" y="45990"/>
                    <a:pt x="212" y="50724"/>
                  </a:cubicBezTo>
                  <a:cubicBezTo>
                    <a:pt x="212" y="55459"/>
                    <a:pt x="4717" y="55459"/>
                    <a:pt x="8036" y="55459"/>
                  </a:cubicBezTo>
                  <a:lnTo>
                    <a:pt x="150070"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1" name="Freeform: Shape 310">
              <a:extLst>
                <a:ext uri="{FF2B5EF4-FFF2-40B4-BE49-F238E27FC236}">
                  <a16:creationId xmlns:a16="http://schemas.microsoft.com/office/drawing/2014/main" id="{7B7EA5CE-ADEA-960A-1D00-96B0FC99D849}"/>
                </a:ext>
              </a:extLst>
            </p:cNvPr>
            <p:cNvSpPr/>
            <p:nvPr>
              <p:custDataLst>
                <p:tags r:id="rId87"/>
              </p:custDataLst>
            </p:nvPr>
          </p:nvSpPr>
          <p:spPr>
            <a:xfrm>
              <a:off x="10293868" y="6583122"/>
              <a:ext cx="99826" cy="162863"/>
            </a:xfrm>
            <a:custGeom>
              <a:avLst/>
              <a:gdLst>
                <a:gd name="connsiteX0" fmla="*/ 100049 w 99826"/>
                <a:gd name="connsiteY0" fmla="*/ 81972 h 162863"/>
                <a:gd name="connsiteX1" fmla="*/ 90564 w 99826"/>
                <a:gd name="connsiteY1" fmla="*/ 26579 h 162863"/>
                <a:gd name="connsiteX2" fmla="*/ 50254 w 99826"/>
                <a:gd name="connsiteY2" fmla="*/ 66 h 162863"/>
                <a:gd name="connsiteX3" fmla="*/ 8995 w 99826"/>
                <a:gd name="connsiteY3" fmla="*/ 28236 h 162863"/>
                <a:gd name="connsiteX4" fmla="*/ 222 w 99826"/>
                <a:gd name="connsiteY4" fmla="*/ 81972 h 162863"/>
                <a:gd name="connsiteX5" fmla="*/ 10892 w 99826"/>
                <a:gd name="connsiteY5" fmla="*/ 139021 h 162863"/>
                <a:gd name="connsiteX6" fmla="*/ 50017 w 99826"/>
                <a:gd name="connsiteY6" fmla="*/ 162930 h 162863"/>
                <a:gd name="connsiteX7" fmla="*/ 91275 w 99826"/>
                <a:gd name="connsiteY7" fmla="*/ 135470 h 162863"/>
                <a:gd name="connsiteX8" fmla="*/ 100049 w 99826"/>
                <a:gd name="connsiteY8" fmla="*/ 81972 h 162863"/>
                <a:gd name="connsiteX9" fmla="*/ 50017 w 99826"/>
                <a:gd name="connsiteY9" fmla="*/ 157722 h 162863"/>
                <a:gd name="connsiteX10" fmla="*/ 22511 w 99826"/>
                <a:gd name="connsiteY10" fmla="*/ 129079 h 162863"/>
                <a:gd name="connsiteX11" fmla="*/ 19903 w 99826"/>
                <a:gd name="connsiteY11" fmla="*/ 79131 h 162863"/>
                <a:gd name="connsiteX12" fmla="*/ 21800 w 99826"/>
                <a:gd name="connsiteY12" fmla="*/ 35574 h 162863"/>
                <a:gd name="connsiteX13" fmla="*/ 50017 w 99826"/>
                <a:gd name="connsiteY13" fmla="*/ 5274 h 162863"/>
                <a:gd name="connsiteX14" fmla="*/ 77997 w 99826"/>
                <a:gd name="connsiteY14" fmla="*/ 32970 h 162863"/>
                <a:gd name="connsiteX15" fmla="*/ 80368 w 99826"/>
                <a:gd name="connsiteY15" fmla="*/ 79131 h 162863"/>
                <a:gd name="connsiteX16" fmla="*/ 77760 w 99826"/>
                <a:gd name="connsiteY16" fmla="*/ 128132 h 162863"/>
                <a:gd name="connsiteX17" fmla="*/ 50017 w 99826"/>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826" h="162863">
                  <a:moveTo>
                    <a:pt x="100049" y="81972"/>
                  </a:moveTo>
                  <a:cubicBezTo>
                    <a:pt x="100049" y="63034"/>
                    <a:pt x="98863" y="44096"/>
                    <a:pt x="90564" y="26579"/>
                  </a:cubicBezTo>
                  <a:cubicBezTo>
                    <a:pt x="79657" y="3854"/>
                    <a:pt x="60213" y="66"/>
                    <a:pt x="50254" y="66"/>
                  </a:cubicBezTo>
                  <a:cubicBezTo>
                    <a:pt x="36027" y="66"/>
                    <a:pt x="18717" y="6221"/>
                    <a:pt x="8995" y="28236"/>
                  </a:cubicBezTo>
                  <a:cubicBezTo>
                    <a:pt x="1408" y="44570"/>
                    <a:pt x="222" y="63034"/>
                    <a:pt x="222" y="81972"/>
                  </a:cubicBezTo>
                  <a:cubicBezTo>
                    <a:pt x="222" y="99726"/>
                    <a:pt x="1171" y="121030"/>
                    <a:pt x="10892" y="139021"/>
                  </a:cubicBezTo>
                  <a:cubicBezTo>
                    <a:pt x="21088" y="158195"/>
                    <a:pt x="38398" y="162930"/>
                    <a:pt x="50017" y="162930"/>
                  </a:cubicBezTo>
                  <a:cubicBezTo>
                    <a:pt x="62821" y="162930"/>
                    <a:pt x="80842" y="157959"/>
                    <a:pt x="91275" y="135470"/>
                  </a:cubicBezTo>
                  <a:cubicBezTo>
                    <a:pt x="98863" y="119137"/>
                    <a:pt x="100049" y="100672"/>
                    <a:pt x="100049" y="81972"/>
                  </a:cubicBezTo>
                  <a:close/>
                  <a:moveTo>
                    <a:pt x="50017" y="157722"/>
                  </a:moveTo>
                  <a:cubicBezTo>
                    <a:pt x="40769" y="157722"/>
                    <a:pt x="26779" y="151804"/>
                    <a:pt x="22511" y="129079"/>
                  </a:cubicBezTo>
                  <a:cubicBezTo>
                    <a:pt x="19903" y="114876"/>
                    <a:pt x="19903" y="93097"/>
                    <a:pt x="19903" y="79131"/>
                  </a:cubicBezTo>
                  <a:cubicBezTo>
                    <a:pt x="19903" y="63981"/>
                    <a:pt x="19903" y="48357"/>
                    <a:pt x="21800" y="35574"/>
                  </a:cubicBezTo>
                  <a:cubicBezTo>
                    <a:pt x="26305" y="7405"/>
                    <a:pt x="44089" y="5274"/>
                    <a:pt x="50017" y="5274"/>
                  </a:cubicBezTo>
                  <a:cubicBezTo>
                    <a:pt x="57842" y="5274"/>
                    <a:pt x="73492" y="9535"/>
                    <a:pt x="77997" y="32970"/>
                  </a:cubicBezTo>
                  <a:cubicBezTo>
                    <a:pt x="80368" y="46227"/>
                    <a:pt x="80368" y="64217"/>
                    <a:pt x="80368" y="79131"/>
                  </a:cubicBezTo>
                  <a:cubicBezTo>
                    <a:pt x="80368" y="96885"/>
                    <a:pt x="80368" y="112982"/>
                    <a:pt x="77760" y="128132"/>
                  </a:cubicBezTo>
                  <a:cubicBezTo>
                    <a:pt x="74203" y="150620"/>
                    <a:pt x="60687" y="157722"/>
                    <a:pt x="50017"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312" name="Group 311">
            <a:extLst>
              <a:ext uri="{FF2B5EF4-FFF2-40B4-BE49-F238E27FC236}">
                <a16:creationId xmlns:a16="http://schemas.microsoft.com/office/drawing/2014/main" id="{FCEA5963-17A4-EFFE-2C18-AC0C22F23262}"/>
              </a:ext>
            </a:extLst>
          </p:cNvPr>
          <p:cNvGrpSpPr>
            <a:grpSpLocks noChangeAspect="1"/>
          </p:cNvGrpSpPr>
          <p:nvPr>
            <p:custDataLst>
              <p:tags r:id="rId10"/>
            </p:custDataLst>
          </p:nvPr>
        </p:nvGrpSpPr>
        <p:grpSpPr>
          <a:xfrm>
            <a:off x="4297161" y="5772185"/>
            <a:ext cx="1724594" cy="281535"/>
            <a:chOff x="6828307" y="7141777"/>
            <a:chExt cx="1724594" cy="281535"/>
          </a:xfrm>
        </p:grpSpPr>
        <p:sp>
          <p:nvSpPr>
            <p:cNvPr id="313" name="Freeform: Shape 312">
              <a:extLst>
                <a:ext uri="{FF2B5EF4-FFF2-40B4-BE49-F238E27FC236}">
                  <a16:creationId xmlns:a16="http://schemas.microsoft.com/office/drawing/2014/main" id="{214720DE-F488-7616-CFDB-E63A7B842EFA}"/>
                </a:ext>
              </a:extLst>
            </p:cNvPr>
            <p:cNvSpPr/>
            <p:nvPr>
              <p:custDataLst>
                <p:tags r:id="rId37"/>
              </p:custDataLst>
            </p:nvPr>
          </p:nvSpPr>
          <p:spPr>
            <a:xfrm>
              <a:off x="6853850" y="7230843"/>
              <a:ext cx="84878" cy="7505"/>
            </a:xfrm>
            <a:custGeom>
              <a:avLst/>
              <a:gdLst>
                <a:gd name="connsiteX0" fmla="*/ 84956 w 84878"/>
                <a:gd name="connsiteY0" fmla="*/ 7568 h 7505"/>
                <a:gd name="connsiteX1" fmla="*/ 84956 w 84878"/>
                <a:gd name="connsiteY1" fmla="*/ 63 h 7505"/>
                <a:gd name="connsiteX2" fmla="*/ 77 w 84878"/>
                <a:gd name="connsiteY2" fmla="*/ 63 h 7505"/>
                <a:gd name="connsiteX3" fmla="*/ 77 w 84878"/>
                <a:gd name="connsiteY3" fmla="*/ 7568 h 7505"/>
                <a:gd name="connsiteX4" fmla="*/ 84956 w 84878"/>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78" h="7505">
                  <a:moveTo>
                    <a:pt x="84956" y="7568"/>
                  </a:moveTo>
                  <a:lnTo>
                    <a:pt x="84956" y="63"/>
                  </a:lnTo>
                  <a:lnTo>
                    <a:pt x="77" y="63"/>
                  </a:lnTo>
                  <a:lnTo>
                    <a:pt x="77" y="7568"/>
                  </a:lnTo>
                  <a:lnTo>
                    <a:pt x="84956" y="75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4" name="Freeform: Shape 313">
              <a:extLst>
                <a:ext uri="{FF2B5EF4-FFF2-40B4-BE49-F238E27FC236}">
                  <a16:creationId xmlns:a16="http://schemas.microsoft.com/office/drawing/2014/main" id="{10FBB1CB-4B88-9250-73C0-B793D37EF9D5}"/>
                </a:ext>
              </a:extLst>
            </p:cNvPr>
            <p:cNvSpPr/>
            <p:nvPr>
              <p:custDataLst>
                <p:tags r:id="rId38"/>
              </p:custDataLst>
            </p:nvPr>
          </p:nvSpPr>
          <p:spPr>
            <a:xfrm>
              <a:off x="6828307" y="7266674"/>
              <a:ext cx="108390" cy="156638"/>
            </a:xfrm>
            <a:custGeom>
              <a:avLst/>
              <a:gdLst>
                <a:gd name="connsiteX0" fmla="*/ 107527 w 108390"/>
                <a:gd name="connsiteY0" fmla="*/ 14831 h 156638"/>
                <a:gd name="connsiteX1" fmla="*/ 108468 w 108390"/>
                <a:gd name="connsiteY1" fmla="*/ 9263 h 156638"/>
                <a:gd name="connsiteX2" fmla="*/ 101649 w 108390"/>
                <a:gd name="connsiteY2" fmla="*/ 2726 h 156638"/>
                <a:gd name="connsiteX3" fmla="*/ 93420 w 108390"/>
                <a:gd name="connsiteY3" fmla="*/ 7810 h 156638"/>
                <a:gd name="connsiteX4" fmla="*/ 90128 w 108390"/>
                <a:gd name="connsiteY4" fmla="*/ 20883 h 156638"/>
                <a:gd name="connsiteX5" fmla="*/ 85426 w 108390"/>
                <a:gd name="connsiteY5" fmla="*/ 40251 h 156638"/>
                <a:gd name="connsiteX6" fmla="*/ 74845 w 108390"/>
                <a:gd name="connsiteY6" fmla="*/ 83829 h 156638"/>
                <a:gd name="connsiteX7" fmla="*/ 48277 w 108390"/>
                <a:gd name="connsiteY7" fmla="*/ 104408 h 156638"/>
                <a:gd name="connsiteX8" fmla="*/ 33699 w 108390"/>
                <a:gd name="connsiteY8" fmla="*/ 84798 h 156638"/>
                <a:gd name="connsiteX9" fmla="*/ 45690 w 108390"/>
                <a:gd name="connsiteY9" fmla="*/ 37346 h 156638"/>
                <a:gd name="connsiteX10" fmla="*/ 50393 w 108390"/>
                <a:gd name="connsiteY10" fmla="*/ 19915 h 156638"/>
                <a:gd name="connsiteX11" fmla="*/ 31113 w 108390"/>
                <a:gd name="connsiteY11" fmla="*/ 63 h 156638"/>
                <a:gd name="connsiteX12" fmla="*/ 77 w 108390"/>
                <a:gd name="connsiteY12" fmla="*/ 37346 h 156638"/>
                <a:gd name="connsiteX13" fmla="*/ 2898 w 108390"/>
                <a:gd name="connsiteY13" fmla="*/ 39767 h 156638"/>
                <a:gd name="connsiteX14" fmla="*/ 6660 w 108390"/>
                <a:gd name="connsiteY14" fmla="*/ 35409 h 156638"/>
                <a:gd name="connsiteX15" fmla="*/ 30407 w 108390"/>
                <a:gd name="connsiteY15" fmla="*/ 5389 h 156638"/>
                <a:gd name="connsiteX16" fmla="*/ 36285 w 108390"/>
                <a:gd name="connsiteY16" fmla="*/ 13136 h 156638"/>
                <a:gd name="connsiteX17" fmla="*/ 32288 w 108390"/>
                <a:gd name="connsiteY17" fmla="*/ 30083 h 156638"/>
                <a:gd name="connsiteX18" fmla="*/ 18651 w 108390"/>
                <a:gd name="connsiteY18" fmla="*/ 80924 h 156638"/>
                <a:gd name="connsiteX19" fmla="*/ 47336 w 108390"/>
                <a:gd name="connsiteY19" fmla="*/ 109734 h 156638"/>
                <a:gd name="connsiteX20" fmla="*/ 71083 w 108390"/>
                <a:gd name="connsiteY20" fmla="*/ 98840 h 156638"/>
                <a:gd name="connsiteX21" fmla="*/ 55800 w 108390"/>
                <a:gd name="connsiteY21" fmla="*/ 136123 h 156638"/>
                <a:gd name="connsiteX22" fmla="*/ 29937 w 108390"/>
                <a:gd name="connsiteY22" fmla="*/ 151375 h 156638"/>
                <a:gd name="connsiteX23" fmla="*/ 12068 w 108390"/>
                <a:gd name="connsiteY23" fmla="*/ 141207 h 156638"/>
                <a:gd name="connsiteX24" fmla="*/ 22178 w 108390"/>
                <a:gd name="connsiteY24" fmla="*/ 138302 h 156638"/>
                <a:gd name="connsiteX25" fmla="*/ 26881 w 108390"/>
                <a:gd name="connsiteY25" fmla="*/ 128376 h 156638"/>
                <a:gd name="connsiteX26" fmla="*/ 18181 w 108390"/>
                <a:gd name="connsiteY26" fmla="*/ 119902 h 156638"/>
                <a:gd name="connsiteX27" fmla="*/ 5014 w 108390"/>
                <a:gd name="connsiteY27" fmla="*/ 135639 h 156638"/>
                <a:gd name="connsiteX28" fmla="*/ 29937 w 108390"/>
                <a:gd name="connsiteY28" fmla="*/ 156702 h 156638"/>
                <a:gd name="connsiteX29" fmla="*/ 84955 w 108390"/>
                <a:gd name="connsiteY29" fmla="*/ 107313 h 156638"/>
                <a:gd name="connsiteX30" fmla="*/ 107527 w 108390"/>
                <a:gd name="connsiteY30" fmla="*/ 14831 h 15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390" h="156638">
                  <a:moveTo>
                    <a:pt x="107527" y="14831"/>
                  </a:moveTo>
                  <a:cubicBezTo>
                    <a:pt x="108468" y="11441"/>
                    <a:pt x="108468" y="10957"/>
                    <a:pt x="108468" y="9263"/>
                  </a:cubicBezTo>
                  <a:cubicBezTo>
                    <a:pt x="108468" y="4905"/>
                    <a:pt x="105176" y="2726"/>
                    <a:pt x="101649" y="2726"/>
                  </a:cubicBezTo>
                  <a:cubicBezTo>
                    <a:pt x="99298" y="2726"/>
                    <a:pt x="95536" y="4178"/>
                    <a:pt x="93420" y="7810"/>
                  </a:cubicBezTo>
                  <a:cubicBezTo>
                    <a:pt x="92950" y="9020"/>
                    <a:pt x="91069" y="16526"/>
                    <a:pt x="90128" y="20883"/>
                  </a:cubicBezTo>
                  <a:cubicBezTo>
                    <a:pt x="88482" y="27178"/>
                    <a:pt x="86836" y="33715"/>
                    <a:pt x="85426" y="40251"/>
                  </a:cubicBezTo>
                  <a:lnTo>
                    <a:pt x="74845" y="83829"/>
                  </a:lnTo>
                  <a:cubicBezTo>
                    <a:pt x="73905" y="87461"/>
                    <a:pt x="63795" y="104408"/>
                    <a:pt x="48277" y="104408"/>
                  </a:cubicBezTo>
                  <a:cubicBezTo>
                    <a:pt x="36285" y="104408"/>
                    <a:pt x="33699" y="93756"/>
                    <a:pt x="33699" y="84798"/>
                  </a:cubicBezTo>
                  <a:cubicBezTo>
                    <a:pt x="33699" y="73661"/>
                    <a:pt x="37696" y="58651"/>
                    <a:pt x="45690" y="37346"/>
                  </a:cubicBezTo>
                  <a:cubicBezTo>
                    <a:pt x="49452" y="27420"/>
                    <a:pt x="50393" y="24757"/>
                    <a:pt x="50393" y="19915"/>
                  </a:cubicBezTo>
                  <a:cubicBezTo>
                    <a:pt x="50393" y="9020"/>
                    <a:pt x="42869" y="63"/>
                    <a:pt x="31113" y="63"/>
                  </a:cubicBezTo>
                  <a:cubicBezTo>
                    <a:pt x="8776" y="63"/>
                    <a:pt x="77" y="35167"/>
                    <a:pt x="77" y="37346"/>
                  </a:cubicBezTo>
                  <a:cubicBezTo>
                    <a:pt x="77" y="39767"/>
                    <a:pt x="2428" y="39767"/>
                    <a:pt x="2898" y="39767"/>
                  </a:cubicBezTo>
                  <a:cubicBezTo>
                    <a:pt x="5249" y="39767"/>
                    <a:pt x="5484" y="39283"/>
                    <a:pt x="6660" y="35409"/>
                  </a:cubicBezTo>
                  <a:cubicBezTo>
                    <a:pt x="13008" y="12652"/>
                    <a:pt x="22413" y="5389"/>
                    <a:pt x="30407" y="5389"/>
                  </a:cubicBezTo>
                  <a:cubicBezTo>
                    <a:pt x="32288" y="5389"/>
                    <a:pt x="36285" y="5389"/>
                    <a:pt x="36285" y="13136"/>
                  </a:cubicBezTo>
                  <a:cubicBezTo>
                    <a:pt x="36285" y="19189"/>
                    <a:pt x="33934" y="25483"/>
                    <a:pt x="32288" y="30083"/>
                  </a:cubicBezTo>
                  <a:cubicBezTo>
                    <a:pt x="22883" y="55746"/>
                    <a:pt x="18651" y="69546"/>
                    <a:pt x="18651" y="80924"/>
                  </a:cubicBezTo>
                  <a:cubicBezTo>
                    <a:pt x="18651" y="102471"/>
                    <a:pt x="33464" y="109734"/>
                    <a:pt x="47336" y="109734"/>
                  </a:cubicBezTo>
                  <a:cubicBezTo>
                    <a:pt x="56506" y="109734"/>
                    <a:pt x="64500" y="105619"/>
                    <a:pt x="71083" y="98840"/>
                  </a:cubicBezTo>
                  <a:cubicBezTo>
                    <a:pt x="68027" y="111429"/>
                    <a:pt x="65205" y="123292"/>
                    <a:pt x="55800" y="136123"/>
                  </a:cubicBezTo>
                  <a:cubicBezTo>
                    <a:pt x="49687" y="144355"/>
                    <a:pt x="40753" y="151375"/>
                    <a:pt x="29937" y="151375"/>
                  </a:cubicBezTo>
                  <a:cubicBezTo>
                    <a:pt x="26645" y="151375"/>
                    <a:pt x="16065" y="150649"/>
                    <a:pt x="12068" y="141207"/>
                  </a:cubicBezTo>
                  <a:cubicBezTo>
                    <a:pt x="15830" y="141207"/>
                    <a:pt x="18886" y="141207"/>
                    <a:pt x="22178" y="138302"/>
                  </a:cubicBezTo>
                  <a:cubicBezTo>
                    <a:pt x="24529" y="136123"/>
                    <a:pt x="26881" y="132976"/>
                    <a:pt x="26881" y="128376"/>
                  </a:cubicBezTo>
                  <a:cubicBezTo>
                    <a:pt x="26881" y="120871"/>
                    <a:pt x="20532" y="119902"/>
                    <a:pt x="18181" y="119902"/>
                  </a:cubicBezTo>
                  <a:cubicBezTo>
                    <a:pt x="12773" y="119902"/>
                    <a:pt x="5014" y="123776"/>
                    <a:pt x="5014" y="135639"/>
                  </a:cubicBezTo>
                  <a:cubicBezTo>
                    <a:pt x="5014" y="147744"/>
                    <a:pt x="15360" y="156702"/>
                    <a:pt x="29937" y="156702"/>
                  </a:cubicBezTo>
                  <a:cubicBezTo>
                    <a:pt x="54155" y="156702"/>
                    <a:pt x="78372" y="134671"/>
                    <a:pt x="84955" y="107313"/>
                  </a:cubicBezTo>
                  <a:lnTo>
                    <a:pt x="107527" y="14831"/>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5" name="Freeform: Shape 314">
              <a:extLst>
                <a:ext uri="{FF2B5EF4-FFF2-40B4-BE49-F238E27FC236}">
                  <a16:creationId xmlns:a16="http://schemas.microsoft.com/office/drawing/2014/main" id="{BA9432AF-2BAF-FA5E-128E-DAE10C89508F}"/>
                </a:ext>
              </a:extLst>
            </p:cNvPr>
            <p:cNvSpPr/>
            <p:nvPr>
              <p:custDataLst>
                <p:tags r:id="rId39"/>
              </p:custDataLst>
            </p:nvPr>
          </p:nvSpPr>
          <p:spPr>
            <a:xfrm>
              <a:off x="7016963" y="7308315"/>
              <a:ext cx="143659" cy="9684"/>
            </a:xfrm>
            <a:custGeom>
              <a:avLst/>
              <a:gdLst>
                <a:gd name="connsiteX0" fmla="*/ 135514 w 143659"/>
                <a:gd name="connsiteY0" fmla="*/ 9747 h 9684"/>
                <a:gd name="connsiteX1" fmla="*/ 143743 w 143659"/>
                <a:gd name="connsiteY1" fmla="*/ 4905 h 9684"/>
                <a:gd name="connsiteX2" fmla="*/ 135514 w 143659"/>
                <a:gd name="connsiteY2" fmla="*/ 63 h 9684"/>
                <a:gd name="connsiteX3" fmla="*/ 8313 w 143659"/>
                <a:gd name="connsiteY3" fmla="*/ 63 h 9684"/>
                <a:gd name="connsiteX4" fmla="*/ 84 w 143659"/>
                <a:gd name="connsiteY4" fmla="*/ 4905 h 9684"/>
                <a:gd name="connsiteX5" fmla="*/ 8313 w 143659"/>
                <a:gd name="connsiteY5" fmla="*/ 9747 h 9684"/>
                <a:gd name="connsiteX6" fmla="*/ 135514 w 143659"/>
                <a:gd name="connsiteY6" fmla="*/ 9747 h 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659" h="9684">
                  <a:moveTo>
                    <a:pt x="135514" y="9747"/>
                  </a:moveTo>
                  <a:cubicBezTo>
                    <a:pt x="139511" y="9747"/>
                    <a:pt x="143743" y="9747"/>
                    <a:pt x="143743" y="4905"/>
                  </a:cubicBezTo>
                  <a:cubicBezTo>
                    <a:pt x="143743" y="63"/>
                    <a:pt x="139511" y="63"/>
                    <a:pt x="135514" y="63"/>
                  </a:cubicBezTo>
                  <a:lnTo>
                    <a:pt x="8313" y="63"/>
                  </a:lnTo>
                  <a:cubicBezTo>
                    <a:pt x="4316" y="63"/>
                    <a:pt x="84" y="63"/>
                    <a:pt x="84" y="4905"/>
                  </a:cubicBezTo>
                  <a:cubicBezTo>
                    <a:pt x="84" y="9747"/>
                    <a:pt x="4316" y="9747"/>
                    <a:pt x="8313" y="9747"/>
                  </a:cubicBezTo>
                  <a:lnTo>
                    <a:pt x="135514" y="974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6" name="Freeform: Shape 315">
              <a:extLst>
                <a:ext uri="{FF2B5EF4-FFF2-40B4-BE49-F238E27FC236}">
                  <a16:creationId xmlns:a16="http://schemas.microsoft.com/office/drawing/2014/main" id="{6D8076B5-A9EE-8B36-9CDB-1F969B90E27A}"/>
                </a:ext>
              </a:extLst>
            </p:cNvPr>
            <p:cNvSpPr/>
            <p:nvPr>
              <p:custDataLst>
                <p:tags r:id="rId40"/>
              </p:custDataLst>
            </p:nvPr>
          </p:nvSpPr>
          <p:spPr>
            <a:xfrm>
              <a:off x="7320296" y="7141777"/>
              <a:ext cx="62777" cy="37283"/>
            </a:xfrm>
            <a:custGeom>
              <a:avLst/>
              <a:gdLst>
                <a:gd name="connsiteX0" fmla="*/ 31603 w 62777"/>
                <a:gd name="connsiteY0" fmla="*/ 60 h 37283"/>
                <a:gd name="connsiteX1" fmla="*/ 97 w 62777"/>
                <a:gd name="connsiteY1" fmla="*/ 32986 h 37283"/>
                <a:gd name="connsiteX2" fmla="*/ 4329 w 62777"/>
                <a:gd name="connsiteY2" fmla="*/ 37344 h 37283"/>
                <a:gd name="connsiteX3" fmla="*/ 31603 w 62777"/>
                <a:gd name="connsiteY3" fmla="*/ 12649 h 37283"/>
                <a:gd name="connsiteX4" fmla="*/ 58642 w 62777"/>
                <a:gd name="connsiteY4" fmla="*/ 37344 h 37283"/>
                <a:gd name="connsiteX5" fmla="*/ 62874 w 62777"/>
                <a:gd name="connsiteY5" fmla="*/ 32986 h 37283"/>
                <a:gd name="connsiteX6" fmla="*/ 31603 w 62777"/>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77" h="37283">
                  <a:moveTo>
                    <a:pt x="31603" y="60"/>
                  </a:moveTo>
                  <a:lnTo>
                    <a:pt x="97" y="32986"/>
                  </a:lnTo>
                  <a:lnTo>
                    <a:pt x="4329" y="37344"/>
                  </a:lnTo>
                  <a:lnTo>
                    <a:pt x="31603" y="12649"/>
                  </a:lnTo>
                  <a:lnTo>
                    <a:pt x="58642" y="37344"/>
                  </a:lnTo>
                  <a:lnTo>
                    <a:pt x="62874" y="32986"/>
                  </a:lnTo>
                  <a:lnTo>
                    <a:pt x="31603" y="6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7" name="Freeform: Shape 316">
              <a:extLst>
                <a:ext uri="{FF2B5EF4-FFF2-40B4-BE49-F238E27FC236}">
                  <a16:creationId xmlns:a16="http://schemas.microsoft.com/office/drawing/2014/main" id="{F06FC9AA-0A44-9248-51C8-52DE02FCC65E}"/>
                </a:ext>
              </a:extLst>
            </p:cNvPr>
            <p:cNvSpPr/>
            <p:nvPr>
              <p:custDataLst>
                <p:tags r:id="rId41"/>
              </p:custDataLst>
            </p:nvPr>
          </p:nvSpPr>
          <p:spPr>
            <a:xfrm>
              <a:off x="7239592" y="7202760"/>
              <a:ext cx="128170" cy="217890"/>
            </a:xfrm>
            <a:custGeom>
              <a:avLst/>
              <a:gdLst>
                <a:gd name="connsiteX0" fmla="*/ 128265 w 128170"/>
                <a:gd name="connsiteY0" fmla="*/ 33231 h 217890"/>
                <a:gd name="connsiteX1" fmla="*/ 96289 w 128170"/>
                <a:gd name="connsiteY1" fmla="*/ 63 h 217890"/>
                <a:gd name="connsiteX2" fmla="*/ 67839 w 128170"/>
                <a:gd name="connsiteY2" fmla="*/ 10231 h 217890"/>
                <a:gd name="connsiteX3" fmla="*/ 37508 w 128170"/>
                <a:gd name="connsiteY3" fmla="*/ 61798 h 217890"/>
                <a:gd name="connsiteX4" fmla="*/ 124 w 128170"/>
                <a:gd name="connsiteY4" fmla="*/ 215532 h 217890"/>
                <a:gd name="connsiteX5" fmla="*/ 2945 w 128170"/>
                <a:gd name="connsiteY5" fmla="*/ 217953 h 217890"/>
                <a:gd name="connsiteX6" fmla="*/ 5767 w 128170"/>
                <a:gd name="connsiteY6" fmla="*/ 216743 h 217890"/>
                <a:gd name="connsiteX7" fmla="*/ 22225 w 128170"/>
                <a:gd name="connsiteY7" fmla="*/ 149923 h 217890"/>
                <a:gd name="connsiteX8" fmla="*/ 54202 w 128170"/>
                <a:gd name="connsiteY8" fmla="*/ 173407 h 217890"/>
                <a:gd name="connsiteX9" fmla="*/ 99580 w 128170"/>
                <a:gd name="connsiteY9" fmla="*/ 154281 h 217890"/>
                <a:gd name="connsiteX10" fmla="*/ 118390 w 128170"/>
                <a:gd name="connsiteY10" fmla="*/ 109734 h 217890"/>
                <a:gd name="connsiteX11" fmla="*/ 101226 w 128170"/>
                <a:gd name="connsiteY11" fmla="*/ 73661 h 217890"/>
                <a:gd name="connsiteX12" fmla="*/ 128265 w 128170"/>
                <a:gd name="connsiteY12" fmla="*/ 33231 h 217890"/>
                <a:gd name="connsiteX13" fmla="*/ 85943 w 128170"/>
                <a:gd name="connsiteY13" fmla="*/ 73419 h 217890"/>
                <a:gd name="connsiteX14" fmla="*/ 74657 w 128170"/>
                <a:gd name="connsiteY14" fmla="*/ 75114 h 217890"/>
                <a:gd name="connsiteX15" fmla="*/ 64312 w 128170"/>
                <a:gd name="connsiteY15" fmla="*/ 74145 h 217890"/>
                <a:gd name="connsiteX16" fmla="*/ 75833 w 128170"/>
                <a:gd name="connsiteY16" fmla="*/ 72209 h 217890"/>
                <a:gd name="connsiteX17" fmla="*/ 85943 w 128170"/>
                <a:gd name="connsiteY17" fmla="*/ 73419 h 217890"/>
                <a:gd name="connsiteX18" fmla="*/ 115098 w 128170"/>
                <a:gd name="connsiteY18" fmla="*/ 27662 h 217890"/>
                <a:gd name="connsiteX19" fmla="*/ 93937 w 128170"/>
                <a:gd name="connsiteY19" fmla="*/ 69546 h 217890"/>
                <a:gd name="connsiteX20" fmla="*/ 75833 w 128170"/>
                <a:gd name="connsiteY20" fmla="*/ 66640 h 217890"/>
                <a:gd name="connsiteX21" fmla="*/ 57729 w 128170"/>
                <a:gd name="connsiteY21" fmla="*/ 74388 h 217890"/>
                <a:gd name="connsiteX22" fmla="*/ 73952 w 128170"/>
                <a:gd name="connsiteY22" fmla="*/ 80440 h 217890"/>
                <a:gd name="connsiteX23" fmla="*/ 93232 w 128170"/>
                <a:gd name="connsiteY23" fmla="*/ 77293 h 217890"/>
                <a:gd name="connsiteX24" fmla="*/ 103577 w 128170"/>
                <a:gd name="connsiteY24" fmla="*/ 104650 h 217890"/>
                <a:gd name="connsiteX25" fmla="*/ 91821 w 128170"/>
                <a:gd name="connsiteY25" fmla="*/ 146291 h 217890"/>
                <a:gd name="connsiteX26" fmla="*/ 53496 w 128170"/>
                <a:gd name="connsiteY26" fmla="*/ 168080 h 217890"/>
                <a:gd name="connsiteX27" fmla="*/ 26693 w 128170"/>
                <a:gd name="connsiteY27" fmla="*/ 136849 h 217890"/>
                <a:gd name="connsiteX28" fmla="*/ 27868 w 128170"/>
                <a:gd name="connsiteY28" fmla="*/ 126197 h 217890"/>
                <a:gd name="connsiteX29" fmla="*/ 42916 w 128170"/>
                <a:gd name="connsiteY29" fmla="*/ 64946 h 217890"/>
                <a:gd name="connsiteX30" fmla="*/ 93232 w 128170"/>
                <a:gd name="connsiteY30" fmla="*/ 5631 h 217890"/>
                <a:gd name="connsiteX31" fmla="*/ 115098 w 128170"/>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170" h="217890">
                  <a:moveTo>
                    <a:pt x="128265" y="33231"/>
                  </a:moveTo>
                  <a:cubicBezTo>
                    <a:pt x="128265" y="15073"/>
                    <a:pt x="115333" y="63"/>
                    <a:pt x="96289" y="63"/>
                  </a:cubicBezTo>
                  <a:cubicBezTo>
                    <a:pt x="82652" y="63"/>
                    <a:pt x="76068" y="3936"/>
                    <a:pt x="67839" y="10231"/>
                  </a:cubicBezTo>
                  <a:cubicBezTo>
                    <a:pt x="54907" y="19915"/>
                    <a:pt x="41976" y="43399"/>
                    <a:pt x="37508" y="61798"/>
                  </a:cubicBezTo>
                  <a:lnTo>
                    <a:pt x="124" y="215532"/>
                  </a:lnTo>
                  <a:cubicBezTo>
                    <a:pt x="-111" y="216500"/>
                    <a:pt x="1064" y="217953"/>
                    <a:pt x="2945" y="217953"/>
                  </a:cubicBezTo>
                  <a:cubicBezTo>
                    <a:pt x="4826" y="217953"/>
                    <a:pt x="5532" y="217469"/>
                    <a:pt x="5767" y="216743"/>
                  </a:cubicBezTo>
                  <a:lnTo>
                    <a:pt x="22225" y="149923"/>
                  </a:lnTo>
                  <a:cubicBezTo>
                    <a:pt x="26693" y="164449"/>
                    <a:pt x="37038" y="173407"/>
                    <a:pt x="54202" y="173407"/>
                  </a:cubicBezTo>
                  <a:cubicBezTo>
                    <a:pt x="71366" y="173407"/>
                    <a:pt x="89000" y="164933"/>
                    <a:pt x="99580" y="154281"/>
                  </a:cubicBezTo>
                  <a:cubicBezTo>
                    <a:pt x="110866" y="143144"/>
                    <a:pt x="118390" y="127650"/>
                    <a:pt x="118390" y="109734"/>
                  </a:cubicBezTo>
                  <a:cubicBezTo>
                    <a:pt x="118390" y="92303"/>
                    <a:pt x="109690" y="79714"/>
                    <a:pt x="101226" y="73661"/>
                  </a:cubicBezTo>
                  <a:cubicBezTo>
                    <a:pt x="114863" y="65672"/>
                    <a:pt x="128265" y="50662"/>
                    <a:pt x="128265" y="33231"/>
                  </a:cubicBezTo>
                  <a:close/>
                  <a:moveTo>
                    <a:pt x="85943" y="73419"/>
                  </a:moveTo>
                  <a:cubicBezTo>
                    <a:pt x="82887" y="74630"/>
                    <a:pt x="80300" y="75114"/>
                    <a:pt x="74657" y="75114"/>
                  </a:cubicBezTo>
                  <a:cubicBezTo>
                    <a:pt x="71366" y="75114"/>
                    <a:pt x="66663" y="75356"/>
                    <a:pt x="64312" y="74145"/>
                  </a:cubicBezTo>
                  <a:cubicBezTo>
                    <a:pt x="64782" y="71724"/>
                    <a:pt x="73247" y="72209"/>
                    <a:pt x="75833" y="72209"/>
                  </a:cubicBezTo>
                  <a:cubicBezTo>
                    <a:pt x="80771" y="72209"/>
                    <a:pt x="82887" y="72209"/>
                    <a:pt x="85943" y="73419"/>
                  </a:cubicBezTo>
                  <a:close/>
                  <a:moveTo>
                    <a:pt x="115098" y="27662"/>
                  </a:moveTo>
                  <a:cubicBezTo>
                    <a:pt x="115098" y="44609"/>
                    <a:pt x="106164" y="62040"/>
                    <a:pt x="93937" y="69546"/>
                  </a:cubicBezTo>
                  <a:cubicBezTo>
                    <a:pt x="87589" y="67125"/>
                    <a:pt x="82887" y="66640"/>
                    <a:pt x="75833" y="66640"/>
                  </a:cubicBezTo>
                  <a:cubicBezTo>
                    <a:pt x="70895" y="66640"/>
                    <a:pt x="57729" y="66398"/>
                    <a:pt x="57729" y="74388"/>
                  </a:cubicBezTo>
                  <a:cubicBezTo>
                    <a:pt x="57494" y="81166"/>
                    <a:pt x="69720" y="80440"/>
                    <a:pt x="73952" y="80440"/>
                  </a:cubicBezTo>
                  <a:cubicBezTo>
                    <a:pt x="82652" y="80440"/>
                    <a:pt x="86178" y="80198"/>
                    <a:pt x="93232" y="77293"/>
                  </a:cubicBezTo>
                  <a:cubicBezTo>
                    <a:pt x="102167" y="86008"/>
                    <a:pt x="103342" y="93513"/>
                    <a:pt x="103577" y="104650"/>
                  </a:cubicBezTo>
                  <a:cubicBezTo>
                    <a:pt x="104048" y="118692"/>
                    <a:pt x="98405" y="136849"/>
                    <a:pt x="91821" y="146291"/>
                  </a:cubicBezTo>
                  <a:cubicBezTo>
                    <a:pt x="82652" y="159365"/>
                    <a:pt x="66898" y="168080"/>
                    <a:pt x="53496" y="168080"/>
                  </a:cubicBezTo>
                  <a:cubicBezTo>
                    <a:pt x="35627" y="168080"/>
                    <a:pt x="26693" y="154039"/>
                    <a:pt x="26693" y="136849"/>
                  </a:cubicBezTo>
                  <a:cubicBezTo>
                    <a:pt x="26693" y="134428"/>
                    <a:pt x="26693" y="130797"/>
                    <a:pt x="27868" y="126197"/>
                  </a:cubicBezTo>
                  <a:lnTo>
                    <a:pt x="42916" y="64946"/>
                  </a:lnTo>
                  <a:cubicBezTo>
                    <a:pt x="48089" y="44125"/>
                    <a:pt x="65017" y="5631"/>
                    <a:pt x="93232" y="5631"/>
                  </a:cubicBezTo>
                  <a:cubicBezTo>
                    <a:pt x="106869" y="5631"/>
                    <a:pt x="115098" y="13136"/>
                    <a:pt x="115098" y="2766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8" name="Freeform: Shape 317">
              <a:extLst>
                <a:ext uri="{FF2B5EF4-FFF2-40B4-BE49-F238E27FC236}">
                  <a16:creationId xmlns:a16="http://schemas.microsoft.com/office/drawing/2014/main" id="{00A4CED0-62AB-7023-403A-CE72EB71C322}"/>
                </a:ext>
              </a:extLst>
            </p:cNvPr>
            <p:cNvSpPr/>
            <p:nvPr>
              <p:custDataLst>
                <p:tags r:id="rId42"/>
              </p:custDataLst>
            </p:nvPr>
          </p:nvSpPr>
          <p:spPr>
            <a:xfrm>
              <a:off x="7374117" y="7297469"/>
              <a:ext cx="76367" cy="115917"/>
            </a:xfrm>
            <a:custGeom>
              <a:avLst/>
              <a:gdLst>
                <a:gd name="connsiteX0" fmla="*/ 76467 w 76367"/>
                <a:gd name="connsiteY0" fmla="*/ 58531 h 115917"/>
                <a:gd name="connsiteX1" fmla="*/ 66757 w 76367"/>
                <a:gd name="connsiteY1" fmla="*/ 14639 h 115917"/>
                <a:gd name="connsiteX2" fmla="*/ 38283 w 76367"/>
                <a:gd name="connsiteY2" fmla="*/ 64 h 115917"/>
                <a:gd name="connsiteX3" fmla="*/ 100 w 76367"/>
                <a:gd name="connsiteY3" fmla="*/ 58531 h 115917"/>
                <a:gd name="connsiteX4" fmla="*/ 38283 w 76367"/>
                <a:gd name="connsiteY4" fmla="*/ 115982 h 115917"/>
                <a:gd name="connsiteX5" fmla="*/ 76467 w 76367"/>
                <a:gd name="connsiteY5" fmla="*/ 58531 h 115917"/>
                <a:gd name="connsiteX6" fmla="*/ 38283 w 76367"/>
                <a:gd name="connsiteY6" fmla="*/ 111237 h 115917"/>
                <a:gd name="connsiteX7" fmla="*/ 17381 w 76367"/>
                <a:gd name="connsiteY7" fmla="*/ 92764 h 115917"/>
                <a:gd name="connsiteX8" fmla="*/ 15077 w 76367"/>
                <a:gd name="connsiteY8" fmla="*/ 56328 h 115917"/>
                <a:gd name="connsiteX9" fmla="*/ 17546 w 76367"/>
                <a:gd name="connsiteY9" fmla="*/ 21756 h 115917"/>
                <a:gd name="connsiteX10" fmla="*/ 38283 w 76367"/>
                <a:gd name="connsiteY10" fmla="*/ 4809 h 115917"/>
                <a:gd name="connsiteX11" fmla="*/ 58692 w 76367"/>
                <a:gd name="connsiteY11" fmla="*/ 20231 h 115917"/>
                <a:gd name="connsiteX12" fmla="*/ 61490 w 76367"/>
                <a:gd name="connsiteY12" fmla="*/ 56328 h 115917"/>
                <a:gd name="connsiteX13" fmla="*/ 59350 w 76367"/>
                <a:gd name="connsiteY13" fmla="*/ 92087 h 115917"/>
                <a:gd name="connsiteX14" fmla="*/ 38283 w 76367"/>
                <a:gd name="connsiteY14" fmla="*/ 111237 h 11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367" h="115917">
                  <a:moveTo>
                    <a:pt x="76467" y="58531"/>
                  </a:moveTo>
                  <a:cubicBezTo>
                    <a:pt x="76467" y="39890"/>
                    <a:pt x="74328" y="26502"/>
                    <a:pt x="66757" y="14639"/>
                  </a:cubicBezTo>
                  <a:cubicBezTo>
                    <a:pt x="61655" y="6843"/>
                    <a:pt x="51450" y="64"/>
                    <a:pt x="38283" y="64"/>
                  </a:cubicBezTo>
                  <a:cubicBezTo>
                    <a:pt x="100" y="64"/>
                    <a:pt x="100" y="46330"/>
                    <a:pt x="100" y="58531"/>
                  </a:cubicBezTo>
                  <a:cubicBezTo>
                    <a:pt x="100" y="70733"/>
                    <a:pt x="100" y="115982"/>
                    <a:pt x="38283" y="115982"/>
                  </a:cubicBezTo>
                  <a:cubicBezTo>
                    <a:pt x="76467" y="115982"/>
                    <a:pt x="76467" y="70733"/>
                    <a:pt x="76467" y="58531"/>
                  </a:cubicBezTo>
                  <a:close/>
                  <a:moveTo>
                    <a:pt x="38283" y="111237"/>
                  </a:moveTo>
                  <a:cubicBezTo>
                    <a:pt x="30713" y="111237"/>
                    <a:pt x="20673" y="106661"/>
                    <a:pt x="17381" y="92764"/>
                  </a:cubicBezTo>
                  <a:cubicBezTo>
                    <a:pt x="15077" y="82766"/>
                    <a:pt x="15077" y="68869"/>
                    <a:pt x="15077" y="56328"/>
                  </a:cubicBezTo>
                  <a:cubicBezTo>
                    <a:pt x="15077" y="43957"/>
                    <a:pt x="15077" y="31077"/>
                    <a:pt x="17546" y="21756"/>
                  </a:cubicBezTo>
                  <a:cubicBezTo>
                    <a:pt x="21002" y="8368"/>
                    <a:pt x="31535" y="4809"/>
                    <a:pt x="38283" y="4809"/>
                  </a:cubicBezTo>
                  <a:cubicBezTo>
                    <a:pt x="47171" y="4809"/>
                    <a:pt x="55729" y="10402"/>
                    <a:pt x="58692" y="20231"/>
                  </a:cubicBezTo>
                  <a:cubicBezTo>
                    <a:pt x="61325" y="29383"/>
                    <a:pt x="61490" y="41584"/>
                    <a:pt x="61490" y="56328"/>
                  </a:cubicBezTo>
                  <a:cubicBezTo>
                    <a:pt x="61490" y="68869"/>
                    <a:pt x="61490" y="81410"/>
                    <a:pt x="59350" y="92087"/>
                  </a:cubicBezTo>
                  <a:cubicBezTo>
                    <a:pt x="56059" y="107508"/>
                    <a:pt x="44867" y="111237"/>
                    <a:pt x="38283" y="111237"/>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19" name="Freeform: Shape 318">
              <a:extLst>
                <a:ext uri="{FF2B5EF4-FFF2-40B4-BE49-F238E27FC236}">
                  <a16:creationId xmlns:a16="http://schemas.microsoft.com/office/drawing/2014/main" id="{229D6D21-BBCD-605E-7ED7-6B1EE07AC16D}"/>
                </a:ext>
              </a:extLst>
            </p:cNvPr>
            <p:cNvSpPr/>
            <p:nvPr>
              <p:custDataLst>
                <p:tags r:id="rId43"/>
              </p:custDataLst>
            </p:nvPr>
          </p:nvSpPr>
          <p:spPr>
            <a:xfrm>
              <a:off x="7542800" y="7308315"/>
              <a:ext cx="143659" cy="9684"/>
            </a:xfrm>
            <a:custGeom>
              <a:avLst/>
              <a:gdLst>
                <a:gd name="connsiteX0" fmla="*/ 135536 w 143659"/>
                <a:gd name="connsiteY0" fmla="*/ 9747 h 9684"/>
                <a:gd name="connsiteX1" fmla="*/ 143766 w 143659"/>
                <a:gd name="connsiteY1" fmla="*/ 4905 h 9684"/>
                <a:gd name="connsiteX2" fmla="*/ 135536 w 143659"/>
                <a:gd name="connsiteY2" fmla="*/ 63 h 9684"/>
                <a:gd name="connsiteX3" fmla="*/ 8336 w 143659"/>
                <a:gd name="connsiteY3" fmla="*/ 63 h 9684"/>
                <a:gd name="connsiteX4" fmla="*/ 106 w 143659"/>
                <a:gd name="connsiteY4" fmla="*/ 4905 h 9684"/>
                <a:gd name="connsiteX5" fmla="*/ 8336 w 143659"/>
                <a:gd name="connsiteY5" fmla="*/ 9747 h 9684"/>
                <a:gd name="connsiteX6" fmla="*/ 135536 w 143659"/>
                <a:gd name="connsiteY6" fmla="*/ 9747 h 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659" h="9684">
                  <a:moveTo>
                    <a:pt x="135536" y="9747"/>
                  </a:moveTo>
                  <a:cubicBezTo>
                    <a:pt x="139533" y="9747"/>
                    <a:pt x="143766" y="9747"/>
                    <a:pt x="143766" y="4905"/>
                  </a:cubicBezTo>
                  <a:cubicBezTo>
                    <a:pt x="143766" y="63"/>
                    <a:pt x="139533" y="63"/>
                    <a:pt x="135536" y="63"/>
                  </a:cubicBezTo>
                  <a:lnTo>
                    <a:pt x="8336" y="63"/>
                  </a:lnTo>
                  <a:cubicBezTo>
                    <a:pt x="4339" y="63"/>
                    <a:pt x="106" y="63"/>
                    <a:pt x="106" y="4905"/>
                  </a:cubicBezTo>
                  <a:cubicBezTo>
                    <a:pt x="106" y="9747"/>
                    <a:pt x="4339" y="9747"/>
                    <a:pt x="8336" y="9747"/>
                  </a:cubicBezTo>
                  <a:lnTo>
                    <a:pt x="135536" y="974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0" name="Freeform: Shape 319">
              <a:extLst>
                <a:ext uri="{FF2B5EF4-FFF2-40B4-BE49-F238E27FC236}">
                  <a16:creationId xmlns:a16="http://schemas.microsoft.com/office/drawing/2014/main" id="{965AC140-24D4-00B4-8143-64B11EFDF4D6}"/>
                </a:ext>
              </a:extLst>
            </p:cNvPr>
            <p:cNvSpPr/>
            <p:nvPr>
              <p:custDataLst>
                <p:tags r:id="rId44"/>
              </p:custDataLst>
            </p:nvPr>
          </p:nvSpPr>
          <p:spPr>
            <a:xfrm>
              <a:off x="7846134" y="7141777"/>
              <a:ext cx="62777" cy="37283"/>
            </a:xfrm>
            <a:custGeom>
              <a:avLst/>
              <a:gdLst>
                <a:gd name="connsiteX0" fmla="*/ 31625 w 62777"/>
                <a:gd name="connsiteY0" fmla="*/ 60 h 37283"/>
                <a:gd name="connsiteX1" fmla="*/ 119 w 62777"/>
                <a:gd name="connsiteY1" fmla="*/ 32986 h 37283"/>
                <a:gd name="connsiteX2" fmla="*/ 4351 w 62777"/>
                <a:gd name="connsiteY2" fmla="*/ 37344 h 37283"/>
                <a:gd name="connsiteX3" fmla="*/ 31625 w 62777"/>
                <a:gd name="connsiteY3" fmla="*/ 12649 h 37283"/>
                <a:gd name="connsiteX4" fmla="*/ 58664 w 62777"/>
                <a:gd name="connsiteY4" fmla="*/ 37344 h 37283"/>
                <a:gd name="connsiteX5" fmla="*/ 62896 w 62777"/>
                <a:gd name="connsiteY5" fmla="*/ 32986 h 37283"/>
                <a:gd name="connsiteX6" fmla="*/ 31625 w 62777"/>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77" h="37283">
                  <a:moveTo>
                    <a:pt x="31625" y="60"/>
                  </a:moveTo>
                  <a:lnTo>
                    <a:pt x="119" y="32986"/>
                  </a:lnTo>
                  <a:lnTo>
                    <a:pt x="4351" y="37344"/>
                  </a:lnTo>
                  <a:lnTo>
                    <a:pt x="31625" y="12649"/>
                  </a:lnTo>
                  <a:lnTo>
                    <a:pt x="58664" y="37344"/>
                  </a:lnTo>
                  <a:lnTo>
                    <a:pt x="62896" y="32986"/>
                  </a:lnTo>
                  <a:lnTo>
                    <a:pt x="31625" y="6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1" name="Freeform: Shape 320">
              <a:extLst>
                <a:ext uri="{FF2B5EF4-FFF2-40B4-BE49-F238E27FC236}">
                  <a16:creationId xmlns:a16="http://schemas.microsoft.com/office/drawing/2014/main" id="{1AECA028-554A-1EE1-BC2A-B63CF0625598}"/>
                </a:ext>
              </a:extLst>
            </p:cNvPr>
            <p:cNvSpPr/>
            <p:nvPr>
              <p:custDataLst>
                <p:tags r:id="rId45"/>
              </p:custDataLst>
            </p:nvPr>
          </p:nvSpPr>
          <p:spPr>
            <a:xfrm>
              <a:off x="7765429" y="7202760"/>
              <a:ext cx="128170" cy="217890"/>
            </a:xfrm>
            <a:custGeom>
              <a:avLst/>
              <a:gdLst>
                <a:gd name="connsiteX0" fmla="*/ 128287 w 128170"/>
                <a:gd name="connsiteY0" fmla="*/ 33231 h 217890"/>
                <a:gd name="connsiteX1" fmla="*/ 96311 w 128170"/>
                <a:gd name="connsiteY1" fmla="*/ 63 h 217890"/>
                <a:gd name="connsiteX2" fmla="*/ 67861 w 128170"/>
                <a:gd name="connsiteY2" fmla="*/ 10231 h 217890"/>
                <a:gd name="connsiteX3" fmla="*/ 37531 w 128170"/>
                <a:gd name="connsiteY3" fmla="*/ 61798 h 217890"/>
                <a:gd name="connsiteX4" fmla="*/ 146 w 128170"/>
                <a:gd name="connsiteY4" fmla="*/ 215532 h 217890"/>
                <a:gd name="connsiteX5" fmla="*/ 2968 w 128170"/>
                <a:gd name="connsiteY5" fmla="*/ 217953 h 217890"/>
                <a:gd name="connsiteX6" fmla="*/ 5789 w 128170"/>
                <a:gd name="connsiteY6" fmla="*/ 216743 h 217890"/>
                <a:gd name="connsiteX7" fmla="*/ 22248 w 128170"/>
                <a:gd name="connsiteY7" fmla="*/ 149923 h 217890"/>
                <a:gd name="connsiteX8" fmla="*/ 54224 w 128170"/>
                <a:gd name="connsiteY8" fmla="*/ 173407 h 217890"/>
                <a:gd name="connsiteX9" fmla="*/ 99603 w 128170"/>
                <a:gd name="connsiteY9" fmla="*/ 154281 h 217890"/>
                <a:gd name="connsiteX10" fmla="*/ 118412 w 128170"/>
                <a:gd name="connsiteY10" fmla="*/ 109734 h 217890"/>
                <a:gd name="connsiteX11" fmla="*/ 101248 w 128170"/>
                <a:gd name="connsiteY11" fmla="*/ 73661 h 217890"/>
                <a:gd name="connsiteX12" fmla="*/ 128287 w 128170"/>
                <a:gd name="connsiteY12" fmla="*/ 33231 h 217890"/>
                <a:gd name="connsiteX13" fmla="*/ 85965 w 128170"/>
                <a:gd name="connsiteY13" fmla="*/ 73419 h 217890"/>
                <a:gd name="connsiteX14" fmla="*/ 74680 w 128170"/>
                <a:gd name="connsiteY14" fmla="*/ 75114 h 217890"/>
                <a:gd name="connsiteX15" fmla="*/ 64334 w 128170"/>
                <a:gd name="connsiteY15" fmla="*/ 74145 h 217890"/>
                <a:gd name="connsiteX16" fmla="*/ 75855 w 128170"/>
                <a:gd name="connsiteY16" fmla="*/ 72209 h 217890"/>
                <a:gd name="connsiteX17" fmla="*/ 85965 w 128170"/>
                <a:gd name="connsiteY17" fmla="*/ 73419 h 217890"/>
                <a:gd name="connsiteX18" fmla="*/ 115121 w 128170"/>
                <a:gd name="connsiteY18" fmla="*/ 27662 h 217890"/>
                <a:gd name="connsiteX19" fmla="*/ 93960 w 128170"/>
                <a:gd name="connsiteY19" fmla="*/ 69546 h 217890"/>
                <a:gd name="connsiteX20" fmla="*/ 75855 w 128170"/>
                <a:gd name="connsiteY20" fmla="*/ 66640 h 217890"/>
                <a:gd name="connsiteX21" fmla="*/ 57751 w 128170"/>
                <a:gd name="connsiteY21" fmla="*/ 74388 h 217890"/>
                <a:gd name="connsiteX22" fmla="*/ 73974 w 128170"/>
                <a:gd name="connsiteY22" fmla="*/ 80440 h 217890"/>
                <a:gd name="connsiteX23" fmla="*/ 93254 w 128170"/>
                <a:gd name="connsiteY23" fmla="*/ 77293 h 217890"/>
                <a:gd name="connsiteX24" fmla="*/ 103600 w 128170"/>
                <a:gd name="connsiteY24" fmla="*/ 104650 h 217890"/>
                <a:gd name="connsiteX25" fmla="*/ 91844 w 128170"/>
                <a:gd name="connsiteY25" fmla="*/ 146291 h 217890"/>
                <a:gd name="connsiteX26" fmla="*/ 53519 w 128170"/>
                <a:gd name="connsiteY26" fmla="*/ 168080 h 217890"/>
                <a:gd name="connsiteX27" fmla="*/ 26715 w 128170"/>
                <a:gd name="connsiteY27" fmla="*/ 136849 h 217890"/>
                <a:gd name="connsiteX28" fmla="*/ 27891 w 128170"/>
                <a:gd name="connsiteY28" fmla="*/ 126197 h 217890"/>
                <a:gd name="connsiteX29" fmla="*/ 42938 w 128170"/>
                <a:gd name="connsiteY29" fmla="*/ 64946 h 217890"/>
                <a:gd name="connsiteX30" fmla="*/ 93254 w 128170"/>
                <a:gd name="connsiteY30" fmla="*/ 5631 h 217890"/>
                <a:gd name="connsiteX31" fmla="*/ 115121 w 128170"/>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8170" h="217890">
                  <a:moveTo>
                    <a:pt x="128287" y="33231"/>
                  </a:moveTo>
                  <a:cubicBezTo>
                    <a:pt x="128287" y="15073"/>
                    <a:pt x="115356" y="63"/>
                    <a:pt x="96311" y="63"/>
                  </a:cubicBezTo>
                  <a:cubicBezTo>
                    <a:pt x="82674" y="63"/>
                    <a:pt x="76090" y="3936"/>
                    <a:pt x="67861" y="10231"/>
                  </a:cubicBezTo>
                  <a:cubicBezTo>
                    <a:pt x="54929" y="19915"/>
                    <a:pt x="41998" y="43399"/>
                    <a:pt x="37531" y="61798"/>
                  </a:cubicBezTo>
                  <a:lnTo>
                    <a:pt x="146" y="215532"/>
                  </a:lnTo>
                  <a:cubicBezTo>
                    <a:pt x="-89" y="216500"/>
                    <a:pt x="1087" y="217953"/>
                    <a:pt x="2968" y="217953"/>
                  </a:cubicBezTo>
                  <a:cubicBezTo>
                    <a:pt x="4849" y="217953"/>
                    <a:pt x="5554" y="217469"/>
                    <a:pt x="5789" y="216743"/>
                  </a:cubicBezTo>
                  <a:lnTo>
                    <a:pt x="22248" y="149923"/>
                  </a:lnTo>
                  <a:cubicBezTo>
                    <a:pt x="26715" y="164449"/>
                    <a:pt x="37060" y="173407"/>
                    <a:pt x="54224" y="173407"/>
                  </a:cubicBezTo>
                  <a:cubicBezTo>
                    <a:pt x="71388" y="173407"/>
                    <a:pt x="89022" y="164933"/>
                    <a:pt x="99603" y="154281"/>
                  </a:cubicBezTo>
                  <a:cubicBezTo>
                    <a:pt x="110888" y="143144"/>
                    <a:pt x="118412" y="127650"/>
                    <a:pt x="118412" y="109734"/>
                  </a:cubicBezTo>
                  <a:cubicBezTo>
                    <a:pt x="118412" y="92303"/>
                    <a:pt x="109713" y="79714"/>
                    <a:pt x="101248" y="73661"/>
                  </a:cubicBezTo>
                  <a:cubicBezTo>
                    <a:pt x="114885" y="65672"/>
                    <a:pt x="128287" y="50662"/>
                    <a:pt x="128287" y="33231"/>
                  </a:cubicBezTo>
                  <a:close/>
                  <a:moveTo>
                    <a:pt x="85965" y="73419"/>
                  </a:moveTo>
                  <a:cubicBezTo>
                    <a:pt x="82909" y="74630"/>
                    <a:pt x="80323" y="75114"/>
                    <a:pt x="74680" y="75114"/>
                  </a:cubicBezTo>
                  <a:cubicBezTo>
                    <a:pt x="71388" y="75114"/>
                    <a:pt x="66686" y="75356"/>
                    <a:pt x="64334" y="74145"/>
                  </a:cubicBezTo>
                  <a:cubicBezTo>
                    <a:pt x="64805" y="71724"/>
                    <a:pt x="73269" y="72209"/>
                    <a:pt x="75855" y="72209"/>
                  </a:cubicBezTo>
                  <a:cubicBezTo>
                    <a:pt x="80793" y="72209"/>
                    <a:pt x="82909" y="72209"/>
                    <a:pt x="85965" y="73419"/>
                  </a:cubicBezTo>
                  <a:close/>
                  <a:moveTo>
                    <a:pt x="115121" y="27662"/>
                  </a:moveTo>
                  <a:cubicBezTo>
                    <a:pt x="115121" y="44609"/>
                    <a:pt x="106186" y="62040"/>
                    <a:pt x="93960" y="69546"/>
                  </a:cubicBezTo>
                  <a:cubicBezTo>
                    <a:pt x="87611" y="67125"/>
                    <a:pt x="82909" y="66640"/>
                    <a:pt x="75855" y="66640"/>
                  </a:cubicBezTo>
                  <a:cubicBezTo>
                    <a:pt x="70918" y="66640"/>
                    <a:pt x="57751" y="66398"/>
                    <a:pt x="57751" y="74388"/>
                  </a:cubicBezTo>
                  <a:cubicBezTo>
                    <a:pt x="57516" y="81166"/>
                    <a:pt x="69742" y="80440"/>
                    <a:pt x="73974" y="80440"/>
                  </a:cubicBezTo>
                  <a:cubicBezTo>
                    <a:pt x="82674" y="80440"/>
                    <a:pt x="86201" y="80198"/>
                    <a:pt x="93254" y="77293"/>
                  </a:cubicBezTo>
                  <a:cubicBezTo>
                    <a:pt x="102189" y="86008"/>
                    <a:pt x="103364" y="93513"/>
                    <a:pt x="103600" y="104650"/>
                  </a:cubicBezTo>
                  <a:cubicBezTo>
                    <a:pt x="104070" y="118692"/>
                    <a:pt x="98427" y="136849"/>
                    <a:pt x="91844" y="146291"/>
                  </a:cubicBezTo>
                  <a:cubicBezTo>
                    <a:pt x="82674" y="159365"/>
                    <a:pt x="66921" y="168080"/>
                    <a:pt x="53519" y="168080"/>
                  </a:cubicBezTo>
                  <a:cubicBezTo>
                    <a:pt x="35650" y="168080"/>
                    <a:pt x="26715" y="154039"/>
                    <a:pt x="26715" y="136849"/>
                  </a:cubicBezTo>
                  <a:cubicBezTo>
                    <a:pt x="26715" y="134428"/>
                    <a:pt x="26715" y="130797"/>
                    <a:pt x="27891" y="126197"/>
                  </a:cubicBezTo>
                  <a:lnTo>
                    <a:pt x="42938" y="64946"/>
                  </a:lnTo>
                  <a:cubicBezTo>
                    <a:pt x="48111" y="44125"/>
                    <a:pt x="65040" y="5631"/>
                    <a:pt x="93254" y="5631"/>
                  </a:cubicBezTo>
                  <a:cubicBezTo>
                    <a:pt x="106891" y="5631"/>
                    <a:pt x="115121" y="13136"/>
                    <a:pt x="115121" y="2766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22" name="Freeform: Shape 321">
              <a:extLst>
                <a:ext uri="{FF2B5EF4-FFF2-40B4-BE49-F238E27FC236}">
                  <a16:creationId xmlns:a16="http://schemas.microsoft.com/office/drawing/2014/main" id="{15AC35AC-7590-B922-3CB1-5B51B14890E0}"/>
                </a:ext>
              </a:extLst>
            </p:cNvPr>
            <p:cNvSpPr/>
            <p:nvPr>
              <p:custDataLst>
                <p:tags r:id="rId46"/>
              </p:custDataLst>
            </p:nvPr>
          </p:nvSpPr>
          <p:spPr>
            <a:xfrm>
              <a:off x="7909336" y="7297469"/>
              <a:ext cx="59908" cy="112528"/>
            </a:xfrm>
            <a:custGeom>
              <a:avLst/>
              <a:gdLst>
                <a:gd name="connsiteX0" fmla="*/ 37318 w 59908"/>
                <a:gd name="connsiteY0" fmla="*/ 4809 h 112528"/>
                <a:gd name="connsiteX1" fmla="*/ 32381 w 59908"/>
                <a:gd name="connsiteY1" fmla="*/ 64 h 112528"/>
                <a:gd name="connsiteX2" fmla="*/ 122 w 59908"/>
                <a:gd name="connsiteY2" fmla="*/ 10910 h 112528"/>
                <a:gd name="connsiteX3" fmla="*/ 122 w 59908"/>
                <a:gd name="connsiteY3" fmla="*/ 17011 h 112528"/>
                <a:gd name="connsiteX4" fmla="*/ 23987 w 59908"/>
                <a:gd name="connsiteY4" fmla="*/ 12266 h 112528"/>
                <a:gd name="connsiteX5" fmla="*/ 23987 w 59908"/>
                <a:gd name="connsiteY5" fmla="*/ 98696 h 112528"/>
                <a:gd name="connsiteX6" fmla="*/ 7528 w 59908"/>
                <a:gd name="connsiteY6" fmla="*/ 106492 h 112528"/>
                <a:gd name="connsiteX7" fmla="*/ 1274 w 59908"/>
                <a:gd name="connsiteY7" fmla="*/ 106492 h 112528"/>
                <a:gd name="connsiteX8" fmla="*/ 1274 w 59908"/>
                <a:gd name="connsiteY8" fmla="*/ 112592 h 112528"/>
                <a:gd name="connsiteX9" fmla="*/ 30570 w 59908"/>
                <a:gd name="connsiteY9" fmla="*/ 111915 h 112528"/>
                <a:gd name="connsiteX10" fmla="*/ 60031 w 59908"/>
                <a:gd name="connsiteY10" fmla="*/ 112592 h 112528"/>
                <a:gd name="connsiteX11" fmla="*/ 60031 w 59908"/>
                <a:gd name="connsiteY11" fmla="*/ 106492 h 112528"/>
                <a:gd name="connsiteX12" fmla="*/ 53777 w 59908"/>
                <a:gd name="connsiteY12" fmla="*/ 106492 h 112528"/>
                <a:gd name="connsiteX13" fmla="*/ 37318 w 59908"/>
                <a:gd name="connsiteY13" fmla="*/ 98696 h 112528"/>
                <a:gd name="connsiteX14" fmla="*/ 37318 w 59908"/>
                <a:gd name="connsiteY14" fmla="*/ 4809 h 11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908" h="112528">
                  <a:moveTo>
                    <a:pt x="37318" y="4809"/>
                  </a:moveTo>
                  <a:cubicBezTo>
                    <a:pt x="37318" y="234"/>
                    <a:pt x="36989" y="64"/>
                    <a:pt x="32381" y="64"/>
                  </a:cubicBezTo>
                  <a:cubicBezTo>
                    <a:pt x="21847" y="10741"/>
                    <a:pt x="6870" y="10910"/>
                    <a:pt x="122" y="10910"/>
                  </a:cubicBezTo>
                  <a:lnTo>
                    <a:pt x="122" y="17011"/>
                  </a:lnTo>
                  <a:cubicBezTo>
                    <a:pt x="4072" y="17011"/>
                    <a:pt x="14935" y="17011"/>
                    <a:pt x="23987" y="12266"/>
                  </a:cubicBezTo>
                  <a:lnTo>
                    <a:pt x="23987" y="98696"/>
                  </a:lnTo>
                  <a:cubicBezTo>
                    <a:pt x="23987" y="104288"/>
                    <a:pt x="23987" y="106492"/>
                    <a:pt x="7528" y="106492"/>
                  </a:cubicBezTo>
                  <a:lnTo>
                    <a:pt x="1274" y="106492"/>
                  </a:lnTo>
                  <a:lnTo>
                    <a:pt x="1274" y="112592"/>
                  </a:lnTo>
                  <a:cubicBezTo>
                    <a:pt x="4237" y="112423"/>
                    <a:pt x="24481" y="111915"/>
                    <a:pt x="30570" y="111915"/>
                  </a:cubicBezTo>
                  <a:cubicBezTo>
                    <a:pt x="35672" y="111915"/>
                    <a:pt x="56410" y="112423"/>
                    <a:pt x="60031" y="112592"/>
                  </a:cubicBezTo>
                  <a:lnTo>
                    <a:pt x="60031" y="106492"/>
                  </a:lnTo>
                  <a:lnTo>
                    <a:pt x="53777" y="106492"/>
                  </a:lnTo>
                  <a:cubicBezTo>
                    <a:pt x="37318" y="106492"/>
                    <a:pt x="37318" y="104288"/>
                    <a:pt x="37318" y="98696"/>
                  </a:cubicBezTo>
                  <a:lnTo>
                    <a:pt x="37318" y="480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9" name="Freeform: Shape 358">
              <a:extLst>
                <a:ext uri="{FF2B5EF4-FFF2-40B4-BE49-F238E27FC236}">
                  <a16:creationId xmlns:a16="http://schemas.microsoft.com/office/drawing/2014/main" id="{6A03F93D-88E0-8B03-4868-0F37F2600D5A}"/>
                </a:ext>
              </a:extLst>
            </p:cNvPr>
            <p:cNvSpPr/>
            <p:nvPr>
              <p:custDataLst>
                <p:tags r:id="rId47"/>
              </p:custDataLst>
            </p:nvPr>
          </p:nvSpPr>
          <p:spPr>
            <a:xfrm>
              <a:off x="8028038" y="7230843"/>
              <a:ext cx="84878" cy="7505"/>
            </a:xfrm>
            <a:custGeom>
              <a:avLst/>
              <a:gdLst>
                <a:gd name="connsiteX0" fmla="*/ 85006 w 84878"/>
                <a:gd name="connsiteY0" fmla="*/ 7568 h 7505"/>
                <a:gd name="connsiteX1" fmla="*/ 85006 w 84878"/>
                <a:gd name="connsiteY1" fmla="*/ 63 h 7505"/>
                <a:gd name="connsiteX2" fmla="*/ 127 w 84878"/>
                <a:gd name="connsiteY2" fmla="*/ 63 h 7505"/>
                <a:gd name="connsiteX3" fmla="*/ 127 w 84878"/>
                <a:gd name="connsiteY3" fmla="*/ 7568 h 7505"/>
                <a:gd name="connsiteX4" fmla="*/ 85006 w 84878"/>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78" h="7505">
                  <a:moveTo>
                    <a:pt x="85006" y="7568"/>
                  </a:moveTo>
                  <a:lnTo>
                    <a:pt x="85006" y="63"/>
                  </a:lnTo>
                  <a:lnTo>
                    <a:pt x="127" y="63"/>
                  </a:lnTo>
                  <a:lnTo>
                    <a:pt x="127" y="7568"/>
                  </a:lnTo>
                  <a:lnTo>
                    <a:pt x="85006" y="75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0" name="Freeform: Shape 359">
              <a:extLst>
                <a:ext uri="{FF2B5EF4-FFF2-40B4-BE49-F238E27FC236}">
                  <a16:creationId xmlns:a16="http://schemas.microsoft.com/office/drawing/2014/main" id="{202249D2-103B-DAF0-E61E-75D144E79823}"/>
                </a:ext>
              </a:extLst>
            </p:cNvPr>
            <p:cNvSpPr/>
            <p:nvPr>
              <p:custDataLst>
                <p:tags r:id="rId48"/>
              </p:custDataLst>
            </p:nvPr>
          </p:nvSpPr>
          <p:spPr>
            <a:xfrm>
              <a:off x="8003693" y="7266674"/>
              <a:ext cx="117090" cy="109671"/>
            </a:xfrm>
            <a:custGeom>
              <a:avLst/>
              <a:gdLst>
                <a:gd name="connsiteX0" fmla="*/ 71839 w 117090"/>
                <a:gd name="connsiteY0" fmla="*/ 33957 h 109671"/>
                <a:gd name="connsiteX1" fmla="*/ 95116 w 117090"/>
                <a:gd name="connsiteY1" fmla="*/ 5389 h 109671"/>
                <a:gd name="connsiteX2" fmla="*/ 106872 w 117090"/>
                <a:gd name="connsiteY2" fmla="*/ 8536 h 109671"/>
                <a:gd name="connsiteX3" fmla="*/ 95586 w 117090"/>
                <a:gd name="connsiteY3" fmla="*/ 21610 h 109671"/>
                <a:gd name="connsiteX4" fmla="*/ 104520 w 117090"/>
                <a:gd name="connsiteY4" fmla="*/ 30083 h 109671"/>
                <a:gd name="connsiteX5" fmla="*/ 117217 w 117090"/>
                <a:gd name="connsiteY5" fmla="*/ 16041 h 109671"/>
                <a:gd name="connsiteX6" fmla="*/ 95351 w 117090"/>
                <a:gd name="connsiteY6" fmla="*/ 63 h 109671"/>
                <a:gd name="connsiteX7" fmla="*/ 70663 w 117090"/>
                <a:gd name="connsiteY7" fmla="*/ 18462 h 109671"/>
                <a:gd name="connsiteX8" fmla="*/ 45270 w 117090"/>
                <a:gd name="connsiteY8" fmla="*/ 63 h 109671"/>
                <a:gd name="connsiteX9" fmla="*/ 7415 w 117090"/>
                <a:gd name="connsiteY9" fmla="*/ 37346 h 109671"/>
                <a:gd name="connsiteX10" fmla="*/ 10237 w 117090"/>
                <a:gd name="connsiteY10" fmla="*/ 39767 h 109671"/>
                <a:gd name="connsiteX11" fmla="*/ 13293 w 117090"/>
                <a:gd name="connsiteY11" fmla="*/ 37104 h 109671"/>
                <a:gd name="connsiteX12" fmla="*/ 44800 w 117090"/>
                <a:gd name="connsiteY12" fmla="*/ 5389 h 109671"/>
                <a:gd name="connsiteX13" fmla="*/ 57496 w 117090"/>
                <a:gd name="connsiteY13" fmla="*/ 21610 h 109671"/>
                <a:gd name="connsiteX14" fmla="*/ 44800 w 117090"/>
                <a:gd name="connsiteY14" fmla="*/ 79230 h 109671"/>
                <a:gd name="connsiteX15" fmla="*/ 22463 w 117090"/>
                <a:gd name="connsiteY15" fmla="*/ 104408 h 109671"/>
                <a:gd name="connsiteX16" fmla="*/ 10707 w 117090"/>
                <a:gd name="connsiteY16" fmla="*/ 101261 h 109671"/>
                <a:gd name="connsiteX17" fmla="*/ 21758 w 117090"/>
                <a:gd name="connsiteY17" fmla="*/ 88187 h 109671"/>
                <a:gd name="connsiteX18" fmla="*/ 13058 w 117090"/>
                <a:gd name="connsiteY18" fmla="*/ 79714 h 109671"/>
                <a:gd name="connsiteX19" fmla="*/ 127 w 117090"/>
                <a:gd name="connsiteY19" fmla="*/ 93756 h 109671"/>
                <a:gd name="connsiteX20" fmla="*/ 22228 w 117090"/>
                <a:gd name="connsiteY20" fmla="*/ 109734 h 109671"/>
                <a:gd name="connsiteX21" fmla="*/ 46916 w 117090"/>
                <a:gd name="connsiteY21" fmla="*/ 91335 h 109671"/>
                <a:gd name="connsiteX22" fmla="*/ 72309 w 117090"/>
                <a:gd name="connsiteY22" fmla="*/ 109734 h 109671"/>
                <a:gd name="connsiteX23" fmla="*/ 109928 w 117090"/>
                <a:gd name="connsiteY23" fmla="*/ 72451 h 109671"/>
                <a:gd name="connsiteX24" fmla="*/ 107107 w 117090"/>
                <a:gd name="connsiteY24" fmla="*/ 70030 h 109671"/>
                <a:gd name="connsiteX25" fmla="*/ 104050 w 117090"/>
                <a:gd name="connsiteY25" fmla="*/ 72693 h 109671"/>
                <a:gd name="connsiteX26" fmla="*/ 72779 w 117090"/>
                <a:gd name="connsiteY26" fmla="*/ 104408 h 109671"/>
                <a:gd name="connsiteX27" fmla="*/ 59847 w 117090"/>
                <a:gd name="connsiteY27" fmla="*/ 88429 h 109671"/>
                <a:gd name="connsiteX28" fmla="*/ 63844 w 117090"/>
                <a:gd name="connsiteY28" fmla="*/ 67125 h 109671"/>
                <a:gd name="connsiteX29" fmla="*/ 71839 w 117090"/>
                <a:gd name="connsiteY29" fmla="*/ 33957 h 10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090" h="109671">
                  <a:moveTo>
                    <a:pt x="71839" y="33957"/>
                  </a:moveTo>
                  <a:cubicBezTo>
                    <a:pt x="73249" y="27662"/>
                    <a:pt x="78657" y="5389"/>
                    <a:pt x="95116" y="5389"/>
                  </a:cubicBezTo>
                  <a:cubicBezTo>
                    <a:pt x="96291" y="5389"/>
                    <a:pt x="101934" y="5389"/>
                    <a:pt x="106872" y="8536"/>
                  </a:cubicBezTo>
                  <a:cubicBezTo>
                    <a:pt x="100288" y="9747"/>
                    <a:pt x="95586" y="15799"/>
                    <a:pt x="95586" y="21610"/>
                  </a:cubicBezTo>
                  <a:cubicBezTo>
                    <a:pt x="95586" y="25483"/>
                    <a:pt x="98172" y="30083"/>
                    <a:pt x="104520" y="30083"/>
                  </a:cubicBezTo>
                  <a:cubicBezTo>
                    <a:pt x="109693" y="30083"/>
                    <a:pt x="117217" y="25725"/>
                    <a:pt x="117217" y="16041"/>
                  </a:cubicBezTo>
                  <a:cubicBezTo>
                    <a:pt x="117217" y="3452"/>
                    <a:pt x="103345" y="63"/>
                    <a:pt x="95351" y="63"/>
                  </a:cubicBezTo>
                  <a:cubicBezTo>
                    <a:pt x="81714" y="63"/>
                    <a:pt x="73484" y="12894"/>
                    <a:pt x="70663" y="18462"/>
                  </a:cubicBezTo>
                  <a:cubicBezTo>
                    <a:pt x="64785" y="2484"/>
                    <a:pt x="52088" y="63"/>
                    <a:pt x="45270" y="63"/>
                  </a:cubicBezTo>
                  <a:cubicBezTo>
                    <a:pt x="20817" y="63"/>
                    <a:pt x="7415" y="31294"/>
                    <a:pt x="7415" y="37346"/>
                  </a:cubicBezTo>
                  <a:cubicBezTo>
                    <a:pt x="7415" y="39767"/>
                    <a:pt x="9766" y="39767"/>
                    <a:pt x="10237" y="39767"/>
                  </a:cubicBezTo>
                  <a:cubicBezTo>
                    <a:pt x="12118" y="39767"/>
                    <a:pt x="12823" y="39283"/>
                    <a:pt x="13293" y="37104"/>
                  </a:cubicBezTo>
                  <a:cubicBezTo>
                    <a:pt x="21287" y="11441"/>
                    <a:pt x="36805" y="5389"/>
                    <a:pt x="44800" y="5389"/>
                  </a:cubicBezTo>
                  <a:cubicBezTo>
                    <a:pt x="49267" y="5389"/>
                    <a:pt x="57496" y="7568"/>
                    <a:pt x="57496" y="21610"/>
                  </a:cubicBezTo>
                  <a:cubicBezTo>
                    <a:pt x="57496" y="29115"/>
                    <a:pt x="53499" y="45336"/>
                    <a:pt x="44800" y="79230"/>
                  </a:cubicBezTo>
                  <a:cubicBezTo>
                    <a:pt x="41038" y="94240"/>
                    <a:pt x="32808" y="104408"/>
                    <a:pt x="22463" y="104408"/>
                  </a:cubicBezTo>
                  <a:cubicBezTo>
                    <a:pt x="21052" y="104408"/>
                    <a:pt x="15645" y="104408"/>
                    <a:pt x="10707" y="101261"/>
                  </a:cubicBezTo>
                  <a:cubicBezTo>
                    <a:pt x="16585" y="100050"/>
                    <a:pt x="21758" y="94966"/>
                    <a:pt x="21758" y="88187"/>
                  </a:cubicBezTo>
                  <a:cubicBezTo>
                    <a:pt x="21758" y="81651"/>
                    <a:pt x="16585" y="79714"/>
                    <a:pt x="13058" y="79714"/>
                  </a:cubicBezTo>
                  <a:cubicBezTo>
                    <a:pt x="6005" y="79714"/>
                    <a:pt x="127" y="86008"/>
                    <a:pt x="127" y="93756"/>
                  </a:cubicBezTo>
                  <a:cubicBezTo>
                    <a:pt x="127" y="104892"/>
                    <a:pt x="11883" y="109734"/>
                    <a:pt x="22228" y="109734"/>
                  </a:cubicBezTo>
                  <a:cubicBezTo>
                    <a:pt x="37746" y="109734"/>
                    <a:pt x="46210" y="92787"/>
                    <a:pt x="46916" y="91335"/>
                  </a:cubicBezTo>
                  <a:cubicBezTo>
                    <a:pt x="49737" y="100292"/>
                    <a:pt x="58201" y="109734"/>
                    <a:pt x="72309" y="109734"/>
                  </a:cubicBezTo>
                  <a:cubicBezTo>
                    <a:pt x="96526" y="109734"/>
                    <a:pt x="109928" y="78503"/>
                    <a:pt x="109928" y="72451"/>
                  </a:cubicBezTo>
                  <a:cubicBezTo>
                    <a:pt x="109928" y="70030"/>
                    <a:pt x="107812" y="70030"/>
                    <a:pt x="107107" y="70030"/>
                  </a:cubicBezTo>
                  <a:cubicBezTo>
                    <a:pt x="104991" y="70030"/>
                    <a:pt x="104520" y="70998"/>
                    <a:pt x="104050" y="72693"/>
                  </a:cubicBezTo>
                  <a:cubicBezTo>
                    <a:pt x="96291" y="98598"/>
                    <a:pt x="80303" y="104408"/>
                    <a:pt x="72779" y="104408"/>
                  </a:cubicBezTo>
                  <a:cubicBezTo>
                    <a:pt x="63609" y="104408"/>
                    <a:pt x="59847" y="96661"/>
                    <a:pt x="59847" y="88429"/>
                  </a:cubicBezTo>
                  <a:cubicBezTo>
                    <a:pt x="59847" y="83103"/>
                    <a:pt x="61258" y="77777"/>
                    <a:pt x="63844" y="67125"/>
                  </a:cubicBezTo>
                  <a:lnTo>
                    <a:pt x="71839" y="3395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1" name="Freeform: Shape 360">
              <a:extLst>
                <a:ext uri="{FF2B5EF4-FFF2-40B4-BE49-F238E27FC236}">
                  <a16:creationId xmlns:a16="http://schemas.microsoft.com/office/drawing/2014/main" id="{7BDB27ED-C9DC-7305-22D0-CDD7424FB868}"/>
                </a:ext>
              </a:extLst>
            </p:cNvPr>
            <p:cNvSpPr/>
            <p:nvPr>
              <p:custDataLst>
                <p:tags r:id="rId49"/>
              </p:custDataLst>
            </p:nvPr>
          </p:nvSpPr>
          <p:spPr>
            <a:xfrm>
              <a:off x="8209729" y="7284832"/>
              <a:ext cx="156355" cy="56651"/>
            </a:xfrm>
            <a:custGeom>
              <a:avLst/>
              <a:gdLst>
                <a:gd name="connsiteX0" fmla="*/ 148497 w 156355"/>
                <a:gd name="connsiteY0" fmla="*/ 9747 h 56651"/>
                <a:gd name="connsiteX1" fmla="*/ 156491 w 156355"/>
                <a:gd name="connsiteY1" fmla="*/ 4905 h 56651"/>
                <a:gd name="connsiteX2" fmla="*/ 148732 w 156355"/>
                <a:gd name="connsiteY2" fmla="*/ 63 h 56651"/>
                <a:gd name="connsiteX3" fmla="*/ 7894 w 156355"/>
                <a:gd name="connsiteY3" fmla="*/ 63 h 56651"/>
                <a:gd name="connsiteX4" fmla="*/ 135 w 156355"/>
                <a:gd name="connsiteY4" fmla="*/ 4905 h 56651"/>
                <a:gd name="connsiteX5" fmla="*/ 8129 w 156355"/>
                <a:gd name="connsiteY5" fmla="*/ 9747 h 56651"/>
                <a:gd name="connsiteX6" fmla="*/ 148497 w 156355"/>
                <a:gd name="connsiteY6" fmla="*/ 9747 h 56651"/>
                <a:gd name="connsiteX7" fmla="*/ 148732 w 156355"/>
                <a:gd name="connsiteY7" fmla="*/ 56714 h 56651"/>
                <a:gd name="connsiteX8" fmla="*/ 156491 w 156355"/>
                <a:gd name="connsiteY8" fmla="*/ 51872 h 56651"/>
                <a:gd name="connsiteX9" fmla="*/ 148497 w 156355"/>
                <a:gd name="connsiteY9" fmla="*/ 47030 h 56651"/>
                <a:gd name="connsiteX10" fmla="*/ 8129 w 156355"/>
                <a:gd name="connsiteY10" fmla="*/ 47030 h 56651"/>
                <a:gd name="connsiteX11" fmla="*/ 135 w 156355"/>
                <a:gd name="connsiteY11" fmla="*/ 51872 h 56651"/>
                <a:gd name="connsiteX12" fmla="*/ 7894 w 156355"/>
                <a:gd name="connsiteY12" fmla="*/ 56714 h 56651"/>
                <a:gd name="connsiteX13" fmla="*/ 148732 w 156355"/>
                <a:gd name="connsiteY13" fmla="*/ 56714 h 5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355" h="56651">
                  <a:moveTo>
                    <a:pt x="148497" y="9747"/>
                  </a:moveTo>
                  <a:cubicBezTo>
                    <a:pt x="152023" y="9747"/>
                    <a:pt x="156491" y="9747"/>
                    <a:pt x="156491" y="4905"/>
                  </a:cubicBezTo>
                  <a:cubicBezTo>
                    <a:pt x="156491" y="63"/>
                    <a:pt x="152023" y="63"/>
                    <a:pt x="148732" y="63"/>
                  </a:cubicBezTo>
                  <a:lnTo>
                    <a:pt x="7894" y="63"/>
                  </a:lnTo>
                  <a:cubicBezTo>
                    <a:pt x="4602" y="63"/>
                    <a:pt x="135" y="63"/>
                    <a:pt x="135" y="4905"/>
                  </a:cubicBezTo>
                  <a:cubicBezTo>
                    <a:pt x="135" y="9747"/>
                    <a:pt x="4602" y="9747"/>
                    <a:pt x="8129" y="9747"/>
                  </a:cubicBezTo>
                  <a:lnTo>
                    <a:pt x="148497" y="9747"/>
                  </a:lnTo>
                  <a:close/>
                  <a:moveTo>
                    <a:pt x="148732" y="56714"/>
                  </a:moveTo>
                  <a:cubicBezTo>
                    <a:pt x="152023" y="56714"/>
                    <a:pt x="156491" y="56714"/>
                    <a:pt x="156491" y="51872"/>
                  </a:cubicBezTo>
                  <a:cubicBezTo>
                    <a:pt x="156491" y="47030"/>
                    <a:pt x="152023" y="47030"/>
                    <a:pt x="148497" y="47030"/>
                  </a:cubicBezTo>
                  <a:lnTo>
                    <a:pt x="8129" y="47030"/>
                  </a:lnTo>
                  <a:cubicBezTo>
                    <a:pt x="4602" y="47030"/>
                    <a:pt x="135" y="47030"/>
                    <a:pt x="135" y="51872"/>
                  </a:cubicBezTo>
                  <a:cubicBezTo>
                    <a:pt x="135" y="56714"/>
                    <a:pt x="4602" y="56714"/>
                    <a:pt x="7894" y="56714"/>
                  </a:cubicBezTo>
                  <a:lnTo>
                    <a:pt x="148732" y="5671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2" name="Freeform: Shape 361">
              <a:extLst>
                <a:ext uri="{FF2B5EF4-FFF2-40B4-BE49-F238E27FC236}">
                  <a16:creationId xmlns:a16="http://schemas.microsoft.com/office/drawing/2014/main" id="{C9FACA99-77F9-AAEE-14ED-F166AD8863A5}"/>
                </a:ext>
              </a:extLst>
            </p:cNvPr>
            <p:cNvSpPr/>
            <p:nvPr>
              <p:custDataLst>
                <p:tags r:id="rId50"/>
              </p:custDataLst>
            </p:nvPr>
          </p:nvSpPr>
          <p:spPr>
            <a:xfrm>
              <a:off x="8453915" y="7212444"/>
              <a:ext cx="98986" cy="166565"/>
            </a:xfrm>
            <a:custGeom>
              <a:avLst/>
              <a:gdLst>
                <a:gd name="connsiteX0" fmla="*/ 99132 w 98986"/>
                <a:gd name="connsiteY0" fmla="*/ 83829 h 166565"/>
                <a:gd name="connsiteX1" fmla="*/ 89727 w 98986"/>
                <a:gd name="connsiteY1" fmla="*/ 27178 h 166565"/>
                <a:gd name="connsiteX2" fmla="*/ 49756 w 98986"/>
                <a:gd name="connsiteY2" fmla="*/ 63 h 166565"/>
                <a:gd name="connsiteX3" fmla="*/ 8845 w 98986"/>
                <a:gd name="connsiteY3" fmla="*/ 28873 h 166565"/>
                <a:gd name="connsiteX4" fmla="*/ 145 w 98986"/>
                <a:gd name="connsiteY4" fmla="*/ 83829 h 166565"/>
                <a:gd name="connsiteX5" fmla="*/ 10726 w 98986"/>
                <a:gd name="connsiteY5" fmla="*/ 142176 h 166565"/>
                <a:gd name="connsiteX6" fmla="*/ 49521 w 98986"/>
                <a:gd name="connsiteY6" fmla="*/ 166628 h 166565"/>
                <a:gd name="connsiteX7" fmla="*/ 90432 w 98986"/>
                <a:gd name="connsiteY7" fmla="*/ 138544 h 166565"/>
                <a:gd name="connsiteX8" fmla="*/ 99132 w 98986"/>
                <a:gd name="connsiteY8" fmla="*/ 83829 h 166565"/>
                <a:gd name="connsiteX9" fmla="*/ 49521 w 98986"/>
                <a:gd name="connsiteY9" fmla="*/ 161302 h 166565"/>
                <a:gd name="connsiteX10" fmla="*/ 22247 w 98986"/>
                <a:gd name="connsiteY10" fmla="*/ 132007 h 166565"/>
                <a:gd name="connsiteX11" fmla="*/ 19661 w 98986"/>
                <a:gd name="connsiteY11" fmla="*/ 80924 h 166565"/>
                <a:gd name="connsiteX12" fmla="*/ 21542 w 98986"/>
                <a:gd name="connsiteY12" fmla="*/ 36378 h 166565"/>
                <a:gd name="connsiteX13" fmla="*/ 49521 w 98986"/>
                <a:gd name="connsiteY13" fmla="*/ 5389 h 166565"/>
                <a:gd name="connsiteX14" fmla="*/ 77265 w 98986"/>
                <a:gd name="connsiteY14" fmla="*/ 33715 h 166565"/>
                <a:gd name="connsiteX15" fmla="*/ 79616 w 98986"/>
                <a:gd name="connsiteY15" fmla="*/ 80924 h 166565"/>
                <a:gd name="connsiteX16" fmla="*/ 77030 w 98986"/>
                <a:gd name="connsiteY16" fmla="*/ 131039 h 166565"/>
                <a:gd name="connsiteX17" fmla="*/ 49521 w 98986"/>
                <a:gd name="connsiteY17" fmla="*/ 161302 h 1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8986" h="166565">
                  <a:moveTo>
                    <a:pt x="99132" y="83829"/>
                  </a:moveTo>
                  <a:cubicBezTo>
                    <a:pt x="99132" y="64461"/>
                    <a:pt x="97956" y="45093"/>
                    <a:pt x="89727" y="27178"/>
                  </a:cubicBezTo>
                  <a:cubicBezTo>
                    <a:pt x="78911" y="3936"/>
                    <a:pt x="59631" y="63"/>
                    <a:pt x="49756" y="63"/>
                  </a:cubicBezTo>
                  <a:cubicBezTo>
                    <a:pt x="35649" y="63"/>
                    <a:pt x="18485" y="6357"/>
                    <a:pt x="8845" y="28873"/>
                  </a:cubicBezTo>
                  <a:cubicBezTo>
                    <a:pt x="1321" y="45578"/>
                    <a:pt x="145" y="64461"/>
                    <a:pt x="145" y="83829"/>
                  </a:cubicBezTo>
                  <a:cubicBezTo>
                    <a:pt x="145" y="101987"/>
                    <a:pt x="1086" y="123776"/>
                    <a:pt x="10726" y="142176"/>
                  </a:cubicBezTo>
                  <a:cubicBezTo>
                    <a:pt x="20836" y="161786"/>
                    <a:pt x="38000" y="166628"/>
                    <a:pt x="49521" y="166628"/>
                  </a:cubicBezTo>
                  <a:cubicBezTo>
                    <a:pt x="62218" y="166628"/>
                    <a:pt x="80087" y="161544"/>
                    <a:pt x="90432" y="138544"/>
                  </a:cubicBezTo>
                  <a:cubicBezTo>
                    <a:pt x="97956" y="121839"/>
                    <a:pt x="99132" y="102955"/>
                    <a:pt x="99132" y="83829"/>
                  </a:cubicBezTo>
                  <a:close/>
                  <a:moveTo>
                    <a:pt x="49521" y="161302"/>
                  </a:moveTo>
                  <a:cubicBezTo>
                    <a:pt x="40351" y="161302"/>
                    <a:pt x="26479" y="155249"/>
                    <a:pt x="22247" y="132007"/>
                  </a:cubicBezTo>
                  <a:cubicBezTo>
                    <a:pt x="19661" y="117481"/>
                    <a:pt x="19661" y="95208"/>
                    <a:pt x="19661" y="80924"/>
                  </a:cubicBezTo>
                  <a:cubicBezTo>
                    <a:pt x="19661" y="65430"/>
                    <a:pt x="19661" y="49451"/>
                    <a:pt x="21542" y="36378"/>
                  </a:cubicBezTo>
                  <a:cubicBezTo>
                    <a:pt x="26009" y="7568"/>
                    <a:pt x="43643" y="5389"/>
                    <a:pt x="49521" y="5389"/>
                  </a:cubicBezTo>
                  <a:cubicBezTo>
                    <a:pt x="57280" y="5389"/>
                    <a:pt x="72798" y="9747"/>
                    <a:pt x="77265" y="33715"/>
                  </a:cubicBezTo>
                  <a:cubicBezTo>
                    <a:pt x="79616" y="47272"/>
                    <a:pt x="79616" y="65672"/>
                    <a:pt x="79616" y="80924"/>
                  </a:cubicBezTo>
                  <a:cubicBezTo>
                    <a:pt x="79616" y="99082"/>
                    <a:pt x="79616" y="115545"/>
                    <a:pt x="77030" y="131039"/>
                  </a:cubicBezTo>
                  <a:cubicBezTo>
                    <a:pt x="73503" y="154039"/>
                    <a:pt x="60101" y="161302"/>
                    <a:pt x="49521" y="16130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364" name="Group 363">
            <a:extLst>
              <a:ext uri="{FF2B5EF4-FFF2-40B4-BE49-F238E27FC236}">
                <a16:creationId xmlns:a16="http://schemas.microsoft.com/office/drawing/2014/main" id="{961427A6-29D0-AC34-6BB0-00870E5074DD}"/>
              </a:ext>
            </a:extLst>
          </p:cNvPr>
          <p:cNvGrpSpPr>
            <a:grpSpLocks noChangeAspect="1"/>
          </p:cNvGrpSpPr>
          <p:nvPr>
            <p:custDataLst>
              <p:tags r:id="rId11"/>
            </p:custDataLst>
          </p:nvPr>
        </p:nvGrpSpPr>
        <p:grpSpPr>
          <a:xfrm>
            <a:off x="9050576" y="3416827"/>
            <a:ext cx="1310102" cy="281535"/>
            <a:chOff x="6858761" y="7164252"/>
            <a:chExt cx="1310102" cy="281535"/>
          </a:xfrm>
          <a:solidFill>
            <a:schemeClr val="bg1"/>
          </a:solidFill>
        </p:grpSpPr>
        <p:sp>
          <p:nvSpPr>
            <p:cNvPr id="365" name="Freeform: Shape 364">
              <a:extLst>
                <a:ext uri="{FF2B5EF4-FFF2-40B4-BE49-F238E27FC236}">
                  <a16:creationId xmlns:a16="http://schemas.microsoft.com/office/drawing/2014/main" id="{FF26156A-BC01-6914-E6FC-5C909843A763}"/>
                </a:ext>
              </a:extLst>
            </p:cNvPr>
            <p:cNvSpPr/>
            <p:nvPr>
              <p:custDataLst>
                <p:tags r:id="rId25"/>
              </p:custDataLst>
            </p:nvPr>
          </p:nvSpPr>
          <p:spPr>
            <a:xfrm>
              <a:off x="6884139" y="7253318"/>
              <a:ext cx="84331" cy="7505"/>
            </a:xfrm>
            <a:custGeom>
              <a:avLst/>
              <a:gdLst>
                <a:gd name="connsiteX0" fmla="*/ 84409 w 84331"/>
                <a:gd name="connsiteY0" fmla="*/ 7568 h 7505"/>
                <a:gd name="connsiteX1" fmla="*/ 84409 w 84331"/>
                <a:gd name="connsiteY1" fmla="*/ 63 h 7505"/>
                <a:gd name="connsiteX2" fmla="*/ 77 w 84331"/>
                <a:gd name="connsiteY2" fmla="*/ 63 h 7505"/>
                <a:gd name="connsiteX3" fmla="*/ 77 w 84331"/>
                <a:gd name="connsiteY3" fmla="*/ 7568 h 7505"/>
                <a:gd name="connsiteX4" fmla="*/ 84409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09" y="7568"/>
                  </a:moveTo>
                  <a:lnTo>
                    <a:pt x="84409" y="63"/>
                  </a:lnTo>
                  <a:lnTo>
                    <a:pt x="77" y="63"/>
                  </a:lnTo>
                  <a:lnTo>
                    <a:pt x="77" y="7568"/>
                  </a:lnTo>
                  <a:lnTo>
                    <a:pt x="84409"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6" name="Freeform: Shape 365">
              <a:extLst>
                <a:ext uri="{FF2B5EF4-FFF2-40B4-BE49-F238E27FC236}">
                  <a16:creationId xmlns:a16="http://schemas.microsoft.com/office/drawing/2014/main" id="{81F6C58B-F485-F8D1-CD55-B0C5948A03ED}"/>
                </a:ext>
              </a:extLst>
            </p:cNvPr>
            <p:cNvSpPr/>
            <p:nvPr>
              <p:custDataLst>
                <p:tags r:id="rId26"/>
              </p:custDataLst>
            </p:nvPr>
          </p:nvSpPr>
          <p:spPr>
            <a:xfrm>
              <a:off x="6858761" y="7289149"/>
              <a:ext cx="107692" cy="156638"/>
            </a:xfrm>
            <a:custGeom>
              <a:avLst/>
              <a:gdLst>
                <a:gd name="connsiteX0" fmla="*/ 106835 w 107692"/>
                <a:gd name="connsiteY0" fmla="*/ 14831 h 156638"/>
                <a:gd name="connsiteX1" fmla="*/ 107769 w 107692"/>
                <a:gd name="connsiteY1" fmla="*/ 9263 h 156638"/>
                <a:gd name="connsiteX2" fmla="*/ 100995 w 107692"/>
                <a:gd name="connsiteY2" fmla="*/ 2726 h 156638"/>
                <a:gd name="connsiteX3" fmla="*/ 92818 w 107692"/>
                <a:gd name="connsiteY3" fmla="*/ 7810 h 156638"/>
                <a:gd name="connsiteX4" fmla="*/ 89548 w 107692"/>
                <a:gd name="connsiteY4" fmla="*/ 20883 h 156638"/>
                <a:gd name="connsiteX5" fmla="*/ 84876 w 107692"/>
                <a:gd name="connsiteY5" fmla="*/ 40251 h 156638"/>
                <a:gd name="connsiteX6" fmla="*/ 74363 w 107692"/>
                <a:gd name="connsiteY6" fmla="*/ 83829 h 156638"/>
                <a:gd name="connsiteX7" fmla="*/ 47966 w 107692"/>
                <a:gd name="connsiteY7" fmla="*/ 104408 h 156638"/>
                <a:gd name="connsiteX8" fmla="*/ 33482 w 107692"/>
                <a:gd name="connsiteY8" fmla="*/ 84798 h 156638"/>
                <a:gd name="connsiteX9" fmla="*/ 45396 w 107692"/>
                <a:gd name="connsiteY9" fmla="*/ 37346 h 156638"/>
                <a:gd name="connsiteX10" fmla="*/ 50068 w 107692"/>
                <a:gd name="connsiteY10" fmla="*/ 19915 h 156638"/>
                <a:gd name="connsiteX11" fmla="*/ 30913 w 107692"/>
                <a:gd name="connsiteY11" fmla="*/ 63 h 156638"/>
                <a:gd name="connsiteX12" fmla="*/ 77 w 107692"/>
                <a:gd name="connsiteY12" fmla="*/ 37346 h 156638"/>
                <a:gd name="connsiteX13" fmla="*/ 2880 w 107692"/>
                <a:gd name="connsiteY13" fmla="*/ 39767 h 156638"/>
                <a:gd name="connsiteX14" fmla="*/ 6618 w 107692"/>
                <a:gd name="connsiteY14" fmla="*/ 35409 h 156638"/>
                <a:gd name="connsiteX15" fmla="*/ 30212 w 107692"/>
                <a:gd name="connsiteY15" fmla="*/ 5389 h 156638"/>
                <a:gd name="connsiteX16" fmla="*/ 36052 w 107692"/>
                <a:gd name="connsiteY16" fmla="*/ 13136 h 156638"/>
                <a:gd name="connsiteX17" fmla="*/ 32081 w 107692"/>
                <a:gd name="connsiteY17" fmla="*/ 30083 h 156638"/>
                <a:gd name="connsiteX18" fmla="*/ 18532 w 107692"/>
                <a:gd name="connsiteY18" fmla="*/ 80924 h 156638"/>
                <a:gd name="connsiteX19" fmla="*/ 47032 w 107692"/>
                <a:gd name="connsiteY19" fmla="*/ 109734 h 156638"/>
                <a:gd name="connsiteX20" fmla="*/ 70626 w 107692"/>
                <a:gd name="connsiteY20" fmla="*/ 98840 h 156638"/>
                <a:gd name="connsiteX21" fmla="*/ 55441 w 107692"/>
                <a:gd name="connsiteY21" fmla="*/ 136123 h 156638"/>
                <a:gd name="connsiteX22" fmla="*/ 29745 w 107692"/>
                <a:gd name="connsiteY22" fmla="*/ 151375 h 156638"/>
                <a:gd name="connsiteX23" fmla="*/ 11991 w 107692"/>
                <a:gd name="connsiteY23" fmla="*/ 141207 h 156638"/>
                <a:gd name="connsiteX24" fmla="*/ 22036 w 107692"/>
                <a:gd name="connsiteY24" fmla="*/ 138302 h 156638"/>
                <a:gd name="connsiteX25" fmla="*/ 26708 w 107692"/>
                <a:gd name="connsiteY25" fmla="*/ 128376 h 156638"/>
                <a:gd name="connsiteX26" fmla="*/ 18064 w 107692"/>
                <a:gd name="connsiteY26" fmla="*/ 119902 h 156638"/>
                <a:gd name="connsiteX27" fmla="*/ 4982 w 107692"/>
                <a:gd name="connsiteY27" fmla="*/ 135639 h 156638"/>
                <a:gd name="connsiteX28" fmla="*/ 29745 w 107692"/>
                <a:gd name="connsiteY28" fmla="*/ 156702 h 156638"/>
                <a:gd name="connsiteX29" fmla="*/ 84409 w 107692"/>
                <a:gd name="connsiteY29" fmla="*/ 107313 h 156638"/>
                <a:gd name="connsiteX30" fmla="*/ 106835 w 107692"/>
                <a:gd name="connsiteY30" fmla="*/ 14831 h 15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7692" h="156638">
                  <a:moveTo>
                    <a:pt x="106835" y="14831"/>
                  </a:moveTo>
                  <a:cubicBezTo>
                    <a:pt x="107769" y="11441"/>
                    <a:pt x="107769" y="10957"/>
                    <a:pt x="107769" y="9263"/>
                  </a:cubicBezTo>
                  <a:cubicBezTo>
                    <a:pt x="107769" y="4905"/>
                    <a:pt x="104499" y="2726"/>
                    <a:pt x="100995" y="2726"/>
                  </a:cubicBezTo>
                  <a:cubicBezTo>
                    <a:pt x="98658" y="2726"/>
                    <a:pt x="94921" y="4178"/>
                    <a:pt x="92818" y="7810"/>
                  </a:cubicBezTo>
                  <a:cubicBezTo>
                    <a:pt x="92351" y="9020"/>
                    <a:pt x="90482" y="16526"/>
                    <a:pt x="89548" y="20883"/>
                  </a:cubicBezTo>
                  <a:cubicBezTo>
                    <a:pt x="87913" y="27178"/>
                    <a:pt x="86277" y="33715"/>
                    <a:pt x="84876" y="40251"/>
                  </a:cubicBezTo>
                  <a:lnTo>
                    <a:pt x="74363" y="83829"/>
                  </a:lnTo>
                  <a:cubicBezTo>
                    <a:pt x="73429" y="87461"/>
                    <a:pt x="63384" y="104408"/>
                    <a:pt x="47966" y="104408"/>
                  </a:cubicBezTo>
                  <a:cubicBezTo>
                    <a:pt x="36052" y="104408"/>
                    <a:pt x="33482" y="93756"/>
                    <a:pt x="33482" y="84798"/>
                  </a:cubicBezTo>
                  <a:cubicBezTo>
                    <a:pt x="33482" y="73661"/>
                    <a:pt x="37454" y="58651"/>
                    <a:pt x="45396" y="37346"/>
                  </a:cubicBezTo>
                  <a:cubicBezTo>
                    <a:pt x="49134" y="27420"/>
                    <a:pt x="50068" y="24757"/>
                    <a:pt x="50068" y="19915"/>
                  </a:cubicBezTo>
                  <a:cubicBezTo>
                    <a:pt x="50068" y="9020"/>
                    <a:pt x="42593" y="63"/>
                    <a:pt x="30913" y="63"/>
                  </a:cubicBezTo>
                  <a:cubicBezTo>
                    <a:pt x="8720" y="63"/>
                    <a:pt x="77" y="35167"/>
                    <a:pt x="77" y="37346"/>
                  </a:cubicBezTo>
                  <a:cubicBezTo>
                    <a:pt x="77" y="39767"/>
                    <a:pt x="2413" y="39767"/>
                    <a:pt x="2880" y="39767"/>
                  </a:cubicBezTo>
                  <a:cubicBezTo>
                    <a:pt x="5216" y="39767"/>
                    <a:pt x="5450" y="39283"/>
                    <a:pt x="6618" y="35409"/>
                  </a:cubicBezTo>
                  <a:cubicBezTo>
                    <a:pt x="12925" y="12652"/>
                    <a:pt x="22269" y="5389"/>
                    <a:pt x="30212" y="5389"/>
                  </a:cubicBezTo>
                  <a:cubicBezTo>
                    <a:pt x="32081" y="5389"/>
                    <a:pt x="36052" y="5389"/>
                    <a:pt x="36052" y="13136"/>
                  </a:cubicBezTo>
                  <a:cubicBezTo>
                    <a:pt x="36052" y="19189"/>
                    <a:pt x="33716" y="25483"/>
                    <a:pt x="32081" y="30083"/>
                  </a:cubicBezTo>
                  <a:cubicBezTo>
                    <a:pt x="22737" y="55746"/>
                    <a:pt x="18532" y="69546"/>
                    <a:pt x="18532" y="80924"/>
                  </a:cubicBezTo>
                  <a:cubicBezTo>
                    <a:pt x="18532" y="102471"/>
                    <a:pt x="33249" y="109734"/>
                    <a:pt x="47032" y="109734"/>
                  </a:cubicBezTo>
                  <a:cubicBezTo>
                    <a:pt x="56142" y="109734"/>
                    <a:pt x="64085" y="105619"/>
                    <a:pt x="70626" y="98840"/>
                  </a:cubicBezTo>
                  <a:cubicBezTo>
                    <a:pt x="67589" y="111429"/>
                    <a:pt x="64786" y="123292"/>
                    <a:pt x="55441" y="136123"/>
                  </a:cubicBezTo>
                  <a:cubicBezTo>
                    <a:pt x="49368" y="144355"/>
                    <a:pt x="40491" y="151375"/>
                    <a:pt x="29745" y="151375"/>
                  </a:cubicBezTo>
                  <a:cubicBezTo>
                    <a:pt x="26474" y="151375"/>
                    <a:pt x="15962" y="150649"/>
                    <a:pt x="11991" y="141207"/>
                  </a:cubicBezTo>
                  <a:cubicBezTo>
                    <a:pt x="15728" y="141207"/>
                    <a:pt x="18765" y="141207"/>
                    <a:pt x="22036" y="138302"/>
                  </a:cubicBezTo>
                  <a:cubicBezTo>
                    <a:pt x="24372" y="136123"/>
                    <a:pt x="26708" y="132976"/>
                    <a:pt x="26708" y="128376"/>
                  </a:cubicBezTo>
                  <a:cubicBezTo>
                    <a:pt x="26708" y="120871"/>
                    <a:pt x="20400" y="119902"/>
                    <a:pt x="18064" y="119902"/>
                  </a:cubicBezTo>
                  <a:cubicBezTo>
                    <a:pt x="12691" y="119902"/>
                    <a:pt x="4982" y="123776"/>
                    <a:pt x="4982" y="135639"/>
                  </a:cubicBezTo>
                  <a:cubicBezTo>
                    <a:pt x="4982" y="147744"/>
                    <a:pt x="15261" y="156702"/>
                    <a:pt x="29745" y="156702"/>
                  </a:cubicBezTo>
                  <a:cubicBezTo>
                    <a:pt x="53806" y="156702"/>
                    <a:pt x="77868" y="134671"/>
                    <a:pt x="84409" y="107313"/>
                  </a:cubicBezTo>
                  <a:lnTo>
                    <a:pt x="106835" y="14831"/>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7" name="Freeform: Shape 366">
              <a:extLst>
                <a:ext uri="{FF2B5EF4-FFF2-40B4-BE49-F238E27FC236}">
                  <a16:creationId xmlns:a16="http://schemas.microsoft.com/office/drawing/2014/main" id="{BC7BC03F-DE2C-72A8-1CC3-967D7DE2BC38}"/>
                </a:ext>
              </a:extLst>
            </p:cNvPr>
            <p:cNvSpPr/>
            <p:nvPr>
              <p:custDataLst>
                <p:tags r:id="rId27"/>
              </p:custDataLst>
            </p:nvPr>
          </p:nvSpPr>
          <p:spPr>
            <a:xfrm>
              <a:off x="7052871" y="7307307"/>
              <a:ext cx="155348" cy="56651"/>
            </a:xfrm>
            <a:custGeom>
              <a:avLst/>
              <a:gdLst>
                <a:gd name="connsiteX0" fmla="*/ 147490 w 155348"/>
                <a:gd name="connsiteY0" fmla="*/ 9747 h 56651"/>
                <a:gd name="connsiteX1" fmla="*/ 155433 w 155348"/>
                <a:gd name="connsiteY1" fmla="*/ 4905 h 56651"/>
                <a:gd name="connsiteX2" fmla="*/ 147724 w 155348"/>
                <a:gd name="connsiteY2" fmla="*/ 63 h 56651"/>
                <a:gd name="connsiteX3" fmla="*/ 7794 w 155348"/>
                <a:gd name="connsiteY3" fmla="*/ 63 h 56651"/>
                <a:gd name="connsiteX4" fmla="*/ 85 w 155348"/>
                <a:gd name="connsiteY4" fmla="*/ 4905 h 56651"/>
                <a:gd name="connsiteX5" fmla="*/ 8027 w 155348"/>
                <a:gd name="connsiteY5" fmla="*/ 9747 h 56651"/>
                <a:gd name="connsiteX6" fmla="*/ 147490 w 155348"/>
                <a:gd name="connsiteY6" fmla="*/ 9747 h 56651"/>
                <a:gd name="connsiteX7" fmla="*/ 147724 w 155348"/>
                <a:gd name="connsiteY7" fmla="*/ 56714 h 56651"/>
                <a:gd name="connsiteX8" fmla="*/ 155433 w 155348"/>
                <a:gd name="connsiteY8" fmla="*/ 51872 h 56651"/>
                <a:gd name="connsiteX9" fmla="*/ 147490 w 155348"/>
                <a:gd name="connsiteY9" fmla="*/ 47030 h 56651"/>
                <a:gd name="connsiteX10" fmla="*/ 8027 w 155348"/>
                <a:gd name="connsiteY10" fmla="*/ 47030 h 56651"/>
                <a:gd name="connsiteX11" fmla="*/ 85 w 155348"/>
                <a:gd name="connsiteY11" fmla="*/ 51872 h 56651"/>
                <a:gd name="connsiteX12" fmla="*/ 7794 w 155348"/>
                <a:gd name="connsiteY12" fmla="*/ 56714 h 56651"/>
                <a:gd name="connsiteX13" fmla="*/ 147724 w 155348"/>
                <a:gd name="connsiteY13" fmla="*/ 56714 h 5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348" h="56651">
                  <a:moveTo>
                    <a:pt x="147490" y="9747"/>
                  </a:moveTo>
                  <a:cubicBezTo>
                    <a:pt x="150994" y="9747"/>
                    <a:pt x="155433" y="9747"/>
                    <a:pt x="155433" y="4905"/>
                  </a:cubicBezTo>
                  <a:cubicBezTo>
                    <a:pt x="155433" y="63"/>
                    <a:pt x="150994" y="63"/>
                    <a:pt x="147724" y="63"/>
                  </a:cubicBezTo>
                  <a:lnTo>
                    <a:pt x="7794" y="63"/>
                  </a:lnTo>
                  <a:cubicBezTo>
                    <a:pt x="4523" y="63"/>
                    <a:pt x="85" y="63"/>
                    <a:pt x="85" y="4905"/>
                  </a:cubicBezTo>
                  <a:cubicBezTo>
                    <a:pt x="85" y="9747"/>
                    <a:pt x="4523" y="9747"/>
                    <a:pt x="8027" y="9747"/>
                  </a:cubicBezTo>
                  <a:lnTo>
                    <a:pt x="147490" y="9747"/>
                  </a:lnTo>
                  <a:close/>
                  <a:moveTo>
                    <a:pt x="147724" y="56714"/>
                  </a:moveTo>
                  <a:cubicBezTo>
                    <a:pt x="150994" y="56714"/>
                    <a:pt x="155433" y="56714"/>
                    <a:pt x="155433" y="51872"/>
                  </a:cubicBezTo>
                  <a:cubicBezTo>
                    <a:pt x="155433" y="47030"/>
                    <a:pt x="150994" y="47030"/>
                    <a:pt x="147490" y="47030"/>
                  </a:cubicBezTo>
                  <a:lnTo>
                    <a:pt x="8027" y="47030"/>
                  </a:lnTo>
                  <a:cubicBezTo>
                    <a:pt x="4523" y="47030"/>
                    <a:pt x="85" y="47030"/>
                    <a:pt x="85" y="51872"/>
                  </a:cubicBezTo>
                  <a:cubicBezTo>
                    <a:pt x="85" y="56714"/>
                    <a:pt x="4523" y="56714"/>
                    <a:pt x="7794" y="56714"/>
                  </a:cubicBezTo>
                  <a:lnTo>
                    <a:pt x="147724" y="5671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8" name="Freeform: Shape 367">
              <a:extLst>
                <a:ext uri="{FF2B5EF4-FFF2-40B4-BE49-F238E27FC236}">
                  <a16:creationId xmlns:a16="http://schemas.microsoft.com/office/drawing/2014/main" id="{922CF5CC-4420-4B35-8583-88513D40CBC5}"/>
                </a:ext>
              </a:extLst>
            </p:cNvPr>
            <p:cNvSpPr/>
            <p:nvPr>
              <p:custDataLst>
                <p:tags r:id="rId28"/>
              </p:custDataLst>
            </p:nvPr>
          </p:nvSpPr>
          <p:spPr>
            <a:xfrm>
              <a:off x="7373535" y="7164252"/>
              <a:ext cx="62372" cy="37283"/>
            </a:xfrm>
            <a:custGeom>
              <a:avLst/>
              <a:gdLst>
                <a:gd name="connsiteX0" fmla="*/ 31401 w 62372"/>
                <a:gd name="connsiteY0" fmla="*/ 60 h 37283"/>
                <a:gd name="connsiteX1" fmla="*/ 98 w 62372"/>
                <a:gd name="connsiteY1" fmla="*/ 32986 h 37283"/>
                <a:gd name="connsiteX2" fmla="*/ 4303 w 62372"/>
                <a:gd name="connsiteY2" fmla="*/ 37344 h 37283"/>
                <a:gd name="connsiteX3" fmla="*/ 31401 w 62372"/>
                <a:gd name="connsiteY3" fmla="*/ 12649 h 37283"/>
                <a:gd name="connsiteX4" fmla="*/ 58266 w 62372"/>
                <a:gd name="connsiteY4" fmla="*/ 37344 h 37283"/>
                <a:gd name="connsiteX5" fmla="*/ 62471 w 62372"/>
                <a:gd name="connsiteY5" fmla="*/ 32986 h 37283"/>
                <a:gd name="connsiteX6" fmla="*/ 31401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401" y="60"/>
                  </a:moveTo>
                  <a:lnTo>
                    <a:pt x="98" y="32986"/>
                  </a:lnTo>
                  <a:lnTo>
                    <a:pt x="4303" y="37344"/>
                  </a:lnTo>
                  <a:lnTo>
                    <a:pt x="31401" y="12649"/>
                  </a:lnTo>
                  <a:lnTo>
                    <a:pt x="58266" y="37344"/>
                  </a:lnTo>
                  <a:lnTo>
                    <a:pt x="62471" y="32986"/>
                  </a:lnTo>
                  <a:lnTo>
                    <a:pt x="31401"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9" name="Freeform: Shape 368">
              <a:extLst>
                <a:ext uri="{FF2B5EF4-FFF2-40B4-BE49-F238E27FC236}">
                  <a16:creationId xmlns:a16="http://schemas.microsoft.com/office/drawing/2014/main" id="{16415F2F-D8F9-312C-E0C6-8B3F2A66B1C3}"/>
                </a:ext>
              </a:extLst>
            </p:cNvPr>
            <p:cNvSpPr/>
            <p:nvPr>
              <p:custDataLst>
                <p:tags r:id="rId29"/>
              </p:custDataLst>
            </p:nvPr>
          </p:nvSpPr>
          <p:spPr>
            <a:xfrm>
              <a:off x="7293351" y="7225235"/>
              <a:ext cx="127344" cy="217890"/>
            </a:xfrm>
            <a:custGeom>
              <a:avLst/>
              <a:gdLst>
                <a:gd name="connsiteX0" fmla="*/ 127440 w 127344"/>
                <a:gd name="connsiteY0" fmla="*/ 33231 h 217890"/>
                <a:gd name="connsiteX1" fmla="*/ 95670 w 127344"/>
                <a:gd name="connsiteY1" fmla="*/ 63 h 217890"/>
                <a:gd name="connsiteX2" fmla="*/ 67403 w 127344"/>
                <a:gd name="connsiteY2" fmla="*/ 10231 h 217890"/>
                <a:gd name="connsiteX3" fmla="*/ 37268 w 127344"/>
                <a:gd name="connsiteY3" fmla="*/ 61798 h 217890"/>
                <a:gd name="connsiteX4" fmla="*/ 125 w 127344"/>
                <a:gd name="connsiteY4" fmla="*/ 215532 h 217890"/>
                <a:gd name="connsiteX5" fmla="*/ 2928 w 127344"/>
                <a:gd name="connsiteY5" fmla="*/ 217953 h 217890"/>
                <a:gd name="connsiteX6" fmla="*/ 5731 w 127344"/>
                <a:gd name="connsiteY6" fmla="*/ 216743 h 217890"/>
                <a:gd name="connsiteX7" fmla="*/ 22084 w 127344"/>
                <a:gd name="connsiteY7" fmla="*/ 149923 h 217890"/>
                <a:gd name="connsiteX8" fmla="*/ 53854 w 127344"/>
                <a:gd name="connsiteY8" fmla="*/ 173407 h 217890"/>
                <a:gd name="connsiteX9" fmla="*/ 98940 w 127344"/>
                <a:gd name="connsiteY9" fmla="*/ 154281 h 217890"/>
                <a:gd name="connsiteX10" fmla="*/ 117629 w 127344"/>
                <a:gd name="connsiteY10" fmla="*/ 109734 h 217890"/>
                <a:gd name="connsiteX11" fmla="*/ 100575 w 127344"/>
                <a:gd name="connsiteY11" fmla="*/ 73661 h 217890"/>
                <a:gd name="connsiteX12" fmla="*/ 127440 w 127344"/>
                <a:gd name="connsiteY12" fmla="*/ 33231 h 217890"/>
                <a:gd name="connsiteX13" fmla="*/ 85391 w 127344"/>
                <a:gd name="connsiteY13" fmla="*/ 73419 h 217890"/>
                <a:gd name="connsiteX14" fmla="*/ 74178 w 127344"/>
                <a:gd name="connsiteY14" fmla="*/ 75114 h 217890"/>
                <a:gd name="connsiteX15" fmla="*/ 63899 w 127344"/>
                <a:gd name="connsiteY15" fmla="*/ 74145 h 217890"/>
                <a:gd name="connsiteX16" fmla="*/ 75346 w 127344"/>
                <a:gd name="connsiteY16" fmla="*/ 72209 h 217890"/>
                <a:gd name="connsiteX17" fmla="*/ 85391 w 127344"/>
                <a:gd name="connsiteY17" fmla="*/ 73419 h 217890"/>
                <a:gd name="connsiteX18" fmla="*/ 114358 w 127344"/>
                <a:gd name="connsiteY18" fmla="*/ 27662 h 217890"/>
                <a:gd name="connsiteX19" fmla="*/ 93334 w 127344"/>
                <a:gd name="connsiteY19" fmla="*/ 69546 h 217890"/>
                <a:gd name="connsiteX20" fmla="*/ 75346 w 127344"/>
                <a:gd name="connsiteY20" fmla="*/ 66640 h 217890"/>
                <a:gd name="connsiteX21" fmla="*/ 57358 w 127344"/>
                <a:gd name="connsiteY21" fmla="*/ 74388 h 217890"/>
                <a:gd name="connsiteX22" fmla="*/ 73477 w 127344"/>
                <a:gd name="connsiteY22" fmla="*/ 80440 h 217890"/>
                <a:gd name="connsiteX23" fmla="*/ 92633 w 127344"/>
                <a:gd name="connsiteY23" fmla="*/ 77293 h 217890"/>
                <a:gd name="connsiteX24" fmla="*/ 102912 w 127344"/>
                <a:gd name="connsiteY24" fmla="*/ 104650 h 217890"/>
                <a:gd name="connsiteX25" fmla="*/ 91231 w 127344"/>
                <a:gd name="connsiteY25" fmla="*/ 146291 h 217890"/>
                <a:gd name="connsiteX26" fmla="*/ 53153 w 127344"/>
                <a:gd name="connsiteY26" fmla="*/ 168080 h 217890"/>
                <a:gd name="connsiteX27" fmla="*/ 26522 w 127344"/>
                <a:gd name="connsiteY27" fmla="*/ 136849 h 217890"/>
                <a:gd name="connsiteX28" fmla="*/ 27690 w 127344"/>
                <a:gd name="connsiteY28" fmla="*/ 126197 h 217890"/>
                <a:gd name="connsiteX29" fmla="*/ 42641 w 127344"/>
                <a:gd name="connsiteY29" fmla="*/ 64946 h 217890"/>
                <a:gd name="connsiteX30" fmla="*/ 92633 w 127344"/>
                <a:gd name="connsiteY30" fmla="*/ 5631 h 217890"/>
                <a:gd name="connsiteX31" fmla="*/ 114358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40" y="33231"/>
                  </a:moveTo>
                  <a:cubicBezTo>
                    <a:pt x="127440" y="15073"/>
                    <a:pt x="114592" y="63"/>
                    <a:pt x="95670" y="63"/>
                  </a:cubicBezTo>
                  <a:cubicBezTo>
                    <a:pt x="82121" y="63"/>
                    <a:pt x="75580" y="3936"/>
                    <a:pt x="67403" y="10231"/>
                  </a:cubicBezTo>
                  <a:cubicBezTo>
                    <a:pt x="54555" y="19915"/>
                    <a:pt x="41707" y="43399"/>
                    <a:pt x="37268" y="61798"/>
                  </a:cubicBezTo>
                  <a:lnTo>
                    <a:pt x="125" y="215532"/>
                  </a:lnTo>
                  <a:cubicBezTo>
                    <a:pt x="-109" y="216500"/>
                    <a:pt x="1059" y="217953"/>
                    <a:pt x="2928" y="217953"/>
                  </a:cubicBezTo>
                  <a:cubicBezTo>
                    <a:pt x="4797" y="217953"/>
                    <a:pt x="5498" y="217469"/>
                    <a:pt x="5731" y="216743"/>
                  </a:cubicBezTo>
                  <a:lnTo>
                    <a:pt x="22084" y="149923"/>
                  </a:lnTo>
                  <a:cubicBezTo>
                    <a:pt x="26522" y="164449"/>
                    <a:pt x="36801" y="173407"/>
                    <a:pt x="53854" y="173407"/>
                  </a:cubicBezTo>
                  <a:cubicBezTo>
                    <a:pt x="70907" y="173407"/>
                    <a:pt x="88428" y="164933"/>
                    <a:pt x="98940" y="154281"/>
                  </a:cubicBezTo>
                  <a:cubicBezTo>
                    <a:pt x="110153" y="143144"/>
                    <a:pt x="117629" y="127650"/>
                    <a:pt x="117629" y="109734"/>
                  </a:cubicBezTo>
                  <a:cubicBezTo>
                    <a:pt x="117629" y="92303"/>
                    <a:pt x="108985" y="79714"/>
                    <a:pt x="100575" y="73661"/>
                  </a:cubicBezTo>
                  <a:cubicBezTo>
                    <a:pt x="114125" y="65672"/>
                    <a:pt x="127440" y="50662"/>
                    <a:pt x="127440" y="33231"/>
                  </a:cubicBezTo>
                  <a:close/>
                  <a:moveTo>
                    <a:pt x="85391" y="73419"/>
                  </a:moveTo>
                  <a:cubicBezTo>
                    <a:pt x="82354" y="74630"/>
                    <a:pt x="79785" y="75114"/>
                    <a:pt x="74178" y="75114"/>
                  </a:cubicBezTo>
                  <a:cubicBezTo>
                    <a:pt x="70908" y="75114"/>
                    <a:pt x="66235" y="75356"/>
                    <a:pt x="63899" y="74145"/>
                  </a:cubicBezTo>
                  <a:cubicBezTo>
                    <a:pt x="64367" y="71724"/>
                    <a:pt x="72776" y="72209"/>
                    <a:pt x="75346" y="72209"/>
                  </a:cubicBezTo>
                  <a:cubicBezTo>
                    <a:pt x="80252" y="72209"/>
                    <a:pt x="82354" y="72209"/>
                    <a:pt x="85391" y="73419"/>
                  </a:cubicBezTo>
                  <a:close/>
                  <a:moveTo>
                    <a:pt x="114358" y="27662"/>
                  </a:moveTo>
                  <a:cubicBezTo>
                    <a:pt x="114358" y="44609"/>
                    <a:pt x="105481" y="62040"/>
                    <a:pt x="93334" y="69546"/>
                  </a:cubicBezTo>
                  <a:cubicBezTo>
                    <a:pt x="87026" y="67125"/>
                    <a:pt x="82354" y="66640"/>
                    <a:pt x="75346" y="66640"/>
                  </a:cubicBezTo>
                  <a:cubicBezTo>
                    <a:pt x="70440" y="66640"/>
                    <a:pt x="57358" y="66398"/>
                    <a:pt x="57358" y="74388"/>
                  </a:cubicBezTo>
                  <a:cubicBezTo>
                    <a:pt x="57125" y="81166"/>
                    <a:pt x="69272" y="80440"/>
                    <a:pt x="73477" y="80440"/>
                  </a:cubicBezTo>
                  <a:cubicBezTo>
                    <a:pt x="82121" y="80440"/>
                    <a:pt x="85625" y="80198"/>
                    <a:pt x="92633" y="77293"/>
                  </a:cubicBezTo>
                  <a:cubicBezTo>
                    <a:pt x="101510" y="86008"/>
                    <a:pt x="102678" y="93513"/>
                    <a:pt x="102912" y="104650"/>
                  </a:cubicBezTo>
                  <a:cubicBezTo>
                    <a:pt x="103379" y="118692"/>
                    <a:pt x="97772" y="136849"/>
                    <a:pt x="91231" y="146291"/>
                  </a:cubicBezTo>
                  <a:cubicBezTo>
                    <a:pt x="82121" y="159365"/>
                    <a:pt x="66469" y="168080"/>
                    <a:pt x="53153" y="168080"/>
                  </a:cubicBezTo>
                  <a:cubicBezTo>
                    <a:pt x="35399" y="168080"/>
                    <a:pt x="26522" y="154039"/>
                    <a:pt x="26522" y="136849"/>
                  </a:cubicBezTo>
                  <a:cubicBezTo>
                    <a:pt x="26522" y="134428"/>
                    <a:pt x="26522" y="130797"/>
                    <a:pt x="27690" y="126197"/>
                  </a:cubicBezTo>
                  <a:lnTo>
                    <a:pt x="42641" y="64946"/>
                  </a:lnTo>
                  <a:cubicBezTo>
                    <a:pt x="47781" y="44125"/>
                    <a:pt x="64600" y="5631"/>
                    <a:pt x="92633" y="5631"/>
                  </a:cubicBezTo>
                  <a:cubicBezTo>
                    <a:pt x="106182" y="5631"/>
                    <a:pt x="114358" y="13136"/>
                    <a:pt x="114358"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0" name="Freeform: Shape 369">
              <a:extLst>
                <a:ext uri="{FF2B5EF4-FFF2-40B4-BE49-F238E27FC236}">
                  <a16:creationId xmlns:a16="http://schemas.microsoft.com/office/drawing/2014/main" id="{1D7FA905-BCFB-CED0-BE10-3DC57B835A66}"/>
                </a:ext>
              </a:extLst>
            </p:cNvPr>
            <p:cNvSpPr/>
            <p:nvPr>
              <p:custDataLst>
                <p:tags r:id="rId30"/>
              </p:custDataLst>
            </p:nvPr>
          </p:nvSpPr>
          <p:spPr>
            <a:xfrm>
              <a:off x="7427010" y="7319944"/>
              <a:ext cx="75875" cy="115917"/>
            </a:xfrm>
            <a:custGeom>
              <a:avLst/>
              <a:gdLst>
                <a:gd name="connsiteX0" fmla="*/ 75976 w 75875"/>
                <a:gd name="connsiteY0" fmla="*/ 58531 h 115917"/>
                <a:gd name="connsiteX1" fmla="*/ 66328 w 75875"/>
                <a:gd name="connsiteY1" fmla="*/ 14639 h 115917"/>
                <a:gd name="connsiteX2" fmla="*/ 38039 w 75875"/>
                <a:gd name="connsiteY2" fmla="*/ 64 h 115917"/>
                <a:gd name="connsiteX3" fmla="*/ 101 w 75875"/>
                <a:gd name="connsiteY3" fmla="*/ 58531 h 115917"/>
                <a:gd name="connsiteX4" fmla="*/ 38039 w 75875"/>
                <a:gd name="connsiteY4" fmla="*/ 115982 h 115917"/>
                <a:gd name="connsiteX5" fmla="*/ 75976 w 75875"/>
                <a:gd name="connsiteY5" fmla="*/ 58531 h 115917"/>
                <a:gd name="connsiteX6" fmla="*/ 38039 w 75875"/>
                <a:gd name="connsiteY6" fmla="*/ 111237 h 115917"/>
                <a:gd name="connsiteX7" fmla="*/ 17271 w 75875"/>
                <a:gd name="connsiteY7" fmla="*/ 92764 h 115917"/>
                <a:gd name="connsiteX8" fmla="*/ 14982 w 75875"/>
                <a:gd name="connsiteY8" fmla="*/ 56328 h 115917"/>
                <a:gd name="connsiteX9" fmla="*/ 17434 w 75875"/>
                <a:gd name="connsiteY9" fmla="*/ 21756 h 115917"/>
                <a:gd name="connsiteX10" fmla="*/ 38039 w 75875"/>
                <a:gd name="connsiteY10" fmla="*/ 4809 h 115917"/>
                <a:gd name="connsiteX11" fmla="*/ 58316 w 75875"/>
                <a:gd name="connsiteY11" fmla="*/ 20231 h 115917"/>
                <a:gd name="connsiteX12" fmla="*/ 61095 w 75875"/>
                <a:gd name="connsiteY12" fmla="*/ 56328 h 115917"/>
                <a:gd name="connsiteX13" fmla="*/ 58970 w 75875"/>
                <a:gd name="connsiteY13" fmla="*/ 92087 h 115917"/>
                <a:gd name="connsiteX14" fmla="*/ 38039 w 75875"/>
                <a:gd name="connsiteY14" fmla="*/ 111237 h 11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875" h="115917">
                  <a:moveTo>
                    <a:pt x="75976" y="58531"/>
                  </a:moveTo>
                  <a:cubicBezTo>
                    <a:pt x="75976" y="39890"/>
                    <a:pt x="73850" y="26502"/>
                    <a:pt x="66328" y="14639"/>
                  </a:cubicBezTo>
                  <a:cubicBezTo>
                    <a:pt x="61259" y="6843"/>
                    <a:pt x="51120" y="64"/>
                    <a:pt x="38039" y="64"/>
                  </a:cubicBezTo>
                  <a:cubicBezTo>
                    <a:pt x="101" y="64"/>
                    <a:pt x="101" y="46330"/>
                    <a:pt x="101" y="58531"/>
                  </a:cubicBezTo>
                  <a:cubicBezTo>
                    <a:pt x="101" y="70733"/>
                    <a:pt x="101" y="115982"/>
                    <a:pt x="38039" y="115982"/>
                  </a:cubicBezTo>
                  <a:cubicBezTo>
                    <a:pt x="75976" y="115982"/>
                    <a:pt x="75976" y="70733"/>
                    <a:pt x="75976" y="58531"/>
                  </a:cubicBezTo>
                  <a:close/>
                  <a:moveTo>
                    <a:pt x="38039" y="111237"/>
                  </a:moveTo>
                  <a:cubicBezTo>
                    <a:pt x="30516" y="111237"/>
                    <a:pt x="20541" y="106661"/>
                    <a:pt x="17271" y="92764"/>
                  </a:cubicBezTo>
                  <a:cubicBezTo>
                    <a:pt x="14982" y="82766"/>
                    <a:pt x="14982" y="68869"/>
                    <a:pt x="14982" y="56328"/>
                  </a:cubicBezTo>
                  <a:cubicBezTo>
                    <a:pt x="14982" y="43957"/>
                    <a:pt x="14982" y="31077"/>
                    <a:pt x="17434" y="21756"/>
                  </a:cubicBezTo>
                  <a:cubicBezTo>
                    <a:pt x="20868" y="8368"/>
                    <a:pt x="31334" y="4809"/>
                    <a:pt x="38039" y="4809"/>
                  </a:cubicBezTo>
                  <a:cubicBezTo>
                    <a:pt x="46869" y="4809"/>
                    <a:pt x="55372" y="10402"/>
                    <a:pt x="58316" y="20231"/>
                  </a:cubicBezTo>
                  <a:cubicBezTo>
                    <a:pt x="60932" y="29383"/>
                    <a:pt x="61095" y="41584"/>
                    <a:pt x="61095" y="56328"/>
                  </a:cubicBezTo>
                  <a:cubicBezTo>
                    <a:pt x="61095" y="68869"/>
                    <a:pt x="61095" y="81410"/>
                    <a:pt x="58970" y="92087"/>
                  </a:cubicBezTo>
                  <a:cubicBezTo>
                    <a:pt x="55699" y="107508"/>
                    <a:pt x="44579" y="111237"/>
                    <a:pt x="38039" y="111237"/>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1" name="Freeform: Shape 370">
              <a:extLst>
                <a:ext uri="{FF2B5EF4-FFF2-40B4-BE49-F238E27FC236}">
                  <a16:creationId xmlns:a16="http://schemas.microsoft.com/office/drawing/2014/main" id="{C91FC3EA-5452-1A3D-6637-47011B598FEF}"/>
                </a:ext>
              </a:extLst>
            </p:cNvPr>
            <p:cNvSpPr/>
            <p:nvPr>
              <p:custDataLst>
                <p:tags r:id="rId31"/>
              </p:custDataLst>
            </p:nvPr>
          </p:nvSpPr>
          <p:spPr>
            <a:xfrm>
              <a:off x="7588298" y="7255013"/>
              <a:ext cx="155348" cy="161238"/>
            </a:xfrm>
            <a:custGeom>
              <a:avLst/>
              <a:gdLst>
                <a:gd name="connsiteX0" fmla="*/ 82571 w 155348"/>
                <a:gd name="connsiteY0" fmla="*/ 85524 h 161238"/>
                <a:gd name="connsiteX1" fmla="*/ 147747 w 155348"/>
                <a:gd name="connsiteY1" fmla="*/ 85524 h 161238"/>
                <a:gd name="connsiteX2" fmla="*/ 155456 w 155348"/>
                <a:gd name="connsiteY2" fmla="*/ 80682 h 161238"/>
                <a:gd name="connsiteX3" fmla="*/ 147747 w 155348"/>
                <a:gd name="connsiteY3" fmla="*/ 75840 h 161238"/>
                <a:gd name="connsiteX4" fmla="*/ 82571 w 155348"/>
                <a:gd name="connsiteY4" fmla="*/ 75840 h 161238"/>
                <a:gd name="connsiteX5" fmla="*/ 82571 w 155348"/>
                <a:gd name="connsiteY5" fmla="*/ 8052 h 161238"/>
                <a:gd name="connsiteX6" fmla="*/ 77898 w 155348"/>
                <a:gd name="connsiteY6" fmla="*/ 63 h 161238"/>
                <a:gd name="connsiteX7" fmla="*/ 73226 w 155348"/>
                <a:gd name="connsiteY7" fmla="*/ 8052 h 161238"/>
                <a:gd name="connsiteX8" fmla="*/ 73226 w 155348"/>
                <a:gd name="connsiteY8" fmla="*/ 75840 h 161238"/>
                <a:gd name="connsiteX9" fmla="*/ 7817 w 155348"/>
                <a:gd name="connsiteY9" fmla="*/ 75840 h 161238"/>
                <a:gd name="connsiteX10" fmla="*/ 108 w 155348"/>
                <a:gd name="connsiteY10" fmla="*/ 80682 h 161238"/>
                <a:gd name="connsiteX11" fmla="*/ 7817 w 155348"/>
                <a:gd name="connsiteY11" fmla="*/ 85524 h 161238"/>
                <a:gd name="connsiteX12" fmla="*/ 73226 w 155348"/>
                <a:gd name="connsiteY12" fmla="*/ 85524 h 161238"/>
                <a:gd name="connsiteX13" fmla="*/ 73226 w 155348"/>
                <a:gd name="connsiteY13" fmla="*/ 153312 h 161238"/>
                <a:gd name="connsiteX14" fmla="*/ 77898 w 155348"/>
                <a:gd name="connsiteY14" fmla="*/ 161302 h 161238"/>
                <a:gd name="connsiteX15" fmla="*/ 82571 w 155348"/>
                <a:gd name="connsiteY15" fmla="*/ 153312 h 161238"/>
                <a:gd name="connsiteX16" fmla="*/ 82571 w 155348"/>
                <a:gd name="connsiteY16" fmla="*/ 85524 h 161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5348" h="161238">
                  <a:moveTo>
                    <a:pt x="82571" y="85524"/>
                  </a:moveTo>
                  <a:lnTo>
                    <a:pt x="147747" y="85524"/>
                  </a:lnTo>
                  <a:cubicBezTo>
                    <a:pt x="151017" y="85524"/>
                    <a:pt x="155456" y="85524"/>
                    <a:pt x="155456" y="80682"/>
                  </a:cubicBezTo>
                  <a:cubicBezTo>
                    <a:pt x="155456" y="75840"/>
                    <a:pt x="151017" y="75840"/>
                    <a:pt x="147747" y="75840"/>
                  </a:cubicBezTo>
                  <a:lnTo>
                    <a:pt x="82571" y="75840"/>
                  </a:lnTo>
                  <a:lnTo>
                    <a:pt x="82571" y="8052"/>
                  </a:lnTo>
                  <a:cubicBezTo>
                    <a:pt x="82571" y="4663"/>
                    <a:pt x="82571" y="63"/>
                    <a:pt x="77898" y="63"/>
                  </a:cubicBezTo>
                  <a:cubicBezTo>
                    <a:pt x="73226" y="63"/>
                    <a:pt x="73226" y="4663"/>
                    <a:pt x="73226" y="8052"/>
                  </a:cubicBezTo>
                  <a:lnTo>
                    <a:pt x="73226" y="75840"/>
                  </a:lnTo>
                  <a:lnTo>
                    <a:pt x="7817" y="75840"/>
                  </a:lnTo>
                  <a:cubicBezTo>
                    <a:pt x="4546" y="75840"/>
                    <a:pt x="108" y="75840"/>
                    <a:pt x="108" y="80682"/>
                  </a:cubicBezTo>
                  <a:cubicBezTo>
                    <a:pt x="108" y="85524"/>
                    <a:pt x="4546" y="85524"/>
                    <a:pt x="7817" y="85524"/>
                  </a:cubicBezTo>
                  <a:lnTo>
                    <a:pt x="73226" y="85524"/>
                  </a:lnTo>
                  <a:lnTo>
                    <a:pt x="73226" y="153312"/>
                  </a:lnTo>
                  <a:cubicBezTo>
                    <a:pt x="73226" y="156702"/>
                    <a:pt x="73226" y="161302"/>
                    <a:pt x="77898" y="161302"/>
                  </a:cubicBezTo>
                  <a:cubicBezTo>
                    <a:pt x="82571" y="161302"/>
                    <a:pt x="82571" y="156702"/>
                    <a:pt x="82571" y="153312"/>
                  </a:cubicBezTo>
                  <a:lnTo>
                    <a:pt x="82571" y="8552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2" name="Freeform: Shape 371">
              <a:extLst>
                <a:ext uri="{FF2B5EF4-FFF2-40B4-BE49-F238E27FC236}">
                  <a16:creationId xmlns:a16="http://schemas.microsoft.com/office/drawing/2014/main" id="{70B5F333-F8D7-E86C-A436-793F32122F6C}"/>
                </a:ext>
              </a:extLst>
            </p:cNvPr>
            <p:cNvSpPr/>
            <p:nvPr>
              <p:custDataLst>
                <p:tags r:id="rId32"/>
              </p:custDataLst>
            </p:nvPr>
          </p:nvSpPr>
          <p:spPr>
            <a:xfrm>
              <a:off x="7895984" y="7164252"/>
              <a:ext cx="62372" cy="37283"/>
            </a:xfrm>
            <a:custGeom>
              <a:avLst/>
              <a:gdLst>
                <a:gd name="connsiteX0" fmla="*/ 31423 w 62372"/>
                <a:gd name="connsiteY0" fmla="*/ 60 h 37283"/>
                <a:gd name="connsiteX1" fmla="*/ 120 w 62372"/>
                <a:gd name="connsiteY1" fmla="*/ 32986 h 37283"/>
                <a:gd name="connsiteX2" fmla="*/ 4325 w 62372"/>
                <a:gd name="connsiteY2" fmla="*/ 37344 h 37283"/>
                <a:gd name="connsiteX3" fmla="*/ 31423 w 62372"/>
                <a:gd name="connsiteY3" fmla="*/ 12649 h 37283"/>
                <a:gd name="connsiteX4" fmla="*/ 58288 w 62372"/>
                <a:gd name="connsiteY4" fmla="*/ 37344 h 37283"/>
                <a:gd name="connsiteX5" fmla="*/ 62493 w 62372"/>
                <a:gd name="connsiteY5" fmla="*/ 32986 h 37283"/>
                <a:gd name="connsiteX6" fmla="*/ 31423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423" y="60"/>
                  </a:moveTo>
                  <a:lnTo>
                    <a:pt x="120" y="32986"/>
                  </a:lnTo>
                  <a:lnTo>
                    <a:pt x="4325" y="37344"/>
                  </a:lnTo>
                  <a:lnTo>
                    <a:pt x="31423" y="12649"/>
                  </a:lnTo>
                  <a:lnTo>
                    <a:pt x="58288" y="37344"/>
                  </a:lnTo>
                  <a:lnTo>
                    <a:pt x="62493" y="32986"/>
                  </a:lnTo>
                  <a:lnTo>
                    <a:pt x="31423"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3" name="Freeform: Shape 372">
              <a:extLst>
                <a:ext uri="{FF2B5EF4-FFF2-40B4-BE49-F238E27FC236}">
                  <a16:creationId xmlns:a16="http://schemas.microsoft.com/office/drawing/2014/main" id="{F95B4522-F9AC-AEBB-EB23-45AC8220E1BB}"/>
                </a:ext>
              </a:extLst>
            </p:cNvPr>
            <p:cNvSpPr/>
            <p:nvPr>
              <p:custDataLst>
                <p:tags r:id="rId33"/>
              </p:custDataLst>
            </p:nvPr>
          </p:nvSpPr>
          <p:spPr>
            <a:xfrm>
              <a:off x="7815800" y="7225235"/>
              <a:ext cx="127344" cy="217890"/>
            </a:xfrm>
            <a:custGeom>
              <a:avLst/>
              <a:gdLst>
                <a:gd name="connsiteX0" fmla="*/ 127462 w 127344"/>
                <a:gd name="connsiteY0" fmla="*/ 33231 h 217890"/>
                <a:gd name="connsiteX1" fmla="*/ 95692 w 127344"/>
                <a:gd name="connsiteY1" fmla="*/ 63 h 217890"/>
                <a:gd name="connsiteX2" fmla="*/ 67426 w 127344"/>
                <a:gd name="connsiteY2" fmla="*/ 10231 h 217890"/>
                <a:gd name="connsiteX3" fmla="*/ 37291 w 127344"/>
                <a:gd name="connsiteY3" fmla="*/ 61798 h 217890"/>
                <a:gd name="connsiteX4" fmla="*/ 147 w 127344"/>
                <a:gd name="connsiteY4" fmla="*/ 215532 h 217890"/>
                <a:gd name="connsiteX5" fmla="*/ 2950 w 127344"/>
                <a:gd name="connsiteY5" fmla="*/ 217953 h 217890"/>
                <a:gd name="connsiteX6" fmla="*/ 5754 w 127344"/>
                <a:gd name="connsiteY6" fmla="*/ 216743 h 217890"/>
                <a:gd name="connsiteX7" fmla="*/ 22106 w 127344"/>
                <a:gd name="connsiteY7" fmla="*/ 149923 h 217890"/>
                <a:gd name="connsiteX8" fmla="*/ 53877 w 127344"/>
                <a:gd name="connsiteY8" fmla="*/ 173407 h 217890"/>
                <a:gd name="connsiteX9" fmla="*/ 98963 w 127344"/>
                <a:gd name="connsiteY9" fmla="*/ 154281 h 217890"/>
                <a:gd name="connsiteX10" fmla="*/ 117651 w 127344"/>
                <a:gd name="connsiteY10" fmla="*/ 109734 h 217890"/>
                <a:gd name="connsiteX11" fmla="*/ 100598 w 127344"/>
                <a:gd name="connsiteY11" fmla="*/ 73661 h 217890"/>
                <a:gd name="connsiteX12" fmla="*/ 127462 w 127344"/>
                <a:gd name="connsiteY12" fmla="*/ 33231 h 217890"/>
                <a:gd name="connsiteX13" fmla="*/ 85413 w 127344"/>
                <a:gd name="connsiteY13" fmla="*/ 73419 h 217890"/>
                <a:gd name="connsiteX14" fmla="*/ 74200 w 127344"/>
                <a:gd name="connsiteY14" fmla="*/ 75114 h 217890"/>
                <a:gd name="connsiteX15" fmla="*/ 63922 w 127344"/>
                <a:gd name="connsiteY15" fmla="*/ 74145 h 217890"/>
                <a:gd name="connsiteX16" fmla="*/ 75368 w 127344"/>
                <a:gd name="connsiteY16" fmla="*/ 72209 h 217890"/>
                <a:gd name="connsiteX17" fmla="*/ 85413 w 127344"/>
                <a:gd name="connsiteY17" fmla="*/ 73419 h 217890"/>
                <a:gd name="connsiteX18" fmla="*/ 114381 w 127344"/>
                <a:gd name="connsiteY18" fmla="*/ 27662 h 217890"/>
                <a:gd name="connsiteX19" fmla="*/ 93356 w 127344"/>
                <a:gd name="connsiteY19" fmla="*/ 69546 h 217890"/>
                <a:gd name="connsiteX20" fmla="*/ 75368 w 127344"/>
                <a:gd name="connsiteY20" fmla="*/ 66640 h 217890"/>
                <a:gd name="connsiteX21" fmla="*/ 57381 w 127344"/>
                <a:gd name="connsiteY21" fmla="*/ 74388 h 217890"/>
                <a:gd name="connsiteX22" fmla="*/ 73499 w 127344"/>
                <a:gd name="connsiteY22" fmla="*/ 80440 h 217890"/>
                <a:gd name="connsiteX23" fmla="*/ 92655 w 127344"/>
                <a:gd name="connsiteY23" fmla="*/ 77293 h 217890"/>
                <a:gd name="connsiteX24" fmla="*/ 102934 w 127344"/>
                <a:gd name="connsiteY24" fmla="*/ 104650 h 217890"/>
                <a:gd name="connsiteX25" fmla="*/ 91254 w 127344"/>
                <a:gd name="connsiteY25" fmla="*/ 146291 h 217890"/>
                <a:gd name="connsiteX26" fmla="*/ 53176 w 127344"/>
                <a:gd name="connsiteY26" fmla="*/ 168080 h 217890"/>
                <a:gd name="connsiteX27" fmla="*/ 26545 w 127344"/>
                <a:gd name="connsiteY27" fmla="*/ 136849 h 217890"/>
                <a:gd name="connsiteX28" fmla="*/ 27713 w 127344"/>
                <a:gd name="connsiteY28" fmla="*/ 126197 h 217890"/>
                <a:gd name="connsiteX29" fmla="*/ 42663 w 127344"/>
                <a:gd name="connsiteY29" fmla="*/ 64946 h 217890"/>
                <a:gd name="connsiteX30" fmla="*/ 92655 w 127344"/>
                <a:gd name="connsiteY30" fmla="*/ 5631 h 217890"/>
                <a:gd name="connsiteX31" fmla="*/ 114381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62" y="33231"/>
                  </a:moveTo>
                  <a:cubicBezTo>
                    <a:pt x="127462" y="15073"/>
                    <a:pt x="114614" y="63"/>
                    <a:pt x="95692" y="63"/>
                  </a:cubicBezTo>
                  <a:cubicBezTo>
                    <a:pt x="82143" y="63"/>
                    <a:pt x="75602" y="3936"/>
                    <a:pt x="67426" y="10231"/>
                  </a:cubicBezTo>
                  <a:cubicBezTo>
                    <a:pt x="54577" y="19915"/>
                    <a:pt x="41729" y="43399"/>
                    <a:pt x="37291" y="61798"/>
                  </a:cubicBezTo>
                  <a:lnTo>
                    <a:pt x="147" y="215532"/>
                  </a:lnTo>
                  <a:cubicBezTo>
                    <a:pt x="-86" y="216500"/>
                    <a:pt x="1082" y="217953"/>
                    <a:pt x="2950" y="217953"/>
                  </a:cubicBezTo>
                  <a:cubicBezTo>
                    <a:pt x="4819" y="217953"/>
                    <a:pt x="5520" y="217469"/>
                    <a:pt x="5754" y="216743"/>
                  </a:cubicBezTo>
                  <a:lnTo>
                    <a:pt x="22106" y="149923"/>
                  </a:lnTo>
                  <a:cubicBezTo>
                    <a:pt x="26545" y="164449"/>
                    <a:pt x="36823" y="173407"/>
                    <a:pt x="53877" y="173407"/>
                  </a:cubicBezTo>
                  <a:cubicBezTo>
                    <a:pt x="70930" y="173407"/>
                    <a:pt x="88450" y="164933"/>
                    <a:pt x="98963" y="154281"/>
                  </a:cubicBezTo>
                  <a:cubicBezTo>
                    <a:pt x="110176" y="143144"/>
                    <a:pt x="117651" y="127650"/>
                    <a:pt x="117651" y="109734"/>
                  </a:cubicBezTo>
                  <a:cubicBezTo>
                    <a:pt x="117651" y="92303"/>
                    <a:pt x="109008" y="79714"/>
                    <a:pt x="100598" y="73661"/>
                  </a:cubicBezTo>
                  <a:cubicBezTo>
                    <a:pt x="114147" y="65672"/>
                    <a:pt x="127462" y="50662"/>
                    <a:pt x="127462" y="33231"/>
                  </a:cubicBezTo>
                  <a:close/>
                  <a:moveTo>
                    <a:pt x="85413" y="73419"/>
                  </a:moveTo>
                  <a:cubicBezTo>
                    <a:pt x="82376" y="74630"/>
                    <a:pt x="79807" y="75114"/>
                    <a:pt x="74200" y="75114"/>
                  </a:cubicBezTo>
                  <a:cubicBezTo>
                    <a:pt x="70930" y="75114"/>
                    <a:pt x="66258" y="75356"/>
                    <a:pt x="63922" y="74145"/>
                  </a:cubicBezTo>
                  <a:cubicBezTo>
                    <a:pt x="64389" y="71724"/>
                    <a:pt x="72799" y="72209"/>
                    <a:pt x="75368" y="72209"/>
                  </a:cubicBezTo>
                  <a:cubicBezTo>
                    <a:pt x="80274" y="72209"/>
                    <a:pt x="82376" y="72209"/>
                    <a:pt x="85413" y="73419"/>
                  </a:cubicBezTo>
                  <a:close/>
                  <a:moveTo>
                    <a:pt x="114381" y="27662"/>
                  </a:moveTo>
                  <a:cubicBezTo>
                    <a:pt x="114381" y="44609"/>
                    <a:pt x="105503" y="62040"/>
                    <a:pt x="93356" y="69546"/>
                  </a:cubicBezTo>
                  <a:cubicBezTo>
                    <a:pt x="87049" y="67125"/>
                    <a:pt x="82376" y="66640"/>
                    <a:pt x="75368" y="66640"/>
                  </a:cubicBezTo>
                  <a:cubicBezTo>
                    <a:pt x="70463" y="66640"/>
                    <a:pt x="57381" y="66398"/>
                    <a:pt x="57381" y="74388"/>
                  </a:cubicBezTo>
                  <a:cubicBezTo>
                    <a:pt x="57147" y="81166"/>
                    <a:pt x="69295" y="80440"/>
                    <a:pt x="73499" y="80440"/>
                  </a:cubicBezTo>
                  <a:cubicBezTo>
                    <a:pt x="82143" y="80440"/>
                    <a:pt x="85647" y="80198"/>
                    <a:pt x="92655" y="77293"/>
                  </a:cubicBezTo>
                  <a:cubicBezTo>
                    <a:pt x="101532" y="86008"/>
                    <a:pt x="102700" y="93513"/>
                    <a:pt x="102934" y="104650"/>
                  </a:cubicBezTo>
                  <a:cubicBezTo>
                    <a:pt x="103401" y="118692"/>
                    <a:pt x="97794" y="136849"/>
                    <a:pt x="91254" y="146291"/>
                  </a:cubicBezTo>
                  <a:cubicBezTo>
                    <a:pt x="82143" y="159365"/>
                    <a:pt x="66491" y="168080"/>
                    <a:pt x="53176" y="168080"/>
                  </a:cubicBezTo>
                  <a:cubicBezTo>
                    <a:pt x="35422" y="168080"/>
                    <a:pt x="26545" y="154039"/>
                    <a:pt x="26545" y="136849"/>
                  </a:cubicBezTo>
                  <a:cubicBezTo>
                    <a:pt x="26545" y="134428"/>
                    <a:pt x="26545" y="130797"/>
                    <a:pt x="27713" y="126197"/>
                  </a:cubicBezTo>
                  <a:lnTo>
                    <a:pt x="42663" y="64946"/>
                  </a:lnTo>
                  <a:cubicBezTo>
                    <a:pt x="47803" y="44125"/>
                    <a:pt x="64622" y="5631"/>
                    <a:pt x="92655" y="5631"/>
                  </a:cubicBezTo>
                  <a:cubicBezTo>
                    <a:pt x="106204" y="5631"/>
                    <a:pt x="114381" y="13136"/>
                    <a:pt x="114381"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4" name="Freeform: Shape 373">
              <a:extLst>
                <a:ext uri="{FF2B5EF4-FFF2-40B4-BE49-F238E27FC236}">
                  <a16:creationId xmlns:a16="http://schemas.microsoft.com/office/drawing/2014/main" id="{FFF0270E-144C-24D6-DCD4-DA880159170A}"/>
                </a:ext>
              </a:extLst>
            </p:cNvPr>
            <p:cNvSpPr/>
            <p:nvPr>
              <p:custDataLst>
                <p:tags r:id="rId34"/>
              </p:custDataLst>
            </p:nvPr>
          </p:nvSpPr>
          <p:spPr>
            <a:xfrm>
              <a:off x="7958779" y="7319944"/>
              <a:ext cx="59522" cy="112528"/>
            </a:xfrm>
            <a:custGeom>
              <a:avLst/>
              <a:gdLst>
                <a:gd name="connsiteX0" fmla="*/ 37080 w 59522"/>
                <a:gd name="connsiteY0" fmla="*/ 4809 h 112528"/>
                <a:gd name="connsiteX1" fmla="*/ 32174 w 59522"/>
                <a:gd name="connsiteY1" fmla="*/ 64 h 112528"/>
                <a:gd name="connsiteX2" fmla="*/ 123 w 59522"/>
                <a:gd name="connsiteY2" fmla="*/ 10910 h 112528"/>
                <a:gd name="connsiteX3" fmla="*/ 123 w 59522"/>
                <a:gd name="connsiteY3" fmla="*/ 17011 h 112528"/>
                <a:gd name="connsiteX4" fmla="*/ 23834 w 59522"/>
                <a:gd name="connsiteY4" fmla="*/ 12266 h 112528"/>
                <a:gd name="connsiteX5" fmla="*/ 23834 w 59522"/>
                <a:gd name="connsiteY5" fmla="*/ 98696 h 112528"/>
                <a:gd name="connsiteX6" fmla="*/ 7482 w 59522"/>
                <a:gd name="connsiteY6" fmla="*/ 106492 h 112528"/>
                <a:gd name="connsiteX7" fmla="*/ 1268 w 59522"/>
                <a:gd name="connsiteY7" fmla="*/ 106492 h 112528"/>
                <a:gd name="connsiteX8" fmla="*/ 1268 w 59522"/>
                <a:gd name="connsiteY8" fmla="*/ 112592 h 112528"/>
                <a:gd name="connsiteX9" fmla="*/ 30375 w 59522"/>
                <a:gd name="connsiteY9" fmla="*/ 111915 h 112528"/>
                <a:gd name="connsiteX10" fmla="*/ 59646 w 59522"/>
                <a:gd name="connsiteY10" fmla="*/ 112592 h 112528"/>
                <a:gd name="connsiteX11" fmla="*/ 59646 w 59522"/>
                <a:gd name="connsiteY11" fmla="*/ 106492 h 112528"/>
                <a:gd name="connsiteX12" fmla="*/ 53432 w 59522"/>
                <a:gd name="connsiteY12" fmla="*/ 106492 h 112528"/>
                <a:gd name="connsiteX13" fmla="*/ 37080 w 59522"/>
                <a:gd name="connsiteY13" fmla="*/ 98696 h 112528"/>
                <a:gd name="connsiteX14" fmla="*/ 37080 w 59522"/>
                <a:gd name="connsiteY14" fmla="*/ 4809 h 11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22" h="112528">
                  <a:moveTo>
                    <a:pt x="37080" y="4809"/>
                  </a:moveTo>
                  <a:cubicBezTo>
                    <a:pt x="37080" y="234"/>
                    <a:pt x="36753" y="64"/>
                    <a:pt x="32174" y="64"/>
                  </a:cubicBezTo>
                  <a:cubicBezTo>
                    <a:pt x="21708" y="10741"/>
                    <a:pt x="6828" y="10910"/>
                    <a:pt x="123" y="10910"/>
                  </a:cubicBezTo>
                  <a:lnTo>
                    <a:pt x="123" y="17011"/>
                  </a:lnTo>
                  <a:cubicBezTo>
                    <a:pt x="4048" y="17011"/>
                    <a:pt x="14840" y="17011"/>
                    <a:pt x="23834" y="12266"/>
                  </a:cubicBezTo>
                  <a:lnTo>
                    <a:pt x="23834" y="98696"/>
                  </a:lnTo>
                  <a:cubicBezTo>
                    <a:pt x="23834" y="104288"/>
                    <a:pt x="23834" y="106492"/>
                    <a:pt x="7482" y="106492"/>
                  </a:cubicBezTo>
                  <a:lnTo>
                    <a:pt x="1268" y="106492"/>
                  </a:lnTo>
                  <a:lnTo>
                    <a:pt x="1268" y="112592"/>
                  </a:lnTo>
                  <a:cubicBezTo>
                    <a:pt x="4211" y="112423"/>
                    <a:pt x="24325" y="111915"/>
                    <a:pt x="30375" y="111915"/>
                  </a:cubicBezTo>
                  <a:cubicBezTo>
                    <a:pt x="35444" y="111915"/>
                    <a:pt x="56048" y="112423"/>
                    <a:pt x="59646" y="112592"/>
                  </a:cubicBezTo>
                  <a:lnTo>
                    <a:pt x="59646" y="106492"/>
                  </a:lnTo>
                  <a:lnTo>
                    <a:pt x="53432" y="106492"/>
                  </a:lnTo>
                  <a:cubicBezTo>
                    <a:pt x="37080" y="106492"/>
                    <a:pt x="37080" y="104288"/>
                    <a:pt x="37080" y="98696"/>
                  </a:cubicBezTo>
                  <a:lnTo>
                    <a:pt x="37080" y="480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5" name="Freeform: Shape 374">
              <a:extLst>
                <a:ext uri="{FF2B5EF4-FFF2-40B4-BE49-F238E27FC236}">
                  <a16:creationId xmlns:a16="http://schemas.microsoft.com/office/drawing/2014/main" id="{DEE264FC-6706-BCDA-CC1C-BF843D13562C}"/>
                </a:ext>
              </a:extLst>
            </p:cNvPr>
            <p:cNvSpPr/>
            <p:nvPr>
              <p:custDataLst>
                <p:tags r:id="rId35"/>
              </p:custDataLst>
            </p:nvPr>
          </p:nvSpPr>
          <p:spPr>
            <a:xfrm>
              <a:off x="8076716" y="7253318"/>
              <a:ext cx="84331" cy="7505"/>
            </a:xfrm>
            <a:custGeom>
              <a:avLst/>
              <a:gdLst>
                <a:gd name="connsiteX0" fmla="*/ 84460 w 84331"/>
                <a:gd name="connsiteY0" fmla="*/ 7568 h 7505"/>
                <a:gd name="connsiteX1" fmla="*/ 84460 w 84331"/>
                <a:gd name="connsiteY1" fmla="*/ 63 h 7505"/>
                <a:gd name="connsiteX2" fmla="*/ 128 w 84331"/>
                <a:gd name="connsiteY2" fmla="*/ 63 h 7505"/>
                <a:gd name="connsiteX3" fmla="*/ 128 w 84331"/>
                <a:gd name="connsiteY3" fmla="*/ 7568 h 7505"/>
                <a:gd name="connsiteX4" fmla="*/ 84460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60" y="7568"/>
                  </a:moveTo>
                  <a:lnTo>
                    <a:pt x="84460" y="63"/>
                  </a:lnTo>
                  <a:lnTo>
                    <a:pt x="128" y="63"/>
                  </a:lnTo>
                  <a:lnTo>
                    <a:pt x="128" y="7568"/>
                  </a:lnTo>
                  <a:lnTo>
                    <a:pt x="84460"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6" name="Freeform: Shape 375">
              <a:extLst>
                <a:ext uri="{FF2B5EF4-FFF2-40B4-BE49-F238E27FC236}">
                  <a16:creationId xmlns:a16="http://schemas.microsoft.com/office/drawing/2014/main" id="{DA28391F-AE5C-3BC4-9652-1429609E7DC5}"/>
                </a:ext>
              </a:extLst>
            </p:cNvPr>
            <p:cNvSpPr/>
            <p:nvPr>
              <p:custDataLst>
                <p:tags r:id="rId36"/>
              </p:custDataLst>
            </p:nvPr>
          </p:nvSpPr>
          <p:spPr>
            <a:xfrm>
              <a:off x="8052528" y="7289149"/>
              <a:ext cx="116335" cy="109671"/>
            </a:xfrm>
            <a:custGeom>
              <a:avLst/>
              <a:gdLst>
                <a:gd name="connsiteX0" fmla="*/ 71377 w 116335"/>
                <a:gd name="connsiteY0" fmla="*/ 33957 h 109671"/>
                <a:gd name="connsiteX1" fmla="*/ 94504 w 116335"/>
                <a:gd name="connsiteY1" fmla="*/ 5389 h 109671"/>
                <a:gd name="connsiteX2" fmla="*/ 106185 w 116335"/>
                <a:gd name="connsiteY2" fmla="*/ 8536 h 109671"/>
                <a:gd name="connsiteX3" fmla="*/ 94972 w 116335"/>
                <a:gd name="connsiteY3" fmla="*/ 21610 h 109671"/>
                <a:gd name="connsiteX4" fmla="*/ 103849 w 116335"/>
                <a:gd name="connsiteY4" fmla="*/ 30083 h 109671"/>
                <a:gd name="connsiteX5" fmla="*/ 116463 w 116335"/>
                <a:gd name="connsiteY5" fmla="*/ 16041 h 109671"/>
                <a:gd name="connsiteX6" fmla="*/ 94738 w 116335"/>
                <a:gd name="connsiteY6" fmla="*/ 63 h 109671"/>
                <a:gd name="connsiteX7" fmla="*/ 70209 w 116335"/>
                <a:gd name="connsiteY7" fmla="*/ 18462 h 109671"/>
                <a:gd name="connsiteX8" fmla="*/ 44980 w 116335"/>
                <a:gd name="connsiteY8" fmla="*/ 63 h 109671"/>
                <a:gd name="connsiteX9" fmla="*/ 7369 w 116335"/>
                <a:gd name="connsiteY9" fmla="*/ 37346 h 109671"/>
                <a:gd name="connsiteX10" fmla="*/ 10173 w 116335"/>
                <a:gd name="connsiteY10" fmla="*/ 39767 h 109671"/>
                <a:gd name="connsiteX11" fmla="*/ 13210 w 116335"/>
                <a:gd name="connsiteY11" fmla="*/ 37104 h 109671"/>
                <a:gd name="connsiteX12" fmla="*/ 44513 w 116335"/>
                <a:gd name="connsiteY12" fmla="*/ 5389 h 109671"/>
                <a:gd name="connsiteX13" fmla="*/ 57128 w 116335"/>
                <a:gd name="connsiteY13" fmla="*/ 21610 h 109671"/>
                <a:gd name="connsiteX14" fmla="*/ 44513 w 116335"/>
                <a:gd name="connsiteY14" fmla="*/ 79230 h 109671"/>
                <a:gd name="connsiteX15" fmla="*/ 22320 w 116335"/>
                <a:gd name="connsiteY15" fmla="*/ 104408 h 109671"/>
                <a:gd name="connsiteX16" fmla="*/ 10640 w 116335"/>
                <a:gd name="connsiteY16" fmla="*/ 101261 h 109671"/>
                <a:gd name="connsiteX17" fmla="*/ 21619 w 116335"/>
                <a:gd name="connsiteY17" fmla="*/ 88187 h 109671"/>
                <a:gd name="connsiteX18" fmla="*/ 12976 w 116335"/>
                <a:gd name="connsiteY18" fmla="*/ 79714 h 109671"/>
                <a:gd name="connsiteX19" fmla="*/ 128 w 116335"/>
                <a:gd name="connsiteY19" fmla="*/ 93756 h 109671"/>
                <a:gd name="connsiteX20" fmla="*/ 22087 w 116335"/>
                <a:gd name="connsiteY20" fmla="*/ 109734 h 109671"/>
                <a:gd name="connsiteX21" fmla="*/ 46615 w 116335"/>
                <a:gd name="connsiteY21" fmla="*/ 91335 h 109671"/>
                <a:gd name="connsiteX22" fmla="*/ 71845 w 116335"/>
                <a:gd name="connsiteY22" fmla="*/ 109734 h 109671"/>
                <a:gd name="connsiteX23" fmla="*/ 109222 w 116335"/>
                <a:gd name="connsiteY23" fmla="*/ 72451 h 109671"/>
                <a:gd name="connsiteX24" fmla="*/ 106418 w 116335"/>
                <a:gd name="connsiteY24" fmla="*/ 70030 h 109671"/>
                <a:gd name="connsiteX25" fmla="*/ 103381 w 116335"/>
                <a:gd name="connsiteY25" fmla="*/ 72693 h 109671"/>
                <a:gd name="connsiteX26" fmla="*/ 72312 w 116335"/>
                <a:gd name="connsiteY26" fmla="*/ 104408 h 109671"/>
                <a:gd name="connsiteX27" fmla="*/ 59464 w 116335"/>
                <a:gd name="connsiteY27" fmla="*/ 88429 h 109671"/>
                <a:gd name="connsiteX28" fmla="*/ 63435 w 116335"/>
                <a:gd name="connsiteY28" fmla="*/ 67125 h 109671"/>
                <a:gd name="connsiteX29" fmla="*/ 71377 w 116335"/>
                <a:gd name="connsiteY29" fmla="*/ 33957 h 10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335" h="109671">
                  <a:moveTo>
                    <a:pt x="71377" y="33957"/>
                  </a:moveTo>
                  <a:cubicBezTo>
                    <a:pt x="72779" y="27662"/>
                    <a:pt x="78152" y="5389"/>
                    <a:pt x="94504" y="5389"/>
                  </a:cubicBezTo>
                  <a:cubicBezTo>
                    <a:pt x="95672" y="5389"/>
                    <a:pt x="101279" y="5389"/>
                    <a:pt x="106185" y="8536"/>
                  </a:cubicBezTo>
                  <a:cubicBezTo>
                    <a:pt x="99644" y="9747"/>
                    <a:pt x="94972" y="15799"/>
                    <a:pt x="94972" y="21610"/>
                  </a:cubicBezTo>
                  <a:cubicBezTo>
                    <a:pt x="94972" y="25483"/>
                    <a:pt x="97541" y="30083"/>
                    <a:pt x="103849" y="30083"/>
                  </a:cubicBezTo>
                  <a:cubicBezTo>
                    <a:pt x="108988" y="30083"/>
                    <a:pt x="116463" y="25725"/>
                    <a:pt x="116463" y="16041"/>
                  </a:cubicBezTo>
                  <a:cubicBezTo>
                    <a:pt x="116463" y="3452"/>
                    <a:pt x="102681" y="63"/>
                    <a:pt x="94738" y="63"/>
                  </a:cubicBezTo>
                  <a:cubicBezTo>
                    <a:pt x="81189" y="63"/>
                    <a:pt x="73013" y="12894"/>
                    <a:pt x="70209" y="18462"/>
                  </a:cubicBezTo>
                  <a:cubicBezTo>
                    <a:pt x="64369" y="2484"/>
                    <a:pt x="51755" y="63"/>
                    <a:pt x="44980" y="63"/>
                  </a:cubicBezTo>
                  <a:cubicBezTo>
                    <a:pt x="20685" y="63"/>
                    <a:pt x="7369" y="31294"/>
                    <a:pt x="7369" y="37346"/>
                  </a:cubicBezTo>
                  <a:cubicBezTo>
                    <a:pt x="7369" y="39767"/>
                    <a:pt x="9705" y="39767"/>
                    <a:pt x="10173" y="39767"/>
                  </a:cubicBezTo>
                  <a:cubicBezTo>
                    <a:pt x="12042" y="39767"/>
                    <a:pt x="12742" y="39283"/>
                    <a:pt x="13210" y="37104"/>
                  </a:cubicBezTo>
                  <a:cubicBezTo>
                    <a:pt x="21152" y="11441"/>
                    <a:pt x="36570" y="5389"/>
                    <a:pt x="44513" y="5389"/>
                  </a:cubicBezTo>
                  <a:cubicBezTo>
                    <a:pt x="48951" y="5389"/>
                    <a:pt x="57128" y="7568"/>
                    <a:pt x="57128" y="21610"/>
                  </a:cubicBezTo>
                  <a:cubicBezTo>
                    <a:pt x="57128" y="29115"/>
                    <a:pt x="53156" y="45336"/>
                    <a:pt x="44513" y="79230"/>
                  </a:cubicBezTo>
                  <a:cubicBezTo>
                    <a:pt x="40775" y="94240"/>
                    <a:pt x="32599" y="104408"/>
                    <a:pt x="22320" y="104408"/>
                  </a:cubicBezTo>
                  <a:cubicBezTo>
                    <a:pt x="20919" y="104408"/>
                    <a:pt x="15546" y="104408"/>
                    <a:pt x="10640" y="101261"/>
                  </a:cubicBezTo>
                  <a:cubicBezTo>
                    <a:pt x="16480" y="100050"/>
                    <a:pt x="21619" y="94966"/>
                    <a:pt x="21619" y="88187"/>
                  </a:cubicBezTo>
                  <a:cubicBezTo>
                    <a:pt x="21619" y="81651"/>
                    <a:pt x="16480" y="79714"/>
                    <a:pt x="12976" y="79714"/>
                  </a:cubicBezTo>
                  <a:cubicBezTo>
                    <a:pt x="5968" y="79714"/>
                    <a:pt x="128" y="86008"/>
                    <a:pt x="128" y="93756"/>
                  </a:cubicBezTo>
                  <a:cubicBezTo>
                    <a:pt x="128" y="104892"/>
                    <a:pt x="11808" y="109734"/>
                    <a:pt x="22087" y="109734"/>
                  </a:cubicBezTo>
                  <a:cubicBezTo>
                    <a:pt x="37505" y="109734"/>
                    <a:pt x="45914" y="92787"/>
                    <a:pt x="46615" y="91335"/>
                  </a:cubicBezTo>
                  <a:cubicBezTo>
                    <a:pt x="49419" y="100292"/>
                    <a:pt x="57828" y="109734"/>
                    <a:pt x="71845" y="109734"/>
                  </a:cubicBezTo>
                  <a:cubicBezTo>
                    <a:pt x="95906" y="109734"/>
                    <a:pt x="109222" y="78503"/>
                    <a:pt x="109222" y="72451"/>
                  </a:cubicBezTo>
                  <a:cubicBezTo>
                    <a:pt x="109222" y="70030"/>
                    <a:pt x="107119" y="70030"/>
                    <a:pt x="106418" y="70030"/>
                  </a:cubicBezTo>
                  <a:cubicBezTo>
                    <a:pt x="104316" y="70030"/>
                    <a:pt x="103849" y="70998"/>
                    <a:pt x="103381" y="72693"/>
                  </a:cubicBezTo>
                  <a:cubicBezTo>
                    <a:pt x="95672" y="98598"/>
                    <a:pt x="79787" y="104408"/>
                    <a:pt x="72312" y="104408"/>
                  </a:cubicBezTo>
                  <a:cubicBezTo>
                    <a:pt x="63201" y="104408"/>
                    <a:pt x="59464" y="96661"/>
                    <a:pt x="59464" y="88429"/>
                  </a:cubicBezTo>
                  <a:cubicBezTo>
                    <a:pt x="59464" y="83103"/>
                    <a:pt x="60865" y="77777"/>
                    <a:pt x="63435" y="67125"/>
                  </a:cubicBezTo>
                  <a:lnTo>
                    <a:pt x="71377" y="3395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377" name="Group 376">
            <a:extLst>
              <a:ext uri="{FF2B5EF4-FFF2-40B4-BE49-F238E27FC236}">
                <a16:creationId xmlns:a16="http://schemas.microsoft.com/office/drawing/2014/main" id="{4A541F3A-70C3-B4AB-3531-8C679EEC6608}"/>
              </a:ext>
            </a:extLst>
          </p:cNvPr>
          <p:cNvGrpSpPr>
            <a:grpSpLocks noChangeAspect="1"/>
          </p:cNvGrpSpPr>
          <p:nvPr>
            <p:custDataLst>
              <p:tags r:id="rId12"/>
            </p:custDataLst>
          </p:nvPr>
        </p:nvGrpSpPr>
        <p:grpSpPr>
          <a:xfrm>
            <a:off x="9050780" y="3896100"/>
            <a:ext cx="1309898" cy="281535"/>
            <a:chOff x="11448458" y="5282838"/>
            <a:chExt cx="1309898" cy="281535"/>
          </a:xfrm>
          <a:solidFill>
            <a:schemeClr val="bg1"/>
          </a:solidFill>
        </p:grpSpPr>
        <p:sp>
          <p:nvSpPr>
            <p:cNvPr id="378" name="Freeform: Shape 377">
              <a:extLst>
                <a:ext uri="{FF2B5EF4-FFF2-40B4-BE49-F238E27FC236}">
                  <a16:creationId xmlns:a16="http://schemas.microsoft.com/office/drawing/2014/main" id="{BD7036F2-0943-4CE6-C75D-EBF5C7A08E0B}"/>
                </a:ext>
              </a:extLst>
            </p:cNvPr>
            <p:cNvSpPr/>
            <p:nvPr>
              <p:custDataLst>
                <p:tags r:id="rId13"/>
              </p:custDataLst>
            </p:nvPr>
          </p:nvSpPr>
          <p:spPr>
            <a:xfrm>
              <a:off x="11528642" y="5282838"/>
              <a:ext cx="62372" cy="37283"/>
            </a:xfrm>
            <a:custGeom>
              <a:avLst/>
              <a:gdLst>
                <a:gd name="connsiteX0" fmla="*/ 31382 w 62372"/>
                <a:gd name="connsiteY0" fmla="*/ 60 h 37283"/>
                <a:gd name="connsiteX1" fmla="*/ 79 w 62372"/>
                <a:gd name="connsiteY1" fmla="*/ 32986 h 37283"/>
                <a:gd name="connsiteX2" fmla="*/ 4284 w 62372"/>
                <a:gd name="connsiteY2" fmla="*/ 37344 h 37283"/>
                <a:gd name="connsiteX3" fmla="*/ 31382 w 62372"/>
                <a:gd name="connsiteY3" fmla="*/ 12649 h 37283"/>
                <a:gd name="connsiteX4" fmla="*/ 58247 w 62372"/>
                <a:gd name="connsiteY4" fmla="*/ 37344 h 37283"/>
                <a:gd name="connsiteX5" fmla="*/ 62452 w 62372"/>
                <a:gd name="connsiteY5" fmla="*/ 32986 h 37283"/>
                <a:gd name="connsiteX6" fmla="*/ 31382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382" y="60"/>
                  </a:moveTo>
                  <a:lnTo>
                    <a:pt x="79" y="32986"/>
                  </a:lnTo>
                  <a:lnTo>
                    <a:pt x="4284" y="37344"/>
                  </a:lnTo>
                  <a:lnTo>
                    <a:pt x="31382" y="12649"/>
                  </a:lnTo>
                  <a:lnTo>
                    <a:pt x="58247" y="37344"/>
                  </a:lnTo>
                  <a:lnTo>
                    <a:pt x="62452" y="32986"/>
                  </a:lnTo>
                  <a:lnTo>
                    <a:pt x="31382"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79" name="Freeform: Shape 378">
              <a:extLst>
                <a:ext uri="{FF2B5EF4-FFF2-40B4-BE49-F238E27FC236}">
                  <a16:creationId xmlns:a16="http://schemas.microsoft.com/office/drawing/2014/main" id="{829A4373-711F-5990-3358-0A1B0CA34B9F}"/>
                </a:ext>
              </a:extLst>
            </p:cNvPr>
            <p:cNvSpPr/>
            <p:nvPr>
              <p:custDataLst>
                <p:tags r:id="rId14"/>
              </p:custDataLst>
            </p:nvPr>
          </p:nvSpPr>
          <p:spPr>
            <a:xfrm>
              <a:off x="11448458" y="5343821"/>
              <a:ext cx="127344" cy="217890"/>
            </a:xfrm>
            <a:custGeom>
              <a:avLst/>
              <a:gdLst>
                <a:gd name="connsiteX0" fmla="*/ 127422 w 127344"/>
                <a:gd name="connsiteY0" fmla="*/ 33231 h 217890"/>
                <a:gd name="connsiteX1" fmla="*/ 95651 w 127344"/>
                <a:gd name="connsiteY1" fmla="*/ 63 h 217890"/>
                <a:gd name="connsiteX2" fmla="*/ 67385 w 127344"/>
                <a:gd name="connsiteY2" fmla="*/ 10231 h 217890"/>
                <a:gd name="connsiteX3" fmla="*/ 37250 w 127344"/>
                <a:gd name="connsiteY3" fmla="*/ 61798 h 217890"/>
                <a:gd name="connsiteX4" fmla="*/ 106 w 127344"/>
                <a:gd name="connsiteY4" fmla="*/ 215532 h 217890"/>
                <a:gd name="connsiteX5" fmla="*/ 2910 w 127344"/>
                <a:gd name="connsiteY5" fmla="*/ 217953 h 217890"/>
                <a:gd name="connsiteX6" fmla="*/ 5713 w 127344"/>
                <a:gd name="connsiteY6" fmla="*/ 216743 h 217890"/>
                <a:gd name="connsiteX7" fmla="*/ 22065 w 127344"/>
                <a:gd name="connsiteY7" fmla="*/ 149923 h 217890"/>
                <a:gd name="connsiteX8" fmla="*/ 53836 w 127344"/>
                <a:gd name="connsiteY8" fmla="*/ 173407 h 217890"/>
                <a:gd name="connsiteX9" fmla="*/ 98922 w 127344"/>
                <a:gd name="connsiteY9" fmla="*/ 154281 h 217890"/>
                <a:gd name="connsiteX10" fmla="*/ 117610 w 127344"/>
                <a:gd name="connsiteY10" fmla="*/ 109734 h 217890"/>
                <a:gd name="connsiteX11" fmla="*/ 100557 w 127344"/>
                <a:gd name="connsiteY11" fmla="*/ 73661 h 217890"/>
                <a:gd name="connsiteX12" fmla="*/ 127422 w 127344"/>
                <a:gd name="connsiteY12" fmla="*/ 33231 h 217890"/>
                <a:gd name="connsiteX13" fmla="*/ 85373 w 127344"/>
                <a:gd name="connsiteY13" fmla="*/ 73419 h 217890"/>
                <a:gd name="connsiteX14" fmla="*/ 74159 w 127344"/>
                <a:gd name="connsiteY14" fmla="*/ 75114 h 217890"/>
                <a:gd name="connsiteX15" fmla="*/ 63881 w 127344"/>
                <a:gd name="connsiteY15" fmla="*/ 74145 h 217890"/>
                <a:gd name="connsiteX16" fmla="*/ 75327 w 127344"/>
                <a:gd name="connsiteY16" fmla="*/ 72209 h 217890"/>
                <a:gd name="connsiteX17" fmla="*/ 85373 w 127344"/>
                <a:gd name="connsiteY17" fmla="*/ 73419 h 217890"/>
                <a:gd name="connsiteX18" fmla="*/ 114340 w 127344"/>
                <a:gd name="connsiteY18" fmla="*/ 27662 h 217890"/>
                <a:gd name="connsiteX19" fmla="*/ 93315 w 127344"/>
                <a:gd name="connsiteY19" fmla="*/ 69546 h 217890"/>
                <a:gd name="connsiteX20" fmla="*/ 75327 w 127344"/>
                <a:gd name="connsiteY20" fmla="*/ 66640 h 217890"/>
                <a:gd name="connsiteX21" fmla="*/ 57340 w 127344"/>
                <a:gd name="connsiteY21" fmla="*/ 74388 h 217890"/>
                <a:gd name="connsiteX22" fmla="*/ 73459 w 127344"/>
                <a:gd name="connsiteY22" fmla="*/ 80440 h 217890"/>
                <a:gd name="connsiteX23" fmla="*/ 92614 w 127344"/>
                <a:gd name="connsiteY23" fmla="*/ 77293 h 217890"/>
                <a:gd name="connsiteX24" fmla="*/ 102893 w 127344"/>
                <a:gd name="connsiteY24" fmla="*/ 104650 h 217890"/>
                <a:gd name="connsiteX25" fmla="*/ 91213 w 127344"/>
                <a:gd name="connsiteY25" fmla="*/ 146291 h 217890"/>
                <a:gd name="connsiteX26" fmla="*/ 53135 w 127344"/>
                <a:gd name="connsiteY26" fmla="*/ 168080 h 217890"/>
                <a:gd name="connsiteX27" fmla="*/ 26504 w 127344"/>
                <a:gd name="connsiteY27" fmla="*/ 136849 h 217890"/>
                <a:gd name="connsiteX28" fmla="*/ 27672 w 127344"/>
                <a:gd name="connsiteY28" fmla="*/ 126197 h 217890"/>
                <a:gd name="connsiteX29" fmla="*/ 42623 w 127344"/>
                <a:gd name="connsiteY29" fmla="*/ 64946 h 217890"/>
                <a:gd name="connsiteX30" fmla="*/ 92614 w 127344"/>
                <a:gd name="connsiteY30" fmla="*/ 5631 h 217890"/>
                <a:gd name="connsiteX31" fmla="*/ 114340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22" y="33231"/>
                  </a:moveTo>
                  <a:cubicBezTo>
                    <a:pt x="127422" y="15073"/>
                    <a:pt x="114573" y="63"/>
                    <a:pt x="95651" y="63"/>
                  </a:cubicBezTo>
                  <a:cubicBezTo>
                    <a:pt x="82102" y="63"/>
                    <a:pt x="75561" y="3936"/>
                    <a:pt x="67385" y="10231"/>
                  </a:cubicBezTo>
                  <a:cubicBezTo>
                    <a:pt x="54537" y="19915"/>
                    <a:pt x="41688" y="43399"/>
                    <a:pt x="37250" y="61798"/>
                  </a:cubicBezTo>
                  <a:lnTo>
                    <a:pt x="106" y="215532"/>
                  </a:lnTo>
                  <a:cubicBezTo>
                    <a:pt x="-127" y="216500"/>
                    <a:pt x="1041" y="217953"/>
                    <a:pt x="2910" y="217953"/>
                  </a:cubicBezTo>
                  <a:cubicBezTo>
                    <a:pt x="4778" y="217953"/>
                    <a:pt x="5479" y="217469"/>
                    <a:pt x="5713" y="216743"/>
                  </a:cubicBezTo>
                  <a:lnTo>
                    <a:pt x="22065" y="149923"/>
                  </a:lnTo>
                  <a:cubicBezTo>
                    <a:pt x="26504" y="164449"/>
                    <a:pt x="36782" y="173407"/>
                    <a:pt x="53836" y="173407"/>
                  </a:cubicBezTo>
                  <a:cubicBezTo>
                    <a:pt x="70889" y="173407"/>
                    <a:pt x="88409" y="164933"/>
                    <a:pt x="98922" y="154281"/>
                  </a:cubicBezTo>
                  <a:cubicBezTo>
                    <a:pt x="110135" y="143144"/>
                    <a:pt x="117610" y="127650"/>
                    <a:pt x="117610" y="109734"/>
                  </a:cubicBezTo>
                  <a:cubicBezTo>
                    <a:pt x="117610" y="92303"/>
                    <a:pt x="108967" y="79714"/>
                    <a:pt x="100557" y="73661"/>
                  </a:cubicBezTo>
                  <a:cubicBezTo>
                    <a:pt x="114106" y="65672"/>
                    <a:pt x="127422" y="50662"/>
                    <a:pt x="127422" y="33231"/>
                  </a:cubicBezTo>
                  <a:close/>
                  <a:moveTo>
                    <a:pt x="85373" y="73419"/>
                  </a:moveTo>
                  <a:cubicBezTo>
                    <a:pt x="82336" y="74630"/>
                    <a:pt x="79766" y="75114"/>
                    <a:pt x="74159" y="75114"/>
                  </a:cubicBezTo>
                  <a:cubicBezTo>
                    <a:pt x="70889" y="75114"/>
                    <a:pt x="66217" y="75356"/>
                    <a:pt x="63881" y="74145"/>
                  </a:cubicBezTo>
                  <a:cubicBezTo>
                    <a:pt x="64348" y="71724"/>
                    <a:pt x="72758" y="72209"/>
                    <a:pt x="75327" y="72209"/>
                  </a:cubicBezTo>
                  <a:cubicBezTo>
                    <a:pt x="80233" y="72209"/>
                    <a:pt x="82336" y="72209"/>
                    <a:pt x="85373" y="73419"/>
                  </a:cubicBezTo>
                  <a:close/>
                  <a:moveTo>
                    <a:pt x="114340" y="27662"/>
                  </a:moveTo>
                  <a:cubicBezTo>
                    <a:pt x="114340" y="44609"/>
                    <a:pt x="105463" y="62040"/>
                    <a:pt x="93315" y="69546"/>
                  </a:cubicBezTo>
                  <a:cubicBezTo>
                    <a:pt x="87008" y="67125"/>
                    <a:pt x="82336" y="66640"/>
                    <a:pt x="75327" y="66640"/>
                  </a:cubicBezTo>
                  <a:cubicBezTo>
                    <a:pt x="70422" y="66640"/>
                    <a:pt x="57340" y="66398"/>
                    <a:pt x="57340" y="74388"/>
                  </a:cubicBezTo>
                  <a:cubicBezTo>
                    <a:pt x="57106" y="81166"/>
                    <a:pt x="69254" y="80440"/>
                    <a:pt x="73459" y="80440"/>
                  </a:cubicBezTo>
                  <a:cubicBezTo>
                    <a:pt x="82102" y="80440"/>
                    <a:pt x="85606" y="80198"/>
                    <a:pt x="92614" y="77293"/>
                  </a:cubicBezTo>
                  <a:cubicBezTo>
                    <a:pt x="101491" y="86008"/>
                    <a:pt x="102659" y="93513"/>
                    <a:pt x="102893" y="104650"/>
                  </a:cubicBezTo>
                  <a:cubicBezTo>
                    <a:pt x="103360" y="118692"/>
                    <a:pt x="97754" y="136849"/>
                    <a:pt x="91213" y="146291"/>
                  </a:cubicBezTo>
                  <a:cubicBezTo>
                    <a:pt x="82102" y="159365"/>
                    <a:pt x="66450" y="168080"/>
                    <a:pt x="53135" y="168080"/>
                  </a:cubicBezTo>
                  <a:cubicBezTo>
                    <a:pt x="35381" y="168080"/>
                    <a:pt x="26504" y="154039"/>
                    <a:pt x="26504" y="136849"/>
                  </a:cubicBezTo>
                  <a:cubicBezTo>
                    <a:pt x="26504" y="134428"/>
                    <a:pt x="26504" y="130797"/>
                    <a:pt x="27672" y="126197"/>
                  </a:cubicBezTo>
                  <a:lnTo>
                    <a:pt x="42623" y="64946"/>
                  </a:lnTo>
                  <a:cubicBezTo>
                    <a:pt x="47762" y="44125"/>
                    <a:pt x="64582" y="5631"/>
                    <a:pt x="92614" y="5631"/>
                  </a:cubicBezTo>
                  <a:cubicBezTo>
                    <a:pt x="106164" y="5631"/>
                    <a:pt x="114340" y="13136"/>
                    <a:pt x="114340"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0" name="Freeform: Shape 379">
              <a:extLst>
                <a:ext uri="{FF2B5EF4-FFF2-40B4-BE49-F238E27FC236}">
                  <a16:creationId xmlns:a16="http://schemas.microsoft.com/office/drawing/2014/main" id="{4AC9EBC1-533B-E53F-E774-1965975C84BA}"/>
                </a:ext>
              </a:extLst>
            </p:cNvPr>
            <p:cNvSpPr/>
            <p:nvPr>
              <p:custDataLst>
                <p:tags r:id="rId15"/>
              </p:custDataLst>
            </p:nvPr>
          </p:nvSpPr>
          <p:spPr>
            <a:xfrm>
              <a:off x="11582116" y="5438530"/>
              <a:ext cx="75875" cy="115917"/>
            </a:xfrm>
            <a:custGeom>
              <a:avLst/>
              <a:gdLst>
                <a:gd name="connsiteX0" fmla="*/ 75958 w 75875"/>
                <a:gd name="connsiteY0" fmla="*/ 58531 h 115917"/>
                <a:gd name="connsiteX1" fmla="*/ 66310 w 75875"/>
                <a:gd name="connsiteY1" fmla="*/ 14639 h 115917"/>
                <a:gd name="connsiteX2" fmla="*/ 38020 w 75875"/>
                <a:gd name="connsiteY2" fmla="*/ 64 h 115917"/>
                <a:gd name="connsiteX3" fmla="*/ 82 w 75875"/>
                <a:gd name="connsiteY3" fmla="*/ 58531 h 115917"/>
                <a:gd name="connsiteX4" fmla="*/ 38020 w 75875"/>
                <a:gd name="connsiteY4" fmla="*/ 115982 h 115917"/>
                <a:gd name="connsiteX5" fmla="*/ 75958 w 75875"/>
                <a:gd name="connsiteY5" fmla="*/ 58531 h 115917"/>
                <a:gd name="connsiteX6" fmla="*/ 38020 w 75875"/>
                <a:gd name="connsiteY6" fmla="*/ 111237 h 115917"/>
                <a:gd name="connsiteX7" fmla="*/ 17252 w 75875"/>
                <a:gd name="connsiteY7" fmla="*/ 92764 h 115917"/>
                <a:gd name="connsiteX8" fmla="*/ 14963 w 75875"/>
                <a:gd name="connsiteY8" fmla="*/ 56328 h 115917"/>
                <a:gd name="connsiteX9" fmla="*/ 17416 w 75875"/>
                <a:gd name="connsiteY9" fmla="*/ 21756 h 115917"/>
                <a:gd name="connsiteX10" fmla="*/ 38020 w 75875"/>
                <a:gd name="connsiteY10" fmla="*/ 4809 h 115917"/>
                <a:gd name="connsiteX11" fmla="*/ 58297 w 75875"/>
                <a:gd name="connsiteY11" fmla="*/ 20231 h 115917"/>
                <a:gd name="connsiteX12" fmla="*/ 61077 w 75875"/>
                <a:gd name="connsiteY12" fmla="*/ 56328 h 115917"/>
                <a:gd name="connsiteX13" fmla="*/ 58951 w 75875"/>
                <a:gd name="connsiteY13" fmla="*/ 92087 h 115917"/>
                <a:gd name="connsiteX14" fmla="*/ 38020 w 75875"/>
                <a:gd name="connsiteY14" fmla="*/ 111237 h 11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875" h="115917">
                  <a:moveTo>
                    <a:pt x="75958" y="58531"/>
                  </a:moveTo>
                  <a:cubicBezTo>
                    <a:pt x="75958" y="39890"/>
                    <a:pt x="73832" y="26502"/>
                    <a:pt x="66310" y="14639"/>
                  </a:cubicBezTo>
                  <a:cubicBezTo>
                    <a:pt x="61240" y="6843"/>
                    <a:pt x="51102" y="64"/>
                    <a:pt x="38020" y="64"/>
                  </a:cubicBezTo>
                  <a:cubicBezTo>
                    <a:pt x="82" y="64"/>
                    <a:pt x="82" y="46330"/>
                    <a:pt x="82" y="58531"/>
                  </a:cubicBezTo>
                  <a:cubicBezTo>
                    <a:pt x="82" y="70733"/>
                    <a:pt x="82" y="115982"/>
                    <a:pt x="38020" y="115982"/>
                  </a:cubicBezTo>
                  <a:cubicBezTo>
                    <a:pt x="75958" y="115982"/>
                    <a:pt x="75958" y="70733"/>
                    <a:pt x="75958" y="58531"/>
                  </a:cubicBezTo>
                  <a:close/>
                  <a:moveTo>
                    <a:pt x="38020" y="111237"/>
                  </a:moveTo>
                  <a:cubicBezTo>
                    <a:pt x="30498" y="111237"/>
                    <a:pt x="20523" y="106661"/>
                    <a:pt x="17252" y="92764"/>
                  </a:cubicBezTo>
                  <a:cubicBezTo>
                    <a:pt x="14963" y="82766"/>
                    <a:pt x="14963" y="68869"/>
                    <a:pt x="14963" y="56328"/>
                  </a:cubicBezTo>
                  <a:cubicBezTo>
                    <a:pt x="14963" y="43957"/>
                    <a:pt x="14963" y="31077"/>
                    <a:pt x="17416" y="21756"/>
                  </a:cubicBezTo>
                  <a:cubicBezTo>
                    <a:pt x="20850" y="8368"/>
                    <a:pt x="31315" y="4809"/>
                    <a:pt x="38020" y="4809"/>
                  </a:cubicBezTo>
                  <a:cubicBezTo>
                    <a:pt x="46850" y="4809"/>
                    <a:pt x="55354" y="10402"/>
                    <a:pt x="58297" y="20231"/>
                  </a:cubicBezTo>
                  <a:cubicBezTo>
                    <a:pt x="60913" y="29383"/>
                    <a:pt x="61077" y="41584"/>
                    <a:pt x="61077" y="56328"/>
                  </a:cubicBezTo>
                  <a:cubicBezTo>
                    <a:pt x="61077" y="68869"/>
                    <a:pt x="61077" y="81410"/>
                    <a:pt x="58951" y="92087"/>
                  </a:cubicBezTo>
                  <a:cubicBezTo>
                    <a:pt x="55681" y="107508"/>
                    <a:pt x="44561" y="111237"/>
                    <a:pt x="38020" y="111237"/>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1" name="Freeform: Shape 380">
              <a:extLst>
                <a:ext uri="{FF2B5EF4-FFF2-40B4-BE49-F238E27FC236}">
                  <a16:creationId xmlns:a16="http://schemas.microsoft.com/office/drawing/2014/main" id="{98CBEE9C-0C7E-8BFB-FE96-66D48F483745}"/>
                </a:ext>
              </a:extLst>
            </p:cNvPr>
            <p:cNvSpPr/>
            <p:nvPr>
              <p:custDataLst>
                <p:tags r:id="rId16"/>
              </p:custDataLst>
            </p:nvPr>
          </p:nvSpPr>
          <p:spPr>
            <a:xfrm>
              <a:off x="11756382" y="5425893"/>
              <a:ext cx="155348" cy="56651"/>
            </a:xfrm>
            <a:custGeom>
              <a:avLst/>
              <a:gdLst>
                <a:gd name="connsiteX0" fmla="*/ 147495 w 155348"/>
                <a:gd name="connsiteY0" fmla="*/ 9747 h 56651"/>
                <a:gd name="connsiteX1" fmla="*/ 155438 w 155348"/>
                <a:gd name="connsiteY1" fmla="*/ 4905 h 56651"/>
                <a:gd name="connsiteX2" fmla="*/ 147729 w 155348"/>
                <a:gd name="connsiteY2" fmla="*/ 63 h 56651"/>
                <a:gd name="connsiteX3" fmla="*/ 7799 w 155348"/>
                <a:gd name="connsiteY3" fmla="*/ 63 h 56651"/>
                <a:gd name="connsiteX4" fmla="*/ 90 w 155348"/>
                <a:gd name="connsiteY4" fmla="*/ 4905 h 56651"/>
                <a:gd name="connsiteX5" fmla="*/ 8032 w 155348"/>
                <a:gd name="connsiteY5" fmla="*/ 9747 h 56651"/>
                <a:gd name="connsiteX6" fmla="*/ 147495 w 155348"/>
                <a:gd name="connsiteY6" fmla="*/ 9747 h 56651"/>
                <a:gd name="connsiteX7" fmla="*/ 147729 w 155348"/>
                <a:gd name="connsiteY7" fmla="*/ 56714 h 56651"/>
                <a:gd name="connsiteX8" fmla="*/ 155438 w 155348"/>
                <a:gd name="connsiteY8" fmla="*/ 51872 h 56651"/>
                <a:gd name="connsiteX9" fmla="*/ 147495 w 155348"/>
                <a:gd name="connsiteY9" fmla="*/ 47030 h 56651"/>
                <a:gd name="connsiteX10" fmla="*/ 8032 w 155348"/>
                <a:gd name="connsiteY10" fmla="*/ 47030 h 56651"/>
                <a:gd name="connsiteX11" fmla="*/ 90 w 155348"/>
                <a:gd name="connsiteY11" fmla="*/ 51872 h 56651"/>
                <a:gd name="connsiteX12" fmla="*/ 7799 w 155348"/>
                <a:gd name="connsiteY12" fmla="*/ 56714 h 56651"/>
                <a:gd name="connsiteX13" fmla="*/ 147729 w 155348"/>
                <a:gd name="connsiteY13" fmla="*/ 56714 h 5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348" h="56651">
                  <a:moveTo>
                    <a:pt x="147495" y="9747"/>
                  </a:moveTo>
                  <a:cubicBezTo>
                    <a:pt x="150999" y="9747"/>
                    <a:pt x="155438" y="9747"/>
                    <a:pt x="155438" y="4905"/>
                  </a:cubicBezTo>
                  <a:cubicBezTo>
                    <a:pt x="155438" y="63"/>
                    <a:pt x="150999" y="63"/>
                    <a:pt x="147729" y="63"/>
                  </a:cubicBezTo>
                  <a:lnTo>
                    <a:pt x="7799" y="63"/>
                  </a:lnTo>
                  <a:cubicBezTo>
                    <a:pt x="4528" y="63"/>
                    <a:pt x="90" y="63"/>
                    <a:pt x="90" y="4905"/>
                  </a:cubicBezTo>
                  <a:cubicBezTo>
                    <a:pt x="90" y="9747"/>
                    <a:pt x="4528" y="9747"/>
                    <a:pt x="8032" y="9747"/>
                  </a:cubicBezTo>
                  <a:lnTo>
                    <a:pt x="147495" y="9747"/>
                  </a:lnTo>
                  <a:close/>
                  <a:moveTo>
                    <a:pt x="147729" y="56714"/>
                  </a:moveTo>
                  <a:cubicBezTo>
                    <a:pt x="150999" y="56714"/>
                    <a:pt x="155438" y="56714"/>
                    <a:pt x="155438" y="51872"/>
                  </a:cubicBezTo>
                  <a:cubicBezTo>
                    <a:pt x="155438" y="47030"/>
                    <a:pt x="150999" y="47030"/>
                    <a:pt x="147495" y="47030"/>
                  </a:cubicBezTo>
                  <a:lnTo>
                    <a:pt x="8032" y="47030"/>
                  </a:lnTo>
                  <a:cubicBezTo>
                    <a:pt x="4528" y="47030"/>
                    <a:pt x="90" y="47030"/>
                    <a:pt x="90" y="51872"/>
                  </a:cubicBezTo>
                  <a:cubicBezTo>
                    <a:pt x="90" y="56714"/>
                    <a:pt x="4528" y="56714"/>
                    <a:pt x="7799" y="56714"/>
                  </a:cubicBezTo>
                  <a:lnTo>
                    <a:pt x="147729" y="5671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2" name="Freeform: Shape 381">
              <a:extLst>
                <a:ext uri="{FF2B5EF4-FFF2-40B4-BE49-F238E27FC236}">
                  <a16:creationId xmlns:a16="http://schemas.microsoft.com/office/drawing/2014/main" id="{2D87EB8A-37A1-E746-8A75-2656EBAF6471}"/>
                </a:ext>
              </a:extLst>
            </p:cNvPr>
            <p:cNvSpPr/>
            <p:nvPr>
              <p:custDataLst>
                <p:tags r:id="rId17"/>
              </p:custDataLst>
            </p:nvPr>
          </p:nvSpPr>
          <p:spPr>
            <a:xfrm>
              <a:off x="12022037" y="5371904"/>
              <a:ext cx="84331" cy="7505"/>
            </a:xfrm>
            <a:custGeom>
              <a:avLst/>
              <a:gdLst>
                <a:gd name="connsiteX0" fmla="*/ 84433 w 84331"/>
                <a:gd name="connsiteY0" fmla="*/ 7568 h 7505"/>
                <a:gd name="connsiteX1" fmla="*/ 84433 w 84331"/>
                <a:gd name="connsiteY1" fmla="*/ 63 h 7505"/>
                <a:gd name="connsiteX2" fmla="*/ 101 w 84331"/>
                <a:gd name="connsiteY2" fmla="*/ 63 h 7505"/>
                <a:gd name="connsiteX3" fmla="*/ 101 w 84331"/>
                <a:gd name="connsiteY3" fmla="*/ 7568 h 7505"/>
                <a:gd name="connsiteX4" fmla="*/ 84433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33" y="7568"/>
                  </a:moveTo>
                  <a:lnTo>
                    <a:pt x="84433" y="63"/>
                  </a:lnTo>
                  <a:lnTo>
                    <a:pt x="101" y="63"/>
                  </a:lnTo>
                  <a:lnTo>
                    <a:pt x="101" y="7568"/>
                  </a:lnTo>
                  <a:lnTo>
                    <a:pt x="84433"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3" name="Freeform: Shape 382">
              <a:extLst>
                <a:ext uri="{FF2B5EF4-FFF2-40B4-BE49-F238E27FC236}">
                  <a16:creationId xmlns:a16="http://schemas.microsoft.com/office/drawing/2014/main" id="{DE5EFEE1-6E58-7728-8EC1-DD311C6AA802}"/>
                </a:ext>
              </a:extLst>
            </p:cNvPr>
            <p:cNvSpPr/>
            <p:nvPr>
              <p:custDataLst>
                <p:tags r:id="rId18"/>
              </p:custDataLst>
            </p:nvPr>
          </p:nvSpPr>
          <p:spPr>
            <a:xfrm>
              <a:off x="11996658" y="5407735"/>
              <a:ext cx="107692" cy="156638"/>
            </a:xfrm>
            <a:custGeom>
              <a:avLst/>
              <a:gdLst>
                <a:gd name="connsiteX0" fmla="*/ 106858 w 107692"/>
                <a:gd name="connsiteY0" fmla="*/ 14831 h 156638"/>
                <a:gd name="connsiteX1" fmla="*/ 107793 w 107692"/>
                <a:gd name="connsiteY1" fmla="*/ 9263 h 156638"/>
                <a:gd name="connsiteX2" fmla="*/ 101018 w 107692"/>
                <a:gd name="connsiteY2" fmla="*/ 2726 h 156638"/>
                <a:gd name="connsiteX3" fmla="*/ 92842 w 107692"/>
                <a:gd name="connsiteY3" fmla="*/ 7810 h 156638"/>
                <a:gd name="connsiteX4" fmla="*/ 89571 w 107692"/>
                <a:gd name="connsiteY4" fmla="*/ 20883 h 156638"/>
                <a:gd name="connsiteX5" fmla="*/ 84899 w 107692"/>
                <a:gd name="connsiteY5" fmla="*/ 40251 h 156638"/>
                <a:gd name="connsiteX6" fmla="*/ 74387 w 107692"/>
                <a:gd name="connsiteY6" fmla="*/ 83829 h 156638"/>
                <a:gd name="connsiteX7" fmla="*/ 47989 w 107692"/>
                <a:gd name="connsiteY7" fmla="*/ 104408 h 156638"/>
                <a:gd name="connsiteX8" fmla="*/ 33506 w 107692"/>
                <a:gd name="connsiteY8" fmla="*/ 84798 h 156638"/>
                <a:gd name="connsiteX9" fmla="*/ 45420 w 107692"/>
                <a:gd name="connsiteY9" fmla="*/ 37346 h 156638"/>
                <a:gd name="connsiteX10" fmla="*/ 50092 w 107692"/>
                <a:gd name="connsiteY10" fmla="*/ 19915 h 156638"/>
                <a:gd name="connsiteX11" fmla="*/ 30936 w 107692"/>
                <a:gd name="connsiteY11" fmla="*/ 63 h 156638"/>
                <a:gd name="connsiteX12" fmla="*/ 100 w 107692"/>
                <a:gd name="connsiteY12" fmla="*/ 37346 h 156638"/>
                <a:gd name="connsiteX13" fmla="*/ 2903 w 107692"/>
                <a:gd name="connsiteY13" fmla="*/ 39767 h 156638"/>
                <a:gd name="connsiteX14" fmla="*/ 6641 w 107692"/>
                <a:gd name="connsiteY14" fmla="*/ 35409 h 156638"/>
                <a:gd name="connsiteX15" fmla="*/ 30235 w 107692"/>
                <a:gd name="connsiteY15" fmla="*/ 5389 h 156638"/>
                <a:gd name="connsiteX16" fmla="*/ 36075 w 107692"/>
                <a:gd name="connsiteY16" fmla="*/ 13136 h 156638"/>
                <a:gd name="connsiteX17" fmla="*/ 32104 w 107692"/>
                <a:gd name="connsiteY17" fmla="*/ 30083 h 156638"/>
                <a:gd name="connsiteX18" fmla="*/ 18555 w 107692"/>
                <a:gd name="connsiteY18" fmla="*/ 80924 h 156638"/>
                <a:gd name="connsiteX19" fmla="*/ 47055 w 107692"/>
                <a:gd name="connsiteY19" fmla="*/ 109734 h 156638"/>
                <a:gd name="connsiteX20" fmla="*/ 70649 w 107692"/>
                <a:gd name="connsiteY20" fmla="*/ 98840 h 156638"/>
                <a:gd name="connsiteX21" fmla="*/ 55465 w 107692"/>
                <a:gd name="connsiteY21" fmla="*/ 136123 h 156638"/>
                <a:gd name="connsiteX22" fmla="*/ 29768 w 107692"/>
                <a:gd name="connsiteY22" fmla="*/ 151375 h 156638"/>
                <a:gd name="connsiteX23" fmla="*/ 12014 w 107692"/>
                <a:gd name="connsiteY23" fmla="*/ 141207 h 156638"/>
                <a:gd name="connsiteX24" fmla="*/ 22059 w 107692"/>
                <a:gd name="connsiteY24" fmla="*/ 138302 h 156638"/>
                <a:gd name="connsiteX25" fmla="*/ 26731 w 107692"/>
                <a:gd name="connsiteY25" fmla="*/ 128376 h 156638"/>
                <a:gd name="connsiteX26" fmla="*/ 18088 w 107692"/>
                <a:gd name="connsiteY26" fmla="*/ 119902 h 156638"/>
                <a:gd name="connsiteX27" fmla="*/ 5006 w 107692"/>
                <a:gd name="connsiteY27" fmla="*/ 135639 h 156638"/>
                <a:gd name="connsiteX28" fmla="*/ 29768 w 107692"/>
                <a:gd name="connsiteY28" fmla="*/ 156702 h 156638"/>
                <a:gd name="connsiteX29" fmla="*/ 84432 w 107692"/>
                <a:gd name="connsiteY29" fmla="*/ 107313 h 156638"/>
                <a:gd name="connsiteX30" fmla="*/ 106858 w 107692"/>
                <a:gd name="connsiteY30" fmla="*/ 14831 h 15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7692" h="156638">
                  <a:moveTo>
                    <a:pt x="106858" y="14831"/>
                  </a:moveTo>
                  <a:cubicBezTo>
                    <a:pt x="107793" y="11441"/>
                    <a:pt x="107793" y="10957"/>
                    <a:pt x="107793" y="9263"/>
                  </a:cubicBezTo>
                  <a:cubicBezTo>
                    <a:pt x="107793" y="4905"/>
                    <a:pt x="104522" y="2726"/>
                    <a:pt x="101018" y="2726"/>
                  </a:cubicBezTo>
                  <a:cubicBezTo>
                    <a:pt x="98682" y="2726"/>
                    <a:pt x="94944" y="4178"/>
                    <a:pt x="92842" y="7810"/>
                  </a:cubicBezTo>
                  <a:cubicBezTo>
                    <a:pt x="92374" y="9020"/>
                    <a:pt x="90506" y="16526"/>
                    <a:pt x="89571" y="20883"/>
                  </a:cubicBezTo>
                  <a:cubicBezTo>
                    <a:pt x="87936" y="27178"/>
                    <a:pt x="86301" y="33715"/>
                    <a:pt x="84899" y="40251"/>
                  </a:cubicBezTo>
                  <a:lnTo>
                    <a:pt x="74387" y="83829"/>
                  </a:lnTo>
                  <a:cubicBezTo>
                    <a:pt x="73452" y="87461"/>
                    <a:pt x="63407" y="104408"/>
                    <a:pt x="47989" y="104408"/>
                  </a:cubicBezTo>
                  <a:cubicBezTo>
                    <a:pt x="36075" y="104408"/>
                    <a:pt x="33506" y="93756"/>
                    <a:pt x="33506" y="84798"/>
                  </a:cubicBezTo>
                  <a:cubicBezTo>
                    <a:pt x="33506" y="73661"/>
                    <a:pt x="37477" y="58651"/>
                    <a:pt x="45420" y="37346"/>
                  </a:cubicBezTo>
                  <a:cubicBezTo>
                    <a:pt x="49157" y="27420"/>
                    <a:pt x="50092" y="24757"/>
                    <a:pt x="50092" y="19915"/>
                  </a:cubicBezTo>
                  <a:cubicBezTo>
                    <a:pt x="50092" y="9020"/>
                    <a:pt x="42616" y="63"/>
                    <a:pt x="30936" y="63"/>
                  </a:cubicBezTo>
                  <a:cubicBezTo>
                    <a:pt x="8744" y="63"/>
                    <a:pt x="100" y="35167"/>
                    <a:pt x="100" y="37346"/>
                  </a:cubicBezTo>
                  <a:cubicBezTo>
                    <a:pt x="100" y="39767"/>
                    <a:pt x="2436" y="39767"/>
                    <a:pt x="2903" y="39767"/>
                  </a:cubicBezTo>
                  <a:cubicBezTo>
                    <a:pt x="5239" y="39767"/>
                    <a:pt x="5473" y="39283"/>
                    <a:pt x="6641" y="35409"/>
                  </a:cubicBezTo>
                  <a:cubicBezTo>
                    <a:pt x="12948" y="12652"/>
                    <a:pt x="22293" y="5389"/>
                    <a:pt x="30235" y="5389"/>
                  </a:cubicBezTo>
                  <a:cubicBezTo>
                    <a:pt x="32104" y="5389"/>
                    <a:pt x="36075" y="5389"/>
                    <a:pt x="36075" y="13136"/>
                  </a:cubicBezTo>
                  <a:cubicBezTo>
                    <a:pt x="36075" y="19189"/>
                    <a:pt x="33739" y="25483"/>
                    <a:pt x="32104" y="30083"/>
                  </a:cubicBezTo>
                  <a:cubicBezTo>
                    <a:pt x="22760" y="55746"/>
                    <a:pt x="18555" y="69546"/>
                    <a:pt x="18555" y="80924"/>
                  </a:cubicBezTo>
                  <a:cubicBezTo>
                    <a:pt x="18555" y="102471"/>
                    <a:pt x="33272" y="109734"/>
                    <a:pt x="47055" y="109734"/>
                  </a:cubicBezTo>
                  <a:cubicBezTo>
                    <a:pt x="56166" y="109734"/>
                    <a:pt x="64108" y="105619"/>
                    <a:pt x="70649" y="98840"/>
                  </a:cubicBezTo>
                  <a:cubicBezTo>
                    <a:pt x="67612" y="111429"/>
                    <a:pt x="64809" y="123292"/>
                    <a:pt x="55465" y="136123"/>
                  </a:cubicBezTo>
                  <a:cubicBezTo>
                    <a:pt x="49391" y="144355"/>
                    <a:pt x="40514" y="151375"/>
                    <a:pt x="29768" y="151375"/>
                  </a:cubicBezTo>
                  <a:cubicBezTo>
                    <a:pt x="26498" y="151375"/>
                    <a:pt x="15985" y="150649"/>
                    <a:pt x="12014" y="141207"/>
                  </a:cubicBezTo>
                  <a:cubicBezTo>
                    <a:pt x="15752" y="141207"/>
                    <a:pt x="18789" y="141207"/>
                    <a:pt x="22059" y="138302"/>
                  </a:cubicBezTo>
                  <a:cubicBezTo>
                    <a:pt x="24395" y="136123"/>
                    <a:pt x="26731" y="132976"/>
                    <a:pt x="26731" y="128376"/>
                  </a:cubicBezTo>
                  <a:cubicBezTo>
                    <a:pt x="26731" y="120871"/>
                    <a:pt x="20424" y="119902"/>
                    <a:pt x="18088" y="119902"/>
                  </a:cubicBezTo>
                  <a:cubicBezTo>
                    <a:pt x="12715" y="119902"/>
                    <a:pt x="5006" y="123776"/>
                    <a:pt x="5006" y="135639"/>
                  </a:cubicBezTo>
                  <a:cubicBezTo>
                    <a:pt x="5006" y="147744"/>
                    <a:pt x="15284" y="156702"/>
                    <a:pt x="29768" y="156702"/>
                  </a:cubicBezTo>
                  <a:cubicBezTo>
                    <a:pt x="53829" y="156702"/>
                    <a:pt x="77891" y="134671"/>
                    <a:pt x="84432" y="107313"/>
                  </a:cubicBezTo>
                  <a:lnTo>
                    <a:pt x="106858" y="14831"/>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4" name="Freeform: Shape 383">
              <a:extLst>
                <a:ext uri="{FF2B5EF4-FFF2-40B4-BE49-F238E27FC236}">
                  <a16:creationId xmlns:a16="http://schemas.microsoft.com/office/drawing/2014/main" id="{D385055D-4933-3B54-88BE-E0C08E200E3D}"/>
                </a:ext>
              </a:extLst>
            </p:cNvPr>
            <p:cNvSpPr/>
            <p:nvPr>
              <p:custDataLst>
                <p:tags r:id="rId19"/>
              </p:custDataLst>
            </p:nvPr>
          </p:nvSpPr>
          <p:spPr>
            <a:xfrm>
              <a:off x="12184098" y="5449376"/>
              <a:ext cx="142733" cy="9684"/>
            </a:xfrm>
            <a:custGeom>
              <a:avLst/>
              <a:gdLst>
                <a:gd name="connsiteX0" fmla="*/ 134665 w 142733"/>
                <a:gd name="connsiteY0" fmla="*/ 9747 h 9684"/>
                <a:gd name="connsiteX1" fmla="*/ 142841 w 142733"/>
                <a:gd name="connsiteY1" fmla="*/ 4905 h 9684"/>
                <a:gd name="connsiteX2" fmla="*/ 134665 w 142733"/>
                <a:gd name="connsiteY2" fmla="*/ 63 h 9684"/>
                <a:gd name="connsiteX3" fmla="*/ 8284 w 142733"/>
                <a:gd name="connsiteY3" fmla="*/ 63 h 9684"/>
                <a:gd name="connsiteX4" fmla="*/ 108 w 142733"/>
                <a:gd name="connsiteY4" fmla="*/ 4905 h 9684"/>
                <a:gd name="connsiteX5" fmla="*/ 8284 w 142733"/>
                <a:gd name="connsiteY5" fmla="*/ 9747 h 9684"/>
                <a:gd name="connsiteX6" fmla="*/ 134665 w 142733"/>
                <a:gd name="connsiteY6" fmla="*/ 9747 h 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33" h="9684">
                  <a:moveTo>
                    <a:pt x="134665" y="9747"/>
                  </a:moveTo>
                  <a:cubicBezTo>
                    <a:pt x="138636" y="9747"/>
                    <a:pt x="142841" y="9747"/>
                    <a:pt x="142841" y="4905"/>
                  </a:cubicBezTo>
                  <a:cubicBezTo>
                    <a:pt x="142841" y="63"/>
                    <a:pt x="138636" y="63"/>
                    <a:pt x="134665" y="63"/>
                  </a:cubicBezTo>
                  <a:lnTo>
                    <a:pt x="8284" y="63"/>
                  </a:lnTo>
                  <a:cubicBezTo>
                    <a:pt x="4312" y="63"/>
                    <a:pt x="108" y="63"/>
                    <a:pt x="108" y="4905"/>
                  </a:cubicBezTo>
                  <a:cubicBezTo>
                    <a:pt x="108" y="9747"/>
                    <a:pt x="4312" y="9747"/>
                    <a:pt x="8284" y="9747"/>
                  </a:cubicBezTo>
                  <a:lnTo>
                    <a:pt x="134665" y="974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5" name="Freeform: Shape 384">
              <a:extLst>
                <a:ext uri="{FF2B5EF4-FFF2-40B4-BE49-F238E27FC236}">
                  <a16:creationId xmlns:a16="http://schemas.microsoft.com/office/drawing/2014/main" id="{667F0933-3FC8-A020-5C5B-E858A1A21C8D}"/>
                </a:ext>
              </a:extLst>
            </p:cNvPr>
            <p:cNvSpPr/>
            <p:nvPr>
              <p:custDataLst>
                <p:tags r:id="rId20"/>
              </p:custDataLst>
            </p:nvPr>
          </p:nvSpPr>
          <p:spPr>
            <a:xfrm>
              <a:off x="12485477" y="5282838"/>
              <a:ext cx="62372" cy="37283"/>
            </a:xfrm>
            <a:custGeom>
              <a:avLst/>
              <a:gdLst>
                <a:gd name="connsiteX0" fmla="*/ 31423 w 62372"/>
                <a:gd name="connsiteY0" fmla="*/ 60 h 37283"/>
                <a:gd name="connsiteX1" fmla="*/ 120 w 62372"/>
                <a:gd name="connsiteY1" fmla="*/ 32986 h 37283"/>
                <a:gd name="connsiteX2" fmla="*/ 4325 w 62372"/>
                <a:gd name="connsiteY2" fmla="*/ 37344 h 37283"/>
                <a:gd name="connsiteX3" fmla="*/ 31423 w 62372"/>
                <a:gd name="connsiteY3" fmla="*/ 12649 h 37283"/>
                <a:gd name="connsiteX4" fmla="*/ 58288 w 62372"/>
                <a:gd name="connsiteY4" fmla="*/ 37344 h 37283"/>
                <a:gd name="connsiteX5" fmla="*/ 62493 w 62372"/>
                <a:gd name="connsiteY5" fmla="*/ 32986 h 37283"/>
                <a:gd name="connsiteX6" fmla="*/ 31423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423" y="60"/>
                  </a:moveTo>
                  <a:lnTo>
                    <a:pt x="120" y="32986"/>
                  </a:lnTo>
                  <a:lnTo>
                    <a:pt x="4325" y="37344"/>
                  </a:lnTo>
                  <a:lnTo>
                    <a:pt x="31423" y="12649"/>
                  </a:lnTo>
                  <a:lnTo>
                    <a:pt x="58288" y="37344"/>
                  </a:lnTo>
                  <a:lnTo>
                    <a:pt x="62493" y="32986"/>
                  </a:lnTo>
                  <a:lnTo>
                    <a:pt x="31423"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6" name="Freeform: Shape 385">
              <a:extLst>
                <a:ext uri="{FF2B5EF4-FFF2-40B4-BE49-F238E27FC236}">
                  <a16:creationId xmlns:a16="http://schemas.microsoft.com/office/drawing/2014/main" id="{A5B22937-1315-C1AB-DEAE-5BE21B76C118}"/>
                </a:ext>
              </a:extLst>
            </p:cNvPr>
            <p:cNvSpPr/>
            <p:nvPr>
              <p:custDataLst>
                <p:tags r:id="rId21"/>
              </p:custDataLst>
            </p:nvPr>
          </p:nvSpPr>
          <p:spPr>
            <a:xfrm>
              <a:off x="12405293" y="5343821"/>
              <a:ext cx="127344" cy="217890"/>
            </a:xfrm>
            <a:custGeom>
              <a:avLst/>
              <a:gdLst>
                <a:gd name="connsiteX0" fmla="*/ 127462 w 127344"/>
                <a:gd name="connsiteY0" fmla="*/ 33231 h 217890"/>
                <a:gd name="connsiteX1" fmla="*/ 95692 w 127344"/>
                <a:gd name="connsiteY1" fmla="*/ 63 h 217890"/>
                <a:gd name="connsiteX2" fmla="*/ 67426 w 127344"/>
                <a:gd name="connsiteY2" fmla="*/ 10231 h 217890"/>
                <a:gd name="connsiteX3" fmla="*/ 37291 w 127344"/>
                <a:gd name="connsiteY3" fmla="*/ 61798 h 217890"/>
                <a:gd name="connsiteX4" fmla="*/ 147 w 127344"/>
                <a:gd name="connsiteY4" fmla="*/ 215532 h 217890"/>
                <a:gd name="connsiteX5" fmla="*/ 2950 w 127344"/>
                <a:gd name="connsiteY5" fmla="*/ 217953 h 217890"/>
                <a:gd name="connsiteX6" fmla="*/ 5754 w 127344"/>
                <a:gd name="connsiteY6" fmla="*/ 216743 h 217890"/>
                <a:gd name="connsiteX7" fmla="*/ 22106 w 127344"/>
                <a:gd name="connsiteY7" fmla="*/ 149923 h 217890"/>
                <a:gd name="connsiteX8" fmla="*/ 53877 w 127344"/>
                <a:gd name="connsiteY8" fmla="*/ 173407 h 217890"/>
                <a:gd name="connsiteX9" fmla="*/ 98963 w 127344"/>
                <a:gd name="connsiteY9" fmla="*/ 154281 h 217890"/>
                <a:gd name="connsiteX10" fmla="*/ 117651 w 127344"/>
                <a:gd name="connsiteY10" fmla="*/ 109734 h 217890"/>
                <a:gd name="connsiteX11" fmla="*/ 100598 w 127344"/>
                <a:gd name="connsiteY11" fmla="*/ 73661 h 217890"/>
                <a:gd name="connsiteX12" fmla="*/ 127462 w 127344"/>
                <a:gd name="connsiteY12" fmla="*/ 33231 h 217890"/>
                <a:gd name="connsiteX13" fmla="*/ 85413 w 127344"/>
                <a:gd name="connsiteY13" fmla="*/ 73419 h 217890"/>
                <a:gd name="connsiteX14" fmla="*/ 74200 w 127344"/>
                <a:gd name="connsiteY14" fmla="*/ 75114 h 217890"/>
                <a:gd name="connsiteX15" fmla="*/ 63922 w 127344"/>
                <a:gd name="connsiteY15" fmla="*/ 74145 h 217890"/>
                <a:gd name="connsiteX16" fmla="*/ 75368 w 127344"/>
                <a:gd name="connsiteY16" fmla="*/ 72209 h 217890"/>
                <a:gd name="connsiteX17" fmla="*/ 85413 w 127344"/>
                <a:gd name="connsiteY17" fmla="*/ 73419 h 217890"/>
                <a:gd name="connsiteX18" fmla="*/ 114381 w 127344"/>
                <a:gd name="connsiteY18" fmla="*/ 27662 h 217890"/>
                <a:gd name="connsiteX19" fmla="*/ 93356 w 127344"/>
                <a:gd name="connsiteY19" fmla="*/ 69546 h 217890"/>
                <a:gd name="connsiteX20" fmla="*/ 75368 w 127344"/>
                <a:gd name="connsiteY20" fmla="*/ 66640 h 217890"/>
                <a:gd name="connsiteX21" fmla="*/ 57381 w 127344"/>
                <a:gd name="connsiteY21" fmla="*/ 74388 h 217890"/>
                <a:gd name="connsiteX22" fmla="*/ 73499 w 127344"/>
                <a:gd name="connsiteY22" fmla="*/ 80440 h 217890"/>
                <a:gd name="connsiteX23" fmla="*/ 92655 w 127344"/>
                <a:gd name="connsiteY23" fmla="*/ 77293 h 217890"/>
                <a:gd name="connsiteX24" fmla="*/ 102934 w 127344"/>
                <a:gd name="connsiteY24" fmla="*/ 104650 h 217890"/>
                <a:gd name="connsiteX25" fmla="*/ 91254 w 127344"/>
                <a:gd name="connsiteY25" fmla="*/ 146291 h 217890"/>
                <a:gd name="connsiteX26" fmla="*/ 53176 w 127344"/>
                <a:gd name="connsiteY26" fmla="*/ 168080 h 217890"/>
                <a:gd name="connsiteX27" fmla="*/ 26545 w 127344"/>
                <a:gd name="connsiteY27" fmla="*/ 136849 h 217890"/>
                <a:gd name="connsiteX28" fmla="*/ 27713 w 127344"/>
                <a:gd name="connsiteY28" fmla="*/ 126197 h 217890"/>
                <a:gd name="connsiteX29" fmla="*/ 42663 w 127344"/>
                <a:gd name="connsiteY29" fmla="*/ 64946 h 217890"/>
                <a:gd name="connsiteX30" fmla="*/ 92655 w 127344"/>
                <a:gd name="connsiteY30" fmla="*/ 5631 h 217890"/>
                <a:gd name="connsiteX31" fmla="*/ 114381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62" y="33231"/>
                  </a:moveTo>
                  <a:cubicBezTo>
                    <a:pt x="127462" y="15073"/>
                    <a:pt x="114614" y="63"/>
                    <a:pt x="95692" y="63"/>
                  </a:cubicBezTo>
                  <a:cubicBezTo>
                    <a:pt x="82143" y="63"/>
                    <a:pt x="75602" y="3936"/>
                    <a:pt x="67426" y="10231"/>
                  </a:cubicBezTo>
                  <a:cubicBezTo>
                    <a:pt x="54577" y="19915"/>
                    <a:pt x="41729" y="43399"/>
                    <a:pt x="37291" y="61798"/>
                  </a:cubicBezTo>
                  <a:lnTo>
                    <a:pt x="147" y="215532"/>
                  </a:lnTo>
                  <a:cubicBezTo>
                    <a:pt x="-86" y="216500"/>
                    <a:pt x="1082" y="217953"/>
                    <a:pt x="2950" y="217953"/>
                  </a:cubicBezTo>
                  <a:cubicBezTo>
                    <a:pt x="4819" y="217953"/>
                    <a:pt x="5520" y="217469"/>
                    <a:pt x="5754" y="216743"/>
                  </a:cubicBezTo>
                  <a:lnTo>
                    <a:pt x="22106" y="149923"/>
                  </a:lnTo>
                  <a:cubicBezTo>
                    <a:pt x="26545" y="164449"/>
                    <a:pt x="36823" y="173407"/>
                    <a:pt x="53877" y="173407"/>
                  </a:cubicBezTo>
                  <a:cubicBezTo>
                    <a:pt x="70930" y="173407"/>
                    <a:pt x="88450" y="164933"/>
                    <a:pt x="98963" y="154281"/>
                  </a:cubicBezTo>
                  <a:cubicBezTo>
                    <a:pt x="110176" y="143144"/>
                    <a:pt x="117651" y="127650"/>
                    <a:pt x="117651" y="109734"/>
                  </a:cubicBezTo>
                  <a:cubicBezTo>
                    <a:pt x="117651" y="92303"/>
                    <a:pt x="109008" y="79714"/>
                    <a:pt x="100598" y="73661"/>
                  </a:cubicBezTo>
                  <a:cubicBezTo>
                    <a:pt x="114147" y="65672"/>
                    <a:pt x="127462" y="50662"/>
                    <a:pt x="127462" y="33231"/>
                  </a:cubicBezTo>
                  <a:close/>
                  <a:moveTo>
                    <a:pt x="85413" y="73419"/>
                  </a:moveTo>
                  <a:cubicBezTo>
                    <a:pt x="82376" y="74630"/>
                    <a:pt x="79807" y="75114"/>
                    <a:pt x="74200" y="75114"/>
                  </a:cubicBezTo>
                  <a:cubicBezTo>
                    <a:pt x="70930" y="75114"/>
                    <a:pt x="66258" y="75356"/>
                    <a:pt x="63922" y="74145"/>
                  </a:cubicBezTo>
                  <a:cubicBezTo>
                    <a:pt x="64389" y="71724"/>
                    <a:pt x="72799" y="72209"/>
                    <a:pt x="75368" y="72209"/>
                  </a:cubicBezTo>
                  <a:cubicBezTo>
                    <a:pt x="80274" y="72209"/>
                    <a:pt x="82376" y="72209"/>
                    <a:pt x="85413" y="73419"/>
                  </a:cubicBezTo>
                  <a:close/>
                  <a:moveTo>
                    <a:pt x="114381" y="27662"/>
                  </a:moveTo>
                  <a:cubicBezTo>
                    <a:pt x="114381" y="44609"/>
                    <a:pt x="105503" y="62040"/>
                    <a:pt x="93356" y="69546"/>
                  </a:cubicBezTo>
                  <a:cubicBezTo>
                    <a:pt x="87049" y="67125"/>
                    <a:pt x="82376" y="66640"/>
                    <a:pt x="75368" y="66640"/>
                  </a:cubicBezTo>
                  <a:cubicBezTo>
                    <a:pt x="70463" y="66640"/>
                    <a:pt x="57381" y="66398"/>
                    <a:pt x="57381" y="74388"/>
                  </a:cubicBezTo>
                  <a:cubicBezTo>
                    <a:pt x="57147" y="81166"/>
                    <a:pt x="69295" y="80440"/>
                    <a:pt x="73499" y="80440"/>
                  </a:cubicBezTo>
                  <a:cubicBezTo>
                    <a:pt x="82143" y="80440"/>
                    <a:pt x="85647" y="80198"/>
                    <a:pt x="92655" y="77293"/>
                  </a:cubicBezTo>
                  <a:cubicBezTo>
                    <a:pt x="101532" y="86008"/>
                    <a:pt x="102700" y="93513"/>
                    <a:pt x="102934" y="104650"/>
                  </a:cubicBezTo>
                  <a:cubicBezTo>
                    <a:pt x="103401" y="118692"/>
                    <a:pt x="97794" y="136849"/>
                    <a:pt x="91254" y="146291"/>
                  </a:cubicBezTo>
                  <a:cubicBezTo>
                    <a:pt x="82143" y="159365"/>
                    <a:pt x="66491" y="168080"/>
                    <a:pt x="53176" y="168080"/>
                  </a:cubicBezTo>
                  <a:cubicBezTo>
                    <a:pt x="35422" y="168080"/>
                    <a:pt x="26545" y="154039"/>
                    <a:pt x="26545" y="136849"/>
                  </a:cubicBezTo>
                  <a:cubicBezTo>
                    <a:pt x="26545" y="134428"/>
                    <a:pt x="26545" y="130797"/>
                    <a:pt x="27713" y="126197"/>
                  </a:cubicBezTo>
                  <a:lnTo>
                    <a:pt x="42663" y="64946"/>
                  </a:lnTo>
                  <a:cubicBezTo>
                    <a:pt x="47803" y="44125"/>
                    <a:pt x="64622" y="5631"/>
                    <a:pt x="92655" y="5631"/>
                  </a:cubicBezTo>
                  <a:cubicBezTo>
                    <a:pt x="106204" y="5631"/>
                    <a:pt x="114381" y="13136"/>
                    <a:pt x="114381"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7" name="Freeform: Shape 386">
              <a:extLst>
                <a:ext uri="{FF2B5EF4-FFF2-40B4-BE49-F238E27FC236}">
                  <a16:creationId xmlns:a16="http://schemas.microsoft.com/office/drawing/2014/main" id="{692CC4DE-1B97-4D3E-179B-54938C5D135A}"/>
                </a:ext>
              </a:extLst>
            </p:cNvPr>
            <p:cNvSpPr/>
            <p:nvPr>
              <p:custDataLst>
                <p:tags r:id="rId22"/>
              </p:custDataLst>
            </p:nvPr>
          </p:nvSpPr>
          <p:spPr>
            <a:xfrm>
              <a:off x="12548272" y="5438530"/>
              <a:ext cx="59522" cy="112528"/>
            </a:xfrm>
            <a:custGeom>
              <a:avLst/>
              <a:gdLst>
                <a:gd name="connsiteX0" fmla="*/ 37080 w 59522"/>
                <a:gd name="connsiteY0" fmla="*/ 4809 h 112528"/>
                <a:gd name="connsiteX1" fmla="*/ 32174 w 59522"/>
                <a:gd name="connsiteY1" fmla="*/ 64 h 112528"/>
                <a:gd name="connsiteX2" fmla="*/ 123 w 59522"/>
                <a:gd name="connsiteY2" fmla="*/ 10910 h 112528"/>
                <a:gd name="connsiteX3" fmla="*/ 123 w 59522"/>
                <a:gd name="connsiteY3" fmla="*/ 17011 h 112528"/>
                <a:gd name="connsiteX4" fmla="*/ 23834 w 59522"/>
                <a:gd name="connsiteY4" fmla="*/ 12266 h 112528"/>
                <a:gd name="connsiteX5" fmla="*/ 23834 w 59522"/>
                <a:gd name="connsiteY5" fmla="*/ 98696 h 112528"/>
                <a:gd name="connsiteX6" fmla="*/ 7482 w 59522"/>
                <a:gd name="connsiteY6" fmla="*/ 106492 h 112528"/>
                <a:gd name="connsiteX7" fmla="*/ 1268 w 59522"/>
                <a:gd name="connsiteY7" fmla="*/ 106492 h 112528"/>
                <a:gd name="connsiteX8" fmla="*/ 1268 w 59522"/>
                <a:gd name="connsiteY8" fmla="*/ 112592 h 112528"/>
                <a:gd name="connsiteX9" fmla="*/ 30375 w 59522"/>
                <a:gd name="connsiteY9" fmla="*/ 111915 h 112528"/>
                <a:gd name="connsiteX10" fmla="*/ 59646 w 59522"/>
                <a:gd name="connsiteY10" fmla="*/ 112592 h 112528"/>
                <a:gd name="connsiteX11" fmla="*/ 59646 w 59522"/>
                <a:gd name="connsiteY11" fmla="*/ 106492 h 112528"/>
                <a:gd name="connsiteX12" fmla="*/ 53432 w 59522"/>
                <a:gd name="connsiteY12" fmla="*/ 106492 h 112528"/>
                <a:gd name="connsiteX13" fmla="*/ 37080 w 59522"/>
                <a:gd name="connsiteY13" fmla="*/ 98696 h 112528"/>
                <a:gd name="connsiteX14" fmla="*/ 37080 w 59522"/>
                <a:gd name="connsiteY14" fmla="*/ 4809 h 11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22" h="112528">
                  <a:moveTo>
                    <a:pt x="37080" y="4809"/>
                  </a:moveTo>
                  <a:cubicBezTo>
                    <a:pt x="37080" y="234"/>
                    <a:pt x="36753" y="64"/>
                    <a:pt x="32174" y="64"/>
                  </a:cubicBezTo>
                  <a:cubicBezTo>
                    <a:pt x="21708" y="10741"/>
                    <a:pt x="6828" y="10910"/>
                    <a:pt x="123" y="10910"/>
                  </a:cubicBezTo>
                  <a:lnTo>
                    <a:pt x="123" y="17011"/>
                  </a:lnTo>
                  <a:cubicBezTo>
                    <a:pt x="4048" y="17011"/>
                    <a:pt x="14840" y="17011"/>
                    <a:pt x="23834" y="12266"/>
                  </a:cubicBezTo>
                  <a:lnTo>
                    <a:pt x="23834" y="98696"/>
                  </a:lnTo>
                  <a:cubicBezTo>
                    <a:pt x="23834" y="104288"/>
                    <a:pt x="23834" y="106492"/>
                    <a:pt x="7482" y="106492"/>
                  </a:cubicBezTo>
                  <a:lnTo>
                    <a:pt x="1268" y="106492"/>
                  </a:lnTo>
                  <a:lnTo>
                    <a:pt x="1268" y="112592"/>
                  </a:lnTo>
                  <a:cubicBezTo>
                    <a:pt x="4211" y="112423"/>
                    <a:pt x="24325" y="111915"/>
                    <a:pt x="30375" y="111915"/>
                  </a:cubicBezTo>
                  <a:cubicBezTo>
                    <a:pt x="35444" y="111915"/>
                    <a:pt x="56048" y="112423"/>
                    <a:pt x="59646" y="112592"/>
                  </a:cubicBezTo>
                  <a:lnTo>
                    <a:pt x="59646" y="106492"/>
                  </a:lnTo>
                  <a:lnTo>
                    <a:pt x="53432" y="106492"/>
                  </a:lnTo>
                  <a:cubicBezTo>
                    <a:pt x="37080" y="106492"/>
                    <a:pt x="37080" y="104288"/>
                    <a:pt x="37080" y="98696"/>
                  </a:cubicBezTo>
                  <a:lnTo>
                    <a:pt x="37080" y="480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8" name="Freeform: Shape 387">
              <a:extLst>
                <a:ext uri="{FF2B5EF4-FFF2-40B4-BE49-F238E27FC236}">
                  <a16:creationId xmlns:a16="http://schemas.microsoft.com/office/drawing/2014/main" id="{861941F3-C825-0B89-3982-6B11AB729A6C}"/>
                </a:ext>
              </a:extLst>
            </p:cNvPr>
            <p:cNvSpPr/>
            <p:nvPr>
              <p:custDataLst>
                <p:tags r:id="rId23"/>
              </p:custDataLst>
            </p:nvPr>
          </p:nvSpPr>
          <p:spPr>
            <a:xfrm>
              <a:off x="12666209" y="5371904"/>
              <a:ext cx="84331" cy="7505"/>
            </a:xfrm>
            <a:custGeom>
              <a:avLst/>
              <a:gdLst>
                <a:gd name="connsiteX0" fmla="*/ 84460 w 84331"/>
                <a:gd name="connsiteY0" fmla="*/ 7568 h 7505"/>
                <a:gd name="connsiteX1" fmla="*/ 84460 w 84331"/>
                <a:gd name="connsiteY1" fmla="*/ 63 h 7505"/>
                <a:gd name="connsiteX2" fmla="*/ 128 w 84331"/>
                <a:gd name="connsiteY2" fmla="*/ 63 h 7505"/>
                <a:gd name="connsiteX3" fmla="*/ 128 w 84331"/>
                <a:gd name="connsiteY3" fmla="*/ 7568 h 7505"/>
                <a:gd name="connsiteX4" fmla="*/ 84460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60" y="7568"/>
                  </a:moveTo>
                  <a:lnTo>
                    <a:pt x="84460" y="63"/>
                  </a:lnTo>
                  <a:lnTo>
                    <a:pt x="128" y="63"/>
                  </a:lnTo>
                  <a:lnTo>
                    <a:pt x="128" y="7568"/>
                  </a:lnTo>
                  <a:lnTo>
                    <a:pt x="84460"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89" name="Freeform: Shape 388">
              <a:extLst>
                <a:ext uri="{FF2B5EF4-FFF2-40B4-BE49-F238E27FC236}">
                  <a16:creationId xmlns:a16="http://schemas.microsoft.com/office/drawing/2014/main" id="{95713D86-DD24-77A3-881E-FACED0AE9287}"/>
                </a:ext>
              </a:extLst>
            </p:cNvPr>
            <p:cNvSpPr/>
            <p:nvPr>
              <p:custDataLst>
                <p:tags r:id="rId24"/>
              </p:custDataLst>
            </p:nvPr>
          </p:nvSpPr>
          <p:spPr>
            <a:xfrm>
              <a:off x="12642021" y="5407735"/>
              <a:ext cx="116335" cy="109671"/>
            </a:xfrm>
            <a:custGeom>
              <a:avLst/>
              <a:gdLst>
                <a:gd name="connsiteX0" fmla="*/ 71377 w 116335"/>
                <a:gd name="connsiteY0" fmla="*/ 33957 h 109671"/>
                <a:gd name="connsiteX1" fmla="*/ 94504 w 116335"/>
                <a:gd name="connsiteY1" fmla="*/ 5389 h 109671"/>
                <a:gd name="connsiteX2" fmla="*/ 106185 w 116335"/>
                <a:gd name="connsiteY2" fmla="*/ 8536 h 109671"/>
                <a:gd name="connsiteX3" fmla="*/ 94972 w 116335"/>
                <a:gd name="connsiteY3" fmla="*/ 21610 h 109671"/>
                <a:gd name="connsiteX4" fmla="*/ 103849 w 116335"/>
                <a:gd name="connsiteY4" fmla="*/ 30083 h 109671"/>
                <a:gd name="connsiteX5" fmla="*/ 116463 w 116335"/>
                <a:gd name="connsiteY5" fmla="*/ 16041 h 109671"/>
                <a:gd name="connsiteX6" fmla="*/ 94738 w 116335"/>
                <a:gd name="connsiteY6" fmla="*/ 63 h 109671"/>
                <a:gd name="connsiteX7" fmla="*/ 70209 w 116335"/>
                <a:gd name="connsiteY7" fmla="*/ 18462 h 109671"/>
                <a:gd name="connsiteX8" fmla="*/ 44980 w 116335"/>
                <a:gd name="connsiteY8" fmla="*/ 63 h 109671"/>
                <a:gd name="connsiteX9" fmla="*/ 7369 w 116335"/>
                <a:gd name="connsiteY9" fmla="*/ 37346 h 109671"/>
                <a:gd name="connsiteX10" fmla="*/ 10173 w 116335"/>
                <a:gd name="connsiteY10" fmla="*/ 39767 h 109671"/>
                <a:gd name="connsiteX11" fmla="*/ 13210 w 116335"/>
                <a:gd name="connsiteY11" fmla="*/ 37104 h 109671"/>
                <a:gd name="connsiteX12" fmla="*/ 44513 w 116335"/>
                <a:gd name="connsiteY12" fmla="*/ 5389 h 109671"/>
                <a:gd name="connsiteX13" fmla="*/ 57128 w 116335"/>
                <a:gd name="connsiteY13" fmla="*/ 21610 h 109671"/>
                <a:gd name="connsiteX14" fmla="*/ 44513 w 116335"/>
                <a:gd name="connsiteY14" fmla="*/ 79230 h 109671"/>
                <a:gd name="connsiteX15" fmla="*/ 22320 w 116335"/>
                <a:gd name="connsiteY15" fmla="*/ 104408 h 109671"/>
                <a:gd name="connsiteX16" fmla="*/ 10640 w 116335"/>
                <a:gd name="connsiteY16" fmla="*/ 101261 h 109671"/>
                <a:gd name="connsiteX17" fmla="*/ 21619 w 116335"/>
                <a:gd name="connsiteY17" fmla="*/ 88187 h 109671"/>
                <a:gd name="connsiteX18" fmla="*/ 12976 w 116335"/>
                <a:gd name="connsiteY18" fmla="*/ 79714 h 109671"/>
                <a:gd name="connsiteX19" fmla="*/ 128 w 116335"/>
                <a:gd name="connsiteY19" fmla="*/ 93756 h 109671"/>
                <a:gd name="connsiteX20" fmla="*/ 22087 w 116335"/>
                <a:gd name="connsiteY20" fmla="*/ 109734 h 109671"/>
                <a:gd name="connsiteX21" fmla="*/ 46615 w 116335"/>
                <a:gd name="connsiteY21" fmla="*/ 91335 h 109671"/>
                <a:gd name="connsiteX22" fmla="*/ 71845 w 116335"/>
                <a:gd name="connsiteY22" fmla="*/ 109734 h 109671"/>
                <a:gd name="connsiteX23" fmla="*/ 109222 w 116335"/>
                <a:gd name="connsiteY23" fmla="*/ 72451 h 109671"/>
                <a:gd name="connsiteX24" fmla="*/ 106418 w 116335"/>
                <a:gd name="connsiteY24" fmla="*/ 70030 h 109671"/>
                <a:gd name="connsiteX25" fmla="*/ 103381 w 116335"/>
                <a:gd name="connsiteY25" fmla="*/ 72693 h 109671"/>
                <a:gd name="connsiteX26" fmla="*/ 72312 w 116335"/>
                <a:gd name="connsiteY26" fmla="*/ 104408 h 109671"/>
                <a:gd name="connsiteX27" fmla="*/ 59464 w 116335"/>
                <a:gd name="connsiteY27" fmla="*/ 88429 h 109671"/>
                <a:gd name="connsiteX28" fmla="*/ 63435 w 116335"/>
                <a:gd name="connsiteY28" fmla="*/ 67125 h 109671"/>
                <a:gd name="connsiteX29" fmla="*/ 71377 w 116335"/>
                <a:gd name="connsiteY29" fmla="*/ 33957 h 10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335" h="109671">
                  <a:moveTo>
                    <a:pt x="71377" y="33957"/>
                  </a:moveTo>
                  <a:cubicBezTo>
                    <a:pt x="72779" y="27662"/>
                    <a:pt x="78152" y="5389"/>
                    <a:pt x="94504" y="5389"/>
                  </a:cubicBezTo>
                  <a:cubicBezTo>
                    <a:pt x="95672" y="5389"/>
                    <a:pt x="101279" y="5389"/>
                    <a:pt x="106185" y="8536"/>
                  </a:cubicBezTo>
                  <a:cubicBezTo>
                    <a:pt x="99644" y="9747"/>
                    <a:pt x="94972" y="15799"/>
                    <a:pt x="94972" y="21610"/>
                  </a:cubicBezTo>
                  <a:cubicBezTo>
                    <a:pt x="94972" y="25483"/>
                    <a:pt x="97541" y="30083"/>
                    <a:pt x="103849" y="30083"/>
                  </a:cubicBezTo>
                  <a:cubicBezTo>
                    <a:pt x="108988" y="30083"/>
                    <a:pt x="116463" y="25725"/>
                    <a:pt x="116463" y="16041"/>
                  </a:cubicBezTo>
                  <a:cubicBezTo>
                    <a:pt x="116463" y="3452"/>
                    <a:pt x="102681" y="63"/>
                    <a:pt x="94738" y="63"/>
                  </a:cubicBezTo>
                  <a:cubicBezTo>
                    <a:pt x="81189" y="63"/>
                    <a:pt x="73013" y="12894"/>
                    <a:pt x="70209" y="18462"/>
                  </a:cubicBezTo>
                  <a:cubicBezTo>
                    <a:pt x="64369" y="2484"/>
                    <a:pt x="51755" y="63"/>
                    <a:pt x="44980" y="63"/>
                  </a:cubicBezTo>
                  <a:cubicBezTo>
                    <a:pt x="20685" y="63"/>
                    <a:pt x="7369" y="31294"/>
                    <a:pt x="7369" y="37346"/>
                  </a:cubicBezTo>
                  <a:cubicBezTo>
                    <a:pt x="7369" y="39767"/>
                    <a:pt x="9705" y="39767"/>
                    <a:pt x="10173" y="39767"/>
                  </a:cubicBezTo>
                  <a:cubicBezTo>
                    <a:pt x="12042" y="39767"/>
                    <a:pt x="12742" y="39283"/>
                    <a:pt x="13210" y="37104"/>
                  </a:cubicBezTo>
                  <a:cubicBezTo>
                    <a:pt x="21152" y="11441"/>
                    <a:pt x="36570" y="5389"/>
                    <a:pt x="44513" y="5389"/>
                  </a:cubicBezTo>
                  <a:cubicBezTo>
                    <a:pt x="48951" y="5389"/>
                    <a:pt x="57128" y="7568"/>
                    <a:pt x="57128" y="21610"/>
                  </a:cubicBezTo>
                  <a:cubicBezTo>
                    <a:pt x="57128" y="29115"/>
                    <a:pt x="53156" y="45336"/>
                    <a:pt x="44513" y="79230"/>
                  </a:cubicBezTo>
                  <a:cubicBezTo>
                    <a:pt x="40775" y="94240"/>
                    <a:pt x="32599" y="104408"/>
                    <a:pt x="22320" y="104408"/>
                  </a:cubicBezTo>
                  <a:cubicBezTo>
                    <a:pt x="20919" y="104408"/>
                    <a:pt x="15546" y="104408"/>
                    <a:pt x="10640" y="101261"/>
                  </a:cubicBezTo>
                  <a:cubicBezTo>
                    <a:pt x="16480" y="100050"/>
                    <a:pt x="21619" y="94966"/>
                    <a:pt x="21619" y="88187"/>
                  </a:cubicBezTo>
                  <a:cubicBezTo>
                    <a:pt x="21619" y="81651"/>
                    <a:pt x="16480" y="79714"/>
                    <a:pt x="12976" y="79714"/>
                  </a:cubicBezTo>
                  <a:cubicBezTo>
                    <a:pt x="5968" y="79714"/>
                    <a:pt x="128" y="86008"/>
                    <a:pt x="128" y="93756"/>
                  </a:cubicBezTo>
                  <a:cubicBezTo>
                    <a:pt x="128" y="104892"/>
                    <a:pt x="11808" y="109734"/>
                    <a:pt x="22087" y="109734"/>
                  </a:cubicBezTo>
                  <a:cubicBezTo>
                    <a:pt x="37505" y="109734"/>
                    <a:pt x="45914" y="92787"/>
                    <a:pt x="46615" y="91335"/>
                  </a:cubicBezTo>
                  <a:cubicBezTo>
                    <a:pt x="49419" y="100292"/>
                    <a:pt x="57828" y="109734"/>
                    <a:pt x="71845" y="109734"/>
                  </a:cubicBezTo>
                  <a:cubicBezTo>
                    <a:pt x="95906" y="109734"/>
                    <a:pt x="109222" y="78503"/>
                    <a:pt x="109222" y="72451"/>
                  </a:cubicBezTo>
                  <a:cubicBezTo>
                    <a:pt x="109222" y="70030"/>
                    <a:pt x="107119" y="70030"/>
                    <a:pt x="106418" y="70030"/>
                  </a:cubicBezTo>
                  <a:cubicBezTo>
                    <a:pt x="104316" y="70030"/>
                    <a:pt x="103849" y="70998"/>
                    <a:pt x="103381" y="72693"/>
                  </a:cubicBezTo>
                  <a:cubicBezTo>
                    <a:pt x="95672" y="98598"/>
                    <a:pt x="79787" y="104408"/>
                    <a:pt x="72312" y="104408"/>
                  </a:cubicBezTo>
                  <a:cubicBezTo>
                    <a:pt x="63201" y="104408"/>
                    <a:pt x="59464" y="96661"/>
                    <a:pt x="59464" y="88429"/>
                  </a:cubicBezTo>
                  <a:cubicBezTo>
                    <a:pt x="59464" y="83103"/>
                    <a:pt x="60865" y="77777"/>
                    <a:pt x="63435" y="67125"/>
                  </a:cubicBezTo>
                  <a:lnTo>
                    <a:pt x="71377" y="3395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cxnSp>
        <p:nvCxnSpPr>
          <p:cNvPr id="390" name="Connector: Elbow 389">
            <a:extLst>
              <a:ext uri="{FF2B5EF4-FFF2-40B4-BE49-F238E27FC236}">
                <a16:creationId xmlns:a16="http://schemas.microsoft.com/office/drawing/2014/main" id="{D40EF89C-6951-8F85-5245-477B513EFD43}"/>
              </a:ext>
            </a:extLst>
          </p:cNvPr>
          <p:cNvCxnSpPr>
            <a:cxnSpLocks/>
            <a:stCxn id="362" idx="0"/>
            <a:endCxn id="513" idx="4"/>
          </p:cNvCxnSpPr>
          <p:nvPr/>
        </p:nvCxnSpPr>
        <p:spPr>
          <a:xfrm flipV="1">
            <a:off x="6021901" y="4679119"/>
            <a:ext cx="3687558" cy="1247562"/>
          </a:xfrm>
          <a:prstGeom prst="bentConnector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1314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A4E6E-9D9E-A1A8-BBED-8D92A40521FA}"/>
            </a:ext>
          </a:extLst>
        </p:cNvPr>
        <p:cNvGrpSpPr/>
        <p:nvPr/>
      </p:nvGrpSpPr>
      <p:grpSpPr>
        <a:xfrm>
          <a:off x="0" y="0"/>
          <a:ext cx="0" cy="0"/>
          <a:chOff x="0" y="0"/>
          <a:chExt cx="0" cy="0"/>
        </a:xfrm>
      </p:grpSpPr>
      <p:sp>
        <p:nvSpPr>
          <p:cNvPr id="695" name="Oval 694">
            <a:extLst>
              <a:ext uri="{FF2B5EF4-FFF2-40B4-BE49-F238E27FC236}">
                <a16:creationId xmlns:a16="http://schemas.microsoft.com/office/drawing/2014/main" id="{7F5F3573-EB96-767E-EDF1-FDD228096A20}"/>
              </a:ext>
            </a:extLst>
          </p:cNvPr>
          <p:cNvSpPr/>
          <p:nvPr/>
        </p:nvSpPr>
        <p:spPr>
          <a:xfrm>
            <a:off x="8836749" y="2933700"/>
            <a:ext cx="1745419" cy="17454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FF4692D-9264-BA96-6F9F-7C0183A93AA3}"/>
              </a:ext>
            </a:extLst>
          </p:cNvPr>
          <p:cNvSpPr>
            <a:spLocks noGrp="1"/>
          </p:cNvSpPr>
          <p:nvPr>
            <p:ph type="sldNum" sz="quarter" idx="12"/>
          </p:nvPr>
        </p:nvSpPr>
        <p:spPr>
          <a:xfrm>
            <a:off x="11003616" y="6356350"/>
            <a:ext cx="350184" cy="365125"/>
          </a:xfrm>
        </p:spPr>
        <p:txBody>
          <a:bodyPr/>
          <a:lstStyle/>
          <a:p>
            <a:fld id="{330EA680-D336-4FF7-8B7A-9848BB0A1C32}" type="slidenum">
              <a:rPr lang="en-US" smtClean="0"/>
              <a:t>45</a:t>
            </a:fld>
            <a:endParaRPr lang="en-US"/>
          </a:p>
        </p:txBody>
      </p:sp>
      <p:sp>
        <p:nvSpPr>
          <p:cNvPr id="4" name="Date Placeholder 3">
            <a:extLst>
              <a:ext uri="{FF2B5EF4-FFF2-40B4-BE49-F238E27FC236}">
                <a16:creationId xmlns:a16="http://schemas.microsoft.com/office/drawing/2014/main" id="{9EF6159C-DE71-1C21-1246-B57100DAFAE0}"/>
              </a:ext>
            </a:extLst>
          </p:cNvPr>
          <p:cNvSpPr>
            <a:spLocks noGrp="1"/>
          </p:cNvSpPr>
          <p:nvPr>
            <p:ph type="dt" sz="half" idx="10"/>
          </p:nvPr>
        </p:nvSpPr>
        <p:spPr/>
        <p:txBody>
          <a:bodyPr/>
          <a:lstStyle/>
          <a:p>
            <a:fld id="{26E845D0-70B0-405D-A6BF-798C9CBE9027}" type="datetime1">
              <a:rPr lang="es-CO" smtClean="0"/>
              <a:t>8/02/2026</a:t>
            </a:fld>
            <a:endParaRPr lang="en-US"/>
          </a:p>
        </p:txBody>
      </p:sp>
      <p:sp>
        <p:nvSpPr>
          <p:cNvPr id="5" name="TextBox 4">
            <a:extLst>
              <a:ext uri="{FF2B5EF4-FFF2-40B4-BE49-F238E27FC236}">
                <a16:creationId xmlns:a16="http://schemas.microsoft.com/office/drawing/2014/main" id="{6864E7FB-E659-FC64-9788-E0274D8E2CA3}"/>
              </a:ext>
            </a:extLst>
          </p:cNvPr>
          <p:cNvSpPr txBox="1"/>
          <p:nvPr/>
        </p:nvSpPr>
        <p:spPr>
          <a:xfrm>
            <a:off x="891591" y="1405332"/>
            <a:ext cx="5044866" cy="646331"/>
          </a:xfrm>
          <a:prstGeom prst="rect">
            <a:avLst/>
          </a:prstGeom>
          <a:noFill/>
        </p:spPr>
        <p:txBody>
          <a:bodyPr wrap="square">
            <a:spAutoFit/>
          </a:bodyPr>
          <a:lstStyle/>
          <a:p>
            <a:r>
              <a:rPr lang="en-US" b="1"/>
              <a:t>Adjusted Values and Residuals</a:t>
            </a:r>
          </a:p>
          <a:p>
            <a:r>
              <a:rPr lang="en-US" b="1">
                <a:highlight>
                  <a:srgbClr val="FFC000"/>
                </a:highlight>
              </a:rPr>
              <a:t>Ordinary Least Squares (OLS) Estimates</a:t>
            </a:r>
            <a:endParaRPr lang="es-CO" b="1">
              <a:highlight>
                <a:srgbClr val="FFC000"/>
              </a:highlight>
            </a:endParaRPr>
          </a:p>
        </p:txBody>
      </p:sp>
      <p:grpSp>
        <p:nvGrpSpPr>
          <p:cNvPr id="45" name="Group 44">
            <a:extLst>
              <a:ext uri="{FF2B5EF4-FFF2-40B4-BE49-F238E27FC236}">
                <a16:creationId xmlns:a16="http://schemas.microsoft.com/office/drawing/2014/main" id="{5EC625B0-95C3-3F98-CA7F-EA808C053918}"/>
              </a:ext>
            </a:extLst>
          </p:cNvPr>
          <p:cNvGrpSpPr>
            <a:grpSpLocks noChangeAspect="1"/>
          </p:cNvGrpSpPr>
          <p:nvPr>
            <p:custDataLst>
              <p:tags r:id="rId1"/>
            </p:custDataLst>
          </p:nvPr>
        </p:nvGrpSpPr>
        <p:grpSpPr>
          <a:xfrm>
            <a:off x="1041351" y="3412433"/>
            <a:ext cx="1952483" cy="215651"/>
            <a:chOff x="4198150" y="4021320"/>
            <a:chExt cx="2657046" cy="293470"/>
          </a:xfrm>
          <a:solidFill>
            <a:schemeClr val="tx1"/>
          </a:solidFill>
        </p:grpSpPr>
        <p:sp>
          <p:nvSpPr>
            <p:cNvPr id="32" name="Freeform: Shape 31">
              <a:extLst>
                <a:ext uri="{FF2B5EF4-FFF2-40B4-BE49-F238E27FC236}">
                  <a16:creationId xmlns:a16="http://schemas.microsoft.com/office/drawing/2014/main" id="{DFE57651-4333-142F-F00D-B5483C311D65}"/>
                </a:ext>
              </a:extLst>
            </p:cNvPr>
            <p:cNvSpPr/>
            <p:nvPr>
              <p:custDataLst>
                <p:tags r:id="rId233"/>
              </p:custDataLst>
            </p:nvPr>
          </p:nvSpPr>
          <p:spPr>
            <a:xfrm>
              <a:off x="4198150" y="4106365"/>
              <a:ext cx="147181" cy="208425"/>
            </a:xfrm>
            <a:custGeom>
              <a:avLst/>
              <a:gdLst>
                <a:gd name="connsiteX0" fmla="*/ 145981 w 147181"/>
                <a:gd name="connsiteY0" fmla="*/ 19713 h 208425"/>
                <a:gd name="connsiteX1" fmla="*/ 147258 w 147181"/>
                <a:gd name="connsiteY1" fmla="*/ 12304 h 208425"/>
                <a:gd name="connsiteX2" fmla="*/ 138000 w 147181"/>
                <a:gd name="connsiteY2" fmla="*/ 3606 h 208425"/>
                <a:gd name="connsiteX3" fmla="*/ 126825 w 147181"/>
                <a:gd name="connsiteY3" fmla="*/ 10371 h 208425"/>
                <a:gd name="connsiteX4" fmla="*/ 122356 w 147181"/>
                <a:gd name="connsiteY4" fmla="*/ 27767 h 208425"/>
                <a:gd name="connsiteX5" fmla="*/ 115970 w 147181"/>
                <a:gd name="connsiteY5" fmla="*/ 53538 h 208425"/>
                <a:gd name="connsiteX6" fmla="*/ 101603 w 147181"/>
                <a:gd name="connsiteY6" fmla="*/ 111524 h 208425"/>
                <a:gd name="connsiteX7" fmla="*/ 65526 w 147181"/>
                <a:gd name="connsiteY7" fmla="*/ 138906 h 208425"/>
                <a:gd name="connsiteX8" fmla="*/ 45732 w 147181"/>
                <a:gd name="connsiteY8" fmla="*/ 112812 h 208425"/>
                <a:gd name="connsiteX9" fmla="*/ 62014 w 147181"/>
                <a:gd name="connsiteY9" fmla="*/ 49673 h 208425"/>
                <a:gd name="connsiteX10" fmla="*/ 68400 w 147181"/>
                <a:gd name="connsiteY10" fmla="*/ 26478 h 208425"/>
                <a:gd name="connsiteX11" fmla="*/ 42220 w 147181"/>
                <a:gd name="connsiteY11" fmla="*/ 63 h 208425"/>
                <a:gd name="connsiteX12" fmla="*/ 77 w 147181"/>
                <a:gd name="connsiteY12" fmla="*/ 49673 h 208425"/>
                <a:gd name="connsiteX13" fmla="*/ 3908 w 147181"/>
                <a:gd name="connsiteY13" fmla="*/ 52894 h 208425"/>
                <a:gd name="connsiteX14" fmla="*/ 9016 w 147181"/>
                <a:gd name="connsiteY14" fmla="*/ 47096 h 208425"/>
                <a:gd name="connsiteX15" fmla="*/ 41262 w 147181"/>
                <a:gd name="connsiteY15" fmla="*/ 7150 h 208425"/>
                <a:gd name="connsiteX16" fmla="*/ 49244 w 147181"/>
                <a:gd name="connsiteY16" fmla="*/ 17458 h 208425"/>
                <a:gd name="connsiteX17" fmla="*/ 43816 w 147181"/>
                <a:gd name="connsiteY17" fmla="*/ 40008 h 208425"/>
                <a:gd name="connsiteX18" fmla="*/ 25299 w 147181"/>
                <a:gd name="connsiteY18" fmla="*/ 107658 h 208425"/>
                <a:gd name="connsiteX19" fmla="*/ 64249 w 147181"/>
                <a:gd name="connsiteY19" fmla="*/ 145993 h 208425"/>
                <a:gd name="connsiteX20" fmla="*/ 96495 w 147181"/>
                <a:gd name="connsiteY20" fmla="*/ 131497 h 208425"/>
                <a:gd name="connsiteX21" fmla="*/ 75743 w 147181"/>
                <a:gd name="connsiteY21" fmla="*/ 181107 h 208425"/>
                <a:gd name="connsiteX22" fmla="*/ 40624 w 147181"/>
                <a:gd name="connsiteY22" fmla="*/ 201402 h 208425"/>
                <a:gd name="connsiteX23" fmla="*/ 16359 w 147181"/>
                <a:gd name="connsiteY23" fmla="*/ 187872 h 208425"/>
                <a:gd name="connsiteX24" fmla="*/ 30088 w 147181"/>
                <a:gd name="connsiteY24" fmla="*/ 184006 h 208425"/>
                <a:gd name="connsiteX25" fmla="*/ 36473 w 147181"/>
                <a:gd name="connsiteY25" fmla="*/ 170798 h 208425"/>
                <a:gd name="connsiteX26" fmla="*/ 24660 w 147181"/>
                <a:gd name="connsiteY26" fmla="*/ 159523 h 208425"/>
                <a:gd name="connsiteX27" fmla="*/ 6781 w 147181"/>
                <a:gd name="connsiteY27" fmla="*/ 180462 h 208425"/>
                <a:gd name="connsiteX28" fmla="*/ 40624 w 147181"/>
                <a:gd name="connsiteY28" fmla="*/ 208489 h 208425"/>
                <a:gd name="connsiteX29" fmla="*/ 115332 w 147181"/>
                <a:gd name="connsiteY29" fmla="*/ 142772 h 208425"/>
                <a:gd name="connsiteX30" fmla="*/ 145981 w 147181"/>
                <a:gd name="connsiteY30" fmla="*/ 19713 h 20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181" h="208425">
                  <a:moveTo>
                    <a:pt x="145981" y="19713"/>
                  </a:moveTo>
                  <a:cubicBezTo>
                    <a:pt x="147258" y="15203"/>
                    <a:pt x="147258" y="14559"/>
                    <a:pt x="147258" y="12304"/>
                  </a:cubicBezTo>
                  <a:cubicBezTo>
                    <a:pt x="147258" y="6506"/>
                    <a:pt x="142789" y="3606"/>
                    <a:pt x="138000" y="3606"/>
                  </a:cubicBezTo>
                  <a:cubicBezTo>
                    <a:pt x="134807" y="3606"/>
                    <a:pt x="129699" y="5539"/>
                    <a:pt x="126825" y="10371"/>
                  </a:cubicBezTo>
                  <a:cubicBezTo>
                    <a:pt x="126187" y="11982"/>
                    <a:pt x="123633" y="21968"/>
                    <a:pt x="122356" y="27767"/>
                  </a:cubicBezTo>
                  <a:cubicBezTo>
                    <a:pt x="120121" y="36143"/>
                    <a:pt x="117886" y="44841"/>
                    <a:pt x="115970" y="53538"/>
                  </a:cubicBezTo>
                  <a:lnTo>
                    <a:pt x="101603" y="111524"/>
                  </a:lnTo>
                  <a:cubicBezTo>
                    <a:pt x="100326" y="116356"/>
                    <a:pt x="86598" y="138906"/>
                    <a:pt x="65526" y="138906"/>
                  </a:cubicBezTo>
                  <a:cubicBezTo>
                    <a:pt x="49244" y="138906"/>
                    <a:pt x="45732" y="124732"/>
                    <a:pt x="45732" y="112812"/>
                  </a:cubicBezTo>
                  <a:cubicBezTo>
                    <a:pt x="45732" y="97994"/>
                    <a:pt x="51159" y="78021"/>
                    <a:pt x="62014" y="49673"/>
                  </a:cubicBezTo>
                  <a:cubicBezTo>
                    <a:pt x="67123" y="36465"/>
                    <a:pt x="68400" y="32921"/>
                    <a:pt x="68400" y="26478"/>
                  </a:cubicBezTo>
                  <a:cubicBezTo>
                    <a:pt x="68400" y="11982"/>
                    <a:pt x="58183" y="63"/>
                    <a:pt x="42220" y="63"/>
                  </a:cubicBezTo>
                  <a:cubicBezTo>
                    <a:pt x="11890" y="63"/>
                    <a:pt x="77" y="46773"/>
                    <a:pt x="77" y="49673"/>
                  </a:cubicBezTo>
                  <a:cubicBezTo>
                    <a:pt x="77" y="52894"/>
                    <a:pt x="3269" y="52894"/>
                    <a:pt x="3908" y="52894"/>
                  </a:cubicBezTo>
                  <a:cubicBezTo>
                    <a:pt x="7101" y="52894"/>
                    <a:pt x="7420" y="52250"/>
                    <a:pt x="9016" y="47096"/>
                  </a:cubicBezTo>
                  <a:cubicBezTo>
                    <a:pt x="17636" y="16814"/>
                    <a:pt x="30407" y="7150"/>
                    <a:pt x="41262" y="7150"/>
                  </a:cubicBezTo>
                  <a:cubicBezTo>
                    <a:pt x="43816" y="7150"/>
                    <a:pt x="49244" y="7150"/>
                    <a:pt x="49244" y="17458"/>
                  </a:cubicBezTo>
                  <a:cubicBezTo>
                    <a:pt x="49244" y="25512"/>
                    <a:pt x="46051" y="33888"/>
                    <a:pt x="43816" y="40008"/>
                  </a:cubicBezTo>
                  <a:cubicBezTo>
                    <a:pt x="31046" y="74155"/>
                    <a:pt x="25299" y="92518"/>
                    <a:pt x="25299" y="107658"/>
                  </a:cubicBezTo>
                  <a:cubicBezTo>
                    <a:pt x="25299" y="136329"/>
                    <a:pt x="45412" y="145993"/>
                    <a:pt x="64249" y="145993"/>
                  </a:cubicBezTo>
                  <a:cubicBezTo>
                    <a:pt x="76701" y="145993"/>
                    <a:pt x="87556" y="140517"/>
                    <a:pt x="96495" y="131497"/>
                  </a:cubicBezTo>
                  <a:cubicBezTo>
                    <a:pt x="92345" y="148248"/>
                    <a:pt x="88513" y="164033"/>
                    <a:pt x="75743" y="181107"/>
                  </a:cubicBezTo>
                  <a:cubicBezTo>
                    <a:pt x="67442" y="192059"/>
                    <a:pt x="55310" y="201402"/>
                    <a:pt x="40624" y="201402"/>
                  </a:cubicBezTo>
                  <a:cubicBezTo>
                    <a:pt x="36154" y="201402"/>
                    <a:pt x="21787" y="200435"/>
                    <a:pt x="16359" y="187872"/>
                  </a:cubicBezTo>
                  <a:cubicBezTo>
                    <a:pt x="21468" y="187872"/>
                    <a:pt x="25618" y="187872"/>
                    <a:pt x="30088" y="184006"/>
                  </a:cubicBezTo>
                  <a:cubicBezTo>
                    <a:pt x="33280" y="181107"/>
                    <a:pt x="36473" y="176919"/>
                    <a:pt x="36473" y="170798"/>
                  </a:cubicBezTo>
                  <a:cubicBezTo>
                    <a:pt x="36473" y="160812"/>
                    <a:pt x="27853" y="159523"/>
                    <a:pt x="24660" y="159523"/>
                  </a:cubicBezTo>
                  <a:cubicBezTo>
                    <a:pt x="17317" y="159523"/>
                    <a:pt x="6781" y="164677"/>
                    <a:pt x="6781" y="180462"/>
                  </a:cubicBezTo>
                  <a:cubicBezTo>
                    <a:pt x="6781" y="196569"/>
                    <a:pt x="20829" y="208489"/>
                    <a:pt x="40624" y="208489"/>
                  </a:cubicBezTo>
                  <a:cubicBezTo>
                    <a:pt x="73508" y="208489"/>
                    <a:pt x="106392" y="179174"/>
                    <a:pt x="115332" y="142772"/>
                  </a:cubicBezTo>
                  <a:lnTo>
                    <a:pt x="145981" y="19713"/>
                  </a:lnTo>
                  <a:close/>
                </a:path>
              </a:pathLst>
            </a:custGeom>
            <a:grpFill/>
            <a:ln w="22911" cap="flat">
              <a:noFill/>
              <a:prstDash val="solid"/>
              <a:miter/>
            </a:ln>
          </p:spPr>
          <p:txBody>
            <a:bodyPr rtlCol="0" anchor="ctr"/>
            <a:lstStyle/>
            <a:p>
              <a:endParaRPr lang="en-GB" sz="1600"/>
            </a:p>
          </p:txBody>
        </p:sp>
        <p:sp>
          <p:nvSpPr>
            <p:cNvPr id="33" name="Freeform: Shape 32">
              <a:extLst>
                <a:ext uri="{FF2B5EF4-FFF2-40B4-BE49-F238E27FC236}">
                  <a16:creationId xmlns:a16="http://schemas.microsoft.com/office/drawing/2014/main" id="{FA3B314F-7752-A11C-8873-2CFE59E704B0}"/>
                </a:ext>
              </a:extLst>
            </p:cNvPr>
            <p:cNvSpPr/>
            <p:nvPr>
              <p:custDataLst>
                <p:tags r:id="rId234"/>
              </p:custDataLst>
            </p:nvPr>
          </p:nvSpPr>
          <p:spPr>
            <a:xfrm>
              <a:off x="4355926" y="4147567"/>
              <a:ext cx="67716" cy="151761"/>
            </a:xfrm>
            <a:custGeom>
              <a:avLst/>
              <a:gdLst>
                <a:gd name="connsiteX0" fmla="*/ 61987 w 67716"/>
                <a:gd name="connsiteY0" fmla="*/ 8633 h 151761"/>
                <a:gd name="connsiteX1" fmla="*/ 53048 w 67716"/>
                <a:gd name="connsiteY1" fmla="*/ 64 h 151761"/>
                <a:gd name="connsiteX2" fmla="*/ 40533 w 67716"/>
                <a:gd name="connsiteY2" fmla="*/ 12467 h 151761"/>
                <a:gd name="connsiteX3" fmla="*/ 49472 w 67716"/>
                <a:gd name="connsiteY3" fmla="*/ 21036 h 151761"/>
                <a:gd name="connsiteX4" fmla="*/ 61987 w 67716"/>
                <a:gd name="connsiteY4" fmla="*/ 8633 h 151761"/>
                <a:gd name="connsiteX5" fmla="*/ 16396 w 67716"/>
                <a:gd name="connsiteY5" fmla="*/ 123187 h 151761"/>
                <a:gd name="connsiteX6" fmla="*/ 14385 w 67716"/>
                <a:gd name="connsiteY6" fmla="*/ 132658 h 151761"/>
                <a:gd name="connsiteX7" fmla="*/ 35616 w 67716"/>
                <a:gd name="connsiteY7" fmla="*/ 151825 h 151761"/>
                <a:gd name="connsiteX8" fmla="*/ 67798 w 67716"/>
                <a:gd name="connsiteY8" fmla="*/ 117324 h 151761"/>
                <a:gd name="connsiteX9" fmla="*/ 64222 w 67716"/>
                <a:gd name="connsiteY9" fmla="*/ 114392 h 151761"/>
                <a:gd name="connsiteX10" fmla="*/ 59976 w 67716"/>
                <a:gd name="connsiteY10" fmla="*/ 118226 h 151761"/>
                <a:gd name="connsiteX11" fmla="*/ 36286 w 67716"/>
                <a:gd name="connsiteY11" fmla="*/ 145511 h 151761"/>
                <a:gd name="connsiteX12" fmla="*/ 30699 w 67716"/>
                <a:gd name="connsiteY12" fmla="*/ 137619 h 151761"/>
                <a:gd name="connsiteX13" fmla="*/ 34275 w 67716"/>
                <a:gd name="connsiteY13" fmla="*/ 123187 h 151761"/>
                <a:gd name="connsiteX14" fmla="*/ 41427 w 67716"/>
                <a:gd name="connsiteY14" fmla="*/ 105147 h 151761"/>
                <a:gd name="connsiteX15" fmla="*/ 52377 w 67716"/>
                <a:gd name="connsiteY15" fmla="*/ 76509 h 151761"/>
                <a:gd name="connsiteX16" fmla="*/ 53718 w 67716"/>
                <a:gd name="connsiteY16" fmla="*/ 69293 h 151761"/>
                <a:gd name="connsiteX17" fmla="*/ 32487 w 67716"/>
                <a:gd name="connsiteY17" fmla="*/ 50125 h 151761"/>
                <a:gd name="connsiteX18" fmla="*/ 82 w 67716"/>
                <a:gd name="connsiteY18" fmla="*/ 84627 h 151761"/>
                <a:gd name="connsiteX19" fmla="*/ 3881 w 67716"/>
                <a:gd name="connsiteY19" fmla="*/ 87558 h 151761"/>
                <a:gd name="connsiteX20" fmla="*/ 7904 w 67716"/>
                <a:gd name="connsiteY20" fmla="*/ 83950 h 151761"/>
                <a:gd name="connsiteX21" fmla="*/ 31817 w 67716"/>
                <a:gd name="connsiteY21" fmla="*/ 56439 h 151761"/>
                <a:gd name="connsiteX22" fmla="*/ 37404 w 67716"/>
                <a:gd name="connsiteY22" fmla="*/ 64332 h 151761"/>
                <a:gd name="connsiteX23" fmla="*/ 30476 w 67716"/>
                <a:gd name="connsiteY23" fmla="*/ 86882 h 151761"/>
                <a:gd name="connsiteX24" fmla="*/ 16396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1987" y="8633"/>
                  </a:moveTo>
                  <a:cubicBezTo>
                    <a:pt x="61987" y="5025"/>
                    <a:pt x="59305" y="64"/>
                    <a:pt x="53048" y="64"/>
                  </a:cubicBezTo>
                  <a:cubicBezTo>
                    <a:pt x="47014" y="64"/>
                    <a:pt x="40533" y="5927"/>
                    <a:pt x="40533" y="12467"/>
                  </a:cubicBezTo>
                  <a:cubicBezTo>
                    <a:pt x="40533" y="16300"/>
                    <a:pt x="43438" y="21036"/>
                    <a:pt x="49472" y="21036"/>
                  </a:cubicBezTo>
                  <a:cubicBezTo>
                    <a:pt x="55953" y="21036"/>
                    <a:pt x="61987" y="14722"/>
                    <a:pt x="61987" y="8633"/>
                  </a:cubicBezTo>
                  <a:close/>
                  <a:moveTo>
                    <a:pt x="16396" y="123187"/>
                  </a:moveTo>
                  <a:cubicBezTo>
                    <a:pt x="15502" y="126118"/>
                    <a:pt x="14385" y="128824"/>
                    <a:pt x="14385" y="132658"/>
                  </a:cubicBezTo>
                  <a:cubicBezTo>
                    <a:pt x="14385" y="143256"/>
                    <a:pt x="23324" y="151825"/>
                    <a:pt x="35616" y="151825"/>
                  </a:cubicBezTo>
                  <a:cubicBezTo>
                    <a:pt x="57965" y="151825"/>
                    <a:pt x="67798" y="120706"/>
                    <a:pt x="67798" y="117324"/>
                  </a:cubicBezTo>
                  <a:cubicBezTo>
                    <a:pt x="67798" y="114392"/>
                    <a:pt x="64893" y="114392"/>
                    <a:pt x="64222" y="114392"/>
                  </a:cubicBezTo>
                  <a:cubicBezTo>
                    <a:pt x="61093" y="114392"/>
                    <a:pt x="60870" y="115745"/>
                    <a:pt x="59976" y="118226"/>
                  </a:cubicBezTo>
                  <a:cubicBezTo>
                    <a:pt x="54836" y="136266"/>
                    <a:pt x="45002" y="145511"/>
                    <a:pt x="36286" y="145511"/>
                  </a:cubicBezTo>
                  <a:cubicBezTo>
                    <a:pt x="31817" y="145511"/>
                    <a:pt x="30699" y="142580"/>
                    <a:pt x="30699" y="137619"/>
                  </a:cubicBezTo>
                  <a:cubicBezTo>
                    <a:pt x="30699" y="132432"/>
                    <a:pt x="32264" y="128148"/>
                    <a:pt x="34275" y="123187"/>
                  </a:cubicBezTo>
                  <a:cubicBezTo>
                    <a:pt x="36510" y="117098"/>
                    <a:pt x="38968" y="111010"/>
                    <a:pt x="41427" y="105147"/>
                  </a:cubicBezTo>
                  <a:cubicBezTo>
                    <a:pt x="43438" y="99735"/>
                    <a:pt x="51483" y="79215"/>
                    <a:pt x="52377" y="76509"/>
                  </a:cubicBezTo>
                  <a:cubicBezTo>
                    <a:pt x="53048" y="74254"/>
                    <a:pt x="53718" y="71548"/>
                    <a:pt x="53718" y="69293"/>
                  </a:cubicBezTo>
                  <a:cubicBezTo>
                    <a:pt x="53718" y="58694"/>
                    <a:pt x="44779" y="50125"/>
                    <a:pt x="32487" y="50125"/>
                  </a:cubicBezTo>
                  <a:cubicBezTo>
                    <a:pt x="10362" y="50125"/>
                    <a:pt x="82" y="80793"/>
                    <a:pt x="82" y="84627"/>
                  </a:cubicBezTo>
                  <a:cubicBezTo>
                    <a:pt x="82" y="87558"/>
                    <a:pt x="3210" y="87558"/>
                    <a:pt x="3881" y="87558"/>
                  </a:cubicBezTo>
                  <a:cubicBezTo>
                    <a:pt x="7010" y="87558"/>
                    <a:pt x="7233" y="86431"/>
                    <a:pt x="7904" y="83950"/>
                  </a:cubicBezTo>
                  <a:cubicBezTo>
                    <a:pt x="13714" y="64557"/>
                    <a:pt x="23548" y="56439"/>
                    <a:pt x="31817" y="56439"/>
                  </a:cubicBezTo>
                  <a:cubicBezTo>
                    <a:pt x="35392" y="56439"/>
                    <a:pt x="37404" y="58243"/>
                    <a:pt x="37404" y="64332"/>
                  </a:cubicBezTo>
                  <a:cubicBezTo>
                    <a:pt x="37404" y="69518"/>
                    <a:pt x="36063" y="72901"/>
                    <a:pt x="30476" y="86882"/>
                  </a:cubicBezTo>
                  <a:lnTo>
                    <a:pt x="16396" y="123187"/>
                  </a:lnTo>
                  <a:close/>
                </a:path>
              </a:pathLst>
            </a:custGeom>
            <a:grpFill/>
            <a:ln w="22911" cap="flat">
              <a:noFill/>
              <a:prstDash val="solid"/>
              <a:miter/>
            </a:ln>
          </p:spPr>
          <p:txBody>
            <a:bodyPr rtlCol="0" anchor="ctr"/>
            <a:lstStyle/>
            <a:p>
              <a:endParaRPr lang="en-GB" sz="1600"/>
            </a:p>
          </p:txBody>
        </p:sp>
        <p:sp>
          <p:nvSpPr>
            <p:cNvPr id="34" name="Freeform: Shape 33">
              <a:extLst>
                <a:ext uri="{FF2B5EF4-FFF2-40B4-BE49-F238E27FC236}">
                  <a16:creationId xmlns:a16="http://schemas.microsoft.com/office/drawing/2014/main" id="{9B205A36-B292-3185-FB0C-B68887DE8743}"/>
                </a:ext>
              </a:extLst>
            </p:cNvPr>
            <p:cNvSpPr/>
            <p:nvPr>
              <p:custDataLst>
                <p:tags r:id="rId235"/>
              </p:custDataLst>
            </p:nvPr>
          </p:nvSpPr>
          <p:spPr>
            <a:xfrm>
              <a:off x="4558276" y="4130526"/>
              <a:ext cx="212312" cy="75381"/>
            </a:xfrm>
            <a:custGeom>
              <a:avLst/>
              <a:gdLst>
                <a:gd name="connsiteX0" fmla="*/ 201545 w 212312"/>
                <a:gd name="connsiteY0" fmla="*/ 12948 h 75381"/>
                <a:gd name="connsiteX1" fmla="*/ 212400 w 212312"/>
                <a:gd name="connsiteY1" fmla="*/ 6506 h 75381"/>
                <a:gd name="connsiteX2" fmla="*/ 201864 w 212312"/>
                <a:gd name="connsiteY2" fmla="*/ 63 h 75381"/>
                <a:gd name="connsiteX3" fmla="*/ 10623 w 212312"/>
                <a:gd name="connsiteY3" fmla="*/ 63 h 75381"/>
                <a:gd name="connsiteX4" fmla="*/ 88 w 212312"/>
                <a:gd name="connsiteY4" fmla="*/ 6506 h 75381"/>
                <a:gd name="connsiteX5" fmla="*/ 10943 w 212312"/>
                <a:gd name="connsiteY5" fmla="*/ 12948 h 75381"/>
                <a:gd name="connsiteX6" fmla="*/ 201545 w 212312"/>
                <a:gd name="connsiteY6" fmla="*/ 12948 h 75381"/>
                <a:gd name="connsiteX7" fmla="*/ 201864 w 212312"/>
                <a:gd name="connsiteY7" fmla="*/ 75444 h 75381"/>
                <a:gd name="connsiteX8" fmla="*/ 212400 w 212312"/>
                <a:gd name="connsiteY8" fmla="*/ 69001 h 75381"/>
                <a:gd name="connsiteX9" fmla="*/ 201545 w 212312"/>
                <a:gd name="connsiteY9" fmla="*/ 62558 h 75381"/>
                <a:gd name="connsiteX10" fmla="*/ 10943 w 212312"/>
                <a:gd name="connsiteY10" fmla="*/ 62558 h 75381"/>
                <a:gd name="connsiteX11" fmla="*/ 88 w 212312"/>
                <a:gd name="connsiteY11" fmla="*/ 69001 h 75381"/>
                <a:gd name="connsiteX12" fmla="*/ 10623 w 212312"/>
                <a:gd name="connsiteY12" fmla="*/ 75444 h 75381"/>
                <a:gd name="connsiteX13" fmla="*/ 201864 w 212312"/>
                <a:gd name="connsiteY13" fmla="*/ 75444 h 7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312" h="75381">
                  <a:moveTo>
                    <a:pt x="201545" y="12948"/>
                  </a:moveTo>
                  <a:cubicBezTo>
                    <a:pt x="206334" y="12948"/>
                    <a:pt x="212400" y="12948"/>
                    <a:pt x="212400" y="6506"/>
                  </a:cubicBezTo>
                  <a:cubicBezTo>
                    <a:pt x="212400" y="63"/>
                    <a:pt x="206334" y="63"/>
                    <a:pt x="201864" y="63"/>
                  </a:cubicBezTo>
                  <a:lnTo>
                    <a:pt x="10623" y="63"/>
                  </a:lnTo>
                  <a:cubicBezTo>
                    <a:pt x="6154" y="63"/>
                    <a:pt x="88" y="63"/>
                    <a:pt x="88" y="6506"/>
                  </a:cubicBezTo>
                  <a:cubicBezTo>
                    <a:pt x="88" y="12948"/>
                    <a:pt x="6154" y="12948"/>
                    <a:pt x="10943" y="12948"/>
                  </a:cubicBezTo>
                  <a:lnTo>
                    <a:pt x="201545" y="12948"/>
                  </a:lnTo>
                  <a:close/>
                  <a:moveTo>
                    <a:pt x="201864" y="75444"/>
                  </a:moveTo>
                  <a:cubicBezTo>
                    <a:pt x="206334" y="75444"/>
                    <a:pt x="212400" y="75444"/>
                    <a:pt x="212400" y="69001"/>
                  </a:cubicBezTo>
                  <a:cubicBezTo>
                    <a:pt x="212400" y="62558"/>
                    <a:pt x="206334" y="62558"/>
                    <a:pt x="201545" y="62558"/>
                  </a:cubicBezTo>
                  <a:lnTo>
                    <a:pt x="10943" y="62558"/>
                  </a:lnTo>
                  <a:cubicBezTo>
                    <a:pt x="6154" y="62558"/>
                    <a:pt x="88" y="62558"/>
                    <a:pt x="88" y="69001"/>
                  </a:cubicBezTo>
                  <a:cubicBezTo>
                    <a:pt x="88" y="75444"/>
                    <a:pt x="6154" y="75444"/>
                    <a:pt x="10623" y="75444"/>
                  </a:cubicBezTo>
                  <a:lnTo>
                    <a:pt x="201864" y="75444"/>
                  </a:lnTo>
                  <a:close/>
                </a:path>
              </a:pathLst>
            </a:custGeom>
            <a:grpFill/>
            <a:ln w="22911" cap="flat">
              <a:noFill/>
              <a:prstDash val="solid"/>
              <a:miter/>
            </a:ln>
          </p:spPr>
          <p:txBody>
            <a:bodyPr rtlCol="0" anchor="ctr"/>
            <a:lstStyle/>
            <a:p>
              <a:endParaRPr lang="en-GB" sz="1600"/>
            </a:p>
          </p:txBody>
        </p:sp>
        <p:sp>
          <p:nvSpPr>
            <p:cNvPr id="35" name="Freeform: Shape 34">
              <a:extLst>
                <a:ext uri="{FF2B5EF4-FFF2-40B4-BE49-F238E27FC236}">
                  <a16:creationId xmlns:a16="http://schemas.microsoft.com/office/drawing/2014/main" id="{E0C49ECE-4D03-823B-13C1-16C2E68A277E}"/>
                </a:ext>
              </a:extLst>
            </p:cNvPr>
            <p:cNvSpPr/>
            <p:nvPr>
              <p:custDataLst>
                <p:tags r:id="rId236"/>
              </p:custDataLst>
            </p:nvPr>
          </p:nvSpPr>
          <p:spPr>
            <a:xfrm>
              <a:off x="4886937" y="4021320"/>
              <a:ext cx="174040" cy="289927"/>
            </a:xfrm>
            <a:custGeom>
              <a:avLst/>
              <a:gdLst>
                <a:gd name="connsiteX0" fmla="*/ 174139 w 174040"/>
                <a:gd name="connsiteY0" fmla="*/ 44196 h 289927"/>
                <a:gd name="connsiteX1" fmla="*/ 130719 w 174040"/>
                <a:gd name="connsiteY1" fmla="*/ 63 h 289927"/>
                <a:gd name="connsiteX2" fmla="*/ 92087 w 174040"/>
                <a:gd name="connsiteY2" fmla="*/ 13593 h 289927"/>
                <a:gd name="connsiteX3" fmla="*/ 50902 w 174040"/>
                <a:gd name="connsiteY3" fmla="*/ 82209 h 289927"/>
                <a:gd name="connsiteX4" fmla="*/ 139 w 174040"/>
                <a:gd name="connsiteY4" fmla="*/ 286769 h 289927"/>
                <a:gd name="connsiteX5" fmla="*/ 3970 w 174040"/>
                <a:gd name="connsiteY5" fmla="*/ 289991 h 289927"/>
                <a:gd name="connsiteX6" fmla="*/ 7801 w 174040"/>
                <a:gd name="connsiteY6" fmla="*/ 288380 h 289927"/>
                <a:gd name="connsiteX7" fmla="*/ 30150 w 174040"/>
                <a:gd name="connsiteY7" fmla="*/ 199469 h 289927"/>
                <a:gd name="connsiteX8" fmla="*/ 73570 w 174040"/>
                <a:gd name="connsiteY8" fmla="*/ 230716 h 289927"/>
                <a:gd name="connsiteX9" fmla="*/ 135188 w 174040"/>
                <a:gd name="connsiteY9" fmla="*/ 205267 h 289927"/>
                <a:gd name="connsiteX10" fmla="*/ 160730 w 174040"/>
                <a:gd name="connsiteY10" fmla="*/ 145993 h 289927"/>
                <a:gd name="connsiteX11" fmla="*/ 137423 w 174040"/>
                <a:gd name="connsiteY11" fmla="*/ 97994 h 289927"/>
                <a:gd name="connsiteX12" fmla="*/ 174139 w 174040"/>
                <a:gd name="connsiteY12" fmla="*/ 44196 h 289927"/>
                <a:gd name="connsiteX13" fmla="*/ 116671 w 174040"/>
                <a:gd name="connsiteY13" fmla="*/ 97672 h 289927"/>
                <a:gd name="connsiteX14" fmla="*/ 101346 w 174040"/>
                <a:gd name="connsiteY14" fmla="*/ 99927 h 289927"/>
                <a:gd name="connsiteX15" fmla="*/ 87298 w 174040"/>
                <a:gd name="connsiteY15" fmla="*/ 98638 h 289927"/>
                <a:gd name="connsiteX16" fmla="*/ 102942 w 174040"/>
                <a:gd name="connsiteY16" fmla="*/ 96061 h 289927"/>
                <a:gd name="connsiteX17" fmla="*/ 116671 w 174040"/>
                <a:gd name="connsiteY17" fmla="*/ 97672 h 289927"/>
                <a:gd name="connsiteX18" fmla="*/ 156260 w 174040"/>
                <a:gd name="connsiteY18" fmla="*/ 36787 h 289927"/>
                <a:gd name="connsiteX19" fmla="*/ 127526 w 174040"/>
                <a:gd name="connsiteY19" fmla="*/ 92518 h 289927"/>
                <a:gd name="connsiteX20" fmla="*/ 102942 w 174040"/>
                <a:gd name="connsiteY20" fmla="*/ 88652 h 289927"/>
                <a:gd name="connsiteX21" fmla="*/ 78359 w 174040"/>
                <a:gd name="connsiteY21" fmla="*/ 98960 h 289927"/>
                <a:gd name="connsiteX22" fmla="*/ 100388 w 174040"/>
                <a:gd name="connsiteY22" fmla="*/ 107014 h 289927"/>
                <a:gd name="connsiteX23" fmla="*/ 126568 w 174040"/>
                <a:gd name="connsiteY23" fmla="*/ 102826 h 289927"/>
                <a:gd name="connsiteX24" fmla="*/ 140616 w 174040"/>
                <a:gd name="connsiteY24" fmla="*/ 139228 h 289927"/>
                <a:gd name="connsiteX25" fmla="*/ 124653 w 174040"/>
                <a:gd name="connsiteY25" fmla="*/ 194637 h 289927"/>
                <a:gd name="connsiteX26" fmla="*/ 72612 w 174040"/>
                <a:gd name="connsiteY26" fmla="*/ 223629 h 289927"/>
                <a:gd name="connsiteX27" fmla="*/ 36216 w 174040"/>
                <a:gd name="connsiteY27" fmla="*/ 182073 h 289927"/>
                <a:gd name="connsiteX28" fmla="*/ 37812 w 174040"/>
                <a:gd name="connsiteY28" fmla="*/ 167899 h 289927"/>
                <a:gd name="connsiteX29" fmla="*/ 58245 w 174040"/>
                <a:gd name="connsiteY29" fmla="*/ 86397 h 289927"/>
                <a:gd name="connsiteX30" fmla="*/ 126568 w 174040"/>
                <a:gd name="connsiteY30" fmla="*/ 7472 h 289927"/>
                <a:gd name="connsiteX31" fmla="*/ 156260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39" y="44196"/>
                  </a:moveTo>
                  <a:cubicBezTo>
                    <a:pt x="174139" y="20036"/>
                    <a:pt x="156579" y="63"/>
                    <a:pt x="130719" y="63"/>
                  </a:cubicBezTo>
                  <a:cubicBezTo>
                    <a:pt x="112201" y="63"/>
                    <a:pt x="103262" y="5217"/>
                    <a:pt x="92087" y="13593"/>
                  </a:cubicBezTo>
                  <a:cubicBezTo>
                    <a:pt x="74528" y="26478"/>
                    <a:pt x="56968" y="57726"/>
                    <a:pt x="50902" y="82209"/>
                  </a:cubicBezTo>
                  <a:lnTo>
                    <a:pt x="139" y="286769"/>
                  </a:lnTo>
                  <a:cubicBezTo>
                    <a:pt x="-181" y="288058"/>
                    <a:pt x="1416" y="289991"/>
                    <a:pt x="3970" y="289991"/>
                  </a:cubicBezTo>
                  <a:cubicBezTo>
                    <a:pt x="6524" y="289991"/>
                    <a:pt x="7482" y="289346"/>
                    <a:pt x="7801" y="288380"/>
                  </a:cubicBezTo>
                  <a:lnTo>
                    <a:pt x="30150" y="199469"/>
                  </a:lnTo>
                  <a:cubicBezTo>
                    <a:pt x="36216" y="218797"/>
                    <a:pt x="50263" y="230716"/>
                    <a:pt x="73570" y="230716"/>
                  </a:cubicBezTo>
                  <a:cubicBezTo>
                    <a:pt x="96876" y="230716"/>
                    <a:pt x="120821" y="219441"/>
                    <a:pt x="135188" y="205267"/>
                  </a:cubicBezTo>
                  <a:cubicBezTo>
                    <a:pt x="150513" y="190449"/>
                    <a:pt x="160730" y="169832"/>
                    <a:pt x="160730" y="145993"/>
                  </a:cubicBezTo>
                  <a:cubicBezTo>
                    <a:pt x="160730" y="122799"/>
                    <a:pt x="148917" y="106047"/>
                    <a:pt x="137423" y="97994"/>
                  </a:cubicBezTo>
                  <a:cubicBezTo>
                    <a:pt x="155941" y="87363"/>
                    <a:pt x="174139" y="67390"/>
                    <a:pt x="174139" y="44196"/>
                  </a:cubicBezTo>
                  <a:close/>
                  <a:moveTo>
                    <a:pt x="116671" y="97672"/>
                  </a:moveTo>
                  <a:cubicBezTo>
                    <a:pt x="112520" y="99282"/>
                    <a:pt x="109008" y="99927"/>
                    <a:pt x="101346" y="99927"/>
                  </a:cubicBezTo>
                  <a:cubicBezTo>
                    <a:pt x="96876" y="99927"/>
                    <a:pt x="90491" y="100249"/>
                    <a:pt x="87298" y="98638"/>
                  </a:cubicBezTo>
                  <a:cubicBezTo>
                    <a:pt x="87937" y="95417"/>
                    <a:pt x="99430" y="96061"/>
                    <a:pt x="102942" y="96061"/>
                  </a:cubicBezTo>
                  <a:cubicBezTo>
                    <a:pt x="109647" y="96061"/>
                    <a:pt x="112520" y="96061"/>
                    <a:pt x="116671" y="97672"/>
                  </a:cubicBezTo>
                  <a:close/>
                  <a:moveTo>
                    <a:pt x="156260" y="36787"/>
                  </a:moveTo>
                  <a:cubicBezTo>
                    <a:pt x="156260" y="59337"/>
                    <a:pt x="144128" y="82531"/>
                    <a:pt x="127526" y="92518"/>
                  </a:cubicBezTo>
                  <a:cubicBezTo>
                    <a:pt x="118906" y="89296"/>
                    <a:pt x="112520" y="88652"/>
                    <a:pt x="102942" y="88652"/>
                  </a:cubicBezTo>
                  <a:cubicBezTo>
                    <a:pt x="96238" y="88652"/>
                    <a:pt x="78359" y="88330"/>
                    <a:pt x="78359" y="98960"/>
                  </a:cubicBezTo>
                  <a:cubicBezTo>
                    <a:pt x="78040" y="107980"/>
                    <a:pt x="94641" y="107014"/>
                    <a:pt x="100388" y="107014"/>
                  </a:cubicBezTo>
                  <a:cubicBezTo>
                    <a:pt x="112201" y="107014"/>
                    <a:pt x="116990" y="106692"/>
                    <a:pt x="126568" y="102826"/>
                  </a:cubicBezTo>
                  <a:cubicBezTo>
                    <a:pt x="138700" y="114423"/>
                    <a:pt x="140297" y="124410"/>
                    <a:pt x="140616" y="139228"/>
                  </a:cubicBezTo>
                  <a:cubicBezTo>
                    <a:pt x="141254" y="157912"/>
                    <a:pt x="133592" y="182073"/>
                    <a:pt x="124653" y="194637"/>
                  </a:cubicBezTo>
                  <a:cubicBezTo>
                    <a:pt x="112201" y="212032"/>
                    <a:pt x="90810" y="223629"/>
                    <a:pt x="72612" y="223629"/>
                  </a:cubicBezTo>
                  <a:cubicBezTo>
                    <a:pt x="48348" y="223629"/>
                    <a:pt x="36216" y="204945"/>
                    <a:pt x="36216" y="182073"/>
                  </a:cubicBezTo>
                  <a:cubicBezTo>
                    <a:pt x="36216" y="178852"/>
                    <a:pt x="36216" y="174019"/>
                    <a:pt x="37812" y="167899"/>
                  </a:cubicBezTo>
                  <a:lnTo>
                    <a:pt x="58245" y="86397"/>
                  </a:lnTo>
                  <a:cubicBezTo>
                    <a:pt x="65269" y="58693"/>
                    <a:pt x="88256" y="7472"/>
                    <a:pt x="126568" y="7472"/>
                  </a:cubicBezTo>
                  <a:cubicBezTo>
                    <a:pt x="145086" y="7472"/>
                    <a:pt x="156260" y="17458"/>
                    <a:pt x="156260" y="36787"/>
                  </a:cubicBezTo>
                  <a:close/>
                </a:path>
              </a:pathLst>
            </a:custGeom>
            <a:grpFill/>
            <a:ln w="22911" cap="flat">
              <a:noFill/>
              <a:prstDash val="solid"/>
              <a:miter/>
            </a:ln>
          </p:spPr>
          <p:txBody>
            <a:bodyPr rtlCol="0" anchor="ctr"/>
            <a:lstStyle/>
            <a:p>
              <a:endParaRPr lang="en-GB" sz="1600"/>
            </a:p>
          </p:txBody>
        </p:sp>
        <p:sp>
          <p:nvSpPr>
            <p:cNvPr id="36" name="Freeform: Shape 35">
              <a:extLst>
                <a:ext uri="{FF2B5EF4-FFF2-40B4-BE49-F238E27FC236}">
                  <a16:creationId xmlns:a16="http://schemas.microsoft.com/office/drawing/2014/main" id="{03BD8209-82F5-14FB-E122-A4B628E1C019}"/>
                </a:ext>
              </a:extLst>
            </p:cNvPr>
            <p:cNvSpPr/>
            <p:nvPr>
              <p:custDataLst>
                <p:tags r:id="rId237"/>
              </p:custDataLst>
            </p:nvPr>
          </p:nvSpPr>
          <p:spPr>
            <a:xfrm>
              <a:off x="5069606" y="4147341"/>
              <a:ext cx="103697" cy="154241"/>
            </a:xfrm>
            <a:custGeom>
              <a:avLst/>
              <a:gdLst>
                <a:gd name="connsiteX0" fmla="*/ 103802 w 103697"/>
                <a:gd name="connsiteY0" fmla="*/ 77862 h 154241"/>
                <a:gd name="connsiteX1" fmla="*/ 90616 w 103697"/>
                <a:gd name="connsiteY1" fmla="*/ 19457 h 154241"/>
                <a:gd name="connsiteX2" fmla="*/ 51953 w 103697"/>
                <a:gd name="connsiteY2" fmla="*/ 64 h 154241"/>
                <a:gd name="connsiteX3" fmla="*/ 104 w 103697"/>
                <a:gd name="connsiteY3" fmla="*/ 77862 h 154241"/>
                <a:gd name="connsiteX4" fmla="*/ 51953 w 103697"/>
                <a:gd name="connsiteY4" fmla="*/ 154306 h 154241"/>
                <a:gd name="connsiteX5" fmla="*/ 103802 w 103697"/>
                <a:gd name="connsiteY5" fmla="*/ 77862 h 154241"/>
                <a:gd name="connsiteX6" fmla="*/ 51953 w 103697"/>
                <a:gd name="connsiteY6" fmla="*/ 147992 h 154241"/>
                <a:gd name="connsiteX7" fmla="*/ 23570 w 103697"/>
                <a:gd name="connsiteY7" fmla="*/ 123412 h 154241"/>
                <a:gd name="connsiteX8" fmla="*/ 20441 w 103697"/>
                <a:gd name="connsiteY8" fmla="*/ 74930 h 154241"/>
                <a:gd name="connsiteX9" fmla="*/ 23793 w 103697"/>
                <a:gd name="connsiteY9" fmla="*/ 28928 h 154241"/>
                <a:gd name="connsiteX10" fmla="*/ 51953 w 103697"/>
                <a:gd name="connsiteY10" fmla="*/ 6378 h 154241"/>
                <a:gd name="connsiteX11" fmla="*/ 79665 w 103697"/>
                <a:gd name="connsiteY11" fmla="*/ 26899 h 154241"/>
                <a:gd name="connsiteX12" fmla="*/ 83464 w 103697"/>
                <a:gd name="connsiteY12" fmla="*/ 74930 h 154241"/>
                <a:gd name="connsiteX13" fmla="*/ 80559 w 103697"/>
                <a:gd name="connsiteY13" fmla="*/ 122510 h 154241"/>
                <a:gd name="connsiteX14" fmla="*/ 51953 w 103697"/>
                <a:gd name="connsiteY14" fmla="*/ 147992 h 15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697" h="154241">
                  <a:moveTo>
                    <a:pt x="103802" y="77862"/>
                  </a:moveTo>
                  <a:cubicBezTo>
                    <a:pt x="103802" y="53057"/>
                    <a:pt x="100896" y="35242"/>
                    <a:pt x="90616" y="19457"/>
                  </a:cubicBezTo>
                  <a:cubicBezTo>
                    <a:pt x="83688" y="9084"/>
                    <a:pt x="69832" y="64"/>
                    <a:pt x="51953" y="64"/>
                  </a:cubicBezTo>
                  <a:cubicBezTo>
                    <a:pt x="104" y="64"/>
                    <a:pt x="104" y="61626"/>
                    <a:pt x="104" y="77862"/>
                  </a:cubicBezTo>
                  <a:cubicBezTo>
                    <a:pt x="104" y="94097"/>
                    <a:pt x="104" y="154306"/>
                    <a:pt x="51953" y="154306"/>
                  </a:cubicBezTo>
                  <a:cubicBezTo>
                    <a:pt x="103802" y="154306"/>
                    <a:pt x="103802" y="94098"/>
                    <a:pt x="103802" y="77862"/>
                  </a:cubicBezTo>
                  <a:close/>
                  <a:moveTo>
                    <a:pt x="51953" y="147992"/>
                  </a:moveTo>
                  <a:cubicBezTo>
                    <a:pt x="41672" y="147992"/>
                    <a:pt x="28040" y="141903"/>
                    <a:pt x="23570" y="123412"/>
                  </a:cubicBezTo>
                  <a:cubicBezTo>
                    <a:pt x="20441" y="110108"/>
                    <a:pt x="20441" y="91617"/>
                    <a:pt x="20441" y="74930"/>
                  </a:cubicBezTo>
                  <a:cubicBezTo>
                    <a:pt x="20441" y="58469"/>
                    <a:pt x="20441" y="41331"/>
                    <a:pt x="23793" y="28928"/>
                  </a:cubicBezTo>
                  <a:cubicBezTo>
                    <a:pt x="28487" y="11114"/>
                    <a:pt x="42790" y="6378"/>
                    <a:pt x="51953" y="6378"/>
                  </a:cubicBezTo>
                  <a:cubicBezTo>
                    <a:pt x="64021" y="6378"/>
                    <a:pt x="75642" y="13820"/>
                    <a:pt x="79665" y="26899"/>
                  </a:cubicBezTo>
                  <a:cubicBezTo>
                    <a:pt x="83241" y="39076"/>
                    <a:pt x="83464" y="55312"/>
                    <a:pt x="83464" y="74930"/>
                  </a:cubicBezTo>
                  <a:cubicBezTo>
                    <a:pt x="83464" y="91617"/>
                    <a:pt x="83464" y="108304"/>
                    <a:pt x="80559" y="122510"/>
                  </a:cubicBezTo>
                  <a:cubicBezTo>
                    <a:pt x="76089" y="143031"/>
                    <a:pt x="60892" y="147992"/>
                    <a:pt x="51953" y="147992"/>
                  </a:cubicBezTo>
                  <a:close/>
                </a:path>
              </a:pathLst>
            </a:custGeom>
            <a:grpFill/>
            <a:ln w="22911" cap="flat">
              <a:noFill/>
              <a:prstDash val="solid"/>
              <a:miter/>
            </a:ln>
          </p:spPr>
          <p:txBody>
            <a:bodyPr rtlCol="0" anchor="ctr"/>
            <a:lstStyle/>
            <a:p>
              <a:endParaRPr lang="en-GB" sz="1600"/>
            </a:p>
          </p:txBody>
        </p:sp>
        <p:sp>
          <p:nvSpPr>
            <p:cNvPr id="37" name="Freeform: Shape 36">
              <a:extLst>
                <a:ext uri="{FF2B5EF4-FFF2-40B4-BE49-F238E27FC236}">
                  <a16:creationId xmlns:a16="http://schemas.microsoft.com/office/drawing/2014/main" id="{FDF12856-D9CC-5EA1-9C97-27FC8E8E1904}"/>
                </a:ext>
              </a:extLst>
            </p:cNvPr>
            <p:cNvSpPr/>
            <p:nvPr>
              <p:custDataLst>
                <p:tags r:id="rId238"/>
              </p:custDataLst>
            </p:nvPr>
          </p:nvSpPr>
          <p:spPr>
            <a:xfrm>
              <a:off x="5290037" y="4060943"/>
              <a:ext cx="212312" cy="214546"/>
            </a:xfrm>
            <a:custGeom>
              <a:avLst/>
              <a:gdLst>
                <a:gd name="connsiteX0" fmla="*/ 112811 w 212312"/>
                <a:gd name="connsiteY0" fmla="*/ 113779 h 214546"/>
                <a:gd name="connsiteX1" fmla="*/ 201887 w 212312"/>
                <a:gd name="connsiteY1" fmla="*/ 113779 h 214546"/>
                <a:gd name="connsiteX2" fmla="*/ 212423 w 212312"/>
                <a:gd name="connsiteY2" fmla="*/ 107336 h 214546"/>
                <a:gd name="connsiteX3" fmla="*/ 201887 w 212312"/>
                <a:gd name="connsiteY3" fmla="*/ 100893 h 214546"/>
                <a:gd name="connsiteX4" fmla="*/ 112811 w 212312"/>
                <a:gd name="connsiteY4" fmla="*/ 100893 h 214546"/>
                <a:gd name="connsiteX5" fmla="*/ 112811 w 212312"/>
                <a:gd name="connsiteY5" fmla="*/ 10693 h 214546"/>
                <a:gd name="connsiteX6" fmla="*/ 106426 w 212312"/>
                <a:gd name="connsiteY6" fmla="*/ 63 h 214546"/>
                <a:gd name="connsiteX7" fmla="*/ 100041 w 212312"/>
                <a:gd name="connsiteY7" fmla="*/ 10693 h 214546"/>
                <a:gd name="connsiteX8" fmla="*/ 100041 w 212312"/>
                <a:gd name="connsiteY8" fmla="*/ 100893 h 214546"/>
                <a:gd name="connsiteX9" fmla="*/ 10646 w 212312"/>
                <a:gd name="connsiteY9" fmla="*/ 100893 h 214546"/>
                <a:gd name="connsiteX10" fmla="*/ 111 w 212312"/>
                <a:gd name="connsiteY10" fmla="*/ 107336 h 214546"/>
                <a:gd name="connsiteX11" fmla="*/ 10646 w 212312"/>
                <a:gd name="connsiteY11" fmla="*/ 113779 h 214546"/>
                <a:gd name="connsiteX12" fmla="*/ 100041 w 212312"/>
                <a:gd name="connsiteY12" fmla="*/ 113779 h 214546"/>
                <a:gd name="connsiteX13" fmla="*/ 100041 w 212312"/>
                <a:gd name="connsiteY13" fmla="*/ 203979 h 214546"/>
                <a:gd name="connsiteX14" fmla="*/ 106426 w 212312"/>
                <a:gd name="connsiteY14" fmla="*/ 214609 h 214546"/>
                <a:gd name="connsiteX15" fmla="*/ 112811 w 212312"/>
                <a:gd name="connsiteY15" fmla="*/ 203979 h 214546"/>
                <a:gd name="connsiteX16" fmla="*/ 112811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11" y="113779"/>
                  </a:moveTo>
                  <a:lnTo>
                    <a:pt x="201887" y="113779"/>
                  </a:lnTo>
                  <a:cubicBezTo>
                    <a:pt x="206356" y="113779"/>
                    <a:pt x="212423" y="113779"/>
                    <a:pt x="212423" y="107336"/>
                  </a:cubicBezTo>
                  <a:cubicBezTo>
                    <a:pt x="212423" y="100893"/>
                    <a:pt x="206356" y="100893"/>
                    <a:pt x="201887" y="100893"/>
                  </a:cubicBezTo>
                  <a:lnTo>
                    <a:pt x="112811" y="100893"/>
                  </a:lnTo>
                  <a:lnTo>
                    <a:pt x="112811" y="10693"/>
                  </a:lnTo>
                  <a:cubicBezTo>
                    <a:pt x="112811" y="6183"/>
                    <a:pt x="112811" y="63"/>
                    <a:pt x="106426" y="63"/>
                  </a:cubicBezTo>
                  <a:cubicBezTo>
                    <a:pt x="100041" y="63"/>
                    <a:pt x="100041" y="6183"/>
                    <a:pt x="100041" y="10693"/>
                  </a:cubicBezTo>
                  <a:lnTo>
                    <a:pt x="100041" y="100893"/>
                  </a:lnTo>
                  <a:lnTo>
                    <a:pt x="10646" y="100893"/>
                  </a:lnTo>
                  <a:cubicBezTo>
                    <a:pt x="6177" y="100893"/>
                    <a:pt x="111" y="100893"/>
                    <a:pt x="111" y="107336"/>
                  </a:cubicBezTo>
                  <a:cubicBezTo>
                    <a:pt x="111" y="113779"/>
                    <a:pt x="6177" y="113779"/>
                    <a:pt x="10646" y="113779"/>
                  </a:cubicBezTo>
                  <a:lnTo>
                    <a:pt x="100041" y="113779"/>
                  </a:lnTo>
                  <a:lnTo>
                    <a:pt x="100041" y="203979"/>
                  </a:lnTo>
                  <a:cubicBezTo>
                    <a:pt x="100041" y="208489"/>
                    <a:pt x="100041" y="214609"/>
                    <a:pt x="106426" y="214609"/>
                  </a:cubicBezTo>
                  <a:cubicBezTo>
                    <a:pt x="112811" y="214609"/>
                    <a:pt x="112811" y="208489"/>
                    <a:pt x="112811" y="203979"/>
                  </a:cubicBezTo>
                  <a:lnTo>
                    <a:pt x="112811" y="113779"/>
                  </a:lnTo>
                  <a:close/>
                </a:path>
              </a:pathLst>
            </a:custGeom>
            <a:grpFill/>
            <a:ln w="22911" cap="flat">
              <a:noFill/>
              <a:prstDash val="solid"/>
              <a:miter/>
            </a:ln>
          </p:spPr>
          <p:txBody>
            <a:bodyPr rtlCol="0" anchor="ctr"/>
            <a:lstStyle/>
            <a:p>
              <a:endParaRPr lang="en-GB" sz="1600"/>
            </a:p>
          </p:txBody>
        </p:sp>
        <p:sp>
          <p:nvSpPr>
            <p:cNvPr id="38" name="Freeform: Shape 37">
              <a:extLst>
                <a:ext uri="{FF2B5EF4-FFF2-40B4-BE49-F238E27FC236}">
                  <a16:creationId xmlns:a16="http://schemas.microsoft.com/office/drawing/2014/main" id="{0AA1ACC6-D620-FE01-97DC-42BCF658D00E}"/>
                </a:ext>
              </a:extLst>
            </p:cNvPr>
            <p:cNvSpPr/>
            <p:nvPr>
              <p:custDataLst>
                <p:tags r:id="rId239"/>
              </p:custDataLst>
            </p:nvPr>
          </p:nvSpPr>
          <p:spPr>
            <a:xfrm>
              <a:off x="5600961" y="4021320"/>
              <a:ext cx="174040" cy="289927"/>
            </a:xfrm>
            <a:custGeom>
              <a:avLst/>
              <a:gdLst>
                <a:gd name="connsiteX0" fmla="*/ 174161 w 174040"/>
                <a:gd name="connsiteY0" fmla="*/ 44196 h 289927"/>
                <a:gd name="connsiteX1" fmla="*/ 130741 w 174040"/>
                <a:gd name="connsiteY1" fmla="*/ 63 h 289927"/>
                <a:gd name="connsiteX2" fmla="*/ 92110 w 174040"/>
                <a:gd name="connsiteY2" fmla="*/ 13593 h 289927"/>
                <a:gd name="connsiteX3" fmla="*/ 50924 w 174040"/>
                <a:gd name="connsiteY3" fmla="*/ 82209 h 289927"/>
                <a:gd name="connsiteX4" fmla="*/ 161 w 174040"/>
                <a:gd name="connsiteY4" fmla="*/ 286769 h 289927"/>
                <a:gd name="connsiteX5" fmla="*/ 3992 w 174040"/>
                <a:gd name="connsiteY5" fmla="*/ 289991 h 289927"/>
                <a:gd name="connsiteX6" fmla="*/ 7823 w 174040"/>
                <a:gd name="connsiteY6" fmla="*/ 288380 h 289927"/>
                <a:gd name="connsiteX7" fmla="*/ 30172 w 174040"/>
                <a:gd name="connsiteY7" fmla="*/ 199469 h 289927"/>
                <a:gd name="connsiteX8" fmla="*/ 73592 w 174040"/>
                <a:gd name="connsiteY8" fmla="*/ 230716 h 289927"/>
                <a:gd name="connsiteX9" fmla="*/ 135211 w 174040"/>
                <a:gd name="connsiteY9" fmla="*/ 205267 h 289927"/>
                <a:gd name="connsiteX10" fmla="*/ 160752 w 174040"/>
                <a:gd name="connsiteY10" fmla="*/ 145993 h 289927"/>
                <a:gd name="connsiteX11" fmla="*/ 137445 w 174040"/>
                <a:gd name="connsiteY11" fmla="*/ 97994 h 289927"/>
                <a:gd name="connsiteX12" fmla="*/ 174161 w 174040"/>
                <a:gd name="connsiteY12" fmla="*/ 44196 h 289927"/>
                <a:gd name="connsiteX13" fmla="*/ 116693 w 174040"/>
                <a:gd name="connsiteY13" fmla="*/ 97672 h 289927"/>
                <a:gd name="connsiteX14" fmla="*/ 101368 w 174040"/>
                <a:gd name="connsiteY14" fmla="*/ 99927 h 289927"/>
                <a:gd name="connsiteX15" fmla="*/ 87321 w 174040"/>
                <a:gd name="connsiteY15" fmla="*/ 98638 h 289927"/>
                <a:gd name="connsiteX16" fmla="*/ 102965 w 174040"/>
                <a:gd name="connsiteY16" fmla="*/ 96061 h 289927"/>
                <a:gd name="connsiteX17" fmla="*/ 116693 w 174040"/>
                <a:gd name="connsiteY17" fmla="*/ 97672 h 289927"/>
                <a:gd name="connsiteX18" fmla="*/ 156282 w 174040"/>
                <a:gd name="connsiteY18" fmla="*/ 36787 h 289927"/>
                <a:gd name="connsiteX19" fmla="*/ 127548 w 174040"/>
                <a:gd name="connsiteY19" fmla="*/ 92518 h 289927"/>
                <a:gd name="connsiteX20" fmla="*/ 102965 w 174040"/>
                <a:gd name="connsiteY20" fmla="*/ 88652 h 289927"/>
                <a:gd name="connsiteX21" fmla="*/ 78381 w 174040"/>
                <a:gd name="connsiteY21" fmla="*/ 98960 h 289927"/>
                <a:gd name="connsiteX22" fmla="*/ 100411 w 174040"/>
                <a:gd name="connsiteY22" fmla="*/ 107014 h 289927"/>
                <a:gd name="connsiteX23" fmla="*/ 126590 w 174040"/>
                <a:gd name="connsiteY23" fmla="*/ 102826 h 289927"/>
                <a:gd name="connsiteX24" fmla="*/ 140638 w 174040"/>
                <a:gd name="connsiteY24" fmla="*/ 139228 h 289927"/>
                <a:gd name="connsiteX25" fmla="*/ 124675 w 174040"/>
                <a:gd name="connsiteY25" fmla="*/ 194637 h 289927"/>
                <a:gd name="connsiteX26" fmla="*/ 72634 w 174040"/>
                <a:gd name="connsiteY26" fmla="*/ 223629 h 289927"/>
                <a:gd name="connsiteX27" fmla="*/ 36238 w 174040"/>
                <a:gd name="connsiteY27" fmla="*/ 182073 h 289927"/>
                <a:gd name="connsiteX28" fmla="*/ 37834 w 174040"/>
                <a:gd name="connsiteY28" fmla="*/ 167899 h 289927"/>
                <a:gd name="connsiteX29" fmla="*/ 58267 w 174040"/>
                <a:gd name="connsiteY29" fmla="*/ 86397 h 289927"/>
                <a:gd name="connsiteX30" fmla="*/ 126590 w 174040"/>
                <a:gd name="connsiteY30" fmla="*/ 7472 h 289927"/>
                <a:gd name="connsiteX31" fmla="*/ 156282 w 174040"/>
                <a:gd name="connsiteY31" fmla="*/ 36787 h 28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4040" h="289927">
                  <a:moveTo>
                    <a:pt x="174161" y="44196"/>
                  </a:moveTo>
                  <a:cubicBezTo>
                    <a:pt x="174161" y="20036"/>
                    <a:pt x="156601" y="63"/>
                    <a:pt x="130741" y="63"/>
                  </a:cubicBezTo>
                  <a:cubicBezTo>
                    <a:pt x="112223" y="63"/>
                    <a:pt x="103284" y="5217"/>
                    <a:pt x="92110" y="13593"/>
                  </a:cubicBezTo>
                  <a:cubicBezTo>
                    <a:pt x="74550" y="26478"/>
                    <a:pt x="56990" y="57726"/>
                    <a:pt x="50924" y="82209"/>
                  </a:cubicBezTo>
                  <a:lnTo>
                    <a:pt x="161" y="286769"/>
                  </a:lnTo>
                  <a:cubicBezTo>
                    <a:pt x="-158" y="288058"/>
                    <a:pt x="1438" y="289991"/>
                    <a:pt x="3992" y="289991"/>
                  </a:cubicBezTo>
                  <a:cubicBezTo>
                    <a:pt x="6546" y="289991"/>
                    <a:pt x="7504" y="289346"/>
                    <a:pt x="7823" y="288380"/>
                  </a:cubicBezTo>
                  <a:lnTo>
                    <a:pt x="30172" y="199469"/>
                  </a:lnTo>
                  <a:cubicBezTo>
                    <a:pt x="36238" y="218797"/>
                    <a:pt x="50286" y="230716"/>
                    <a:pt x="73592" y="230716"/>
                  </a:cubicBezTo>
                  <a:cubicBezTo>
                    <a:pt x="96899" y="230716"/>
                    <a:pt x="120844" y="219441"/>
                    <a:pt x="135211" y="205267"/>
                  </a:cubicBezTo>
                  <a:cubicBezTo>
                    <a:pt x="150535" y="190449"/>
                    <a:pt x="160752" y="169832"/>
                    <a:pt x="160752" y="145993"/>
                  </a:cubicBezTo>
                  <a:cubicBezTo>
                    <a:pt x="160752" y="122799"/>
                    <a:pt x="148939" y="106047"/>
                    <a:pt x="137445" y="97994"/>
                  </a:cubicBezTo>
                  <a:cubicBezTo>
                    <a:pt x="155963" y="87363"/>
                    <a:pt x="174161" y="67390"/>
                    <a:pt x="174161" y="44196"/>
                  </a:cubicBezTo>
                  <a:close/>
                  <a:moveTo>
                    <a:pt x="116693" y="97672"/>
                  </a:moveTo>
                  <a:cubicBezTo>
                    <a:pt x="112543" y="99282"/>
                    <a:pt x="109031" y="99927"/>
                    <a:pt x="101368" y="99927"/>
                  </a:cubicBezTo>
                  <a:cubicBezTo>
                    <a:pt x="96899" y="99927"/>
                    <a:pt x="90513" y="100249"/>
                    <a:pt x="87321" y="98638"/>
                  </a:cubicBezTo>
                  <a:cubicBezTo>
                    <a:pt x="87959" y="95417"/>
                    <a:pt x="99453" y="96061"/>
                    <a:pt x="102965" y="96061"/>
                  </a:cubicBezTo>
                  <a:cubicBezTo>
                    <a:pt x="109669" y="96061"/>
                    <a:pt x="112543" y="96061"/>
                    <a:pt x="116693" y="97672"/>
                  </a:cubicBezTo>
                  <a:close/>
                  <a:moveTo>
                    <a:pt x="156282" y="36787"/>
                  </a:moveTo>
                  <a:cubicBezTo>
                    <a:pt x="156282" y="59337"/>
                    <a:pt x="144150" y="82531"/>
                    <a:pt x="127548" y="92518"/>
                  </a:cubicBezTo>
                  <a:cubicBezTo>
                    <a:pt x="118928" y="89296"/>
                    <a:pt x="112543" y="88652"/>
                    <a:pt x="102965" y="88652"/>
                  </a:cubicBezTo>
                  <a:cubicBezTo>
                    <a:pt x="96260" y="88652"/>
                    <a:pt x="78381" y="88330"/>
                    <a:pt x="78381" y="98960"/>
                  </a:cubicBezTo>
                  <a:cubicBezTo>
                    <a:pt x="78062" y="107980"/>
                    <a:pt x="94664" y="107014"/>
                    <a:pt x="100411" y="107014"/>
                  </a:cubicBezTo>
                  <a:cubicBezTo>
                    <a:pt x="112223" y="107014"/>
                    <a:pt x="117012" y="106692"/>
                    <a:pt x="126590" y="102826"/>
                  </a:cubicBezTo>
                  <a:cubicBezTo>
                    <a:pt x="138722" y="114423"/>
                    <a:pt x="140319" y="124410"/>
                    <a:pt x="140638" y="139228"/>
                  </a:cubicBezTo>
                  <a:cubicBezTo>
                    <a:pt x="141277" y="157912"/>
                    <a:pt x="133614" y="182073"/>
                    <a:pt x="124675" y="194637"/>
                  </a:cubicBezTo>
                  <a:cubicBezTo>
                    <a:pt x="112223" y="212032"/>
                    <a:pt x="90833" y="223629"/>
                    <a:pt x="72634" y="223629"/>
                  </a:cubicBezTo>
                  <a:cubicBezTo>
                    <a:pt x="48370" y="223629"/>
                    <a:pt x="36238" y="204945"/>
                    <a:pt x="36238" y="182073"/>
                  </a:cubicBezTo>
                  <a:cubicBezTo>
                    <a:pt x="36238" y="178852"/>
                    <a:pt x="36238" y="174019"/>
                    <a:pt x="37834" y="167899"/>
                  </a:cubicBezTo>
                  <a:lnTo>
                    <a:pt x="58267" y="86397"/>
                  </a:lnTo>
                  <a:cubicBezTo>
                    <a:pt x="65291" y="58693"/>
                    <a:pt x="88278" y="7472"/>
                    <a:pt x="126590" y="7472"/>
                  </a:cubicBezTo>
                  <a:cubicBezTo>
                    <a:pt x="145108" y="7472"/>
                    <a:pt x="156282" y="17458"/>
                    <a:pt x="156282" y="36787"/>
                  </a:cubicBezTo>
                  <a:close/>
                </a:path>
              </a:pathLst>
            </a:custGeom>
            <a:grpFill/>
            <a:ln w="22911" cap="flat">
              <a:noFill/>
              <a:prstDash val="solid"/>
              <a:miter/>
            </a:ln>
          </p:spPr>
          <p:txBody>
            <a:bodyPr rtlCol="0" anchor="ctr"/>
            <a:lstStyle/>
            <a:p>
              <a:endParaRPr lang="en-GB" sz="1600"/>
            </a:p>
          </p:txBody>
        </p:sp>
        <p:sp>
          <p:nvSpPr>
            <p:cNvPr id="39" name="Freeform: Shape 38">
              <a:extLst>
                <a:ext uri="{FF2B5EF4-FFF2-40B4-BE49-F238E27FC236}">
                  <a16:creationId xmlns:a16="http://schemas.microsoft.com/office/drawing/2014/main" id="{6D6F0CC8-FC06-88C0-F59D-772BEDC64919}"/>
                </a:ext>
              </a:extLst>
            </p:cNvPr>
            <p:cNvSpPr/>
            <p:nvPr>
              <p:custDataLst>
                <p:tags r:id="rId240"/>
              </p:custDataLst>
            </p:nvPr>
          </p:nvSpPr>
          <p:spPr>
            <a:xfrm>
              <a:off x="5796369" y="4147341"/>
              <a:ext cx="81349" cy="149731"/>
            </a:xfrm>
            <a:custGeom>
              <a:avLst/>
              <a:gdLst>
                <a:gd name="connsiteX0" fmla="*/ 50634 w 81349"/>
                <a:gd name="connsiteY0" fmla="*/ 6378 h 149731"/>
                <a:gd name="connsiteX1" fmla="*/ 43929 w 81349"/>
                <a:gd name="connsiteY1" fmla="*/ 64 h 149731"/>
                <a:gd name="connsiteX2" fmla="*/ 126 w 81349"/>
                <a:gd name="connsiteY2" fmla="*/ 14496 h 149731"/>
                <a:gd name="connsiteX3" fmla="*/ 126 w 81349"/>
                <a:gd name="connsiteY3" fmla="*/ 22614 h 149731"/>
                <a:gd name="connsiteX4" fmla="*/ 32532 w 81349"/>
                <a:gd name="connsiteY4" fmla="*/ 16300 h 149731"/>
                <a:gd name="connsiteX5" fmla="*/ 32532 w 81349"/>
                <a:gd name="connsiteY5" fmla="*/ 131305 h 149731"/>
                <a:gd name="connsiteX6" fmla="*/ 10183 w 81349"/>
                <a:gd name="connsiteY6" fmla="*/ 141678 h 149731"/>
                <a:gd name="connsiteX7" fmla="*/ 1691 w 81349"/>
                <a:gd name="connsiteY7" fmla="*/ 141678 h 149731"/>
                <a:gd name="connsiteX8" fmla="*/ 1691 w 81349"/>
                <a:gd name="connsiteY8" fmla="*/ 149796 h 149731"/>
                <a:gd name="connsiteX9" fmla="*/ 41471 w 81349"/>
                <a:gd name="connsiteY9" fmla="*/ 148894 h 149731"/>
                <a:gd name="connsiteX10" fmla="*/ 81475 w 81349"/>
                <a:gd name="connsiteY10" fmla="*/ 149796 h 149731"/>
                <a:gd name="connsiteX11" fmla="*/ 81475 w 81349"/>
                <a:gd name="connsiteY11" fmla="*/ 141678 h 149731"/>
                <a:gd name="connsiteX12" fmla="*/ 72983 w 81349"/>
                <a:gd name="connsiteY12" fmla="*/ 141678 h 149731"/>
                <a:gd name="connsiteX13" fmla="*/ 50634 w 81349"/>
                <a:gd name="connsiteY13" fmla="*/ 131305 h 149731"/>
                <a:gd name="connsiteX14" fmla="*/ 50634 w 81349"/>
                <a:gd name="connsiteY14" fmla="*/ 6378 h 14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349" h="149731">
                  <a:moveTo>
                    <a:pt x="50634" y="6378"/>
                  </a:moveTo>
                  <a:cubicBezTo>
                    <a:pt x="50634" y="290"/>
                    <a:pt x="50187" y="64"/>
                    <a:pt x="43929" y="64"/>
                  </a:cubicBezTo>
                  <a:cubicBezTo>
                    <a:pt x="29626" y="14271"/>
                    <a:pt x="9289" y="14496"/>
                    <a:pt x="126" y="14496"/>
                  </a:cubicBezTo>
                  <a:lnTo>
                    <a:pt x="126" y="22614"/>
                  </a:lnTo>
                  <a:cubicBezTo>
                    <a:pt x="5490" y="22614"/>
                    <a:pt x="20240" y="22614"/>
                    <a:pt x="32532" y="16300"/>
                  </a:cubicBezTo>
                  <a:lnTo>
                    <a:pt x="32532" y="131305"/>
                  </a:lnTo>
                  <a:cubicBezTo>
                    <a:pt x="32532" y="138746"/>
                    <a:pt x="32532" y="141678"/>
                    <a:pt x="10183" y="141678"/>
                  </a:cubicBezTo>
                  <a:lnTo>
                    <a:pt x="1691" y="141678"/>
                  </a:lnTo>
                  <a:lnTo>
                    <a:pt x="1691" y="149796"/>
                  </a:lnTo>
                  <a:cubicBezTo>
                    <a:pt x="5713" y="149570"/>
                    <a:pt x="33202" y="148894"/>
                    <a:pt x="41471" y="148894"/>
                  </a:cubicBezTo>
                  <a:cubicBezTo>
                    <a:pt x="48399" y="148894"/>
                    <a:pt x="76558" y="149570"/>
                    <a:pt x="81475" y="149796"/>
                  </a:cubicBezTo>
                  <a:lnTo>
                    <a:pt x="81475" y="141678"/>
                  </a:lnTo>
                  <a:lnTo>
                    <a:pt x="72983" y="141678"/>
                  </a:lnTo>
                  <a:cubicBezTo>
                    <a:pt x="50634" y="141678"/>
                    <a:pt x="50634" y="138746"/>
                    <a:pt x="50634" y="131305"/>
                  </a:cubicBezTo>
                  <a:lnTo>
                    <a:pt x="50634" y="6378"/>
                  </a:lnTo>
                  <a:close/>
                </a:path>
              </a:pathLst>
            </a:custGeom>
            <a:grpFill/>
            <a:ln w="22911" cap="flat">
              <a:noFill/>
              <a:prstDash val="solid"/>
              <a:miter/>
            </a:ln>
          </p:spPr>
          <p:txBody>
            <a:bodyPr rtlCol="0" anchor="ctr"/>
            <a:lstStyle/>
            <a:p>
              <a:endParaRPr lang="en-GB" sz="1600"/>
            </a:p>
          </p:txBody>
        </p:sp>
        <p:sp>
          <p:nvSpPr>
            <p:cNvPr id="40" name="Freeform: Shape 39">
              <a:extLst>
                <a:ext uri="{FF2B5EF4-FFF2-40B4-BE49-F238E27FC236}">
                  <a16:creationId xmlns:a16="http://schemas.microsoft.com/office/drawing/2014/main" id="{7ACF70DD-6DD2-06F1-B4B6-CAA846153531}"/>
                </a:ext>
              </a:extLst>
            </p:cNvPr>
            <p:cNvSpPr/>
            <p:nvPr>
              <p:custDataLst>
                <p:tags r:id="rId241"/>
              </p:custDataLst>
            </p:nvPr>
          </p:nvSpPr>
          <p:spPr>
            <a:xfrm>
              <a:off x="5924494" y="4106365"/>
              <a:ext cx="158994" cy="145930"/>
            </a:xfrm>
            <a:custGeom>
              <a:avLst/>
              <a:gdLst>
                <a:gd name="connsiteX0" fmla="*/ 97507 w 158994"/>
                <a:gd name="connsiteY0" fmla="*/ 45163 h 145930"/>
                <a:gd name="connsiteX1" fmla="*/ 129114 w 158994"/>
                <a:gd name="connsiteY1" fmla="*/ 7150 h 145930"/>
                <a:gd name="connsiteX2" fmla="*/ 145077 w 158994"/>
                <a:gd name="connsiteY2" fmla="*/ 11338 h 145930"/>
                <a:gd name="connsiteX3" fmla="*/ 129753 w 158994"/>
                <a:gd name="connsiteY3" fmla="*/ 28733 h 145930"/>
                <a:gd name="connsiteX4" fmla="*/ 141885 w 158994"/>
                <a:gd name="connsiteY4" fmla="*/ 40008 h 145930"/>
                <a:gd name="connsiteX5" fmla="*/ 159125 w 158994"/>
                <a:gd name="connsiteY5" fmla="*/ 21324 h 145930"/>
                <a:gd name="connsiteX6" fmla="*/ 129433 w 158994"/>
                <a:gd name="connsiteY6" fmla="*/ 63 h 145930"/>
                <a:gd name="connsiteX7" fmla="*/ 95910 w 158994"/>
                <a:gd name="connsiteY7" fmla="*/ 24546 h 145930"/>
                <a:gd name="connsiteX8" fmla="*/ 61430 w 158994"/>
                <a:gd name="connsiteY8" fmla="*/ 63 h 145930"/>
                <a:gd name="connsiteX9" fmla="*/ 10028 w 158994"/>
                <a:gd name="connsiteY9" fmla="*/ 49673 h 145930"/>
                <a:gd name="connsiteX10" fmla="*/ 13859 w 158994"/>
                <a:gd name="connsiteY10" fmla="*/ 52894 h 145930"/>
                <a:gd name="connsiteX11" fmla="*/ 18009 w 158994"/>
                <a:gd name="connsiteY11" fmla="*/ 49350 h 145930"/>
                <a:gd name="connsiteX12" fmla="*/ 60791 w 158994"/>
                <a:gd name="connsiteY12" fmla="*/ 7150 h 145930"/>
                <a:gd name="connsiteX13" fmla="*/ 78032 w 158994"/>
                <a:gd name="connsiteY13" fmla="*/ 28733 h 145930"/>
                <a:gd name="connsiteX14" fmla="*/ 60791 w 158994"/>
                <a:gd name="connsiteY14" fmla="*/ 105403 h 145930"/>
                <a:gd name="connsiteX15" fmla="*/ 30461 w 158994"/>
                <a:gd name="connsiteY15" fmla="*/ 138906 h 145930"/>
                <a:gd name="connsiteX16" fmla="*/ 14498 w 158994"/>
                <a:gd name="connsiteY16" fmla="*/ 134718 h 145930"/>
                <a:gd name="connsiteX17" fmla="*/ 29503 w 158994"/>
                <a:gd name="connsiteY17" fmla="*/ 117322 h 145930"/>
                <a:gd name="connsiteX18" fmla="*/ 17690 w 158994"/>
                <a:gd name="connsiteY18" fmla="*/ 106047 h 145930"/>
                <a:gd name="connsiteX19" fmla="*/ 131 w 158994"/>
                <a:gd name="connsiteY19" fmla="*/ 124732 h 145930"/>
                <a:gd name="connsiteX20" fmla="*/ 30142 w 158994"/>
                <a:gd name="connsiteY20" fmla="*/ 145993 h 145930"/>
                <a:gd name="connsiteX21" fmla="*/ 63665 w 158994"/>
                <a:gd name="connsiteY21" fmla="*/ 121510 h 145930"/>
                <a:gd name="connsiteX22" fmla="*/ 98145 w 158994"/>
                <a:gd name="connsiteY22" fmla="*/ 145993 h 145930"/>
                <a:gd name="connsiteX23" fmla="*/ 149228 w 158994"/>
                <a:gd name="connsiteY23" fmla="*/ 96383 h 145930"/>
                <a:gd name="connsiteX24" fmla="*/ 145397 w 158994"/>
                <a:gd name="connsiteY24" fmla="*/ 93162 h 145930"/>
                <a:gd name="connsiteX25" fmla="*/ 141246 w 158994"/>
                <a:gd name="connsiteY25" fmla="*/ 96705 h 145930"/>
                <a:gd name="connsiteX26" fmla="*/ 98784 w 158994"/>
                <a:gd name="connsiteY26" fmla="*/ 138906 h 145930"/>
                <a:gd name="connsiteX27" fmla="*/ 81224 w 158994"/>
                <a:gd name="connsiteY27" fmla="*/ 117645 h 145930"/>
                <a:gd name="connsiteX28" fmla="*/ 86652 w 158994"/>
                <a:gd name="connsiteY28" fmla="*/ 89296 h 145930"/>
                <a:gd name="connsiteX29" fmla="*/ 97507 w 158994"/>
                <a:gd name="connsiteY29" fmla="*/ 45163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8994" h="145930">
                  <a:moveTo>
                    <a:pt x="97507" y="45163"/>
                  </a:moveTo>
                  <a:cubicBezTo>
                    <a:pt x="99422" y="36787"/>
                    <a:pt x="106765" y="7150"/>
                    <a:pt x="129114" y="7150"/>
                  </a:cubicBezTo>
                  <a:cubicBezTo>
                    <a:pt x="130710" y="7150"/>
                    <a:pt x="138373" y="7150"/>
                    <a:pt x="145077" y="11338"/>
                  </a:cubicBezTo>
                  <a:cubicBezTo>
                    <a:pt x="136138" y="12948"/>
                    <a:pt x="129753" y="21002"/>
                    <a:pt x="129753" y="28733"/>
                  </a:cubicBezTo>
                  <a:cubicBezTo>
                    <a:pt x="129753" y="33888"/>
                    <a:pt x="133265" y="40008"/>
                    <a:pt x="141885" y="40008"/>
                  </a:cubicBezTo>
                  <a:cubicBezTo>
                    <a:pt x="148909" y="40008"/>
                    <a:pt x="159125" y="34210"/>
                    <a:pt x="159125" y="21324"/>
                  </a:cubicBezTo>
                  <a:cubicBezTo>
                    <a:pt x="159125" y="4573"/>
                    <a:pt x="140288" y="63"/>
                    <a:pt x="129433" y="63"/>
                  </a:cubicBezTo>
                  <a:cubicBezTo>
                    <a:pt x="110916" y="63"/>
                    <a:pt x="99742" y="17136"/>
                    <a:pt x="95910" y="24546"/>
                  </a:cubicBezTo>
                  <a:cubicBezTo>
                    <a:pt x="87929" y="3284"/>
                    <a:pt x="70688" y="63"/>
                    <a:pt x="61430" y="63"/>
                  </a:cubicBezTo>
                  <a:cubicBezTo>
                    <a:pt x="28226" y="63"/>
                    <a:pt x="10028" y="41619"/>
                    <a:pt x="10028" y="49673"/>
                  </a:cubicBezTo>
                  <a:cubicBezTo>
                    <a:pt x="10028" y="52894"/>
                    <a:pt x="13220" y="52894"/>
                    <a:pt x="13859" y="52894"/>
                  </a:cubicBezTo>
                  <a:cubicBezTo>
                    <a:pt x="16413" y="52894"/>
                    <a:pt x="17371" y="52250"/>
                    <a:pt x="18009" y="49350"/>
                  </a:cubicBezTo>
                  <a:cubicBezTo>
                    <a:pt x="28865" y="15203"/>
                    <a:pt x="49936" y="7150"/>
                    <a:pt x="60791" y="7150"/>
                  </a:cubicBezTo>
                  <a:cubicBezTo>
                    <a:pt x="66857" y="7150"/>
                    <a:pt x="78032" y="10049"/>
                    <a:pt x="78032" y="28733"/>
                  </a:cubicBezTo>
                  <a:cubicBezTo>
                    <a:pt x="78032" y="38720"/>
                    <a:pt x="72604" y="60303"/>
                    <a:pt x="60791" y="105403"/>
                  </a:cubicBezTo>
                  <a:cubicBezTo>
                    <a:pt x="55683" y="125376"/>
                    <a:pt x="44509" y="138906"/>
                    <a:pt x="30461" y="138906"/>
                  </a:cubicBezTo>
                  <a:cubicBezTo>
                    <a:pt x="28545" y="138906"/>
                    <a:pt x="21202" y="138906"/>
                    <a:pt x="14498" y="134718"/>
                  </a:cubicBezTo>
                  <a:cubicBezTo>
                    <a:pt x="22479" y="133107"/>
                    <a:pt x="29503" y="126342"/>
                    <a:pt x="29503" y="117322"/>
                  </a:cubicBezTo>
                  <a:cubicBezTo>
                    <a:pt x="29503" y="108625"/>
                    <a:pt x="22479" y="106047"/>
                    <a:pt x="17690" y="106047"/>
                  </a:cubicBezTo>
                  <a:cubicBezTo>
                    <a:pt x="8112" y="106047"/>
                    <a:pt x="131" y="114423"/>
                    <a:pt x="131" y="124732"/>
                  </a:cubicBezTo>
                  <a:cubicBezTo>
                    <a:pt x="131" y="139550"/>
                    <a:pt x="16094" y="145993"/>
                    <a:pt x="30142" y="145993"/>
                  </a:cubicBezTo>
                  <a:cubicBezTo>
                    <a:pt x="51213" y="145993"/>
                    <a:pt x="62707" y="123443"/>
                    <a:pt x="63665" y="121510"/>
                  </a:cubicBezTo>
                  <a:cubicBezTo>
                    <a:pt x="67496" y="133430"/>
                    <a:pt x="78989" y="145993"/>
                    <a:pt x="98145" y="145993"/>
                  </a:cubicBezTo>
                  <a:cubicBezTo>
                    <a:pt x="131030" y="145993"/>
                    <a:pt x="149228" y="104437"/>
                    <a:pt x="149228" y="96383"/>
                  </a:cubicBezTo>
                  <a:cubicBezTo>
                    <a:pt x="149228" y="93162"/>
                    <a:pt x="146355" y="93162"/>
                    <a:pt x="145397" y="93162"/>
                  </a:cubicBezTo>
                  <a:cubicBezTo>
                    <a:pt x="142523" y="93162"/>
                    <a:pt x="141885" y="94450"/>
                    <a:pt x="141246" y="96705"/>
                  </a:cubicBezTo>
                  <a:cubicBezTo>
                    <a:pt x="130710" y="131175"/>
                    <a:pt x="109000" y="138906"/>
                    <a:pt x="98784" y="138906"/>
                  </a:cubicBezTo>
                  <a:cubicBezTo>
                    <a:pt x="86332" y="138906"/>
                    <a:pt x="81224" y="128597"/>
                    <a:pt x="81224" y="117645"/>
                  </a:cubicBezTo>
                  <a:cubicBezTo>
                    <a:pt x="81224" y="110557"/>
                    <a:pt x="83140" y="103470"/>
                    <a:pt x="86652" y="89296"/>
                  </a:cubicBezTo>
                  <a:lnTo>
                    <a:pt x="97507" y="45163"/>
                  </a:lnTo>
                  <a:close/>
                </a:path>
              </a:pathLst>
            </a:custGeom>
            <a:grpFill/>
            <a:ln w="22911" cap="flat">
              <a:noFill/>
              <a:prstDash val="solid"/>
              <a:miter/>
            </a:ln>
          </p:spPr>
          <p:txBody>
            <a:bodyPr rtlCol="0" anchor="ctr"/>
            <a:lstStyle/>
            <a:p>
              <a:endParaRPr lang="en-GB" sz="1600"/>
            </a:p>
          </p:txBody>
        </p:sp>
        <p:sp>
          <p:nvSpPr>
            <p:cNvPr id="41" name="Freeform: Shape 40">
              <a:extLst>
                <a:ext uri="{FF2B5EF4-FFF2-40B4-BE49-F238E27FC236}">
                  <a16:creationId xmlns:a16="http://schemas.microsoft.com/office/drawing/2014/main" id="{B3B316A9-6ED2-7CD9-C953-A0C433B882F1}"/>
                </a:ext>
              </a:extLst>
            </p:cNvPr>
            <p:cNvSpPr/>
            <p:nvPr>
              <p:custDataLst>
                <p:tags r:id="rId242"/>
              </p:custDataLst>
            </p:nvPr>
          </p:nvSpPr>
          <p:spPr>
            <a:xfrm>
              <a:off x="6108209" y="4147567"/>
              <a:ext cx="67716" cy="151761"/>
            </a:xfrm>
            <a:custGeom>
              <a:avLst/>
              <a:gdLst>
                <a:gd name="connsiteX0" fmla="*/ 62042 w 67716"/>
                <a:gd name="connsiteY0" fmla="*/ 8633 h 151761"/>
                <a:gd name="connsiteX1" fmla="*/ 53103 w 67716"/>
                <a:gd name="connsiteY1" fmla="*/ 64 h 151761"/>
                <a:gd name="connsiteX2" fmla="*/ 40587 w 67716"/>
                <a:gd name="connsiteY2" fmla="*/ 12467 h 151761"/>
                <a:gd name="connsiteX3" fmla="*/ 49527 w 67716"/>
                <a:gd name="connsiteY3" fmla="*/ 21036 h 151761"/>
                <a:gd name="connsiteX4" fmla="*/ 62042 w 67716"/>
                <a:gd name="connsiteY4" fmla="*/ 8633 h 151761"/>
                <a:gd name="connsiteX5" fmla="*/ 16451 w 67716"/>
                <a:gd name="connsiteY5" fmla="*/ 123187 h 151761"/>
                <a:gd name="connsiteX6" fmla="*/ 14439 w 67716"/>
                <a:gd name="connsiteY6" fmla="*/ 132658 h 151761"/>
                <a:gd name="connsiteX7" fmla="*/ 35671 w 67716"/>
                <a:gd name="connsiteY7" fmla="*/ 151825 h 151761"/>
                <a:gd name="connsiteX8" fmla="*/ 67853 w 67716"/>
                <a:gd name="connsiteY8" fmla="*/ 117324 h 151761"/>
                <a:gd name="connsiteX9" fmla="*/ 64277 w 67716"/>
                <a:gd name="connsiteY9" fmla="*/ 114392 h 151761"/>
                <a:gd name="connsiteX10" fmla="*/ 60031 w 67716"/>
                <a:gd name="connsiteY10" fmla="*/ 118226 h 151761"/>
                <a:gd name="connsiteX11" fmla="*/ 36341 w 67716"/>
                <a:gd name="connsiteY11" fmla="*/ 145511 h 151761"/>
                <a:gd name="connsiteX12" fmla="*/ 30754 w 67716"/>
                <a:gd name="connsiteY12" fmla="*/ 137619 h 151761"/>
                <a:gd name="connsiteX13" fmla="*/ 34330 w 67716"/>
                <a:gd name="connsiteY13" fmla="*/ 123187 h 151761"/>
                <a:gd name="connsiteX14" fmla="*/ 41481 w 67716"/>
                <a:gd name="connsiteY14" fmla="*/ 105147 h 151761"/>
                <a:gd name="connsiteX15" fmla="*/ 52432 w 67716"/>
                <a:gd name="connsiteY15" fmla="*/ 76509 h 151761"/>
                <a:gd name="connsiteX16" fmla="*/ 53773 w 67716"/>
                <a:gd name="connsiteY16" fmla="*/ 69293 h 151761"/>
                <a:gd name="connsiteX17" fmla="*/ 32542 w 67716"/>
                <a:gd name="connsiteY17" fmla="*/ 50125 h 151761"/>
                <a:gd name="connsiteX18" fmla="*/ 136 w 67716"/>
                <a:gd name="connsiteY18" fmla="*/ 84627 h 151761"/>
                <a:gd name="connsiteX19" fmla="*/ 3936 w 67716"/>
                <a:gd name="connsiteY19" fmla="*/ 87558 h 151761"/>
                <a:gd name="connsiteX20" fmla="*/ 7958 w 67716"/>
                <a:gd name="connsiteY20" fmla="*/ 83950 h 151761"/>
                <a:gd name="connsiteX21" fmla="*/ 31871 w 67716"/>
                <a:gd name="connsiteY21" fmla="*/ 56439 h 151761"/>
                <a:gd name="connsiteX22" fmla="*/ 37458 w 67716"/>
                <a:gd name="connsiteY22" fmla="*/ 64332 h 151761"/>
                <a:gd name="connsiteX23" fmla="*/ 30530 w 67716"/>
                <a:gd name="connsiteY23" fmla="*/ 86882 h 151761"/>
                <a:gd name="connsiteX24" fmla="*/ 16451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42" y="8633"/>
                  </a:moveTo>
                  <a:cubicBezTo>
                    <a:pt x="62042" y="5025"/>
                    <a:pt x="59360" y="64"/>
                    <a:pt x="53103" y="64"/>
                  </a:cubicBezTo>
                  <a:cubicBezTo>
                    <a:pt x="47068" y="64"/>
                    <a:pt x="40587" y="5927"/>
                    <a:pt x="40587" y="12467"/>
                  </a:cubicBezTo>
                  <a:cubicBezTo>
                    <a:pt x="40587" y="16300"/>
                    <a:pt x="43493" y="21036"/>
                    <a:pt x="49527" y="21036"/>
                  </a:cubicBezTo>
                  <a:cubicBezTo>
                    <a:pt x="56008" y="21036"/>
                    <a:pt x="62042" y="14722"/>
                    <a:pt x="62042" y="8633"/>
                  </a:cubicBezTo>
                  <a:close/>
                  <a:moveTo>
                    <a:pt x="16451" y="123187"/>
                  </a:moveTo>
                  <a:cubicBezTo>
                    <a:pt x="15557" y="126118"/>
                    <a:pt x="14439" y="128824"/>
                    <a:pt x="14439" y="132658"/>
                  </a:cubicBezTo>
                  <a:cubicBezTo>
                    <a:pt x="14439" y="143256"/>
                    <a:pt x="23379" y="151825"/>
                    <a:pt x="35671" y="151825"/>
                  </a:cubicBezTo>
                  <a:cubicBezTo>
                    <a:pt x="58019" y="151825"/>
                    <a:pt x="67853" y="120706"/>
                    <a:pt x="67853" y="117324"/>
                  </a:cubicBezTo>
                  <a:cubicBezTo>
                    <a:pt x="67853" y="114392"/>
                    <a:pt x="64947" y="114392"/>
                    <a:pt x="64277" y="114392"/>
                  </a:cubicBezTo>
                  <a:cubicBezTo>
                    <a:pt x="61148" y="114392"/>
                    <a:pt x="60925" y="115745"/>
                    <a:pt x="60031" y="118226"/>
                  </a:cubicBezTo>
                  <a:cubicBezTo>
                    <a:pt x="54890" y="136266"/>
                    <a:pt x="45057" y="145511"/>
                    <a:pt x="36341" y="145511"/>
                  </a:cubicBezTo>
                  <a:cubicBezTo>
                    <a:pt x="31871" y="145511"/>
                    <a:pt x="30754" y="142580"/>
                    <a:pt x="30754" y="137619"/>
                  </a:cubicBezTo>
                  <a:cubicBezTo>
                    <a:pt x="30754" y="132432"/>
                    <a:pt x="32318" y="128148"/>
                    <a:pt x="34330" y="123187"/>
                  </a:cubicBezTo>
                  <a:cubicBezTo>
                    <a:pt x="36565" y="117098"/>
                    <a:pt x="39023" y="111010"/>
                    <a:pt x="41481" y="105147"/>
                  </a:cubicBezTo>
                  <a:cubicBezTo>
                    <a:pt x="43493" y="99735"/>
                    <a:pt x="51538" y="79215"/>
                    <a:pt x="52432" y="76509"/>
                  </a:cubicBezTo>
                  <a:cubicBezTo>
                    <a:pt x="53103" y="74254"/>
                    <a:pt x="53773" y="71548"/>
                    <a:pt x="53773" y="69293"/>
                  </a:cubicBezTo>
                  <a:cubicBezTo>
                    <a:pt x="53773" y="58694"/>
                    <a:pt x="44834" y="50125"/>
                    <a:pt x="32542" y="50125"/>
                  </a:cubicBezTo>
                  <a:cubicBezTo>
                    <a:pt x="10417" y="50125"/>
                    <a:pt x="136" y="80793"/>
                    <a:pt x="136" y="84627"/>
                  </a:cubicBezTo>
                  <a:cubicBezTo>
                    <a:pt x="136" y="87558"/>
                    <a:pt x="3265" y="87558"/>
                    <a:pt x="3936" y="87558"/>
                  </a:cubicBezTo>
                  <a:cubicBezTo>
                    <a:pt x="7064" y="87558"/>
                    <a:pt x="7288" y="86431"/>
                    <a:pt x="7958" y="83950"/>
                  </a:cubicBezTo>
                  <a:cubicBezTo>
                    <a:pt x="13769" y="64557"/>
                    <a:pt x="23602" y="56439"/>
                    <a:pt x="31871" y="56439"/>
                  </a:cubicBezTo>
                  <a:cubicBezTo>
                    <a:pt x="35447" y="56439"/>
                    <a:pt x="37458" y="58243"/>
                    <a:pt x="37458" y="64332"/>
                  </a:cubicBezTo>
                  <a:cubicBezTo>
                    <a:pt x="37458" y="69518"/>
                    <a:pt x="36118" y="72901"/>
                    <a:pt x="30530" y="86882"/>
                  </a:cubicBezTo>
                  <a:lnTo>
                    <a:pt x="16451" y="123187"/>
                  </a:lnTo>
                  <a:close/>
                </a:path>
              </a:pathLst>
            </a:custGeom>
            <a:grpFill/>
            <a:ln w="22911" cap="flat">
              <a:noFill/>
              <a:prstDash val="solid"/>
              <a:miter/>
            </a:ln>
          </p:spPr>
          <p:txBody>
            <a:bodyPr rtlCol="0" anchor="ctr"/>
            <a:lstStyle/>
            <a:p>
              <a:endParaRPr lang="en-GB" sz="1600"/>
            </a:p>
          </p:txBody>
        </p:sp>
        <p:sp>
          <p:nvSpPr>
            <p:cNvPr id="42" name="Freeform: Shape 41">
              <a:extLst>
                <a:ext uri="{FF2B5EF4-FFF2-40B4-BE49-F238E27FC236}">
                  <a16:creationId xmlns:a16="http://schemas.microsoft.com/office/drawing/2014/main" id="{C97B7FF7-7C50-288B-5FE1-BCC9A3FD7940}"/>
                </a:ext>
              </a:extLst>
            </p:cNvPr>
            <p:cNvSpPr/>
            <p:nvPr>
              <p:custDataLst>
                <p:tags r:id="rId243"/>
              </p:custDataLst>
            </p:nvPr>
          </p:nvSpPr>
          <p:spPr>
            <a:xfrm>
              <a:off x="6292823" y="4060943"/>
              <a:ext cx="212312" cy="214546"/>
            </a:xfrm>
            <a:custGeom>
              <a:avLst/>
              <a:gdLst>
                <a:gd name="connsiteX0" fmla="*/ 112843 w 212312"/>
                <a:gd name="connsiteY0" fmla="*/ 113779 h 214546"/>
                <a:gd name="connsiteX1" fmla="*/ 201918 w 212312"/>
                <a:gd name="connsiteY1" fmla="*/ 113779 h 214546"/>
                <a:gd name="connsiteX2" fmla="*/ 212454 w 212312"/>
                <a:gd name="connsiteY2" fmla="*/ 107336 h 214546"/>
                <a:gd name="connsiteX3" fmla="*/ 201918 w 212312"/>
                <a:gd name="connsiteY3" fmla="*/ 100893 h 214546"/>
                <a:gd name="connsiteX4" fmla="*/ 112843 w 212312"/>
                <a:gd name="connsiteY4" fmla="*/ 100893 h 214546"/>
                <a:gd name="connsiteX5" fmla="*/ 112843 w 212312"/>
                <a:gd name="connsiteY5" fmla="*/ 10693 h 214546"/>
                <a:gd name="connsiteX6" fmla="*/ 106457 w 212312"/>
                <a:gd name="connsiteY6" fmla="*/ 63 h 214546"/>
                <a:gd name="connsiteX7" fmla="*/ 100072 w 212312"/>
                <a:gd name="connsiteY7" fmla="*/ 10693 h 214546"/>
                <a:gd name="connsiteX8" fmla="*/ 100072 w 212312"/>
                <a:gd name="connsiteY8" fmla="*/ 100893 h 214546"/>
                <a:gd name="connsiteX9" fmla="*/ 10678 w 212312"/>
                <a:gd name="connsiteY9" fmla="*/ 100893 h 214546"/>
                <a:gd name="connsiteX10" fmla="*/ 142 w 212312"/>
                <a:gd name="connsiteY10" fmla="*/ 107336 h 214546"/>
                <a:gd name="connsiteX11" fmla="*/ 10678 w 212312"/>
                <a:gd name="connsiteY11" fmla="*/ 113779 h 214546"/>
                <a:gd name="connsiteX12" fmla="*/ 100072 w 212312"/>
                <a:gd name="connsiteY12" fmla="*/ 113779 h 214546"/>
                <a:gd name="connsiteX13" fmla="*/ 100072 w 212312"/>
                <a:gd name="connsiteY13" fmla="*/ 203979 h 214546"/>
                <a:gd name="connsiteX14" fmla="*/ 106457 w 212312"/>
                <a:gd name="connsiteY14" fmla="*/ 214609 h 214546"/>
                <a:gd name="connsiteX15" fmla="*/ 112843 w 212312"/>
                <a:gd name="connsiteY15" fmla="*/ 203979 h 214546"/>
                <a:gd name="connsiteX16" fmla="*/ 112843 w 212312"/>
                <a:gd name="connsiteY16" fmla="*/ 113779 h 2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12" h="214546">
                  <a:moveTo>
                    <a:pt x="112843" y="113779"/>
                  </a:moveTo>
                  <a:lnTo>
                    <a:pt x="201918" y="113779"/>
                  </a:lnTo>
                  <a:cubicBezTo>
                    <a:pt x="206388" y="113779"/>
                    <a:pt x="212454" y="113779"/>
                    <a:pt x="212454" y="107336"/>
                  </a:cubicBezTo>
                  <a:cubicBezTo>
                    <a:pt x="212454" y="100893"/>
                    <a:pt x="206388" y="100893"/>
                    <a:pt x="201918" y="100893"/>
                  </a:cubicBezTo>
                  <a:lnTo>
                    <a:pt x="112843" y="100893"/>
                  </a:lnTo>
                  <a:lnTo>
                    <a:pt x="112843" y="10693"/>
                  </a:lnTo>
                  <a:cubicBezTo>
                    <a:pt x="112843" y="6183"/>
                    <a:pt x="112843" y="63"/>
                    <a:pt x="106457" y="63"/>
                  </a:cubicBezTo>
                  <a:cubicBezTo>
                    <a:pt x="100072" y="63"/>
                    <a:pt x="100072" y="6183"/>
                    <a:pt x="100072" y="10693"/>
                  </a:cubicBezTo>
                  <a:lnTo>
                    <a:pt x="100072" y="100893"/>
                  </a:lnTo>
                  <a:lnTo>
                    <a:pt x="10678" y="100893"/>
                  </a:lnTo>
                  <a:cubicBezTo>
                    <a:pt x="6208" y="100893"/>
                    <a:pt x="142" y="100893"/>
                    <a:pt x="142" y="107336"/>
                  </a:cubicBezTo>
                  <a:cubicBezTo>
                    <a:pt x="142" y="113779"/>
                    <a:pt x="6208" y="113779"/>
                    <a:pt x="10678" y="113779"/>
                  </a:cubicBezTo>
                  <a:lnTo>
                    <a:pt x="100072" y="113779"/>
                  </a:lnTo>
                  <a:lnTo>
                    <a:pt x="100072" y="203979"/>
                  </a:lnTo>
                  <a:cubicBezTo>
                    <a:pt x="100072" y="208489"/>
                    <a:pt x="100072" y="214609"/>
                    <a:pt x="106457" y="214609"/>
                  </a:cubicBezTo>
                  <a:cubicBezTo>
                    <a:pt x="112843" y="214609"/>
                    <a:pt x="112843" y="208489"/>
                    <a:pt x="112843" y="203979"/>
                  </a:cubicBezTo>
                  <a:lnTo>
                    <a:pt x="112843" y="113779"/>
                  </a:lnTo>
                  <a:close/>
                </a:path>
              </a:pathLst>
            </a:custGeom>
            <a:grpFill/>
            <a:ln w="22911" cap="flat">
              <a:noFill/>
              <a:prstDash val="solid"/>
              <a:miter/>
            </a:ln>
          </p:spPr>
          <p:txBody>
            <a:bodyPr rtlCol="0" anchor="ctr"/>
            <a:lstStyle/>
            <a:p>
              <a:endParaRPr lang="en-GB" sz="1600"/>
            </a:p>
          </p:txBody>
        </p:sp>
        <p:sp>
          <p:nvSpPr>
            <p:cNvPr id="43" name="Freeform: Shape 42">
              <a:extLst>
                <a:ext uri="{FF2B5EF4-FFF2-40B4-BE49-F238E27FC236}">
                  <a16:creationId xmlns:a16="http://schemas.microsoft.com/office/drawing/2014/main" id="{48EB925A-40B1-92BD-B0C0-2FD3125ED55C}"/>
                </a:ext>
              </a:extLst>
            </p:cNvPr>
            <p:cNvSpPr/>
            <p:nvPr>
              <p:custDataLst>
                <p:tags r:id="rId244"/>
              </p:custDataLst>
            </p:nvPr>
          </p:nvSpPr>
          <p:spPr>
            <a:xfrm>
              <a:off x="6603469" y="4106365"/>
              <a:ext cx="164102" cy="145930"/>
            </a:xfrm>
            <a:custGeom>
              <a:avLst/>
              <a:gdLst>
                <a:gd name="connsiteX0" fmla="*/ 102636 w 164102"/>
                <a:gd name="connsiteY0" fmla="*/ 124410 h 145930"/>
                <a:gd name="connsiteX1" fmla="*/ 131051 w 164102"/>
                <a:gd name="connsiteY1" fmla="*/ 145993 h 145930"/>
                <a:gd name="connsiteX2" fmla="*/ 154677 w 164102"/>
                <a:gd name="connsiteY2" fmla="*/ 128275 h 145930"/>
                <a:gd name="connsiteX3" fmla="*/ 164255 w 164102"/>
                <a:gd name="connsiteY3" fmla="*/ 96383 h 145930"/>
                <a:gd name="connsiteX4" fmla="*/ 160423 w 164102"/>
                <a:gd name="connsiteY4" fmla="*/ 93162 h 145930"/>
                <a:gd name="connsiteX5" fmla="*/ 155954 w 164102"/>
                <a:gd name="connsiteY5" fmla="*/ 98960 h 145930"/>
                <a:gd name="connsiteX6" fmla="*/ 132009 w 164102"/>
                <a:gd name="connsiteY6" fmla="*/ 138906 h 145930"/>
                <a:gd name="connsiteX7" fmla="*/ 122111 w 164102"/>
                <a:gd name="connsiteY7" fmla="*/ 124087 h 145930"/>
                <a:gd name="connsiteX8" fmla="*/ 128497 w 164102"/>
                <a:gd name="connsiteY8" fmla="*/ 90585 h 145930"/>
                <a:gd name="connsiteX9" fmla="*/ 137436 w 164102"/>
                <a:gd name="connsiteY9" fmla="*/ 55793 h 145930"/>
                <a:gd name="connsiteX10" fmla="*/ 142864 w 164102"/>
                <a:gd name="connsiteY10" fmla="*/ 33888 h 145930"/>
                <a:gd name="connsiteX11" fmla="*/ 147653 w 164102"/>
                <a:gd name="connsiteY11" fmla="*/ 12304 h 145930"/>
                <a:gd name="connsiteX12" fmla="*/ 138394 w 164102"/>
                <a:gd name="connsiteY12" fmla="*/ 3606 h 145930"/>
                <a:gd name="connsiteX13" fmla="*/ 125943 w 164102"/>
                <a:gd name="connsiteY13" fmla="*/ 14881 h 145930"/>
                <a:gd name="connsiteX14" fmla="*/ 101998 w 164102"/>
                <a:gd name="connsiteY14" fmla="*/ 111846 h 145930"/>
                <a:gd name="connsiteX15" fmla="*/ 65601 w 164102"/>
                <a:gd name="connsiteY15" fmla="*/ 138906 h 145930"/>
                <a:gd name="connsiteX16" fmla="*/ 45807 w 164102"/>
                <a:gd name="connsiteY16" fmla="*/ 112490 h 145930"/>
                <a:gd name="connsiteX17" fmla="*/ 63047 w 164102"/>
                <a:gd name="connsiteY17" fmla="*/ 46773 h 145930"/>
                <a:gd name="connsiteX18" fmla="*/ 68475 w 164102"/>
                <a:gd name="connsiteY18" fmla="*/ 26478 h 145930"/>
                <a:gd name="connsiteX19" fmla="*/ 42295 w 164102"/>
                <a:gd name="connsiteY19" fmla="*/ 63 h 145930"/>
                <a:gd name="connsiteX20" fmla="*/ 152 w 164102"/>
                <a:gd name="connsiteY20" fmla="*/ 49673 h 145930"/>
                <a:gd name="connsiteX21" fmla="*/ 3983 w 164102"/>
                <a:gd name="connsiteY21" fmla="*/ 52894 h 145930"/>
                <a:gd name="connsiteX22" fmla="*/ 9091 w 164102"/>
                <a:gd name="connsiteY22" fmla="*/ 47096 h 145930"/>
                <a:gd name="connsiteX23" fmla="*/ 41337 w 164102"/>
                <a:gd name="connsiteY23" fmla="*/ 7150 h 145930"/>
                <a:gd name="connsiteX24" fmla="*/ 49319 w 164102"/>
                <a:gd name="connsiteY24" fmla="*/ 17781 h 145930"/>
                <a:gd name="connsiteX25" fmla="*/ 43891 w 164102"/>
                <a:gd name="connsiteY25" fmla="*/ 39686 h 145930"/>
                <a:gd name="connsiteX26" fmla="*/ 25374 w 164102"/>
                <a:gd name="connsiteY26" fmla="*/ 107336 h 145930"/>
                <a:gd name="connsiteX27" fmla="*/ 64644 w 164102"/>
                <a:gd name="connsiteY27" fmla="*/ 145993 h 145930"/>
                <a:gd name="connsiteX28" fmla="*/ 102636 w 164102"/>
                <a:gd name="connsiteY28" fmla="*/ 124410 h 14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102" h="145930">
                  <a:moveTo>
                    <a:pt x="102636" y="124410"/>
                  </a:moveTo>
                  <a:cubicBezTo>
                    <a:pt x="106148" y="137617"/>
                    <a:pt x="117322" y="145993"/>
                    <a:pt x="131051" y="145993"/>
                  </a:cubicBezTo>
                  <a:cubicBezTo>
                    <a:pt x="142225" y="145993"/>
                    <a:pt x="149568" y="138584"/>
                    <a:pt x="154677" y="128275"/>
                  </a:cubicBezTo>
                  <a:cubicBezTo>
                    <a:pt x="160104" y="116678"/>
                    <a:pt x="164255" y="97028"/>
                    <a:pt x="164255" y="96383"/>
                  </a:cubicBezTo>
                  <a:cubicBezTo>
                    <a:pt x="164255" y="93162"/>
                    <a:pt x="161381" y="93162"/>
                    <a:pt x="160423" y="93162"/>
                  </a:cubicBezTo>
                  <a:cubicBezTo>
                    <a:pt x="157231" y="93162"/>
                    <a:pt x="156911" y="94450"/>
                    <a:pt x="155954" y="98960"/>
                  </a:cubicBezTo>
                  <a:cubicBezTo>
                    <a:pt x="151484" y="117000"/>
                    <a:pt x="145418" y="138906"/>
                    <a:pt x="132009" y="138906"/>
                  </a:cubicBezTo>
                  <a:cubicBezTo>
                    <a:pt x="125304" y="138906"/>
                    <a:pt x="122111" y="134718"/>
                    <a:pt x="122111" y="124087"/>
                  </a:cubicBezTo>
                  <a:cubicBezTo>
                    <a:pt x="122111" y="117000"/>
                    <a:pt x="125943" y="101860"/>
                    <a:pt x="128497" y="90585"/>
                  </a:cubicBezTo>
                  <a:lnTo>
                    <a:pt x="137436" y="55793"/>
                  </a:lnTo>
                  <a:cubicBezTo>
                    <a:pt x="138394" y="50961"/>
                    <a:pt x="141587" y="38720"/>
                    <a:pt x="142864" y="33888"/>
                  </a:cubicBezTo>
                  <a:cubicBezTo>
                    <a:pt x="144460" y="26478"/>
                    <a:pt x="147653" y="14237"/>
                    <a:pt x="147653" y="12304"/>
                  </a:cubicBezTo>
                  <a:cubicBezTo>
                    <a:pt x="147653" y="6506"/>
                    <a:pt x="143183" y="3606"/>
                    <a:pt x="138394" y="3606"/>
                  </a:cubicBezTo>
                  <a:cubicBezTo>
                    <a:pt x="136798" y="3606"/>
                    <a:pt x="128497" y="3928"/>
                    <a:pt x="125943" y="14881"/>
                  </a:cubicBezTo>
                  <a:cubicBezTo>
                    <a:pt x="119877" y="38398"/>
                    <a:pt x="105829" y="94773"/>
                    <a:pt x="101998" y="111846"/>
                  </a:cubicBezTo>
                  <a:cubicBezTo>
                    <a:pt x="101678" y="113135"/>
                    <a:pt x="88908" y="138906"/>
                    <a:pt x="65601" y="138906"/>
                  </a:cubicBezTo>
                  <a:cubicBezTo>
                    <a:pt x="48999" y="138906"/>
                    <a:pt x="45807" y="124410"/>
                    <a:pt x="45807" y="112490"/>
                  </a:cubicBezTo>
                  <a:cubicBezTo>
                    <a:pt x="45807" y="94450"/>
                    <a:pt x="54746" y="69001"/>
                    <a:pt x="63047" y="46773"/>
                  </a:cubicBezTo>
                  <a:cubicBezTo>
                    <a:pt x="66878" y="37109"/>
                    <a:pt x="68475" y="32599"/>
                    <a:pt x="68475" y="26478"/>
                  </a:cubicBezTo>
                  <a:cubicBezTo>
                    <a:pt x="68475" y="11982"/>
                    <a:pt x="58258" y="63"/>
                    <a:pt x="42295" y="63"/>
                  </a:cubicBezTo>
                  <a:cubicBezTo>
                    <a:pt x="11965" y="63"/>
                    <a:pt x="152" y="46773"/>
                    <a:pt x="152" y="49673"/>
                  </a:cubicBezTo>
                  <a:cubicBezTo>
                    <a:pt x="152" y="52894"/>
                    <a:pt x="3344" y="52894"/>
                    <a:pt x="3983" y="52894"/>
                  </a:cubicBezTo>
                  <a:cubicBezTo>
                    <a:pt x="7176" y="52894"/>
                    <a:pt x="7495" y="52250"/>
                    <a:pt x="9091" y="47096"/>
                  </a:cubicBezTo>
                  <a:cubicBezTo>
                    <a:pt x="17073" y="19069"/>
                    <a:pt x="29205" y="7150"/>
                    <a:pt x="41337" y="7150"/>
                  </a:cubicBezTo>
                  <a:cubicBezTo>
                    <a:pt x="44210" y="7150"/>
                    <a:pt x="49319" y="7472"/>
                    <a:pt x="49319" y="17781"/>
                  </a:cubicBezTo>
                  <a:cubicBezTo>
                    <a:pt x="49319" y="25512"/>
                    <a:pt x="45807" y="34854"/>
                    <a:pt x="43891" y="39686"/>
                  </a:cubicBezTo>
                  <a:cubicBezTo>
                    <a:pt x="32078" y="71578"/>
                    <a:pt x="25374" y="91551"/>
                    <a:pt x="25374" y="107336"/>
                  </a:cubicBezTo>
                  <a:cubicBezTo>
                    <a:pt x="25374" y="137940"/>
                    <a:pt x="47403" y="145993"/>
                    <a:pt x="64644" y="145993"/>
                  </a:cubicBezTo>
                  <a:cubicBezTo>
                    <a:pt x="85715" y="145993"/>
                    <a:pt x="97209" y="131497"/>
                    <a:pt x="102636" y="124410"/>
                  </a:cubicBezTo>
                  <a:close/>
                </a:path>
              </a:pathLst>
            </a:custGeom>
            <a:grpFill/>
            <a:ln w="22911" cap="flat">
              <a:noFill/>
              <a:prstDash val="solid"/>
              <a:miter/>
            </a:ln>
          </p:spPr>
          <p:txBody>
            <a:bodyPr rtlCol="0" anchor="ctr"/>
            <a:lstStyle/>
            <a:p>
              <a:endParaRPr lang="en-GB" sz="1600"/>
            </a:p>
          </p:txBody>
        </p:sp>
        <p:sp>
          <p:nvSpPr>
            <p:cNvPr id="44" name="Freeform: Shape 43">
              <a:extLst>
                <a:ext uri="{FF2B5EF4-FFF2-40B4-BE49-F238E27FC236}">
                  <a16:creationId xmlns:a16="http://schemas.microsoft.com/office/drawing/2014/main" id="{BDD5C8DA-0F23-6377-E2FB-67DF6BFECF99}"/>
                </a:ext>
              </a:extLst>
            </p:cNvPr>
            <p:cNvSpPr/>
            <p:nvPr>
              <p:custDataLst>
                <p:tags r:id="rId245"/>
              </p:custDataLst>
            </p:nvPr>
          </p:nvSpPr>
          <p:spPr>
            <a:xfrm>
              <a:off x="6787480" y="4147567"/>
              <a:ext cx="67716" cy="151761"/>
            </a:xfrm>
            <a:custGeom>
              <a:avLst/>
              <a:gdLst>
                <a:gd name="connsiteX0" fmla="*/ 62063 w 67716"/>
                <a:gd name="connsiteY0" fmla="*/ 8633 h 151761"/>
                <a:gd name="connsiteX1" fmla="*/ 53124 w 67716"/>
                <a:gd name="connsiteY1" fmla="*/ 64 h 151761"/>
                <a:gd name="connsiteX2" fmla="*/ 40608 w 67716"/>
                <a:gd name="connsiteY2" fmla="*/ 12467 h 151761"/>
                <a:gd name="connsiteX3" fmla="*/ 49548 w 67716"/>
                <a:gd name="connsiteY3" fmla="*/ 21036 h 151761"/>
                <a:gd name="connsiteX4" fmla="*/ 62063 w 67716"/>
                <a:gd name="connsiteY4" fmla="*/ 8633 h 151761"/>
                <a:gd name="connsiteX5" fmla="*/ 16472 w 67716"/>
                <a:gd name="connsiteY5" fmla="*/ 123187 h 151761"/>
                <a:gd name="connsiteX6" fmla="*/ 14461 w 67716"/>
                <a:gd name="connsiteY6" fmla="*/ 132658 h 151761"/>
                <a:gd name="connsiteX7" fmla="*/ 35692 w 67716"/>
                <a:gd name="connsiteY7" fmla="*/ 151825 h 151761"/>
                <a:gd name="connsiteX8" fmla="*/ 67874 w 67716"/>
                <a:gd name="connsiteY8" fmla="*/ 117324 h 151761"/>
                <a:gd name="connsiteX9" fmla="*/ 64298 w 67716"/>
                <a:gd name="connsiteY9" fmla="*/ 114392 h 151761"/>
                <a:gd name="connsiteX10" fmla="*/ 60052 w 67716"/>
                <a:gd name="connsiteY10" fmla="*/ 118226 h 151761"/>
                <a:gd name="connsiteX11" fmla="*/ 36362 w 67716"/>
                <a:gd name="connsiteY11" fmla="*/ 145511 h 151761"/>
                <a:gd name="connsiteX12" fmla="*/ 30775 w 67716"/>
                <a:gd name="connsiteY12" fmla="*/ 137619 h 151761"/>
                <a:gd name="connsiteX13" fmla="*/ 34351 w 67716"/>
                <a:gd name="connsiteY13" fmla="*/ 123187 h 151761"/>
                <a:gd name="connsiteX14" fmla="*/ 41502 w 67716"/>
                <a:gd name="connsiteY14" fmla="*/ 105147 h 151761"/>
                <a:gd name="connsiteX15" fmla="*/ 52453 w 67716"/>
                <a:gd name="connsiteY15" fmla="*/ 76509 h 151761"/>
                <a:gd name="connsiteX16" fmla="*/ 53794 w 67716"/>
                <a:gd name="connsiteY16" fmla="*/ 69293 h 151761"/>
                <a:gd name="connsiteX17" fmla="*/ 32563 w 67716"/>
                <a:gd name="connsiteY17" fmla="*/ 50125 h 151761"/>
                <a:gd name="connsiteX18" fmla="*/ 157 w 67716"/>
                <a:gd name="connsiteY18" fmla="*/ 84627 h 151761"/>
                <a:gd name="connsiteX19" fmla="*/ 3957 w 67716"/>
                <a:gd name="connsiteY19" fmla="*/ 87558 h 151761"/>
                <a:gd name="connsiteX20" fmla="*/ 7980 w 67716"/>
                <a:gd name="connsiteY20" fmla="*/ 83950 h 151761"/>
                <a:gd name="connsiteX21" fmla="*/ 31893 w 67716"/>
                <a:gd name="connsiteY21" fmla="*/ 56439 h 151761"/>
                <a:gd name="connsiteX22" fmla="*/ 37480 w 67716"/>
                <a:gd name="connsiteY22" fmla="*/ 64332 h 151761"/>
                <a:gd name="connsiteX23" fmla="*/ 30552 w 67716"/>
                <a:gd name="connsiteY23" fmla="*/ 86882 h 151761"/>
                <a:gd name="connsiteX24" fmla="*/ 16472 w 67716"/>
                <a:gd name="connsiteY24" fmla="*/ 123187 h 1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716" h="151761">
                  <a:moveTo>
                    <a:pt x="62063" y="8633"/>
                  </a:moveTo>
                  <a:cubicBezTo>
                    <a:pt x="62063" y="5025"/>
                    <a:pt x="59381" y="64"/>
                    <a:pt x="53124" y="64"/>
                  </a:cubicBezTo>
                  <a:cubicBezTo>
                    <a:pt x="47090" y="64"/>
                    <a:pt x="40608" y="5927"/>
                    <a:pt x="40608" y="12467"/>
                  </a:cubicBezTo>
                  <a:cubicBezTo>
                    <a:pt x="40608" y="16300"/>
                    <a:pt x="43514" y="21036"/>
                    <a:pt x="49548" y="21036"/>
                  </a:cubicBezTo>
                  <a:cubicBezTo>
                    <a:pt x="56029" y="21036"/>
                    <a:pt x="62063" y="14722"/>
                    <a:pt x="62063" y="8633"/>
                  </a:cubicBezTo>
                  <a:close/>
                  <a:moveTo>
                    <a:pt x="16472" y="123187"/>
                  </a:moveTo>
                  <a:cubicBezTo>
                    <a:pt x="15578" y="126118"/>
                    <a:pt x="14461" y="128824"/>
                    <a:pt x="14461" y="132658"/>
                  </a:cubicBezTo>
                  <a:cubicBezTo>
                    <a:pt x="14461" y="143256"/>
                    <a:pt x="23400" y="151825"/>
                    <a:pt x="35692" y="151825"/>
                  </a:cubicBezTo>
                  <a:cubicBezTo>
                    <a:pt x="58040" y="151825"/>
                    <a:pt x="67874" y="120706"/>
                    <a:pt x="67874" y="117324"/>
                  </a:cubicBezTo>
                  <a:cubicBezTo>
                    <a:pt x="67874" y="114392"/>
                    <a:pt x="64969" y="114392"/>
                    <a:pt x="64298" y="114392"/>
                  </a:cubicBezTo>
                  <a:cubicBezTo>
                    <a:pt x="61169" y="114392"/>
                    <a:pt x="60946" y="115745"/>
                    <a:pt x="60052" y="118226"/>
                  </a:cubicBezTo>
                  <a:cubicBezTo>
                    <a:pt x="54912" y="136266"/>
                    <a:pt x="45078" y="145511"/>
                    <a:pt x="36362" y="145511"/>
                  </a:cubicBezTo>
                  <a:cubicBezTo>
                    <a:pt x="31893" y="145511"/>
                    <a:pt x="30775" y="142580"/>
                    <a:pt x="30775" y="137619"/>
                  </a:cubicBezTo>
                  <a:cubicBezTo>
                    <a:pt x="30775" y="132432"/>
                    <a:pt x="32340" y="128148"/>
                    <a:pt x="34351" y="123187"/>
                  </a:cubicBezTo>
                  <a:cubicBezTo>
                    <a:pt x="36586" y="117098"/>
                    <a:pt x="39044" y="111010"/>
                    <a:pt x="41502" y="105147"/>
                  </a:cubicBezTo>
                  <a:cubicBezTo>
                    <a:pt x="43514" y="99735"/>
                    <a:pt x="51559" y="79215"/>
                    <a:pt x="52453" y="76509"/>
                  </a:cubicBezTo>
                  <a:cubicBezTo>
                    <a:pt x="53124" y="74254"/>
                    <a:pt x="53794" y="71548"/>
                    <a:pt x="53794" y="69293"/>
                  </a:cubicBezTo>
                  <a:cubicBezTo>
                    <a:pt x="53794" y="58694"/>
                    <a:pt x="44855" y="50125"/>
                    <a:pt x="32563" y="50125"/>
                  </a:cubicBezTo>
                  <a:cubicBezTo>
                    <a:pt x="10438" y="50125"/>
                    <a:pt x="157" y="80793"/>
                    <a:pt x="157" y="84627"/>
                  </a:cubicBezTo>
                  <a:cubicBezTo>
                    <a:pt x="157" y="87558"/>
                    <a:pt x="3286" y="87558"/>
                    <a:pt x="3957" y="87558"/>
                  </a:cubicBezTo>
                  <a:cubicBezTo>
                    <a:pt x="7086" y="87558"/>
                    <a:pt x="7309" y="86431"/>
                    <a:pt x="7980" y="83950"/>
                  </a:cubicBezTo>
                  <a:cubicBezTo>
                    <a:pt x="13790" y="64557"/>
                    <a:pt x="23624" y="56439"/>
                    <a:pt x="31893" y="56439"/>
                  </a:cubicBezTo>
                  <a:cubicBezTo>
                    <a:pt x="35468" y="56439"/>
                    <a:pt x="37480" y="58243"/>
                    <a:pt x="37480" y="64332"/>
                  </a:cubicBezTo>
                  <a:cubicBezTo>
                    <a:pt x="37480" y="69518"/>
                    <a:pt x="36139" y="72901"/>
                    <a:pt x="30552" y="86882"/>
                  </a:cubicBezTo>
                  <a:lnTo>
                    <a:pt x="16472" y="123187"/>
                  </a:lnTo>
                  <a:close/>
                </a:path>
              </a:pathLst>
            </a:custGeom>
            <a:grpFill/>
            <a:ln w="22911" cap="flat">
              <a:noFill/>
              <a:prstDash val="solid"/>
              <a:miter/>
            </a:ln>
          </p:spPr>
          <p:txBody>
            <a:bodyPr rtlCol="0" anchor="ctr"/>
            <a:lstStyle/>
            <a:p>
              <a:endParaRPr lang="en-GB" sz="1600"/>
            </a:p>
          </p:txBody>
        </p:sp>
      </p:grpSp>
      <p:grpSp>
        <p:nvGrpSpPr>
          <p:cNvPr id="6" name="Group 5">
            <a:extLst>
              <a:ext uri="{FF2B5EF4-FFF2-40B4-BE49-F238E27FC236}">
                <a16:creationId xmlns:a16="http://schemas.microsoft.com/office/drawing/2014/main" id="{29D06BF6-68B7-DF22-C77B-049838559AB4}"/>
              </a:ext>
            </a:extLst>
          </p:cNvPr>
          <p:cNvGrpSpPr>
            <a:grpSpLocks noChangeAspect="1"/>
          </p:cNvGrpSpPr>
          <p:nvPr>
            <p:custDataLst>
              <p:tags r:id="rId2"/>
            </p:custDataLst>
          </p:nvPr>
        </p:nvGrpSpPr>
        <p:grpSpPr>
          <a:xfrm>
            <a:off x="1037069" y="4331668"/>
            <a:ext cx="849238" cy="222052"/>
            <a:chOff x="11344040" y="4106251"/>
            <a:chExt cx="849238" cy="222052"/>
          </a:xfrm>
        </p:grpSpPr>
        <p:sp>
          <p:nvSpPr>
            <p:cNvPr id="8" name="Freeform: Shape 7">
              <a:extLst>
                <a:ext uri="{FF2B5EF4-FFF2-40B4-BE49-F238E27FC236}">
                  <a16:creationId xmlns:a16="http://schemas.microsoft.com/office/drawing/2014/main" id="{D2297A92-E54B-676C-EC2C-79D9E3862296}"/>
                </a:ext>
              </a:extLst>
            </p:cNvPr>
            <p:cNvSpPr/>
            <p:nvPr>
              <p:custDataLst>
                <p:tags r:id="rId227"/>
              </p:custDataLst>
            </p:nvPr>
          </p:nvSpPr>
          <p:spPr>
            <a:xfrm>
              <a:off x="11344040" y="4121794"/>
              <a:ext cx="167526" cy="150995"/>
            </a:xfrm>
            <a:custGeom>
              <a:avLst/>
              <a:gdLst>
                <a:gd name="connsiteX0" fmla="*/ 154729 w 167526"/>
                <a:gd name="connsiteY0" fmla="*/ 99320 h 150995"/>
                <a:gd name="connsiteX1" fmla="*/ 155883 w 167526"/>
                <a:gd name="connsiteY1" fmla="*/ 96211 h 150995"/>
                <a:gd name="connsiteX2" fmla="*/ 153113 w 167526"/>
                <a:gd name="connsiteY2" fmla="*/ 93769 h 150995"/>
                <a:gd name="connsiteX3" fmla="*/ 150112 w 167526"/>
                <a:gd name="connsiteY3" fmla="*/ 96433 h 150995"/>
                <a:gd name="connsiteX4" fmla="*/ 87097 w 167526"/>
                <a:gd name="connsiteY4" fmla="*/ 144175 h 150995"/>
                <a:gd name="connsiteX5" fmla="*/ 53397 w 167526"/>
                <a:gd name="connsiteY5" fmla="*/ 144175 h 150995"/>
                <a:gd name="connsiteX6" fmla="*/ 48319 w 167526"/>
                <a:gd name="connsiteY6" fmla="*/ 143953 h 150995"/>
                <a:gd name="connsiteX7" fmla="*/ 45318 w 167526"/>
                <a:gd name="connsiteY7" fmla="*/ 141732 h 150995"/>
                <a:gd name="connsiteX8" fmla="*/ 46472 w 167526"/>
                <a:gd name="connsiteY8" fmla="*/ 136625 h 150995"/>
                <a:gd name="connsiteX9" fmla="*/ 62168 w 167526"/>
                <a:gd name="connsiteY9" fmla="*/ 76005 h 150995"/>
                <a:gd name="connsiteX10" fmla="*/ 85020 w 167526"/>
                <a:gd name="connsiteY10" fmla="*/ 76005 h 150995"/>
                <a:gd name="connsiteX11" fmla="*/ 104640 w 167526"/>
                <a:gd name="connsiteY11" fmla="*/ 86219 h 150995"/>
                <a:gd name="connsiteX12" fmla="*/ 103024 w 167526"/>
                <a:gd name="connsiteY12" fmla="*/ 97100 h 150995"/>
                <a:gd name="connsiteX13" fmla="*/ 102332 w 167526"/>
                <a:gd name="connsiteY13" fmla="*/ 99542 h 150995"/>
                <a:gd name="connsiteX14" fmla="*/ 105332 w 167526"/>
                <a:gd name="connsiteY14" fmla="*/ 101985 h 150995"/>
                <a:gd name="connsiteX15" fmla="*/ 108795 w 167526"/>
                <a:gd name="connsiteY15" fmla="*/ 97544 h 150995"/>
                <a:gd name="connsiteX16" fmla="*/ 121952 w 167526"/>
                <a:gd name="connsiteY16" fmla="*/ 45583 h 150995"/>
                <a:gd name="connsiteX17" fmla="*/ 119182 w 167526"/>
                <a:gd name="connsiteY17" fmla="*/ 43141 h 150995"/>
                <a:gd name="connsiteX18" fmla="*/ 115950 w 167526"/>
                <a:gd name="connsiteY18" fmla="*/ 47138 h 150995"/>
                <a:gd name="connsiteX19" fmla="*/ 85712 w 167526"/>
                <a:gd name="connsiteY19" fmla="*/ 69121 h 150995"/>
                <a:gd name="connsiteX20" fmla="*/ 64015 w 167526"/>
                <a:gd name="connsiteY20" fmla="*/ 69121 h 150995"/>
                <a:gd name="connsiteX21" fmla="*/ 77864 w 167526"/>
                <a:gd name="connsiteY21" fmla="*/ 15606 h 150995"/>
                <a:gd name="connsiteX22" fmla="*/ 90329 w 167526"/>
                <a:gd name="connsiteY22" fmla="*/ 6946 h 150995"/>
                <a:gd name="connsiteX23" fmla="*/ 122875 w 167526"/>
                <a:gd name="connsiteY23" fmla="*/ 6946 h 150995"/>
                <a:gd name="connsiteX24" fmla="*/ 157960 w 167526"/>
                <a:gd name="connsiteY24" fmla="*/ 31594 h 150995"/>
                <a:gd name="connsiteX25" fmla="*/ 157037 w 167526"/>
                <a:gd name="connsiteY25" fmla="*/ 43363 h 150995"/>
                <a:gd name="connsiteX26" fmla="*/ 156806 w 167526"/>
                <a:gd name="connsiteY26" fmla="*/ 47360 h 150995"/>
                <a:gd name="connsiteX27" fmla="*/ 159576 w 167526"/>
                <a:gd name="connsiteY27" fmla="*/ 50025 h 150995"/>
                <a:gd name="connsiteX28" fmla="*/ 162807 w 167526"/>
                <a:gd name="connsiteY28" fmla="*/ 44473 h 150995"/>
                <a:gd name="connsiteX29" fmla="*/ 167424 w 167526"/>
                <a:gd name="connsiteY29" fmla="*/ 6058 h 150995"/>
                <a:gd name="connsiteX30" fmla="*/ 161192 w 167526"/>
                <a:gd name="connsiteY30" fmla="*/ 63 h 150995"/>
                <a:gd name="connsiteX31" fmla="*/ 44626 w 167526"/>
                <a:gd name="connsiteY31" fmla="*/ 63 h 150995"/>
                <a:gd name="connsiteX32" fmla="*/ 37701 w 167526"/>
                <a:gd name="connsiteY32" fmla="*/ 4504 h 150995"/>
                <a:gd name="connsiteX33" fmla="*/ 44164 w 167526"/>
                <a:gd name="connsiteY33" fmla="*/ 6946 h 150995"/>
                <a:gd name="connsiteX34" fmla="*/ 59168 w 167526"/>
                <a:gd name="connsiteY34" fmla="*/ 10943 h 150995"/>
                <a:gd name="connsiteX35" fmla="*/ 58013 w 167526"/>
                <a:gd name="connsiteY35" fmla="*/ 16273 h 150995"/>
                <a:gd name="connsiteX36" fmla="*/ 27545 w 167526"/>
                <a:gd name="connsiteY36" fmla="*/ 133738 h 150995"/>
                <a:gd name="connsiteX37" fmla="*/ 6540 w 167526"/>
                <a:gd name="connsiteY37" fmla="*/ 144175 h 150995"/>
                <a:gd name="connsiteX38" fmla="*/ 77 w 167526"/>
                <a:gd name="connsiteY38" fmla="*/ 148394 h 150995"/>
                <a:gd name="connsiteX39" fmla="*/ 6540 w 167526"/>
                <a:gd name="connsiteY39" fmla="*/ 151058 h 150995"/>
                <a:gd name="connsiteX40" fmla="*/ 126337 w 167526"/>
                <a:gd name="connsiteY40" fmla="*/ 151058 h 150995"/>
                <a:gd name="connsiteX41" fmla="*/ 133493 w 167526"/>
                <a:gd name="connsiteY41" fmla="*/ 147283 h 150995"/>
                <a:gd name="connsiteX42" fmla="*/ 154729 w 167526"/>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7526" h="150995">
                  <a:moveTo>
                    <a:pt x="154729" y="99320"/>
                  </a:moveTo>
                  <a:cubicBezTo>
                    <a:pt x="155190" y="98210"/>
                    <a:pt x="155883" y="96656"/>
                    <a:pt x="155883" y="96211"/>
                  </a:cubicBezTo>
                  <a:cubicBezTo>
                    <a:pt x="155883" y="95989"/>
                    <a:pt x="155883" y="93769"/>
                    <a:pt x="153113" y="93769"/>
                  </a:cubicBezTo>
                  <a:cubicBezTo>
                    <a:pt x="151035" y="93769"/>
                    <a:pt x="150574" y="95101"/>
                    <a:pt x="150112" y="96433"/>
                  </a:cubicBezTo>
                  <a:cubicBezTo>
                    <a:pt x="135109" y="129297"/>
                    <a:pt x="126568" y="144175"/>
                    <a:pt x="87097" y="144175"/>
                  </a:cubicBezTo>
                  <a:lnTo>
                    <a:pt x="53397" y="144175"/>
                  </a:lnTo>
                  <a:cubicBezTo>
                    <a:pt x="50165" y="144175"/>
                    <a:pt x="49704" y="144175"/>
                    <a:pt x="48319" y="143953"/>
                  </a:cubicBezTo>
                  <a:cubicBezTo>
                    <a:pt x="46011" y="143731"/>
                    <a:pt x="45318" y="143509"/>
                    <a:pt x="45318" y="141732"/>
                  </a:cubicBezTo>
                  <a:cubicBezTo>
                    <a:pt x="45318" y="141066"/>
                    <a:pt x="45318" y="140622"/>
                    <a:pt x="46472" y="136625"/>
                  </a:cubicBezTo>
                  <a:lnTo>
                    <a:pt x="62168" y="76005"/>
                  </a:lnTo>
                  <a:lnTo>
                    <a:pt x="85020" y="76005"/>
                  </a:lnTo>
                  <a:cubicBezTo>
                    <a:pt x="104640" y="76005"/>
                    <a:pt x="104640" y="80668"/>
                    <a:pt x="104640" y="86219"/>
                  </a:cubicBezTo>
                  <a:cubicBezTo>
                    <a:pt x="104640" y="87773"/>
                    <a:pt x="104640" y="90438"/>
                    <a:pt x="103024" y="97100"/>
                  </a:cubicBezTo>
                  <a:cubicBezTo>
                    <a:pt x="102562" y="98210"/>
                    <a:pt x="102332" y="98876"/>
                    <a:pt x="102332" y="99542"/>
                  </a:cubicBezTo>
                  <a:cubicBezTo>
                    <a:pt x="102332" y="100652"/>
                    <a:pt x="103255" y="101985"/>
                    <a:pt x="105332" y="101985"/>
                  </a:cubicBezTo>
                  <a:cubicBezTo>
                    <a:pt x="107179" y="101985"/>
                    <a:pt x="107871" y="100874"/>
                    <a:pt x="108795" y="97544"/>
                  </a:cubicBezTo>
                  <a:lnTo>
                    <a:pt x="121952" y="45583"/>
                  </a:lnTo>
                  <a:cubicBezTo>
                    <a:pt x="121952" y="44251"/>
                    <a:pt x="120797" y="43141"/>
                    <a:pt x="119182" y="43141"/>
                  </a:cubicBezTo>
                  <a:cubicBezTo>
                    <a:pt x="117104" y="43141"/>
                    <a:pt x="116643" y="44473"/>
                    <a:pt x="115950" y="47138"/>
                  </a:cubicBezTo>
                  <a:cubicBezTo>
                    <a:pt x="111103" y="64014"/>
                    <a:pt x="106948" y="69121"/>
                    <a:pt x="85712" y="69121"/>
                  </a:cubicBezTo>
                  <a:lnTo>
                    <a:pt x="64015" y="69121"/>
                  </a:lnTo>
                  <a:lnTo>
                    <a:pt x="77864" y="15606"/>
                  </a:lnTo>
                  <a:cubicBezTo>
                    <a:pt x="79942" y="7835"/>
                    <a:pt x="80173" y="6946"/>
                    <a:pt x="90329" y="6946"/>
                  </a:cubicBezTo>
                  <a:lnTo>
                    <a:pt x="122875" y="6946"/>
                  </a:lnTo>
                  <a:cubicBezTo>
                    <a:pt x="151035" y="6946"/>
                    <a:pt x="157960" y="13386"/>
                    <a:pt x="157960" y="31594"/>
                  </a:cubicBezTo>
                  <a:cubicBezTo>
                    <a:pt x="157960" y="36923"/>
                    <a:pt x="157960" y="37368"/>
                    <a:pt x="157037" y="43363"/>
                  </a:cubicBezTo>
                  <a:cubicBezTo>
                    <a:pt x="157037" y="44695"/>
                    <a:pt x="156806" y="46250"/>
                    <a:pt x="156806" y="47360"/>
                  </a:cubicBezTo>
                  <a:cubicBezTo>
                    <a:pt x="156806" y="48470"/>
                    <a:pt x="157498" y="50025"/>
                    <a:pt x="159576" y="50025"/>
                  </a:cubicBezTo>
                  <a:cubicBezTo>
                    <a:pt x="162115" y="50025"/>
                    <a:pt x="162346" y="48692"/>
                    <a:pt x="162807" y="44473"/>
                  </a:cubicBezTo>
                  <a:lnTo>
                    <a:pt x="167424" y="6058"/>
                  </a:lnTo>
                  <a:cubicBezTo>
                    <a:pt x="168116" y="63"/>
                    <a:pt x="166962" y="63"/>
                    <a:pt x="161192" y="63"/>
                  </a:cubicBezTo>
                  <a:lnTo>
                    <a:pt x="44626" y="63"/>
                  </a:lnTo>
                  <a:cubicBezTo>
                    <a:pt x="40009" y="63"/>
                    <a:pt x="37701" y="63"/>
                    <a:pt x="37701" y="4504"/>
                  </a:cubicBezTo>
                  <a:cubicBezTo>
                    <a:pt x="37701" y="6946"/>
                    <a:pt x="39778" y="6946"/>
                    <a:pt x="44164" y="6946"/>
                  </a:cubicBezTo>
                  <a:cubicBezTo>
                    <a:pt x="52704" y="6946"/>
                    <a:pt x="59168" y="6946"/>
                    <a:pt x="59168" y="10943"/>
                  </a:cubicBezTo>
                  <a:cubicBezTo>
                    <a:pt x="59168" y="11832"/>
                    <a:pt x="59168" y="12276"/>
                    <a:pt x="58013" y="16273"/>
                  </a:cubicBezTo>
                  <a:lnTo>
                    <a:pt x="27545" y="133738"/>
                  </a:lnTo>
                  <a:cubicBezTo>
                    <a:pt x="25236" y="142398"/>
                    <a:pt x="24775" y="144175"/>
                    <a:pt x="6540" y="144175"/>
                  </a:cubicBezTo>
                  <a:cubicBezTo>
                    <a:pt x="2616" y="144175"/>
                    <a:pt x="77" y="144175"/>
                    <a:pt x="77" y="148394"/>
                  </a:cubicBezTo>
                  <a:cubicBezTo>
                    <a:pt x="77" y="151058"/>
                    <a:pt x="2154" y="151058"/>
                    <a:pt x="6540" y="151058"/>
                  </a:cubicBezTo>
                  <a:lnTo>
                    <a:pt x="126337" y="151058"/>
                  </a:lnTo>
                  <a:cubicBezTo>
                    <a:pt x="131646" y="151058"/>
                    <a:pt x="131877" y="150836"/>
                    <a:pt x="133493" y="147283"/>
                  </a:cubicBezTo>
                  <a:lnTo>
                    <a:pt x="154729" y="99320"/>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1" name="Freeform: Shape 10">
              <a:extLst>
                <a:ext uri="{FF2B5EF4-FFF2-40B4-BE49-F238E27FC236}">
                  <a16:creationId xmlns:a16="http://schemas.microsoft.com/office/drawing/2014/main" id="{043AB738-217F-DFF2-4AB5-89AAF7A59B75}"/>
                </a:ext>
              </a:extLst>
            </p:cNvPr>
            <p:cNvSpPr/>
            <p:nvPr>
              <p:custDataLst>
                <p:tags r:id="rId228"/>
              </p:custDataLst>
            </p:nvPr>
          </p:nvSpPr>
          <p:spPr>
            <a:xfrm>
              <a:off x="11546202" y="4106251"/>
              <a:ext cx="31622" cy="222052"/>
            </a:xfrm>
            <a:custGeom>
              <a:avLst/>
              <a:gdLst>
                <a:gd name="connsiteX0" fmla="*/ 31707 w 31622"/>
                <a:gd name="connsiteY0" fmla="*/ 222115 h 222052"/>
                <a:gd name="connsiteX1" fmla="*/ 31707 w 31622"/>
                <a:gd name="connsiteY1" fmla="*/ 213233 h 222052"/>
                <a:gd name="connsiteX2" fmla="*/ 9318 w 31622"/>
                <a:gd name="connsiteY2" fmla="*/ 213233 h 222052"/>
                <a:gd name="connsiteX3" fmla="*/ 9318 w 31622"/>
                <a:gd name="connsiteY3" fmla="*/ 8945 h 222052"/>
                <a:gd name="connsiteX4" fmla="*/ 31707 w 31622"/>
                <a:gd name="connsiteY4" fmla="*/ 8945 h 222052"/>
                <a:gd name="connsiteX5" fmla="*/ 31707 w 31622"/>
                <a:gd name="connsiteY5" fmla="*/ 63 h 222052"/>
                <a:gd name="connsiteX6" fmla="*/ 85 w 31622"/>
                <a:gd name="connsiteY6" fmla="*/ 63 h 222052"/>
                <a:gd name="connsiteX7" fmla="*/ 85 w 31622"/>
                <a:gd name="connsiteY7" fmla="*/ 222115 h 222052"/>
                <a:gd name="connsiteX8" fmla="*/ 31707 w 31622"/>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07" y="222115"/>
                  </a:moveTo>
                  <a:lnTo>
                    <a:pt x="31707" y="213233"/>
                  </a:lnTo>
                  <a:lnTo>
                    <a:pt x="9318" y="213233"/>
                  </a:lnTo>
                  <a:lnTo>
                    <a:pt x="9318" y="8945"/>
                  </a:lnTo>
                  <a:lnTo>
                    <a:pt x="31707" y="8945"/>
                  </a:lnTo>
                  <a:lnTo>
                    <a:pt x="31707" y="63"/>
                  </a:lnTo>
                  <a:lnTo>
                    <a:pt x="85" y="63"/>
                  </a:lnTo>
                  <a:lnTo>
                    <a:pt x="85" y="222115"/>
                  </a:lnTo>
                  <a:lnTo>
                    <a:pt x="31707" y="222115"/>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2" name="Freeform: Shape 11">
              <a:extLst>
                <a:ext uri="{FF2B5EF4-FFF2-40B4-BE49-F238E27FC236}">
                  <a16:creationId xmlns:a16="http://schemas.microsoft.com/office/drawing/2014/main" id="{2BD29C1B-22AC-2F44-3EE6-2BDBF1B55FCC}"/>
                </a:ext>
              </a:extLst>
            </p:cNvPr>
            <p:cNvSpPr/>
            <p:nvPr>
              <p:custDataLst>
                <p:tags r:id="rId229"/>
              </p:custDataLst>
            </p:nvPr>
          </p:nvSpPr>
          <p:spPr>
            <a:xfrm>
              <a:off x="11589777" y="4174643"/>
              <a:ext cx="118643" cy="100589"/>
            </a:xfrm>
            <a:custGeom>
              <a:avLst/>
              <a:gdLst>
                <a:gd name="connsiteX0" fmla="*/ 74182 w 118643"/>
                <a:gd name="connsiteY0" fmla="*/ 85775 h 100589"/>
                <a:gd name="connsiteX1" fmla="*/ 94725 w 118643"/>
                <a:gd name="connsiteY1" fmla="*/ 100652 h 100589"/>
                <a:gd name="connsiteX2" fmla="*/ 111806 w 118643"/>
                <a:gd name="connsiteY2" fmla="*/ 88440 h 100589"/>
                <a:gd name="connsiteX3" fmla="*/ 118731 w 118643"/>
                <a:gd name="connsiteY3" fmla="*/ 66456 h 100589"/>
                <a:gd name="connsiteX4" fmla="*/ 115961 w 118643"/>
                <a:gd name="connsiteY4" fmla="*/ 64236 h 100589"/>
                <a:gd name="connsiteX5" fmla="*/ 112729 w 118643"/>
                <a:gd name="connsiteY5" fmla="*/ 68233 h 100589"/>
                <a:gd name="connsiteX6" fmla="*/ 95418 w 118643"/>
                <a:gd name="connsiteY6" fmla="*/ 95767 h 100589"/>
                <a:gd name="connsiteX7" fmla="*/ 88262 w 118643"/>
                <a:gd name="connsiteY7" fmla="*/ 85553 h 100589"/>
                <a:gd name="connsiteX8" fmla="*/ 92878 w 118643"/>
                <a:gd name="connsiteY8" fmla="*/ 62459 h 100589"/>
                <a:gd name="connsiteX9" fmla="*/ 99342 w 118643"/>
                <a:gd name="connsiteY9" fmla="*/ 38478 h 100589"/>
                <a:gd name="connsiteX10" fmla="*/ 103266 w 118643"/>
                <a:gd name="connsiteY10" fmla="*/ 23378 h 100589"/>
                <a:gd name="connsiteX11" fmla="*/ 106728 w 118643"/>
                <a:gd name="connsiteY11" fmla="*/ 8501 h 100589"/>
                <a:gd name="connsiteX12" fmla="*/ 100034 w 118643"/>
                <a:gd name="connsiteY12" fmla="*/ 2505 h 100589"/>
                <a:gd name="connsiteX13" fmla="*/ 91032 w 118643"/>
                <a:gd name="connsiteY13" fmla="*/ 10277 h 100589"/>
                <a:gd name="connsiteX14" fmla="*/ 73720 w 118643"/>
                <a:gd name="connsiteY14" fmla="*/ 77115 h 100589"/>
                <a:gd name="connsiteX15" fmla="*/ 47406 w 118643"/>
                <a:gd name="connsiteY15" fmla="*/ 95767 h 100589"/>
                <a:gd name="connsiteX16" fmla="*/ 33095 w 118643"/>
                <a:gd name="connsiteY16" fmla="*/ 77559 h 100589"/>
                <a:gd name="connsiteX17" fmla="*/ 45560 w 118643"/>
                <a:gd name="connsiteY17" fmla="*/ 32260 h 100589"/>
                <a:gd name="connsiteX18" fmla="*/ 49484 w 118643"/>
                <a:gd name="connsiteY18" fmla="*/ 18271 h 100589"/>
                <a:gd name="connsiteX19" fmla="*/ 30556 w 118643"/>
                <a:gd name="connsiteY19" fmla="*/ 63 h 100589"/>
                <a:gd name="connsiteX20" fmla="*/ 87 w 118643"/>
                <a:gd name="connsiteY20" fmla="*/ 34259 h 100589"/>
                <a:gd name="connsiteX21" fmla="*/ 2857 w 118643"/>
                <a:gd name="connsiteY21" fmla="*/ 36479 h 100589"/>
                <a:gd name="connsiteX22" fmla="*/ 6550 w 118643"/>
                <a:gd name="connsiteY22" fmla="*/ 32482 h 100589"/>
                <a:gd name="connsiteX23" fmla="*/ 29864 w 118643"/>
                <a:gd name="connsiteY23" fmla="*/ 4948 h 100589"/>
                <a:gd name="connsiteX24" fmla="*/ 35634 w 118643"/>
                <a:gd name="connsiteY24" fmla="*/ 12276 h 100589"/>
                <a:gd name="connsiteX25" fmla="*/ 31710 w 118643"/>
                <a:gd name="connsiteY25" fmla="*/ 27375 h 100589"/>
                <a:gd name="connsiteX26" fmla="*/ 18322 w 118643"/>
                <a:gd name="connsiteY26" fmla="*/ 74006 h 100589"/>
                <a:gd name="connsiteX27" fmla="*/ 46714 w 118643"/>
                <a:gd name="connsiteY27" fmla="*/ 100652 h 100589"/>
                <a:gd name="connsiteX28" fmla="*/ 74182 w 118643"/>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643" h="100589">
                  <a:moveTo>
                    <a:pt x="74182" y="85775"/>
                  </a:moveTo>
                  <a:cubicBezTo>
                    <a:pt x="76721" y="94879"/>
                    <a:pt x="84800" y="100652"/>
                    <a:pt x="94725" y="100652"/>
                  </a:cubicBezTo>
                  <a:cubicBezTo>
                    <a:pt x="102804" y="100652"/>
                    <a:pt x="108113" y="95545"/>
                    <a:pt x="111806" y="88440"/>
                  </a:cubicBezTo>
                  <a:cubicBezTo>
                    <a:pt x="115730" y="80446"/>
                    <a:pt x="118731" y="66901"/>
                    <a:pt x="118731" y="66456"/>
                  </a:cubicBezTo>
                  <a:cubicBezTo>
                    <a:pt x="118731" y="64236"/>
                    <a:pt x="116653" y="64236"/>
                    <a:pt x="115961" y="64236"/>
                  </a:cubicBezTo>
                  <a:cubicBezTo>
                    <a:pt x="113653" y="64236"/>
                    <a:pt x="113422" y="65124"/>
                    <a:pt x="112729" y="68233"/>
                  </a:cubicBezTo>
                  <a:cubicBezTo>
                    <a:pt x="109498" y="80668"/>
                    <a:pt x="105112" y="95767"/>
                    <a:pt x="95418" y="95767"/>
                  </a:cubicBezTo>
                  <a:cubicBezTo>
                    <a:pt x="90570" y="95767"/>
                    <a:pt x="88262" y="92881"/>
                    <a:pt x="88262" y="85553"/>
                  </a:cubicBezTo>
                  <a:cubicBezTo>
                    <a:pt x="88262" y="80668"/>
                    <a:pt x="91032" y="70231"/>
                    <a:pt x="92878" y="62459"/>
                  </a:cubicBezTo>
                  <a:lnTo>
                    <a:pt x="99342" y="38478"/>
                  </a:lnTo>
                  <a:cubicBezTo>
                    <a:pt x="100034" y="35147"/>
                    <a:pt x="102342" y="26709"/>
                    <a:pt x="103266" y="23378"/>
                  </a:cubicBezTo>
                  <a:cubicBezTo>
                    <a:pt x="104420" y="18271"/>
                    <a:pt x="106728" y="9833"/>
                    <a:pt x="106728" y="8501"/>
                  </a:cubicBezTo>
                  <a:cubicBezTo>
                    <a:pt x="106728" y="4504"/>
                    <a:pt x="103496" y="2505"/>
                    <a:pt x="100034" y="2505"/>
                  </a:cubicBezTo>
                  <a:cubicBezTo>
                    <a:pt x="98880" y="2505"/>
                    <a:pt x="92878" y="2727"/>
                    <a:pt x="91032" y="10277"/>
                  </a:cubicBezTo>
                  <a:cubicBezTo>
                    <a:pt x="86646" y="26487"/>
                    <a:pt x="76490" y="65346"/>
                    <a:pt x="73720" y="77115"/>
                  </a:cubicBezTo>
                  <a:cubicBezTo>
                    <a:pt x="73489" y="78003"/>
                    <a:pt x="64256" y="95767"/>
                    <a:pt x="47406" y="95767"/>
                  </a:cubicBezTo>
                  <a:cubicBezTo>
                    <a:pt x="35403" y="95767"/>
                    <a:pt x="33095" y="85775"/>
                    <a:pt x="33095" y="77559"/>
                  </a:cubicBezTo>
                  <a:cubicBezTo>
                    <a:pt x="33095" y="65124"/>
                    <a:pt x="39558" y="47582"/>
                    <a:pt x="45560" y="32260"/>
                  </a:cubicBezTo>
                  <a:cubicBezTo>
                    <a:pt x="48330" y="25599"/>
                    <a:pt x="49484" y="22490"/>
                    <a:pt x="49484" y="18271"/>
                  </a:cubicBezTo>
                  <a:cubicBezTo>
                    <a:pt x="49484" y="8279"/>
                    <a:pt x="42097" y="63"/>
                    <a:pt x="30556" y="63"/>
                  </a:cubicBezTo>
                  <a:cubicBezTo>
                    <a:pt x="8628" y="63"/>
                    <a:pt x="87" y="32260"/>
                    <a:pt x="87" y="34259"/>
                  </a:cubicBezTo>
                  <a:cubicBezTo>
                    <a:pt x="87" y="36479"/>
                    <a:pt x="2396" y="36479"/>
                    <a:pt x="2857" y="36479"/>
                  </a:cubicBezTo>
                  <a:cubicBezTo>
                    <a:pt x="5166" y="36479"/>
                    <a:pt x="5396" y="36035"/>
                    <a:pt x="6550" y="32482"/>
                  </a:cubicBezTo>
                  <a:cubicBezTo>
                    <a:pt x="12321" y="13164"/>
                    <a:pt x="21092" y="4948"/>
                    <a:pt x="29864" y="4948"/>
                  </a:cubicBezTo>
                  <a:cubicBezTo>
                    <a:pt x="31941" y="4948"/>
                    <a:pt x="35634" y="5170"/>
                    <a:pt x="35634" y="12276"/>
                  </a:cubicBezTo>
                  <a:cubicBezTo>
                    <a:pt x="35634" y="17605"/>
                    <a:pt x="33095" y="24044"/>
                    <a:pt x="31710" y="27375"/>
                  </a:cubicBezTo>
                  <a:cubicBezTo>
                    <a:pt x="23170" y="49358"/>
                    <a:pt x="18322" y="63126"/>
                    <a:pt x="18322" y="74006"/>
                  </a:cubicBezTo>
                  <a:cubicBezTo>
                    <a:pt x="18322" y="95101"/>
                    <a:pt x="34249" y="100652"/>
                    <a:pt x="46714" y="100652"/>
                  </a:cubicBezTo>
                  <a:cubicBezTo>
                    <a:pt x="61948" y="100652"/>
                    <a:pt x="70258" y="90660"/>
                    <a:pt x="74182" y="85775"/>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3" name="Freeform: Shape 12">
              <a:extLst>
                <a:ext uri="{FF2B5EF4-FFF2-40B4-BE49-F238E27FC236}">
                  <a16:creationId xmlns:a16="http://schemas.microsoft.com/office/drawing/2014/main" id="{04EFEDE0-9B62-D25A-8196-A94679DF0F57}"/>
                </a:ext>
              </a:extLst>
            </p:cNvPr>
            <p:cNvSpPr/>
            <p:nvPr>
              <p:custDataLst>
                <p:tags r:id="rId230"/>
              </p:custDataLst>
            </p:nvPr>
          </p:nvSpPr>
          <p:spPr>
            <a:xfrm>
              <a:off x="11720298" y="4106251"/>
              <a:ext cx="31622" cy="222052"/>
            </a:xfrm>
            <a:custGeom>
              <a:avLst/>
              <a:gdLst>
                <a:gd name="connsiteX0" fmla="*/ 31716 w 31622"/>
                <a:gd name="connsiteY0" fmla="*/ 63 h 222052"/>
                <a:gd name="connsiteX1" fmla="*/ 93 w 31622"/>
                <a:gd name="connsiteY1" fmla="*/ 63 h 222052"/>
                <a:gd name="connsiteX2" fmla="*/ 93 w 31622"/>
                <a:gd name="connsiteY2" fmla="*/ 8945 h 222052"/>
                <a:gd name="connsiteX3" fmla="*/ 22483 w 31622"/>
                <a:gd name="connsiteY3" fmla="*/ 8945 h 222052"/>
                <a:gd name="connsiteX4" fmla="*/ 22483 w 31622"/>
                <a:gd name="connsiteY4" fmla="*/ 213233 h 222052"/>
                <a:gd name="connsiteX5" fmla="*/ 93 w 31622"/>
                <a:gd name="connsiteY5" fmla="*/ 213233 h 222052"/>
                <a:gd name="connsiteX6" fmla="*/ 93 w 31622"/>
                <a:gd name="connsiteY6" fmla="*/ 222115 h 222052"/>
                <a:gd name="connsiteX7" fmla="*/ 31716 w 31622"/>
                <a:gd name="connsiteY7" fmla="*/ 222115 h 222052"/>
                <a:gd name="connsiteX8" fmla="*/ 31716 w 31622"/>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2" h="222052">
                  <a:moveTo>
                    <a:pt x="31716" y="63"/>
                  </a:moveTo>
                  <a:lnTo>
                    <a:pt x="93" y="63"/>
                  </a:lnTo>
                  <a:lnTo>
                    <a:pt x="93" y="8945"/>
                  </a:lnTo>
                  <a:lnTo>
                    <a:pt x="22483" y="8945"/>
                  </a:lnTo>
                  <a:lnTo>
                    <a:pt x="22483" y="213233"/>
                  </a:lnTo>
                  <a:lnTo>
                    <a:pt x="93" y="213233"/>
                  </a:lnTo>
                  <a:lnTo>
                    <a:pt x="93" y="222115"/>
                  </a:lnTo>
                  <a:lnTo>
                    <a:pt x="31716" y="222115"/>
                  </a:lnTo>
                  <a:lnTo>
                    <a:pt x="31716" y="6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4" name="Freeform: Shape 13">
              <a:extLst>
                <a:ext uri="{FF2B5EF4-FFF2-40B4-BE49-F238E27FC236}">
                  <a16:creationId xmlns:a16="http://schemas.microsoft.com/office/drawing/2014/main" id="{52D57080-CE65-E803-1005-6A8D3D442747}"/>
                </a:ext>
              </a:extLst>
            </p:cNvPr>
            <p:cNvSpPr/>
            <p:nvPr>
              <p:custDataLst>
                <p:tags r:id="rId231"/>
              </p:custDataLst>
            </p:nvPr>
          </p:nvSpPr>
          <p:spPr>
            <a:xfrm>
              <a:off x="11856380" y="4191297"/>
              <a:ext cx="153497" cy="51960"/>
            </a:xfrm>
            <a:custGeom>
              <a:avLst/>
              <a:gdLst>
                <a:gd name="connsiteX0" fmla="*/ 145748 w 153497"/>
                <a:gd name="connsiteY0" fmla="*/ 8945 h 51960"/>
                <a:gd name="connsiteX1" fmla="*/ 153596 w 153497"/>
                <a:gd name="connsiteY1" fmla="*/ 4504 h 51960"/>
                <a:gd name="connsiteX2" fmla="*/ 145979 w 153497"/>
                <a:gd name="connsiteY2" fmla="*/ 63 h 51960"/>
                <a:gd name="connsiteX3" fmla="*/ 7716 w 153497"/>
                <a:gd name="connsiteY3" fmla="*/ 63 h 51960"/>
                <a:gd name="connsiteX4" fmla="*/ 99 w 153497"/>
                <a:gd name="connsiteY4" fmla="*/ 4504 h 51960"/>
                <a:gd name="connsiteX5" fmla="*/ 7947 w 153497"/>
                <a:gd name="connsiteY5" fmla="*/ 8945 h 51960"/>
                <a:gd name="connsiteX6" fmla="*/ 145748 w 153497"/>
                <a:gd name="connsiteY6" fmla="*/ 8945 h 51960"/>
                <a:gd name="connsiteX7" fmla="*/ 145979 w 153497"/>
                <a:gd name="connsiteY7" fmla="*/ 52023 h 51960"/>
                <a:gd name="connsiteX8" fmla="*/ 153596 w 153497"/>
                <a:gd name="connsiteY8" fmla="*/ 47582 h 51960"/>
                <a:gd name="connsiteX9" fmla="*/ 145748 w 153497"/>
                <a:gd name="connsiteY9" fmla="*/ 43141 h 51960"/>
                <a:gd name="connsiteX10" fmla="*/ 7947 w 153497"/>
                <a:gd name="connsiteY10" fmla="*/ 43141 h 51960"/>
                <a:gd name="connsiteX11" fmla="*/ 99 w 153497"/>
                <a:gd name="connsiteY11" fmla="*/ 47582 h 51960"/>
                <a:gd name="connsiteX12" fmla="*/ 7716 w 153497"/>
                <a:gd name="connsiteY12" fmla="*/ 52023 h 51960"/>
                <a:gd name="connsiteX13" fmla="*/ 145979 w 15349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497" h="51960">
                  <a:moveTo>
                    <a:pt x="145748" y="8945"/>
                  </a:moveTo>
                  <a:cubicBezTo>
                    <a:pt x="149211" y="8945"/>
                    <a:pt x="153596" y="8945"/>
                    <a:pt x="153596" y="4504"/>
                  </a:cubicBezTo>
                  <a:cubicBezTo>
                    <a:pt x="153596" y="63"/>
                    <a:pt x="149211" y="63"/>
                    <a:pt x="145979" y="63"/>
                  </a:cubicBezTo>
                  <a:lnTo>
                    <a:pt x="7716" y="63"/>
                  </a:lnTo>
                  <a:cubicBezTo>
                    <a:pt x="4484" y="63"/>
                    <a:pt x="99" y="63"/>
                    <a:pt x="99" y="4504"/>
                  </a:cubicBezTo>
                  <a:cubicBezTo>
                    <a:pt x="99" y="8945"/>
                    <a:pt x="4484" y="8945"/>
                    <a:pt x="7947" y="8945"/>
                  </a:cubicBezTo>
                  <a:lnTo>
                    <a:pt x="145748" y="8945"/>
                  </a:lnTo>
                  <a:close/>
                  <a:moveTo>
                    <a:pt x="145979" y="52023"/>
                  </a:moveTo>
                  <a:cubicBezTo>
                    <a:pt x="149211" y="52023"/>
                    <a:pt x="153596" y="52023"/>
                    <a:pt x="153596" y="47582"/>
                  </a:cubicBezTo>
                  <a:cubicBezTo>
                    <a:pt x="153596" y="43141"/>
                    <a:pt x="149211" y="43141"/>
                    <a:pt x="145748" y="43141"/>
                  </a:cubicBezTo>
                  <a:lnTo>
                    <a:pt x="7947" y="43141"/>
                  </a:lnTo>
                  <a:cubicBezTo>
                    <a:pt x="4484" y="43141"/>
                    <a:pt x="99" y="43141"/>
                    <a:pt x="99" y="47582"/>
                  </a:cubicBezTo>
                  <a:cubicBezTo>
                    <a:pt x="99" y="52023"/>
                    <a:pt x="4484" y="52023"/>
                    <a:pt x="7716" y="52023"/>
                  </a:cubicBezTo>
                  <a:lnTo>
                    <a:pt x="145979" y="52023"/>
                  </a:ln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 name="Freeform: Shape 15">
              <a:extLst>
                <a:ext uri="{FF2B5EF4-FFF2-40B4-BE49-F238E27FC236}">
                  <a16:creationId xmlns:a16="http://schemas.microsoft.com/office/drawing/2014/main" id="{67489D38-860C-ED2B-83C3-A68C99942263}"/>
                </a:ext>
              </a:extLst>
            </p:cNvPr>
            <p:cNvSpPr/>
            <p:nvPr>
              <p:custDataLst>
                <p:tags r:id="rId232"/>
              </p:custDataLst>
            </p:nvPr>
          </p:nvSpPr>
          <p:spPr>
            <a:xfrm>
              <a:off x="12096102" y="4124903"/>
              <a:ext cx="97176" cy="152771"/>
            </a:xfrm>
            <a:custGeom>
              <a:avLst/>
              <a:gdLst>
                <a:gd name="connsiteX0" fmla="*/ 97286 w 97176"/>
                <a:gd name="connsiteY0" fmla="*/ 76893 h 152771"/>
                <a:gd name="connsiteX1" fmla="*/ 88053 w 97176"/>
                <a:gd name="connsiteY1" fmla="*/ 24933 h 152771"/>
                <a:gd name="connsiteX2" fmla="*/ 48813 w 97176"/>
                <a:gd name="connsiteY2" fmla="*/ 63 h 152771"/>
                <a:gd name="connsiteX3" fmla="*/ 8650 w 97176"/>
                <a:gd name="connsiteY3" fmla="*/ 26487 h 152771"/>
                <a:gd name="connsiteX4" fmla="*/ 109 w 97176"/>
                <a:gd name="connsiteY4" fmla="*/ 76893 h 152771"/>
                <a:gd name="connsiteX5" fmla="*/ 10496 w 97176"/>
                <a:gd name="connsiteY5" fmla="*/ 130407 h 152771"/>
                <a:gd name="connsiteX6" fmla="*/ 48582 w 97176"/>
                <a:gd name="connsiteY6" fmla="*/ 152835 h 152771"/>
                <a:gd name="connsiteX7" fmla="*/ 88745 w 97176"/>
                <a:gd name="connsiteY7" fmla="*/ 127077 h 152771"/>
                <a:gd name="connsiteX8" fmla="*/ 97286 w 97176"/>
                <a:gd name="connsiteY8" fmla="*/ 76893 h 152771"/>
                <a:gd name="connsiteX9" fmla="*/ 48582 w 97176"/>
                <a:gd name="connsiteY9" fmla="*/ 147950 h 152771"/>
                <a:gd name="connsiteX10" fmla="*/ 21807 w 97176"/>
                <a:gd name="connsiteY10" fmla="*/ 121081 h 152771"/>
                <a:gd name="connsiteX11" fmla="*/ 19268 w 97176"/>
                <a:gd name="connsiteY11" fmla="*/ 74228 h 152771"/>
                <a:gd name="connsiteX12" fmla="*/ 21114 w 97176"/>
                <a:gd name="connsiteY12" fmla="*/ 33371 h 152771"/>
                <a:gd name="connsiteX13" fmla="*/ 48582 w 97176"/>
                <a:gd name="connsiteY13" fmla="*/ 4948 h 152771"/>
                <a:gd name="connsiteX14" fmla="*/ 75819 w 97176"/>
                <a:gd name="connsiteY14" fmla="*/ 30928 h 152771"/>
                <a:gd name="connsiteX15" fmla="*/ 78128 w 97176"/>
                <a:gd name="connsiteY15" fmla="*/ 74228 h 152771"/>
                <a:gd name="connsiteX16" fmla="*/ 75588 w 97176"/>
                <a:gd name="connsiteY16" fmla="*/ 120193 h 152771"/>
                <a:gd name="connsiteX17" fmla="*/ 48582 w 97176"/>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176" h="152771">
                  <a:moveTo>
                    <a:pt x="97286" y="76893"/>
                  </a:moveTo>
                  <a:cubicBezTo>
                    <a:pt x="97286" y="59129"/>
                    <a:pt x="96132" y="41364"/>
                    <a:pt x="88053" y="24933"/>
                  </a:cubicBezTo>
                  <a:cubicBezTo>
                    <a:pt x="77435" y="3616"/>
                    <a:pt x="58508" y="63"/>
                    <a:pt x="48813" y="63"/>
                  </a:cubicBezTo>
                  <a:cubicBezTo>
                    <a:pt x="34964" y="63"/>
                    <a:pt x="18113" y="5836"/>
                    <a:pt x="8650" y="26487"/>
                  </a:cubicBezTo>
                  <a:cubicBezTo>
                    <a:pt x="1263" y="41809"/>
                    <a:pt x="109" y="59129"/>
                    <a:pt x="109" y="76893"/>
                  </a:cubicBezTo>
                  <a:cubicBezTo>
                    <a:pt x="109" y="93547"/>
                    <a:pt x="1032" y="113531"/>
                    <a:pt x="10496" y="130407"/>
                  </a:cubicBezTo>
                  <a:cubicBezTo>
                    <a:pt x="20422" y="148394"/>
                    <a:pt x="37272" y="152835"/>
                    <a:pt x="48582" y="152835"/>
                  </a:cubicBezTo>
                  <a:cubicBezTo>
                    <a:pt x="61047" y="152835"/>
                    <a:pt x="78589" y="148172"/>
                    <a:pt x="88745" y="127077"/>
                  </a:cubicBezTo>
                  <a:cubicBezTo>
                    <a:pt x="96132" y="111755"/>
                    <a:pt x="97286" y="94435"/>
                    <a:pt x="97286" y="76893"/>
                  </a:cubicBezTo>
                  <a:close/>
                  <a:moveTo>
                    <a:pt x="48582" y="147950"/>
                  </a:moveTo>
                  <a:cubicBezTo>
                    <a:pt x="39580" y="147950"/>
                    <a:pt x="25961" y="142398"/>
                    <a:pt x="21807" y="121081"/>
                  </a:cubicBezTo>
                  <a:cubicBezTo>
                    <a:pt x="19268" y="107758"/>
                    <a:pt x="19268" y="87329"/>
                    <a:pt x="19268" y="74228"/>
                  </a:cubicBezTo>
                  <a:cubicBezTo>
                    <a:pt x="19268" y="60017"/>
                    <a:pt x="19268" y="45361"/>
                    <a:pt x="21114" y="33371"/>
                  </a:cubicBezTo>
                  <a:cubicBezTo>
                    <a:pt x="25500" y="6946"/>
                    <a:pt x="42812" y="4948"/>
                    <a:pt x="48582" y="4948"/>
                  </a:cubicBezTo>
                  <a:cubicBezTo>
                    <a:pt x="56199" y="4948"/>
                    <a:pt x="71434" y="8945"/>
                    <a:pt x="75819" y="30928"/>
                  </a:cubicBezTo>
                  <a:cubicBezTo>
                    <a:pt x="78128" y="43363"/>
                    <a:pt x="78128" y="60239"/>
                    <a:pt x="78128" y="74228"/>
                  </a:cubicBezTo>
                  <a:cubicBezTo>
                    <a:pt x="78128" y="90882"/>
                    <a:pt x="78128" y="105982"/>
                    <a:pt x="75588" y="120193"/>
                  </a:cubicBezTo>
                  <a:cubicBezTo>
                    <a:pt x="72126" y="141288"/>
                    <a:pt x="58969" y="147950"/>
                    <a:pt x="48582" y="147950"/>
                  </a:cubicBezTo>
                  <a:close/>
                </a:path>
              </a:pathLst>
            </a:custGeom>
            <a:solidFill>
              <a:srgbClr val="000000"/>
            </a:solidFill>
            <a:ln w="2281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17" name="Group 16">
            <a:extLst>
              <a:ext uri="{FF2B5EF4-FFF2-40B4-BE49-F238E27FC236}">
                <a16:creationId xmlns:a16="http://schemas.microsoft.com/office/drawing/2014/main" id="{F64F8B08-7027-2148-B032-61A65286EF88}"/>
              </a:ext>
            </a:extLst>
          </p:cNvPr>
          <p:cNvGrpSpPr>
            <a:grpSpLocks noChangeAspect="1"/>
          </p:cNvGrpSpPr>
          <p:nvPr>
            <p:custDataLst>
              <p:tags r:id="rId3"/>
            </p:custDataLst>
          </p:nvPr>
        </p:nvGrpSpPr>
        <p:grpSpPr>
          <a:xfrm>
            <a:off x="1020150" y="4735753"/>
            <a:ext cx="1025736" cy="222052"/>
            <a:chOff x="3663204" y="6853006"/>
            <a:chExt cx="1025736" cy="222052"/>
          </a:xfrm>
        </p:grpSpPr>
        <p:sp>
          <p:nvSpPr>
            <p:cNvPr id="18" name="Freeform: Shape 17">
              <a:extLst>
                <a:ext uri="{FF2B5EF4-FFF2-40B4-BE49-F238E27FC236}">
                  <a16:creationId xmlns:a16="http://schemas.microsoft.com/office/drawing/2014/main" id="{96FAEFE3-BD24-B6D0-49D9-E73FE0D9DF75}"/>
                </a:ext>
              </a:extLst>
            </p:cNvPr>
            <p:cNvSpPr/>
            <p:nvPr>
              <p:custDataLst>
                <p:tags r:id="rId219"/>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9" name="Freeform: Shape 18">
              <a:extLst>
                <a:ext uri="{FF2B5EF4-FFF2-40B4-BE49-F238E27FC236}">
                  <a16:creationId xmlns:a16="http://schemas.microsoft.com/office/drawing/2014/main" id="{FA5AC4B7-0314-6D35-1F0E-D08C9B8E1D99}"/>
                </a:ext>
              </a:extLst>
            </p:cNvPr>
            <p:cNvSpPr/>
            <p:nvPr>
              <p:custDataLst>
                <p:tags r:id="rId220"/>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0" name="Freeform: Shape 19">
              <a:extLst>
                <a:ext uri="{FF2B5EF4-FFF2-40B4-BE49-F238E27FC236}">
                  <a16:creationId xmlns:a16="http://schemas.microsoft.com/office/drawing/2014/main" id="{EB554E3A-2916-98C7-936C-56F3146E1C3F}"/>
                </a:ext>
              </a:extLst>
            </p:cNvPr>
            <p:cNvSpPr/>
            <p:nvPr>
              <p:custDataLst>
                <p:tags r:id="rId221"/>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1" name="Freeform: Shape 20">
              <a:extLst>
                <a:ext uri="{FF2B5EF4-FFF2-40B4-BE49-F238E27FC236}">
                  <a16:creationId xmlns:a16="http://schemas.microsoft.com/office/drawing/2014/main" id="{7B1C9F9C-2676-1762-E27B-0ACDE6C3AB0B}"/>
                </a:ext>
              </a:extLst>
            </p:cNvPr>
            <p:cNvSpPr/>
            <p:nvPr>
              <p:custDataLst>
                <p:tags r:id="rId222"/>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2" name="Freeform: Shape 21">
              <a:extLst>
                <a:ext uri="{FF2B5EF4-FFF2-40B4-BE49-F238E27FC236}">
                  <a16:creationId xmlns:a16="http://schemas.microsoft.com/office/drawing/2014/main" id="{559828DA-1F24-9DF2-4937-9ADF1529F12C}"/>
                </a:ext>
              </a:extLst>
            </p:cNvPr>
            <p:cNvSpPr/>
            <p:nvPr>
              <p:custDataLst>
                <p:tags r:id="rId223"/>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3" name="Freeform: Shape 22">
              <a:extLst>
                <a:ext uri="{FF2B5EF4-FFF2-40B4-BE49-F238E27FC236}">
                  <a16:creationId xmlns:a16="http://schemas.microsoft.com/office/drawing/2014/main" id="{A3A11376-6844-64B1-72CE-F67C7DC4A621}"/>
                </a:ext>
              </a:extLst>
            </p:cNvPr>
            <p:cNvSpPr/>
            <p:nvPr>
              <p:custDataLst>
                <p:tags r:id="rId224"/>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4" name="Freeform: Shape 23">
              <a:extLst>
                <a:ext uri="{FF2B5EF4-FFF2-40B4-BE49-F238E27FC236}">
                  <a16:creationId xmlns:a16="http://schemas.microsoft.com/office/drawing/2014/main" id="{350773F0-1D66-AEEB-7F63-1AC6BD8378CC}"/>
                </a:ext>
              </a:extLst>
            </p:cNvPr>
            <p:cNvSpPr/>
            <p:nvPr>
              <p:custDataLst>
                <p:tags r:id="rId225"/>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5" name="Freeform: Shape 24">
              <a:extLst>
                <a:ext uri="{FF2B5EF4-FFF2-40B4-BE49-F238E27FC236}">
                  <a16:creationId xmlns:a16="http://schemas.microsoft.com/office/drawing/2014/main" id="{10BDD8C6-B53D-04EC-EE01-1B064A7DC9DD}"/>
                </a:ext>
              </a:extLst>
            </p:cNvPr>
            <p:cNvSpPr/>
            <p:nvPr>
              <p:custDataLst>
                <p:tags r:id="rId226"/>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solidFill>
              <a:srgbClr val="000000"/>
            </a:solid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93" name="Group 92" descr="\documentclass{article}&#10;\usepackage{amsmath}&#10;\pagestyle{empty}&#10;\begin{document}&#10;&#10;&#10;$ Cov[u,x]= E[xu] = 0$&#10;\end{document}" title="IguanaTex Shape Display">
            <a:extLst>
              <a:ext uri="{FF2B5EF4-FFF2-40B4-BE49-F238E27FC236}">
                <a16:creationId xmlns:a16="http://schemas.microsoft.com/office/drawing/2014/main" id="{C4C9BD8D-3B8F-9A18-8F79-C9D99523A63E}"/>
              </a:ext>
            </a:extLst>
          </p:cNvPr>
          <p:cNvGrpSpPr>
            <a:grpSpLocks noChangeAspect="1"/>
          </p:cNvGrpSpPr>
          <p:nvPr>
            <p:custDataLst>
              <p:tags r:id="rId4"/>
            </p:custDataLst>
          </p:nvPr>
        </p:nvGrpSpPr>
        <p:grpSpPr>
          <a:xfrm>
            <a:off x="1028700" y="5143500"/>
            <a:ext cx="2148396" cy="222052"/>
            <a:chOff x="2783831" y="6378161"/>
            <a:chExt cx="2148396" cy="222052"/>
          </a:xfrm>
        </p:grpSpPr>
        <p:sp>
          <p:nvSpPr>
            <p:cNvPr id="77" name="Freeform: Shape 76">
              <a:extLst>
                <a:ext uri="{FF2B5EF4-FFF2-40B4-BE49-F238E27FC236}">
                  <a16:creationId xmlns:a16="http://schemas.microsoft.com/office/drawing/2014/main" id="{1A120599-4EB3-C806-EFBD-027DD81489EC}"/>
                </a:ext>
              </a:extLst>
            </p:cNvPr>
            <p:cNvSpPr/>
            <p:nvPr>
              <p:custDataLst>
                <p:tags r:id="rId203"/>
              </p:custDataLst>
            </p:nvPr>
          </p:nvSpPr>
          <p:spPr>
            <a:xfrm>
              <a:off x="2783831" y="6388153"/>
              <a:ext cx="160436" cy="161432"/>
            </a:xfrm>
            <a:custGeom>
              <a:avLst/>
              <a:gdLst>
                <a:gd name="csX0" fmla="*/ 160513 w 160436"/>
                <a:gd name="csY0" fmla="*/ 2283 h 161432"/>
                <a:gd name="csX1" fmla="*/ 158027 w 160436"/>
                <a:gd name="csY1" fmla="*/ 63 h 161432"/>
                <a:gd name="csX2" fmla="*/ 154638 w 160436"/>
                <a:gd name="csY2" fmla="*/ 2727 h 161432"/>
                <a:gd name="csX3" fmla="*/ 138820 w 160436"/>
                <a:gd name="csY3" fmla="*/ 19825 h 161432"/>
                <a:gd name="csX4" fmla="*/ 101310 w 160436"/>
                <a:gd name="csY4" fmla="*/ 63 h 161432"/>
                <a:gd name="csX5" fmla="*/ 77 w 160436"/>
                <a:gd name="csY5" fmla="*/ 100652 h 161432"/>
                <a:gd name="csX6" fmla="*/ 61314 w 160436"/>
                <a:gd name="csY6" fmla="*/ 161495 h 161432"/>
                <a:gd name="csX7" fmla="*/ 110122 w 160436"/>
                <a:gd name="csY7" fmla="*/ 142398 h 161432"/>
                <a:gd name="csX8" fmla="*/ 134979 w 160436"/>
                <a:gd name="csY8" fmla="*/ 103317 h 161432"/>
                <a:gd name="csX9" fmla="*/ 132267 w 160436"/>
                <a:gd name="csY9" fmla="*/ 101097 h 161432"/>
                <a:gd name="csX10" fmla="*/ 129330 w 160436"/>
                <a:gd name="csY10" fmla="*/ 103317 h 161432"/>
                <a:gd name="csX11" fmla="*/ 106507 w 160436"/>
                <a:gd name="csY11" fmla="*/ 138401 h 161432"/>
                <a:gd name="csX12" fmla="*/ 64929 w 160436"/>
                <a:gd name="csY12" fmla="*/ 154611 h 161432"/>
                <a:gd name="csX13" fmla="*/ 20640 w 160436"/>
                <a:gd name="csY13" fmla="*/ 108424 h 161432"/>
                <a:gd name="csX14" fmla="*/ 47982 w 160436"/>
                <a:gd name="csY14" fmla="*/ 33815 h 161432"/>
                <a:gd name="csX15" fmla="*/ 103118 w 160436"/>
                <a:gd name="csY15" fmla="*/ 6946 h 161432"/>
                <a:gd name="csX16" fmla="*/ 139498 w 160436"/>
                <a:gd name="csY16" fmla="*/ 49802 h 161432"/>
                <a:gd name="csX17" fmla="*/ 138820 w 160436"/>
                <a:gd name="csY17" fmla="*/ 61127 h 161432"/>
                <a:gd name="csX18" fmla="*/ 142210 w 160436"/>
                <a:gd name="csY18" fmla="*/ 63348 h 161432"/>
                <a:gd name="csX19" fmla="*/ 146277 w 160436"/>
                <a:gd name="csY19" fmla="*/ 58907 h 161432"/>
                <a:gd name="csX20" fmla="*/ 160513 w 160436"/>
                <a:gd name="csY20" fmla="*/ 2283 h 161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60436" h="161432">
                  <a:moveTo>
                    <a:pt x="160513" y="2283"/>
                  </a:moveTo>
                  <a:cubicBezTo>
                    <a:pt x="160513" y="1617"/>
                    <a:pt x="160061" y="63"/>
                    <a:pt x="158027" y="63"/>
                  </a:cubicBezTo>
                  <a:cubicBezTo>
                    <a:pt x="157350" y="63"/>
                    <a:pt x="157124" y="285"/>
                    <a:pt x="154638" y="2727"/>
                  </a:cubicBezTo>
                  <a:lnTo>
                    <a:pt x="138820" y="19825"/>
                  </a:lnTo>
                  <a:cubicBezTo>
                    <a:pt x="136787" y="16717"/>
                    <a:pt x="126392" y="63"/>
                    <a:pt x="101310" y="63"/>
                  </a:cubicBezTo>
                  <a:cubicBezTo>
                    <a:pt x="50919" y="63"/>
                    <a:pt x="77" y="49136"/>
                    <a:pt x="77" y="100652"/>
                  </a:cubicBezTo>
                  <a:cubicBezTo>
                    <a:pt x="77" y="137291"/>
                    <a:pt x="26741" y="161495"/>
                    <a:pt x="61314" y="161495"/>
                  </a:cubicBezTo>
                  <a:cubicBezTo>
                    <a:pt x="80973" y="161495"/>
                    <a:pt x="98146" y="152613"/>
                    <a:pt x="110122" y="142398"/>
                  </a:cubicBezTo>
                  <a:cubicBezTo>
                    <a:pt x="131137" y="124190"/>
                    <a:pt x="134979" y="103983"/>
                    <a:pt x="134979" y="103317"/>
                  </a:cubicBezTo>
                  <a:cubicBezTo>
                    <a:pt x="134979" y="101097"/>
                    <a:pt x="132719" y="101097"/>
                    <a:pt x="132267" y="101097"/>
                  </a:cubicBezTo>
                  <a:cubicBezTo>
                    <a:pt x="130911" y="101097"/>
                    <a:pt x="129782" y="101541"/>
                    <a:pt x="129330" y="103317"/>
                  </a:cubicBezTo>
                  <a:cubicBezTo>
                    <a:pt x="127296" y="109757"/>
                    <a:pt x="122099" y="125522"/>
                    <a:pt x="106507" y="138401"/>
                  </a:cubicBezTo>
                  <a:cubicBezTo>
                    <a:pt x="90915" y="150836"/>
                    <a:pt x="76679" y="154611"/>
                    <a:pt x="64929" y="154611"/>
                  </a:cubicBezTo>
                  <a:cubicBezTo>
                    <a:pt x="44592" y="154611"/>
                    <a:pt x="20640" y="143064"/>
                    <a:pt x="20640" y="108424"/>
                  </a:cubicBezTo>
                  <a:cubicBezTo>
                    <a:pt x="20640" y="95767"/>
                    <a:pt x="25385" y="59795"/>
                    <a:pt x="47982" y="33815"/>
                  </a:cubicBezTo>
                  <a:cubicBezTo>
                    <a:pt x="61766" y="18049"/>
                    <a:pt x="83006" y="6946"/>
                    <a:pt x="103118" y="6946"/>
                  </a:cubicBezTo>
                  <a:cubicBezTo>
                    <a:pt x="126166" y="6946"/>
                    <a:pt x="139498" y="24044"/>
                    <a:pt x="139498" y="49802"/>
                  </a:cubicBezTo>
                  <a:cubicBezTo>
                    <a:pt x="139498" y="58685"/>
                    <a:pt x="138820" y="58907"/>
                    <a:pt x="138820" y="61127"/>
                  </a:cubicBezTo>
                  <a:cubicBezTo>
                    <a:pt x="138820" y="63348"/>
                    <a:pt x="141306" y="63348"/>
                    <a:pt x="142210" y="63348"/>
                  </a:cubicBezTo>
                  <a:cubicBezTo>
                    <a:pt x="145147" y="63348"/>
                    <a:pt x="145147" y="62904"/>
                    <a:pt x="146277" y="58907"/>
                  </a:cubicBezTo>
                  <a:lnTo>
                    <a:pt x="160513" y="2283"/>
                  </a:lnTo>
                  <a:close/>
                </a:path>
              </a:pathLst>
            </a:custGeom>
            <a:solidFill>
              <a:srgbClr val="000000"/>
            </a:solidFill>
            <a:ln w="22860"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099F7192-907E-9EE8-1602-E0BAAB2CCFF7}"/>
                </a:ext>
              </a:extLst>
            </p:cNvPr>
            <p:cNvSpPr/>
            <p:nvPr>
              <p:custDataLst>
                <p:tags r:id="rId204"/>
              </p:custDataLst>
            </p:nvPr>
          </p:nvSpPr>
          <p:spPr>
            <a:xfrm>
              <a:off x="2959464" y="6446553"/>
              <a:ext cx="96713" cy="100589"/>
            </a:xfrm>
            <a:custGeom>
              <a:avLst/>
              <a:gdLst>
                <a:gd name="csX0" fmla="*/ 96798 w 96713"/>
                <a:gd name="csY0" fmla="*/ 37590 h 100589"/>
                <a:gd name="csX1" fmla="*/ 60644 w 96713"/>
                <a:gd name="csY1" fmla="*/ 63 h 100589"/>
                <a:gd name="csX2" fmla="*/ 85 w 96713"/>
                <a:gd name="csY2" fmla="*/ 63126 h 100589"/>
                <a:gd name="csX3" fmla="*/ 36239 w 96713"/>
                <a:gd name="csY3" fmla="*/ 100652 h 100589"/>
                <a:gd name="csX4" fmla="*/ 96798 w 96713"/>
                <a:gd name="csY4" fmla="*/ 37590 h 100589"/>
                <a:gd name="csX5" fmla="*/ 36465 w 96713"/>
                <a:gd name="csY5" fmla="*/ 95767 h 100589"/>
                <a:gd name="csX6" fmla="*/ 16806 w 96713"/>
                <a:gd name="csY6" fmla="*/ 71564 h 100589"/>
                <a:gd name="csX7" fmla="*/ 29912 w 96713"/>
                <a:gd name="csY7" fmla="*/ 25377 h 100589"/>
                <a:gd name="csX8" fmla="*/ 60418 w 96713"/>
                <a:gd name="csY8" fmla="*/ 4948 h 100589"/>
                <a:gd name="csX9" fmla="*/ 80303 w 96713"/>
                <a:gd name="csY9" fmla="*/ 28930 h 100589"/>
                <a:gd name="csX10" fmla="*/ 67197 w 96713"/>
                <a:gd name="csY10" fmla="*/ 75339 h 100589"/>
                <a:gd name="csX11" fmla="*/ 36465 w 96713"/>
                <a:gd name="csY11" fmla="*/ 95767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713" h="100589">
                  <a:moveTo>
                    <a:pt x="96798" y="37590"/>
                  </a:moveTo>
                  <a:cubicBezTo>
                    <a:pt x="96798" y="14496"/>
                    <a:pt x="80981" y="63"/>
                    <a:pt x="60644" y="63"/>
                  </a:cubicBezTo>
                  <a:cubicBezTo>
                    <a:pt x="30364" y="63"/>
                    <a:pt x="85" y="31594"/>
                    <a:pt x="85" y="63126"/>
                  </a:cubicBezTo>
                  <a:cubicBezTo>
                    <a:pt x="85" y="85109"/>
                    <a:pt x="15224" y="100652"/>
                    <a:pt x="36239" y="100652"/>
                  </a:cubicBezTo>
                  <a:cubicBezTo>
                    <a:pt x="66293" y="100652"/>
                    <a:pt x="96798" y="70009"/>
                    <a:pt x="96798" y="37590"/>
                  </a:cubicBezTo>
                  <a:close/>
                  <a:moveTo>
                    <a:pt x="36465" y="95767"/>
                  </a:moveTo>
                  <a:cubicBezTo>
                    <a:pt x="26749" y="95767"/>
                    <a:pt x="16806" y="88884"/>
                    <a:pt x="16806" y="71564"/>
                  </a:cubicBezTo>
                  <a:cubicBezTo>
                    <a:pt x="16806" y="60683"/>
                    <a:pt x="22681" y="36701"/>
                    <a:pt x="29912" y="25377"/>
                  </a:cubicBezTo>
                  <a:cubicBezTo>
                    <a:pt x="41210" y="8279"/>
                    <a:pt x="54091" y="4948"/>
                    <a:pt x="60418" y="4948"/>
                  </a:cubicBezTo>
                  <a:cubicBezTo>
                    <a:pt x="73524" y="4948"/>
                    <a:pt x="80303" y="15606"/>
                    <a:pt x="80303" y="28930"/>
                  </a:cubicBezTo>
                  <a:cubicBezTo>
                    <a:pt x="80303" y="37590"/>
                    <a:pt x="75783" y="60905"/>
                    <a:pt x="67197" y="75339"/>
                  </a:cubicBezTo>
                  <a:cubicBezTo>
                    <a:pt x="59288" y="88218"/>
                    <a:pt x="46860" y="95767"/>
                    <a:pt x="36465" y="95767"/>
                  </a:cubicBezTo>
                  <a:close/>
                </a:path>
              </a:pathLst>
            </a:custGeom>
            <a:solidFill>
              <a:srgbClr val="000000"/>
            </a:solidFill>
            <a:ln w="22860" cap="flat">
              <a:noFill/>
              <a:prstDash val="solid"/>
              <a:miter/>
            </a:ln>
          </p:spPr>
          <p:txBody>
            <a:bodyPr/>
            <a:lstStyle/>
            <a:p>
              <a:endParaRPr lang="en-US"/>
            </a:p>
          </p:txBody>
        </p:sp>
        <p:sp>
          <p:nvSpPr>
            <p:cNvPr id="79" name="Freeform: Shape 78">
              <a:extLst>
                <a:ext uri="{FF2B5EF4-FFF2-40B4-BE49-F238E27FC236}">
                  <a16:creationId xmlns:a16="http://schemas.microsoft.com/office/drawing/2014/main" id="{6F50D8E1-DFA6-7EFA-F072-764E6DB6059D}"/>
                </a:ext>
              </a:extLst>
            </p:cNvPr>
            <p:cNvSpPr/>
            <p:nvPr>
              <p:custDataLst>
                <p:tags r:id="rId205"/>
              </p:custDataLst>
            </p:nvPr>
          </p:nvSpPr>
          <p:spPr>
            <a:xfrm>
              <a:off x="3066283" y="6446553"/>
              <a:ext cx="99199" cy="100589"/>
            </a:xfrm>
            <a:custGeom>
              <a:avLst/>
              <a:gdLst>
                <a:gd name="csX0" fmla="*/ 99289 w 99199"/>
                <a:gd name="csY0" fmla="*/ 15606 h 100589"/>
                <a:gd name="csX1" fmla="*/ 89346 w 99199"/>
                <a:gd name="csY1" fmla="*/ 63 h 100589"/>
                <a:gd name="csX2" fmla="*/ 78274 w 99199"/>
                <a:gd name="csY2" fmla="*/ 10721 h 100589"/>
                <a:gd name="csX3" fmla="*/ 81889 w 99199"/>
                <a:gd name="csY3" fmla="*/ 17383 h 100589"/>
                <a:gd name="csX4" fmla="*/ 89572 w 99199"/>
                <a:gd name="csY4" fmla="*/ 35591 h 100589"/>
                <a:gd name="csX5" fmla="*/ 49350 w 99199"/>
                <a:gd name="csY5" fmla="*/ 95767 h 100589"/>
                <a:gd name="csX6" fmla="*/ 32629 w 99199"/>
                <a:gd name="csY6" fmla="*/ 76449 h 100589"/>
                <a:gd name="csX7" fmla="*/ 45735 w 99199"/>
                <a:gd name="csY7" fmla="*/ 29374 h 100589"/>
                <a:gd name="csX8" fmla="*/ 48446 w 99199"/>
                <a:gd name="csY8" fmla="*/ 18271 h 100589"/>
                <a:gd name="csX9" fmla="*/ 29917 w 99199"/>
                <a:gd name="csY9" fmla="*/ 63 h 100589"/>
                <a:gd name="csX10" fmla="*/ 89 w 99199"/>
                <a:gd name="csY10" fmla="*/ 34259 h 100589"/>
                <a:gd name="csX11" fmla="*/ 2801 w 99199"/>
                <a:gd name="csY11" fmla="*/ 36479 h 100589"/>
                <a:gd name="csX12" fmla="*/ 6416 w 99199"/>
                <a:gd name="csY12" fmla="*/ 32482 h 100589"/>
                <a:gd name="csX13" fmla="*/ 29239 w 99199"/>
                <a:gd name="csY13" fmla="*/ 4948 h 100589"/>
                <a:gd name="csX14" fmla="*/ 34888 w 99199"/>
                <a:gd name="csY14" fmla="*/ 12054 h 100589"/>
                <a:gd name="csX15" fmla="*/ 31047 w 99199"/>
                <a:gd name="csY15" fmla="*/ 27597 h 100589"/>
                <a:gd name="csX16" fmla="*/ 18167 w 99199"/>
                <a:gd name="csY16" fmla="*/ 73118 h 100589"/>
                <a:gd name="csX17" fmla="*/ 48446 w 99199"/>
                <a:gd name="csY17" fmla="*/ 100652 h 100589"/>
                <a:gd name="csX18" fmla="*/ 99289 w 99199"/>
                <a:gd name="csY18" fmla="*/ 15606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9199" h="100589">
                  <a:moveTo>
                    <a:pt x="99289" y="15606"/>
                  </a:moveTo>
                  <a:cubicBezTo>
                    <a:pt x="99289" y="3616"/>
                    <a:pt x="93414" y="63"/>
                    <a:pt x="89346" y="63"/>
                  </a:cubicBezTo>
                  <a:cubicBezTo>
                    <a:pt x="83697" y="63"/>
                    <a:pt x="78274" y="5836"/>
                    <a:pt x="78274" y="10721"/>
                  </a:cubicBezTo>
                  <a:cubicBezTo>
                    <a:pt x="78274" y="13608"/>
                    <a:pt x="79404" y="14940"/>
                    <a:pt x="81889" y="17383"/>
                  </a:cubicBezTo>
                  <a:cubicBezTo>
                    <a:pt x="86635" y="21824"/>
                    <a:pt x="89572" y="27597"/>
                    <a:pt x="89572" y="35591"/>
                  </a:cubicBezTo>
                  <a:cubicBezTo>
                    <a:pt x="89572" y="44917"/>
                    <a:pt x="75788" y="95767"/>
                    <a:pt x="49350" y="95767"/>
                  </a:cubicBezTo>
                  <a:cubicBezTo>
                    <a:pt x="37826" y="95767"/>
                    <a:pt x="32629" y="87995"/>
                    <a:pt x="32629" y="76449"/>
                  </a:cubicBezTo>
                  <a:cubicBezTo>
                    <a:pt x="32629" y="64014"/>
                    <a:pt x="38730" y="47804"/>
                    <a:pt x="45735" y="29374"/>
                  </a:cubicBezTo>
                  <a:cubicBezTo>
                    <a:pt x="47316" y="25599"/>
                    <a:pt x="48446" y="22490"/>
                    <a:pt x="48446" y="18271"/>
                  </a:cubicBezTo>
                  <a:cubicBezTo>
                    <a:pt x="48446" y="8279"/>
                    <a:pt x="41215" y="63"/>
                    <a:pt x="29917" y="63"/>
                  </a:cubicBezTo>
                  <a:cubicBezTo>
                    <a:pt x="8676" y="63"/>
                    <a:pt x="89" y="32260"/>
                    <a:pt x="89" y="34259"/>
                  </a:cubicBezTo>
                  <a:cubicBezTo>
                    <a:pt x="89" y="36479"/>
                    <a:pt x="2349" y="36479"/>
                    <a:pt x="2801" y="36479"/>
                  </a:cubicBezTo>
                  <a:cubicBezTo>
                    <a:pt x="5061" y="36479"/>
                    <a:pt x="5287" y="36035"/>
                    <a:pt x="6416" y="32482"/>
                  </a:cubicBezTo>
                  <a:cubicBezTo>
                    <a:pt x="12969" y="10055"/>
                    <a:pt x="22686" y="4948"/>
                    <a:pt x="29239" y="4948"/>
                  </a:cubicBezTo>
                  <a:cubicBezTo>
                    <a:pt x="31047" y="4948"/>
                    <a:pt x="34888" y="4948"/>
                    <a:pt x="34888" y="12054"/>
                  </a:cubicBezTo>
                  <a:cubicBezTo>
                    <a:pt x="34888" y="17605"/>
                    <a:pt x="32629" y="23600"/>
                    <a:pt x="31047" y="27597"/>
                  </a:cubicBezTo>
                  <a:cubicBezTo>
                    <a:pt x="21104" y="53355"/>
                    <a:pt x="18167" y="63570"/>
                    <a:pt x="18167" y="73118"/>
                  </a:cubicBezTo>
                  <a:cubicBezTo>
                    <a:pt x="18167" y="97100"/>
                    <a:pt x="38052" y="100652"/>
                    <a:pt x="48446" y="100652"/>
                  </a:cubicBezTo>
                  <a:cubicBezTo>
                    <a:pt x="86409" y="100652"/>
                    <a:pt x="99289" y="27153"/>
                    <a:pt x="99289" y="15606"/>
                  </a:cubicBezTo>
                  <a:close/>
                </a:path>
              </a:pathLst>
            </a:custGeom>
            <a:solidFill>
              <a:srgbClr val="000000"/>
            </a:solidFill>
            <a:ln w="22860" cap="flat">
              <a:noFill/>
              <a:prstDash val="solid"/>
              <a:miter/>
            </a:ln>
          </p:spPr>
          <p:txBody>
            <a:bodyPr/>
            <a:lstStyle/>
            <a:p>
              <a:endParaRPr lang="en-US"/>
            </a:p>
          </p:txBody>
        </p:sp>
        <p:sp>
          <p:nvSpPr>
            <p:cNvPr id="80" name="Freeform: Shape 79">
              <a:extLst>
                <a:ext uri="{FF2B5EF4-FFF2-40B4-BE49-F238E27FC236}">
                  <a16:creationId xmlns:a16="http://schemas.microsoft.com/office/drawing/2014/main" id="{AEA01A2C-F6B6-4A36-5D18-5BCEDE1EEC02}"/>
                </a:ext>
              </a:extLst>
            </p:cNvPr>
            <p:cNvSpPr/>
            <p:nvPr>
              <p:custDataLst>
                <p:tags r:id="rId206"/>
              </p:custDataLst>
            </p:nvPr>
          </p:nvSpPr>
          <p:spPr>
            <a:xfrm>
              <a:off x="3204033" y="6378161"/>
              <a:ext cx="30957" cy="222052"/>
            </a:xfrm>
            <a:custGeom>
              <a:avLst/>
              <a:gdLst>
                <a:gd name="csX0" fmla="*/ 31052 w 30957"/>
                <a:gd name="csY0" fmla="*/ 222115 h 222052"/>
                <a:gd name="csX1" fmla="*/ 31052 w 30957"/>
                <a:gd name="csY1" fmla="*/ 213233 h 222052"/>
                <a:gd name="csX2" fmla="*/ 9133 w 30957"/>
                <a:gd name="csY2" fmla="*/ 213233 h 222052"/>
                <a:gd name="csX3" fmla="*/ 9133 w 30957"/>
                <a:gd name="csY3" fmla="*/ 8945 h 222052"/>
                <a:gd name="csX4" fmla="*/ 31052 w 30957"/>
                <a:gd name="csY4" fmla="*/ 8945 h 222052"/>
                <a:gd name="csX5" fmla="*/ 31052 w 30957"/>
                <a:gd name="csY5" fmla="*/ 63 h 222052"/>
                <a:gd name="csX6" fmla="*/ 95 w 30957"/>
                <a:gd name="csY6" fmla="*/ 63 h 222052"/>
                <a:gd name="csX7" fmla="*/ 95 w 30957"/>
                <a:gd name="csY7" fmla="*/ 222115 h 222052"/>
                <a:gd name="csX8" fmla="*/ 31052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52" y="222115"/>
                  </a:moveTo>
                  <a:lnTo>
                    <a:pt x="31052" y="213233"/>
                  </a:lnTo>
                  <a:lnTo>
                    <a:pt x="9133" y="213233"/>
                  </a:lnTo>
                  <a:lnTo>
                    <a:pt x="9133" y="8945"/>
                  </a:lnTo>
                  <a:lnTo>
                    <a:pt x="31052" y="8945"/>
                  </a:lnTo>
                  <a:lnTo>
                    <a:pt x="31052" y="63"/>
                  </a:lnTo>
                  <a:lnTo>
                    <a:pt x="95" y="63"/>
                  </a:lnTo>
                  <a:lnTo>
                    <a:pt x="95" y="222115"/>
                  </a:lnTo>
                  <a:lnTo>
                    <a:pt x="31052" y="222115"/>
                  </a:lnTo>
                  <a:close/>
                </a:path>
              </a:pathLst>
            </a:custGeom>
            <a:solidFill>
              <a:srgbClr val="000000"/>
            </a:solidFill>
            <a:ln w="22860" cap="flat">
              <a:noFill/>
              <a:prstDash val="solid"/>
              <a:miter/>
            </a:ln>
          </p:spPr>
          <p:txBody>
            <a:bodyPr/>
            <a:lstStyle/>
            <a:p>
              <a:endParaRPr lang="en-US"/>
            </a:p>
          </p:txBody>
        </p:sp>
        <p:sp>
          <p:nvSpPr>
            <p:cNvPr id="81" name="Freeform: Shape 80">
              <a:extLst>
                <a:ext uri="{FF2B5EF4-FFF2-40B4-BE49-F238E27FC236}">
                  <a16:creationId xmlns:a16="http://schemas.microsoft.com/office/drawing/2014/main" id="{9FD6ADFF-34D6-07DE-A4DA-CBBE10BED0F7}"/>
                </a:ext>
              </a:extLst>
            </p:cNvPr>
            <p:cNvSpPr/>
            <p:nvPr>
              <p:custDataLst>
                <p:tags r:id="rId207"/>
              </p:custDataLst>
            </p:nvPr>
          </p:nvSpPr>
          <p:spPr>
            <a:xfrm>
              <a:off x="3246691" y="6446553"/>
              <a:ext cx="116146" cy="100589"/>
            </a:xfrm>
            <a:custGeom>
              <a:avLst/>
              <a:gdLst>
                <a:gd name="csX0" fmla="*/ 72633 w 116146"/>
                <a:gd name="csY0" fmla="*/ 85775 h 100589"/>
                <a:gd name="csX1" fmla="*/ 92744 w 116146"/>
                <a:gd name="csY1" fmla="*/ 100652 h 100589"/>
                <a:gd name="csX2" fmla="*/ 109465 w 116146"/>
                <a:gd name="csY2" fmla="*/ 88440 h 100589"/>
                <a:gd name="csX3" fmla="*/ 116244 w 116146"/>
                <a:gd name="csY3" fmla="*/ 66456 h 100589"/>
                <a:gd name="csX4" fmla="*/ 113533 w 116146"/>
                <a:gd name="csY4" fmla="*/ 64236 h 100589"/>
                <a:gd name="csX5" fmla="*/ 110369 w 116146"/>
                <a:gd name="csY5" fmla="*/ 68233 h 100589"/>
                <a:gd name="csX6" fmla="*/ 93422 w 116146"/>
                <a:gd name="csY6" fmla="*/ 95767 h 100589"/>
                <a:gd name="csX7" fmla="*/ 86417 w 116146"/>
                <a:gd name="csY7" fmla="*/ 85553 h 100589"/>
                <a:gd name="csX8" fmla="*/ 90936 w 116146"/>
                <a:gd name="csY8" fmla="*/ 62459 h 100589"/>
                <a:gd name="csX9" fmla="*/ 97263 w 116146"/>
                <a:gd name="csY9" fmla="*/ 38478 h 100589"/>
                <a:gd name="csX10" fmla="*/ 101104 w 116146"/>
                <a:gd name="csY10" fmla="*/ 23378 h 100589"/>
                <a:gd name="csX11" fmla="*/ 104494 w 116146"/>
                <a:gd name="csY11" fmla="*/ 8501 h 100589"/>
                <a:gd name="csX12" fmla="*/ 97941 w 116146"/>
                <a:gd name="csY12" fmla="*/ 2505 h 100589"/>
                <a:gd name="csX13" fmla="*/ 89128 w 116146"/>
                <a:gd name="csY13" fmla="*/ 10277 h 100589"/>
                <a:gd name="csX14" fmla="*/ 72181 w 116146"/>
                <a:gd name="csY14" fmla="*/ 77115 h 100589"/>
                <a:gd name="csX15" fmla="*/ 46420 w 116146"/>
                <a:gd name="csY15" fmla="*/ 95767 h 100589"/>
                <a:gd name="csX16" fmla="*/ 32411 w 116146"/>
                <a:gd name="csY16" fmla="*/ 77559 h 100589"/>
                <a:gd name="csX17" fmla="*/ 44613 w 116146"/>
                <a:gd name="csY17" fmla="*/ 32260 h 100589"/>
                <a:gd name="csX18" fmla="*/ 48454 w 116146"/>
                <a:gd name="csY18" fmla="*/ 18271 h 100589"/>
                <a:gd name="csX19" fmla="*/ 29925 w 116146"/>
                <a:gd name="csY19" fmla="*/ 63 h 100589"/>
                <a:gd name="csX20" fmla="*/ 97 w 116146"/>
                <a:gd name="csY20" fmla="*/ 34259 h 100589"/>
                <a:gd name="csX21" fmla="*/ 2809 w 116146"/>
                <a:gd name="csY21" fmla="*/ 36479 h 100589"/>
                <a:gd name="csX22" fmla="*/ 6424 w 116146"/>
                <a:gd name="csY22" fmla="*/ 32482 h 100589"/>
                <a:gd name="csX23" fmla="*/ 29247 w 116146"/>
                <a:gd name="csY23" fmla="*/ 4948 h 100589"/>
                <a:gd name="csX24" fmla="*/ 34896 w 116146"/>
                <a:gd name="csY24" fmla="*/ 12276 h 100589"/>
                <a:gd name="csX25" fmla="*/ 31055 w 116146"/>
                <a:gd name="csY25" fmla="*/ 27375 h 100589"/>
                <a:gd name="csX26" fmla="*/ 17949 w 116146"/>
                <a:gd name="csY26" fmla="*/ 74006 h 100589"/>
                <a:gd name="csX27" fmla="*/ 45743 w 116146"/>
                <a:gd name="csY27" fmla="*/ 100652 h 100589"/>
                <a:gd name="csX28" fmla="*/ 72633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33" y="85775"/>
                  </a:moveTo>
                  <a:cubicBezTo>
                    <a:pt x="75118" y="94879"/>
                    <a:pt x="83027" y="100652"/>
                    <a:pt x="92744" y="100652"/>
                  </a:cubicBezTo>
                  <a:cubicBezTo>
                    <a:pt x="100652" y="100652"/>
                    <a:pt x="105850" y="95545"/>
                    <a:pt x="109465" y="88440"/>
                  </a:cubicBezTo>
                  <a:cubicBezTo>
                    <a:pt x="113307" y="80446"/>
                    <a:pt x="116244" y="66901"/>
                    <a:pt x="116244" y="66456"/>
                  </a:cubicBezTo>
                  <a:cubicBezTo>
                    <a:pt x="116244" y="64236"/>
                    <a:pt x="114210" y="64236"/>
                    <a:pt x="113533" y="64236"/>
                  </a:cubicBezTo>
                  <a:cubicBezTo>
                    <a:pt x="111273" y="64236"/>
                    <a:pt x="111047" y="65124"/>
                    <a:pt x="110369" y="68233"/>
                  </a:cubicBezTo>
                  <a:cubicBezTo>
                    <a:pt x="107206" y="80668"/>
                    <a:pt x="102912" y="95767"/>
                    <a:pt x="93422" y="95767"/>
                  </a:cubicBezTo>
                  <a:cubicBezTo>
                    <a:pt x="88676" y="95767"/>
                    <a:pt x="86417" y="92881"/>
                    <a:pt x="86417" y="85553"/>
                  </a:cubicBezTo>
                  <a:cubicBezTo>
                    <a:pt x="86417" y="80668"/>
                    <a:pt x="89128" y="70231"/>
                    <a:pt x="90936" y="62459"/>
                  </a:cubicBezTo>
                  <a:lnTo>
                    <a:pt x="97263" y="38478"/>
                  </a:lnTo>
                  <a:cubicBezTo>
                    <a:pt x="97941" y="35147"/>
                    <a:pt x="100201" y="26709"/>
                    <a:pt x="101104" y="23378"/>
                  </a:cubicBezTo>
                  <a:cubicBezTo>
                    <a:pt x="102234" y="18271"/>
                    <a:pt x="104494" y="9833"/>
                    <a:pt x="104494" y="8501"/>
                  </a:cubicBezTo>
                  <a:cubicBezTo>
                    <a:pt x="104494" y="4504"/>
                    <a:pt x="101330" y="2505"/>
                    <a:pt x="97941" y="2505"/>
                  </a:cubicBezTo>
                  <a:cubicBezTo>
                    <a:pt x="96811" y="2505"/>
                    <a:pt x="90936" y="2727"/>
                    <a:pt x="89128" y="10277"/>
                  </a:cubicBezTo>
                  <a:cubicBezTo>
                    <a:pt x="84835" y="26487"/>
                    <a:pt x="74892" y="65346"/>
                    <a:pt x="72181" y="77115"/>
                  </a:cubicBezTo>
                  <a:cubicBezTo>
                    <a:pt x="71955" y="78003"/>
                    <a:pt x="62916" y="95767"/>
                    <a:pt x="46420" y="95767"/>
                  </a:cubicBezTo>
                  <a:cubicBezTo>
                    <a:pt x="34670" y="95767"/>
                    <a:pt x="32411" y="85775"/>
                    <a:pt x="32411" y="77559"/>
                  </a:cubicBezTo>
                  <a:cubicBezTo>
                    <a:pt x="32411" y="65124"/>
                    <a:pt x="38738" y="47582"/>
                    <a:pt x="44613" y="32260"/>
                  </a:cubicBezTo>
                  <a:cubicBezTo>
                    <a:pt x="47324" y="25599"/>
                    <a:pt x="48454" y="22490"/>
                    <a:pt x="48454" y="18271"/>
                  </a:cubicBezTo>
                  <a:cubicBezTo>
                    <a:pt x="48454" y="8279"/>
                    <a:pt x="41223" y="63"/>
                    <a:pt x="29925" y="63"/>
                  </a:cubicBezTo>
                  <a:cubicBezTo>
                    <a:pt x="8458" y="63"/>
                    <a:pt x="97" y="32260"/>
                    <a:pt x="97" y="34259"/>
                  </a:cubicBezTo>
                  <a:cubicBezTo>
                    <a:pt x="97" y="36479"/>
                    <a:pt x="2357" y="36479"/>
                    <a:pt x="2809" y="36479"/>
                  </a:cubicBezTo>
                  <a:cubicBezTo>
                    <a:pt x="5069" y="36479"/>
                    <a:pt x="5295" y="36035"/>
                    <a:pt x="6424" y="32482"/>
                  </a:cubicBezTo>
                  <a:cubicBezTo>
                    <a:pt x="12074" y="13164"/>
                    <a:pt x="20660" y="4948"/>
                    <a:pt x="29247" y="4948"/>
                  </a:cubicBezTo>
                  <a:cubicBezTo>
                    <a:pt x="31281" y="4948"/>
                    <a:pt x="34896" y="5170"/>
                    <a:pt x="34896" y="12276"/>
                  </a:cubicBezTo>
                  <a:cubicBezTo>
                    <a:pt x="34896" y="17605"/>
                    <a:pt x="32411" y="24044"/>
                    <a:pt x="31055" y="27375"/>
                  </a:cubicBezTo>
                  <a:cubicBezTo>
                    <a:pt x="22694" y="49358"/>
                    <a:pt x="17949" y="63126"/>
                    <a:pt x="17949" y="74006"/>
                  </a:cubicBezTo>
                  <a:cubicBezTo>
                    <a:pt x="17949" y="95101"/>
                    <a:pt x="33540" y="100652"/>
                    <a:pt x="45743" y="100652"/>
                  </a:cubicBezTo>
                  <a:cubicBezTo>
                    <a:pt x="60656" y="100652"/>
                    <a:pt x="68791" y="90660"/>
                    <a:pt x="72633" y="85775"/>
                  </a:cubicBezTo>
                  <a:close/>
                </a:path>
              </a:pathLst>
            </a:custGeom>
            <a:solidFill>
              <a:srgbClr val="000000"/>
            </a:solidFill>
            <a:ln w="22860"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F800C767-B20F-576D-80E4-629EE3CDA7DD}"/>
                </a:ext>
              </a:extLst>
            </p:cNvPr>
            <p:cNvSpPr/>
            <p:nvPr>
              <p:custDataLst>
                <p:tags r:id="rId208"/>
              </p:custDataLst>
            </p:nvPr>
          </p:nvSpPr>
          <p:spPr>
            <a:xfrm>
              <a:off x="3388927" y="6521162"/>
              <a:ext cx="26438" cy="66393"/>
            </a:xfrm>
            <a:custGeom>
              <a:avLst/>
              <a:gdLst>
                <a:gd name="csX0" fmla="*/ 26541 w 26438"/>
                <a:gd name="csY0" fmla="*/ 23378 h 66393"/>
                <a:gd name="csX1" fmla="*/ 12079 w 26438"/>
                <a:gd name="csY1" fmla="*/ 63 h 66393"/>
                <a:gd name="csX2" fmla="*/ 103 w 26438"/>
                <a:gd name="csY2" fmla="*/ 11832 h 66393"/>
                <a:gd name="csX3" fmla="*/ 12079 w 26438"/>
                <a:gd name="csY3" fmla="*/ 23600 h 66393"/>
                <a:gd name="csX4" fmla="*/ 19988 w 26438"/>
                <a:gd name="csY4" fmla="*/ 20714 h 66393"/>
                <a:gd name="csX5" fmla="*/ 21118 w 26438"/>
                <a:gd name="csY5" fmla="*/ 20047 h 66393"/>
                <a:gd name="csX6" fmla="*/ 21570 w 26438"/>
                <a:gd name="csY6" fmla="*/ 23378 h 66393"/>
                <a:gd name="csX7" fmla="*/ 6204 w 26438"/>
                <a:gd name="csY7" fmla="*/ 60461 h 66393"/>
                <a:gd name="csX8" fmla="*/ 3718 w 26438"/>
                <a:gd name="csY8" fmla="*/ 64014 h 66393"/>
                <a:gd name="csX9" fmla="*/ 5978 w 26438"/>
                <a:gd name="csY9" fmla="*/ 66456 h 66393"/>
                <a:gd name="csX10" fmla="*/ 26541 w 26438"/>
                <a:gd name="csY10" fmla="*/ 23378 h 66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438" h="66393">
                  <a:moveTo>
                    <a:pt x="26541" y="23378"/>
                  </a:moveTo>
                  <a:cubicBezTo>
                    <a:pt x="26541" y="8723"/>
                    <a:pt x="20892" y="63"/>
                    <a:pt x="12079" y="63"/>
                  </a:cubicBezTo>
                  <a:cubicBezTo>
                    <a:pt x="4622" y="63"/>
                    <a:pt x="103" y="5614"/>
                    <a:pt x="103" y="11832"/>
                  </a:cubicBezTo>
                  <a:cubicBezTo>
                    <a:pt x="103" y="17827"/>
                    <a:pt x="4622" y="23600"/>
                    <a:pt x="12079" y="23600"/>
                  </a:cubicBezTo>
                  <a:cubicBezTo>
                    <a:pt x="14791" y="23600"/>
                    <a:pt x="17728" y="22712"/>
                    <a:pt x="19988" y="20714"/>
                  </a:cubicBezTo>
                  <a:cubicBezTo>
                    <a:pt x="20666" y="20270"/>
                    <a:pt x="20892" y="20047"/>
                    <a:pt x="21118" y="20047"/>
                  </a:cubicBezTo>
                  <a:cubicBezTo>
                    <a:pt x="21344" y="20047"/>
                    <a:pt x="21570" y="20270"/>
                    <a:pt x="21570" y="23378"/>
                  </a:cubicBezTo>
                  <a:cubicBezTo>
                    <a:pt x="21570" y="39810"/>
                    <a:pt x="13661" y="53133"/>
                    <a:pt x="6204" y="60461"/>
                  </a:cubicBezTo>
                  <a:cubicBezTo>
                    <a:pt x="3718" y="62904"/>
                    <a:pt x="3718" y="63348"/>
                    <a:pt x="3718" y="64014"/>
                  </a:cubicBezTo>
                  <a:cubicBezTo>
                    <a:pt x="3718" y="65568"/>
                    <a:pt x="4848" y="66456"/>
                    <a:pt x="5978" y="66456"/>
                  </a:cubicBezTo>
                  <a:cubicBezTo>
                    <a:pt x="8464" y="66456"/>
                    <a:pt x="26541" y="49358"/>
                    <a:pt x="26541" y="23378"/>
                  </a:cubicBezTo>
                  <a:close/>
                </a:path>
              </a:pathLst>
            </a:custGeom>
            <a:solidFill>
              <a:srgbClr val="000000"/>
            </a:solidFill>
            <a:ln w="22860" cap="flat">
              <a:noFill/>
              <a:prstDash val="solid"/>
              <a:miter/>
            </a:ln>
          </p:spPr>
          <p:txBody>
            <a:bodyPr/>
            <a:lstStyle/>
            <a:p>
              <a:endParaRPr lang="en-US"/>
            </a:p>
          </p:txBody>
        </p:sp>
        <p:sp>
          <p:nvSpPr>
            <p:cNvPr id="83" name="Freeform: Shape 82">
              <a:extLst>
                <a:ext uri="{FF2B5EF4-FFF2-40B4-BE49-F238E27FC236}">
                  <a16:creationId xmlns:a16="http://schemas.microsoft.com/office/drawing/2014/main" id="{B13E3002-FD5B-B794-9A64-2C58DE5DFC8E}"/>
                </a:ext>
              </a:extLst>
            </p:cNvPr>
            <p:cNvSpPr/>
            <p:nvPr>
              <p:custDataLst>
                <p:tags r:id="rId209"/>
              </p:custDataLst>
            </p:nvPr>
          </p:nvSpPr>
          <p:spPr>
            <a:xfrm>
              <a:off x="3476476" y="6446553"/>
              <a:ext cx="112531" cy="100589"/>
            </a:xfrm>
            <a:custGeom>
              <a:avLst/>
              <a:gdLst>
                <a:gd name="csX0" fmla="*/ 69027 w 112531"/>
                <a:gd name="csY0" fmla="*/ 31150 h 100589"/>
                <a:gd name="csX1" fmla="*/ 91398 w 112531"/>
                <a:gd name="csY1" fmla="*/ 4948 h 100589"/>
                <a:gd name="csX2" fmla="*/ 102696 w 112531"/>
                <a:gd name="csY2" fmla="*/ 7835 h 100589"/>
                <a:gd name="csX3" fmla="*/ 91850 w 112531"/>
                <a:gd name="csY3" fmla="*/ 19825 h 100589"/>
                <a:gd name="csX4" fmla="*/ 100437 w 112531"/>
                <a:gd name="csY4" fmla="*/ 27597 h 100589"/>
                <a:gd name="csX5" fmla="*/ 112639 w 112531"/>
                <a:gd name="csY5" fmla="*/ 14718 h 100589"/>
                <a:gd name="csX6" fmla="*/ 91624 w 112531"/>
                <a:gd name="csY6" fmla="*/ 63 h 100589"/>
                <a:gd name="csX7" fmla="*/ 67897 w 112531"/>
                <a:gd name="csY7" fmla="*/ 16939 h 100589"/>
                <a:gd name="csX8" fmla="*/ 43493 w 112531"/>
                <a:gd name="csY8" fmla="*/ 63 h 100589"/>
                <a:gd name="csX9" fmla="*/ 7112 w 112531"/>
                <a:gd name="csY9" fmla="*/ 34259 h 100589"/>
                <a:gd name="csX10" fmla="*/ 9824 w 112531"/>
                <a:gd name="csY10" fmla="*/ 36479 h 100589"/>
                <a:gd name="csX11" fmla="*/ 12762 w 112531"/>
                <a:gd name="csY11" fmla="*/ 34037 h 100589"/>
                <a:gd name="csX12" fmla="*/ 43041 w 112531"/>
                <a:gd name="csY12" fmla="*/ 4948 h 100589"/>
                <a:gd name="csX13" fmla="*/ 55243 w 112531"/>
                <a:gd name="csY13" fmla="*/ 19825 h 100589"/>
                <a:gd name="csX14" fmla="*/ 43041 w 112531"/>
                <a:gd name="csY14" fmla="*/ 72674 h 100589"/>
                <a:gd name="csX15" fmla="*/ 21574 w 112531"/>
                <a:gd name="csY15" fmla="*/ 95767 h 100589"/>
                <a:gd name="csX16" fmla="*/ 10276 w 112531"/>
                <a:gd name="csY16" fmla="*/ 92881 h 100589"/>
                <a:gd name="csX17" fmla="*/ 20896 w 112531"/>
                <a:gd name="csY17" fmla="*/ 80890 h 100589"/>
                <a:gd name="csX18" fmla="*/ 12536 w 112531"/>
                <a:gd name="csY18" fmla="*/ 73118 h 100589"/>
                <a:gd name="csX19" fmla="*/ 107 w 112531"/>
                <a:gd name="csY19" fmla="*/ 85997 h 100589"/>
                <a:gd name="csX20" fmla="*/ 21348 w 112531"/>
                <a:gd name="csY20" fmla="*/ 100652 h 100589"/>
                <a:gd name="csX21" fmla="*/ 45075 w 112531"/>
                <a:gd name="csY21" fmla="*/ 83776 h 100589"/>
                <a:gd name="csX22" fmla="*/ 69479 w 112531"/>
                <a:gd name="csY22" fmla="*/ 100652 h 100589"/>
                <a:gd name="csX23" fmla="*/ 105634 w 112531"/>
                <a:gd name="csY23" fmla="*/ 66456 h 100589"/>
                <a:gd name="csX24" fmla="*/ 102922 w 112531"/>
                <a:gd name="csY24" fmla="*/ 64236 h 100589"/>
                <a:gd name="csX25" fmla="*/ 99985 w 112531"/>
                <a:gd name="csY25" fmla="*/ 66678 h 100589"/>
                <a:gd name="csX26" fmla="*/ 69931 w 112531"/>
                <a:gd name="csY26" fmla="*/ 95767 h 100589"/>
                <a:gd name="csX27" fmla="*/ 57503 w 112531"/>
                <a:gd name="csY27" fmla="*/ 81112 h 100589"/>
                <a:gd name="csX28" fmla="*/ 61344 w 112531"/>
                <a:gd name="csY28" fmla="*/ 61571 h 100589"/>
                <a:gd name="csX29" fmla="*/ 69027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27" y="31150"/>
                  </a:moveTo>
                  <a:cubicBezTo>
                    <a:pt x="70383" y="25377"/>
                    <a:pt x="75580" y="4948"/>
                    <a:pt x="91398" y="4948"/>
                  </a:cubicBezTo>
                  <a:cubicBezTo>
                    <a:pt x="92528" y="4948"/>
                    <a:pt x="97951" y="4948"/>
                    <a:pt x="102696" y="7835"/>
                  </a:cubicBezTo>
                  <a:cubicBezTo>
                    <a:pt x="96369" y="8945"/>
                    <a:pt x="91850" y="14496"/>
                    <a:pt x="91850" y="19825"/>
                  </a:cubicBezTo>
                  <a:cubicBezTo>
                    <a:pt x="91850" y="23378"/>
                    <a:pt x="94336" y="27597"/>
                    <a:pt x="100437" y="27597"/>
                  </a:cubicBezTo>
                  <a:cubicBezTo>
                    <a:pt x="105408" y="27597"/>
                    <a:pt x="112639" y="23600"/>
                    <a:pt x="112639" y="14718"/>
                  </a:cubicBezTo>
                  <a:cubicBezTo>
                    <a:pt x="112639" y="3172"/>
                    <a:pt x="99307" y="63"/>
                    <a:pt x="91624" y="63"/>
                  </a:cubicBezTo>
                  <a:cubicBezTo>
                    <a:pt x="78518" y="63"/>
                    <a:pt x="70609" y="11832"/>
                    <a:pt x="67897" y="16939"/>
                  </a:cubicBezTo>
                  <a:cubicBezTo>
                    <a:pt x="62248" y="2283"/>
                    <a:pt x="50046" y="63"/>
                    <a:pt x="43493" y="63"/>
                  </a:cubicBezTo>
                  <a:cubicBezTo>
                    <a:pt x="19993" y="63"/>
                    <a:pt x="7112" y="28708"/>
                    <a:pt x="7112" y="34259"/>
                  </a:cubicBezTo>
                  <a:cubicBezTo>
                    <a:pt x="7112" y="36479"/>
                    <a:pt x="9372" y="36479"/>
                    <a:pt x="9824" y="36479"/>
                  </a:cubicBezTo>
                  <a:cubicBezTo>
                    <a:pt x="11632" y="36479"/>
                    <a:pt x="12310" y="36035"/>
                    <a:pt x="12762" y="34037"/>
                  </a:cubicBezTo>
                  <a:cubicBezTo>
                    <a:pt x="20444" y="10499"/>
                    <a:pt x="35358" y="4948"/>
                    <a:pt x="43041" y="4948"/>
                  </a:cubicBezTo>
                  <a:cubicBezTo>
                    <a:pt x="47334" y="4948"/>
                    <a:pt x="55243" y="6946"/>
                    <a:pt x="55243" y="19825"/>
                  </a:cubicBezTo>
                  <a:cubicBezTo>
                    <a:pt x="55243" y="26709"/>
                    <a:pt x="51402" y="41587"/>
                    <a:pt x="43041" y="72674"/>
                  </a:cubicBezTo>
                  <a:cubicBezTo>
                    <a:pt x="39426" y="86441"/>
                    <a:pt x="31517" y="95767"/>
                    <a:pt x="21574" y="95767"/>
                  </a:cubicBezTo>
                  <a:cubicBezTo>
                    <a:pt x="20218" y="95767"/>
                    <a:pt x="15021" y="95767"/>
                    <a:pt x="10276" y="92881"/>
                  </a:cubicBezTo>
                  <a:cubicBezTo>
                    <a:pt x="15925" y="91770"/>
                    <a:pt x="20896" y="87107"/>
                    <a:pt x="20896" y="80890"/>
                  </a:cubicBezTo>
                  <a:cubicBezTo>
                    <a:pt x="20896" y="74894"/>
                    <a:pt x="15925" y="73118"/>
                    <a:pt x="12536" y="73118"/>
                  </a:cubicBezTo>
                  <a:cubicBezTo>
                    <a:pt x="5757" y="73118"/>
                    <a:pt x="107" y="78891"/>
                    <a:pt x="107" y="85997"/>
                  </a:cubicBezTo>
                  <a:cubicBezTo>
                    <a:pt x="107" y="96211"/>
                    <a:pt x="11406" y="100652"/>
                    <a:pt x="21348" y="100652"/>
                  </a:cubicBezTo>
                  <a:cubicBezTo>
                    <a:pt x="36262" y="100652"/>
                    <a:pt x="44397" y="85109"/>
                    <a:pt x="45075" y="83776"/>
                  </a:cubicBezTo>
                  <a:cubicBezTo>
                    <a:pt x="47786" y="91992"/>
                    <a:pt x="55921" y="100652"/>
                    <a:pt x="69479" y="100652"/>
                  </a:cubicBezTo>
                  <a:cubicBezTo>
                    <a:pt x="92754" y="100652"/>
                    <a:pt x="105634" y="72008"/>
                    <a:pt x="105634" y="66456"/>
                  </a:cubicBezTo>
                  <a:cubicBezTo>
                    <a:pt x="105634" y="64236"/>
                    <a:pt x="103600" y="64236"/>
                    <a:pt x="102922" y="64236"/>
                  </a:cubicBezTo>
                  <a:cubicBezTo>
                    <a:pt x="100889" y="64236"/>
                    <a:pt x="100437" y="65124"/>
                    <a:pt x="99985" y="66678"/>
                  </a:cubicBezTo>
                  <a:cubicBezTo>
                    <a:pt x="92528" y="90438"/>
                    <a:pt x="77162" y="95767"/>
                    <a:pt x="69931" y="95767"/>
                  </a:cubicBezTo>
                  <a:cubicBezTo>
                    <a:pt x="61118" y="95767"/>
                    <a:pt x="57503" y="88662"/>
                    <a:pt x="57503" y="81112"/>
                  </a:cubicBezTo>
                  <a:cubicBezTo>
                    <a:pt x="57503" y="76227"/>
                    <a:pt x="58859" y="71342"/>
                    <a:pt x="61344" y="61571"/>
                  </a:cubicBezTo>
                  <a:lnTo>
                    <a:pt x="69027" y="31150"/>
                  </a:lnTo>
                  <a:close/>
                </a:path>
              </a:pathLst>
            </a:custGeom>
            <a:solidFill>
              <a:srgbClr val="000000"/>
            </a:solidFill>
            <a:ln w="22860" cap="flat">
              <a:noFill/>
              <a:prstDash val="solid"/>
              <a:miter/>
            </a:ln>
          </p:spPr>
          <p:txBody>
            <a:bodyPr/>
            <a:lstStyle/>
            <a:p>
              <a:endParaRPr lang="en-US"/>
            </a:p>
          </p:txBody>
        </p:sp>
        <p:sp>
          <p:nvSpPr>
            <p:cNvPr id="84" name="Freeform: Shape 83">
              <a:extLst>
                <a:ext uri="{FF2B5EF4-FFF2-40B4-BE49-F238E27FC236}">
                  <a16:creationId xmlns:a16="http://schemas.microsoft.com/office/drawing/2014/main" id="{CC0EC193-CB80-8A80-C204-EF23ECD1147E}"/>
                </a:ext>
              </a:extLst>
            </p:cNvPr>
            <p:cNvSpPr/>
            <p:nvPr>
              <p:custDataLst>
                <p:tags r:id="rId210"/>
              </p:custDataLst>
            </p:nvPr>
          </p:nvSpPr>
          <p:spPr>
            <a:xfrm>
              <a:off x="3604041" y="6378161"/>
              <a:ext cx="30957" cy="222052"/>
            </a:xfrm>
            <a:custGeom>
              <a:avLst/>
              <a:gdLst>
                <a:gd name="csX0" fmla="*/ 31071 w 30957"/>
                <a:gd name="csY0" fmla="*/ 63 h 222052"/>
                <a:gd name="csX1" fmla="*/ 113 w 30957"/>
                <a:gd name="csY1" fmla="*/ 63 h 222052"/>
                <a:gd name="csX2" fmla="*/ 113 w 30957"/>
                <a:gd name="csY2" fmla="*/ 8945 h 222052"/>
                <a:gd name="csX3" fmla="*/ 22032 w 30957"/>
                <a:gd name="csY3" fmla="*/ 8945 h 222052"/>
                <a:gd name="csX4" fmla="*/ 22032 w 30957"/>
                <a:gd name="csY4" fmla="*/ 213233 h 222052"/>
                <a:gd name="csX5" fmla="*/ 113 w 30957"/>
                <a:gd name="csY5" fmla="*/ 213233 h 222052"/>
                <a:gd name="csX6" fmla="*/ 113 w 30957"/>
                <a:gd name="csY6" fmla="*/ 222115 h 222052"/>
                <a:gd name="csX7" fmla="*/ 31071 w 30957"/>
                <a:gd name="csY7" fmla="*/ 222115 h 222052"/>
                <a:gd name="csX8" fmla="*/ 31071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71" y="63"/>
                  </a:moveTo>
                  <a:lnTo>
                    <a:pt x="113" y="63"/>
                  </a:lnTo>
                  <a:lnTo>
                    <a:pt x="113" y="8945"/>
                  </a:lnTo>
                  <a:lnTo>
                    <a:pt x="22032" y="8945"/>
                  </a:lnTo>
                  <a:lnTo>
                    <a:pt x="22032" y="213233"/>
                  </a:lnTo>
                  <a:lnTo>
                    <a:pt x="113" y="213233"/>
                  </a:lnTo>
                  <a:lnTo>
                    <a:pt x="113" y="222115"/>
                  </a:lnTo>
                  <a:lnTo>
                    <a:pt x="31071" y="222115"/>
                  </a:lnTo>
                  <a:lnTo>
                    <a:pt x="31071" y="63"/>
                  </a:lnTo>
                  <a:close/>
                </a:path>
              </a:pathLst>
            </a:custGeom>
            <a:solidFill>
              <a:srgbClr val="000000"/>
            </a:solidFill>
            <a:ln w="22860" cap="flat">
              <a:noFill/>
              <a:prstDash val="solid"/>
              <a:miter/>
            </a:ln>
          </p:spPr>
          <p:txBody>
            <a:bodyPr/>
            <a:lstStyle/>
            <a:p>
              <a:endParaRPr lang="en-US"/>
            </a:p>
          </p:txBody>
        </p:sp>
        <p:sp>
          <p:nvSpPr>
            <p:cNvPr id="85" name="Freeform: Shape 84">
              <a:extLst>
                <a:ext uri="{FF2B5EF4-FFF2-40B4-BE49-F238E27FC236}">
                  <a16:creationId xmlns:a16="http://schemas.microsoft.com/office/drawing/2014/main" id="{C8D448AB-2AB6-C9B5-5AFD-DF1419ACF332}"/>
                </a:ext>
              </a:extLst>
            </p:cNvPr>
            <p:cNvSpPr/>
            <p:nvPr>
              <p:custDataLst>
                <p:tags r:id="rId211"/>
              </p:custDataLst>
            </p:nvPr>
          </p:nvSpPr>
          <p:spPr>
            <a:xfrm>
              <a:off x="3737259" y="6463207"/>
              <a:ext cx="150267" cy="51960"/>
            </a:xfrm>
            <a:custGeom>
              <a:avLst/>
              <a:gdLst>
                <a:gd name="csX0" fmla="*/ 142704 w 150267"/>
                <a:gd name="csY0" fmla="*/ 8945 h 51960"/>
                <a:gd name="csX1" fmla="*/ 150387 w 150267"/>
                <a:gd name="csY1" fmla="*/ 4504 h 51960"/>
                <a:gd name="csX2" fmla="*/ 142930 w 150267"/>
                <a:gd name="csY2" fmla="*/ 63 h 51960"/>
                <a:gd name="csX3" fmla="*/ 7576 w 150267"/>
                <a:gd name="csY3" fmla="*/ 63 h 51960"/>
                <a:gd name="csX4" fmla="*/ 119 w 150267"/>
                <a:gd name="csY4" fmla="*/ 4504 h 51960"/>
                <a:gd name="csX5" fmla="*/ 7802 w 150267"/>
                <a:gd name="csY5" fmla="*/ 8945 h 51960"/>
                <a:gd name="csX6" fmla="*/ 142704 w 150267"/>
                <a:gd name="csY6" fmla="*/ 8945 h 51960"/>
                <a:gd name="csX7" fmla="*/ 142930 w 150267"/>
                <a:gd name="csY7" fmla="*/ 52023 h 51960"/>
                <a:gd name="csX8" fmla="*/ 150387 w 150267"/>
                <a:gd name="csY8" fmla="*/ 47582 h 51960"/>
                <a:gd name="csX9" fmla="*/ 142704 w 150267"/>
                <a:gd name="csY9" fmla="*/ 43141 h 51960"/>
                <a:gd name="csX10" fmla="*/ 7802 w 150267"/>
                <a:gd name="csY10" fmla="*/ 43141 h 51960"/>
                <a:gd name="csX11" fmla="*/ 119 w 150267"/>
                <a:gd name="csY11" fmla="*/ 47582 h 51960"/>
                <a:gd name="csX12" fmla="*/ 7576 w 150267"/>
                <a:gd name="csY12" fmla="*/ 52023 h 51960"/>
                <a:gd name="csX13" fmla="*/ 142930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04" y="8945"/>
                  </a:moveTo>
                  <a:cubicBezTo>
                    <a:pt x="146093" y="8945"/>
                    <a:pt x="150387" y="8945"/>
                    <a:pt x="150387" y="4504"/>
                  </a:cubicBezTo>
                  <a:cubicBezTo>
                    <a:pt x="150387" y="63"/>
                    <a:pt x="146093" y="63"/>
                    <a:pt x="142930" y="63"/>
                  </a:cubicBezTo>
                  <a:lnTo>
                    <a:pt x="7576" y="63"/>
                  </a:lnTo>
                  <a:cubicBezTo>
                    <a:pt x="4412" y="63"/>
                    <a:pt x="119" y="63"/>
                    <a:pt x="119" y="4504"/>
                  </a:cubicBezTo>
                  <a:cubicBezTo>
                    <a:pt x="119" y="8945"/>
                    <a:pt x="4412" y="8945"/>
                    <a:pt x="7802" y="8945"/>
                  </a:cubicBezTo>
                  <a:lnTo>
                    <a:pt x="142704" y="8945"/>
                  </a:lnTo>
                  <a:close/>
                  <a:moveTo>
                    <a:pt x="142930" y="52023"/>
                  </a:moveTo>
                  <a:cubicBezTo>
                    <a:pt x="146093" y="52023"/>
                    <a:pt x="150387" y="52023"/>
                    <a:pt x="150387" y="47582"/>
                  </a:cubicBezTo>
                  <a:cubicBezTo>
                    <a:pt x="150387" y="43141"/>
                    <a:pt x="146093" y="43141"/>
                    <a:pt x="142704" y="43141"/>
                  </a:cubicBezTo>
                  <a:lnTo>
                    <a:pt x="7802" y="43141"/>
                  </a:lnTo>
                  <a:cubicBezTo>
                    <a:pt x="4412" y="43141"/>
                    <a:pt x="119" y="43141"/>
                    <a:pt x="119" y="47582"/>
                  </a:cubicBezTo>
                  <a:cubicBezTo>
                    <a:pt x="119" y="52023"/>
                    <a:pt x="4412" y="52023"/>
                    <a:pt x="7576" y="52023"/>
                  </a:cubicBezTo>
                  <a:lnTo>
                    <a:pt x="142930" y="52023"/>
                  </a:lnTo>
                  <a:close/>
                </a:path>
              </a:pathLst>
            </a:custGeom>
            <a:solidFill>
              <a:srgbClr val="000000"/>
            </a:solidFill>
            <a:ln w="22860" cap="flat">
              <a:noFill/>
              <a:prstDash val="solid"/>
              <a:miter/>
            </a:ln>
          </p:spPr>
          <p:txBody>
            <a:bodyPr/>
            <a:lstStyle/>
            <a:p>
              <a:endParaRPr lang="en-US"/>
            </a:p>
          </p:txBody>
        </p:sp>
        <p:sp>
          <p:nvSpPr>
            <p:cNvPr id="86" name="Freeform: Shape 85">
              <a:extLst>
                <a:ext uri="{FF2B5EF4-FFF2-40B4-BE49-F238E27FC236}">
                  <a16:creationId xmlns:a16="http://schemas.microsoft.com/office/drawing/2014/main" id="{E3733FA0-419B-D0D9-16F0-5EEFBF5F574D}"/>
                </a:ext>
              </a:extLst>
            </p:cNvPr>
            <p:cNvSpPr/>
            <p:nvPr>
              <p:custDataLst>
                <p:tags r:id="rId212"/>
              </p:custDataLst>
            </p:nvPr>
          </p:nvSpPr>
          <p:spPr>
            <a:xfrm>
              <a:off x="3971711" y="6393704"/>
              <a:ext cx="164001" cy="150995"/>
            </a:xfrm>
            <a:custGeom>
              <a:avLst/>
              <a:gdLst>
                <a:gd name="csX0" fmla="*/ 151527 w 164001"/>
                <a:gd name="csY0" fmla="*/ 99320 h 150995"/>
                <a:gd name="csX1" fmla="*/ 152657 w 164001"/>
                <a:gd name="csY1" fmla="*/ 96211 h 150995"/>
                <a:gd name="csX2" fmla="*/ 149945 w 164001"/>
                <a:gd name="csY2" fmla="*/ 93769 h 150995"/>
                <a:gd name="csX3" fmla="*/ 147008 w 164001"/>
                <a:gd name="csY3" fmla="*/ 96433 h 150995"/>
                <a:gd name="csX4" fmla="*/ 85319 w 164001"/>
                <a:gd name="csY4" fmla="*/ 144175 h 150995"/>
                <a:gd name="csX5" fmla="*/ 52328 w 164001"/>
                <a:gd name="csY5" fmla="*/ 144175 h 150995"/>
                <a:gd name="csX6" fmla="*/ 47356 w 164001"/>
                <a:gd name="csY6" fmla="*/ 143953 h 150995"/>
                <a:gd name="csX7" fmla="*/ 44419 w 164001"/>
                <a:gd name="csY7" fmla="*/ 141732 h 150995"/>
                <a:gd name="csX8" fmla="*/ 45549 w 164001"/>
                <a:gd name="csY8" fmla="*/ 136625 h 150995"/>
                <a:gd name="csX9" fmla="*/ 60914 w 164001"/>
                <a:gd name="csY9" fmla="*/ 76005 h 150995"/>
                <a:gd name="csX10" fmla="*/ 83285 w 164001"/>
                <a:gd name="csY10" fmla="*/ 76005 h 150995"/>
                <a:gd name="csX11" fmla="*/ 102492 w 164001"/>
                <a:gd name="csY11" fmla="*/ 86219 h 150995"/>
                <a:gd name="csX12" fmla="*/ 100910 w 164001"/>
                <a:gd name="csY12" fmla="*/ 97100 h 150995"/>
                <a:gd name="csX13" fmla="*/ 100232 w 164001"/>
                <a:gd name="csY13" fmla="*/ 99542 h 150995"/>
                <a:gd name="csX14" fmla="*/ 103170 w 164001"/>
                <a:gd name="csY14" fmla="*/ 101985 h 150995"/>
                <a:gd name="csX15" fmla="*/ 106560 w 164001"/>
                <a:gd name="csY15" fmla="*/ 97544 h 150995"/>
                <a:gd name="csX16" fmla="*/ 119440 w 164001"/>
                <a:gd name="csY16" fmla="*/ 45583 h 150995"/>
                <a:gd name="csX17" fmla="*/ 116728 w 164001"/>
                <a:gd name="csY17" fmla="*/ 43141 h 150995"/>
                <a:gd name="csX18" fmla="*/ 113565 w 164001"/>
                <a:gd name="csY18" fmla="*/ 47138 h 150995"/>
                <a:gd name="csX19" fmla="*/ 83963 w 164001"/>
                <a:gd name="csY19" fmla="*/ 69121 h 150995"/>
                <a:gd name="csX20" fmla="*/ 62722 w 164001"/>
                <a:gd name="csY20" fmla="*/ 69121 h 150995"/>
                <a:gd name="csX21" fmla="*/ 76280 w 164001"/>
                <a:gd name="csY21" fmla="*/ 15606 h 150995"/>
                <a:gd name="csX22" fmla="*/ 88482 w 164001"/>
                <a:gd name="csY22" fmla="*/ 6946 h 150995"/>
                <a:gd name="csX23" fmla="*/ 120344 w 164001"/>
                <a:gd name="csY23" fmla="*/ 6946 h 150995"/>
                <a:gd name="csX24" fmla="*/ 154690 w 164001"/>
                <a:gd name="csY24" fmla="*/ 31594 h 150995"/>
                <a:gd name="csX25" fmla="*/ 153787 w 164001"/>
                <a:gd name="csY25" fmla="*/ 43363 h 150995"/>
                <a:gd name="csX26" fmla="*/ 153561 w 164001"/>
                <a:gd name="csY26" fmla="*/ 47360 h 150995"/>
                <a:gd name="csX27" fmla="*/ 156272 w 164001"/>
                <a:gd name="csY27" fmla="*/ 50025 h 150995"/>
                <a:gd name="csX28" fmla="*/ 159436 w 164001"/>
                <a:gd name="csY28" fmla="*/ 44473 h 150995"/>
                <a:gd name="csX29" fmla="*/ 163955 w 164001"/>
                <a:gd name="csY29" fmla="*/ 6058 h 150995"/>
                <a:gd name="csX30" fmla="*/ 157854 w 164001"/>
                <a:gd name="csY30" fmla="*/ 63 h 150995"/>
                <a:gd name="csX31" fmla="*/ 43741 w 164001"/>
                <a:gd name="csY31" fmla="*/ 63 h 150995"/>
                <a:gd name="csX32" fmla="*/ 36962 w 164001"/>
                <a:gd name="csY32" fmla="*/ 4504 h 150995"/>
                <a:gd name="csX33" fmla="*/ 43289 w 164001"/>
                <a:gd name="csY33" fmla="*/ 6946 h 150995"/>
                <a:gd name="csX34" fmla="*/ 57977 w 164001"/>
                <a:gd name="csY34" fmla="*/ 10943 h 150995"/>
                <a:gd name="csX35" fmla="*/ 56847 w 164001"/>
                <a:gd name="csY35" fmla="*/ 16273 h 150995"/>
                <a:gd name="csX36" fmla="*/ 27019 w 164001"/>
                <a:gd name="csY36" fmla="*/ 133738 h 150995"/>
                <a:gd name="csX37" fmla="*/ 6456 w 164001"/>
                <a:gd name="csY37" fmla="*/ 144175 h 150995"/>
                <a:gd name="csX38" fmla="*/ 129 w 164001"/>
                <a:gd name="csY38" fmla="*/ 148394 h 150995"/>
                <a:gd name="csX39" fmla="*/ 6456 w 164001"/>
                <a:gd name="csY39" fmla="*/ 151058 h 150995"/>
                <a:gd name="csX40" fmla="*/ 123733 w 164001"/>
                <a:gd name="csY40" fmla="*/ 151058 h 150995"/>
                <a:gd name="csX41" fmla="*/ 130738 w 164001"/>
                <a:gd name="csY41" fmla="*/ 147283 h 150995"/>
                <a:gd name="csX42" fmla="*/ 151527 w 164001"/>
                <a:gd name="csY42" fmla="*/ 99320 h 150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64001" h="150995">
                  <a:moveTo>
                    <a:pt x="151527" y="99320"/>
                  </a:moveTo>
                  <a:cubicBezTo>
                    <a:pt x="151979" y="98210"/>
                    <a:pt x="152657" y="96656"/>
                    <a:pt x="152657" y="96211"/>
                  </a:cubicBezTo>
                  <a:cubicBezTo>
                    <a:pt x="152657" y="95989"/>
                    <a:pt x="152657" y="93769"/>
                    <a:pt x="149945" y="93769"/>
                  </a:cubicBezTo>
                  <a:cubicBezTo>
                    <a:pt x="147911" y="93769"/>
                    <a:pt x="147460" y="95101"/>
                    <a:pt x="147008" y="96433"/>
                  </a:cubicBezTo>
                  <a:cubicBezTo>
                    <a:pt x="132320" y="129297"/>
                    <a:pt x="123959" y="144175"/>
                    <a:pt x="85319" y="144175"/>
                  </a:cubicBezTo>
                  <a:lnTo>
                    <a:pt x="52328" y="144175"/>
                  </a:lnTo>
                  <a:cubicBezTo>
                    <a:pt x="49164" y="144175"/>
                    <a:pt x="48712" y="144175"/>
                    <a:pt x="47356" y="143953"/>
                  </a:cubicBezTo>
                  <a:cubicBezTo>
                    <a:pt x="45097" y="143731"/>
                    <a:pt x="44419" y="143509"/>
                    <a:pt x="44419" y="141732"/>
                  </a:cubicBezTo>
                  <a:cubicBezTo>
                    <a:pt x="44419" y="141066"/>
                    <a:pt x="44419" y="140622"/>
                    <a:pt x="45549" y="136625"/>
                  </a:cubicBezTo>
                  <a:lnTo>
                    <a:pt x="60914" y="76005"/>
                  </a:lnTo>
                  <a:lnTo>
                    <a:pt x="83285" y="76005"/>
                  </a:lnTo>
                  <a:cubicBezTo>
                    <a:pt x="102492" y="76005"/>
                    <a:pt x="102492" y="80668"/>
                    <a:pt x="102492" y="86219"/>
                  </a:cubicBezTo>
                  <a:cubicBezTo>
                    <a:pt x="102492" y="87773"/>
                    <a:pt x="102492" y="90438"/>
                    <a:pt x="100910" y="97100"/>
                  </a:cubicBezTo>
                  <a:cubicBezTo>
                    <a:pt x="100458" y="98210"/>
                    <a:pt x="100232" y="98876"/>
                    <a:pt x="100232" y="99542"/>
                  </a:cubicBezTo>
                  <a:cubicBezTo>
                    <a:pt x="100232" y="100652"/>
                    <a:pt x="101136" y="101985"/>
                    <a:pt x="103170" y="101985"/>
                  </a:cubicBezTo>
                  <a:cubicBezTo>
                    <a:pt x="104978" y="101985"/>
                    <a:pt x="105656" y="100874"/>
                    <a:pt x="106560" y="97544"/>
                  </a:cubicBezTo>
                  <a:lnTo>
                    <a:pt x="119440" y="45583"/>
                  </a:lnTo>
                  <a:cubicBezTo>
                    <a:pt x="119440" y="44251"/>
                    <a:pt x="118310" y="43141"/>
                    <a:pt x="116728" y="43141"/>
                  </a:cubicBezTo>
                  <a:cubicBezTo>
                    <a:pt x="114694" y="43141"/>
                    <a:pt x="114242" y="44473"/>
                    <a:pt x="113565" y="47138"/>
                  </a:cubicBezTo>
                  <a:cubicBezTo>
                    <a:pt x="108819" y="64014"/>
                    <a:pt x="104752" y="69121"/>
                    <a:pt x="83963" y="69121"/>
                  </a:cubicBezTo>
                  <a:lnTo>
                    <a:pt x="62722" y="69121"/>
                  </a:lnTo>
                  <a:lnTo>
                    <a:pt x="76280" y="15606"/>
                  </a:lnTo>
                  <a:cubicBezTo>
                    <a:pt x="78314" y="7835"/>
                    <a:pt x="78540" y="6946"/>
                    <a:pt x="88482" y="6946"/>
                  </a:cubicBezTo>
                  <a:lnTo>
                    <a:pt x="120344" y="6946"/>
                  </a:lnTo>
                  <a:cubicBezTo>
                    <a:pt x="147911" y="6946"/>
                    <a:pt x="154690" y="13386"/>
                    <a:pt x="154690" y="31594"/>
                  </a:cubicBezTo>
                  <a:cubicBezTo>
                    <a:pt x="154690" y="36923"/>
                    <a:pt x="154690" y="37368"/>
                    <a:pt x="153787" y="43363"/>
                  </a:cubicBezTo>
                  <a:cubicBezTo>
                    <a:pt x="153787" y="44695"/>
                    <a:pt x="153561" y="46250"/>
                    <a:pt x="153561" y="47360"/>
                  </a:cubicBezTo>
                  <a:cubicBezTo>
                    <a:pt x="153561" y="48470"/>
                    <a:pt x="154239" y="50025"/>
                    <a:pt x="156272" y="50025"/>
                  </a:cubicBezTo>
                  <a:cubicBezTo>
                    <a:pt x="158758" y="50025"/>
                    <a:pt x="158984" y="48692"/>
                    <a:pt x="159436" y="44473"/>
                  </a:cubicBezTo>
                  <a:lnTo>
                    <a:pt x="163955" y="6058"/>
                  </a:lnTo>
                  <a:cubicBezTo>
                    <a:pt x="164633" y="63"/>
                    <a:pt x="163503" y="63"/>
                    <a:pt x="157854" y="63"/>
                  </a:cubicBezTo>
                  <a:lnTo>
                    <a:pt x="43741" y="63"/>
                  </a:lnTo>
                  <a:cubicBezTo>
                    <a:pt x="39221" y="63"/>
                    <a:pt x="36962" y="63"/>
                    <a:pt x="36962" y="4504"/>
                  </a:cubicBezTo>
                  <a:cubicBezTo>
                    <a:pt x="36962" y="6946"/>
                    <a:pt x="38995" y="6946"/>
                    <a:pt x="43289" y="6946"/>
                  </a:cubicBezTo>
                  <a:cubicBezTo>
                    <a:pt x="51650" y="6946"/>
                    <a:pt x="57977" y="6946"/>
                    <a:pt x="57977" y="10943"/>
                  </a:cubicBezTo>
                  <a:cubicBezTo>
                    <a:pt x="57977" y="11832"/>
                    <a:pt x="57977" y="12276"/>
                    <a:pt x="56847" y="16273"/>
                  </a:cubicBezTo>
                  <a:lnTo>
                    <a:pt x="27019" y="133738"/>
                  </a:lnTo>
                  <a:cubicBezTo>
                    <a:pt x="24760" y="142398"/>
                    <a:pt x="24308" y="144175"/>
                    <a:pt x="6456" y="144175"/>
                  </a:cubicBezTo>
                  <a:cubicBezTo>
                    <a:pt x="2615" y="144175"/>
                    <a:pt x="129" y="144175"/>
                    <a:pt x="129" y="148394"/>
                  </a:cubicBezTo>
                  <a:cubicBezTo>
                    <a:pt x="129" y="151058"/>
                    <a:pt x="2163" y="151058"/>
                    <a:pt x="6456" y="151058"/>
                  </a:cubicBezTo>
                  <a:lnTo>
                    <a:pt x="123733" y="151058"/>
                  </a:lnTo>
                  <a:cubicBezTo>
                    <a:pt x="128930" y="151058"/>
                    <a:pt x="129156" y="150836"/>
                    <a:pt x="130738" y="147283"/>
                  </a:cubicBezTo>
                  <a:lnTo>
                    <a:pt x="151527" y="99320"/>
                  </a:lnTo>
                  <a:close/>
                </a:path>
              </a:pathLst>
            </a:custGeom>
            <a:solidFill>
              <a:srgbClr val="000000"/>
            </a:solidFill>
            <a:ln w="22860" cap="flat">
              <a:noFill/>
              <a:prstDash val="solid"/>
              <a:miter/>
            </a:ln>
          </p:spPr>
          <p:txBody>
            <a:bodyPr/>
            <a:lstStyle/>
            <a:p>
              <a:endParaRPr lang="en-US"/>
            </a:p>
          </p:txBody>
        </p:sp>
        <p:sp>
          <p:nvSpPr>
            <p:cNvPr id="87" name="Freeform: Shape 86">
              <a:extLst>
                <a:ext uri="{FF2B5EF4-FFF2-40B4-BE49-F238E27FC236}">
                  <a16:creationId xmlns:a16="http://schemas.microsoft.com/office/drawing/2014/main" id="{FF4E7DC0-E4E1-27B7-4F22-D39A4057C4D2}"/>
                </a:ext>
              </a:extLst>
            </p:cNvPr>
            <p:cNvSpPr/>
            <p:nvPr>
              <p:custDataLst>
                <p:tags r:id="rId213"/>
              </p:custDataLst>
            </p:nvPr>
          </p:nvSpPr>
          <p:spPr>
            <a:xfrm>
              <a:off x="4169620" y="6378161"/>
              <a:ext cx="30957" cy="222052"/>
            </a:xfrm>
            <a:custGeom>
              <a:avLst/>
              <a:gdLst>
                <a:gd name="csX0" fmla="*/ 31095 w 30957"/>
                <a:gd name="csY0" fmla="*/ 222115 h 222052"/>
                <a:gd name="csX1" fmla="*/ 31095 w 30957"/>
                <a:gd name="csY1" fmla="*/ 213233 h 222052"/>
                <a:gd name="csX2" fmla="*/ 9176 w 30957"/>
                <a:gd name="csY2" fmla="*/ 213233 h 222052"/>
                <a:gd name="csX3" fmla="*/ 9176 w 30957"/>
                <a:gd name="csY3" fmla="*/ 8945 h 222052"/>
                <a:gd name="csX4" fmla="*/ 31095 w 30957"/>
                <a:gd name="csY4" fmla="*/ 8945 h 222052"/>
                <a:gd name="csX5" fmla="*/ 31095 w 30957"/>
                <a:gd name="csY5" fmla="*/ 63 h 222052"/>
                <a:gd name="csX6" fmla="*/ 137 w 30957"/>
                <a:gd name="csY6" fmla="*/ 63 h 222052"/>
                <a:gd name="csX7" fmla="*/ 137 w 30957"/>
                <a:gd name="csY7" fmla="*/ 222115 h 222052"/>
                <a:gd name="csX8" fmla="*/ 31095 w 30957"/>
                <a:gd name="csY8" fmla="*/ 22211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095" y="222115"/>
                  </a:moveTo>
                  <a:lnTo>
                    <a:pt x="31095" y="213233"/>
                  </a:lnTo>
                  <a:lnTo>
                    <a:pt x="9176" y="213233"/>
                  </a:lnTo>
                  <a:lnTo>
                    <a:pt x="9176" y="8945"/>
                  </a:lnTo>
                  <a:lnTo>
                    <a:pt x="31095" y="8945"/>
                  </a:lnTo>
                  <a:lnTo>
                    <a:pt x="31095" y="63"/>
                  </a:lnTo>
                  <a:lnTo>
                    <a:pt x="137" y="63"/>
                  </a:lnTo>
                  <a:lnTo>
                    <a:pt x="137" y="222115"/>
                  </a:lnTo>
                  <a:lnTo>
                    <a:pt x="31095" y="222115"/>
                  </a:lnTo>
                  <a:close/>
                </a:path>
              </a:pathLst>
            </a:custGeom>
            <a:solidFill>
              <a:srgbClr val="000000"/>
            </a:solidFill>
            <a:ln w="22860" cap="flat">
              <a:noFill/>
              <a:prstDash val="solid"/>
              <a:miter/>
            </a:ln>
          </p:spPr>
          <p:txBody>
            <a:bodyPr/>
            <a:lstStyle/>
            <a:p>
              <a:endParaRPr lang="en-US"/>
            </a:p>
          </p:txBody>
        </p:sp>
        <p:sp>
          <p:nvSpPr>
            <p:cNvPr id="88" name="Freeform: Shape 87">
              <a:extLst>
                <a:ext uri="{FF2B5EF4-FFF2-40B4-BE49-F238E27FC236}">
                  <a16:creationId xmlns:a16="http://schemas.microsoft.com/office/drawing/2014/main" id="{EA58FD3C-C67E-3D5C-AAC6-83B8C0EB63F3}"/>
                </a:ext>
              </a:extLst>
            </p:cNvPr>
            <p:cNvSpPr/>
            <p:nvPr>
              <p:custDataLst>
                <p:tags r:id="rId214"/>
              </p:custDataLst>
            </p:nvPr>
          </p:nvSpPr>
          <p:spPr>
            <a:xfrm>
              <a:off x="4212278" y="6446553"/>
              <a:ext cx="112531" cy="100589"/>
            </a:xfrm>
            <a:custGeom>
              <a:avLst/>
              <a:gdLst>
                <a:gd name="csX0" fmla="*/ 69060 w 112531"/>
                <a:gd name="csY0" fmla="*/ 31150 h 100589"/>
                <a:gd name="csX1" fmla="*/ 91430 w 112531"/>
                <a:gd name="csY1" fmla="*/ 4948 h 100589"/>
                <a:gd name="csX2" fmla="*/ 102729 w 112531"/>
                <a:gd name="csY2" fmla="*/ 7835 h 100589"/>
                <a:gd name="csX3" fmla="*/ 91882 w 112531"/>
                <a:gd name="csY3" fmla="*/ 19825 h 100589"/>
                <a:gd name="csX4" fmla="*/ 100469 w 112531"/>
                <a:gd name="csY4" fmla="*/ 27597 h 100589"/>
                <a:gd name="csX5" fmla="*/ 112671 w 112531"/>
                <a:gd name="csY5" fmla="*/ 14718 h 100589"/>
                <a:gd name="csX6" fmla="*/ 91656 w 112531"/>
                <a:gd name="csY6" fmla="*/ 63 h 100589"/>
                <a:gd name="csX7" fmla="*/ 67930 w 112531"/>
                <a:gd name="csY7" fmla="*/ 16939 h 100589"/>
                <a:gd name="csX8" fmla="*/ 43525 w 112531"/>
                <a:gd name="csY8" fmla="*/ 63 h 100589"/>
                <a:gd name="csX9" fmla="*/ 7145 w 112531"/>
                <a:gd name="csY9" fmla="*/ 34259 h 100589"/>
                <a:gd name="csX10" fmla="*/ 9856 w 112531"/>
                <a:gd name="csY10" fmla="*/ 36479 h 100589"/>
                <a:gd name="csX11" fmla="*/ 12794 w 112531"/>
                <a:gd name="csY11" fmla="*/ 34037 h 100589"/>
                <a:gd name="csX12" fmla="*/ 43074 w 112531"/>
                <a:gd name="csY12" fmla="*/ 4948 h 100589"/>
                <a:gd name="csX13" fmla="*/ 55276 w 112531"/>
                <a:gd name="csY13" fmla="*/ 19825 h 100589"/>
                <a:gd name="csX14" fmla="*/ 43074 w 112531"/>
                <a:gd name="csY14" fmla="*/ 72674 h 100589"/>
                <a:gd name="csX15" fmla="*/ 21607 w 112531"/>
                <a:gd name="csY15" fmla="*/ 95767 h 100589"/>
                <a:gd name="csX16" fmla="*/ 10308 w 112531"/>
                <a:gd name="csY16" fmla="*/ 92881 h 100589"/>
                <a:gd name="csX17" fmla="*/ 20929 w 112531"/>
                <a:gd name="csY17" fmla="*/ 80890 h 100589"/>
                <a:gd name="csX18" fmla="*/ 12568 w 112531"/>
                <a:gd name="csY18" fmla="*/ 73118 h 100589"/>
                <a:gd name="csX19" fmla="*/ 140 w 112531"/>
                <a:gd name="csY19" fmla="*/ 85997 h 100589"/>
                <a:gd name="csX20" fmla="*/ 21381 w 112531"/>
                <a:gd name="csY20" fmla="*/ 100652 h 100589"/>
                <a:gd name="csX21" fmla="*/ 45107 w 112531"/>
                <a:gd name="csY21" fmla="*/ 83776 h 100589"/>
                <a:gd name="csX22" fmla="*/ 69512 w 112531"/>
                <a:gd name="csY22" fmla="*/ 100652 h 100589"/>
                <a:gd name="csX23" fmla="*/ 105666 w 112531"/>
                <a:gd name="csY23" fmla="*/ 66456 h 100589"/>
                <a:gd name="csX24" fmla="*/ 102955 w 112531"/>
                <a:gd name="csY24" fmla="*/ 64236 h 100589"/>
                <a:gd name="csX25" fmla="*/ 100017 w 112531"/>
                <a:gd name="csY25" fmla="*/ 66678 h 100589"/>
                <a:gd name="csX26" fmla="*/ 69964 w 112531"/>
                <a:gd name="csY26" fmla="*/ 95767 h 100589"/>
                <a:gd name="csX27" fmla="*/ 57535 w 112531"/>
                <a:gd name="csY27" fmla="*/ 81112 h 100589"/>
                <a:gd name="csX28" fmla="*/ 61377 w 112531"/>
                <a:gd name="csY28" fmla="*/ 61571 h 100589"/>
                <a:gd name="csX29" fmla="*/ 69060 w 112531"/>
                <a:gd name="csY29" fmla="*/ 31150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2531" h="100589">
                  <a:moveTo>
                    <a:pt x="69060" y="31150"/>
                  </a:moveTo>
                  <a:cubicBezTo>
                    <a:pt x="70416" y="25377"/>
                    <a:pt x="75613" y="4948"/>
                    <a:pt x="91430" y="4948"/>
                  </a:cubicBezTo>
                  <a:cubicBezTo>
                    <a:pt x="92560" y="4948"/>
                    <a:pt x="97983" y="4948"/>
                    <a:pt x="102729" y="7835"/>
                  </a:cubicBezTo>
                  <a:cubicBezTo>
                    <a:pt x="96402" y="8945"/>
                    <a:pt x="91882" y="14496"/>
                    <a:pt x="91882" y="19825"/>
                  </a:cubicBezTo>
                  <a:cubicBezTo>
                    <a:pt x="91882" y="23378"/>
                    <a:pt x="94368" y="27597"/>
                    <a:pt x="100469" y="27597"/>
                  </a:cubicBezTo>
                  <a:cubicBezTo>
                    <a:pt x="105440" y="27597"/>
                    <a:pt x="112671" y="23600"/>
                    <a:pt x="112671" y="14718"/>
                  </a:cubicBezTo>
                  <a:cubicBezTo>
                    <a:pt x="112671" y="3172"/>
                    <a:pt x="99339" y="63"/>
                    <a:pt x="91656" y="63"/>
                  </a:cubicBezTo>
                  <a:cubicBezTo>
                    <a:pt x="78550" y="63"/>
                    <a:pt x="70641" y="11832"/>
                    <a:pt x="67930" y="16939"/>
                  </a:cubicBezTo>
                  <a:cubicBezTo>
                    <a:pt x="62281" y="2283"/>
                    <a:pt x="50079" y="63"/>
                    <a:pt x="43525" y="63"/>
                  </a:cubicBezTo>
                  <a:cubicBezTo>
                    <a:pt x="20025" y="63"/>
                    <a:pt x="7145" y="28708"/>
                    <a:pt x="7145" y="34259"/>
                  </a:cubicBezTo>
                  <a:cubicBezTo>
                    <a:pt x="7145" y="36479"/>
                    <a:pt x="9405" y="36479"/>
                    <a:pt x="9856" y="36479"/>
                  </a:cubicBezTo>
                  <a:cubicBezTo>
                    <a:pt x="11664" y="36479"/>
                    <a:pt x="12342" y="36035"/>
                    <a:pt x="12794" y="34037"/>
                  </a:cubicBezTo>
                  <a:cubicBezTo>
                    <a:pt x="20477" y="10499"/>
                    <a:pt x="35391" y="4948"/>
                    <a:pt x="43074" y="4948"/>
                  </a:cubicBezTo>
                  <a:cubicBezTo>
                    <a:pt x="47367" y="4948"/>
                    <a:pt x="55276" y="6946"/>
                    <a:pt x="55276" y="19825"/>
                  </a:cubicBezTo>
                  <a:cubicBezTo>
                    <a:pt x="55276" y="26709"/>
                    <a:pt x="51434" y="41587"/>
                    <a:pt x="43074" y="72674"/>
                  </a:cubicBezTo>
                  <a:cubicBezTo>
                    <a:pt x="39458" y="86441"/>
                    <a:pt x="31549" y="95767"/>
                    <a:pt x="21607" y="95767"/>
                  </a:cubicBezTo>
                  <a:cubicBezTo>
                    <a:pt x="20251" y="95767"/>
                    <a:pt x="15054" y="95767"/>
                    <a:pt x="10308" y="92881"/>
                  </a:cubicBezTo>
                  <a:cubicBezTo>
                    <a:pt x="15958" y="91770"/>
                    <a:pt x="20929" y="87107"/>
                    <a:pt x="20929" y="80890"/>
                  </a:cubicBezTo>
                  <a:cubicBezTo>
                    <a:pt x="20929" y="74894"/>
                    <a:pt x="15958" y="73118"/>
                    <a:pt x="12568" y="73118"/>
                  </a:cubicBezTo>
                  <a:cubicBezTo>
                    <a:pt x="5789" y="73118"/>
                    <a:pt x="140" y="78891"/>
                    <a:pt x="140" y="85997"/>
                  </a:cubicBezTo>
                  <a:cubicBezTo>
                    <a:pt x="140" y="96211"/>
                    <a:pt x="11438" y="100652"/>
                    <a:pt x="21381" y="100652"/>
                  </a:cubicBezTo>
                  <a:cubicBezTo>
                    <a:pt x="36295" y="100652"/>
                    <a:pt x="44429" y="85109"/>
                    <a:pt x="45107" y="83776"/>
                  </a:cubicBezTo>
                  <a:cubicBezTo>
                    <a:pt x="47819" y="91992"/>
                    <a:pt x="55954" y="100652"/>
                    <a:pt x="69512" y="100652"/>
                  </a:cubicBezTo>
                  <a:cubicBezTo>
                    <a:pt x="92786" y="100652"/>
                    <a:pt x="105666" y="72008"/>
                    <a:pt x="105666" y="66456"/>
                  </a:cubicBezTo>
                  <a:cubicBezTo>
                    <a:pt x="105666" y="64236"/>
                    <a:pt x="103633" y="64236"/>
                    <a:pt x="102955" y="64236"/>
                  </a:cubicBezTo>
                  <a:cubicBezTo>
                    <a:pt x="100921" y="64236"/>
                    <a:pt x="100469" y="65124"/>
                    <a:pt x="100017" y="66678"/>
                  </a:cubicBezTo>
                  <a:cubicBezTo>
                    <a:pt x="92560" y="90438"/>
                    <a:pt x="77195" y="95767"/>
                    <a:pt x="69964" y="95767"/>
                  </a:cubicBezTo>
                  <a:cubicBezTo>
                    <a:pt x="61151" y="95767"/>
                    <a:pt x="57535" y="88662"/>
                    <a:pt x="57535" y="81112"/>
                  </a:cubicBezTo>
                  <a:cubicBezTo>
                    <a:pt x="57535" y="76227"/>
                    <a:pt x="58891" y="71342"/>
                    <a:pt x="61377" y="61571"/>
                  </a:cubicBezTo>
                  <a:lnTo>
                    <a:pt x="69060" y="31150"/>
                  </a:lnTo>
                  <a:close/>
                </a:path>
              </a:pathLst>
            </a:custGeom>
            <a:solidFill>
              <a:srgbClr val="000000"/>
            </a:solidFill>
            <a:ln w="22860" cap="flat">
              <a:noFill/>
              <a:prstDash val="solid"/>
              <a:miter/>
            </a:ln>
          </p:spPr>
          <p:txBody>
            <a:bodyPr/>
            <a:lstStyle/>
            <a:p>
              <a:endParaRPr lang="en-US"/>
            </a:p>
          </p:txBody>
        </p:sp>
        <p:sp>
          <p:nvSpPr>
            <p:cNvPr id="89" name="Freeform: Shape 88">
              <a:extLst>
                <a:ext uri="{FF2B5EF4-FFF2-40B4-BE49-F238E27FC236}">
                  <a16:creationId xmlns:a16="http://schemas.microsoft.com/office/drawing/2014/main" id="{C46F944C-71BF-519C-3582-DBDD57B8D126}"/>
                </a:ext>
              </a:extLst>
            </p:cNvPr>
            <p:cNvSpPr/>
            <p:nvPr>
              <p:custDataLst>
                <p:tags r:id="rId215"/>
              </p:custDataLst>
            </p:nvPr>
          </p:nvSpPr>
          <p:spPr>
            <a:xfrm>
              <a:off x="4341424" y="6446553"/>
              <a:ext cx="116146" cy="100589"/>
            </a:xfrm>
            <a:custGeom>
              <a:avLst/>
              <a:gdLst>
                <a:gd name="csX0" fmla="*/ 72681 w 116146"/>
                <a:gd name="csY0" fmla="*/ 85775 h 100589"/>
                <a:gd name="csX1" fmla="*/ 92792 w 116146"/>
                <a:gd name="csY1" fmla="*/ 100652 h 100589"/>
                <a:gd name="csX2" fmla="*/ 109513 w 116146"/>
                <a:gd name="csY2" fmla="*/ 88440 h 100589"/>
                <a:gd name="csX3" fmla="*/ 116292 w 116146"/>
                <a:gd name="csY3" fmla="*/ 66456 h 100589"/>
                <a:gd name="csX4" fmla="*/ 113581 w 116146"/>
                <a:gd name="csY4" fmla="*/ 64236 h 100589"/>
                <a:gd name="csX5" fmla="*/ 110417 w 116146"/>
                <a:gd name="csY5" fmla="*/ 68233 h 100589"/>
                <a:gd name="csX6" fmla="*/ 93470 w 116146"/>
                <a:gd name="csY6" fmla="*/ 95767 h 100589"/>
                <a:gd name="csX7" fmla="*/ 86465 w 116146"/>
                <a:gd name="csY7" fmla="*/ 85553 h 100589"/>
                <a:gd name="csX8" fmla="*/ 90984 w 116146"/>
                <a:gd name="csY8" fmla="*/ 62459 h 100589"/>
                <a:gd name="csX9" fmla="*/ 97311 w 116146"/>
                <a:gd name="csY9" fmla="*/ 38478 h 100589"/>
                <a:gd name="csX10" fmla="*/ 101153 w 116146"/>
                <a:gd name="csY10" fmla="*/ 23378 h 100589"/>
                <a:gd name="csX11" fmla="*/ 104542 w 116146"/>
                <a:gd name="csY11" fmla="*/ 8501 h 100589"/>
                <a:gd name="csX12" fmla="*/ 97989 w 116146"/>
                <a:gd name="csY12" fmla="*/ 2505 h 100589"/>
                <a:gd name="csX13" fmla="*/ 89176 w 116146"/>
                <a:gd name="csY13" fmla="*/ 10277 h 100589"/>
                <a:gd name="csX14" fmla="*/ 72229 w 116146"/>
                <a:gd name="csY14" fmla="*/ 77115 h 100589"/>
                <a:gd name="csX15" fmla="*/ 46469 w 116146"/>
                <a:gd name="csY15" fmla="*/ 95767 h 100589"/>
                <a:gd name="csX16" fmla="*/ 32459 w 116146"/>
                <a:gd name="csY16" fmla="*/ 77559 h 100589"/>
                <a:gd name="csX17" fmla="*/ 44661 w 116146"/>
                <a:gd name="csY17" fmla="*/ 32260 h 100589"/>
                <a:gd name="csX18" fmla="*/ 48502 w 116146"/>
                <a:gd name="csY18" fmla="*/ 18271 h 100589"/>
                <a:gd name="csX19" fmla="*/ 29973 w 116146"/>
                <a:gd name="csY19" fmla="*/ 63 h 100589"/>
                <a:gd name="csX20" fmla="*/ 146 w 116146"/>
                <a:gd name="csY20" fmla="*/ 34259 h 100589"/>
                <a:gd name="csX21" fmla="*/ 2857 w 116146"/>
                <a:gd name="csY21" fmla="*/ 36479 h 100589"/>
                <a:gd name="csX22" fmla="*/ 6473 w 116146"/>
                <a:gd name="csY22" fmla="*/ 32482 h 100589"/>
                <a:gd name="csX23" fmla="*/ 29295 w 116146"/>
                <a:gd name="csY23" fmla="*/ 4948 h 100589"/>
                <a:gd name="csX24" fmla="*/ 34944 w 116146"/>
                <a:gd name="csY24" fmla="*/ 12276 h 100589"/>
                <a:gd name="csX25" fmla="*/ 31103 w 116146"/>
                <a:gd name="csY25" fmla="*/ 27375 h 100589"/>
                <a:gd name="csX26" fmla="*/ 17997 w 116146"/>
                <a:gd name="csY26" fmla="*/ 74006 h 100589"/>
                <a:gd name="csX27" fmla="*/ 45791 w 116146"/>
                <a:gd name="csY27" fmla="*/ 100652 h 100589"/>
                <a:gd name="csX28" fmla="*/ 72681 w 116146"/>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146" h="100589">
                  <a:moveTo>
                    <a:pt x="72681" y="85775"/>
                  </a:moveTo>
                  <a:cubicBezTo>
                    <a:pt x="75167" y="94879"/>
                    <a:pt x="83075" y="100652"/>
                    <a:pt x="92792" y="100652"/>
                  </a:cubicBezTo>
                  <a:cubicBezTo>
                    <a:pt x="100701" y="100652"/>
                    <a:pt x="105898" y="95545"/>
                    <a:pt x="109513" y="88440"/>
                  </a:cubicBezTo>
                  <a:cubicBezTo>
                    <a:pt x="113355" y="80446"/>
                    <a:pt x="116292" y="66901"/>
                    <a:pt x="116292" y="66456"/>
                  </a:cubicBezTo>
                  <a:cubicBezTo>
                    <a:pt x="116292" y="64236"/>
                    <a:pt x="114259" y="64236"/>
                    <a:pt x="113581" y="64236"/>
                  </a:cubicBezTo>
                  <a:cubicBezTo>
                    <a:pt x="111321" y="64236"/>
                    <a:pt x="111095" y="65124"/>
                    <a:pt x="110417" y="68233"/>
                  </a:cubicBezTo>
                  <a:cubicBezTo>
                    <a:pt x="107254" y="80668"/>
                    <a:pt x="102960" y="95767"/>
                    <a:pt x="93470" y="95767"/>
                  </a:cubicBezTo>
                  <a:cubicBezTo>
                    <a:pt x="88725" y="95767"/>
                    <a:pt x="86465" y="92881"/>
                    <a:pt x="86465" y="85553"/>
                  </a:cubicBezTo>
                  <a:cubicBezTo>
                    <a:pt x="86465" y="80668"/>
                    <a:pt x="89176" y="70231"/>
                    <a:pt x="90984" y="62459"/>
                  </a:cubicBezTo>
                  <a:lnTo>
                    <a:pt x="97311" y="38478"/>
                  </a:lnTo>
                  <a:cubicBezTo>
                    <a:pt x="97989" y="35147"/>
                    <a:pt x="100249" y="26709"/>
                    <a:pt x="101153" y="23378"/>
                  </a:cubicBezTo>
                  <a:cubicBezTo>
                    <a:pt x="102283" y="18271"/>
                    <a:pt x="104542" y="9833"/>
                    <a:pt x="104542" y="8501"/>
                  </a:cubicBezTo>
                  <a:cubicBezTo>
                    <a:pt x="104542" y="4504"/>
                    <a:pt x="101379" y="2505"/>
                    <a:pt x="97989" y="2505"/>
                  </a:cubicBezTo>
                  <a:cubicBezTo>
                    <a:pt x="96859" y="2505"/>
                    <a:pt x="90984" y="2727"/>
                    <a:pt x="89176" y="10277"/>
                  </a:cubicBezTo>
                  <a:cubicBezTo>
                    <a:pt x="84883" y="26487"/>
                    <a:pt x="74941" y="65346"/>
                    <a:pt x="72229" y="77115"/>
                  </a:cubicBezTo>
                  <a:cubicBezTo>
                    <a:pt x="72003" y="78003"/>
                    <a:pt x="62964" y="95767"/>
                    <a:pt x="46469" y="95767"/>
                  </a:cubicBezTo>
                  <a:cubicBezTo>
                    <a:pt x="34718" y="95767"/>
                    <a:pt x="32459" y="85775"/>
                    <a:pt x="32459" y="77559"/>
                  </a:cubicBezTo>
                  <a:cubicBezTo>
                    <a:pt x="32459" y="65124"/>
                    <a:pt x="38786" y="47582"/>
                    <a:pt x="44661" y="32260"/>
                  </a:cubicBezTo>
                  <a:cubicBezTo>
                    <a:pt x="47373" y="25599"/>
                    <a:pt x="48502" y="22490"/>
                    <a:pt x="48502" y="18271"/>
                  </a:cubicBezTo>
                  <a:cubicBezTo>
                    <a:pt x="48502" y="8279"/>
                    <a:pt x="41272" y="63"/>
                    <a:pt x="29973" y="63"/>
                  </a:cubicBezTo>
                  <a:cubicBezTo>
                    <a:pt x="8506" y="63"/>
                    <a:pt x="146" y="32260"/>
                    <a:pt x="146" y="34259"/>
                  </a:cubicBezTo>
                  <a:cubicBezTo>
                    <a:pt x="146" y="36479"/>
                    <a:pt x="2405" y="36479"/>
                    <a:pt x="2857" y="36479"/>
                  </a:cubicBezTo>
                  <a:cubicBezTo>
                    <a:pt x="5117" y="36479"/>
                    <a:pt x="5343" y="36035"/>
                    <a:pt x="6473" y="32482"/>
                  </a:cubicBezTo>
                  <a:cubicBezTo>
                    <a:pt x="12122" y="13164"/>
                    <a:pt x="20709" y="4948"/>
                    <a:pt x="29295" y="4948"/>
                  </a:cubicBezTo>
                  <a:cubicBezTo>
                    <a:pt x="31329" y="4948"/>
                    <a:pt x="34944" y="5170"/>
                    <a:pt x="34944" y="12276"/>
                  </a:cubicBezTo>
                  <a:cubicBezTo>
                    <a:pt x="34944" y="17605"/>
                    <a:pt x="32459" y="24044"/>
                    <a:pt x="31103" y="27375"/>
                  </a:cubicBezTo>
                  <a:cubicBezTo>
                    <a:pt x="22742" y="49358"/>
                    <a:pt x="17997" y="63126"/>
                    <a:pt x="17997" y="74006"/>
                  </a:cubicBezTo>
                  <a:cubicBezTo>
                    <a:pt x="17997" y="95101"/>
                    <a:pt x="33589" y="100652"/>
                    <a:pt x="45791" y="100652"/>
                  </a:cubicBezTo>
                  <a:cubicBezTo>
                    <a:pt x="60705" y="100652"/>
                    <a:pt x="68839" y="90660"/>
                    <a:pt x="72681" y="85775"/>
                  </a:cubicBezTo>
                  <a:close/>
                </a:path>
              </a:pathLst>
            </a:custGeom>
            <a:solidFill>
              <a:srgbClr val="000000"/>
            </a:solidFill>
            <a:ln w="22860"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72095C0E-F75C-CE93-F18E-790627B6852E}"/>
                </a:ext>
              </a:extLst>
            </p:cNvPr>
            <p:cNvSpPr/>
            <p:nvPr>
              <p:custDataLst>
                <p:tags r:id="rId216"/>
              </p:custDataLst>
            </p:nvPr>
          </p:nvSpPr>
          <p:spPr>
            <a:xfrm>
              <a:off x="4469199" y="6378161"/>
              <a:ext cx="30957" cy="222052"/>
            </a:xfrm>
            <a:custGeom>
              <a:avLst/>
              <a:gdLst>
                <a:gd name="csX0" fmla="*/ 31109 w 30957"/>
                <a:gd name="csY0" fmla="*/ 63 h 222052"/>
                <a:gd name="csX1" fmla="*/ 151 w 30957"/>
                <a:gd name="csY1" fmla="*/ 63 h 222052"/>
                <a:gd name="csX2" fmla="*/ 151 w 30957"/>
                <a:gd name="csY2" fmla="*/ 8945 h 222052"/>
                <a:gd name="csX3" fmla="*/ 22070 w 30957"/>
                <a:gd name="csY3" fmla="*/ 8945 h 222052"/>
                <a:gd name="csX4" fmla="*/ 22070 w 30957"/>
                <a:gd name="csY4" fmla="*/ 213233 h 222052"/>
                <a:gd name="csX5" fmla="*/ 151 w 30957"/>
                <a:gd name="csY5" fmla="*/ 213233 h 222052"/>
                <a:gd name="csX6" fmla="*/ 151 w 30957"/>
                <a:gd name="csY6" fmla="*/ 222115 h 222052"/>
                <a:gd name="csX7" fmla="*/ 31109 w 30957"/>
                <a:gd name="csY7" fmla="*/ 222115 h 222052"/>
                <a:gd name="csX8" fmla="*/ 31109 w 30957"/>
                <a:gd name="csY8" fmla="*/ 63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957" h="222052">
                  <a:moveTo>
                    <a:pt x="31109" y="63"/>
                  </a:moveTo>
                  <a:lnTo>
                    <a:pt x="151" y="63"/>
                  </a:lnTo>
                  <a:lnTo>
                    <a:pt x="151" y="8945"/>
                  </a:lnTo>
                  <a:lnTo>
                    <a:pt x="22070" y="8945"/>
                  </a:lnTo>
                  <a:lnTo>
                    <a:pt x="22070" y="213233"/>
                  </a:lnTo>
                  <a:lnTo>
                    <a:pt x="151" y="213233"/>
                  </a:lnTo>
                  <a:lnTo>
                    <a:pt x="151" y="222115"/>
                  </a:lnTo>
                  <a:lnTo>
                    <a:pt x="31109" y="222115"/>
                  </a:lnTo>
                  <a:lnTo>
                    <a:pt x="31109" y="63"/>
                  </a:lnTo>
                  <a:close/>
                </a:path>
              </a:pathLst>
            </a:custGeom>
            <a:solidFill>
              <a:srgbClr val="000000"/>
            </a:solidFill>
            <a:ln w="22860" cap="flat">
              <a:noFill/>
              <a:prstDash val="solid"/>
              <a:miter/>
            </a:ln>
          </p:spPr>
          <p:txBody>
            <a:bodyPr/>
            <a:lstStyle/>
            <a:p>
              <a:endParaRPr lang="en-US"/>
            </a:p>
          </p:txBody>
        </p:sp>
        <p:sp>
          <p:nvSpPr>
            <p:cNvPr id="91" name="Freeform: Shape 90">
              <a:extLst>
                <a:ext uri="{FF2B5EF4-FFF2-40B4-BE49-F238E27FC236}">
                  <a16:creationId xmlns:a16="http://schemas.microsoft.com/office/drawing/2014/main" id="{C9885F08-607D-3FF1-BC2E-57DE5FF5D532}"/>
                </a:ext>
              </a:extLst>
            </p:cNvPr>
            <p:cNvSpPr/>
            <p:nvPr>
              <p:custDataLst>
                <p:tags r:id="rId217"/>
              </p:custDataLst>
            </p:nvPr>
          </p:nvSpPr>
          <p:spPr>
            <a:xfrm>
              <a:off x="4602418" y="6463207"/>
              <a:ext cx="150267" cy="51960"/>
            </a:xfrm>
            <a:custGeom>
              <a:avLst/>
              <a:gdLst>
                <a:gd name="csX0" fmla="*/ 142742 w 150267"/>
                <a:gd name="csY0" fmla="*/ 8945 h 51960"/>
                <a:gd name="csX1" fmla="*/ 150425 w 150267"/>
                <a:gd name="csY1" fmla="*/ 4504 h 51960"/>
                <a:gd name="csX2" fmla="*/ 142968 w 150267"/>
                <a:gd name="csY2" fmla="*/ 63 h 51960"/>
                <a:gd name="csX3" fmla="*/ 7614 w 150267"/>
                <a:gd name="csY3" fmla="*/ 63 h 51960"/>
                <a:gd name="csX4" fmla="*/ 157 w 150267"/>
                <a:gd name="csY4" fmla="*/ 4504 h 51960"/>
                <a:gd name="csX5" fmla="*/ 7840 w 150267"/>
                <a:gd name="csY5" fmla="*/ 8945 h 51960"/>
                <a:gd name="csX6" fmla="*/ 142742 w 150267"/>
                <a:gd name="csY6" fmla="*/ 8945 h 51960"/>
                <a:gd name="csX7" fmla="*/ 142968 w 150267"/>
                <a:gd name="csY7" fmla="*/ 52023 h 51960"/>
                <a:gd name="csX8" fmla="*/ 150425 w 150267"/>
                <a:gd name="csY8" fmla="*/ 47582 h 51960"/>
                <a:gd name="csX9" fmla="*/ 142742 w 150267"/>
                <a:gd name="csY9" fmla="*/ 43141 h 51960"/>
                <a:gd name="csX10" fmla="*/ 7840 w 150267"/>
                <a:gd name="csY10" fmla="*/ 43141 h 51960"/>
                <a:gd name="csX11" fmla="*/ 157 w 150267"/>
                <a:gd name="csY11" fmla="*/ 47582 h 51960"/>
                <a:gd name="csX12" fmla="*/ 7614 w 150267"/>
                <a:gd name="csY12" fmla="*/ 52023 h 51960"/>
                <a:gd name="csX13" fmla="*/ 142968 w 150267"/>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267" h="51960">
                  <a:moveTo>
                    <a:pt x="142742" y="8945"/>
                  </a:moveTo>
                  <a:cubicBezTo>
                    <a:pt x="146131" y="8945"/>
                    <a:pt x="150425" y="8945"/>
                    <a:pt x="150425" y="4504"/>
                  </a:cubicBezTo>
                  <a:cubicBezTo>
                    <a:pt x="150425" y="63"/>
                    <a:pt x="146131" y="63"/>
                    <a:pt x="142968" y="63"/>
                  </a:cubicBezTo>
                  <a:lnTo>
                    <a:pt x="7614" y="63"/>
                  </a:lnTo>
                  <a:cubicBezTo>
                    <a:pt x="4450" y="63"/>
                    <a:pt x="157" y="63"/>
                    <a:pt x="157" y="4504"/>
                  </a:cubicBezTo>
                  <a:cubicBezTo>
                    <a:pt x="157" y="8945"/>
                    <a:pt x="4450" y="8945"/>
                    <a:pt x="7840" y="8945"/>
                  </a:cubicBezTo>
                  <a:lnTo>
                    <a:pt x="142742" y="8945"/>
                  </a:lnTo>
                  <a:close/>
                  <a:moveTo>
                    <a:pt x="142968" y="52023"/>
                  </a:moveTo>
                  <a:cubicBezTo>
                    <a:pt x="146131" y="52023"/>
                    <a:pt x="150425" y="52023"/>
                    <a:pt x="150425" y="47582"/>
                  </a:cubicBezTo>
                  <a:cubicBezTo>
                    <a:pt x="150425" y="43141"/>
                    <a:pt x="146131" y="43141"/>
                    <a:pt x="142742" y="43141"/>
                  </a:cubicBezTo>
                  <a:lnTo>
                    <a:pt x="7840" y="43141"/>
                  </a:lnTo>
                  <a:cubicBezTo>
                    <a:pt x="4450" y="43141"/>
                    <a:pt x="157" y="43141"/>
                    <a:pt x="157" y="47582"/>
                  </a:cubicBezTo>
                  <a:cubicBezTo>
                    <a:pt x="157" y="52023"/>
                    <a:pt x="4450" y="52023"/>
                    <a:pt x="7614" y="52023"/>
                  </a:cubicBezTo>
                  <a:lnTo>
                    <a:pt x="142968" y="52023"/>
                  </a:lnTo>
                  <a:close/>
                </a:path>
              </a:pathLst>
            </a:custGeom>
            <a:solidFill>
              <a:srgbClr val="000000"/>
            </a:solidFill>
            <a:ln w="22860" cap="flat">
              <a:noFill/>
              <a:prstDash val="solid"/>
              <a:miter/>
            </a:ln>
          </p:spPr>
          <p:txBody>
            <a:bodyPr/>
            <a:lstStyle/>
            <a:p>
              <a:endParaRPr lang="en-US"/>
            </a:p>
          </p:txBody>
        </p:sp>
        <p:sp>
          <p:nvSpPr>
            <p:cNvPr id="92" name="Freeform: Shape 91">
              <a:extLst>
                <a:ext uri="{FF2B5EF4-FFF2-40B4-BE49-F238E27FC236}">
                  <a16:creationId xmlns:a16="http://schemas.microsoft.com/office/drawing/2014/main" id="{C52BA027-5F35-AB67-3C69-06BB25FCBE72}"/>
                </a:ext>
              </a:extLst>
            </p:cNvPr>
            <p:cNvSpPr/>
            <p:nvPr>
              <p:custDataLst>
                <p:tags r:id="rId218"/>
              </p:custDataLst>
            </p:nvPr>
          </p:nvSpPr>
          <p:spPr>
            <a:xfrm>
              <a:off x="4837096" y="6396813"/>
              <a:ext cx="95131" cy="152771"/>
            </a:xfrm>
            <a:custGeom>
              <a:avLst/>
              <a:gdLst>
                <a:gd name="csX0" fmla="*/ 95299 w 95131"/>
                <a:gd name="csY0" fmla="*/ 76893 h 152771"/>
                <a:gd name="csX1" fmla="*/ 86261 w 95131"/>
                <a:gd name="csY1" fmla="*/ 24933 h 152771"/>
                <a:gd name="csX2" fmla="*/ 47846 w 95131"/>
                <a:gd name="csY2" fmla="*/ 63 h 152771"/>
                <a:gd name="csX3" fmla="*/ 8528 w 95131"/>
                <a:gd name="csY3" fmla="*/ 26487 h 152771"/>
                <a:gd name="csX4" fmla="*/ 167 w 95131"/>
                <a:gd name="csY4" fmla="*/ 76893 h 152771"/>
                <a:gd name="csX5" fmla="*/ 10336 w 95131"/>
                <a:gd name="csY5" fmla="*/ 130407 h 152771"/>
                <a:gd name="csX6" fmla="*/ 47620 w 95131"/>
                <a:gd name="csY6" fmla="*/ 152835 h 152771"/>
                <a:gd name="csX7" fmla="*/ 86939 w 95131"/>
                <a:gd name="csY7" fmla="*/ 127077 h 152771"/>
                <a:gd name="csX8" fmla="*/ 95299 w 95131"/>
                <a:gd name="csY8" fmla="*/ 76893 h 152771"/>
                <a:gd name="csX9" fmla="*/ 47620 w 95131"/>
                <a:gd name="csY9" fmla="*/ 147950 h 152771"/>
                <a:gd name="csX10" fmla="*/ 21408 w 95131"/>
                <a:gd name="csY10" fmla="*/ 121081 h 152771"/>
                <a:gd name="csX11" fmla="*/ 18923 w 95131"/>
                <a:gd name="csY11" fmla="*/ 74228 h 152771"/>
                <a:gd name="csX12" fmla="*/ 20730 w 95131"/>
                <a:gd name="csY12" fmla="*/ 33371 h 152771"/>
                <a:gd name="csX13" fmla="*/ 47620 w 95131"/>
                <a:gd name="csY13" fmla="*/ 4948 h 152771"/>
                <a:gd name="csX14" fmla="*/ 74284 w 95131"/>
                <a:gd name="csY14" fmla="*/ 30928 h 152771"/>
                <a:gd name="csX15" fmla="*/ 76544 w 95131"/>
                <a:gd name="csY15" fmla="*/ 74228 h 152771"/>
                <a:gd name="csX16" fmla="*/ 74058 w 95131"/>
                <a:gd name="csY16" fmla="*/ 120193 h 152771"/>
                <a:gd name="csX17" fmla="*/ 47620 w 95131"/>
                <a:gd name="csY17" fmla="*/ 147950 h 152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5131" h="152771">
                  <a:moveTo>
                    <a:pt x="95299" y="76893"/>
                  </a:moveTo>
                  <a:cubicBezTo>
                    <a:pt x="95299" y="59129"/>
                    <a:pt x="94169" y="41364"/>
                    <a:pt x="86261" y="24933"/>
                  </a:cubicBezTo>
                  <a:cubicBezTo>
                    <a:pt x="75866" y="3616"/>
                    <a:pt x="57337" y="63"/>
                    <a:pt x="47846" y="63"/>
                  </a:cubicBezTo>
                  <a:cubicBezTo>
                    <a:pt x="34288" y="63"/>
                    <a:pt x="17793" y="5836"/>
                    <a:pt x="8528" y="26487"/>
                  </a:cubicBezTo>
                  <a:cubicBezTo>
                    <a:pt x="1297" y="41809"/>
                    <a:pt x="167" y="59129"/>
                    <a:pt x="167" y="76893"/>
                  </a:cubicBezTo>
                  <a:cubicBezTo>
                    <a:pt x="167" y="93547"/>
                    <a:pt x="1071" y="113531"/>
                    <a:pt x="10336" y="130407"/>
                  </a:cubicBezTo>
                  <a:cubicBezTo>
                    <a:pt x="20052" y="148394"/>
                    <a:pt x="36548" y="152835"/>
                    <a:pt x="47620" y="152835"/>
                  </a:cubicBezTo>
                  <a:cubicBezTo>
                    <a:pt x="59823" y="152835"/>
                    <a:pt x="76996" y="148172"/>
                    <a:pt x="86939" y="127077"/>
                  </a:cubicBezTo>
                  <a:cubicBezTo>
                    <a:pt x="94169" y="111755"/>
                    <a:pt x="95299" y="94435"/>
                    <a:pt x="95299" y="76893"/>
                  </a:cubicBezTo>
                  <a:close/>
                  <a:moveTo>
                    <a:pt x="47620" y="147950"/>
                  </a:moveTo>
                  <a:cubicBezTo>
                    <a:pt x="38808" y="147950"/>
                    <a:pt x="25476" y="142398"/>
                    <a:pt x="21408" y="121081"/>
                  </a:cubicBezTo>
                  <a:cubicBezTo>
                    <a:pt x="18923" y="107758"/>
                    <a:pt x="18923" y="87329"/>
                    <a:pt x="18923" y="74228"/>
                  </a:cubicBezTo>
                  <a:cubicBezTo>
                    <a:pt x="18923" y="60017"/>
                    <a:pt x="18923" y="45361"/>
                    <a:pt x="20730" y="33371"/>
                  </a:cubicBezTo>
                  <a:cubicBezTo>
                    <a:pt x="25024" y="6946"/>
                    <a:pt x="41971" y="4948"/>
                    <a:pt x="47620" y="4948"/>
                  </a:cubicBezTo>
                  <a:cubicBezTo>
                    <a:pt x="55077" y="4948"/>
                    <a:pt x="69991" y="8945"/>
                    <a:pt x="74284" y="30928"/>
                  </a:cubicBezTo>
                  <a:cubicBezTo>
                    <a:pt x="76544" y="43363"/>
                    <a:pt x="76544" y="60239"/>
                    <a:pt x="76544" y="74228"/>
                  </a:cubicBezTo>
                  <a:cubicBezTo>
                    <a:pt x="76544" y="90882"/>
                    <a:pt x="76544" y="105982"/>
                    <a:pt x="74058" y="120193"/>
                  </a:cubicBezTo>
                  <a:cubicBezTo>
                    <a:pt x="70669" y="141288"/>
                    <a:pt x="57789" y="147950"/>
                    <a:pt x="47620" y="147950"/>
                  </a:cubicBezTo>
                  <a:close/>
                </a:path>
              </a:pathLst>
            </a:custGeom>
            <a:solidFill>
              <a:srgbClr val="000000"/>
            </a:solidFill>
            <a:ln w="22860" cap="flat">
              <a:noFill/>
              <a:prstDash val="solid"/>
              <a:miter/>
            </a:ln>
          </p:spPr>
          <p:txBody>
            <a:bodyPr/>
            <a:lstStyle/>
            <a:p>
              <a:endParaRPr lang="en-US"/>
            </a:p>
          </p:txBody>
        </p:sp>
      </p:grpSp>
      <p:cxnSp>
        <p:nvCxnSpPr>
          <p:cNvPr id="7" name="Straight Connector 6">
            <a:extLst>
              <a:ext uri="{FF2B5EF4-FFF2-40B4-BE49-F238E27FC236}">
                <a16:creationId xmlns:a16="http://schemas.microsoft.com/office/drawing/2014/main" id="{8E4F436F-CF4C-178E-3F6D-C49A1EAAE757}"/>
              </a:ext>
            </a:extLst>
          </p:cNvPr>
          <p:cNvCxnSpPr>
            <a:cxnSpLocks/>
          </p:cNvCxnSpPr>
          <p:nvPr/>
        </p:nvCxnSpPr>
        <p:spPr>
          <a:xfrm>
            <a:off x="3805308" y="2745653"/>
            <a:ext cx="0" cy="344797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7" name="TextBox 426">
            <a:extLst>
              <a:ext uri="{FF2B5EF4-FFF2-40B4-BE49-F238E27FC236}">
                <a16:creationId xmlns:a16="http://schemas.microsoft.com/office/drawing/2014/main" id="{E0F71713-4A08-A5C5-C4BB-ADD211FA0621}"/>
              </a:ext>
            </a:extLst>
          </p:cNvPr>
          <p:cNvSpPr txBox="1"/>
          <p:nvPr/>
        </p:nvSpPr>
        <p:spPr>
          <a:xfrm>
            <a:off x="891590" y="2605527"/>
            <a:ext cx="2401866" cy="338554"/>
          </a:xfrm>
          <a:prstGeom prst="rect">
            <a:avLst/>
          </a:prstGeom>
          <a:noFill/>
        </p:spPr>
        <p:txBody>
          <a:bodyPr wrap="square">
            <a:spAutoFit/>
          </a:bodyPr>
          <a:lstStyle/>
          <a:p>
            <a:r>
              <a:rPr lang="es-CO" sz="1600" b="1" err="1">
                <a:solidFill>
                  <a:srgbClr val="FF0000"/>
                </a:solidFill>
              </a:rPr>
              <a:t>Where</a:t>
            </a:r>
            <a:r>
              <a:rPr lang="es-CO" sz="1600" b="1">
                <a:solidFill>
                  <a:srgbClr val="FF0000"/>
                </a:solidFill>
              </a:rPr>
              <a:t> do </a:t>
            </a:r>
            <a:r>
              <a:rPr lang="es-CO" sz="1600" b="1" err="1">
                <a:solidFill>
                  <a:srgbClr val="FF0000"/>
                </a:solidFill>
              </a:rPr>
              <a:t>we</a:t>
            </a:r>
            <a:r>
              <a:rPr lang="es-CO" sz="1600" b="1">
                <a:solidFill>
                  <a:srgbClr val="FF0000"/>
                </a:solidFill>
              </a:rPr>
              <a:t> </a:t>
            </a:r>
            <a:r>
              <a:rPr lang="es-CO" sz="1600" b="1" err="1">
                <a:solidFill>
                  <a:srgbClr val="FF0000"/>
                </a:solidFill>
              </a:rPr>
              <a:t>begin</a:t>
            </a:r>
            <a:r>
              <a:rPr lang="es-CO" sz="1600" b="1">
                <a:solidFill>
                  <a:srgbClr val="FF0000"/>
                </a:solidFill>
              </a:rPr>
              <a:t>?</a:t>
            </a:r>
          </a:p>
        </p:txBody>
      </p:sp>
      <p:sp>
        <p:nvSpPr>
          <p:cNvPr id="428" name="TextBox 427">
            <a:extLst>
              <a:ext uri="{FF2B5EF4-FFF2-40B4-BE49-F238E27FC236}">
                <a16:creationId xmlns:a16="http://schemas.microsoft.com/office/drawing/2014/main" id="{1CED1744-F57D-15C6-54E4-25D6827B24B9}"/>
              </a:ext>
            </a:extLst>
          </p:cNvPr>
          <p:cNvSpPr txBox="1"/>
          <p:nvPr/>
        </p:nvSpPr>
        <p:spPr>
          <a:xfrm>
            <a:off x="891590" y="3849462"/>
            <a:ext cx="2506953" cy="338554"/>
          </a:xfrm>
          <a:prstGeom prst="rect">
            <a:avLst/>
          </a:prstGeom>
          <a:noFill/>
        </p:spPr>
        <p:txBody>
          <a:bodyPr wrap="square">
            <a:spAutoFit/>
          </a:bodyPr>
          <a:lstStyle>
            <a:defPPr>
              <a:defRPr lang="en-US"/>
            </a:defPPr>
            <a:lvl1pPr>
              <a:defRPr sz="1600" b="1">
                <a:solidFill>
                  <a:srgbClr val="FF0000"/>
                </a:solidFill>
              </a:defRPr>
            </a:lvl1pPr>
          </a:lstStyle>
          <a:p>
            <a:r>
              <a:rPr lang="es-CO" err="1"/>
              <a:t>Under</a:t>
            </a:r>
            <a:r>
              <a:rPr lang="es-CO"/>
              <a:t> </a:t>
            </a:r>
            <a:r>
              <a:rPr lang="es-CO" err="1"/>
              <a:t>which</a:t>
            </a:r>
            <a:r>
              <a:rPr lang="es-CO"/>
              <a:t> </a:t>
            </a:r>
            <a:r>
              <a:rPr lang="es-CO" err="1"/>
              <a:t>conditions</a:t>
            </a:r>
            <a:r>
              <a:rPr lang="es-CO"/>
              <a:t>?</a:t>
            </a:r>
          </a:p>
        </p:txBody>
      </p:sp>
      <p:grpSp>
        <p:nvGrpSpPr>
          <p:cNvPr id="430" name="Group 429">
            <a:extLst>
              <a:ext uri="{FF2B5EF4-FFF2-40B4-BE49-F238E27FC236}">
                <a16:creationId xmlns:a16="http://schemas.microsoft.com/office/drawing/2014/main" id="{FF4DB2CD-E2C3-9787-A10E-85B8EAD0F210}"/>
              </a:ext>
            </a:extLst>
          </p:cNvPr>
          <p:cNvGrpSpPr>
            <a:grpSpLocks noChangeAspect="1"/>
          </p:cNvGrpSpPr>
          <p:nvPr>
            <p:custDataLst>
              <p:tags r:id="rId5"/>
            </p:custDataLst>
          </p:nvPr>
        </p:nvGrpSpPr>
        <p:grpSpPr>
          <a:xfrm>
            <a:off x="1051145" y="3080294"/>
            <a:ext cx="1875612" cy="222052"/>
            <a:chOff x="3731627" y="4308965"/>
            <a:chExt cx="1875612" cy="222052"/>
          </a:xfrm>
        </p:grpSpPr>
        <p:sp>
          <p:nvSpPr>
            <p:cNvPr id="431" name="Freeform: Shape 430">
              <a:extLst>
                <a:ext uri="{FF2B5EF4-FFF2-40B4-BE49-F238E27FC236}">
                  <a16:creationId xmlns:a16="http://schemas.microsoft.com/office/drawing/2014/main" id="{8EB28C6F-D137-0BAC-B88B-D724C11173C0}"/>
                </a:ext>
              </a:extLst>
            </p:cNvPr>
            <p:cNvSpPr/>
            <p:nvPr>
              <p:custDataLst>
                <p:tags r:id="rId187"/>
              </p:custDataLst>
            </p:nvPr>
          </p:nvSpPr>
          <p:spPr>
            <a:xfrm>
              <a:off x="3731627" y="4308965"/>
              <a:ext cx="52996" cy="222052"/>
            </a:xfrm>
            <a:custGeom>
              <a:avLst/>
              <a:gdLst>
                <a:gd name="connsiteX0" fmla="*/ 53073 w 52996"/>
                <a:gd name="connsiteY0" fmla="*/ 219895 h 222052"/>
                <a:gd name="connsiteX1" fmla="*/ 49190 w 52996"/>
                <a:gd name="connsiteY1" fmla="*/ 215009 h 222052"/>
                <a:gd name="connsiteX2" fmla="*/ 13326 w 52996"/>
                <a:gd name="connsiteY2" fmla="*/ 111089 h 222052"/>
                <a:gd name="connsiteX3" fmla="*/ 50103 w 52996"/>
                <a:gd name="connsiteY3" fmla="*/ 6058 h 222052"/>
                <a:gd name="connsiteX4" fmla="*/ 53073 w 52996"/>
                <a:gd name="connsiteY4" fmla="*/ 2283 h 222052"/>
                <a:gd name="connsiteX5" fmla="*/ 50789 w 52996"/>
                <a:gd name="connsiteY5" fmla="*/ 63 h 222052"/>
                <a:gd name="connsiteX6" fmla="*/ 14468 w 52996"/>
                <a:gd name="connsiteY6" fmla="*/ 43363 h 222052"/>
                <a:gd name="connsiteX7" fmla="*/ 77 w 52996"/>
                <a:gd name="connsiteY7" fmla="*/ 111089 h 222052"/>
                <a:gd name="connsiteX8" fmla="*/ 15153 w 52996"/>
                <a:gd name="connsiteY8" fmla="*/ 180369 h 222052"/>
                <a:gd name="connsiteX9" fmla="*/ 50789 w 52996"/>
                <a:gd name="connsiteY9" fmla="*/ 222115 h 222052"/>
                <a:gd name="connsiteX10" fmla="*/ 53073 w 52996"/>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73" y="219895"/>
                  </a:moveTo>
                  <a:cubicBezTo>
                    <a:pt x="53073" y="219228"/>
                    <a:pt x="53073" y="218784"/>
                    <a:pt x="49190" y="215009"/>
                  </a:cubicBezTo>
                  <a:cubicBezTo>
                    <a:pt x="20636" y="187031"/>
                    <a:pt x="13326" y="145063"/>
                    <a:pt x="13326" y="111089"/>
                  </a:cubicBezTo>
                  <a:cubicBezTo>
                    <a:pt x="13326" y="72452"/>
                    <a:pt x="22006" y="33815"/>
                    <a:pt x="50103" y="6058"/>
                  </a:cubicBezTo>
                  <a:cubicBezTo>
                    <a:pt x="53073" y="3394"/>
                    <a:pt x="53073" y="2949"/>
                    <a:pt x="53073" y="2283"/>
                  </a:cubicBezTo>
                  <a:cubicBezTo>
                    <a:pt x="53073" y="729"/>
                    <a:pt x="52159" y="63"/>
                    <a:pt x="50789" y="63"/>
                  </a:cubicBezTo>
                  <a:cubicBezTo>
                    <a:pt x="48504" y="63"/>
                    <a:pt x="27945" y="15162"/>
                    <a:pt x="14468" y="43363"/>
                  </a:cubicBezTo>
                  <a:cubicBezTo>
                    <a:pt x="2818" y="67789"/>
                    <a:pt x="77" y="92437"/>
                    <a:pt x="77" y="111089"/>
                  </a:cubicBezTo>
                  <a:cubicBezTo>
                    <a:pt x="77" y="128409"/>
                    <a:pt x="2589" y="155277"/>
                    <a:pt x="15153" y="180369"/>
                  </a:cubicBezTo>
                  <a:cubicBezTo>
                    <a:pt x="28859" y="207682"/>
                    <a:pt x="48504" y="222115"/>
                    <a:pt x="50789" y="222115"/>
                  </a:cubicBezTo>
                  <a:cubicBezTo>
                    <a:pt x="52159" y="222115"/>
                    <a:pt x="53073" y="221449"/>
                    <a:pt x="53073" y="219895"/>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2" name="Freeform: Shape 431">
              <a:extLst>
                <a:ext uri="{FF2B5EF4-FFF2-40B4-BE49-F238E27FC236}">
                  <a16:creationId xmlns:a16="http://schemas.microsoft.com/office/drawing/2014/main" id="{3FA2C524-396E-BA91-8325-85E278659C95}"/>
                </a:ext>
              </a:extLst>
            </p:cNvPr>
            <p:cNvSpPr/>
            <p:nvPr>
              <p:custDataLst>
                <p:tags r:id="rId188"/>
              </p:custDataLst>
            </p:nvPr>
          </p:nvSpPr>
          <p:spPr>
            <a:xfrm>
              <a:off x="3804472" y="4377357"/>
              <a:ext cx="113759" cy="100589"/>
            </a:xfrm>
            <a:custGeom>
              <a:avLst/>
              <a:gdLst>
                <a:gd name="connsiteX0" fmla="*/ 69752 w 113759"/>
                <a:gd name="connsiteY0" fmla="*/ 31150 h 100589"/>
                <a:gd name="connsiteX1" fmla="*/ 92367 w 113759"/>
                <a:gd name="connsiteY1" fmla="*/ 4948 h 100589"/>
                <a:gd name="connsiteX2" fmla="*/ 103789 w 113759"/>
                <a:gd name="connsiteY2" fmla="*/ 7835 h 100589"/>
                <a:gd name="connsiteX3" fmla="*/ 92824 w 113759"/>
                <a:gd name="connsiteY3" fmla="*/ 19825 h 100589"/>
                <a:gd name="connsiteX4" fmla="*/ 101504 w 113759"/>
                <a:gd name="connsiteY4" fmla="*/ 27597 h 100589"/>
                <a:gd name="connsiteX5" fmla="*/ 113840 w 113759"/>
                <a:gd name="connsiteY5" fmla="*/ 14718 h 100589"/>
                <a:gd name="connsiteX6" fmla="*/ 92596 w 113759"/>
                <a:gd name="connsiteY6" fmla="*/ 63 h 100589"/>
                <a:gd name="connsiteX7" fmla="*/ 68610 w 113759"/>
                <a:gd name="connsiteY7" fmla="*/ 16939 h 100589"/>
                <a:gd name="connsiteX8" fmla="*/ 43939 w 113759"/>
                <a:gd name="connsiteY8" fmla="*/ 63 h 100589"/>
                <a:gd name="connsiteX9" fmla="*/ 7162 w 113759"/>
                <a:gd name="connsiteY9" fmla="*/ 34259 h 100589"/>
                <a:gd name="connsiteX10" fmla="*/ 9903 w 113759"/>
                <a:gd name="connsiteY10" fmla="*/ 36479 h 100589"/>
                <a:gd name="connsiteX11" fmla="*/ 12873 w 113759"/>
                <a:gd name="connsiteY11" fmla="*/ 34037 h 100589"/>
                <a:gd name="connsiteX12" fmla="*/ 43483 w 113759"/>
                <a:gd name="connsiteY12" fmla="*/ 4948 h 100589"/>
                <a:gd name="connsiteX13" fmla="*/ 55818 w 113759"/>
                <a:gd name="connsiteY13" fmla="*/ 19825 h 100589"/>
                <a:gd name="connsiteX14" fmla="*/ 43483 w 113759"/>
                <a:gd name="connsiteY14" fmla="*/ 72674 h 100589"/>
                <a:gd name="connsiteX15" fmla="*/ 21782 w 113759"/>
                <a:gd name="connsiteY15" fmla="*/ 95767 h 100589"/>
                <a:gd name="connsiteX16" fmla="*/ 10360 w 113759"/>
                <a:gd name="connsiteY16" fmla="*/ 92881 h 100589"/>
                <a:gd name="connsiteX17" fmla="*/ 21096 w 113759"/>
                <a:gd name="connsiteY17" fmla="*/ 80890 h 100589"/>
                <a:gd name="connsiteX18" fmla="*/ 12644 w 113759"/>
                <a:gd name="connsiteY18" fmla="*/ 73118 h 100589"/>
                <a:gd name="connsiteX19" fmla="*/ 81 w 113759"/>
                <a:gd name="connsiteY19" fmla="*/ 85997 h 100589"/>
                <a:gd name="connsiteX20" fmla="*/ 21553 w 113759"/>
                <a:gd name="connsiteY20" fmla="*/ 100652 h 100589"/>
                <a:gd name="connsiteX21" fmla="*/ 45539 w 113759"/>
                <a:gd name="connsiteY21" fmla="*/ 83776 h 100589"/>
                <a:gd name="connsiteX22" fmla="*/ 70209 w 113759"/>
                <a:gd name="connsiteY22" fmla="*/ 100652 h 100589"/>
                <a:gd name="connsiteX23" fmla="*/ 106758 w 113759"/>
                <a:gd name="connsiteY23" fmla="*/ 66456 h 100589"/>
                <a:gd name="connsiteX24" fmla="*/ 104017 w 113759"/>
                <a:gd name="connsiteY24" fmla="*/ 64236 h 100589"/>
                <a:gd name="connsiteX25" fmla="*/ 101047 w 113759"/>
                <a:gd name="connsiteY25" fmla="*/ 66678 h 100589"/>
                <a:gd name="connsiteX26" fmla="*/ 70666 w 113759"/>
                <a:gd name="connsiteY26" fmla="*/ 95767 h 100589"/>
                <a:gd name="connsiteX27" fmla="*/ 58102 w 113759"/>
                <a:gd name="connsiteY27" fmla="*/ 81112 h 100589"/>
                <a:gd name="connsiteX28" fmla="*/ 61986 w 113759"/>
                <a:gd name="connsiteY28" fmla="*/ 61571 h 100589"/>
                <a:gd name="connsiteX29" fmla="*/ 69752 w 113759"/>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759" h="100589">
                  <a:moveTo>
                    <a:pt x="69752" y="31150"/>
                  </a:moveTo>
                  <a:cubicBezTo>
                    <a:pt x="71123" y="25377"/>
                    <a:pt x="76377" y="4948"/>
                    <a:pt x="92367" y="4948"/>
                  </a:cubicBezTo>
                  <a:cubicBezTo>
                    <a:pt x="93509" y="4948"/>
                    <a:pt x="98992" y="4948"/>
                    <a:pt x="103789" y="7835"/>
                  </a:cubicBezTo>
                  <a:cubicBezTo>
                    <a:pt x="97393" y="8945"/>
                    <a:pt x="92824" y="14496"/>
                    <a:pt x="92824" y="19825"/>
                  </a:cubicBezTo>
                  <a:cubicBezTo>
                    <a:pt x="92824" y="23378"/>
                    <a:pt x="95337" y="27597"/>
                    <a:pt x="101504" y="27597"/>
                  </a:cubicBezTo>
                  <a:cubicBezTo>
                    <a:pt x="106530" y="27597"/>
                    <a:pt x="113840" y="23600"/>
                    <a:pt x="113840" y="14718"/>
                  </a:cubicBezTo>
                  <a:cubicBezTo>
                    <a:pt x="113840" y="3172"/>
                    <a:pt x="100362" y="63"/>
                    <a:pt x="92596" y="63"/>
                  </a:cubicBezTo>
                  <a:cubicBezTo>
                    <a:pt x="79346" y="63"/>
                    <a:pt x="71351" y="11832"/>
                    <a:pt x="68610" y="16939"/>
                  </a:cubicBezTo>
                  <a:cubicBezTo>
                    <a:pt x="62899" y="2283"/>
                    <a:pt x="50564" y="63"/>
                    <a:pt x="43939" y="63"/>
                  </a:cubicBezTo>
                  <a:cubicBezTo>
                    <a:pt x="20183" y="63"/>
                    <a:pt x="7162" y="28708"/>
                    <a:pt x="7162" y="34259"/>
                  </a:cubicBezTo>
                  <a:cubicBezTo>
                    <a:pt x="7162" y="36479"/>
                    <a:pt x="9446" y="36479"/>
                    <a:pt x="9903" y="36479"/>
                  </a:cubicBezTo>
                  <a:cubicBezTo>
                    <a:pt x="11731" y="36479"/>
                    <a:pt x="12416" y="36035"/>
                    <a:pt x="12873" y="34037"/>
                  </a:cubicBezTo>
                  <a:cubicBezTo>
                    <a:pt x="20639" y="10499"/>
                    <a:pt x="35716" y="4948"/>
                    <a:pt x="43483" y="4948"/>
                  </a:cubicBezTo>
                  <a:cubicBezTo>
                    <a:pt x="47823" y="4948"/>
                    <a:pt x="55818" y="6946"/>
                    <a:pt x="55818" y="19825"/>
                  </a:cubicBezTo>
                  <a:cubicBezTo>
                    <a:pt x="55818" y="26709"/>
                    <a:pt x="51935" y="41587"/>
                    <a:pt x="43483" y="72674"/>
                  </a:cubicBezTo>
                  <a:cubicBezTo>
                    <a:pt x="39828" y="86441"/>
                    <a:pt x="31833" y="95767"/>
                    <a:pt x="21782" y="95767"/>
                  </a:cubicBezTo>
                  <a:cubicBezTo>
                    <a:pt x="20411" y="95767"/>
                    <a:pt x="15157" y="95767"/>
                    <a:pt x="10360" y="92881"/>
                  </a:cubicBezTo>
                  <a:cubicBezTo>
                    <a:pt x="16071" y="91770"/>
                    <a:pt x="21096" y="87107"/>
                    <a:pt x="21096" y="80890"/>
                  </a:cubicBezTo>
                  <a:cubicBezTo>
                    <a:pt x="21096" y="74894"/>
                    <a:pt x="16071" y="73118"/>
                    <a:pt x="12644" y="73118"/>
                  </a:cubicBezTo>
                  <a:cubicBezTo>
                    <a:pt x="5791" y="73118"/>
                    <a:pt x="81" y="78891"/>
                    <a:pt x="81" y="85997"/>
                  </a:cubicBezTo>
                  <a:cubicBezTo>
                    <a:pt x="81" y="96211"/>
                    <a:pt x="11502" y="100652"/>
                    <a:pt x="21553" y="100652"/>
                  </a:cubicBezTo>
                  <a:cubicBezTo>
                    <a:pt x="36630" y="100652"/>
                    <a:pt x="44853" y="85109"/>
                    <a:pt x="45539" y="83776"/>
                  </a:cubicBezTo>
                  <a:cubicBezTo>
                    <a:pt x="48280" y="91992"/>
                    <a:pt x="56503" y="100652"/>
                    <a:pt x="70209" y="100652"/>
                  </a:cubicBezTo>
                  <a:cubicBezTo>
                    <a:pt x="93738" y="100652"/>
                    <a:pt x="106758" y="72008"/>
                    <a:pt x="106758" y="66456"/>
                  </a:cubicBezTo>
                  <a:cubicBezTo>
                    <a:pt x="106758" y="64236"/>
                    <a:pt x="104702" y="64236"/>
                    <a:pt x="104017" y="64236"/>
                  </a:cubicBezTo>
                  <a:cubicBezTo>
                    <a:pt x="101961" y="64236"/>
                    <a:pt x="101504" y="65124"/>
                    <a:pt x="101047" y="66678"/>
                  </a:cubicBezTo>
                  <a:cubicBezTo>
                    <a:pt x="93509" y="90438"/>
                    <a:pt x="77976" y="95767"/>
                    <a:pt x="70666" y="95767"/>
                  </a:cubicBezTo>
                  <a:cubicBezTo>
                    <a:pt x="61757" y="95767"/>
                    <a:pt x="58102" y="88662"/>
                    <a:pt x="58102" y="81112"/>
                  </a:cubicBezTo>
                  <a:cubicBezTo>
                    <a:pt x="58102" y="76227"/>
                    <a:pt x="59473" y="71342"/>
                    <a:pt x="61986" y="61571"/>
                  </a:cubicBezTo>
                  <a:lnTo>
                    <a:pt x="69752" y="31150"/>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3" name="Freeform: Shape 432">
              <a:extLst>
                <a:ext uri="{FF2B5EF4-FFF2-40B4-BE49-F238E27FC236}">
                  <a16:creationId xmlns:a16="http://schemas.microsoft.com/office/drawing/2014/main" id="{CC7802E9-72A3-8E35-4887-69C7648B44EA}"/>
                </a:ext>
              </a:extLst>
            </p:cNvPr>
            <p:cNvSpPr/>
            <p:nvPr>
              <p:custDataLst>
                <p:tags r:id="rId189"/>
              </p:custDataLst>
            </p:nvPr>
          </p:nvSpPr>
          <p:spPr>
            <a:xfrm>
              <a:off x="3935918" y="4405757"/>
              <a:ext cx="48450" cy="104608"/>
            </a:xfrm>
            <a:custGeom>
              <a:avLst/>
              <a:gdLst>
                <a:gd name="connsiteX0" fmla="*/ 44379 w 48450"/>
                <a:gd name="connsiteY0" fmla="*/ 5971 h 104608"/>
                <a:gd name="connsiteX1" fmla="*/ 37983 w 48450"/>
                <a:gd name="connsiteY1" fmla="*/ 64 h 104608"/>
                <a:gd name="connsiteX2" fmla="*/ 29029 w 48450"/>
                <a:gd name="connsiteY2" fmla="*/ 8613 h 104608"/>
                <a:gd name="connsiteX3" fmla="*/ 35425 w 48450"/>
                <a:gd name="connsiteY3" fmla="*/ 14520 h 104608"/>
                <a:gd name="connsiteX4" fmla="*/ 44379 w 48450"/>
                <a:gd name="connsiteY4" fmla="*/ 5971 h 104608"/>
                <a:gd name="connsiteX5" fmla="*/ 11759 w 48450"/>
                <a:gd name="connsiteY5" fmla="*/ 84933 h 104608"/>
                <a:gd name="connsiteX6" fmla="*/ 10320 w 48450"/>
                <a:gd name="connsiteY6" fmla="*/ 91461 h 104608"/>
                <a:gd name="connsiteX7" fmla="*/ 25511 w 48450"/>
                <a:gd name="connsiteY7" fmla="*/ 104673 h 104608"/>
                <a:gd name="connsiteX8" fmla="*/ 48537 w 48450"/>
                <a:gd name="connsiteY8" fmla="*/ 80891 h 104608"/>
                <a:gd name="connsiteX9" fmla="*/ 45978 w 48450"/>
                <a:gd name="connsiteY9" fmla="*/ 78871 h 104608"/>
                <a:gd name="connsiteX10" fmla="*/ 42940 w 48450"/>
                <a:gd name="connsiteY10" fmla="*/ 81513 h 104608"/>
                <a:gd name="connsiteX11" fmla="*/ 25990 w 48450"/>
                <a:gd name="connsiteY11" fmla="*/ 100321 h 104608"/>
                <a:gd name="connsiteX12" fmla="*/ 21993 w 48450"/>
                <a:gd name="connsiteY12" fmla="*/ 94881 h 104608"/>
                <a:gd name="connsiteX13" fmla="*/ 24551 w 48450"/>
                <a:gd name="connsiteY13" fmla="*/ 84933 h 104608"/>
                <a:gd name="connsiteX14" fmla="*/ 29668 w 48450"/>
                <a:gd name="connsiteY14" fmla="*/ 72498 h 104608"/>
                <a:gd name="connsiteX15" fmla="*/ 37503 w 48450"/>
                <a:gd name="connsiteY15" fmla="*/ 52757 h 104608"/>
                <a:gd name="connsiteX16" fmla="*/ 38463 w 48450"/>
                <a:gd name="connsiteY16" fmla="*/ 47783 h 104608"/>
                <a:gd name="connsiteX17" fmla="*/ 23272 w 48450"/>
                <a:gd name="connsiteY17" fmla="*/ 34571 h 104608"/>
                <a:gd name="connsiteX18" fmla="*/ 86 w 48450"/>
                <a:gd name="connsiteY18" fmla="*/ 58353 h 104608"/>
                <a:gd name="connsiteX19" fmla="*/ 2805 w 48450"/>
                <a:gd name="connsiteY19" fmla="*/ 60374 h 104608"/>
                <a:gd name="connsiteX20" fmla="*/ 5683 w 48450"/>
                <a:gd name="connsiteY20" fmla="*/ 57887 h 104608"/>
                <a:gd name="connsiteX21" fmla="*/ 22792 w 48450"/>
                <a:gd name="connsiteY21" fmla="*/ 38923 h 104608"/>
                <a:gd name="connsiteX22" fmla="*/ 26790 w 48450"/>
                <a:gd name="connsiteY22" fmla="*/ 44364 h 104608"/>
                <a:gd name="connsiteX23" fmla="*/ 21833 w 48450"/>
                <a:gd name="connsiteY23" fmla="*/ 59907 h 104608"/>
                <a:gd name="connsiteX24" fmla="*/ 11759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79" y="5971"/>
                  </a:moveTo>
                  <a:cubicBezTo>
                    <a:pt x="44379" y="3484"/>
                    <a:pt x="42460" y="64"/>
                    <a:pt x="37983" y="64"/>
                  </a:cubicBezTo>
                  <a:cubicBezTo>
                    <a:pt x="33666" y="64"/>
                    <a:pt x="29029" y="4106"/>
                    <a:pt x="29029" y="8613"/>
                  </a:cubicBezTo>
                  <a:cubicBezTo>
                    <a:pt x="29029" y="11256"/>
                    <a:pt x="31107" y="14520"/>
                    <a:pt x="35425" y="14520"/>
                  </a:cubicBezTo>
                  <a:cubicBezTo>
                    <a:pt x="40062" y="14520"/>
                    <a:pt x="44379" y="10168"/>
                    <a:pt x="44379" y="5971"/>
                  </a:cubicBezTo>
                  <a:close/>
                  <a:moveTo>
                    <a:pt x="11759" y="84933"/>
                  </a:moveTo>
                  <a:cubicBezTo>
                    <a:pt x="11120" y="86953"/>
                    <a:pt x="10320" y="88819"/>
                    <a:pt x="10320" y="91461"/>
                  </a:cubicBezTo>
                  <a:cubicBezTo>
                    <a:pt x="10320" y="98767"/>
                    <a:pt x="16716" y="104673"/>
                    <a:pt x="25511" y="104673"/>
                  </a:cubicBezTo>
                  <a:cubicBezTo>
                    <a:pt x="41501" y="104673"/>
                    <a:pt x="48537" y="83223"/>
                    <a:pt x="48537" y="80891"/>
                  </a:cubicBezTo>
                  <a:cubicBezTo>
                    <a:pt x="48537" y="78871"/>
                    <a:pt x="46458" y="78871"/>
                    <a:pt x="45978" y="78871"/>
                  </a:cubicBezTo>
                  <a:cubicBezTo>
                    <a:pt x="43740" y="78871"/>
                    <a:pt x="43580" y="79803"/>
                    <a:pt x="42940" y="81513"/>
                  </a:cubicBezTo>
                  <a:cubicBezTo>
                    <a:pt x="39262" y="93948"/>
                    <a:pt x="32227" y="100321"/>
                    <a:pt x="25990" y="100321"/>
                  </a:cubicBezTo>
                  <a:cubicBezTo>
                    <a:pt x="22792" y="100321"/>
                    <a:pt x="21993" y="98300"/>
                    <a:pt x="21993" y="94881"/>
                  </a:cubicBezTo>
                  <a:cubicBezTo>
                    <a:pt x="21993" y="91306"/>
                    <a:pt x="23112" y="88352"/>
                    <a:pt x="24551" y="84933"/>
                  </a:cubicBezTo>
                  <a:cubicBezTo>
                    <a:pt x="26150" y="80736"/>
                    <a:pt x="27909" y="76539"/>
                    <a:pt x="29668" y="72498"/>
                  </a:cubicBezTo>
                  <a:cubicBezTo>
                    <a:pt x="31107" y="68767"/>
                    <a:pt x="36864" y="54622"/>
                    <a:pt x="37503" y="52757"/>
                  </a:cubicBezTo>
                  <a:cubicBezTo>
                    <a:pt x="37983" y="51203"/>
                    <a:pt x="38463" y="49338"/>
                    <a:pt x="38463" y="47783"/>
                  </a:cubicBezTo>
                  <a:cubicBezTo>
                    <a:pt x="38463" y="40478"/>
                    <a:pt x="32067" y="34571"/>
                    <a:pt x="23272" y="34571"/>
                  </a:cubicBezTo>
                  <a:cubicBezTo>
                    <a:pt x="7442" y="34571"/>
                    <a:pt x="86" y="55711"/>
                    <a:pt x="86" y="58353"/>
                  </a:cubicBezTo>
                  <a:cubicBezTo>
                    <a:pt x="86" y="60374"/>
                    <a:pt x="2325" y="60374"/>
                    <a:pt x="2805" y="60374"/>
                  </a:cubicBezTo>
                  <a:cubicBezTo>
                    <a:pt x="5043" y="60374"/>
                    <a:pt x="5203" y="59596"/>
                    <a:pt x="5683" y="57887"/>
                  </a:cubicBezTo>
                  <a:cubicBezTo>
                    <a:pt x="9840" y="44519"/>
                    <a:pt x="16876" y="38923"/>
                    <a:pt x="22792" y="38923"/>
                  </a:cubicBezTo>
                  <a:cubicBezTo>
                    <a:pt x="25351" y="38923"/>
                    <a:pt x="26790" y="40167"/>
                    <a:pt x="26790" y="44364"/>
                  </a:cubicBezTo>
                  <a:cubicBezTo>
                    <a:pt x="26790" y="47939"/>
                    <a:pt x="25831" y="50270"/>
                    <a:pt x="21833" y="59907"/>
                  </a:cubicBezTo>
                  <a:lnTo>
                    <a:pt x="11759"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4" name="Freeform: Shape 433">
              <a:extLst>
                <a:ext uri="{FF2B5EF4-FFF2-40B4-BE49-F238E27FC236}">
                  <a16:creationId xmlns:a16="http://schemas.microsoft.com/office/drawing/2014/main" id="{F5211083-F595-1DFC-759F-E877000E2212}"/>
                </a:ext>
              </a:extLst>
            </p:cNvPr>
            <p:cNvSpPr/>
            <p:nvPr>
              <p:custDataLst>
                <p:tags r:id="rId190"/>
              </p:custDataLst>
            </p:nvPr>
          </p:nvSpPr>
          <p:spPr>
            <a:xfrm>
              <a:off x="4024099" y="4451966"/>
              <a:ext cx="26726" cy="66393"/>
            </a:xfrm>
            <a:custGeom>
              <a:avLst/>
              <a:gdLst>
                <a:gd name="connsiteX0" fmla="*/ 26816 w 26726"/>
                <a:gd name="connsiteY0" fmla="*/ 23378 h 66393"/>
                <a:gd name="connsiteX1" fmla="*/ 12196 w 26726"/>
                <a:gd name="connsiteY1" fmla="*/ 63 h 66393"/>
                <a:gd name="connsiteX2" fmla="*/ 90 w 26726"/>
                <a:gd name="connsiteY2" fmla="*/ 11832 h 66393"/>
                <a:gd name="connsiteX3" fmla="*/ 12196 w 26726"/>
                <a:gd name="connsiteY3" fmla="*/ 23600 h 66393"/>
                <a:gd name="connsiteX4" fmla="*/ 20192 w 26726"/>
                <a:gd name="connsiteY4" fmla="*/ 20714 h 66393"/>
                <a:gd name="connsiteX5" fmla="*/ 21334 w 26726"/>
                <a:gd name="connsiteY5" fmla="*/ 20047 h 66393"/>
                <a:gd name="connsiteX6" fmla="*/ 21791 w 26726"/>
                <a:gd name="connsiteY6" fmla="*/ 23378 h 66393"/>
                <a:gd name="connsiteX7" fmla="*/ 6257 w 26726"/>
                <a:gd name="connsiteY7" fmla="*/ 60461 h 66393"/>
                <a:gd name="connsiteX8" fmla="*/ 3745 w 26726"/>
                <a:gd name="connsiteY8" fmla="*/ 64014 h 66393"/>
                <a:gd name="connsiteX9" fmla="*/ 6029 w 26726"/>
                <a:gd name="connsiteY9" fmla="*/ 66456 h 66393"/>
                <a:gd name="connsiteX10" fmla="*/ 26816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16" y="23378"/>
                  </a:moveTo>
                  <a:cubicBezTo>
                    <a:pt x="26816" y="8723"/>
                    <a:pt x="21105" y="63"/>
                    <a:pt x="12196" y="63"/>
                  </a:cubicBezTo>
                  <a:cubicBezTo>
                    <a:pt x="4658" y="63"/>
                    <a:pt x="90" y="5614"/>
                    <a:pt x="90" y="11832"/>
                  </a:cubicBezTo>
                  <a:cubicBezTo>
                    <a:pt x="90" y="17827"/>
                    <a:pt x="4658" y="23600"/>
                    <a:pt x="12196" y="23600"/>
                  </a:cubicBezTo>
                  <a:cubicBezTo>
                    <a:pt x="14938" y="23600"/>
                    <a:pt x="17907" y="22712"/>
                    <a:pt x="20192" y="20714"/>
                  </a:cubicBezTo>
                  <a:cubicBezTo>
                    <a:pt x="20877" y="20270"/>
                    <a:pt x="21105" y="20047"/>
                    <a:pt x="21334" y="20047"/>
                  </a:cubicBezTo>
                  <a:cubicBezTo>
                    <a:pt x="21562" y="20047"/>
                    <a:pt x="21791" y="20270"/>
                    <a:pt x="21791" y="23378"/>
                  </a:cubicBezTo>
                  <a:cubicBezTo>
                    <a:pt x="21791" y="39810"/>
                    <a:pt x="13796" y="53133"/>
                    <a:pt x="6257" y="60461"/>
                  </a:cubicBezTo>
                  <a:cubicBezTo>
                    <a:pt x="3745" y="62904"/>
                    <a:pt x="3745" y="63348"/>
                    <a:pt x="3745" y="64014"/>
                  </a:cubicBezTo>
                  <a:cubicBezTo>
                    <a:pt x="3745" y="65568"/>
                    <a:pt x="4887" y="66456"/>
                    <a:pt x="6029" y="66456"/>
                  </a:cubicBezTo>
                  <a:cubicBezTo>
                    <a:pt x="8542" y="66456"/>
                    <a:pt x="26816" y="49358"/>
                    <a:pt x="26816"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5" name="Freeform: Shape 434">
              <a:extLst>
                <a:ext uri="{FF2B5EF4-FFF2-40B4-BE49-F238E27FC236}">
                  <a16:creationId xmlns:a16="http://schemas.microsoft.com/office/drawing/2014/main" id="{6649C93D-275F-CE61-F560-C87DD613AA3E}"/>
                </a:ext>
              </a:extLst>
            </p:cNvPr>
            <p:cNvSpPr/>
            <p:nvPr>
              <p:custDataLst>
                <p:tags r:id="rId191"/>
              </p:custDataLst>
            </p:nvPr>
          </p:nvSpPr>
          <p:spPr>
            <a:xfrm>
              <a:off x="4112603" y="4377357"/>
              <a:ext cx="105307" cy="143667"/>
            </a:xfrm>
            <a:custGeom>
              <a:avLst/>
              <a:gdLst>
                <a:gd name="connsiteX0" fmla="*/ 104487 w 105307"/>
                <a:gd name="connsiteY0" fmla="*/ 13608 h 143667"/>
                <a:gd name="connsiteX1" fmla="*/ 105401 w 105307"/>
                <a:gd name="connsiteY1" fmla="*/ 8501 h 143667"/>
                <a:gd name="connsiteX2" fmla="*/ 98777 w 105307"/>
                <a:gd name="connsiteY2" fmla="*/ 2505 h 143667"/>
                <a:gd name="connsiteX3" fmla="*/ 90782 w 105307"/>
                <a:gd name="connsiteY3" fmla="*/ 7168 h 143667"/>
                <a:gd name="connsiteX4" fmla="*/ 87583 w 105307"/>
                <a:gd name="connsiteY4" fmla="*/ 19159 h 143667"/>
                <a:gd name="connsiteX5" fmla="*/ 83015 w 105307"/>
                <a:gd name="connsiteY5" fmla="*/ 36923 h 143667"/>
                <a:gd name="connsiteX6" fmla="*/ 72735 w 105307"/>
                <a:gd name="connsiteY6" fmla="*/ 76893 h 143667"/>
                <a:gd name="connsiteX7" fmla="*/ 46923 w 105307"/>
                <a:gd name="connsiteY7" fmla="*/ 95767 h 143667"/>
                <a:gd name="connsiteX8" fmla="*/ 32760 w 105307"/>
                <a:gd name="connsiteY8" fmla="*/ 77781 h 143667"/>
                <a:gd name="connsiteX9" fmla="*/ 44410 w 105307"/>
                <a:gd name="connsiteY9" fmla="*/ 34259 h 143667"/>
                <a:gd name="connsiteX10" fmla="*/ 48978 w 105307"/>
                <a:gd name="connsiteY10" fmla="*/ 18271 h 143667"/>
                <a:gd name="connsiteX11" fmla="*/ 30247 w 105307"/>
                <a:gd name="connsiteY11" fmla="*/ 63 h 143667"/>
                <a:gd name="connsiteX12" fmla="*/ 94 w 105307"/>
                <a:gd name="connsiteY12" fmla="*/ 34259 h 143667"/>
                <a:gd name="connsiteX13" fmla="*/ 2835 w 105307"/>
                <a:gd name="connsiteY13" fmla="*/ 36479 h 143667"/>
                <a:gd name="connsiteX14" fmla="*/ 6490 w 105307"/>
                <a:gd name="connsiteY14" fmla="*/ 32482 h 143667"/>
                <a:gd name="connsiteX15" fmla="*/ 29562 w 105307"/>
                <a:gd name="connsiteY15" fmla="*/ 4948 h 143667"/>
                <a:gd name="connsiteX16" fmla="*/ 35273 w 105307"/>
                <a:gd name="connsiteY16" fmla="*/ 12054 h 143667"/>
                <a:gd name="connsiteX17" fmla="*/ 31389 w 105307"/>
                <a:gd name="connsiteY17" fmla="*/ 27597 h 143667"/>
                <a:gd name="connsiteX18" fmla="*/ 18140 w 105307"/>
                <a:gd name="connsiteY18" fmla="*/ 74228 h 143667"/>
                <a:gd name="connsiteX19" fmla="*/ 46009 w 105307"/>
                <a:gd name="connsiteY19" fmla="*/ 100652 h 143667"/>
                <a:gd name="connsiteX20" fmla="*/ 69080 w 105307"/>
                <a:gd name="connsiteY20" fmla="*/ 90660 h 143667"/>
                <a:gd name="connsiteX21" fmla="*/ 54232 w 105307"/>
                <a:gd name="connsiteY21" fmla="*/ 124856 h 143667"/>
                <a:gd name="connsiteX22" fmla="*/ 29105 w 105307"/>
                <a:gd name="connsiteY22" fmla="*/ 138845 h 143667"/>
                <a:gd name="connsiteX23" fmla="*/ 11744 w 105307"/>
                <a:gd name="connsiteY23" fmla="*/ 129519 h 143667"/>
                <a:gd name="connsiteX24" fmla="*/ 21567 w 105307"/>
                <a:gd name="connsiteY24" fmla="*/ 126855 h 143667"/>
                <a:gd name="connsiteX25" fmla="*/ 26135 w 105307"/>
                <a:gd name="connsiteY25" fmla="*/ 117750 h 143667"/>
                <a:gd name="connsiteX26" fmla="*/ 17683 w 105307"/>
                <a:gd name="connsiteY26" fmla="*/ 109979 h 143667"/>
                <a:gd name="connsiteX27" fmla="*/ 4891 w 105307"/>
                <a:gd name="connsiteY27" fmla="*/ 124412 h 143667"/>
                <a:gd name="connsiteX28" fmla="*/ 29105 w 105307"/>
                <a:gd name="connsiteY28" fmla="*/ 143731 h 143667"/>
                <a:gd name="connsiteX29" fmla="*/ 82558 w 105307"/>
                <a:gd name="connsiteY29" fmla="*/ 98432 h 143667"/>
                <a:gd name="connsiteX30" fmla="*/ 104487 w 105307"/>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307" h="143667">
                  <a:moveTo>
                    <a:pt x="104487" y="13608"/>
                  </a:moveTo>
                  <a:cubicBezTo>
                    <a:pt x="105401" y="10499"/>
                    <a:pt x="105401" y="10055"/>
                    <a:pt x="105401" y="8501"/>
                  </a:cubicBezTo>
                  <a:cubicBezTo>
                    <a:pt x="105401" y="4504"/>
                    <a:pt x="102203" y="2505"/>
                    <a:pt x="98777" y="2505"/>
                  </a:cubicBezTo>
                  <a:cubicBezTo>
                    <a:pt x="96492" y="2505"/>
                    <a:pt x="92837" y="3838"/>
                    <a:pt x="90782" y="7168"/>
                  </a:cubicBezTo>
                  <a:cubicBezTo>
                    <a:pt x="90325" y="8279"/>
                    <a:pt x="88497" y="15162"/>
                    <a:pt x="87583" y="19159"/>
                  </a:cubicBezTo>
                  <a:cubicBezTo>
                    <a:pt x="85984" y="24933"/>
                    <a:pt x="84385" y="30928"/>
                    <a:pt x="83015" y="36923"/>
                  </a:cubicBezTo>
                  <a:lnTo>
                    <a:pt x="72735" y="76893"/>
                  </a:lnTo>
                  <a:cubicBezTo>
                    <a:pt x="71822" y="80224"/>
                    <a:pt x="61999" y="95767"/>
                    <a:pt x="46923" y="95767"/>
                  </a:cubicBezTo>
                  <a:cubicBezTo>
                    <a:pt x="35273" y="95767"/>
                    <a:pt x="32760" y="85997"/>
                    <a:pt x="32760" y="77781"/>
                  </a:cubicBezTo>
                  <a:cubicBezTo>
                    <a:pt x="32760" y="67567"/>
                    <a:pt x="36643" y="53799"/>
                    <a:pt x="44410" y="34259"/>
                  </a:cubicBezTo>
                  <a:cubicBezTo>
                    <a:pt x="48065" y="25155"/>
                    <a:pt x="48978" y="22712"/>
                    <a:pt x="48978" y="18271"/>
                  </a:cubicBezTo>
                  <a:cubicBezTo>
                    <a:pt x="48978" y="8279"/>
                    <a:pt x="41669" y="63"/>
                    <a:pt x="30247" y="63"/>
                  </a:cubicBezTo>
                  <a:cubicBezTo>
                    <a:pt x="8546" y="63"/>
                    <a:pt x="94" y="32260"/>
                    <a:pt x="94" y="34259"/>
                  </a:cubicBezTo>
                  <a:cubicBezTo>
                    <a:pt x="94" y="36479"/>
                    <a:pt x="2378" y="36479"/>
                    <a:pt x="2835" y="36479"/>
                  </a:cubicBezTo>
                  <a:cubicBezTo>
                    <a:pt x="5120" y="36479"/>
                    <a:pt x="5348" y="36035"/>
                    <a:pt x="6490" y="32482"/>
                  </a:cubicBezTo>
                  <a:cubicBezTo>
                    <a:pt x="12658" y="11609"/>
                    <a:pt x="21795" y="4948"/>
                    <a:pt x="29562" y="4948"/>
                  </a:cubicBezTo>
                  <a:cubicBezTo>
                    <a:pt x="31389" y="4948"/>
                    <a:pt x="35273" y="4948"/>
                    <a:pt x="35273" y="12054"/>
                  </a:cubicBezTo>
                  <a:cubicBezTo>
                    <a:pt x="35273" y="17605"/>
                    <a:pt x="32988" y="23378"/>
                    <a:pt x="31389" y="27597"/>
                  </a:cubicBezTo>
                  <a:cubicBezTo>
                    <a:pt x="22252" y="51135"/>
                    <a:pt x="18140" y="63792"/>
                    <a:pt x="18140" y="74228"/>
                  </a:cubicBezTo>
                  <a:cubicBezTo>
                    <a:pt x="18140" y="93991"/>
                    <a:pt x="32531" y="100652"/>
                    <a:pt x="46009" y="100652"/>
                  </a:cubicBezTo>
                  <a:cubicBezTo>
                    <a:pt x="54918" y="100652"/>
                    <a:pt x="62684" y="96878"/>
                    <a:pt x="69080" y="90660"/>
                  </a:cubicBezTo>
                  <a:cubicBezTo>
                    <a:pt x="66111" y="102207"/>
                    <a:pt x="63370" y="113087"/>
                    <a:pt x="54232" y="124856"/>
                  </a:cubicBezTo>
                  <a:cubicBezTo>
                    <a:pt x="48293" y="132406"/>
                    <a:pt x="39613" y="138845"/>
                    <a:pt x="29105" y="138845"/>
                  </a:cubicBezTo>
                  <a:cubicBezTo>
                    <a:pt x="25907" y="138845"/>
                    <a:pt x="15627" y="138179"/>
                    <a:pt x="11744" y="129519"/>
                  </a:cubicBezTo>
                  <a:cubicBezTo>
                    <a:pt x="15399" y="129519"/>
                    <a:pt x="18369" y="129519"/>
                    <a:pt x="21567" y="126855"/>
                  </a:cubicBezTo>
                  <a:cubicBezTo>
                    <a:pt x="23851" y="124856"/>
                    <a:pt x="26135" y="121969"/>
                    <a:pt x="26135" y="117750"/>
                  </a:cubicBezTo>
                  <a:cubicBezTo>
                    <a:pt x="26135" y="110867"/>
                    <a:pt x="19968" y="109979"/>
                    <a:pt x="17683" y="109979"/>
                  </a:cubicBezTo>
                  <a:cubicBezTo>
                    <a:pt x="12429" y="109979"/>
                    <a:pt x="4891" y="113531"/>
                    <a:pt x="4891" y="124412"/>
                  </a:cubicBezTo>
                  <a:cubicBezTo>
                    <a:pt x="4891" y="135515"/>
                    <a:pt x="14942" y="143731"/>
                    <a:pt x="29105" y="143731"/>
                  </a:cubicBezTo>
                  <a:cubicBezTo>
                    <a:pt x="52633" y="143731"/>
                    <a:pt x="76162" y="123524"/>
                    <a:pt x="82558" y="98432"/>
                  </a:cubicBezTo>
                  <a:lnTo>
                    <a:pt x="104487" y="1360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6" name="Freeform: Shape 435">
              <a:extLst>
                <a:ext uri="{FF2B5EF4-FFF2-40B4-BE49-F238E27FC236}">
                  <a16:creationId xmlns:a16="http://schemas.microsoft.com/office/drawing/2014/main" id="{95BC5A08-9249-5987-EE8B-FCF9716C1592}"/>
                </a:ext>
              </a:extLst>
            </p:cNvPr>
            <p:cNvSpPr/>
            <p:nvPr>
              <p:custDataLst>
                <p:tags r:id="rId192"/>
              </p:custDataLst>
            </p:nvPr>
          </p:nvSpPr>
          <p:spPr>
            <a:xfrm>
              <a:off x="4225490" y="4405757"/>
              <a:ext cx="48450" cy="104608"/>
            </a:xfrm>
            <a:custGeom>
              <a:avLst/>
              <a:gdLst>
                <a:gd name="connsiteX0" fmla="*/ 44392 w 48450"/>
                <a:gd name="connsiteY0" fmla="*/ 5971 h 104608"/>
                <a:gd name="connsiteX1" fmla="*/ 37996 w 48450"/>
                <a:gd name="connsiteY1" fmla="*/ 64 h 104608"/>
                <a:gd name="connsiteX2" fmla="*/ 29041 w 48450"/>
                <a:gd name="connsiteY2" fmla="*/ 8613 h 104608"/>
                <a:gd name="connsiteX3" fmla="*/ 35437 w 48450"/>
                <a:gd name="connsiteY3" fmla="*/ 14520 h 104608"/>
                <a:gd name="connsiteX4" fmla="*/ 44392 w 48450"/>
                <a:gd name="connsiteY4" fmla="*/ 5971 h 104608"/>
                <a:gd name="connsiteX5" fmla="*/ 11772 w 48450"/>
                <a:gd name="connsiteY5" fmla="*/ 84933 h 104608"/>
                <a:gd name="connsiteX6" fmla="*/ 10333 w 48450"/>
                <a:gd name="connsiteY6" fmla="*/ 91461 h 104608"/>
                <a:gd name="connsiteX7" fmla="*/ 25523 w 48450"/>
                <a:gd name="connsiteY7" fmla="*/ 104673 h 104608"/>
                <a:gd name="connsiteX8" fmla="*/ 48549 w 48450"/>
                <a:gd name="connsiteY8" fmla="*/ 80891 h 104608"/>
                <a:gd name="connsiteX9" fmla="*/ 45991 w 48450"/>
                <a:gd name="connsiteY9" fmla="*/ 78871 h 104608"/>
                <a:gd name="connsiteX10" fmla="*/ 42953 w 48450"/>
                <a:gd name="connsiteY10" fmla="*/ 81513 h 104608"/>
                <a:gd name="connsiteX11" fmla="*/ 26003 w 48450"/>
                <a:gd name="connsiteY11" fmla="*/ 100321 h 104608"/>
                <a:gd name="connsiteX12" fmla="*/ 22006 w 48450"/>
                <a:gd name="connsiteY12" fmla="*/ 94881 h 104608"/>
                <a:gd name="connsiteX13" fmla="*/ 24564 w 48450"/>
                <a:gd name="connsiteY13" fmla="*/ 84933 h 104608"/>
                <a:gd name="connsiteX14" fmla="*/ 29681 w 48450"/>
                <a:gd name="connsiteY14" fmla="*/ 72498 h 104608"/>
                <a:gd name="connsiteX15" fmla="*/ 37516 w 48450"/>
                <a:gd name="connsiteY15" fmla="*/ 52757 h 104608"/>
                <a:gd name="connsiteX16" fmla="*/ 38475 w 48450"/>
                <a:gd name="connsiteY16" fmla="*/ 47783 h 104608"/>
                <a:gd name="connsiteX17" fmla="*/ 23285 w 48450"/>
                <a:gd name="connsiteY17" fmla="*/ 34571 h 104608"/>
                <a:gd name="connsiteX18" fmla="*/ 99 w 48450"/>
                <a:gd name="connsiteY18" fmla="*/ 58353 h 104608"/>
                <a:gd name="connsiteX19" fmla="*/ 2817 w 48450"/>
                <a:gd name="connsiteY19" fmla="*/ 60374 h 104608"/>
                <a:gd name="connsiteX20" fmla="*/ 5696 w 48450"/>
                <a:gd name="connsiteY20" fmla="*/ 57887 h 104608"/>
                <a:gd name="connsiteX21" fmla="*/ 22805 w 48450"/>
                <a:gd name="connsiteY21" fmla="*/ 38923 h 104608"/>
                <a:gd name="connsiteX22" fmla="*/ 26803 w 48450"/>
                <a:gd name="connsiteY22" fmla="*/ 44364 h 104608"/>
                <a:gd name="connsiteX23" fmla="*/ 21846 w 48450"/>
                <a:gd name="connsiteY23" fmla="*/ 59907 h 104608"/>
                <a:gd name="connsiteX24" fmla="*/ 11772 w 48450"/>
                <a:gd name="connsiteY24" fmla="*/ 84933 h 10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50" h="104608">
                  <a:moveTo>
                    <a:pt x="44392" y="5971"/>
                  </a:moveTo>
                  <a:cubicBezTo>
                    <a:pt x="44392" y="3484"/>
                    <a:pt x="42473" y="64"/>
                    <a:pt x="37996" y="64"/>
                  </a:cubicBezTo>
                  <a:cubicBezTo>
                    <a:pt x="33678" y="64"/>
                    <a:pt x="29041" y="4106"/>
                    <a:pt x="29041" y="8613"/>
                  </a:cubicBezTo>
                  <a:cubicBezTo>
                    <a:pt x="29041" y="11256"/>
                    <a:pt x="31120" y="14520"/>
                    <a:pt x="35437" y="14520"/>
                  </a:cubicBezTo>
                  <a:cubicBezTo>
                    <a:pt x="40075" y="14520"/>
                    <a:pt x="44392" y="10168"/>
                    <a:pt x="44392" y="5971"/>
                  </a:cubicBezTo>
                  <a:close/>
                  <a:moveTo>
                    <a:pt x="11772" y="84933"/>
                  </a:moveTo>
                  <a:cubicBezTo>
                    <a:pt x="11132" y="86953"/>
                    <a:pt x="10333" y="88819"/>
                    <a:pt x="10333" y="91461"/>
                  </a:cubicBezTo>
                  <a:cubicBezTo>
                    <a:pt x="10333" y="98767"/>
                    <a:pt x="16729" y="104673"/>
                    <a:pt x="25523" y="104673"/>
                  </a:cubicBezTo>
                  <a:cubicBezTo>
                    <a:pt x="41514" y="104673"/>
                    <a:pt x="48549" y="83223"/>
                    <a:pt x="48549" y="80891"/>
                  </a:cubicBezTo>
                  <a:cubicBezTo>
                    <a:pt x="48549" y="78871"/>
                    <a:pt x="46471" y="78871"/>
                    <a:pt x="45991" y="78871"/>
                  </a:cubicBezTo>
                  <a:cubicBezTo>
                    <a:pt x="43752" y="78871"/>
                    <a:pt x="43592" y="79803"/>
                    <a:pt x="42953" y="81513"/>
                  </a:cubicBezTo>
                  <a:cubicBezTo>
                    <a:pt x="39275" y="93948"/>
                    <a:pt x="32239" y="100321"/>
                    <a:pt x="26003" y="100321"/>
                  </a:cubicBezTo>
                  <a:cubicBezTo>
                    <a:pt x="22805" y="100321"/>
                    <a:pt x="22006" y="98300"/>
                    <a:pt x="22006" y="94881"/>
                  </a:cubicBezTo>
                  <a:cubicBezTo>
                    <a:pt x="22006" y="91306"/>
                    <a:pt x="23125" y="88352"/>
                    <a:pt x="24564" y="84933"/>
                  </a:cubicBezTo>
                  <a:cubicBezTo>
                    <a:pt x="26163" y="80736"/>
                    <a:pt x="27922" y="76539"/>
                    <a:pt x="29681" y="72498"/>
                  </a:cubicBezTo>
                  <a:cubicBezTo>
                    <a:pt x="31120" y="68767"/>
                    <a:pt x="36876" y="54622"/>
                    <a:pt x="37516" y="52757"/>
                  </a:cubicBezTo>
                  <a:cubicBezTo>
                    <a:pt x="37996" y="51203"/>
                    <a:pt x="38475" y="49338"/>
                    <a:pt x="38475" y="47783"/>
                  </a:cubicBezTo>
                  <a:cubicBezTo>
                    <a:pt x="38475" y="40478"/>
                    <a:pt x="32079" y="34571"/>
                    <a:pt x="23285" y="34571"/>
                  </a:cubicBezTo>
                  <a:cubicBezTo>
                    <a:pt x="7454" y="34571"/>
                    <a:pt x="99" y="55711"/>
                    <a:pt x="99" y="58353"/>
                  </a:cubicBezTo>
                  <a:cubicBezTo>
                    <a:pt x="99" y="60374"/>
                    <a:pt x="2338" y="60374"/>
                    <a:pt x="2817" y="60374"/>
                  </a:cubicBezTo>
                  <a:cubicBezTo>
                    <a:pt x="5056" y="60374"/>
                    <a:pt x="5216" y="59596"/>
                    <a:pt x="5696" y="57887"/>
                  </a:cubicBezTo>
                  <a:cubicBezTo>
                    <a:pt x="9853" y="44519"/>
                    <a:pt x="16889" y="38923"/>
                    <a:pt x="22805" y="38923"/>
                  </a:cubicBezTo>
                  <a:cubicBezTo>
                    <a:pt x="25363" y="38923"/>
                    <a:pt x="26803" y="40167"/>
                    <a:pt x="26803" y="44364"/>
                  </a:cubicBezTo>
                  <a:cubicBezTo>
                    <a:pt x="26803" y="47939"/>
                    <a:pt x="25843" y="50270"/>
                    <a:pt x="21846" y="59907"/>
                  </a:cubicBezTo>
                  <a:lnTo>
                    <a:pt x="11772" y="8493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7" name="Freeform: Shape 436">
              <a:extLst>
                <a:ext uri="{FF2B5EF4-FFF2-40B4-BE49-F238E27FC236}">
                  <a16:creationId xmlns:a16="http://schemas.microsoft.com/office/drawing/2014/main" id="{CD8F4852-23BE-041D-31C4-E1D246DDA5AD}"/>
                </a:ext>
              </a:extLst>
            </p:cNvPr>
            <p:cNvSpPr/>
            <p:nvPr>
              <p:custDataLst>
                <p:tags r:id="rId193"/>
              </p:custDataLst>
            </p:nvPr>
          </p:nvSpPr>
          <p:spPr>
            <a:xfrm>
              <a:off x="4307047" y="4308965"/>
              <a:ext cx="52996" cy="222052"/>
            </a:xfrm>
            <a:custGeom>
              <a:avLst/>
              <a:gdLst>
                <a:gd name="connsiteX0" fmla="*/ 53098 w 52996"/>
                <a:gd name="connsiteY0" fmla="*/ 111089 h 222052"/>
                <a:gd name="connsiteX1" fmla="*/ 38022 w 52996"/>
                <a:gd name="connsiteY1" fmla="*/ 41809 h 222052"/>
                <a:gd name="connsiteX2" fmla="*/ 2387 w 52996"/>
                <a:gd name="connsiteY2" fmla="*/ 63 h 222052"/>
                <a:gd name="connsiteX3" fmla="*/ 102 w 52996"/>
                <a:gd name="connsiteY3" fmla="*/ 2283 h 222052"/>
                <a:gd name="connsiteX4" fmla="*/ 4442 w 52996"/>
                <a:gd name="connsiteY4" fmla="*/ 7390 h 222052"/>
                <a:gd name="connsiteX5" fmla="*/ 39849 w 52996"/>
                <a:gd name="connsiteY5" fmla="*/ 111089 h 222052"/>
                <a:gd name="connsiteX6" fmla="*/ 3072 w 52996"/>
                <a:gd name="connsiteY6" fmla="*/ 216120 h 222052"/>
                <a:gd name="connsiteX7" fmla="*/ 102 w 52996"/>
                <a:gd name="connsiteY7" fmla="*/ 219895 h 222052"/>
                <a:gd name="connsiteX8" fmla="*/ 2387 w 52996"/>
                <a:gd name="connsiteY8" fmla="*/ 222115 h 222052"/>
                <a:gd name="connsiteX9" fmla="*/ 38707 w 52996"/>
                <a:gd name="connsiteY9" fmla="*/ 178815 h 222052"/>
                <a:gd name="connsiteX10" fmla="*/ 53098 w 52996"/>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96" h="222052">
                  <a:moveTo>
                    <a:pt x="53098" y="111089"/>
                  </a:moveTo>
                  <a:cubicBezTo>
                    <a:pt x="53098" y="93769"/>
                    <a:pt x="50586" y="66901"/>
                    <a:pt x="38022" y="41809"/>
                  </a:cubicBezTo>
                  <a:cubicBezTo>
                    <a:pt x="24316" y="14496"/>
                    <a:pt x="4671" y="63"/>
                    <a:pt x="2387" y="63"/>
                  </a:cubicBezTo>
                  <a:cubicBezTo>
                    <a:pt x="1016" y="63"/>
                    <a:pt x="102" y="951"/>
                    <a:pt x="102" y="2283"/>
                  </a:cubicBezTo>
                  <a:cubicBezTo>
                    <a:pt x="102" y="2949"/>
                    <a:pt x="102" y="3394"/>
                    <a:pt x="4442" y="7390"/>
                  </a:cubicBezTo>
                  <a:cubicBezTo>
                    <a:pt x="26829" y="29374"/>
                    <a:pt x="39849" y="64680"/>
                    <a:pt x="39849" y="111089"/>
                  </a:cubicBezTo>
                  <a:cubicBezTo>
                    <a:pt x="39849" y="149060"/>
                    <a:pt x="31397" y="188141"/>
                    <a:pt x="3072" y="216120"/>
                  </a:cubicBezTo>
                  <a:cubicBezTo>
                    <a:pt x="102" y="218784"/>
                    <a:pt x="102" y="219228"/>
                    <a:pt x="102" y="219895"/>
                  </a:cubicBezTo>
                  <a:cubicBezTo>
                    <a:pt x="102" y="221227"/>
                    <a:pt x="1016" y="222115"/>
                    <a:pt x="2387" y="222115"/>
                  </a:cubicBezTo>
                  <a:cubicBezTo>
                    <a:pt x="4671" y="222115"/>
                    <a:pt x="25230" y="207016"/>
                    <a:pt x="38707" y="178815"/>
                  </a:cubicBezTo>
                  <a:cubicBezTo>
                    <a:pt x="50357" y="154389"/>
                    <a:pt x="53098" y="129741"/>
                    <a:pt x="53098" y="11108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8" name="Freeform: Shape 437">
              <a:extLst>
                <a:ext uri="{FF2B5EF4-FFF2-40B4-BE49-F238E27FC236}">
                  <a16:creationId xmlns:a16="http://schemas.microsoft.com/office/drawing/2014/main" id="{89341BF6-5C23-A85E-E5D7-4A03E32AB3EE}"/>
                </a:ext>
              </a:extLst>
            </p:cNvPr>
            <p:cNvSpPr/>
            <p:nvPr>
              <p:custDataLst>
                <p:tags r:id="rId194"/>
              </p:custDataLst>
            </p:nvPr>
          </p:nvSpPr>
          <p:spPr>
            <a:xfrm>
              <a:off x="4465958" y="4379799"/>
              <a:ext cx="24213" cy="95704"/>
            </a:xfrm>
            <a:custGeom>
              <a:avLst/>
              <a:gdLst>
                <a:gd name="connsiteX0" fmla="*/ 24323 w 24213"/>
                <a:gd name="connsiteY0" fmla="*/ 11832 h 95704"/>
                <a:gd name="connsiteX1" fmla="*/ 12216 w 24213"/>
                <a:gd name="connsiteY1" fmla="*/ 63 h 95704"/>
                <a:gd name="connsiteX2" fmla="*/ 109 w 24213"/>
                <a:gd name="connsiteY2" fmla="*/ 11832 h 95704"/>
                <a:gd name="connsiteX3" fmla="*/ 12216 w 24213"/>
                <a:gd name="connsiteY3" fmla="*/ 23600 h 95704"/>
                <a:gd name="connsiteX4" fmla="*/ 24323 w 24213"/>
                <a:gd name="connsiteY4" fmla="*/ 11832 h 95704"/>
                <a:gd name="connsiteX5" fmla="*/ 24323 w 24213"/>
                <a:gd name="connsiteY5" fmla="*/ 83999 h 95704"/>
                <a:gd name="connsiteX6" fmla="*/ 12216 w 24213"/>
                <a:gd name="connsiteY6" fmla="*/ 72230 h 95704"/>
                <a:gd name="connsiteX7" fmla="*/ 109 w 24213"/>
                <a:gd name="connsiteY7" fmla="*/ 83999 h 95704"/>
                <a:gd name="connsiteX8" fmla="*/ 12216 w 24213"/>
                <a:gd name="connsiteY8" fmla="*/ 95767 h 95704"/>
                <a:gd name="connsiteX9" fmla="*/ 24323 w 24213"/>
                <a:gd name="connsiteY9" fmla="*/ 83999 h 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13" h="95704">
                  <a:moveTo>
                    <a:pt x="24323" y="11832"/>
                  </a:moveTo>
                  <a:cubicBezTo>
                    <a:pt x="24323" y="5392"/>
                    <a:pt x="18840" y="63"/>
                    <a:pt x="12216" y="63"/>
                  </a:cubicBezTo>
                  <a:cubicBezTo>
                    <a:pt x="5591" y="63"/>
                    <a:pt x="109" y="5392"/>
                    <a:pt x="109" y="11832"/>
                  </a:cubicBezTo>
                  <a:cubicBezTo>
                    <a:pt x="109" y="18271"/>
                    <a:pt x="5591" y="23600"/>
                    <a:pt x="12216" y="23600"/>
                  </a:cubicBezTo>
                  <a:cubicBezTo>
                    <a:pt x="18840" y="23600"/>
                    <a:pt x="24323" y="18271"/>
                    <a:pt x="24323" y="11832"/>
                  </a:cubicBezTo>
                  <a:close/>
                  <a:moveTo>
                    <a:pt x="24323" y="83999"/>
                  </a:moveTo>
                  <a:cubicBezTo>
                    <a:pt x="24323" y="77559"/>
                    <a:pt x="18840" y="72230"/>
                    <a:pt x="12216" y="72230"/>
                  </a:cubicBezTo>
                  <a:cubicBezTo>
                    <a:pt x="5591" y="72230"/>
                    <a:pt x="109" y="77559"/>
                    <a:pt x="109" y="83999"/>
                  </a:cubicBezTo>
                  <a:cubicBezTo>
                    <a:pt x="109" y="90438"/>
                    <a:pt x="5591" y="95767"/>
                    <a:pt x="12216" y="95767"/>
                  </a:cubicBezTo>
                  <a:cubicBezTo>
                    <a:pt x="18840" y="95767"/>
                    <a:pt x="24323" y="90438"/>
                    <a:pt x="24323" y="83999"/>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39" name="Freeform: Shape 438">
              <a:extLst>
                <a:ext uri="{FF2B5EF4-FFF2-40B4-BE49-F238E27FC236}">
                  <a16:creationId xmlns:a16="http://schemas.microsoft.com/office/drawing/2014/main" id="{9365712B-499D-8390-D532-DE42178533F0}"/>
                </a:ext>
              </a:extLst>
            </p:cNvPr>
            <p:cNvSpPr/>
            <p:nvPr>
              <p:custDataLst>
                <p:tags r:id="rId195"/>
              </p:custDataLst>
            </p:nvPr>
          </p:nvSpPr>
          <p:spPr>
            <a:xfrm>
              <a:off x="4579843" y="4328727"/>
              <a:ext cx="60306" cy="149219"/>
            </a:xfrm>
            <a:custGeom>
              <a:avLst/>
              <a:gdLst>
                <a:gd name="connsiteX0" fmla="*/ 58365 w 60306"/>
                <a:gd name="connsiteY0" fmla="*/ 8057 h 149219"/>
                <a:gd name="connsiteX1" fmla="*/ 49913 w 60306"/>
                <a:gd name="connsiteY1" fmla="*/ 63 h 149219"/>
                <a:gd name="connsiteX2" fmla="*/ 37577 w 60306"/>
                <a:gd name="connsiteY2" fmla="*/ 11832 h 149219"/>
                <a:gd name="connsiteX3" fmla="*/ 46258 w 60306"/>
                <a:gd name="connsiteY3" fmla="*/ 19825 h 149219"/>
                <a:gd name="connsiteX4" fmla="*/ 58365 w 60306"/>
                <a:gd name="connsiteY4" fmla="*/ 8057 h 149219"/>
                <a:gd name="connsiteX5" fmla="*/ 41004 w 60306"/>
                <a:gd name="connsiteY5" fmla="*/ 91548 h 149219"/>
                <a:gd name="connsiteX6" fmla="*/ 46029 w 60306"/>
                <a:gd name="connsiteY6" fmla="*/ 78669 h 149219"/>
                <a:gd name="connsiteX7" fmla="*/ 48999 w 60306"/>
                <a:gd name="connsiteY7" fmla="*/ 66901 h 149219"/>
                <a:gd name="connsiteX8" fmla="*/ 30267 w 60306"/>
                <a:gd name="connsiteY8" fmla="*/ 48692 h 149219"/>
                <a:gd name="connsiteX9" fmla="*/ 114 w 60306"/>
                <a:gd name="connsiteY9" fmla="*/ 82888 h 149219"/>
                <a:gd name="connsiteX10" fmla="*/ 2856 w 60306"/>
                <a:gd name="connsiteY10" fmla="*/ 85109 h 149219"/>
                <a:gd name="connsiteX11" fmla="*/ 6510 w 60306"/>
                <a:gd name="connsiteY11" fmla="*/ 81112 h 149219"/>
                <a:gd name="connsiteX12" fmla="*/ 29582 w 60306"/>
                <a:gd name="connsiteY12" fmla="*/ 53577 h 149219"/>
                <a:gd name="connsiteX13" fmla="*/ 35293 w 60306"/>
                <a:gd name="connsiteY13" fmla="*/ 60683 h 149219"/>
                <a:gd name="connsiteX14" fmla="*/ 32780 w 60306"/>
                <a:gd name="connsiteY14" fmla="*/ 72230 h 149219"/>
                <a:gd name="connsiteX15" fmla="*/ 17018 w 60306"/>
                <a:gd name="connsiteY15" fmla="*/ 113309 h 149219"/>
                <a:gd name="connsiteX16" fmla="*/ 11764 w 60306"/>
                <a:gd name="connsiteY16" fmla="*/ 131074 h 149219"/>
                <a:gd name="connsiteX17" fmla="*/ 30496 w 60306"/>
                <a:gd name="connsiteY17" fmla="*/ 149282 h 149219"/>
                <a:gd name="connsiteX18" fmla="*/ 60420 w 60306"/>
                <a:gd name="connsiteY18" fmla="*/ 115086 h 149219"/>
                <a:gd name="connsiteX19" fmla="*/ 57679 w 60306"/>
                <a:gd name="connsiteY19" fmla="*/ 112865 h 149219"/>
                <a:gd name="connsiteX20" fmla="*/ 54253 w 60306"/>
                <a:gd name="connsiteY20" fmla="*/ 116862 h 149219"/>
                <a:gd name="connsiteX21" fmla="*/ 30953 w 60306"/>
                <a:gd name="connsiteY21" fmla="*/ 144397 h 149219"/>
                <a:gd name="connsiteX22" fmla="*/ 25470 w 60306"/>
                <a:gd name="connsiteY22" fmla="*/ 137069 h 149219"/>
                <a:gd name="connsiteX23" fmla="*/ 32095 w 60306"/>
                <a:gd name="connsiteY23" fmla="*/ 114864 h 149219"/>
                <a:gd name="connsiteX24" fmla="*/ 41004 w 60306"/>
                <a:gd name="connsiteY24" fmla="*/ 91548 h 14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06" h="149219">
                  <a:moveTo>
                    <a:pt x="58365" y="8057"/>
                  </a:moveTo>
                  <a:cubicBezTo>
                    <a:pt x="58365" y="3616"/>
                    <a:pt x="55166" y="63"/>
                    <a:pt x="49913" y="63"/>
                  </a:cubicBezTo>
                  <a:cubicBezTo>
                    <a:pt x="43745" y="63"/>
                    <a:pt x="37577" y="5836"/>
                    <a:pt x="37577" y="11832"/>
                  </a:cubicBezTo>
                  <a:cubicBezTo>
                    <a:pt x="37577" y="16051"/>
                    <a:pt x="40775" y="19825"/>
                    <a:pt x="46258" y="19825"/>
                  </a:cubicBezTo>
                  <a:cubicBezTo>
                    <a:pt x="51512" y="19825"/>
                    <a:pt x="58365" y="14718"/>
                    <a:pt x="58365" y="8057"/>
                  </a:cubicBezTo>
                  <a:close/>
                  <a:moveTo>
                    <a:pt x="41004" y="91548"/>
                  </a:moveTo>
                  <a:cubicBezTo>
                    <a:pt x="43745" y="85109"/>
                    <a:pt x="43745" y="84665"/>
                    <a:pt x="46029" y="78669"/>
                  </a:cubicBezTo>
                  <a:cubicBezTo>
                    <a:pt x="47857" y="74228"/>
                    <a:pt x="48999" y="71120"/>
                    <a:pt x="48999" y="66901"/>
                  </a:cubicBezTo>
                  <a:cubicBezTo>
                    <a:pt x="48999" y="56908"/>
                    <a:pt x="41689" y="48692"/>
                    <a:pt x="30267" y="48692"/>
                  </a:cubicBezTo>
                  <a:cubicBezTo>
                    <a:pt x="8795" y="48692"/>
                    <a:pt x="114" y="80890"/>
                    <a:pt x="114" y="82888"/>
                  </a:cubicBezTo>
                  <a:cubicBezTo>
                    <a:pt x="114" y="85109"/>
                    <a:pt x="2399" y="85109"/>
                    <a:pt x="2856" y="85109"/>
                  </a:cubicBezTo>
                  <a:cubicBezTo>
                    <a:pt x="5140" y="85109"/>
                    <a:pt x="5368" y="84665"/>
                    <a:pt x="6510" y="81112"/>
                  </a:cubicBezTo>
                  <a:cubicBezTo>
                    <a:pt x="12678" y="60239"/>
                    <a:pt x="21815" y="53577"/>
                    <a:pt x="29582" y="53577"/>
                  </a:cubicBezTo>
                  <a:cubicBezTo>
                    <a:pt x="31410" y="53577"/>
                    <a:pt x="35293" y="53577"/>
                    <a:pt x="35293" y="60683"/>
                  </a:cubicBezTo>
                  <a:cubicBezTo>
                    <a:pt x="35293" y="65346"/>
                    <a:pt x="33694" y="70009"/>
                    <a:pt x="32780" y="72230"/>
                  </a:cubicBezTo>
                  <a:cubicBezTo>
                    <a:pt x="30953" y="78003"/>
                    <a:pt x="20673" y="103761"/>
                    <a:pt x="17018" y="113309"/>
                  </a:cubicBezTo>
                  <a:cubicBezTo>
                    <a:pt x="14734" y="119083"/>
                    <a:pt x="11764" y="126411"/>
                    <a:pt x="11764" y="131074"/>
                  </a:cubicBezTo>
                  <a:cubicBezTo>
                    <a:pt x="11764" y="141510"/>
                    <a:pt x="19531" y="149282"/>
                    <a:pt x="30496" y="149282"/>
                  </a:cubicBezTo>
                  <a:cubicBezTo>
                    <a:pt x="51968" y="149282"/>
                    <a:pt x="60420" y="117084"/>
                    <a:pt x="60420" y="115086"/>
                  </a:cubicBezTo>
                  <a:cubicBezTo>
                    <a:pt x="60420" y="112865"/>
                    <a:pt x="58365" y="112865"/>
                    <a:pt x="57679" y="112865"/>
                  </a:cubicBezTo>
                  <a:cubicBezTo>
                    <a:pt x="55395" y="112865"/>
                    <a:pt x="55395" y="113531"/>
                    <a:pt x="54253" y="116862"/>
                  </a:cubicBezTo>
                  <a:cubicBezTo>
                    <a:pt x="50141" y="130852"/>
                    <a:pt x="42603" y="144397"/>
                    <a:pt x="30953" y="144397"/>
                  </a:cubicBezTo>
                  <a:cubicBezTo>
                    <a:pt x="27069" y="144397"/>
                    <a:pt x="25470" y="142176"/>
                    <a:pt x="25470" y="137069"/>
                  </a:cubicBezTo>
                  <a:cubicBezTo>
                    <a:pt x="25470" y="131518"/>
                    <a:pt x="26841" y="128409"/>
                    <a:pt x="32095" y="114864"/>
                  </a:cubicBezTo>
                  <a:lnTo>
                    <a:pt x="41004" y="91548"/>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0" name="Freeform: Shape 439">
              <a:extLst>
                <a:ext uri="{FF2B5EF4-FFF2-40B4-BE49-F238E27FC236}">
                  <a16:creationId xmlns:a16="http://schemas.microsoft.com/office/drawing/2014/main" id="{2D2E8110-E8D5-9EBE-0834-E8660FF2D11A}"/>
                </a:ext>
              </a:extLst>
            </p:cNvPr>
            <p:cNvSpPr/>
            <p:nvPr>
              <p:custDataLst>
                <p:tags r:id="rId196"/>
              </p:custDataLst>
            </p:nvPr>
          </p:nvSpPr>
          <p:spPr>
            <a:xfrm>
              <a:off x="4728160" y="4394011"/>
              <a:ext cx="151907" cy="51960"/>
            </a:xfrm>
            <a:custGeom>
              <a:avLst/>
              <a:gdLst>
                <a:gd name="connsiteX0" fmla="*/ 144261 w 151907"/>
                <a:gd name="connsiteY0" fmla="*/ 8945 h 51960"/>
                <a:gd name="connsiteX1" fmla="*/ 152028 w 151907"/>
                <a:gd name="connsiteY1" fmla="*/ 4504 h 51960"/>
                <a:gd name="connsiteX2" fmla="*/ 144490 w 151907"/>
                <a:gd name="connsiteY2" fmla="*/ 63 h 51960"/>
                <a:gd name="connsiteX3" fmla="*/ 7659 w 151907"/>
                <a:gd name="connsiteY3" fmla="*/ 63 h 51960"/>
                <a:gd name="connsiteX4" fmla="*/ 121 w 151907"/>
                <a:gd name="connsiteY4" fmla="*/ 4504 h 51960"/>
                <a:gd name="connsiteX5" fmla="*/ 7887 w 151907"/>
                <a:gd name="connsiteY5" fmla="*/ 8945 h 51960"/>
                <a:gd name="connsiteX6" fmla="*/ 144261 w 151907"/>
                <a:gd name="connsiteY6" fmla="*/ 8945 h 51960"/>
                <a:gd name="connsiteX7" fmla="*/ 144490 w 151907"/>
                <a:gd name="connsiteY7" fmla="*/ 52023 h 51960"/>
                <a:gd name="connsiteX8" fmla="*/ 152028 w 151907"/>
                <a:gd name="connsiteY8" fmla="*/ 47582 h 51960"/>
                <a:gd name="connsiteX9" fmla="*/ 144261 w 151907"/>
                <a:gd name="connsiteY9" fmla="*/ 43141 h 51960"/>
                <a:gd name="connsiteX10" fmla="*/ 7887 w 151907"/>
                <a:gd name="connsiteY10" fmla="*/ 43141 h 51960"/>
                <a:gd name="connsiteX11" fmla="*/ 121 w 151907"/>
                <a:gd name="connsiteY11" fmla="*/ 47582 h 51960"/>
                <a:gd name="connsiteX12" fmla="*/ 7659 w 151907"/>
                <a:gd name="connsiteY12" fmla="*/ 52023 h 51960"/>
                <a:gd name="connsiteX13" fmla="*/ 144490 w 15190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07" h="51960">
                  <a:moveTo>
                    <a:pt x="144261" y="8945"/>
                  </a:moveTo>
                  <a:cubicBezTo>
                    <a:pt x="147688" y="8945"/>
                    <a:pt x="152028" y="8945"/>
                    <a:pt x="152028" y="4504"/>
                  </a:cubicBezTo>
                  <a:cubicBezTo>
                    <a:pt x="152028" y="63"/>
                    <a:pt x="147688" y="63"/>
                    <a:pt x="144490" y="63"/>
                  </a:cubicBezTo>
                  <a:lnTo>
                    <a:pt x="7659" y="63"/>
                  </a:lnTo>
                  <a:cubicBezTo>
                    <a:pt x="4461" y="63"/>
                    <a:pt x="121" y="63"/>
                    <a:pt x="121" y="4504"/>
                  </a:cubicBezTo>
                  <a:cubicBezTo>
                    <a:pt x="121" y="8945"/>
                    <a:pt x="4461" y="8945"/>
                    <a:pt x="7887" y="8945"/>
                  </a:cubicBezTo>
                  <a:lnTo>
                    <a:pt x="144261" y="8945"/>
                  </a:lnTo>
                  <a:close/>
                  <a:moveTo>
                    <a:pt x="144490" y="52023"/>
                  </a:moveTo>
                  <a:cubicBezTo>
                    <a:pt x="147688" y="52023"/>
                    <a:pt x="152028" y="52023"/>
                    <a:pt x="152028" y="47582"/>
                  </a:cubicBezTo>
                  <a:cubicBezTo>
                    <a:pt x="152028" y="43141"/>
                    <a:pt x="147688" y="43141"/>
                    <a:pt x="144261" y="43141"/>
                  </a:cubicBezTo>
                  <a:lnTo>
                    <a:pt x="7887" y="43141"/>
                  </a:lnTo>
                  <a:cubicBezTo>
                    <a:pt x="4461" y="43141"/>
                    <a:pt x="121" y="43141"/>
                    <a:pt x="121" y="47582"/>
                  </a:cubicBezTo>
                  <a:cubicBezTo>
                    <a:pt x="121" y="52023"/>
                    <a:pt x="4461" y="52023"/>
                    <a:pt x="7659" y="52023"/>
                  </a:cubicBezTo>
                  <a:lnTo>
                    <a:pt x="144490" y="52023"/>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1" name="Freeform: Shape 440">
              <a:extLst>
                <a:ext uri="{FF2B5EF4-FFF2-40B4-BE49-F238E27FC236}">
                  <a16:creationId xmlns:a16="http://schemas.microsoft.com/office/drawing/2014/main" id="{388E219A-43A8-BFED-55C5-4D8D4B1A7E5D}"/>
                </a:ext>
              </a:extLst>
            </p:cNvPr>
            <p:cNvSpPr/>
            <p:nvPr>
              <p:custDataLst>
                <p:tags r:id="rId197"/>
              </p:custDataLst>
            </p:nvPr>
          </p:nvSpPr>
          <p:spPr>
            <a:xfrm>
              <a:off x="4976820" y="4327617"/>
              <a:ext cx="75382" cy="147886"/>
            </a:xfrm>
            <a:custGeom>
              <a:avLst/>
              <a:gdLst>
                <a:gd name="connsiteX0" fmla="*/ 46960 w 75382"/>
                <a:gd name="connsiteY0" fmla="*/ 5836 h 147886"/>
                <a:gd name="connsiteX1" fmla="*/ 41706 w 75382"/>
                <a:gd name="connsiteY1" fmla="*/ 63 h 147886"/>
                <a:gd name="connsiteX2" fmla="*/ 131 w 75382"/>
                <a:gd name="connsiteY2" fmla="*/ 14274 h 147886"/>
                <a:gd name="connsiteX3" fmla="*/ 131 w 75382"/>
                <a:gd name="connsiteY3" fmla="*/ 21158 h 147886"/>
                <a:gd name="connsiteX4" fmla="*/ 30056 w 75382"/>
                <a:gd name="connsiteY4" fmla="*/ 15384 h 147886"/>
                <a:gd name="connsiteX5" fmla="*/ 30056 w 75382"/>
                <a:gd name="connsiteY5" fmla="*/ 130407 h 147886"/>
                <a:gd name="connsiteX6" fmla="*/ 8812 w 75382"/>
                <a:gd name="connsiteY6" fmla="*/ 141066 h 147886"/>
                <a:gd name="connsiteX7" fmla="*/ 1502 w 75382"/>
                <a:gd name="connsiteY7" fmla="*/ 141066 h 147886"/>
                <a:gd name="connsiteX8" fmla="*/ 1502 w 75382"/>
                <a:gd name="connsiteY8" fmla="*/ 147950 h 147886"/>
                <a:gd name="connsiteX9" fmla="*/ 38508 w 75382"/>
                <a:gd name="connsiteY9" fmla="*/ 147283 h 147886"/>
                <a:gd name="connsiteX10" fmla="*/ 75514 w 75382"/>
                <a:gd name="connsiteY10" fmla="*/ 147950 h 147886"/>
                <a:gd name="connsiteX11" fmla="*/ 75514 w 75382"/>
                <a:gd name="connsiteY11" fmla="*/ 141066 h 147886"/>
                <a:gd name="connsiteX12" fmla="*/ 68204 w 75382"/>
                <a:gd name="connsiteY12" fmla="*/ 141066 h 147886"/>
                <a:gd name="connsiteX13" fmla="*/ 46960 w 75382"/>
                <a:gd name="connsiteY13" fmla="*/ 130407 h 147886"/>
                <a:gd name="connsiteX14" fmla="*/ 46960 w 75382"/>
                <a:gd name="connsiteY14" fmla="*/ 5836 h 147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382" h="147886">
                  <a:moveTo>
                    <a:pt x="46960" y="5836"/>
                  </a:moveTo>
                  <a:cubicBezTo>
                    <a:pt x="46960" y="507"/>
                    <a:pt x="46960" y="63"/>
                    <a:pt x="41706" y="63"/>
                  </a:cubicBezTo>
                  <a:cubicBezTo>
                    <a:pt x="27543" y="14274"/>
                    <a:pt x="7441" y="14274"/>
                    <a:pt x="131" y="14274"/>
                  </a:cubicBezTo>
                  <a:lnTo>
                    <a:pt x="131" y="21158"/>
                  </a:lnTo>
                  <a:cubicBezTo>
                    <a:pt x="4700" y="21158"/>
                    <a:pt x="18177" y="21158"/>
                    <a:pt x="30056" y="15384"/>
                  </a:cubicBezTo>
                  <a:lnTo>
                    <a:pt x="30056" y="130407"/>
                  </a:lnTo>
                  <a:cubicBezTo>
                    <a:pt x="30056" y="138401"/>
                    <a:pt x="29370" y="141066"/>
                    <a:pt x="8812" y="141066"/>
                  </a:cubicBezTo>
                  <a:lnTo>
                    <a:pt x="1502" y="141066"/>
                  </a:lnTo>
                  <a:lnTo>
                    <a:pt x="1502" y="147950"/>
                  </a:lnTo>
                  <a:cubicBezTo>
                    <a:pt x="9497" y="147283"/>
                    <a:pt x="29370" y="147283"/>
                    <a:pt x="38508" y="147283"/>
                  </a:cubicBezTo>
                  <a:cubicBezTo>
                    <a:pt x="47645" y="147283"/>
                    <a:pt x="67519" y="147283"/>
                    <a:pt x="75514" y="147950"/>
                  </a:cubicBezTo>
                  <a:lnTo>
                    <a:pt x="75514" y="141066"/>
                  </a:lnTo>
                  <a:lnTo>
                    <a:pt x="68204" y="141066"/>
                  </a:lnTo>
                  <a:cubicBezTo>
                    <a:pt x="47645" y="141066"/>
                    <a:pt x="46960" y="138623"/>
                    <a:pt x="46960" y="130407"/>
                  </a:cubicBezTo>
                  <a:lnTo>
                    <a:pt x="46960" y="5836"/>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2" name="Freeform: Shape 441">
              <a:extLst>
                <a:ext uri="{FF2B5EF4-FFF2-40B4-BE49-F238E27FC236}">
                  <a16:creationId xmlns:a16="http://schemas.microsoft.com/office/drawing/2014/main" id="{56C2AB82-EBA7-2F0F-074F-F24478FE829B}"/>
                </a:ext>
              </a:extLst>
            </p:cNvPr>
            <p:cNvSpPr/>
            <p:nvPr>
              <p:custDataLst>
                <p:tags r:id="rId198"/>
              </p:custDataLst>
            </p:nvPr>
          </p:nvSpPr>
          <p:spPr>
            <a:xfrm>
              <a:off x="5090351" y="4451966"/>
              <a:ext cx="26726" cy="66393"/>
            </a:xfrm>
            <a:custGeom>
              <a:avLst/>
              <a:gdLst>
                <a:gd name="connsiteX0" fmla="*/ 26863 w 26726"/>
                <a:gd name="connsiteY0" fmla="*/ 23378 h 66393"/>
                <a:gd name="connsiteX1" fmla="*/ 12243 w 26726"/>
                <a:gd name="connsiteY1" fmla="*/ 63 h 66393"/>
                <a:gd name="connsiteX2" fmla="*/ 136 w 26726"/>
                <a:gd name="connsiteY2" fmla="*/ 11832 h 66393"/>
                <a:gd name="connsiteX3" fmla="*/ 12243 w 26726"/>
                <a:gd name="connsiteY3" fmla="*/ 23600 h 66393"/>
                <a:gd name="connsiteX4" fmla="*/ 20238 w 26726"/>
                <a:gd name="connsiteY4" fmla="*/ 20714 h 66393"/>
                <a:gd name="connsiteX5" fmla="*/ 21380 w 26726"/>
                <a:gd name="connsiteY5" fmla="*/ 20047 h 66393"/>
                <a:gd name="connsiteX6" fmla="*/ 21837 w 26726"/>
                <a:gd name="connsiteY6" fmla="*/ 23378 h 66393"/>
                <a:gd name="connsiteX7" fmla="*/ 6304 w 26726"/>
                <a:gd name="connsiteY7" fmla="*/ 60461 h 66393"/>
                <a:gd name="connsiteX8" fmla="*/ 3791 w 26726"/>
                <a:gd name="connsiteY8" fmla="*/ 64014 h 66393"/>
                <a:gd name="connsiteX9" fmla="*/ 6075 w 26726"/>
                <a:gd name="connsiteY9" fmla="*/ 66456 h 66393"/>
                <a:gd name="connsiteX10" fmla="*/ 26863 w 26726"/>
                <a:gd name="connsiteY10" fmla="*/ 23378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26" h="66393">
                  <a:moveTo>
                    <a:pt x="26863" y="23378"/>
                  </a:moveTo>
                  <a:cubicBezTo>
                    <a:pt x="26863" y="8723"/>
                    <a:pt x="21152" y="63"/>
                    <a:pt x="12243" y="63"/>
                  </a:cubicBezTo>
                  <a:cubicBezTo>
                    <a:pt x="4705" y="63"/>
                    <a:pt x="136" y="5614"/>
                    <a:pt x="136" y="11832"/>
                  </a:cubicBezTo>
                  <a:cubicBezTo>
                    <a:pt x="136" y="17827"/>
                    <a:pt x="4705" y="23600"/>
                    <a:pt x="12243" y="23600"/>
                  </a:cubicBezTo>
                  <a:cubicBezTo>
                    <a:pt x="14984" y="23600"/>
                    <a:pt x="17954" y="22712"/>
                    <a:pt x="20238" y="20714"/>
                  </a:cubicBezTo>
                  <a:cubicBezTo>
                    <a:pt x="20923" y="20270"/>
                    <a:pt x="21152" y="20047"/>
                    <a:pt x="21380" y="20047"/>
                  </a:cubicBezTo>
                  <a:cubicBezTo>
                    <a:pt x="21609" y="20047"/>
                    <a:pt x="21837" y="20270"/>
                    <a:pt x="21837" y="23378"/>
                  </a:cubicBezTo>
                  <a:cubicBezTo>
                    <a:pt x="21837" y="39810"/>
                    <a:pt x="13842" y="53133"/>
                    <a:pt x="6304" y="60461"/>
                  </a:cubicBezTo>
                  <a:cubicBezTo>
                    <a:pt x="3791" y="62904"/>
                    <a:pt x="3791" y="63348"/>
                    <a:pt x="3791" y="64014"/>
                  </a:cubicBezTo>
                  <a:cubicBezTo>
                    <a:pt x="3791" y="65568"/>
                    <a:pt x="4933" y="66456"/>
                    <a:pt x="6075" y="66456"/>
                  </a:cubicBezTo>
                  <a:cubicBezTo>
                    <a:pt x="8588" y="66456"/>
                    <a:pt x="26863" y="49358"/>
                    <a:pt x="26863" y="23378"/>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3" name="Freeform: Shape 442">
              <a:extLst>
                <a:ext uri="{FF2B5EF4-FFF2-40B4-BE49-F238E27FC236}">
                  <a16:creationId xmlns:a16="http://schemas.microsoft.com/office/drawing/2014/main" id="{285EE394-BCEB-8A81-B19A-3734EAFF9BD7}"/>
                </a:ext>
              </a:extLst>
            </p:cNvPr>
            <p:cNvSpPr/>
            <p:nvPr>
              <p:custDataLst>
                <p:tags r:id="rId199"/>
              </p:custDataLst>
            </p:nvPr>
          </p:nvSpPr>
          <p:spPr>
            <a:xfrm>
              <a:off x="5191876" y="4451966"/>
              <a:ext cx="24213" cy="23537"/>
            </a:xfrm>
            <a:custGeom>
              <a:avLst/>
              <a:gdLst>
                <a:gd name="connsiteX0" fmla="*/ 24354 w 24213"/>
                <a:gd name="connsiteY0" fmla="*/ 11832 h 23537"/>
                <a:gd name="connsiteX1" fmla="*/ 12247 w 24213"/>
                <a:gd name="connsiteY1" fmla="*/ 63 h 23537"/>
                <a:gd name="connsiteX2" fmla="*/ 141 w 24213"/>
                <a:gd name="connsiteY2" fmla="*/ 11832 h 23537"/>
                <a:gd name="connsiteX3" fmla="*/ 12247 w 24213"/>
                <a:gd name="connsiteY3" fmla="*/ 23600 h 23537"/>
                <a:gd name="connsiteX4" fmla="*/ 24354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4" y="11832"/>
                  </a:moveTo>
                  <a:cubicBezTo>
                    <a:pt x="24354" y="5392"/>
                    <a:pt x="18872" y="63"/>
                    <a:pt x="12247" y="63"/>
                  </a:cubicBezTo>
                  <a:cubicBezTo>
                    <a:pt x="5623" y="63"/>
                    <a:pt x="141" y="5392"/>
                    <a:pt x="141" y="11832"/>
                  </a:cubicBezTo>
                  <a:cubicBezTo>
                    <a:pt x="141" y="18271"/>
                    <a:pt x="5623" y="23600"/>
                    <a:pt x="12247" y="23600"/>
                  </a:cubicBezTo>
                  <a:cubicBezTo>
                    <a:pt x="18872" y="23600"/>
                    <a:pt x="24354" y="18271"/>
                    <a:pt x="24354"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4" name="Freeform: Shape 443">
              <a:extLst>
                <a:ext uri="{FF2B5EF4-FFF2-40B4-BE49-F238E27FC236}">
                  <a16:creationId xmlns:a16="http://schemas.microsoft.com/office/drawing/2014/main" id="{2EFCC070-3EC5-A6B3-6E51-32D4FA278EDC}"/>
                </a:ext>
              </a:extLst>
            </p:cNvPr>
            <p:cNvSpPr/>
            <p:nvPr>
              <p:custDataLst>
                <p:tags r:id="rId200"/>
              </p:custDataLst>
            </p:nvPr>
          </p:nvSpPr>
          <p:spPr>
            <a:xfrm>
              <a:off x="5293400" y="4451966"/>
              <a:ext cx="24213" cy="23537"/>
            </a:xfrm>
            <a:custGeom>
              <a:avLst/>
              <a:gdLst>
                <a:gd name="connsiteX0" fmla="*/ 24359 w 24213"/>
                <a:gd name="connsiteY0" fmla="*/ 11832 h 23537"/>
                <a:gd name="connsiteX1" fmla="*/ 12252 w 24213"/>
                <a:gd name="connsiteY1" fmla="*/ 63 h 23537"/>
                <a:gd name="connsiteX2" fmla="*/ 145 w 24213"/>
                <a:gd name="connsiteY2" fmla="*/ 11832 h 23537"/>
                <a:gd name="connsiteX3" fmla="*/ 12252 w 24213"/>
                <a:gd name="connsiteY3" fmla="*/ 23600 h 23537"/>
                <a:gd name="connsiteX4" fmla="*/ 24359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59" y="11832"/>
                  </a:moveTo>
                  <a:cubicBezTo>
                    <a:pt x="24359" y="5392"/>
                    <a:pt x="18876" y="63"/>
                    <a:pt x="12252" y="63"/>
                  </a:cubicBezTo>
                  <a:cubicBezTo>
                    <a:pt x="5627" y="63"/>
                    <a:pt x="145" y="5392"/>
                    <a:pt x="145" y="11832"/>
                  </a:cubicBezTo>
                  <a:cubicBezTo>
                    <a:pt x="145" y="18271"/>
                    <a:pt x="5627" y="23600"/>
                    <a:pt x="12252" y="23600"/>
                  </a:cubicBezTo>
                  <a:cubicBezTo>
                    <a:pt x="18876" y="23600"/>
                    <a:pt x="24359" y="18271"/>
                    <a:pt x="24359"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5" name="Freeform: Shape 444">
              <a:extLst>
                <a:ext uri="{FF2B5EF4-FFF2-40B4-BE49-F238E27FC236}">
                  <a16:creationId xmlns:a16="http://schemas.microsoft.com/office/drawing/2014/main" id="{1A111B6E-837E-3C8F-AB65-9B68CB442909}"/>
                </a:ext>
              </a:extLst>
            </p:cNvPr>
            <p:cNvSpPr/>
            <p:nvPr>
              <p:custDataLst>
                <p:tags r:id="rId201"/>
              </p:custDataLst>
            </p:nvPr>
          </p:nvSpPr>
          <p:spPr>
            <a:xfrm>
              <a:off x="5394925" y="4451966"/>
              <a:ext cx="24213" cy="23537"/>
            </a:xfrm>
            <a:custGeom>
              <a:avLst/>
              <a:gdLst>
                <a:gd name="connsiteX0" fmla="*/ 24363 w 24213"/>
                <a:gd name="connsiteY0" fmla="*/ 11832 h 23537"/>
                <a:gd name="connsiteX1" fmla="*/ 12256 w 24213"/>
                <a:gd name="connsiteY1" fmla="*/ 63 h 23537"/>
                <a:gd name="connsiteX2" fmla="*/ 149 w 24213"/>
                <a:gd name="connsiteY2" fmla="*/ 11832 h 23537"/>
                <a:gd name="connsiteX3" fmla="*/ 12256 w 24213"/>
                <a:gd name="connsiteY3" fmla="*/ 23600 h 23537"/>
                <a:gd name="connsiteX4" fmla="*/ 24363 w 24213"/>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3" h="23537">
                  <a:moveTo>
                    <a:pt x="24363" y="11832"/>
                  </a:moveTo>
                  <a:cubicBezTo>
                    <a:pt x="24363" y="5392"/>
                    <a:pt x="18881" y="63"/>
                    <a:pt x="12256" y="63"/>
                  </a:cubicBezTo>
                  <a:cubicBezTo>
                    <a:pt x="5632" y="63"/>
                    <a:pt x="149" y="5392"/>
                    <a:pt x="149" y="11832"/>
                  </a:cubicBezTo>
                  <a:cubicBezTo>
                    <a:pt x="149" y="18271"/>
                    <a:pt x="5632" y="23600"/>
                    <a:pt x="12256" y="23600"/>
                  </a:cubicBezTo>
                  <a:cubicBezTo>
                    <a:pt x="18881" y="23600"/>
                    <a:pt x="24363" y="18271"/>
                    <a:pt x="24363" y="11832"/>
                  </a:cubicBez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6" name="Freeform: Shape 445">
              <a:extLst>
                <a:ext uri="{FF2B5EF4-FFF2-40B4-BE49-F238E27FC236}">
                  <a16:creationId xmlns:a16="http://schemas.microsoft.com/office/drawing/2014/main" id="{A8E976A7-F4BB-FE88-6962-38A2461410AE}"/>
                </a:ext>
              </a:extLst>
            </p:cNvPr>
            <p:cNvSpPr/>
            <p:nvPr>
              <p:custDataLst>
                <p:tags r:id="rId202"/>
              </p:custDataLst>
            </p:nvPr>
          </p:nvSpPr>
          <p:spPr>
            <a:xfrm>
              <a:off x="5483429" y="4377357"/>
              <a:ext cx="123810" cy="100589"/>
            </a:xfrm>
            <a:custGeom>
              <a:avLst/>
              <a:gdLst>
                <a:gd name="connsiteX0" fmla="*/ 13631 w 123810"/>
                <a:gd name="connsiteY0" fmla="*/ 85109 h 100589"/>
                <a:gd name="connsiteX1" fmla="*/ 11575 w 123810"/>
                <a:gd name="connsiteY1" fmla="*/ 94657 h 100589"/>
                <a:gd name="connsiteX2" fmla="*/ 18200 w 123810"/>
                <a:gd name="connsiteY2" fmla="*/ 100652 h 100589"/>
                <a:gd name="connsiteX3" fmla="*/ 26652 w 123810"/>
                <a:gd name="connsiteY3" fmla="*/ 94435 h 100589"/>
                <a:gd name="connsiteX4" fmla="*/ 30992 w 123810"/>
                <a:gd name="connsiteY4" fmla="*/ 78003 h 100589"/>
                <a:gd name="connsiteX5" fmla="*/ 36018 w 123810"/>
                <a:gd name="connsiteY5" fmla="*/ 58018 h 100589"/>
                <a:gd name="connsiteX6" fmla="*/ 39901 w 123810"/>
                <a:gd name="connsiteY6" fmla="*/ 43141 h 100589"/>
                <a:gd name="connsiteX7" fmla="*/ 42871 w 123810"/>
                <a:gd name="connsiteY7" fmla="*/ 32038 h 100589"/>
                <a:gd name="connsiteX8" fmla="*/ 80105 w 123810"/>
                <a:gd name="connsiteY8" fmla="*/ 4948 h 100589"/>
                <a:gd name="connsiteX9" fmla="*/ 92440 w 123810"/>
                <a:gd name="connsiteY9" fmla="*/ 20492 h 100589"/>
                <a:gd name="connsiteX10" fmla="*/ 77592 w 123810"/>
                <a:gd name="connsiteY10" fmla="*/ 72230 h 100589"/>
                <a:gd name="connsiteX11" fmla="*/ 75308 w 123810"/>
                <a:gd name="connsiteY11" fmla="*/ 82444 h 100589"/>
                <a:gd name="connsiteX12" fmla="*/ 94039 w 123810"/>
                <a:gd name="connsiteY12" fmla="*/ 100652 h 100589"/>
                <a:gd name="connsiteX13" fmla="*/ 123964 w 123810"/>
                <a:gd name="connsiteY13" fmla="*/ 66456 h 100589"/>
                <a:gd name="connsiteX14" fmla="*/ 121223 w 123810"/>
                <a:gd name="connsiteY14" fmla="*/ 64236 h 100589"/>
                <a:gd name="connsiteX15" fmla="*/ 117796 w 123810"/>
                <a:gd name="connsiteY15" fmla="*/ 68233 h 100589"/>
                <a:gd name="connsiteX16" fmla="*/ 94496 w 123810"/>
                <a:gd name="connsiteY16" fmla="*/ 95767 h 100589"/>
                <a:gd name="connsiteX17" fmla="*/ 89014 w 123810"/>
                <a:gd name="connsiteY17" fmla="*/ 88440 h 100589"/>
                <a:gd name="connsiteX18" fmla="*/ 93126 w 123810"/>
                <a:gd name="connsiteY18" fmla="*/ 72674 h 100589"/>
                <a:gd name="connsiteX19" fmla="*/ 107060 w 123810"/>
                <a:gd name="connsiteY19" fmla="*/ 23822 h 100589"/>
                <a:gd name="connsiteX20" fmla="*/ 80790 w 123810"/>
                <a:gd name="connsiteY20" fmla="*/ 63 h 100589"/>
                <a:gd name="connsiteX21" fmla="*/ 45155 w 123810"/>
                <a:gd name="connsiteY21" fmla="*/ 19381 h 100589"/>
                <a:gd name="connsiteX22" fmla="*/ 24139 w 123810"/>
                <a:gd name="connsiteY22" fmla="*/ 63 h 100589"/>
                <a:gd name="connsiteX23" fmla="*/ 7007 w 123810"/>
                <a:gd name="connsiteY23" fmla="*/ 12720 h 100589"/>
                <a:gd name="connsiteX24" fmla="*/ 154 w 123810"/>
                <a:gd name="connsiteY24" fmla="*/ 34259 h 100589"/>
                <a:gd name="connsiteX25" fmla="*/ 2895 w 123810"/>
                <a:gd name="connsiteY25" fmla="*/ 36479 h 100589"/>
                <a:gd name="connsiteX26" fmla="*/ 6778 w 123810"/>
                <a:gd name="connsiteY26" fmla="*/ 31372 h 100589"/>
                <a:gd name="connsiteX27" fmla="*/ 23454 w 123810"/>
                <a:gd name="connsiteY27" fmla="*/ 4948 h 100589"/>
                <a:gd name="connsiteX28" fmla="*/ 30535 w 123810"/>
                <a:gd name="connsiteY28" fmla="*/ 15162 h 100589"/>
                <a:gd name="connsiteX29" fmla="*/ 26880 w 123810"/>
                <a:gd name="connsiteY29" fmla="*/ 33815 h 100589"/>
                <a:gd name="connsiteX30" fmla="*/ 13631 w 123810"/>
                <a:gd name="connsiteY30" fmla="*/ 85109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3810" h="100589">
                  <a:moveTo>
                    <a:pt x="13631" y="85109"/>
                  </a:moveTo>
                  <a:cubicBezTo>
                    <a:pt x="12946" y="88440"/>
                    <a:pt x="11575" y="93547"/>
                    <a:pt x="11575" y="94657"/>
                  </a:cubicBezTo>
                  <a:cubicBezTo>
                    <a:pt x="11575" y="98654"/>
                    <a:pt x="14773" y="100652"/>
                    <a:pt x="18200" y="100652"/>
                  </a:cubicBezTo>
                  <a:cubicBezTo>
                    <a:pt x="20941" y="100652"/>
                    <a:pt x="25053" y="98876"/>
                    <a:pt x="26652" y="94435"/>
                  </a:cubicBezTo>
                  <a:cubicBezTo>
                    <a:pt x="26880" y="93991"/>
                    <a:pt x="29622" y="83554"/>
                    <a:pt x="30992" y="78003"/>
                  </a:cubicBezTo>
                  <a:lnTo>
                    <a:pt x="36018" y="58018"/>
                  </a:lnTo>
                  <a:cubicBezTo>
                    <a:pt x="37388" y="53133"/>
                    <a:pt x="38759" y="48248"/>
                    <a:pt x="39901" y="43141"/>
                  </a:cubicBezTo>
                  <a:cubicBezTo>
                    <a:pt x="40815" y="39366"/>
                    <a:pt x="42642" y="32927"/>
                    <a:pt x="42871" y="32038"/>
                  </a:cubicBezTo>
                  <a:cubicBezTo>
                    <a:pt x="46297" y="25155"/>
                    <a:pt x="58404" y="4948"/>
                    <a:pt x="80105" y="4948"/>
                  </a:cubicBezTo>
                  <a:cubicBezTo>
                    <a:pt x="90384" y="4948"/>
                    <a:pt x="92440" y="13164"/>
                    <a:pt x="92440" y="20492"/>
                  </a:cubicBezTo>
                  <a:cubicBezTo>
                    <a:pt x="92440" y="34259"/>
                    <a:pt x="81247" y="62682"/>
                    <a:pt x="77592" y="72230"/>
                  </a:cubicBezTo>
                  <a:cubicBezTo>
                    <a:pt x="75536" y="77337"/>
                    <a:pt x="75308" y="80002"/>
                    <a:pt x="75308" y="82444"/>
                  </a:cubicBezTo>
                  <a:cubicBezTo>
                    <a:pt x="75308" y="92881"/>
                    <a:pt x="83303" y="100652"/>
                    <a:pt x="94039" y="100652"/>
                  </a:cubicBezTo>
                  <a:cubicBezTo>
                    <a:pt x="115512" y="100652"/>
                    <a:pt x="123964" y="68233"/>
                    <a:pt x="123964" y="66456"/>
                  </a:cubicBezTo>
                  <a:cubicBezTo>
                    <a:pt x="123964" y="64236"/>
                    <a:pt x="121908" y="64236"/>
                    <a:pt x="121223" y="64236"/>
                  </a:cubicBezTo>
                  <a:cubicBezTo>
                    <a:pt x="118938" y="64236"/>
                    <a:pt x="118938" y="64902"/>
                    <a:pt x="117796" y="68233"/>
                  </a:cubicBezTo>
                  <a:cubicBezTo>
                    <a:pt x="113228" y="83332"/>
                    <a:pt x="105689" y="95767"/>
                    <a:pt x="94496" y="95767"/>
                  </a:cubicBezTo>
                  <a:cubicBezTo>
                    <a:pt x="90613" y="95767"/>
                    <a:pt x="89014" y="93547"/>
                    <a:pt x="89014" y="88440"/>
                  </a:cubicBezTo>
                  <a:cubicBezTo>
                    <a:pt x="89014" y="82888"/>
                    <a:pt x="91070" y="77559"/>
                    <a:pt x="93126" y="72674"/>
                  </a:cubicBezTo>
                  <a:cubicBezTo>
                    <a:pt x="97466" y="60905"/>
                    <a:pt x="107060" y="36479"/>
                    <a:pt x="107060" y="23822"/>
                  </a:cubicBezTo>
                  <a:cubicBezTo>
                    <a:pt x="107060" y="8945"/>
                    <a:pt x="97237" y="63"/>
                    <a:pt x="80790" y="63"/>
                  </a:cubicBezTo>
                  <a:cubicBezTo>
                    <a:pt x="60231" y="63"/>
                    <a:pt x="49038" y="14274"/>
                    <a:pt x="45155" y="19381"/>
                  </a:cubicBezTo>
                  <a:cubicBezTo>
                    <a:pt x="44013" y="6946"/>
                    <a:pt x="34647" y="63"/>
                    <a:pt x="24139" y="63"/>
                  </a:cubicBezTo>
                  <a:cubicBezTo>
                    <a:pt x="13631" y="63"/>
                    <a:pt x="9291" y="8723"/>
                    <a:pt x="7007" y="12720"/>
                  </a:cubicBezTo>
                  <a:cubicBezTo>
                    <a:pt x="3352" y="20270"/>
                    <a:pt x="154" y="33371"/>
                    <a:pt x="154" y="34259"/>
                  </a:cubicBezTo>
                  <a:cubicBezTo>
                    <a:pt x="154" y="36479"/>
                    <a:pt x="2438" y="36479"/>
                    <a:pt x="2895" y="36479"/>
                  </a:cubicBezTo>
                  <a:cubicBezTo>
                    <a:pt x="5179" y="36479"/>
                    <a:pt x="5408" y="36257"/>
                    <a:pt x="6778" y="31372"/>
                  </a:cubicBezTo>
                  <a:cubicBezTo>
                    <a:pt x="10662" y="15606"/>
                    <a:pt x="15230" y="4948"/>
                    <a:pt x="23454" y="4948"/>
                  </a:cubicBezTo>
                  <a:cubicBezTo>
                    <a:pt x="28023" y="4948"/>
                    <a:pt x="30535" y="7835"/>
                    <a:pt x="30535" y="15162"/>
                  </a:cubicBezTo>
                  <a:cubicBezTo>
                    <a:pt x="30535" y="19825"/>
                    <a:pt x="29850" y="22268"/>
                    <a:pt x="26880" y="33815"/>
                  </a:cubicBezTo>
                  <a:lnTo>
                    <a:pt x="13631" y="85109"/>
                  </a:lnTo>
                  <a:close/>
                </a:path>
              </a:pathLst>
            </a:custGeom>
            <a:solidFill>
              <a:srgbClr val="000000"/>
            </a:solidFill>
            <a:ln w="228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70" name="Título 1">
            <a:extLst>
              <a:ext uri="{FF2B5EF4-FFF2-40B4-BE49-F238E27FC236}">
                <a16:creationId xmlns:a16="http://schemas.microsoft.com/office/drawing/2014/main" id="{22346160-51C7-2F67-5799-1678C71E3ED5}"/>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
        <p:nvSpPr>
          <p:cNvPr id="126" name="Footer Placeholder 4">
            <a:extLst>
              <a:ext uri="{FF2B5EF4-FFF2-40B4-BE49-F238E27FC236}">
                <a16:creationId xmlns:a16="http://schemas.microsoft.com/office/drawing/2014/main" id="{FD2F80D6-2A6D-05B3-6357-7D1F460EB878}"/>
              </a:ext>
            </a:extLst>
          </p:cNvPr>
          <p:cNvSpPr txBox="1">
            <a:spLocks/>
          </p:cNvSpPr>
          <p:nvPr/>
        </p:nvSpPr>
        <p:spPr>
          <a:xfrm>
            <a:off x="2707689" y="635574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85000"/>
                  </a:prstClr>
                </a:solidFill>
                <a:effectLst/>
                <a:uLnTx/>
                <a:uFillTx/>
                <a:latin typeface="Aptos" panose="020B0004020202020204"/>
                <a:ea typeface="+mn-ea"/>
                <a:cs typeface="+mn-cs"/>
              </a:rPr>
              <a:t>Data analysis</a:t>
            </a:r>
          </a:p>
        </p:txBody>
      </p:sp>
      <p:sp>
        <p:nvSpPr>
          <p:cNvPr id="281" name="TextBox 280">
            <a:extLst>
              <a:ext uri="{FF2B5EF4-FFF2-40B4-BE49-F238E27FC236}">
                <a16:creationId xmlns:a16="http://schemas.microsoft.com/office/drawing/2014/main" id="{FA1027ED-72F5-C4CB-8143-B6598B5ACF68}"/>
              </a:ext>
            </a:extLst>
          </p:cNvPr>
          <p:cNvSpPr txBox="1"/>
          <p:nvPr/>
        </p:nvSpPr>
        <p:spPr>
          <a:xfrm>
            <a:off x="4085414" y="2703302"/>
            <a:ext cx="2963086" cy="338554"/>
          </a:xfrm>
          <a:prstGeom prst="rect">
            <a:avLst/>
          </a:prstGeom>
          <a:noFill/>
        </p:spPr>
        <p:txBody>
          <a:bodyPr wrap="square">
            <a:spAutoFit/>
          </a:bodyPr>
          <a:lstStyle/>
          <a:p>
            <a:r>
              <a:rPr lang="es-CO" sz="1600" b="1" err="1">
                <a:solidFill>
                  <a:srgbClr val="FF0000"/>
                </a:solidFill>
              </a:rPr>
              <a:t>What</a:t>
            </a:r>
            <a:r>
              <a:rPr lang="es-CO" sz="1600" b="1">
                <a:solidFill>
                  <a:srgbClr val="FF0000"/>
                </a:solidFill>
              </a:rPr>
              <a:t> are </a:t>
            </a:r>
            <a:r>
              <a:rPr lang="es-CO" sz="1600" b="1" err="1">
                <a:solidFill>
                  <a:srgbClr val="FF0000"/>
                </a:solidFill>
              </a:rPr>
              <a:t>we</a:t>
            </a:r>
            <a:r>
              <a:rPr lang="es-CO" sz="1600" b="1">
                <a:solidFill>
                  <a:srgbClr val="FF0000"/>
                </a:solidFill>
              </a:rPr>
              <a:t> </a:t>
            </a:r>
            <a:r>
              <a:rPr lang="es-CO" sz="1600" b="1" err="1">
                <a:solidFill>
                  <a:srgbClr val="FF0000"/>
                </a:solidFill>
              </a:rPr>
              <a:t>looking</a:t>
            </a:r>
            <a:r>
              <a:rPr lang="es-CO" sz="1600" b="1">
                <a:solidFill>
                  <a:srgbClr val="FF0000"/>
                </a:solidFill>
              </a:rPr>
              <a:t> </a:t>
            </a:r>
            <a:r>
              <a:rPr lang="es-CO" sz="1600" b="1" err="1">
                <a:solidFill>
                  <a:srgbClr val="FF0000"/>
                </a:solidFill>
              </a:rPr>
              <a:t>for</a:t>
            </a:r>
            <a:r>
              <a:rPr lang="es-CO" sz="1600" b="1">
                <a:solidFill>
                  <a:srgbClr val="FF0000"/>
                </a:solidFill>
              </a:rPr>
              <a:t>? : </a:t>
            </a:r>
            <a:r>
              <a:rPr lang="el-GR" sz="1600" b="1">
                <a:solidFill>
                  <a:srgbClr val="FF0000"/>
                </a:solidFill>
              </a:rPr>
              <a:t>β</a:t>
            </a:r>
            <a:r>
              <a:rPr lang="es-CO" sz="1600" b="1">
                <a:solidFill>
                  <a:srgbClr val="FF0000"/>
                </a:solidFill>
              </a:rPr>
              <a:t>1</a:t>
            </a:r>
            <a:r>
              <a:rPr lang="el-GR" sz="1600" b="1">
                <a:solidFill>
                  <a:srgbClr val="FF0000"/>
                </a:solidFill>
              </a:rPr>
              <a:t> </a:t>
            </a:r>
            <a:endParaRPr lang="es-CO" sz="1600" b="1">
              <a:solidFill>
                <a:srgbClr val="FF0000"/>
              </a:solidFill>
            </a:endParaRPr>
          </a:p>
        </p:txBody>
      </p:sp>
      <p:cxnSp>
        <p:nvCxnSpPr>
          <p:cNvPr id="390" name="Connector: Elbow 389">
            <a:extLst>
              <a:ext uri="{FF2B5EF4-FFF2-40B4-BE49-F238E27FC236}">
                <a16:creationId xmlns:a16="http://schemas.microsoft.com/office/drawing/2014/main" id="{5909684A-E5AD-CC9C-1A15-1AD48B28662E}"/>
              </a:ext>
            </a:extLst>
          </p:cNvPr>
          <p:cNvCxnSpPr>
            <a:cxnSpLocks/>
            <a:stCxn id="665" idx="0"/>
            <a:endCxn id="695" idx="4"/>
          </p:cNvCxnSpPr>
          <p:nvPr/>
        </p:nvCxnSpPr>
        <p:spPr>
          <a:xfrm flipV="1">
            <a:off x="7935094" y="4679119"/>
            <a:ext cx="1774365" cy="574154"/>
          </a:xfrm>
          <a:prstGeom prst="bentConnector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345" name="Group 344">
            <a:extLst>
              <a:ext uri="{FF2B5EF4-FFF2-40B4-BE49-F238E27FC236}">
                <a16:creationId xmlns:a16="http://schemas.microsoft.com/office/drawing/2014/main" id="{48C1C159-E463-B3A5-4F6C-DBC64C5857C3}"/>
              </a:ext>
            </a:extLst>
          </p:cNvPr>
          <p:cNvGrpSpPr>
            <a:grpSpLocks noChangeAspect="1"/>
          </p:cNvGrpSpPr>
          <p:nvPr>
            <p:custDataLst>
              <p:tags r:id="rId6"/>
            </p:custDataLst>
          </p:nvPr>
        </p:nvGrpSpPr>
        <p:grpSpPr>
          <a:xfrm>
            <a:off x="4264564" y="3086617"/>
            <a:ext cx="2972123" cy="507899"/>
            <a:chOff x="6791732" y="4266352"/>
            <a:chExt cx="2972123" cy="507899"/>
          </a:xfrm>
        </p:grpSpPr>
        <p:sp>
          <p:nvSpPr>
            <p:cNvPr id="346" name="Freeform: Shape 345">
              <a:extLst>
                <a:ext uri="{FF2B5EF4-FFF2-40B4-BE49-F238E27FC236}">
                  <a16:creationId xmlns:a16="http://schemas.microsoft.com/office/drawing/2014/main" id="{205134A6-705D-B979-DD91-5DA02C48B3E3}"/>
                </a:ext>
              </a:extLst>
            </p:cNvPr>
            <p:cNvSpPr/>
            <p:nvPr>
              <p:custDataLst>
                <p:tags r:id="rId159"/>
              </p:custDataLst>
            </p:nvPr>
          </p:nvSpPr>
          <p:spPr>
            <a:xfrm>
              <a:off x="6821182" y="4361081"/>
              <a:ext cx="60437" cy="110027"/>
            </a:xfrm>
            <a:custGeom>
              <a:avLst/>
              <a:gdLst>
                <a:gd name="connsiteX0" fmla="*/ 37603 w 60437"/>
                <a:gd name="connsiteY0" fmla="*/ 4702 h 110027"/>
                <a:gd name="connsiteX1" fmla="*/ 32621 w 60437"/>
                <a:gd name="connsiteY1" fmla="*/ 62 h 110027"/>
                <a:gd name="connsiteX2" fmla="*/ 78 w 60437"/>
                <a:gd name="connsiteY2" fmla="*/ 10667 h 110027"/>
                <a:gd name="connsiteX3" fmla="*/ 78 w 60437"/>
                <a:gd name="connsiteY3" fmla="*/ 16633 h 110027"/>
                <a:gd name="connsiteX4" fmla="*/ 24154 w 60437"/>
                <a:gd name="connsiteY4" fmla="*/ 11993 h 110027"/>
                <a:gd name="connsiteX5" fmla="*/ 24154 w 60437"/>
                <a:gd name="connsiteY5" fmla="*/ 96502 h 110027"/>
                <a:gd name="connsiteX6" fmla="*/ 7550 w 60437"/>
                <a:gd name="connsiteY6" fmla="*/ 104125 h 110027"/>
                <a:gd name="connsiteX7" fmla="*/ 1241 w 60437"/>
                <a:gd name="connsiteY7" fmla="*/ 104125 h 110027"/>
                <a:gd name="connsiteX8" fmla="*/ 1241 w 60437"/>
                <a:gd name="connsiteY8" fmla="*/ 110090 h 110027"/>
                <a:gd name="connsiteX9" fmla="*/ 30795 w 60437"/>
                <a:gd name="connsiteY9" fmla="*/ 109427 h 110027"/>
                <a:gd name="connsiteX10" fmla="*/ 60515 w 60437"/>
                <a:gd name="connsiteY10" fmla="*/ 110090 h 110027"/>
                <a:gd name="connsiteX11" fmla="*/ 60515 w 60437"/>
                <a:gd name="connsiteY11" fmla="*/ 104125 h 110027"/>
                <a:gd name="connsiteX12" fmla="*/ 54206 w 60437"/>
                <a:gd name="connsiteY12" fmla="*/ 104125 h 110027"/>
                <a:gd name="connsiteX13" fmla="*/ 37603 w 60437"/>
                <a:gd name="connsiteY13" fmla="*/ 96502 h 110027"/>
                <a:gd name="connsiteX14" fmla="*/ 37603 w 60437"/>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37" h="110027">
                  <a:moveTo>
                    <a:pt x="37603" y="4702"/>
                  </a:moveTo>
                  <a:cubicBezTo>
                    <a:pt x="37603" y="228"/>
                    <a:pt x="37270" y="62"/>
                    <a:pt x="32621" y="62"/>
                  </a:cubicBezTo>
                  <a:cubicBezTo>
                    <a:pt x="21995" y="10502"/>
                    <a:pt x="6886" y="10667"/>
                    <a:pt x="78" y="10667"/>
                  </a:cubicBezTo>
                  <a:lnTo>
                    <a:pt x="78" y="16633"/>
                  </a:lnTo>
                  <a:cubicBezTo>
                    <a:pt x="4063" y="16633"/>
                    <a:pt x="15022" y="16633"/>
                    <a:pt x="24154" y="11993"/>
                  </a:cubicBezTo>
                  <a:lnTo>
                    <a:pt x="24154" y="96502"/>
                  </a:lnTo>
                  <a:cubicBezTo>
                    <a:pt x="24154" y="101970"/>
                    <a:pt x="24154" y="104125"/>
                    <a:pt x="7550" y="104125"/>
                  </a:cubicBezTo>
                  <a:lnTo>
                    <a:pt x="1241" y="104125"/>
                  </a:lnTo>
                  <a:lnTo>
                    <a:pt x="1241" y="110090"/>
                  </a:lnTo>
                  <a:cubicBezTo>
                    <a:pt x="4229" y="109924"/>
                    <a:pt x="24652" y="109427"/>
                    <a:pt x="30795" y="109427"/>
                  </a:cubicBezTo>
                  <a:cubicBezTo>
                    <a:pt x="35942" y="109427"/>
                    <a:pt x="56863" y="109924"/>
                    <a:pt x="60515" y="110090"/>
                  </a:cubicBezTo>
                  <a:lnTo>
                    <a:pt x="60515" y="104125"/>
                  </a:lnTo>
                  <a:lnTo>
                    <a:pt x="54206" y="104125"/>
                  </a:lnTo>
                  <a:cubicBezTo>
                    <a:pt x="37603" y="104125"/>
                    <a:pt x="37603" y="101970"/>
                    <a:pt x="37603" y="96502"/>
                  </a:cubicBezTo>
                  <a:lnTo>
                    <a:pt x="37603"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7" name="Freeform: Shape 346">
              <a:extLst>
                <a:ext uri="{FF2B5EF4-FFF2-40B4-BE49-F238E27FC236}">
                  <a16:creationId xmlns:a16="http://schemas.microsoft.com/office/drawing/2014/main" id="{29F08C35-803D-24AA-D95B-B8FA246F1737}"/>
                </a:ext>
              </a:extLst>
            </p:cNvPr>
            <p:cNvSpPr/>
            <p:nvPr>
              <p:custDataLst>
                <p:tags r:id="rId160"/>
              </p:custDataLst>
            </p:nvPr>
          </p:nvSpPr>
          <p:spPr>
            <a:xfrm>
              <a:off x="6791732" y="4500398"/>
              <a:ext cx="117252" cy="9468"/>
            </a:xfrm>
            <a:custGeom>
              <a:avLst/>
              <a:gdLst>
                <a:gd name="connsiteX0" fmla="*/ 0 w 117252"/>
                <a:gd name="connsiteY0" fmla="*/ 0 h 9468"/>
                <a:gd name="connsiteX1" fmla="*/ 117253 w 117252"/>
                <a:gd name="connsiteY1" fmla="*/ 0 h 9468"/>
                <a:gd name="connsiteX2" fmla="*/ 117253 w 117252"/>
                <a:gd name="connsiteY2" fmla="*/ 9468 h 9468"/>
                <a:gd name="connsiteX3" fmla="*/ 0 w 117252"/>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52" h="9468">
                  <a:moveTo>
                    <a:pt x="0" y="0"/>
                  </a:moveTo>
                  <a:lnTo>
                    <a:pt x="117253" y="0"/>
                  </a:lnTo>
                  <a:lnTo>
                    <a:pt x="117253"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8" name="Freeform: Shape 347">
              <a:extLst>
                <a:ext uri="{FF2B5EF4-FFF2-40B4-BE49-F238E27FC236}">
                  <a16:creationId xmlns:a16="http://schemas.microsoft.com/office/drawing/2014/main" id="{F7578FD5-9D04-9006-6421-A8F98BAB1585}"/>
                </a:ext>
              </a:extLst>
            </p:cNvPr>
            <p:cNvSpPr/>
            <p:nvPr>
              <p:custDataLst>
                <p:tags r:id="rId161"/>
              </p:custDataLst>
            </p:nvPr>
          </p:nvSpPr>
          <p:spPr>
            <a:xfrm>
              <a:off x="6799536" y="4572868"/>
              <a:ext cx="101447" cy="74732"/>
            </a:xfrm>
            <a:custGeom>
              <a:avLst/>
              <a:gdLst>
                <a:gd name="connsiteX0" fmla="*/ 12531 w 101447"/>
                <a:gd name="connsiteY0" fmla="*/ 62706 h 74732"/>
                <a:gd name="connsiteX1" fmla="*/ 10870 w 101447"/>
                <a:gd name="connsiteY1" fmla="*/ 69500 h 74732"/>
                <a:gd name="connsiteX2" fmla="*/ 16515 w 101447"/>
                <a:gd name="connsiteY2" fmla="*/ 74802 h 74732"/>
                <a:gd name="connsiteX3" fmla="*/ 22991 w 101447"/>
                <a:gd name="connsiteY3" fmla="*/ 71157 h 74732"/>
                <a:gd name="connsiteX4" fmla="*/ 25980 w 101447"/>
                <a:gd name="connsiteY4" fmla="*/ 60883 h 74732"/>
                <a:gd name="connsiteX5" fmla="*/ 29632 w 101447"/>
                <a:gd name="connsiteY5" fmla="*/ 45970 h 74732"/>
                <a:gd name="connsiteX6" fmla="*/ 32455 w 101447"/>
                <a:gd name="connsiteY6" fmla="*/ 34868 h 74732"/>
                <a:gd name="connsiteX7" fmla="*/ 39428 w 101447"/>
                <a:gd name="connsiteY7" fmla="*/ 19954 h 74732"/>
                <a:gd name="connsiteX8" fmla="*/ 64334 w 101447"/>
                <a:gd name="connsiteY8" fmla="*/ 4709 h 74732"/>
                <a:gd name="connsiteX9" fmla="*/ 74130 w 101447"/>
                <a:gd name="connsiteY9" fmla="*/ 16309 h 74732"/>
                <a:gd name="connsiteX10" fmla="*/ 64334 w 101447"/>
                <a:gd name="connsiteY10" fmla="*/ 51604 h 74732"/>
                <a:gd name="connsiteX11" fmla="*/ 61843 w 101447"/>
                <a:gd name="connsiteY11" fmla="*/ 60552 h 74732"/>
                <a:gd name="connsiteX12" fmla="*/ 77617 w 101447"/>
                <a:gd name="connsiteY12" fmla="*/ 74802 h 74732"/>
                <a:gd name="connsiteX13" fmla="*/ 101526 w 101447"/>
                <a:gd name="connsiteY13" fmla="*/ 49450 h 74732"/>
                <a:gd name="connsiteX14" fmla="*/ 98869 w 101447"/>
                <a:gd name="connsiteY14" fmla="*/ 47295 h 74732"/>
                <a:gd name="connsiteX15" fmla="*/ 95715 w 101447"/>
                <a:gd name="connsiteY15" fmla="*/ 50112 h 74732"/>
                <a:gd name="connsiteX16" fmla="*/ 78115 w 101447"/>
                <a:gd name="connsiteY16" fmla="*/ 70163 h 74732"/>
                <a:gd name="connsiteX17" fmla="*/ 73964 w 101447"/>
                <a:gd name="connsiteY17" fmla="*/ 64363 h 74732"/>
                <a:gd name="connsiteX18" fmla="*/ 77783 w 101447"/>
                <a:gd name="connsiteY18" fmla="*/ 50941 h 74732"/>
                <a:gd name="connsiteX19" fmla="*/ 86583 w 101447"/>
                <a:gd name="connsiteY19" fmla="*/ 18960 h 74732"/>
                <a:gd name="connsiteX20" fmla="*/ 64998 w 101447"/>
                <a:gd name="connsiteY20" fmla="*/ 70 h 74732"/>
                <a:gd name="connsiteX21" fmla="*/ 36938 w 101447"/>
                <a:gd name="connsiteY21" fmla="*/ 15149 h 74732"/>
                <a:gd name="connsiteX22" fmla="*/ 19172 w 101447"/>
                <a:gd name="connsiteY22" fmla="*/ 70 h 74732"/>
                <a:gd name="connsiteX23" fmla="*/ 6055 w 101447"/>
                <a:gd name="connsiteY23" fmla="*/ 9018 h 74732"/>
                <a:gd name="connsiteX24" fmla="*/ 78 w 101447"/>
                <a:gd name="connsiteY24" fmla="*/ 25422 h 74732"/>
                <a:gd name="connsiteX25" fmla="*/ 2901 w 101447"/>
                <a:gd name="connsiteY25" fmla="*/ 27577 h 74732"/>
                <a:gd name="connsiteX26" fmla="*/ 6553 w 101447"/>
                <a:gd name="connsiteY26" fmla="*/ 22605 h 74732"/>
                <a:gd name="connsiteX27" fmla="*/ 18674 w 101447"/>
                <a:gd name="connsiteY27" fmla="*/ 4709 h 74732"/>
                <a:gd name="connsiteX28" fmla="*/ 24153 w 101447"/>
                <a:gd name="connsiteY28" fmla="*/ 12829 h 74732"/>
                <a:gd name="connsiteX29" fmla="*/ 21497 w 101447"/>
                <a:gd name="connsiteY29" fmla="*/ 26582 h 74732"/>
                <a:gd name="connsiteX30" fmla="*/ 17844 w 101447"/>
                <a:gd name="connsiteY30" fmla="*/ 41496 h 74732"/>
                <a:gd name="connsiteX31" fmla="*/ 12531 w 101447"/>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47" h="74732">
                  <a:moveTo>
                    <a:pt x="12531" y="62706"/>
                  </a:moveTo>
                  <a:cubicBezTo>
                    <a:pt x="11866" y="64860"/>
                    <a:pt x="10870" y="69003"/>
                    <a:pt x="10870" y="69500"/>
                  </a:cubicBezTo>
                  <a:cubicBezTo>
                    <a:pt x="10870" y="73145"/>
                    <a:pt x="13859" y="74802"/>
                    <a:pt x="16515" y="74802"/>
                  </a:cubicBezTo>
                  <a:cubicBezTo>
                    <a:pt x="19504" y="74802"/>
                    <a:pt x="22161" y="72648"/>
                    <a:pt x="22991" y="71157"/>
                  </a:cubicBezTo>
                  <a:cubicBezTo>
                    <a:pt x="23821" y="69666"/>
                    <a:pt x="25149" y="64363"/>
                    <a:pt x="25980" y="60883"/>
                  </a:cubicBezTo>
                  <a:cubicBezTo>
                    <a:pt x="26810" y="57735"/>
                    <a:pt x="28636" y="50112"/>
                    <a:pt x="29632" y="45970"/>
                  </a:cubicBezTo>
                  <a:cubicBezTo>
                    <a:pt x="30629" y="42324"/>
                    <a:pt x="31625" y="38679"/>
                    <a:pt x="32455" y="34868"/>
                  </a:cubicBezTo>
                  <a:cubicBezTo>
                    <a:pt x="34281" y="28074"/>
                    <a:pt x="34613" y="26748"/>
                    <a:pt x="39428" y="19954"/>
                  </a:cubicBezTo>
                  <a:cubicBezTo>
                    <a:pt x="44077" y="13326"/>
                    <a:pt x="51881" y="4709"/>
                    <a:pt x="64334" y="4709"/>
                  </a:cubicBezTo>
                  <a:cubicBezTo>
                    <a:pt x="73964" y="4709"/>
                    <a:pt x="74130" y="13160"/>
                    <a:pt x="74130" y="16309"/>
                  </a:cubicBezTo>
                  <a:cubicBezTo>
                    <a:pt x="74130" y="26251"/>
                    <a:pt x="66990" y="44644"/>
                    <a:pt x="64334" y="51604"/>
                  </a:cubicBezTo>
                  <a:cubicBezTo>
                    <a:pt x="62507" y="56243"/>
                    <a:pt x="61843" y="57735"/>
                    <a:pt x="61843" y="60552"/>
                  </a:cubicBezTo>
                  <a:cubicBezTo>
                    <a:pt x="61843" y="69334"/>
                    <a:pt x="69149" y="74802"/>
                    <a:pt x="77617" y="74802"/>
                  </a:cubicBezTo>
                  <a:cubicBezTo>
                    <a:pt x="94220" y="74802"/>
                    <a:pt x="101526" y="51935"/>
                    <a:pt x="101526" y="49450"/>
                  </a:cubicBezTo>
                  <a:cubicBezTo>
                    <a:pt x="101526" y="47295"/>
                    <a:pt x="99367" y="47295"/>
                    <a:pt x="98869" y="47295"/>
                  </a:cubicBezTo>
                  <a:cubicBezTo>
                    <a:pt x="96545" y="47295"/>
                    <a:pt x="96379" y="48290"/>
                    <a:pt x="95715" y="50112"/>
                  </a:cubicBezTo>
                  <a:cubicBezTo>
                    <a:pt x="91896" y="63369"/>
                    <a:pt x="84756" y="70163"/>
                    <a:pt x="78115" y="70163"/>
                  </a:cubicBezTo>
                  <a:cubicBezTo>
                    <a:pt x="74628" y="70163"/>
                    <a:pt x="73964" y="67843"/>
                    <a:pt x="73964" y="64363"/>
                  </a:cubicBezTo>
                  <a:cubicBezTo>
                    <a:pt x="73964" y="60552"/>
                    <a:pt x="74794" y="58398"/>
                    <a:pt x="77783" y="50941"/>
                  </a:cubicBezTo>
                  <a:cubicBezTo>
                    <a:pt x="79775" y="45804"/>
                    <a:pt x="86583" y="28239"/>
                    <a:pt x="86583" y="18960"/>
                  </a:cubicBezTo>
                  <a:cubicBezTo>
                    <a:pt x="86583" y="2887"/>
                    <a:pt x="73798" y="70"/>
                    <a:pt x="64998" y="70"/>
                  </a:cubicBezTo>
                  <a:cubicBezTo>
                    <a:pt x="51217" y="70"/>
                    <a:pt x="41919" y="8521"/>
                    <a:pt x="36938" y="15149"/>
                  </a:cubicBezTo>
                  <a:cubicBezTo>
                    <a:pt x="35776" y="3715"/>
                    <a:pt x="25980" y="70"/>
                    <a:pt x="19172" y="70"/>
                  </a:cubicBezTo>
                  <a:cubicBezTo>
                    <a:pt x="12032" y="70"/>
                    <a:pt x="8214" y="5207"/>
                    <a:pt x="6055" y="9018"/>
                  </a:cubicBezTo>
                  <a:cubicBezTo>
                    <a:pt x="2402" y="15149"/>
                    <a:pt x="78" y="24594"/>
                    <a:pt x="78" y="25422"/>
                  </a:cubicBezTo>
                  <a:cubicBezTo>
                    <a:pt x="78" y="27577"/>
                    <a:pt x="2402" y="27577"/>
                    <a:pt x="2901" y="27577"/>
                  </a:cubicBezTo>
                  <a:cubicBezTo>
                    <a:pt x="5225" y="27577"/>
                    <a:pt x="5391" y="27079"/>
                    <a:pt x="6553" y="22605"/>
                  </a:cubicBezTo>
                  <a:cubicBezTo>
                    <a:pt x="9044" y="12829"/>
                    <a:pt x="12199" y="4709"/>
                    <a:pt x="18674" y="4709"/>
                  </a:cubicBezTo>
                  <a:cubicBezTo>
                    <a:pt x="22991" y="4709"/>
                    <a:pt x="24153" y="8355"/>
                    <a:pt x="24153" y="12829"/>
                  </a:cubicBezTo>
                  <a:cubicBezTo>
                    <a:pt x="24153" y="15977"/>
                    <a:pt x="22659" y="22108"/>
                    <a:pt x="21497" y="26582"/>
                  </a:cubicBezTo>
                  <a:cubicBezTo>
                    <a:pt x="20334" y="31056"/>
                    <a:pt x="18674" y="37850"/>
                    <a:pt x="17844" y="41496"/>
                  </a:cubicBezTo>
                  <a:lnTo>
                    <a:pt x="12531"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49" name="Freeform: Shape 348">
              <a:extLst>
                <a:ext uri="{FF2B5EF4-FFF2-40B4-BE49-F238E27FC236}">
                  <a16:creationId xmlns:a16="http://schemas.microsoft.com/office/drawing/2014/main" id="{1B238D91-0931-2895-323F-AF74906AF411}"/>
                </a:ext>
              </a:extLst>
            </p:cNvPr>
            <p:cNvSpPr/>
            <p:nvPr>
              <p:custDataLst>
                <p:tags r:id="rId162"/>
              </p:custDataLst>
            </p:nvPr>
          </p:nvSpPr>
          <p:spPr>
            <a:xfrm>
              <a:off x="7079792" y="4266352"/>
              <a:ext cx="101447" cy="74732"/>
            </a:xfrm>
            <a:custGeom>
              <a:avLst/>
              <a:gdLst>
                <a:gd name="connsiteX0" fmla="*/ 12542 w 101447"/>
                <a:gd name="connsiteY0" fmla="*/ 62693 h 74732"/>
                <a:gd name="connsiteX1" fmla="*/ 10882 w 101447"/>
                <a:gd name="connsiteY1" fmla="*/ 69487 h 74732"/>
                <a:gd name="connsiteX2" fmla="*/ 16527 w 101447"/>
                <a:gd name="connsiteY2" fmla="*/ 74789 h 74732"/>
                <a:gd name="connsiteX3" fmla="*/ 23003 w 101447"/>
                <a:gd name="connsiteY3" fmla="*/ 71144 h 74732"/>
                <a:gd name="connsiteX4" fmla="*/ 25991 w 101447"/>
                <a:gd name="connsiteY4" fmla="*/ 60870 h 74732"/>
                <a:gd name="connsiteX5" fmla="*/ 29644 w 101447"/>
                <a:gd name="connsiteY5" fmla="*/ 45957 h 74732"/>
                <a:gd name="connsiteX6" fmla="*/ 32467 w 101447"/>
                <a:gd name="connsiteY6" fmla="*/ 34855 h 74732"/>
                <a:gd name="connsiteX7" fmla="*/ 39440 w 101447"/>
                <a:gd name="connsiteY7" fmla="*/ 19941 h 74732"/>
                <a:gd name="connsiteX8" fmla="*/ 64346 w 101447"/>
                <a:gd name="connsiteY8" fmla="*/ 4697 h 74732"/>
                <a:gd name="connsiteX9" fmla="*/ 74142 w 101447"/>
                <a:gd name="connsiteY9" fmla="*/ 16296 h 74732"/>
                <a:gd name="connsiteX10" fmla="*/ 64346 w 101447"/>
                <a:gd name="connsiteY10" fmla="*/ 51591 h 74732"/>
                <a:gd name="connsiteX11" fmla="*/ 61855 w 101447"/>
                <a:gd name="connsiteY11" fmla="*/ 60539 h 74732"/>
                <a:gd name="connsiteX12" fmla="*/ 77628 w 101447"/>
                <a:gd name="connsiteY12" fmla="*/ 74789 h 74732"/>
                <a:gd name="connsiteX13" fmla="*/ 101538 w 101447"/>
                <a:gd name="connsiteY13" fmla="*/ 49437 h 74732"/>
                <a:gd name="connsiteX14" fmla="*/ 98881 w 101447"/>
                <a:gd name="connsiteY14" fmla="*/ 47283 h 74732"/>
                <a:gd name="connsiteX15" fmla="*/ 95726 w 101447"/>
                <a:gd name="connsiteY15" fmla="*/ 50099 h 74732"/>
                <a:gd name="connsiteX16" fmla="*/ 78127 w 101447"/>
                <a:gd name="connsiteY16" fmla="*/ 70150 h 74732"/>
                <a:gd name="connsiteX17" fmla="*/ 73976 w 101447"/>
                <a:gd name="connsiteY17" fmla="*/ 64350 h 74732"/>
                <a:gd name="connsiteX18" fmla="*/ 77795 w 101447"/>
                <a:gd name="connsiteY18" fmla="*/ 50928 h 74732"/>
                <a:gd name="connsiteX19" fmla="*/ 86594 w 101447"/>
                <a:gd name="connsiteY19" fmla="*/ 18947 h 74732"/>
                <a:gd name="connsiteX20" fmla="*/ 65010 w 101447"/>
                <a:gd name="connsiteY20" fmla="*/ 57 h 74732"/>
                <a:gd name="connsiteX21" fmla="*/ 36950 w 101447"/>
                <a:gd name="connsiteY21" fmla="*/ 15136 h 74732"/>
                <a:gd name="connsiteX22" fmla="*/ 19184 w 101447"/>
                <a:gd name="connsiteY22" fmla="*/ 57 h 74732"/>
                <a:gd name="connsiteX23" fmla="*/ 6067 w 101447"/>
                <a:gd name="connsiteY23" fmla="*/ 9005 h 74732"/>
                <a:gd name="connsiteX24" fmla="*/ 90 w 101447"/>
                <a:gd name="connsiteY24" fmla="*/ 25410 h 74732"/>
                <a:gd name="connsiteX25" fmla="*/ 2912 w 101447"/>
                <a:gd name="connsiteY25" fmla="*/ 27564 h 74732"/>
                <a:gd name="connsiteX26" fmla="*/ 6565 w 101447"/>
                <a:gd name="connsiteY26" fmla="*/ 22593 h 74732"/>
                <a:gd name="connsiteX27" fmla="*/ 18686 w 101447"/>
                <a:gd name="connsiteY27" fmla="*/ 4697 h 74732"/>
                <a:gd name="connsiteX28" fmla="*/ 24165 w 101447"/>
                <a:gd name="connsiteY28" fmla="*/ 12816 h 74732"/>
                <a:gd name="connsiteX29" fmla="*/ 21508 w 101447"/>
                <a:gd name="connsiteY29" fmla="*/ 26569 h 74732"/>
                <a:gd name="connsiteX30" fmla="*/ 17856 w 101447"/>
                <a:gd name="connsiteY30" fmla="*/ 41483 h 74732"/>
                <a:gd name="connsiteX31" fmla="*/ 12542 w 101447"/>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47" h="74732">
                  <a:moveTo>
                    <a:pt x="12542" y="62693"/>
                  </a:moveTo>
                  <a:cubicBezTo>
                    <a:pt x="11878" y="64847"/>
                    <a:pt x="10882" y="68990"/>
                    <a:pt x="10882" y="69487"/>
                  </a:cubicBezTo>
                  <a:cubicBezTo>
                    <a:pt x="10882" y="73132"/>
                    <a:pt x="13871" y="74789"/>
                    <a:pt x="16527" y="74789"/>
                  </a:cubicBezTo>
                  <a:cubicBezTo>
                    <a:pt x="19516" y="74789"/>
                    <a:pt x="22172" y="72635"/>
                    <a:pt x="23003" y="71144"/>
                  </a:cubicBezTo>
                  <a:cubicBezTo>
                    <a:pt x="23833" y="69653"/>
                    <a:pt x="25161" y="64350"/>
                    <a:pt x="25991" y="60870"/>
                  </a:cubicBezTo>
                  <a:cubicBezTo>
                    <a:pt x="26821" y="57722"/>
                    <a:pt x="28648" y="50099"/>
                    <a:pt x="29644" y="45957"/>
                  </a:cubicBezTo>
                  <a:cubicBezTo>
                    <a:pt x="30640" y="42311"/>
                    <a:pt x="31637" y="38666"/>
                    <a:pt x="32467" y="34855"/>
                  </a:cubicBezTo>
                  <a:cubicBezTo>
                    <a:pt x="34293" y="28061"/>
                    <a:pt x="34625" y="26735"/>
                    <a:pt x="39440" y="19941"/>
                  </a:cubicBezTo>
                  <a:cubicBezTo>
                    <a:pt x="44089" y="13313"/>
                    <a:pt x="51893" y="4697"/>
                    <a:pt x="64346" y="4697"/>
                  </a:cubicBezTo>
                  <a:cubicBezTo>
                    <a:pt x="73976" y="4697"/>
                    <a:pt x="74142" y="13147"/>
                    <a:pt x="74142" y="16296"/>
                  </a:cubicBezTo>
                  <a:cubicBezTo>
                    <a:pt x="74142" y="26238"/>
                    <a:pt x="67002" y="44631"/>
                    <a:pt x="64346" y="51591"/>
                  </a:cubicBezTo>
                  <a:cubicBezTo>
                    <a:pt x="62519" y="56231"/>
                    <a:pt x="61855" y="57722"/>
                    <a:pt x="61855" y="60539"/>
                  </a:cubicBezTo>
                  <a:cubicBezTo>
                    <a:pt x="61855" y="69321"/>
                    <a:pt x="69161" y="74789"/>
                    <a:pt x="77628" y="74789"/>
                  </a:cubicBezTo>
                  <a:cubicBezTo>
                    <a:pt x="94232" y="74789"/>
                    <a:pt x="101538" y="51922"/>
                    <a:pt x="101538" y="49437"/>
                  </a:cubicBezTo>
                  <a:cubicBezTo>
                    <a:pt x="101538" y="47283"/>
                    <a:pt x="99379" y="47283"/>
                    <a:pt x="98881" y="47283"/>
                  </a:cubicBezTo>
                  <a:cubicBezTo>
                    <a:pt x="96557" y="47283"/>
                    <a:pt x="96391" y="48277"/>
                    <a:pt x="95726" y="50099"/>
                  </a:cubicBezTo>
                  <a:cubicBezTo>
                    <a:pt x="91908" y="63356"/>
                    <a:pt x="84768" y="70150"/>
                    <a:pt x="78127" y="70150"/>
                  </a:cubicBezTo>
                  <a:cubicBezTo>
                    <a:pt x="74640" y="70150"/>
                    <a:pt x="73976" y="67830"/>
                    <a:pt x="73976" y="64350"/>
                  </a:cubicBezTo>
                  <a:cubicBezTo>
                    <a:pt x="73976" y="60539"/>
                    <a:pt x="74806" y="58385"/>
                    <a:pt x="77795" y="50928"/>
                  </a:cubicBezTo>
                  <a:cubicBezTo>
                    <a:pt x="79787" y="45791"/>
                    <a:pt x="86594" y="28227"/>
                    <a:pt x="86594" y="18947"/>
                  </a:cubicBezTo>
                  <a:cubicBezTo>
                    <a:pt x="86594" y="2874"/>
                    <a:pt x="73810" y="57"/>
                    <a:pt x="65010" y="57"/>
                  </a:cubicBezTo>
                  <a:cubicBezTo>
                    <a:pt x="51229" y="57"/>
                    <a:pt x="41931" y="8508"/>
                    <a:pt x="36950" y="15136"/>
                  </a:cubicBezTo>
                  <a:cubicBezTo>
                    <a:pt x="35787" y="3702"/>
                    <a:pt x="25991" y="57"/>
                    <a:pt x="19184" y="57"/>
                  </a:cubicBezTo>
                  <a:cubicBezTo>
                    <a:pt x="12044" y="57"/>
                    <a:pt x="8225" y="5194"/>
                    <a:pt x="6067" y="9005"/>
                  </a:cubicBezTo>
                  <a:cubicBezTo>
                    <a:pt x="2414" y="15136"/>
                    <a:pt x="90" y="24581"/>
                    <a:pt x="90" y="25410"/>
                  </a:cubicBezTo>
                  <a:cubicBezTo>
                    <a:pt x="90" y="27564"/>
                    <a:pt x="2414" y="27564"/>
                    <a:pt x="2912" y="27564"/>
                  </a:cubicBezTo>
                  <a:cubicBezTo>
                    <a:pt x="5237" y="27564"/>
                    <a:pt x="5403" y="27067"/>
                    <a:pt x="6565" y="22593"/>
                  </a:cubicBezTo>
                  <a:cubicBezTo>
                    <a:pt x="9056" y="12816"/>
                    <a:pt x="12210" y="4697"/>
                    <a:pt x="18686" y="4697"/>
                  </a:cubicBezTo>
                  <a:cubicBezTo>
                    <a:pt x="23003" y="4697"/>
                    <a:pt x="24165" y="8342"/>
                    <a:pt x="24165" y="12816"/>
                  </a:cubicBezTo>
                  <a:cubicBezTo>
                    <a:pt x="24165" y="15964"/>
                    <a:pt x="22671" y="22095"/>
                    <a:pt x="21508" y="26569"/>
                  </a:cubicBezTo>
                  <a:cubicBezTo>
                    <a:pt x="20346" y="31044"/>
                    <a:pt x="18686" y="37837"/>
                    <a:pt x="17856" y="41483"/>
                  </a:cubicBezTo>
                  <a:lnTo>
                    <a:pt x="12542"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0" name="Freeform: Shape 349">
              <a:extLst>
                <a:ext uri="{FF2B5EF4-FFF2-40B4-BE49-F238E27FC236}">
                  <a16:creationId xmlns:a16="http://schemas.microsoft.com/office/drawing/2014/main" id="{D0F99ACE-81F4-B555-8FBD-B8EF690A2476}"/>
                </a:ext>
              </a:extLst>
            </p:cNvPr>
            <p:cNvSpPr/>
            <p:nvPr>
              <p:custDataLst>
                <p:tags r:id="rId163"/>
              </p:custDataLst>
            </p:nvPr>
          </p:nvSpPr>
          <p:spPr>
            <a:xfrm>
              <a:off x="7018711" y="4386771"/>
              <a:ext cx="223674" cy="236720"/>
            </a:xfrm>
            <a:custGeom>
              <a:avLst/>
              <a:gdLst>
                <a:gd name="connsiteX0" fmla="*/ 86663 w 223674"/>
                <a:gd name="connsiteY0" fmla="*/ 126467 h 236720"/>
                <a:gd name="connsiteX1" fmla="*/ 2459 w 223674"/>
                <a:gd name="connsiteY1" fmla="*/ 230388 h 236720"/>
                <a:gd name="connsiteX2" fmla="*/ 324 w 223674"/>
                <a:gd name="connsiteY2" fmla="*/ 234175 h 236720"/>
                <a:gd name="connsiteX3" fmla="*/ 6728 w 223674"/>
                <a:gd name="connsiteY3" fmla="*/ 236779 h 236720"/>
                <a:gd name="connsiteX4" fmla="*/ 203362 w 223674"/>
                <a:gd name="connsiteY4" fmla="*/ 236779 h 236720"/>
                <a:gd name="connsiteX5" fmla="*/ 223761 w 223674"/>
                <a:gd name="connsiteY5" fmla="*/ 177836 h 236720"/>
                <a:gd name="connsiteX6" fmla="*/ 217831 w 223674"/>
                <a:gd name="connsiteY6" fmla="*/ 177836 h 236720"/>
                <a:gd name="connsiteX7" fmla="*/ 175848 w 223674"/>
                <a:gd name="connsiteY7" fmla="*/ 216895 h 236720"/>
                <a:gd name="connsiteX8" fmla="*/ 120819 w 223674"/>
                <a:gd name="connsiteY8" fmla="*/ 223760 h 236720"/>
                <a:gd name="connsiteX9" fmla="*/ 20011 w 223674"/>
                <a:gd name="connsiteY9" fmla="*/ 223760 h 236720"/>
                <a:gd name="connsiteX10" fmla="*/ 102318 w 223674"/>
                <a:gd name="connsiteY10" fmla="*/ 122207 h 236720"/>
                <a:gd name="connsiteX11" fmla="*/ 104452 w 223674"/>
                <a:gd name="connsiteY11" fmla="*/ 118419 h 236720"/>
                <a:gd name="connsiteX12" fmla="*/ 102792 w 223674"/>
                <a:gd name="connsiteY12" fmla="*/ 115105 h 236720"/>
                <a:gd name="connsiteX13" fmla="*/ 25704 w 223674"/>
                <a:gd name="connsiteY13" fmla="*/ 9528 h 236720"/>
                <a:gd name="connsiteX14" fmla="*/ 119633 w 223674"/>
                <a:gd name="connsiteY14" fmla="*/ 9528 h 236720"/>
                <a:gd name="connsiteX15" fmla="*/ 217831 w 223674"/>
                <a:gd name="connsiteY15" fmla="*/ 55451 h 236720"/>
                <a:gd name="connsiteX16" fmla="*/ 223761 w 223674"/>
                <a:gd name="connsiteY16" fmla="*/ 55451 h 236720"/>
                <a:gd name="connsiteX17" fmla="*/ 203362 w 223674"/>
                <a:gd name="connsiteY17" fmla="*/ 59 h 236720"/>
                <a:gd name="connsiteX18" fmla="*/ 6728 w 223674"/>
                <a:gd name="connsiteY18" fmla="*/ 59 h 236720"/>
                <a:gd name="connsiteX19" fmla="*/ 87 w 223674"/>
                <a:gd name="connsiteY19" fmla="*/ 7634 h 236720"/>
                <a:gd name="connsiteX20" fmla="*/ 86663 w 223674"/>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674" h="236720">
                  <a:moveTo>
                    <a:pt x="86663" y="126467"/>
                  </a:moveTo>
                  <a:lnTo>
                    <a:pt x="2459" y="230388"/>
                  </a:lnTo>
                  <a:cubicBezTo>
                    <a:pt x="561" y="232755"/>
                    <a:pt x="324" y="233228"/>
                    <a:pt x="324" y="234175"/>
                  </a:cubicBezTo>
                  <a:cubicBezTo>
                    <a:pt x="324" y="236779"/>
                    <a:pt x="2459" y="236779"/>
                    <a:pt x="6728" y="236779"/>
                  </a:cubicBezTo>
                  <a:lnTo>
                    <a:pt x="203362" y="236779"/>
                  </a:lnTo>
                  <a:lnTo>
                    <a:pt x="223761" y="177836"/>
                  </a:lnTo>
                  <a:lnTo>
                    <a:pt x="217831" y="177836"/>
                  </a:lnTo>
                  <a:cubicBezTo>
                    <a:pt x="211901" y="195590"/>
                    <a:pt x="196009" y="210030"/>
                    <a:pt x="175848" y="216895"/>
                  </a:cubicBezTo>
                  <a:cubicBezTo>
                    <a:pt x="172053" y="218078"/>
                    <a:pt x="155686" y="223760"/>
                    <a:pt x="120819" y="223760"/>
                  </a:cubicBezTo>
                  <a:lnTo>
                    <a:pt x="20011" y="223760"/>
                  </a:lnTo>
                  <a:lnTo>
                    <a:pt x="102318" y="122207"/>
                  </a:lnTo>
                  <a:cubicBezTo>
                    <a:pt x="103978" y="120076"/>
                    <a:pt x="104452" y="119366"/>
                    <a:pt x="104452" y="118419"/>
                  </a:cubicBezTo>
                  <a:cubicBezTo>
                    <a:pt x="104452" y="117472"/>
                    <a:pt x="104215" y="117235"/>
                    <a:pt x="102792" y="115105"/>
                  </a:cubicBezTo>
                  <a:lnTo>
                    <a:pt x="25704" y="9528"/>
                  </a:lnTo>
                  <a:lnTo>
                    <a:pt x="119633" y="9528"/>
                  </a:lnTo>
                  <a:cubicBezTo>
                    <a:pt x="146673" y="9528"/>
                    <a:pt x="201228" y="11185"/>
                    <a:pt x="217831" y="55451"/>
                  </a:cubicBezTo>
                  <a:lnTo>
                    <a:pt x="223761" y="55451"/>
                  </a:lnTo>
                  <a:lnTo>
                    <a:pt x="203362" y="59"/>
                  </a:lnTo>
                  <a:lnTo>
                    <a:pt x="6728" y="59"/>
                  </a:lnTo>
                  <a:cubicBezTo>
                    <a:pt x="324" y="59"/>
                    <a:pt x="87" y="296"/>
                    <a:pt x="87" y="7634"/>
                  </a:cubicBezTo>
                  <a:lnTo>
                    <a:pt x="86663"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1" name="Freeform: Shape 350">
              <a:extLst>
                <a:ext uri="{FF2B5EF4-FFF2-40B4-BE49-F238E27FC236}">
                  <a16:creationId xmlns:a16="http://schemas.microsoft.com/office/drawing/2014/main" id="{AA7F740D-40F9-58A9-49E2-453ADC7C4954}"/>
                </a:ext>
              </a:extLst>
            </p:cNvPr>
            <p:cNvSpPr/>
            <p:nvPr>
              <p:custDataLst>
                <p:tags r:id="rId164"/>
              </p:custDataLst>
            </p:nvPr>
          </p:nvSpPr>
          <p:spPr>
            <a:xfrm>
              <a:off x="6984783" y="4662733"/>
              <a:ext cx="50308" cy="111518"/>
            </a:xfrm>
            <a:custGeom>
              <a:avLst/>
              <a:gdLst>
                <a:gd name="connsiteX0" fmla="*/ 46078 w 50308"/>
                <a:gd name="connsiteY0" fmla="*/ 6372 h 111518"/>
                <a:gd name="connsiteX1" fmla="*/ 39436 w 50308"/>
                <a:gd name="connsiteY1" fmla="*/ 75 h 111518"/>
                <a:gd name="connsiteX2" fmla="*/ 30138 w 50308"/>
                <a:gd name="connsiteY2" fmla="*/ 9189 h 111518"/>
                <a:gd name="connsiteX3" fmla="*/ 36780 w 50308"/>
                <a:gd name="connsiteY3" fmla="*/ 15486 h 111518"/>
                <a:gd name="connsiteX4" fmla="*/ 46078 w 50308"/>
                <a:gd name="connsiteY4" fmla="*/ 6372 h 111518"/>
                <a:gd name="connsiteX5" fmla="*/ 12206 w 50308"/>
                <a:gd name="connsiteY5" fmla="*/ 90550 h 111518"/>
                <a:gd name="connsiteX6" fmla="*/ 10712 w 50308"/>
                <a:gd name="connsiteY6" fmla="*/ 97509 h 111518"/>
                <a:gd name="connsiteX7" fmla="*/ 26485 w 50308"/>
                <a:gd name="connsiteY7" fmla="*/ 111594 h 111518"/>
                <a:gd name="connsiteX8" fmla="*/ 50395 w 50308"/>
                <a:gd name="connsiteY8" fmla="*/ 86241 h 111518"/>
                <a:gd name="connsiteX9" fmla="*/ 47738 w 50308"/>
                <a:gd name="connsiteY9" fmla="*/ 84087 h 111518"/>
                <a:gd name="connsiteX10" fmla="*/ 44583 w 50308"/>
                <a:gd name="connsiteY10" fmla="*/ 86904 h 111518"/>
                <a:gd name="connsiteX11" fmla="*/ 26984 w 50308"/>
                <a:gd name="connsiteY11" fmla="*/ 106954 h 111518"/>
                <a:gd name="connsiteX12" fmla="*/ 22833 w 50308"/>
                <a:gd name="connsiteY12" fmla="*/ 101155 h 111518"/>
                <a:gd name="connsiteX13" fmla="*/ 25489 w 50308"/>
                <a:gd name="connsiteY13" fmla="*/ 90550 h 111518"/>
                <a:gd name="connsiteX14" fmla="*/ 30802 w 50308"/>
                <a:gd name="connsiteY14" fmla="*/ 77293 h 111518"/>
                <a:gd name="connsiteX15" fmla="*/ 38938 w 50308"/>
                <a:gd name="connsiteY15" fmla="*/ 56249 h 111518"/>
                <a:gd name="connsiteX16" fmla="*/ 39934 w 50308"/>
                <a:gd name="connsiteY16" fmla="*/ 50946 h 111518"/>
                <a:gd name="connsiteX17" fmla="*/ 24161 w 50308"/>
                <a:gd name="connsiteY17" fmla="*/ 36861 h 111518"/>
                <a:gd name="connsiteX18" fmla="*/ 86 w 50308"/>
                <a:gd name="connsiteY18" fmla="*/ 62214 h 111518"/>
                <a:gd name="connsiteX19" fmla="*/ 2908 w 50308"/>
                <a:gd name="connsiteY19" fmla="*/ 64368 h 111518"/>
                <a:gd name="connsiteX20" fmla="*/ 5897 w 50308"/>
                <a:gd name="connsiteY20" fmla="*/ 61717 h 111518"/>
                <a:gd name="connsiteX21" fmla="*/ 23663 w 50308"/>
                <a:gd name="connsiteY21" fmla="*/ 41501 h 111518"/>
                <a:gd name="connsiteX22" fmla="*/ 27814 w 50308"/>
                <a:gd name="connsiteY22" fmla="*/ 47301 h 111518"/>
                <a:gd name="connsiteX23" fmla="*/ 22667 w 50308"/>
                <a:gd name="connsiteY23" fmla="*/ 63871 h 111518"/>
                <a:gd name="connsiteX24" fmla="*/ 12206 w 50308"/>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08" h="111518">
                  <a:moveTo>
                    <a:pt x="46078" y="6372"/>
                  </a:moveTo>
                  <a:cubicBezTo>
                    <a:pt x="46078" y="3721"/>
                    <a:pt x="44085" y="75"/>
                    <a:pt x="39436" y="75"/>
                  </a:cubicBezTo>
                  <a:cubicBezTo>
                    <a:pt x="34953" y="75"/>
                    <a:pt x="30138" y="4383"/>
                    <a:pt x="30138" y="9189"/>
                  </a:cubicBezTo>
                  <a:cubicBezTo>
                    <a:pt x="30138" y="12006"/>
                    <a:pt x="32297" y="15486"/>
                    <a:pt x="36780" y="15486"/>
                  </a:cubicBezTo>
                  <a:cubicBezTo>
                    <a:pt x="41595" y="15486"/>
                    <a:pt x="46078" y="10846"/>
                    <a:pt x="46078" y="6372"/>
                  </a:cubicBezTo>
                  <a:close/>
                  <a:moveTo>
                    <a:pt x="12206" y="90550"/>
                  </a:moveTo>
                  <a:cubicBezTo>
                    <a:pt x="11542" y="92704"/>
                    <a:pt x="10712" y="94692"/>
                    <a:pt x="10712" y="97509"/>
                  </a:cubicBezTo>
                  <a:cubicBezTo>
                    <a:pt x="10712" y="105297"/>
                    <a:pt x="17353" y="111594"/>
                    <a:pt x="26485" y="111594"/>
                  </a:cubicBezTo>
                  <a:cubicBezTo>
                    <a:pt x="43089" y="111594"/>
                    <a:pt x="50395" y="88727"/>
                    <a:pt x="50395" y="86241"/>
                  </a:cubicBezTo>
                  <a:cubicBezTo>
                    <a:pt x="50395" y="84087"/>
                    <a:pt x="48236" y="84087"/>
                    <a:pt x="47738" y="84087"/>
                  </a:cubicBezTo>
                  <a:cubicBezTo>
                    <a:pt x="45413" y="84087"/>
                    <a:pt x="45247" y="85081"/>
                    <a:pt x="44583" y="86904"/>
                  </a:cubicBezTo>
                  <a:cubicBezTo>
                    <a:pt x="40765" y="100160"/>
                    <a:pt x="33459" y="106954"/>
                    <a:pt x="26984" y="106954"/>
                  </a:cubicBezTo>
                  <a:cubicBezTo>
                    <a:pt x="23663" y="106954"/>
                    <a:pt x="22833" y="104800"/>
                    <a:pt x="22833" y="101155"/>
                  </a:cubicBezTo>
                  <a:cubicBezTo>
                    <a:pt x="22833" y="97343"/>
                    <a:pt x="23995" y="94195"/>
                    <a:pt x="25489" y="90550"/>
                  </a:cubicBezTo>
                  <a:cubicBezTo>
                    <a:pt x="27150" y="86076"/>
                    <a:pt x="28976" y="81602"/>
                    <a:pt x="30802" y="77293"/>
                  </a:cubicBezTo>
                  <a:cubicBezTo>
                    <a:pt x="32297" y="73316"/>
                    <a:pt x="38274" y="58237"/>
                    <a:pt x="38938" y="56249"/>
                  </a:cubicBezTo>
                  <a:cubicBezTo>
                    <a:pt x="39436" y="54592"/>
                    <a:pt x="39934" y="52603"/>
                    <a:pt x="39934" y="50946"/>
                  </a:cubicBezTo>
                  <a:cubicBezTo>
                    <a:pt x="39934" y="43158"/>
                    <a:pt x="33293" y="36861"/>
                    <a:pt x="24161" y="36861"/>
                  </a:cubicBezTo>
                  <a:cubicBezTo>
                    <a:pt x="7723" y="36861"/>
                    <a:pt x="86" y="59397"/>
                    <a:pt x="86" y="62214"/>
                  </a:cubicBezTo>
                  <a:cubicBezTo>
                    <a:pt x="86" y="64368"/>
                    <a:pt x="2410" y="64368"/>
                    <a:pt x="2908" y="64368"/>
                  </a:cubicBezTo>
                  <a:cubicBezTo>
                    <a:pt x="5233" y="64368"/>
                    <a:pt x="5399" y="63540"/>
                    <a:pt x="5897" y="61717"/>
                  </a:cubicBezTo>
                  <a:cubicBezTo>
                    <a:pt x="10214" y="47466"/>
                    <a:pt x="17519" y="41501"/>
                    <a:pt x="23663" y="41501"/>
                  </a:cubicBezTo>
                  <a:cubicBezTo>
                    <a:pt x="26319" y="41501"/>
                    <a:pt x="27814" y="42827"/>
                    <a:pt x="27814" y="47301"/>
                  </a:cubicBezTo>
                  <a:cubicBezTo>
                    <a:pt x="27814" y="51112"/>
                    <a:pt x="26817" y="53598"/>
                    <a:pt x="22667" y="63871"/>
                  </a:cubicBezTo>
                  <a:lnTo>
                    <a:pt x="12206"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2" name="Freeform: Shape 351">
              <a:extLst>
                <a:ext uri="{FF2B5EF4-FFF2-40B4-BE49-F238E27FC236}">
                  <a16:creationId xmlns:a16="http://schemas.microsoft.com/office/drawing/2014/main" id="{89820FF9-3435-6ADB-C4D2-A678A115EB4D}"/>
                </a:ext>
              </a:extLst>
            </p:cNvPr>
            <p:cNvSpPr/>
            <p:nvPr>
              <p:custDataLst>
                <p:tags r:id="rId165"/>
              </p:custDataLst>
            </p:nvPr>
          </p:nvSpPr>
          <p:spPr>
            <a:xfrm>
              <a:off x="7055711" y="4708799"/>
              <a:ext cx="122202" cy="44574"/>
            </a:xfrm>
            <a:custGeom>
              <a:avLst/>
              <a:gdLst>
                <a:gd name="connsiteX0" fmla="*/ 115982 w 122202"/>
                <a:gd name="connsiteY0" fmla="*/ 8195 h 44574"/>
                <a:gd name="connsiteX1" fmla="*/ 122291 w 122202"/>
                <a:gd name="connsiteY1" fmla="*/ 4052 h 44574"/>
                <a:gd name="connsiteX2" fmla="*/ 116148 w 122202"/>
                <a:gd name="connsiteY2" fmla="*/ 75 h 44574"/>
                <a:gd name="connsiteX3" fmla="*/ 6232 w 122202"/>
                <a:gd name="connsiteY3" fmla="*/ 75 h 44574"/>
                <a:gd name="connsiteX4" fmla="*/ 89 w 122202"/>
                <a:gd name="connsiteY4" fmla="*/ 4052 h 44574"/>
                <a:gd name="connsiteX5" fmla="*/ 6398 w 122202"/>
                <a:gd name="connsiteY5" fmla="*/ 8195 h 44574"/>
                <a:gd name="connsiteX6" fmla="*/ 115982 w 122202"/>
                <a:gd name="connsiteY6" fmla="*/ 8195 h 44574"/>
                <a:gd name="connsiteX7" fmla="*/ 116148 w 122202"/>
                <a:gd name="connsiteY7" fmla="*/ 44650 h 44574"/>
                <a:gd name="connsiteX8" fmla="*/ 122291 w 122202"/>
                <a:gd name="connsiteY8" fmla="*/ 40673 h 44574"/>
                <a:gd name="connsiteX9" fmla="*/ 115982 w 122202"/>
                <a:gd name="connsiteY9" fmla="*/ 36530 h 44574"/>
                <a:gd name="connsiteX10" fmla="*/ 6398 w 122202"/>
                <a:gd name="connsiteY10" fmla="*/ 36530 h 44574"/>
                <a:gd name="connsiteX11" fmla="*/ 89 w 122202"/>
                <a:gd name="connsiteY11" fmla="*/ 40673 h 44574"/>
                <a:gd name="connsiteX12" fmla="*/ 6232 w 122202"/>
                <a:gd name="connsiteY12" fmla="*/ 44650 h 44574"/>
                <a:gd name="connsiteX13" fmla="*/ 116148 w 122202"/>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202" h="44574">
                  <a:moveTo>
                    <a:pt x="115982" y="8195"/>
                  </a:moveTo>
                  <a:cubicBezTo>
                    <a:pt x="118472" y="8195"/>
                    <a:pt x="122291" y="8195"/>
                    <a:pt x="122291" y="4052"/>
                  </a:cubicBezTo>
                  <a:cubicBezTo>
                    <a:pt x="122291" y="75"/>
                    <a:pt x="118306" y="75"/>
                    <a:pt x="116148" y="75"/>
                  </a:cubicBezTo>
                  <a:lnTo>
                    <a:pt x="6232" y="75"/>
                  </a:lnTo>
                  <a:cubicBezTo>
                    <a:pt x="4073" y="75"/>
                    <a:pt x="89" y="75"/>
                    <a:pt x="89" y="4052"/>
                  </a:cubicBezTo>
                  <a:cubicBezTo>
                    <a:pt x="89" y="8195"/>
                    <a:pt x="3907" y="8195"/>
                    <a:pt x="6398" y="8195"/>
                  </a:cubicBezTo>
                  <a:lnTo>
                    <a:pt x="115982" y="8195"/>
                  </a:lnTo>
                  <a:close/>
                  <a:moveTo>
                    <a:pt x="116148" y="44650"/>
                  </a:moveTo>
                  <a:cubicBezTo>
                    <a:pt x="118306" y="44650"/>
                    <a:pt x="122291" y="44650"/>
                    <a:pt x="122291" y="40673"/>
                  </a:cubicBezTo>
                  <a:cubicBezTo>
                    <a:pt x="122291" y="36530"/>
                    <a:pt x="118472" y="36530"/>
                    <a:pt x="115982" y="36530"/>
                  </a:cubicBezTo>
                  <a:lnTo>
                    <a:pt x="6398" y="36530"/>
                  </a:lnTo>
                  <a:cubicBezTo>
                    <a:pt x="3907" y="36530"/>
                    <a:pt x="89" y="36530"/>
                    <a:pt x="89" y="40673"/>
                  </a:cubicBezTo>
                  <a:cubicBezTo>
                    <a:pt x="89" y="44650"/>
                    <a:pt x="4073" y="44650"/>
                    <a:pt x="6232" y="44650"/>
                  </a:cubicBezTo>
                  <a:lnTo>
                    <a:pt x="116148"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3" name="Freeform: Shape 352">
              <a:extLst>
                <a:ext uri="{FF2B5EF4-FFF2-40B4-BE49-F238E27FC236}">
                  <a16:creationId xmlns:a16="http://schemas.microsoft.com/office/drawing/2014/main" id="{B0A7531F-AD6F-4D91-5D2A-81DDF5EC82E6}"/>
                </a:ext>
              </a:extLst>
            </p:cNvPr>
            <p:cNvSpPr/>
            <p:nvPr>
              <p:custDataLst>
                <p:tags r:id="rId166"/>
              </p:custDataLst>
            </p:nvPr>
          </p:nvSpPr>
          <p:spPr>
            <a:xfrm>
              <a:off x="7207798" y="4662567"/>
              <a:ext cx="60437" cy="110027"/>
            </a:xfrm>
            <a:custGeom>
              <a:avLst/>
              <a:gdLst>
                <a:gd name="connsiteX0" fmla="*/ 37619 w 60437"/>
                <a:gd name="connsiteY0" fmla="*/ 4715 h 110027"/>
                <a:gd name="connsiteX1" fmla="*/ 32638 w 60437"/>
                <a:gd name="connsiteY1" fmla="*/ 75 h 110027"/>
                <a:gd name="connsiteX2" fmla="*/ 95 w 60437"/>
                <a:gd name="connsiteY2" fmla="*/ 10680 h 110027"/>
                <a:gd name="connsiteX3" fmla="*/ 95 w 60437"/>
                <a:gd name="connsiteY3" fmla="*/ 16645 h 110027"/>
                <a:gd name="connsiteX4" fmla="*/ 24170 w 60437"/>
                <a:gd name="connsiteY4" fmla="*/ 12006 h 110027"/>
                <a:gd name="connsiteX5" fmla="*/ 24170 w 60437"/>
                <a:gd name="connsiteY5" fmla="*/ 96515 h 110027"/>
                <a:gd name="connsiteX6" fmla="*/ 7566 w 60437"/>
                <a:gd name="connsiteY6" fmla="*/ 104137 h 110027"/>
                <a:gd name="connsiteX7" fmla="*/ 1257 w 60437"/>
                <a:gd name="connsiteY7" fmla="*/ 104137 h 110027"/>
                <a:gd name="connsiteX8" fmla="*/ 1257 w 60437"/>
                <a:gd name="connsiteY8" fmla="*/ 110103 h 110027"/>
                <a:gd name="connsiteX9" fmla="*/ 30811 w 60437"/>
                <a:gd name="connsiteY9" fmla="*/ 109440 h 110027"/>
                <a:gd name="connsiteX10" fmla="*/ 60532 w 60437"/>
                <a:gd name="connsiteY10" fmla="*/ 110103 h 110027"/>
                <a:gd name="connsiteX11" fmla="*/ 60532 w 60437"/>
                <a:gd name="connsiteY11" fmla="*/ 104137 h 110027"/>
                <a:gd name="connsiteX12" fmla="*/ 54222 w 60437"/>
                <a:gd name="connsiteY12" fmla="*/ 104137 h 110027"/>
                <a:gd name="connsiteX13" fmla="*/ 37619 w 60437"/>
                <a:gd name="connsiteY13" fmla="*/ 96515 h 110027"/>
                <a:gd name="connsiteX14" fmla="*/ 37619 w 60437"/>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37" h="110027">
                  <a:moveTo>
                    <a:pt x="37619" y="4715"/>
                  </a:moveTo>
                  <a:cubicBezTo>
                    <a:pt x="37619" y="241"/>
                    <a:pt x="37287" y="75"/>
                    <a:pt x="32638" y="75"/>
                  </a:cubicBezTo>
                  <a:cubicBezTo>
                    <a:pt x="22011" y="10514"/>
                    <a:pt x="6902" y="10680"/>
                    <a:pt x="95" y="10680"/>
                  </a:cubicBezTo>
                  <a:lnTo>
                    <a:pt x="95" y="16645"/>
                  </a:lnTo>
                  <a:cubicBezTo>
                    <a:pt x="4080" y="16645"/>
                    <a:pt x="15038" y="16645"/>
                    <a:pt x="24170" y="12006"/>
                  </a:cubicBezTo>
                  <a:lnTo>
                    <a:pt x="24170" y="96515"/>
                  </a:lnTo>
                  <a:cubicBezTo>
                    <a:pt x="24170" y="101983"/>
                    <a:pt x="24170" y="104137"/>
                    <a:pt x="7566" y="104137"/>
                  </a:cubicBezTo>
                  <a:lnTo>
                    <a:pt x="1257" y="104137"/>
                  </a:lnTo>
                  <a:lnTo>
                    <a:pt x="1257" y="110103"/>
                  </a:lnTo>
                  <a:cubicBezTo>
                    <a:pt x="4246" y="109937"/>
                    <a:pt x="24668" y="109440"/>
                    <a:pt x="30811" y="109440"/>
                  </a:cubicBezTo>
                  <a:cubicBezTo>
                    <a:pt x="35958" y="109440"/>
                    <a:pt x="56879" y="109937"/>
                    <a:pt x="60532" y="110103"/>
                  </a:cubicBezTo>
                  <a:lnTo>
                    <a:pt x="60532" y="104137"/>
                  </a:lnTo>
                  <a:lnTo>
                    <a:pt x="54222" y="104137"/>
                  </a:lnTo>
                  <a:cubicBezTo>
                    <a:pt x="37619" y="104137"/>
                    <a:pt x="37619" y="101983"/>
                    <a:pt x="37619" y="96515"/>
                  </a:cubicBezTo>
                  <a:lnTo>
                    <a:pt x="37619"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4" name="Freeform: Shape 353">
              <a:extLst>
                <a:ext uri="{FF2B5EF4-FFF2-40B4-BE49-F238E27FC236}">
                  <a16:creationId xmlns:a16="http://schemas.microsoft.com/office/drawing/2014/main" id="{F6033879-1F40-6D27-5E26-D6B38D8C9699}"/>
                </a:ext>
              </a:extLst>
            </p:cNvPr>
            <p:cNvSpPr/>
            <p:nvPr>
              <p:custDataLst>
                <p:tags r:id="rId167"/>
              </p:custDataLst>
            </p:nvPr>
          </p:nvSpPr>
          <p:spPr>
            <a:xfrm>
              <a:off x="7307731" y="4386773"/>
              <a:ext cx="55029" cy="236720"/>
            </a:xfrm>
            <a:custGeom>
              <a:avLst/>
              <a:gdLst>
                <a:gd name="connsiteX0" fmla="*/ 55128 w 55029"/>
                <a:gd name="connsiteY0" fmla="*/ 234419 h 236720"/>
                <a:gd name="connsiteX1" fmla="*/ 51095 w 55029"/>
                <a:gd name="connsiteY1" fmla="*/ 229212 h 236720"/>
                <a:gd name="connsiteX2" fmla="*/ 13856 w 55029"/>
                <a:gd name="connsiteY2" fmla="*/ 118426 h 236720"/>
                <a:gd name="connsiteX3" fmla="*/ 52044 w 55029"/>
                <a:gd name="connsiteY3" fmla="*/ 6458 h 236720"/>
                <a:gd name="connsiteX4" fmla="*/ 55128 w 55029"/>
                <a:gd name="connsiteY4" fmla="*/ 2433 h 236720"/>
                <a:gd name="connsiteX5" fmla="*/ 52756 w 55029"/>
                <a:gd name="connsiteY5" fmla="*/ 66 h 236720"/>
                <a:gd name="connsiteX6" fmla="*/ 15042 w 55029"/>
                <a:gd name="connsiteY6" fmla="*/ 46227 h 236720"/>
                <a:gd name="connsiteX7" fmla="*/ 99 w 55029"/>
                <a:gd name="connsiteY7" fmla="*/ 118426 h 236720"/>
                <a:gd name="connsiteX8" fmla="*/ 15753 w 55029"/>
                <a:gd name="connsiteY8" fmla="*/ 192283 h 236720"/>
                <a:gd name="connsiteX9" fmla="*/ 52756 w 55029"/>
                <a:gd name="connsiteY9" fmla="*/ 236787 h 236720"/>
                <a:gd name="connsiteX10" fmla="*/ 55128 w 5502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9" h="236720">
                  <a:moveTo>
                    <a:pt x="55128" y="234419"/>
                  </a:moveTo>
                  <a:cubicBezTo>
                    <a:pt x="55128" y="233709"/>
                    <a:pt x="55128" y="233236"/>
                    <a:pt x="51095" y="229212"/>
                  </a:cubicBezTo>
                  <a:cubicBezTo>
                    <a:pt x="21446" y="199385"/>
                    <a:pt x="13856" y="154645"/>
                    <a:pt x="13856" y="118426"/>
                  </a:cubicBezTo>
                  <a:cubicBezTo>
                    <a:pt x="13856" y="77237"/>
                    <a:pt x="22869" y="36048"/>
                    <a:pt x="52044" y="6458"/>
                  </a:cubicBezTo>
                  <a:cubicBezTo>
                    <a:pt x="55128" y="3617"/>
                    <a:pt x="55128" y="3144"/>
                    <a:pt x="55128" y="2433"/>
                  </a:cubicBezTo>
                  <a:cubicBezTo>
                    <a:pt x="55128" y="776"/>
                    <a:pt x="54179" y="66"/>
                    <a:pt x="52756" y="66"/>
                  </a:cubicBezTo>
                  <a:cubicBezTo>
                    <a:pt x="50384" y="66"/>
                    <a:pt x="29036" y="16163"/>
                    <a:pt x="15042" y="46227"/>
                  </a:cubicBezTo>
                  <a:cubicBezTo>
                    <a:pt x="2945" y="72266"/>
                    <a:pt x="99" y="98542"/>
                    <a:pt x="99" y="118426"/>
                  </a:cubicBezTo>
                  <a:cubicBezTo>
                    <a:pt x="99" y="136891"/>
                    <a:pt x="2708" y="165534"/>
                    <a:pt x="15753" y="192283"/>
                  </a:cubicBezTo>
                  <a:cubicBezTo>
                    <a:pt x="29985" y="221400"/>
                    <a:pt x="50384" y="236787"/>
                    <a:pt x="52756" y="236787"/>
                  </a:cubicBezTo>
                  <a:cubicBezTo>
                    <a:pt x="54179" y="236787"/>
                    <a:pt x="55128" y="236077"/>
                    <a:pt x="55128"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5" name="Freeform: Shape 354">
              <a:extLst>
                <a:ext uri="{FF2B5EF4-FFF2-40B4-BE49-F238E27FC236}">
                  <a16:creationId xmlns:a16="http://schemas.microsoft.com/office/drawing/2014/main" id="{4F9F8D85-16DB-8FA2-3FB4-D62099AEBE65}"/>
                </a:ext>
              </a:extLst>
            </p:cNvPr>
            <p:cNvSpPr/>
            <p:nvPr>
              <p:custDataLst>
                <p:tags r:id="rId168"/>
              </p:custDataLst>
            </p:nvPr>
          </p:nvSpPr>
          <p:spPr>
            <a:xfrm>
              <a:off x="7383370" y="4459682"/>
              <a:ext cx="118122" cy="107234"/>
            </a:xfrm>
            <a:custGeom>
              <a:avLst/>
              <a:gdLst>
                <a:gd name="connsiteX0" fmla="*/ 72447 w 118122"/>
                <a:gd name="connsiteY0" fmla="*/ 33207 h 107234"/>
                <a:gd name="connsiteX1" fmla="*/ 95929 w 118122"/>
                <a:gd name="connsiteY1" fmla="*/ 5274 h 107234"/>
                <a:gd name="connsiteX2" fmla="*/ 107789 w 118122"/>
                <a:gd name="connsiteY2" fmla="*/ 8351 h 107234"/>
                <a:gd name="connsiteX3" fmla="*/ 96403 w 118122"/>
                <a:gd name="connsiteY3" fmla="*/ 21134 h 107234"/>
                <a:gd name="connsiteX4" fmla="*/ 105417 w 118122"/>
                <a:gd name="connsiteY4" fmla="*/ 29420 h 107234"/>
                <a:gd name="connsiteX5" fmla="*/ 118225 w 118122"/>
                <a:gd name="connsiteY5" fmla="*/ 15690 h 107234"/>
                <a:gd name="connsiteX6" fmla="*/ 96166 w 118122"/>
                <a:gd name="connsiteY6" fmla="*/ 66 h 107234"/>
                <a:gd name="connsiteX7" fmla="*/ 71261 w 118122"/>
                <a:gd name="connsiteY7" fmla="*/ 18057 h 107234"/>
                <a:gd name="connsiteX8" fmla="*/ 45644 w 118122"/>
                <a:gd name="connsiteY8" fmla="*/ 66 h 107234"/>
                <a:gd name="connsiteX9" fmla="*/ 7455 w 118122"/>
                <a:gd name="connsiteY9" fmla="*/ 36521 h 107234"/>
                <a:gd name="connsiteX10" fmla="*/ 10302 w 118122"/>
                <a:gd name="connsiteY10" fmla="*/ 38888 h 107234"/>
                <a:gd name="connsiteX11" fmla="*/ 13385 w 118122"/>
                <a:gd name="connsiteY11" fmla="*/ 36284 h 107234"/>
                <a:gd name="connsiteX12" fmla="*/ 45169 w 118122"/>
                <a:gd name="connsiteY12" fmla="*/ 5274 h 107234"/>
                <a:gd name="connsiteX13" fmla="*/ 57978 w 118122"/>
                <a:gd name="connsiteY13" fmla="*/ 21134 h 107234"/>
                <a:gd name="connsiteX14" fmla="*/ 45169 w 118122"/>
                <a:gd name="connsiteY14" fmla="*/ 77474 h 107234"/>
                <a:gd name="connsiteX15" fmla="*/ 22636 w 118122"/>
                <a:gd name="connsiteY15" fmla="*/ 102093 h 107234"/>
                <a:gd name="connsiteX16" fmla="*/ 10776 w 118122"/>
                <a:gd name="connsiteY16" fmla="*/ 99015 h 107234"/>
                <a:gd name="connsiteX17" fmla="*/ 21924 w 118122"/>
                <a:gd name="connsiteY17" fmla="*/ 86232 h 107234"/>
                <a:gd name="connsiteX18" fmla="*/ 13148 w 118122"/>
                <a:gd name="connsiteY18" fmla="*/ 77947 h 107234"/>
                <a:gd name="connsiteX19" fmla="*/ 102 w 118122"/>
                <a:gd name="connsiteY19" fmla="*/ 91677 h 107234"/>
                <a:gd name="connsiteX20" fmla="*/ 22399 w 118122"/>
                <a:gd name="connsiteY20" fmla="*/ 107301 h 107234"/>
                <a:gd name="connsiteX21" fmla="*/ 47304 w 118122"/>
                <a:gd name="connsiteY21" fmla="*/ 89310 h 107234"/>
                <a:gd name="connsiteX22" fmla="*/ 72921 w 118122"/>
                <a:gd name="connsiteY22" fmla="*/ 107301 h 107234"/>
                <a:gd name="connsiteX23" fmla="*/ 110872 w 118122"/>
                <a:gd name="connsiteY23" fmla="*/ 70846 h 107234"/>
                <a:gd name="connsiteX24" fmla="*/ 108026 w 118122"/>
                <a:gd name="connsiteY24" fmla="*/ 68478 h 107234"/>
                <a:gd name="connsiteX25" fmla="*/ 104942 w 118122"/>
                <a:gd name="connsiteY25" fmla="*/ 71082 h 107234"/>
                <a:gd name="connsiteX26" fmla="*/ 73395 w 118122"/>
                <a:gd name="connsiteY26" fmla="*/ 102093 h 107234"/>
                <a:gd name="connsiteX27" fmla="*/ 60350 w 118122"/>
                <a:gd name="connsiteY27" fmla="*/ 86469 h 107234"/>
                <a:gd name="connsiteX28" fmla="*/ 64382 w 118122"/>
                <a:gd name="connsiteY28" fmla="*/ 65638 h 107234"/>
                <a:gd name="connsiteX29" fmla="*/ 72447 w 118122"/>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122" h="107234">
                  <a:moveTo>
                    <a:pt x="72447" y="33207"/>
                  </a:moveTo>
                  <a:cubicBezTo>
                    <a:pt x="73870" y="27052"/>
                    <a:pt x="79325" y="5274"/>
                    <a:pt x="95929" y="5274"/>
                  </a:cubicBezTo>
                  <a:cubicBezTo>
                    <a:pt x="97115" y="5274"/>
                    <a:pt x="102808" y="5274"/>
                    <a:pt x="107789" y="8351"/>
                  </a:cubicBezTo>
                  <a:cubicBezTo>
                    <a:pt x="101147" y="9535"/>
                    <a:pt x="96403" y="15453"/>
                    <a:pt x="96403" y="21134"/>
                  </a:cubicBezTo>
                  <a:cubicBezTo>
                    <a:pt x="96403" y="24922"/>
                    <a:pt x="99012" y="29420"/>
                    <a:pt x="105417" y="29420"/>
                  </a:cubicBezTo>
                  <a:cubicBezTo>
                    <a:pt x="110635" y="29420"/>
                    <a:pt x="118225" y="25159"/>
                    <a:pt x="118225" y="15690"/>
                  </a:cubicBezTo>
                  <a:cubicBezTo>
                    <a:pt x="118225" y="3380"/>
                    <a:pt x="104231" y="66"/>
                    <a:pt x="96166" y="66"/>
                  </a:cubicBezTo>
                  <a:cubicBezTo>
                    <a:pt x="82409" y="66"/>
                    <a:pt x="74107" y="12612"/>
                    <a:pt x="71261" y="18057"/>
                  </a:cubicBezTo>
                  <a:cubicBezTo>
                    <a:pt x="65331" y="2433"/>
                    <a:pt x="52522" y="66"/>
                    <a:pt x="45644" y="66"/>
                  </a:cubicBezTo>
                  <a:cubicBezTo>
                    <a:pt x="20976" y="66"/>
                    <a:pt x="7455" y="30603"/>
                    <a:pt x="7455" y="36521"/>
                  </a:cubicBezTo>
                  <a:cubicBezTo>
                    <a:pt x="7455" y="38888"/>
                    <a:pt x="9827" y="38888"/>
                    <a:pt x="10302" y="38888"/>
                  </a:cubicBezTo>
                  <a:cubicBezTo>
                    <a:pt x="12199" y="38888"/>
                    <a:pt x="12911" y="38415"/>
                    <a:pt x="13385" y="36284"/>
                  </a:cubicBezTo>
                  <a:cubicBezTo>
                    <a:pt x="21450" y="11192"/>
                    <a:pt x="37105" y="5274"/>
                    <a:pt x="45169" y="5274"/>
                  </a:cubicBezTo>
                  <a:cubicBezTo>
                    <a:pt x="49676" y="5274"/>
                    <a:pt x="57978" y="7405"/>
                    <a:pt x="57978" y="21134"/>
                  </a:cubicBezTo>
                  <a:cubicBezTo>
                    <a:pt x="57978" y="28473"/>
                    <a:pt x="53946" y="44333"/>
                    <a:pt x="45169" y="77474"/>
                  </a:cubicBezTo>
                  <a:cubicBezTo>
                    <a:pt x="41374" y="92151"/>
                    <a:pt x="33072" y="102093"/>
                    <a:pt x="22636" y="102093"/>
                  </a:cubicBezTo>
                  <a:cubicBezTo>
                    <a:pt x="21213" y="102093"/>
                    <a:pt x="15757" y="102093"/>
                    <a:pt x="10776" y="99015"/>
                  </a:cubicBezTo>
                  <a:cubicBezTo>
                    <a:pt x="16706" y="97832"/>
                    <a:pt x="21924" y="92861"/>
                    <a:pt x="21924" y="86232"/>
                  </a:cubicBezTo>
                  <a:cubicBezTo>
                    <a:pt x="21924" y="79841"/>
                    <a:pt x="16706" y="77947"/>
                    <a:pt x="13148" y="77947"/>
                  </a:cubicBezTo>
                  <a:cubicBezTo>
                    <a:pt x="6032" y="77947"/>
                    <a:pt x="102" y="84102"/>
                    <a:pt x="102" y="91677"/>
                  </a:cubicBezTo>
                  <a:cubicBezTo>
                    <a:pt x="102" y="102566"/>
                    <a:pt x="11962" y="107301"/>
                    <a:pt x="22399" y="107301"/>
                  </a:cubicBezTo>
                  <a:cubicBezTo>
                    <a:pt x="38054" y="107301"/>
                    <a:pt x="46593" y="90730"/>
                    <a:pt x="47304" y="89310"/>
                  </a:cubicBezTo>
                  <a:cubicBezTo>
                    <a:pt x="50150" y="98069"/>
                    <a:pt x="58689" y="107301"/>
                    <a:pt x="72921" y="107301"/>
                  </a:cubicBezTo>
                  <a:cubicBezTo>
                    <a:pt x="97352" y="107301"/>
                    <a:pt x="110872" y="76764"/>
                    <a:pt x="110872" y="70846"/>
                  </a:cubicBezTo>
                  <a:cubicBezTo>
                    <a:pt x="110872" y="68478"/>
                    <a:pt x="108737" y="68478"/>
                    <a:pt x="108026" y="68478"/>
                  </a:cubicBezTo>
                  <a:cubicBezTo>
                    <a:pt x="105891" y="68478"/>
                    <a:pt x="105417" y="69425"/>
                    <a:pt x="104942" y="71082"/>
                  </a:cubicBezTo>
                  <a:cubicBezTo>
                    <a:pt x="97115" y="96411"/>
                    <a:pt x="80986" y="102093"/>
                    <a:pt x="73395" y="102093"/>
                  </a:cubicBezTo>
                  <a:cubicBezTo>
                    <a:pt x="64145" y="102093"/>
                    <a:pt x="60350" y="94518"/>
                    <a:pt x="60350" y="86469"/>
                  </a:cubicBezTo>
                  <a:cubicBezTo>
                    <a:pt x="60350" y="81261"/>
                    <a:pt x="61773" y="76054"/>
                    <a:pt x="64382" y="65638"/>
                  </a:cubicBezTo>
                  <a:lnTo>
                    <a:pt x="7244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6" name="Freeform: Shape 355">
              <a:extLst>
                <a:ext uri="{FF2B5EF4-FFF2-40B4-BE49-F238E27FC236}">
                  <a16:creationId xmlns:a16="http://schemas.microsoft.com/office/drawing/2014/main" id="{6787C4A5-E858-6616-5872-B8BB569AA24E}"/>
                </a:ext>
              </a:extLst>
            </p:cNvPr>
            <p:cNvSpPr/>
            <p:nvPr>
              <p:custDataLst>
                <p:tags r:id="rId169"/>
              </p:custDataLst>
            </p:nvPr>
          </p:nvSpPr>
          <p:spPr>
            <a:xfrm>
              <a:off x="7519858" y="4489959"/>
              <a:ext cx="50308" cy="111518"/>
            </a:xfrm>
            <a:custGeom>
              <a:avLst/>
              <a:gdLst>
                <a:gd name="connsiteX0" fmla="*/ 46100 w 50308"/>
                <a:gd name="connsiteY0" fmla="*/ 6365 h 111518"/>
                <a:gd name="connsiteX1" fmla="*/ 39459 w 50308"/>
                <a:gd name="connsiteY1" fmla="*/ 68 h 111518"/>
                <a:gd name="connsiteX2" fmla="*/ 30161 w 50308"/>
                <a:gd name="connsiteY2" fmla="*/ 9181 h 111518"/>
                <a:gd name="connsiteX3" fmla="*/ 36802 w 50308"/>
                <a:gd name="connsiteY3" fmla="*/ 15478 h 111518"/>
                <a:gd name="connsiteX4" fmla="*/ 46100 w 50308"/>
                <a:gd name="connsiteY4" fmla="*/ 6365 h 111518"/>
                <a:gd name="connsiteX5" fmla="*/ 12229 w 50308"/>
                <a:gd name="connsiteY5" fmla="*/ 90542 h 111518"/>
                <a:gd name="connsiteX6" fmla="*/ 10734 w 50308"/>
                <a:gd name="connsiteY6" fmla="*/ 97502 h 111518"/>
                <a:gd name="connsiteX7" fmla="*/ 26508 w 50308"/>
                <a:gd name="connsiteY7" fmla="*/ 111587 h 111518"/>
                <a:gd name="connsiteX8" fmla="*/ 50417 w 50308"/>
                <a:gd name="connsiteY8" fmla="*/ 86234 h 111518"/>
                <a:gd name="connsiteX9" fmla="*/ 47760 w 50308"/>
                <a:gd name="connsiteY9" fmla="*/ 84080 h 111518"/>
                <a:gd name="connsiteX10" fmla="*/ 44606 w 50308"/>
                <a:gd name="connsiteY10" fmla="*/ 86897 h 111518"/>
                <a:gd name="connsiteX11" fmla="*/ 27006 w 50308"/>
                <a:gd name="connsiteY11" fmla="*/ 106947 h 111518"/>
                <a:gd name="connsiteX12" fmla="*/ 22855 w 50308"/>
                <a:gd name="connsiteY12" fmla="*/ 101147 h 111518"/>
                <a:gd name="connsiteX13" fmla="*/ 25512 w 50308"/>
                <a:gd name="connsiteY13" fmla="*/ 90542 h 111518"/>
                <a:gd name="connsiteX14" fmla="*/ 30825 w 50308"/>
                <a:gd name="connsiteY14" fmla="*/ 77286 h 111518"/>
                <a:gd name="connsiteX15" fmla="*/ 38961 w 50308"/>
                <a:gd name="connsiteY15" fmla="*/ 56242 h 111518"/>
                <a:gd name="connsiteX16" fmla="*/ 39957 w 50308"/>
                <a:gd name="connsiteY16" fmla="*/ 50939 h 111518"/>
                <a:gd name="connsiteX17" fmla="*/ 24183 w 50308"/>
                <a:gd name="connsiteY17" fmla="*/ 36854 h 111518"/>
                <a:gd name="connsiteX18" fmla="*/ 108 w 50308"/>
                <a:gd name="connsiteY18" fmla="*/ 62207 h 111518"/>
                <a:gd name="connsiteX19" fmla="*/ 2931 w 50308"/>
                <a:gd name="connsiteY19" fmla="*/ 64361 h 111518"/>
                <a:gd name="connsiteX20" fmla="*/ 5919 w 50308"/>
                <a:gd name="connsiteY20" fmla="*/ 61710 h 111518"/>
                <a:gd name="connsiteX21" fmla="*/ 23685 w 50308"/>
                <a:gd name="connsiteY21" fmla="*/ 41494 h 111518"/>
                <a:gd name="connsiteX22" fmla="*/ 27836 w 50308"/>
                <a:gd name="connsiteY22" fmla="*/ 47293 h 111518"/>
                <a:gd name="connsiteX23" fmla="*/ 22689 w 50308"/>
                <a:gd name="connsiteY23" fmla="*/ 63864 h 111518"/>
                <a:gd name="connsiteX24" fmla="*/ 12229 w 503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08" h="111518">
                  <a:moveTo>
                    <a:pt x="46100" y="6365"/>
                  </a:moveTo>
                  <a:cubicBezTo>
                    <a:pt x="46100" y="3713"/>
                    <a:pt x="44108" y="68"/>
                    <a:pt x="39459" y="68"/>
                  </a:cubicBezTo>
                  <a:cubicBezTo>
                    <a:pt x="34976" y="68"/>
                    <a:pt x="30161" y="4376"/>
                    <a:pt x="30161" y="9181"/>
                  </a:cubicBezTo>
                  <a:cubicBezTo>
                    <a:pt x="30161" y="11998"/>
                    <a:pt x="32319" y="15478"/>
                    <a:pt x="36802" y="15478"/>
                  </a:cubicBezTo>
                  <a:cubicBezTo>
                    <a:pt x="41617" y="15478"/>
                    <a:pt x="46100" y="10839"/>
                    <a:pt x="46100" y="6365"/>
                  </a:cubicBezTo>
                  <a:close/>
                  <a:moveTo>
                    <a:pt x="12229" y="90542"/>
                  </a:moveTo>
                  <a:cubicBezTo>
                    <a:pt x="11565" y="92696"/>
                    <a:pt x="10734" y="94685"/>
                    <a:pt x="10734" y="97502"/>
                  </a:cubicBezTo>
                  <a:cubicBezTo>
                    <a:pt x="10734" y="105290"/>
                    <a:pt x="17376" y="111587"/>
                    <a:pt x="26508" y="111587"/>
                  </a:cubicBezTo>
                  <a:cubicBezTo>
                    <a:pt x="43111" y="111587"/>
                    <a:pt x="50417" y="88720"/>
                    <a:pt x="50417" y="86234"/>
                  </a:cubicBezTo>
                  <a:cubicBezTo>
                    <a:pt x="50417" y="84080"/>
                    <a:pt x="48259" y="84080"/>
                    <a:pt x="47760" y="84080"/>
                  </a:cubicBezTo>
                  <a:cubicBezTo>
                    <a:pt x="45436" y="84080"/>
                    <a:pt x="45270" y="85074"/>
                    <a:pt x="44606" y="86897"/>
                  </a:cubicBezTo>
                  <a:cubicBezTo>
                    <a:pt x="40787" y="100153"/>
                    <a:pt x="33481" y="106947"/>
                    <a:pt x="27006" y="106947"/>
                  </a:cubicBezTo>
                  <a:cubicBezTo>
                    <a:pt x="23685" y="106947"/>
                    <a:pt x="22855" y="104793"/>
                    <a:pt x="22855" y="101147"/>
                  </a:cubicBezTo>
                  <a:cubicBezTo>
                    <a:pt x="22855" y="97336"/>
                    <a:pt x="24017" y="94188"/>
                    <a:pt x="25512" y="90542"/>
                  </a:cubicBezTo>
                  <a:cubicBezTo>
                    <a:pt x="27172" y="86068"/>
                    <a:pt x="28998" y="81594"/>
                    <a:pt x="30825" y="77286"/>
                  </a:cubicBezTo>
                  <a:cubicBezTo>
                    <a:pt x="32319" y="73309"/>
                    <a:pt x="38296" y="58230"/>
                    <a:pt x="38961" y="56242"/>
                  </a:cubicBezTo>
                  <a:cubicBezTo>
                    <a:pt x="39459" y="54584"/>
                    <a:pt x="39957" y="52596"/>
                    <a:pt x="39957" y="50939"/>
                  </a:cubicBezTo>
                  <a:cubicBezTo>
                    <a:pt x="39957" y="43151"/>
                    <a:pt x="33315" y="36854"/>
                    <a:pt x="24183" y="36854"/>
                  </a:cubicBezTo>
                  <a:cubicBezTo>
                    <a:pt x="7746" y="36854"/>
                    <a:pt x="108" y="59390"/>
                    <a:pt x="108" y="62207"/>
                  </a:cubicBezTo>
                  <a:cubicBezTo>
                    <a:pt x="108" y="64361"/>
                    <a:pt x="2433" y="64361"/>
                    <a:pt x="2931" y="64361"/>
                  </a:cubicBezTo>
                  <a:cubicBezTo>
                    <a:pt x="5255" y="64361"/>
                    <a:pt x="5421" y="63533"/>
                    <a:pt x="5919" y="61710"/>
                  </a:cubicBezTo>
                  <a:cubicBezTo>
                    <a:pt x="10236" y="47459"/>
                    <a:pt x="17542" y="41494"/>
                    <a:pt x="23685" y="41494"/>
                  </a:cubicBezTo>
                  <a:cubicBezTo>
                    <a:pt x="26342" y="41494"/>
                    <a:pt x="27836" y="42819"/>
                    <a:pt x="27836" y="47293"/>
                  </a:cubicBezTo>
                  <a:cubicBezTo>
                    <a:pt x="27836" y="51105"/>
                    <a:pt x="26840" y="53590"/>
                    <a:pt x="22689" y="63864"/>
                  </a:cubicBezTo>
                  <a:lnTo>
                    <a:pt x="12229"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7" name="Freeform: Shape 356">
              <a:extLst>
                <a:ext uri="{FF2B5EF4-FFF2-40B4-BE49-F238E27FC236}">
                  <a16:creationId xmlns:a16="http://schemas.microsoft.com/office/drawing/2014/main" id="{E951459C-5ACA-09FC-0222-0683F1884820}"/>
                </a:ext>
              </a:extLst>
            </p:cNvPr>
            <p:cNvSpPr/>
            <p:nvPr>
              <p:custDataLst>
                <p:tags r:id="rId170"/>
              </p:custDataLst>
            </p:nvPr>
          </p:nvSpPr>
          <p:spPr>
            <a:xfrm>
              <a:off x="7614505" y="4386773"/>
              <a:ext cx="55029" cy="236720"/>
            </a:xfrm>
            <a:custGeom>
              <a:avLst/>
              <a:gdLst>
                <a:gd name="connsiteX0" fmla="*/ 55141 w 55029"/>
                <a:gd name="connsiteY0" fmla="*/ 234419 h 236720"/>
                <a:gd name="connsiteX1" fmla="*/ 51108 w 55029"/>
                <a:gd name="connsiteY1" fmla="*/ 229212 h 236720"/>
                <a:gd name="connsiteX2" fmla="*/ 13869 w 55029"/>
                <a:gd name="connsiteY2" fmla="*/ 118426 h 236720"/>
                <a:gd name="connsiteX3" fmla="*/ 52057 w 55029"/>
                <a:gd name="connsiteY3" fmla="*/ 6458 h 236720"/>
                <a:gd name="connsiteX4" fmla="*/ 55141 w 55029"/>
                <a:gd name="connsiteY4" fmla="*/ 2433 h 236720"/>
                <a:gd name="connsiteX5" fmla="*/ 52769 w 55029"/>
                <a:gd name="connsiteY5" fmla="*/ 66 h 236720"/>
                <a:gd name="connsiteX6" fmla="*/ 15055 w 55029"/>
                <a:gd name="connsiteY6" fmla="*/ 46227 h 236720"/>
                <a:gd name="connsiteX7" fmla="*/ 111 w 55029"/>
                <a:gd name="connsiteY7" fmla="*/ 118426 h 236720"/>
                <a:gd name="connsiteX8" fmla="*/ 15766 w 55029"/>
                <a:gd name="connsiteY8" fmla="*/ 192283 h 236720"/>
                <a:gd name="connsiteX9" fmla="*/ 52769 w 55029"/>
                <a:gd name="connsiteY9" fmla="*/ 236787 h 236720"/>
                <a:gd name="connsiteX10" fmla="*/ 55141 w 5502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9" h="236720">
                  <a:moveTo>
                    <a:pt x="55141" y="234419"/>
                  </a:moveTo>
                  <a:cubicBezTo>
                    <a:pt x="55141" y="233709"/>
                    <a:pt x="55141" y="233236"/>
                    <a:pt x="51108" y="229212"/>
                  </a:cubicBezTo>
                  <a:cubicBezTo>
                    <a:pt x="21459" y="199385"/>
                    <a:pt x="13869" y="154645"/>
                    <a:pt x="13869" y="118426"/>
                  </a:cubicBezTo>
                  <a:cubicBezTo>
                    <a:pt x="13869" y="77237"/>
                    <a:pt x="22882" y="36048"/>
                    <a:pt x="52057" y="6458"/>
                  </a:cubicBezTo>
                  <a:cubicBezTo>
                    <a:pt x="55141" y="3617"/>
                    <a:pt x="55141" y="3144"/>
                    <a:pt x="55141" y="2433"/>
                  </a:cubicBezTo>
                  <a:cubicBezTo>
                    <a:pt x="55141" y="776"/>
                    <a:pt x="54192" y="66"/>
                    <a:pt x="52769" y="66"/>
                  </a:cubicBezTo>
                  <a:cubicBezTo>
                    <a:pt x="50397" y="66"/>
                    <a:pt x="29049" y="16163"/>
                    <a:pt x="15055" y="46227"/>
                  </a:cubicBezTo>
                  <a:cubicBezTo>
                    <a:pt x="2958" y="72266"/>
                    <a:pt x="111" y="98542"/>
                    <a:pt x="111" y="118426"/>
                  </a:cubicBezTo>
                  <a:cubicBezTo>
                    <a:pt x="111" y="136891"/>
                    <a:pt x="2721" y="165534"/>
                    <a:pt x="15766" y="192283"/>
                  </a:cubicBezTo>
                  <a:cubicBezTo>
                    <a:pt x="29998" y="221400"/>
                    <a:pt x="50397" y="236787"/>
                    <a:pt x="52769" y="236787"/>
                  </a:cubicBezTo>
                  <a:cubicBezTo>
                    <a:pt x="54192" y="236787"/>
                    <a:pt x="55141" y="236077"/>
                    <a:pt x="55141"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58" name="Freeform: Shape 357">
              <a:extLst>
                <a:ext uri="{FF2B5EF4-FFF2-40B4-BE49-F238E27FC236}">
                  <a16:creationId xmlns:a16="http://schemas.microsoft.com/office/drawing/2014/main" id="{8EB3EEFF-495B-3330-0785-33BCCA2CB686}"/>
                </a:ext>
              </a:extLst>
            </p:cNvPr>
            <p:cNvSpPr/>
            <p:nvPr>
              <p:custDataLst>
                <p:tags r:id="rId171"/>
              </p:custDataLst>
            </p:nvPr>
          </p:nvSpPr>
          <p:spPr>
            <a:xfrm>
              <a:off x="7690144" y="4459682"/>
              <a:ext cx="109346" cy="153158"/>
            </a:xfrm>
            <a:custGeom>
              <a:avLst/>
              <a:gdLst>
                <a:gd name="connsiteX0" fmla="*/ 108513 w 109346"/>
                <a:gd name="connsiteY0" fmla="*/ 14506 h 153158"/>
                <a:gd name="connsiteX1" fmla="*/ 109462 w 109346"/>
                <a:gd name="connsiteY1" fmla="*/ 9062 h 153158"/>
                <a:gd name="connsiteX2" fmla="*/ 102583 w 109346"/>
                <a:gd name="connsiteY2" fmla="*/ 2670 h 153158"/>
                <a:gd name="connsiteX3" fmla="*/ 94281 w 109346"/>
                <a:gd name="connsiteY3" fmla="*/ 7641 h 153158"/>
                <a:gd name="connsiteX4" fmla="*/ 90961 w 109346"/>
                <a:gd name="connsiteY4" fmla="*/ 20424 h 153158"/>
                <a:gd name="connsiteX5" fmla="*/ 86217 w 109346"/>
                <a:gd name="connsiteY5" fmla="*/ 39362 h 153158"/>
                <a:gd name="connsiteX6" fmla="*/ 75543 w 109346"/>
                <a:gd name="connsiteY6" fmla="*/ 81972 h 153158"/>
                <a:gd name="connsiteX7" fmla="*/ 48740 w 109346"/>
                <a:gd name="connsiteY7" fmla="*/ 102093 h 153158"/>
                <a:gd name="connsiteX8" fmla="*/ 34034 w 109346"/>
                <a:gd name="connsiteY8" fmla="*/ 82918 h 153158"/>
                <a:gd name="connsiteX9" fmla="*/ 46131 w 109346"/>
                <a:gd name="connsiteY9" fmla="*/ 36521 h 153158"/>
                <a:gd name="connsiteX10" fmla="*/ 50875 w 109346"/>
                <a:gd name="connsiteY10" fmla="*/ 19477 h 153158"/>
                <a:gd name="connsiteX11" fmla="*/ 31425 w 109346"/>
                <a:gd name="connsiteY11" fmla="*/ 66 h 153158"/>
                <a:gd name="connsiteX12" fmla="*/ 115 w 109346"/>
                <a:gd name="connsiteY12" fmla="*/ 36521 h 153158"/>
                <a:gd name="connsiteX13" fmla="*/ 2962 w 109346"/>
                <a:gd name="connsiteY13" fmla="*/ 38888 h 153158"/>
                <a:gd name="connsiteX14" fmla="*/ 6757 w 109346"/>
                <a:gd name="connsiteY14" fmla="*/ 34627 h 153158"/>
                <a:gd name="connsiteX15" fmla="*/ 30713 w 109346"/>
                <a:gd name="connsiteY15" fmla="*/ 5274 h 153158"/>
                <a:gd name="connsiteX16" fmla="*/ 36643 w 109346"/>
                <a:gd name="connsiteY16" fmla="*/ 12849 h 153158"/>
                <a:gd name="connsiteX17" fmla="*/ 32611 w 109346"/>
                <a:gd name="connsiteY17" fmla="*/ 29420 h 153158"/>
                <a:gd name="connsiteX18" fmla="*/ 18854 w 109346"/>
                <a:gd name="connsiteY18" fmla="*/ 79131 h 153158"/>
                <a:gd name="connsiteX19" fmla="*/ 47791 w 109346"/>
                <a:gd name="connsiteY19" fmla="*/ 107301 h 153158"/>
                <a:gd name="connsiteX20" fmla="*/ 71748 w 109346"/>
                <a:gd name="connsiteY20" fmla="*/ 96648 h 153158"/>
                <a:gd name="connsiteX21" fmla="*/ 56330 w 109346"/>
                <a:gd name="connsiteY21" fmla="*/ 133103 h 153158"/>
                <a:gd name="connsiteX22" fmla="*/ 30239 w 109346"/>
                <a:gd name="connsiteY22" fmla="*/ 148017 h 153158"/>
                <a:gd name="connsiteX23" fmla="*/ 12212 w 109346"/>
                <a:gd name="connsiteY23" fmla="*/ 138074 h 153158"/>
                <a:gd name="connsiteX24" fmla="*/ 22412 w 109346"/>
                <a:gd name="connsiteY24" fmla="*/ 135234 h 153158"/>
                <a:gd name="connsiteX25" fmla="*/ 27155 w 109346"/>
                <a:gd name="connsiteY25" fmla="*/ 125528 h 153158"/>
                <a:gd name="connsiteX26" fmla="*/ 18379 w 109346"/>
                <a:gd name="connsiteY26" fmla="*/ 117243 h 153158"/>
                <a:gd name="connsiteX27" fmla="*/ 5096 w 109346"/>
                <a:gd name="connsiteY27" fmla="*/ 132630 h 153158"/>
                <a:gd name="connsiteX28" fmla="*/ 30239 w 109346"/>
                <a:gd name="connsiteY28" fmla="*/ 153224 h 153158"/>
                <a:gd name="connsiteX29" fmla="*/ 85742 w 109346"/>
                <a:gd name="connsiteY29" fmla="*/ 104933 h 153158"/>
                <a:gd name="connsiteX30" fmla="*/ 108513 w 109346"/>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46" h="153158">
                  <a:moveTo>
                    <a:pt x="108513" y="14506"/>
                  </a:moveTo>
                  <a:cubicBezTo>
                    <a:pt x="109462" y="11192"/>
                    <a:pt x="109462" y="10719"/>
                    <a:pt x="109462" y="9062"/>
                  </a:cubicBezTo>
                  <a:cubicBezTo>
                    <a:pt x="109462" y="4801"/>
                    <a:pt x="106141" y="2670"/>
                    <a:pt x="102583" y="2670"/>
                  </a:cubicBezTo>
                  <a:cubicBezTo>
                    <a:pt x="100211" y="2670"/>
                    <a:pt x="96416" y="4091"/>
                    <a:pt x="94281" y="7641"/>
                  </a:cubicBezTo>
                  <a:cubicBezTo>
                    <a:pt x="93807" y="8825"/>
                    <a:pt x="91909" y="16163"/>
                    <a:pt x="90961" y="20424"/>
                  </a:cubicBezTo>
                  <a:cubicBezTo>
                    <a:pt x="89300" y="26579"/>
                    <a:pt x="87640" y="32970"/>
                    <a:pt x="86217" y="39362"/>
                  </a:cubicBezTo>
                  <a:lnTo>
                    <a:pt x="75543" y="81972"/>
                  </a:lnTo>
                  <a:cubicBezTo>
                    <a:pt x="74594" y="85522"/>
                    <a:pt x="64395" y="102093"/>
                    <a:pt x="48740" y="102093"/>
                  </a:cubicBezTo>
                  <a:cubicBezTo>
                    <a:pt x="36643" y="102093"/>
                    <a:pt x="34034" y="91677"/>
                    <a:pt x="34034" y="82918"/>
                  </a:cubicBezTo>
                  <a:cubicBezTo>
                    <a:pt x="34034" y="72029"/>
                    <a:pt x="38066" y="57353"/>
                    <a:pt x="46131" y="36521"/>
                  </a:cubicBezTo>
                  <a:cubicBezTo>
                    <a:pt x="49926" y="26816"/>
                    <a:pt x="50875" y="24212"/>
                    <a:pt x="50875" y="19477"/>
                  </a:cubicBezTo>
                  <a:cubicBezTo>
                    <a:pt x="50875" y="8825"/>
                    <a:pt x="43285" y="66"/>
                    <a:pt x="31425" y="66"/>
                  </a:cubicBezTo>
                  <a:cubicBezTo>
                    <a:pt x="8892" y="66"/>
                    <a:pt x="115" y="34391"/>
                    <a:pt x="115" y="36521"/>
                  </a:cubicBezTo>
                  <a:cubicBezTo>
                    <a:pt x="115" y="38888"/>
                    <a:pt x="2487" y="38888"/>
                    <a:pt x="2962" y="38888"/>
                  </a:cubicBezTo>
                  <a:cubicBezTo>
                    <a:pt x="5334" y="38888"/>
                    <a:pt x="5571" y="38415"/>
                    <a:pt x="6757" y="34627"/>
                  </a:cubicBezTo>
                  <a:cubicBezTo>
                    <a:pt x="13161" y="12376"/>
                    <a:pt x="22649" y="5274"/>
                    <a:pt x="30713" y="5274"/>
                  </a:cubicBezTo>
                  <a:cubicBezTo>
                    <a:pt x="32611" y="5274"/>
                    <a:pt x="36643" y="5274"/>
                    <a:pt x="36643" y="12849"/>
                  </a:cubicBezTo>
                  <a:cubicBezTo>
                    <a:pt x="36643" y="18767"/>
                    <a:pt x="34271" y="24922"/>
                    <a:pt x="32611" y="29420"/>
                  </a:cubicBezTo>
                  <a:cubicBezTo>
                    <a:pt x="23123" y="54512"/>
                    <a:pt x="18854" y="68005"/>
                    <a:pt x="18854" y="79131"/>
                  </a:cubicBezTo>
                  <a:cubicBezTo>
                    <a:pt x="18854" y="100199"/>
                    <a:pt x="33797" y="107301"/>
                    <a:pt x="47791" y="107301"/>
                  </a:cubicBezTo>
                  <a:cubicBezTo>
                    <a:pt x="57042" y="107301"/>
                    <a:pt x="65107" y="103276"/>
                    <a:pt x="71748" y="96648"/>
                  </a:cubicBezTo>
                  <a:cubicBezTo>
                    <a:pt x="68664" y="108958"/>
                    <a:pt x="65818" y="120557"/>
                    <a:pt x="56330" y="133103"/>
                  </a:cubicBezTo>
                  <a:cubicBezTo>
                    <a:pt x="50163" y="141152"/>
                    <a:pt x="41150" y="148017"/>
                    <a:pt x="30239" y="148017"/>
                  </a:cubicBezTo>
                  <a:cubicBezTo>
                    <a:pt x="26918" y="148017"/>
                    <a:pt x="16245" y="147306"/>
                    <a:pt x="12212" y="138074"/>
                  </a:cubicBezTo>
                  <a:cubicBezTo>
                    <a:pt x="16007" y="138074"/>
                    <a:pt x="19091" y="138074"/>
                    <a:pt x="22412" y="135234"/>
                  </a:cubicBezTo>
                  <a:cubicBezTo>
                    <a:pt x="24784" y="133103"/>
                    <a:pt x="27155" y="130026"/>
                    <a:pt x="27155" y="125528"/>
                  </a:cubicBezTo>
                  <a:cubicBezTo>
                    <a:pt x="27155" y="118190"/>
                    <a:pt x="20751" y="117243"/>
                    <a:pt x="18379" y="117243"/>
                  </a:cubicBezTo>
                  <a:cubicBezTo>
                    <a:pt x="12924" y="117243"/>
                    <a:pt x="5096" y="121030"/>
                    <a:pt x="5096" y="132630"/>
                  </a:cubicBezTo>
                  <a:cubicBezTo>
                    <a:pt x="5096" y="144466"/>
                    <a:pt x="15533" y="153224"/>
                    <a:pt x="30239" y="153224"/>
                  </a:cubicBezTo>
                  <a:cubicBezTo>
                    <a:pt x="54670" y="153224"/>
                    <a:pt x="79101" y="131683"/>
                    <a:pt x="85742" y="104933"/>
                  </a:cubicBezTo>
                  <a:lnTo>
                    <a:pt x="108513"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63" name="Freeform: Shape 362">
              <a:extLst>
                <a:ext uri="{FF2B5EF4-FFF2-40B4-BE49-F238E27FC236}">
                  <a16:creationId xmlns:a16="http://schemas.microsoft.com/office/drawing/2014/main" id="{98521D10-20A1-9B76-AEE8-84D1E755B170}"/>
                </a:ext>
              </a:extLst>
            </p:cNvPr>
            <p:cNvSpPr/>
            <p:nvPr>
              <p:custDataLst>
                <p:tags r:id="rId172"/>
              </p:custDataLst>
            </p:nvPr>
          </p:nvSpPr>
          <p:spPr>
            <a:xfrm>
              <a:off x="7807362" y="4489959"/>
              <a:ext cx="50308" cy="111518"/>
            </a:xfrm>
            <a:custGeom>
              <a:avLst/>
              <a:gdLst>
                <a:gd name="connsiteX0" fmla="*/ 46112 w 50308"/>
                <a:gd name="connsiteY0" fmla="*/ 6365 h 111518"/>
                <a:gd name="connsiteX1" fmla="*/ 39471 w 50308"/>
                <a:gd name="connsiteY1" fmla="*/ 68 h 111518"/>
                <a:gd name="connsiteX2" fmla="*/ 30173 w 50308"/>
                <a:gd name="connsiteY2" fmla="*/ 9181 h 111518"/>
                <a:gd name="connsiteX3" fmla="*/ 36814 w 50308"/>
                <a:gd name="connsiteY3" fmla="*/ 15478 h 111518"/>
                <a:gd name="connsiteX4" fmla="*/ 46112 w 50308"/>
                <a:gd name="connsiteY4" fmla="*/ 6365 h 111518"/>
                <a:gd name="connsiteX5" fmla="*/ 12241 w 50308"/>
                <a:gd name="connsiteY5" fmla="*/ 90542 h 111518"/>
                <a:gd name="connsiteX6" fmla="*/ 10747 w 50308"/>
                <a:gd name="connsiteY6" fmla="*/ 97502 h 111518"/>
                <a:gd name="connsiteX7" fmla="*/ 26520 w 50308"/>
                <a:gd name="connsiteY7" fmla="*/ 111587 h 111518"/>
                <a:gd name="connsiteX8" fmla="*/ 50429 w 50308"/>
                <a:gd name="connsiteY8" fmla="*/ 86234 h 111518"/>
                <a:gd name="connsiteX9" fmla="*/ 47773 w 50308"/>
                <a:gd name="connsiteY9" fmla="*/ 84080 h 111518"/>
                <a:gd name="connsiteX10" fmla="*/ 44618 w 50308"/>
                <a:gd name="connsiteY10" fmla="*/ 86897 h 111518"/>
                <a:gd name="connsiteX11" fmla="*/ 27018 w 50308"/>
                <a:gd name="connsiteY11" fmla="*/ 106947 h 111518"/>
                <a:gd name="connsiteX12" fmla="*/ 22867 w 50308"/>
                <a:gd name="connsiteY12" fmla="*/ 101147 h 111518"/>
                <a:gd name="connsiteX13" fmla="*/ 25524 w 50308"/>
                <a:gd name="connsiteY13" fmla="*/ 90542 h 111518"/>
                <a:gd name="connsiteX14" fmla="*/ 30837 w 50308"/>
                <a:gd name="connsiteY14" fmla="*/ 77286 h 111518"/>
                <a:gd name="connsiteX15" fmla="*/ 38973 w 50308"/>
                <a:gd name="connsiteY15" fmla="*/ 56242 h 111518"/>
                <a:gd name="connsiteX16" fmla="*/ 39969 w 50308"/>
                <a:gd name="connsiteY16" fmla="*/ 50939 h 111518"/>
                <a:gd name="connsiteX17" fmla="*/ 24195 w 50308"/>
                <a:gd name="connsiteY17" fmla="*/ 36854 h 111518"/>
                <a:gd name="connsiteX18" fmla="*/ 120 w 50308"/>
                <a:gd name="connsiteY18" fmla="*/ 62207 h 111518"/>
                <a:gd name="connsiteX19" fmla="*/ 2943 w 50308"/>
                <a:gd name="connsiteY19" fmla="*/ 64361 h 111518"/>
                <a:gd name="connsiteX20" fmla="*/ 5932 w 50308"/>
                <a:gd name="connsiteY20" fmla="*/ 61710 h 111518"/>
                <a:gd name="connsiteX21" fmla="*/ 23697 w 50308"/>
                <a:gd name="connsiteY21" fmla="*/ 41494 h 111518"/>
                <a:gd name="connsiteX22" fmla="*/ 27848 w 50308"/>
                <a:gd name="connsiteY22" fmla="*/ 47293 h 111518"/>
                <a:gd name="connsiteX23" fmla="*/ 22701 w 50308"/>
                <a:gd name="connsiteY23" fmla="*/ 63864 h 111518"/>
                <a:gd name="connsiteX24" fmla="*/ 12241 w 503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08" h="111518">
                  <a:moveTo>
                    <a:pt x="46112" y="6365"/>
                  </a:moveTo>
                  <a:cubicBezTo>
                    <a:pt x="46112" y="3713"/>
                    <a:pt x="44120" y="68"/>
                    <a:pt x="39471" y="68"/>
                  </a:cubicBezTo>
                  <a:cubicBezTo>
                    <a:pt x="34988" y="68"/>
                    <a:pt x="30173" y="4376"/>
                    <a:pt x="30173" y="9181"/>
                  </a:cubicBezTo>
                  <a:cubicBezTo>
                    <a:pt x="30173" y="11998"/>
                    <a:pt x="32331" y="15478"/>
                    <a:pt x="36814" y="15478"/>
                  </a:cubicBezTo>
                  <a:cubicBezTo>
                    <a:pt x="41629" y="15478"/>
                    <a:pt x="46112" y="10839"/>
                    <a:pt x="46112" y="6365"/>
                  </a:cubicBezTo>
                  <a:close/>
                  <a:moveTo>
                    <a:pt x="12241" y="90542"/>
                  </a:moveTo>
                  <a:cubicBezTo>
                    <a:pt x="11577" y="92696"/>
                    <a:pt x="10747" y="94685"/>
                    <a:pt x="10747" y="97502"/>
                  </a:cubicBezTo>
                  <a:cubicBezTo>
                    <a:pt x="10747" y="105290"/>
                    <a:pt x="17388" y="111587"/>
                    <a:pt x="26520" y="111587"/>
                  </a:cubicBezTo>
                  <a:cubicBezTo>
                    <a:pt x="43124" y="111587"/>
                    <a:pt x="50429" y="88720"/>
                    <a:pt x="50429" y="86234"/>
                  </a:cubicBezTo>
                  <a:cubicBezTo>
                    <a:pt x="50429" y="84080"/>
                    <a:pt x="48271" y="84080"/>
                    <a:pt x="47773" y="84080"/>
                  </a:cubicBezTo>
                  <a:cubicBezTo>
                    <a:pt x="45448" y="84080"/>
                    <a:pt x="45282" y="85074"/>
                    <a:pt x="44618" y="86897"/>
                  </a:cubicBezTo>
                  <a:cubicBezTo>
                    <a:pt x="40799" y="100153"/>
                    <a:pt x="33493" y="106947"/>
                    <a:pt x="27018" y="106947"/>
                  </a:cubicBezTo>
                  <a:cubicBezTo>
                    <a:pt x="23697" y="106947"/>
                    <a:pt x="22867" y="104793"/>
                    <a:pt x="22867" y="101147"/>
                  </a:cubicBezTo>
                  <a:cubicBezTo>
                    <a:pt x="22867" y="97336"/>
                    <a:pt x="24029" y="94188"/>
                    <a:pt x="25524" y="90542"/>
                  </a:cubicBezTo>
                  <a:cubicBezTo>
                    <a:pt x="27184" y="86068"/>
                    <a:pt x="29010" y="81594"/>
                    <a:pt x="30837" y="77286"/>
                  </a:cubicBezTo>
                  <a:cubicBezTo>
                    <a:pt x="32331" y="73309"/>
                    <a:pt x="38309" y="58230"/>
                    <a:pt x="38973" y="56242"/>
                  </a:cubicBezTo>
                  <a:cubicBezTo>
                    <a:pt x="39471" y="54584"/>
                    <a:pt x="39969" y="52596"/>
                    <a:pt x="39969" y="50939"/>
                  </a:cubicBezTo>
                  <a:cubicBezTo>
                    <a:pt x="39969" y="43151"/>
                    <a:pt x="33327" y="36854"/>
                    <a:pt x="24195" y="36854"/>
                  </a:cubicBezTo>
                  <a:cubicBezTo>
                    <a:pt x="7758" y="36854"/>
                    <a:pt x="120" y="59390"/>
                    <a:pt x="120" y="62207"/>
                  </a:cubicBezTo>
                  <a:cubicBezTo>
                    <a:pt x="120" y="64361"/>
                    <a:pt x="2445" y="64361"/>
                    <a:pt x="2943" y="64361"/>
                  </a:cubicBezTo>
                  <a:cubicBezTo>
                    <a:pt x="5267" y="64361"/>
                    <a:pt x="5433" y="63533"/>
                    <a:pt x="5932" y="61710"/>
                  </a:cubicBezTo>
                  <a:cubicBezTo>
                    <a:pt x="10248" y="47459"/>
                    <a:pt x="17554" y="41494"/>
                    <a:pt x="23697" y="41494"/>
                  </a:cubicBezTo>
                  <a:cubicBezTo>
                    <a:pt x="26354" y="41494"/>
                    <a:pt x="27848" y="42819"/>
                    <a:pt x="27848" y="47293"/>
                  </a:cubicBezTo>
                  <a:cubicBezTo>
                    <a:pt x="27848" y="51105"/>
                    <a:pt x="26852" y="53590"/>
                    <a:pt x="22701" y="63864"/>
                  </a:cubicBezTo>
                  <a:lnTo>
                    <a:pt x="1224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1" name="Freeform: Shape 390">
              <a:extLst>
                <a:ext uri="{FF2B5EF4-FFF2-40B4-BE49-F238E27FC236}">
                  <a16:creationId xmlns:a16="http://schemas.microsoft.com/office/drawing/2014/main" id="{C0B577F0-1357-0644-58F1-7517BD9EE9D7}"/>
                </a:ext>
              </a:extLst>
            </p:cNvPr>
            <p:cNvSpPr/>
            <p:nvPr>
              <p:custDataLst>
                <p:tags r:id="rId173"/>
              </p:custDataLst>
            </p:nvPr>
          </p:nvSpPr>
          <p:spPr>
            <a:xfrm>
              <a:off x="7950922" y="4500398"/>
              <a:ext cx="144925" cy="9468"/>
            </a:xfrm>
            <a:custGeom>
              <a:avLst/>
              <a:gdLst>
                <a:gd name="connsiteX0" fmla="*/ 136750 w 144925"/>
                <a:gd name="connsiteY0" fmla="*/ 9535 h 9468"/>
                <a:gd name="connsiteX1" fmla="*/ 145051 w 144925"/>
                <a:gd name="connsiteY1" fmla="*/ 4801 h 9468"/>
                <a:gd name="connsiteX2" fmla="*/ 136750 w 144925"/>
                <a:gd name="connsiteY2" fmla="*/ 66 h 9468"/>
                <a:gd name="connsiteX3" fmla="*/ 8428 w 144925"/>
                <a:gd name="connsiteY3" fmla="*/ 66 h 9468"/>
                <a:gd name="connsiteX4" fmla="*/ 126 w 144925"/>
                <a:gd name="connsiteY4" fmla="*/ 4801 h 9468"/>
                <a:gd name="connsiteX5" fmla="*/ 8428 w 144925"/>
                <a:gd name="connsiteY5" fmla="*/ 9535 h 9468"/>
                <a:gd name="connsiteX6" fmla="*/ 136750 w 144925"/>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925" h="9468">
                  <a:moveTo>
                    <a:pt x="136750" y="9535"/>
                  </a:moveTo>
                  <a:cubicBezTo>
                    <a:pt x="140782" y="9535"/>
                    <a:pt x="145051" y="9535"/>
                    <a:pt x="145051" y="4801"/>
                  </a:cubicBezTo>
                  <a:cubicBezTo>
                    <a:pt x="145051" y="66"/>
                    <a:pt x="140782" y="66"/>
                    <a:pt x="136750" y="66"/>
                  </a:cubicBezTo>
                  <a:lnTo>
                    <a:pt x="8428" y="66"/>
                  </a:lnTo>
                  <a:cubicBezTo>
                    <a:pt x="4395" y="66"/>
                    <a:pt x="126" y="66"/>
                    <a:pt x="126" y="4801"/>
                  </a:cubicBezTo>
                  <a:cubicBezTo>
                    <a:pt x="126" y="9535"/>
                    <a:pt x="4395" y="9535"/>
                    <a:pt x="8428" y="9535"/>
                  </a:cubicBezTo>
                  <a:lnTo>
                    <a:pt x="136750"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2" name="Freeform: Shape 391">
              <a:extLst>
                <a:ext uri="{FF2B5EF4-FFF2-40B4-BE49-F238E27FC236}">
                  <a16:creationId xmlns:a16="http://schemas.microsoft.com/office/drawing/2014/main" id="{48D95B9B-9FB8-0B9A-B399-DC6F2409B39C}"/>
                </a:ext>
              </a:extLst>
            </p:cNvPr>
            <p:cNvSpPr/>
            <p:nvPr>
              <p:custDataLst>
                <p:tags r:id="rId174"/>
              </p:custDataLst>
            </p:nvPr>
          </p:nvSpPr>
          <p:spPr>
            <a:xfrm>
              <a:off x="8256930" y="4337561"/>
              <a:ext cx="63330" cy="36454"/>
            </a:xfrm>
            <a:custGeom>
              <a:avLst/>
              <a:gdLst>
                <a:gd name="connsiteX0" fmla="*/ 31922 w 63330"/>
                <a:gd name="connsiteY0" fmla="*/ 64 h 36454"/>
                <a:gd name="connsiteX1" fmla="*/ 138 w 63330"/>
                <a:gd name="connsiteY1" fmla="*/ 32258 h 36454"/>
                <a:gd name="connsiteX2" fmla="*/ 4408 w 63330"/>
                <a:gd name="connsiteY2" fmla="*/ 36519 h 36454"/>
                <a:gd name="connsiteX3" fmla="*/ 31922 w 63330"/>
                <a:gd name="connsiteY3" fmla="*/ 12373 h 36454"/>
                <a:gd name="connsiteX4" fmla="*/ 59200 w 63330"/>
                <a:gd name="connsiteY4" fmla="*/ 36519 h 36454"/>
                <a:gd name="connsiteX5" fmla="*/ 63469 w 63330"/>
                <a:gd name="connsiteY5" fmla="*/ 32258 h 36454"/>
                <a:gd name="connsiteX6" fmla="*/ 31922 w 6333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0" h="36454">
                  <a:moveTo>
                    <a:pt x="31922" y="64"/>
                  </a:moveTo>
                  <a:lnTo>
                    <a:pt x="138" y="32258"/>
                  </a:lnTo>
                  <a:lnTo>
                    <a:pt x="4408" y="36519"/>
                  </a:lnTo>
                  <a:lnTo>
                    <a:pt x="31922" y="12373"/>
                  </a:lnTo>
                  <a:lnTo>
                    <a:pt x="59200" y="36519"/>
                  </a:lnTo>
                  <a:lnTo>
                    <a:pt x="63469" y="32258"/>
                  </a:lnTo>
                  <a:lnTo>
                    <a:pt x="31922"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3" name="Freeform: Shape 392">
              <a:extLst>
                <a:ext uri="{FF2B5EF4-FFF2-40B4-BE49-F238E27FC236}">
                  <a16:creationId xmlns:a16="http://schemas.microsoft.com/office/drawing/2014/main" id="{83B43AE1-FB0D-91DA-EA23-95FD64B52EB4}"/>
                </a:ext>
              </a:extLst>
            </p:cNvPr>
            <p:cNvSpPr/>
            <p:nvPr>
              <p:custDataLst>
                <p:tags r:id="rId175"/>
              </p:custDataLst>
            </p:nvPr>
          </p:nvSpPr>
          <p:spPr>
            <a:xfrm>
              <a:off x="8175514" y="4397188"/>
              <a:ext cx="129300" cy="213048"/>
            </a:xfrm>
            <a:custGeom>
              <a:avLst/>
              <a:gdLst>
                <a:gd name="connsiteX0" fmla="*/ 129437 w 129300"/>
                <a:gd name="connsiteY0" fmla="*/ 32497 h 213048"/>
                <a:gd name="connsiteX1" fmla="*/ 97178 w 129300"/>
                <a:gd name="connsiteY1" fmla="*/ 66 h 213048"/>
                <a:gd name="connsiteX2" fmla="*/ 68478 w 129300"/>
                <a:gd name="connsiteY2" fmla="*/ 10009 h 213048"/>
                <a:gd name="connsiteX3" fmla="*/ 37880 w 129300"/>
                <a:gd name="connsiteY3" fmla="*/ 60430 h 213048"/>
                <a:gd name="connsiteX4" fmla="*/ 166 w 129300"/>
                <a:gd name="connsiteY4" fmla="*/ 210747 h 213048"/>
                <a:gd name="connsiteX5" fmla="*/ 3012 w 129300"/>
                <a:gd name="connsiteY5" fmla="*/ 213115 h 213048"/>
                <a:gd name="connsiteX6" fmla="*/ 5858 w 129300"/>
                <a:gd name="connsiteY6" fmla="*/ 211931 h 213048"/>
                <a:gd name="connsiteX7" fmla="*/ 22462 w 129300"/>
                <a:gd name="connsiteY7" fmla="*/ 146596 h 213048"/>
                <a:gd name="connsiteX8" fmla="*/ 54720 w 129300"/>
                <a:gd name="connsiteY8" fmla="*/ 169558 h 213048"/>
                <a:gd name="connsiteX9" fmla="*/ 100499 w 129300"/>
                <a:gd name="connsiteY9" fmla="*/ 150857 h 213048"/>
                <a:gd name="connsiteX10" fmla="*/ 119474 w 129300"/>
                <a:gd name="connsiteY10" fmla="*/ 107301 h 213048"/>
                <a:gd name="connsiteX11" fmla="*/ 102159 w 129300"/>
                <a:gd name="connsiteY11" fmla="*/ 72029 h 213048"/>
                <a:gd name="connsiteX12" fmla="*/ 129437 w 129300"/>
                <a:gd name="connsiteY12" fmla="*/ 32497 h 213048"/>
                <a:gd name="connsiteX13" fmla="*/ 86742 w 129300"/>
                <a:gd name="connsiteY13" fmla="*/ 71793 h 213048"/>
                <a:gd name="connsiteX14" fmla="*/ 75356 w 129300"/>
                <a:gd name="connsiteY14" fmla="*/ 73450 h 213048"/>
                <a:gd name="connsiteX15" fmla="*/ 64920 w 129300"/>
                <a:gd name="connsiteY15" fmla="*/ 72503 h 213048"/>
                <a:gd name="connsiteX16" fmla="*/ 76542 w 129300"/>
                <a:gd name="connsiteY16" fmla="*/ 70609 h 213048"/>
                <a:gd name="connsiteX17" fmla="*/ 86742 w 129300"/>
                <a:gd name="connsiteY17" fmla="*/ 71793 h 213048"/>
                <a:gd name="connsiteX18" fmla="*/ 116154 w 129300"/>
                <a:gd name="connsiteY18" fmla="*/ 27052 h 213048"/>
                <a:gd name="connsiteX19" fmla="*/ 94806 w 129300"/>
                <a:gd name="connsiteY19" fmla="*/ 68005 h 213048"/>
                <a:gd name="connsiteX20" fmla="*/ 76542 w 129300"/>
                <a:gd name="connsiteY20" fmla="*/ 65164 h 213048"/>
                <a:gd name="connsiteX21" fmla="*/ 58278 w 129300"/>
                <a:gd name="connsiteY21" fmla="*/ 72739 h 213048"/>
                <a:gd name="connsiteX22" fmla="*/ 74645 w 129300"/>
                <a:gd name="connsiteY22" fmla="*/ 78657 h 213048"/>
                <a:gd name="connsiteX23" fmla="*/ 94095 w 129300"/>
                <a:gd name="connsiteY23" fmla="*/ 75580 h 213048"/>
                <a:gd name="connsiteX24" fmla="*/ 104531 w 129300"/>
                <a:gd name="connsiteY24" fmla="*/ 102329 h 213048"/>
                <a:gd name="connsiteX25" fmla="*/ 92672 w 129300"/>
                <a:gd name="connsiteY25" fmla="*/ 143045 h 213048"/>
                <a:gd name="connsiteX26" fmla="*/ 54009 w 129300"/>
                <a:gd name="connsiteY26" fmla="*/ 164350 h 213048"/>
                <a:gd name="connsiteX27" fmla="*/ 26969 w 129300"/>
                <a:gd name="connsiteY27" fmla="*/ 133813 h 213048"/>
                <a:gd name="connsiteX28" fmla="*/ 28155 w 129300"/>
                <a:gd name="connsiteY28" fmla="*/ 123398 h 213048"/>
                <a:gd name="connsiteX29" fmla="*/ 43335 w 129300"/>
                <a:gd name="connsiteY29" fmla="*/ 63507 h 213048"/>
                <a:gd name="connsiteX30" fmla="*/ 94095 w 129300"/>
                <a:gd name="connsiteY30" fmla="*/ 5511 h 213048"/>
                <a:gd name="connsiteX31" fmla="*/ 116154 w 129300"/>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300" h="213048">
                  <a:moveTo>
                    <a:pt x="129437" y="32497"/>
                  </a:moveTo>
                  <a:cubicBezTo>
                    <a:pt x="129437" y="14743"/>
                    <a:pt x="116391" y="66"/>
                    <a:pt x="97178" y="66"/>
                  </a:cubicBezTo>
                  <a:cubicBezTo>
                    <a:pt x="83421" y="66"/>
                    <a:pt x="76780" y="3854"/>
                    <a:pt x="68478" y="10009"/>
                  </a:cubicBezTo>
                  <a:cubicBezTo>
                    <a:pt x="55432" y="19477"/>
                    <a:pt x="42386" y="42439"/>
                    <a:pt x="37880" y="60430"/>
                  </a:cubicBezTo>
                  <a:lnTo>
                    <a:pt x="166" y="210747"/>
                  </a:lnTo>
                  <a:cubicBezTo>
                    <a:pt x="-71" y="211694"/>
                    <a:pt x="1115" y="213115"/>
                    <a:pt x="3012" y="213115"/>
                  </a:cubicBezTo>
                  <a:cubicBezTo>
                    <a:pt x="4910" y="213115"/>
                    <a:pt x="5621" y="212641"/>
                    <a:pt x="5858" y="211931"/>
                  </a:cubicBezTo>
                  <a:lnTo>
                    <a:pt x="22462" y="146596"/>
                  </a:lnTo>
                  <a:cubicBezTo>
                    <a:pt x="26969" y="160799"/>
                    <a:pt x="37405" y="169558"/>
                    <a:pt x="54720" y="169558"/>
                  </a:cubicBezTo>
                  <a:cubicBezTo>
                    <a:pt x="72036" y="169558"/>
                    <a:pt x="89825" y="161273"/>
                    <a:pt x="100499" y="150857"/>
                  </a:cubicBezTo>
                  <a:cubicBezTo>
                    <a:pt x="111884" y="139968"/>
                    <a:pt x="119474" y="124818"/>
                    <a:pt x="119474" y="107301"/>
                  </a:cubicBezTo>
                  <a:cubicBezTo>
                    <a:pt x="119474" y="90257"/>
                    <a:pt x="110698" y="77947"/>
                    <a:pt x="102159" y="72029"/>
                  </a:cubicBezTo>
                  <a:cubicBezTo>
                    <a:pt x="115917" y="64218"/>
                    <a:pt x="129437" y="49541"/>
                    <a:pt x="129437" y="32497"/>
                  </a:cubicBezTo>
                  <a:close/>
                  <a:moveTo>
                    <a:pt x="86742" y="71793"/>
                  </a:moveTo>
                  <a:cubicBezTo>
                    <a:pt x="83658" y="72976"/>
                    <a:pt x="81049" y="73450"/>
                    <a:pt x="75356" y="73450"/>
                  </a:cubicBezTo>
                  <a:cubicBezTo>
                    <a:pt x="72036" y="73450"/>
                    <a:pt x="67292" y="73686"/>
                    <a:pt x="64920" y="72503"/>
                  </a:cubicBezTo>
                  <a:cubicBezTo>
                    <a:pt x="65394" y="70136"/>
                    <a:pt x="73933" y="70609"/>
                    <a:pt x="76542" y="70609"/>
                  </a:cubicBezTo>
                  <a:cubicBezTo>
                    <a:pt x="81523" y="70609"/>
                    <a:pt x="83658" y="70609"/>
                    <a:pt x="86742" y="71793"/>
                  </a:cubicBezTo>
                  <a:close/>
                  <a:moveTo>
                    <a:pt x="116154" y="27052"/>
                  </a:moveTo>
                  <a:cubicBezTo>
                    <a:pt x="116154" y="43623"/>
                    <a:pt x="107140" y="60667"/>
                    <a:pt x="94806" y="68005"/>
                  </a:cubicBezTo>
                  <a:cubicBezTo>
                    <a:pt x="88402" y="65638"/>
                    <a:pt x="83658" y="65164"/>
                    <a:pt x="76542" y="65164"/>
                  </a:cubicBezTo>
                  <a:cubicBezTo>
                    <a:pt x="71561" y="65164"/>
                    <a:pt x="58278" y="64928"/>
                    <a:pt x="58278" y="72739"/>
                  </a:cubicBezTo>
                  <a:cubicBezTo>
                    <a:pt x="58041" y="79368"/>
                    <a:pt x="70375" y="78657"/>
                    <a:pt x="74645" y="78657"/>
                  </a:cubicBezTo>
                  <a:cubicBezTo>
                    <a:pt x="83421" y="78657"/>
                    <a:pt x="86979" y="78421"/>
                    <a:pt x="94095" y="75580"/>
                  </a:cubicBezTo>
                  <a:cubicBezTo>
                    <a:pt x="103108" y="84102"/>
                    <a:pt x="104294" y="91440"/>
                    <a:pt x="104531" y="102329"/>
                  </a:cubicBezTo>
                  <a:cubicBezTo>
                    <a:pt x="105006" y="116059"/>
                    <a:pt x="99313" y="133813"/>
                    <a:pt x="92672" y="143045"/>
                  </a:cubicBezTo>
                  <a:cubicBezTo>
                    <a:pt x="83421" y="155828"/>
                    <a:pt x="67529" y="164350"/>
                    <a:pt x="54009" y="164350"/>
                  </a:cubicBezTo>
                  <a:cubicBezTo>
                    <a:pt x="35982" y="164350"/>
                    <a:pt x="26969" y="150620"/>
                    <a:pt x="26969" y="133813"/>
                  </a:cubicBezTo>
                  <a:cubicBezTo>
                    <a:pt x="26969" y="131446"/>
                    <a:pt x="26969" y="127895"/>
                    <a:pt x="28155" y="123398"/>
                  </a:cubicBezTo>
                  <a:lnTo>
                    <a:pt x="43335" y="63507"/>
                  </a:lnTo>
                  <a:cubicBezTo>
                    <a:pt x="48553" y="43149"/>
                    <a:pt x="65631" y="5511"/>
                    <a:pt x="94095" y="5511"/>
                  </a:cubicBezTo>
                  <a:cubicBezTo>
                    <a:pt x="107852" y="5511"/>
                    <a:pt x="116154" y="12849"/>
                    <a:pt x="116154"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4" name="Freeform: Shape 393">
              <a:extLst>
                <a:ext uri="{FF2B5EF4-FFF2-40B4-BE49-F238E27FC236}">
                  <a16:creationId xmlns:a16="http://schemas.microsoft.com/office/drawing/2014/main" id="{8EB6BF2B-83AE-3BEB-F11E-59ED5E5F28E0}"/>
                </a:ext>
              </a:extLst>
            </p:cNvPr>
            <p:cNvSpPr/>
            <p:nvPr>
              <p:custDataLst>
                <p:tags r:id="rId176"/>
              </p:custDataLst>
            </p:nvPr>
          </p:nvSpPr>
          <p:spPr>
            <a:xfrm>
              <a:off x="8311226" y="4489793"/>
              <a:ext cx="77040" cy="113341"/>
            </a:xfrm>
            <a:custGeom>
              <a:avLst/>
              <a:gdLst>
                <a:gd name="connsiteX0" fmla="*/ 77182 w 77040"/>
                <a:gd name="connsiteY0" fmla="*/ 57236 h 113341"/>
                <a:gd name="connsiteX1" fmla="*/ 67386 w 77040"/>
                <a:gd name="connsiteY1" fmla="*/ 14318 h 113341"/>
                <a:gd name="connsiteX2" fmla="*/ 38662 w 77040"/>
                <a:gd name="connsiteY2" fmla="*/ 68 h 113341"/>
                <a:gd name="connsiteX3" fmla="*/ 141 w 77040"/>
                <a:gd name="connsiteY3" fmla="*/ 57236 h 113341"/>
                <a:gd name="connsiteX4" fmla="*/ 38662 w 77040"/>
                <a:gd name="connsiteY4" fmla="*/ 113409 h 113341"/>
                <a:gd name="connsiteX5" fmla="*/ 77182 w 77040"/>
                <a:gd name="connsiteY5" fmla="*/ 57236 h 113341"/>
                <a:gd name="connsiteX6" fmla="*/ 38662 w 77040"/>
                <a:gd name="connsiteY6" fmla="*/ 108770 h 113341"/>
                <a:gd name="connsiteX7" fmla="*/ 17575 w 77040"/>
                <a:gd name="connsiteY7" fmla="*/ 90708 h 113341"/>
                <a:gd name="connsiteX8" fmla="*/ 15251 w 77040"/>
                <a:gd name="connsiteY8" fmla="*/ 55082 h 113341"/>
                <a:gd name="connsiteX9" fmla="*/ 17741 w 77040"/>
                <a:gd name="connsiteY9" fmla="*/ 21278 h 113341"/>
                <a:gd name="connsiteX10" fmla="*/ 38662 w 77040"/>
                <a:gd name="connsiteY10" fmla="*/ 4707 h 113341"/>
                <a:gd name="connsiteX11" fmla="*/ 59250 w 77040"/>
                <a:gd name="connsiteY11" fmla="*/ 19787 h 113341"/>
                <a:gd name="connsiteX12" fmla="*/ 62073 w 77040"/>
                <a:gd name="connsiteY12" fmla="*/ 55082 h 113341"/>
                <a:gd name="connsiteX13" fmla="*/ 59914 w 77040"/>
                <a:gd name="connsiteY13" fmla="*/ 90045 h 113341"/>
                <a:gd name="connsiteX14" fmla="*/ 38662 w 77040"/>
                <a:gd name="connsiteY14" fmla="*/ 108770 h 11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040" h="113341">
                  <a:moveTo>
                    <a:pt x="77182" y="57236"/>
                  </a:moveTo>
                  <a:cubicBezTo>
                    <a:pt x="77182" y="39008"/>
                    <a:pt x="75024" y="25918"/>
                    <a:pt x="67386" y="14318"/>
                  </a:cubicBezTo>
                  <a:cubicBezTo>
                    <a:pt x="62239" y="6696"/>
                    <a:pt x="51945" y="68"/>
                    <a:pt x="38662" y="68"/>
                  </a:cubicBezTo>
                  <a:cubicBezTo>
                    <a:pt x="141" y="68"/>
                    <a:pt x="141" y="45305"/>
                    <a:pt x="141" y="57236"/>
                  </a:cubicBezTo>
                  <a:cubicBezTo>
                    <a:pt x="141" y="69166"/>
                    <a:pt x="141" y="113409"/>
                    <a:pt x="38662" y="113409"/>
                  </a:cubicBezTo>
                  <a:cubicBezTo>
                    <a:pt x="77182" y="113409"/>
                    <a:pt x="77182" y="69166"/>
                    <a:pt x="77182" y="57236"/>
                  </a:cubicBezTo>
                  <a:close/>
                  <a:moveTo>
                    <a:pt x="38662" y="108770"/>
                  </a:moveTo>
                  <a:cubicBezTo>
                    <a:pt x="31024" y="108770"/>
                    <a:pt x="20896" y="104296"/>
                    <a:pt x="17575" y="90708"/>
                  </a:cubicBezTo>
                  <a:cubicBezTo>
                    <a:pt x="15251" y="80931"/>
                    <a:pt x="15251" y="67344"/>
                    <a:pt x="15251" y="55082"/>
                  </a:cubicBezTo>
                  <a:cubicBezTo>
                    <a:pt x="15251" y="42985"/>
                    <a:pt x="15251" y="30392"/>
                    <a:pt x="17741" y="21278"/>
                  </a:cubicBezTo>
                  <a:cubicBezTo>
                    <a:pt x="21228" y="8187"/>
                    <a:pt x="31854" y="4707"/>
                    <a:pt x="38662" y="4707"/>
                  </a:cubicBezTo>
                  <a:cubicBezTo>
                    <a:pt x="47628" y="4707"/>
                    <a:pt x="56262" y="10176"/>
                    <a:pt x="59250" y="19787"/>
                  </a:cubicBezTo>
                  <a:cubicBezTo>
                    <a:pt x="61907" y="28735"/>
                    <a:pt x="62073" y="40665"/>
                    <a:pt x="62073" y="55082"/>
                  </a:cubicBezTo>
                  <a:cubicBezTo>
                    <a:pt x="62073" y="67344"/>
                    <a:pt x="62073" y="79606"/>
                    <a:pt x="59914" y="90045"/>
                  </a:cubicBezTo>
                  <a:cubicBezTo>
                    <a:pt x="56594" y="105124"/>
                    <a:pt x="45303" y="108770"/>
                    <a:pt x="38662" y="108770"/>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5" name="Freeform: Shape 394">
              <a:extLst>
                <a:ext uri="{FF2B5EF4-FFF2-40B4-BE49-F238E27FC236}">
                  <a16:creationId xmlns:a16="http://schemas.microsoft.com/office/drawing/2014/main" id="{E78A6CB1-5CE2-C623-87A2-86F4B15D1A90}"/>
                </a:ext>
              </a:extLst>
            </p:cNvPr>
            <p:cNvSpPr/>
            <p:nvPr>
              <p:custDataLst>
                <p:tags r:id="rId177"/>
              </p:custDataLst>
            </p:nvPr>
          </p:nvSpPr>
          <p:spPr>
            <a:xfrm>
              <a:off x="8481396" y="4500398"/>
              <a:ext cx="144925" cy="9468"/>
            </a:xfrm>
            <a:custGeom>
              <a:avLst/>
              <a:gdLst>
                <a:gd name="connsiteX0" fmla="*/ 136772 w 144925"/>
                <a:gd name="connsiteY0" fmla="*/ 9535 h 9468"/>
                <a:gd name="connsiteX1" fmla="*/ 145074 w 144925"/>
                <a:gd name="connsiteY1" fmla="*/ 4801 h 9468"/>
                <a:gd name="connsiteX2" fmla="*/ 136772 w 144925"/>
                <a:gd name="connsiteY2" fmla="*/ 66 h 9468"/>
                <a:gd name="connsiteX3" fmla="*/ 8450 w 144925"/>
                <a:gd name="connsiteY3" fmla="*/ 66 h 9468"/>
                <a:gd name="connsiteX4" fmla="*/ 148 w 144925"/>
                <a:gd name="connsiteY4" fmla="*/ 4801 h 9468"/>
                <a:gd name="connsiteX5" fmla="*/ 8450 w 144925"/>
                <a:gd name="connsiteY5" fmla="*/ 9535 h 9468"/>
                <a:gd name="connsiteX6" fmla="*/ 136772 w 144925"/>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925" h="9468">
                  <a:moveTo>
                    <a:pt x="136772" y="9535"/>
                  </a:moveTo>
                  <a:cubicBezTo>
                    <a:pt x="140804" y="9535"/>
                    <a:pt x="145074" y="9535"/>
                    <a:pt x="145074" y="4801"/>
                  </a:cubicBezTo>
                  <a:cubicBezTo>
                    <a:pt x="145074" y="66"/>
                    <a:pt x="140804" y="66"/>
                    <a:pt x="136772" y="66"/>
                  </a:cubicBezTo>
                  <a:lnTo>
                    <a:pt x="8450" y="66"/>
                  </a:lnTo>
                  <a:cubicBezTo>
                    <a:pt x="4418" y="66"/>
                    <a:pt x="148" y="66"/>
                    <a:pt x="148" y="4801"/>
                  </a:cubicBezTo>
                  <a:cubicBezTo>
                    <a:pt x="148" y="9535"/>
                    <a:pt x="4418" y="9535"/>
                    <a:pt x="8450" y="9535"/>
                  </a:cubicBezTo>
                  <a:lnTo>
                    <a:pt x="13677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6" name="Freeform: Shape 395">
              <a:extLst>
                <a:ext uri="{FF2B5EF4-FFF2-40B4-BE49-F238E27FC236}">
                  <a16:creationId xmlns:a16="http://schemas.microsoft.com/office/drawing/2014/main" id="{12A61429-8F24-8D70-8338-2B04BF63C815}"/>
                </a:ext>
              </a:extLst>
            </p:cNvPr>
            <p:cNvSpPr/>
            <p:nvPr>
              <p:custDataLst>
                <p:tags r:id="rId178"/>
              </p:custDataLst>
            </p:nvPr>
          </p:nvSpPr>
          <p:spPr>
            <a:xfrm>
              <a:off x="8787404" y="4337561"/>
              <a:ext cx="63330" cy="36454"/>
            </a:xfrm>
            <a:custGeom>
              <a:avLst/>
              <a:gdLst>
                <a:gd name="connsiteX0" fmla="*/ 31945 w 63330"/>
                <a:gd name="connsiteY0" fmla="*/ 64 h 36454"/>
                <a:gd name="connsiteX1" fmla="*/ 161 w 63330"/>
                <a:gd name="connsiteY1" fmla="*/ 32258 h 36454"/>
                <a:gd name="connsiteX2" fmla="*/ 4430 w 63330"/>
                <a:gd name="connsiteY2" fmla="*/ 36519 h 36454"/>
                <a:gd name="connsiteX3" fmla="*/ 31945 w 63330"/>
                <a:gd name="connsiteY3" fmla="*/ 12373 h 36454"/>
                <a:gd name="connsiteX4" fmla="*/ 59222 w 63330"/>
                <a:gd name="connsiteY4" fmla="*/ 36519 h 36454"/>
                <a:gd name="connsiteX5" fmla="*/ 63491 w 63330"/>
                <a:gd name="connsiteY5" fmla="*/ 32258 h 36454"/>
                <a:gd name="connsiteX6" fmla="*/ 31945 w 63330"/>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0" h="36454">
                  <a:moveTo>
                    <a:pt x="31945" y="64"/>
                  </a:moveTo>
                  <a:lnTo>
                    <a:pt x="161" y="32258"/>
                  </a:lnTo>
                  <a:lnTo>
                    <a:pt x="4430" y="36519"/>
                  </a:lnTo>
                  <a:lnTo>
                    <a:pt x="31945" y="12373"/>
                  </a:lnTo>
                  <a:lnTo>
                    <a:pt x="59222" y="36519"/>
                  </a:lnTo>
                  <a:lnTo>
                    <a:pt x="63491" y="32258"/>
                  </a:lnTo>
                  <a:lnTo>
                    <a:pt x="31945"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7" name="Freeform: Shape 396">
              <a:extLst>
                <a:ext uri="{FF2B5EF4-FFF2-40B4-BE49-F238E27FC236}">
                  <a16:creationId xmlns:a16="http://schemas.microsoft.com/office/drawing/2014/main" id="{38DC8ED6-17D2-C32D-B1F6-530F93121E81}"/>
                </a:ext>
              </a:extLst>
            </p:cNvPr>
            <p:cNvSpPr/>
            <p:nvPr>
              <p:custDataLst>
                <p:tags r:id="rId179"/>
              </p:custDataLst>
            </p:nvPr>
          </p:nvSpPr>
          <p:spPr>
            <a:xfrm>
              <a:off x="8705988" y="4397188"/>
              <a:ext cx="129300" cy="213048"/>
            </a:xfrm>
            <a:custGeom>
              <a:avLst/>
              <a:gdLst>
                <a:gd name="connsiteX0" fmla="*/ 129459 w 129300"/>
                <a:gd name="connsiteY0" fmla="*/ 32497 h 213048"/>
                <a:gd name="connsiteX1" fmla="*/ 97201 w 129300"/>
                <a:gd name="connsiteY1" fmla="*/ 66 h 213048"/>
                <a:gd name="connsiteX2" fmla="*/ 68500 w 129300"/>
                <a:gd name="connsiteY2" fmla="*/ 10009 h 213048"/>
                <a:gd name="connsiteX3" fmla="*/ 37902 w 129300"/>
                <a:gd name="connsiteY3" fmla="*/ 60430 h 213048"/>
                <a:gd name="connsiteX4" fmla="*/ 188 w 129300"/>
                <a:gd name="connsiteY4" fmla="*/ 210747 h 213048"/>
                <a:gd name="connsiteX5" fmla="*/ 3034 w 129300"/>
                <a:gd name="connsiteY5" fmla="*/ 213115 h 213048"/>
                <a:gd name="connsiteX6" fmla="*/ 5881 w 129300"/>
                <a:gd name="connsiteY6" fmla="*/ 211931 h 213048"/>
                <a:gd name="connsiteX7" fmla="*/ 22484 w 129300"/>
                <a:gd name="connsiteY7" fmla="*/ 146596 h 213048"/>
                <a:gd name="connsiteX8" fmla="*/ 54743 w 129300"/>
                <a:gd name="connsiteY8" fmla="*/ 169558 h 213048"/>
                <a:gd name="connsiteX9" fmla="*/ 100521 w 129300"/>
                <a:gd name="connsiteY9" fmla="*/ 150857 h 213048"/>
                <a:gd name="connsiteX10" fmla="*/ 119497 w 129300"/>
                <a:gd name="connsiteY10" fmla="*/ 107301 h 213048"/>
                <a:gd name="connsiteX11" fmla="*/ 102182 w 129300"/>
                <a:gd name="connsiteY11" fmla="*/ 72029 h 213048"/>
                <a:gd name="connsiteX12" fmla="*/ 129459 w 129300"/>
                <a:gd name="connsiteY12" fmla="*/ 32497 h 213048"/>
                <a:gd name="connsiteX13" fmla="*/ 86764 w 129300"/>
                <a:gd name="connsiteY13" fmla="*/ 71793 h 213048"/>
                <a:gd name="connsiteX14" fmla="*/ 75379 w 129300"/>
                <a:gd name="connsiteY14" fmla="*/ 73450 h 213048"/>
                <a:gd name="connsiteX15" fmla="*/ 64942 w 129300"/>
                <a:gd name="connsiteY15" fmla="*/ 72503 h 213048"/>
                <a:gd name="connsiteX16" fmla="*/ 76565 w 129300"/>
                <a:gd name="connsiteY16" fmla="*/ 70609 h 213048"/>
                <a:gd name="connsiteX17" fmla="*/ 86764 w 129300"/>
                <a:gd name="connsiteY17" fmla="*/ 71793 h 213048"/>
                <a:gd name="connsiteX18" fmla="*/ 116176 w 129300"/>
                <a:gd name="connsiteY18" fmla="*/ 27052 h 213048"/>
                <a:gd name="connsiteX19" fmla="*/ 94829 w 129300"/>
                <a:gd name="connsiteY19" fmla="*/ 68005 h 213048"/>
                <a:gd name="connsiteX20" fmla="*/ 76565 w 129300"/>
                <a:gd name="connsiteY20" fmla="*/ 65164 h 213048"/>
                <a:gd name="connsiteX21" fmla="*/ 58301 w 129300"/>
                <a:gd name="connsiteY21" fmla="*/ 72739 h 213048"/>
                <a:gd name="connsiteX22" fmla="*/ 74667 w 129300"/>
                <a:gd name="connsiteY22" fmla="*/ 78657 h 213048"/>
                <a:gd name="connsiteX23" fmla="*/ 94117 w 129300"/>
                <a:gd name="connsiteY23" fmla="*/ 75580 h 213048"/>
                <a:gd name="connsiteX24" fmla="*/ 104554 w 129300"/>
                <a:gd name="connsiteY24" fmla="*/ 102329 h 213048"/>
                <a:gd name="connsiteX25" fmla="*/ 92694 w 129300"/>
                <a:gd name="connsiteY25" fmla="*/ 143045 h 213048"/>
                <a:gd name="connsiteX26" fmla="*/ 54031 w 129300"/>
                <a:gd name="connsiteY26" fmla="*/ 164350 h 213048"/>
                <a:gd name="connsiteX27" fmla="*/ 26991 w 129300"/>
                <a:gd name="connsiteY27" fmla="*/ 133813 h 213048"/>
                <a:gd name="connsiteX28" fmla="*/ 28177 w 129300"/>
                <a:gd name="connsiteY28" fmla="*/ 123398 h 213048"/>
                <a:gd name="connsiteX29" fmla="*/ 43357 w 129300"/>
                <a:gd name="connsiteY29" fmla="*/ 63507 h 213048"/>
                <a:gd name="connsiteX30" fmla="*/ 94117 w 129300"/>
                <a:gd name="connsiteY30" fmla="*/ 5511 h 213048"/>
                <a:gd name="connsiteX31" fmla="*/ 116176 w 129300"/>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300" h="213048">
                  <a:moveTo>
                    <a:pt x="129459" y="32497"/>
                  </a:moveTo>
                  <a:cubicBezTo>
                    <a:pt x="129459" y="14743"/>
                    <a:pt x="116413" y="66"/>
                    <a:pt x="97201" y="66"/>
                  </a:cubicBezTo>
                  <a:cubicBezTo>
                    <a:pt x="83443" y="66"/>
                    <a:pt x="76802" y="3854"/>
                    <a:pt x="68500" y="10009"/>
                  </a:cubicBezTo>
                  <a:cubicBezTo>
                    <a:pt x="55454" y="19477"/>
                    <a:pt x="42409" y="42439"/>
                    <a:pt x="37902" y="60430"/>
                  </a:cubicBezTo>
                  <a:lnTo>
                    <a:pt x="188" y="210747"/>
                  </a:lnTo>
                  <a:cubicBezTo>
                    <a:pt x="-49" y="211694"/>
                    <a:pt x="1137" y="213115"/>
                    <a:pt x="3034" y="213115"/>
                  </a:cubicBezTo>
                  <a:cubicBezTo>
                    <a:pt x="4932" y="213115"/>
                    <a:pt x="5644" y="212641"/>
                    <a:pt x="5881" y="211931"/>
                  </a:cubicBezTo>
                  <a:lnTo>
                    <a:pt x="22484" y="146596"/>
                  </a:lnTo>
                  <a:cubicBezTo>
                    <a:pt x="26991" y="160799"/>
                    <a:pt x="37428" y="169558"/>
                    <a:pt x="54743" y="169558"/>
                  </a:cubicBezTo>
                  <a:cubicBezTo>
                    <a:pt x="72058" y="169558"/>
                    <a:pt x="89847" y="161273"/>
                    <a:pt x="100521" y="150857"/>
                  </a:cubicBezTo>
                  <a:cubicBezTo>
                    <a:pt x="111907" y="139968"/>
                    <a:pt x="119497" y="124818"/>
                    <a:pt x="119497" y="107301"/>
                  </a:cubicBezTo>
                  <a:cubicBezTo>
                    <a:pt x="119497" y="90257"/>
                    <a:pt x="110721" y="77947"/>
                    <a:pt x="102182" y="72029"/>
                  </a:cubicBezTo>
                  <a:cubicBezTo>
                    <a:pt x="115939" y="64218"/>
                    <a:pt x="129459" y="49541"/>
                    <a:pt x="129459" y="32497"/>
                  </a:cubicBezTo>
                  <a:close/>
                  <a:moveTo>
                    <a:pt x="86764" y="71793"/>
                  </a:moveTo>
                  <a:cubicBezTo>
                    <a:pt x="83680" y="72976"/>
                    <a:pt x="81071" y="73450"/>
                    <a:pt x="75379" y="73450"/>
                  </a:cubicBezTo>
                  <a:cubicBezTo>
                    <a:pt x="72058" y="73450"/>
                    <a:pt x="67314" y="73686"/>
                    <a:pt x="64942" y="72503"/>
                  </a:cubicBezTo>
                  <a:cubicBezTo>
                    <a:pt x="65416" y="70136"/>
                    <a:pt x="73955" y="70609"/>
                    <a:pt x="76565" y="70609"/>
                  </a:cubicBezTo>
                  <a:cubicBezTo>
                    <a:pt x="81546" y="70609"/>
                    <a:pt x="83680" y="70609"/>
                    <a:pt x="86764" y="71793"/>
                  </a:cubicBezTo>
                  <a:close/>
                  <a:moveTo>
                    <a:pt x="116176" y="27052"/>
                  </a:moveTo>
                  <a:cubicBezTo>
                    <a:pt x="116176" y="43623"/>
                    <a:pt x="107163" y="60667"/>
                    <a:pt x="94829" y="68005"/>
                  </a:cubicBezTo>
                  <a:cubicBezTo>
                    <a:pt x="88424" y="65638"/>
                    <a:pt x="83680" y="65164"/>
                    <a:pt x="76565" y="65164"/>
                  </a:cubicBezTo>
                  <a:cubicBezTo>
                    <a:pt x="71584" y="65164"/>
                    <a:pt x="58301" y="64928"/>
                    <a:pt x="58301" y="72739"/>
                  </a:cubicBezTo>
                  <a:cubicBezTo>
                    <a:pt x="58063" y="79368"/>
                    <a:pt x="70398" y="78657"/>
                    <a:pt x="74667" y="78657"/>
                  </a:cubicBezTo>
                  <a:cubicBezTo>
                    <a:pt x="83443" y="78657"/>
                    <a:pt x="87001" y="78421"/>
                    <a:pt x="94117" y="75580"/>
                  </a:cubicBezTo>
                  <a:cubicBezTo>
                    <a:pt x="103130" y="84102"/>
                    <a:pt x="104316" y="91440"/>
                    <a:pt x="104554" y="102329"/>
                  </a:cubicBezTo>
                  <a:cubicBezTo>
                    <a:pt x="105028" y="116059"/>
                    <a:pt x="99335" y="133813"/>
                    <a:pt x="92694" y="143045"/>
                  </a:cubicBezTo>
                  <a:cubicBezTo>
                    <a:pt x="83443" y="155828"/>
                    <a:pt x="67551" y="164350"/>
                    <a:pt x="54031" y="164350"/>
                  </a:cubicBezTo>
                  <a:cubicBezTo>
                    <a:pt x="36004" y="164350"/>
                    <a:pt x="26991" y="150620"/>
                    <a:pt x="26991" y="133813"/>
                  </a:cubicBezTo>
                  <a:cubicBezTo>
                    <a:pt x="26991" y="131446"/>
                    <a:pt x="26991" y="127895"/>
                    <a:pt x="28177" y="123398"/>
                  </a:cubicBezTo>
                  <a:lnTo>
                    <a:pt x="43357" y="63507"/>
                  </a:lnTo>
                  <a:cubicBezTo>
                    <a:pt x="48576" y="43149"/>
                    <a:pt x="65654" y="5511"/>
                    <a:pt x="94117" y="5511"/>
                  </a:cubicBezTo>
                  <a:cubicBezTo>
                    <a:pt x="107874" y="5511"/>
                    <a:pt x="116176" y="12849"/>
                    <a:pt x="116176"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8" name="Freeform: Shape 397">
              <a:extLst>
                <a:ext uri="{FF2B5EF4-FFF2-40B4-BE49-F238E27FC236}">
                  <a16:creationId xmlns:a16="http://schemas.microsoft.com/office/drawing/2014/main" id="{C1823173-CAF9-2C07-2BED-7ABCE23BF32A}"/>
                </a:ext>
              </a:extLst>
            </p:cNvPr>
            <p:cNvSpPr/>
            <p:nvPr>
              <p:custDataLst>
                <p:tags r:id="rId180"/>
              </p:custDataLst>
            </p:nvPr>
          </p:nvSpPr>
          <p:spPr>
            <a:xfrm>
              <a:off x="8851163" y="4489793"/>
              <a:ext cx="60437" cy="110027"/>
            </a:xfrm>
            <a:custGeom>
              <a:avLst/>
              <a:gdLst>
                <a:gd name="connsiteX0" fmla="*/ 37688 w 60437"/>
                <a:gd name="connsiteY0" fmla="*/ 4707 h 110027"/>
                <a:gd name="connsiteX1" fmla="*/ 32707 w 60437"/>
                <a:gd name="connsiteY1" fmla="*/ 68 h 110027"/>
                <a:gd name="connsiteX2" fmla="*/ 164 w 60437"/>
                <a:gd name="connsiteY2" fmla="*/ 10673 h 110027"/>
                <a:gd name="connsiteX3" fmla="*/ 164 w 60437"/>
                <a:gd name="connsiteY3" fmla="*/ 16638 h 110027"/>
                <a:gd name="connsiteX4" fmla="*/ 24239 w 60437"/>
                <a:gd name="connsiteY4" fmla="*/ 11998 h 110027"/>
                <a:gd name="connsiteX5" fmla="*/ 24239 w 60437"/>
                <a:gd name="connsiteY5" fmla="*/ 96508 h 110027"/>
                <a:gd name="connsiteX6" fmla="*/ 7635 w 60437"/>
                <a:gd name="connsiteY6" fmla="*/ 104130 h 110027"/>
                <a:gd name="connsiteX7" fmla="*/ 1326 w 60437"/>
                <a:gd name="connsiteY7" fmla="*/ 104130 h 110027"/>
                <a:gd name="connsiteX8" fmla="*/ 1326 w 60437"/>
                <a:gd name="connsiteY8" fmla="*/ 110095 h 110027"/>
                <a:gd name="connsiteX9" fmla="*/ 30880 w 60437"/>
                <a:gd name="connsiteY9" fmla="*/ 109433 h 110027"/>
                <a:gd name="connsiteX10" fmla="*/ 60601 w 60437"/>
                <a:gd name="connsiteY10" fmla="*/ 110095 h 110027"/>
                <a:gd name="connsiteX11" fmla="*/ 60601 w 60437"/>
                <a:gd name="connsiteY11" fmla="*/ 104130 h 110027"/>
                <a:gd name="connsiteX12" fmla="*/ 54291 w 60437"/>
                <a:gd name="connsiteY12" fmla="*/ 104130 h 110027"/>
                <a:gd name="connsiteX13" fmla="*/ 37688 w 60437"/>
                <a:gd name="connsiteY13" fmla="*/ 96508 h 110027"/>
                <a:gd name="connsiteX14" fmla="*/ 37688 w 60437"/>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37" h="110027">
                  <a:moveTo>
                    <a:pt x="37688" y="4707"/>
                  </a:moveTo>
                  <a:cubicBezTo>
                    <a:pt x="37688" y="233"/>
                    <a:pt x="37356" y="68"/>
                    <a:pt x="32707" y="68"/>
                  </a:cubicBezTo>
                  <a:cubicBezTo>
                    <a:pt x="22080" y="10507"/>
                    <a:pt x="6971" y="10673"/>
                    <a:pt x="164" y="10673"/>
                  </a:cubicBezTo>
                  <a:lnTo>
                    <a:pt x="164" y="16638"/>
                  </a:lnTo>
                  <a:cubicBezTo>
                    <a:pt x="4149" y="16638"/>
                    <a:pt x="15107" y="16638"/>
                    <a:pt x="24239" y="11998"/>
                  </a:cubicBezTo>
                  <a:lnTo>
                    <a:pt x="24239" y="96508"/>
                  </a:lnTo>
                  <a:cubicBezTo>
                    <a:pt x="24239" y="101976"/>
                    <a:pt x="24239" y="104130"/>
                    <a:pt x="7635" y="104130"/>
                  </a:cubicBezTo>
                  <a:lnTo>
                    <a:pt x="1326" y="104130"/>
                  </a:lnTo>
                  <a:lnTo>
                    <a:pt x="1326" y="110095"/>
                  </a:lnTo>
                  <a:cubicBezTo>
                    <a:pt x="4315" y="109930"/>
                    <a:pt x="24737" y="109433"/>
                    <a:pt x="30880" y="109433"/>
                  </a:cubicBezTo>
                  <a:cubicBezTo>
                    <a:pt x="36027" y="109433"/>
                    <a:pt x="56948" y="109930"/>
                    <a:pt x="60601" y="110095"/>
                  </a:cubicBezTo>
                  <a:lnTo>
                    <a:pt x="60601" y="104130"/>
                  </a:lnTo>
                  <a:lnTo>
                    <a:pt x="54291" y="104130"/>
                  </a:lnTo>
                  <a:cubicBezTo>
                    <a:pt x="37688" y="104130"/>
                    <a:pt x="37688" y="101976"/>
                    <a:pt x="37688" y="96508"/>
                  </a:cubicBezTo>
                  <a:lnTo>
                    <a:pt x="37688"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399" name="Freeform: Shape 398">
              <a:extLst>
                <a:ext uri="{FF2B5EF4-FFF2-40B4-BE49-F238E27FC236}">
                  <a16:creationId xmlns:a16="http://schemas.microsoft.com/office/drawing/2014/main" id="{45A7672A-FE08-CA76-6D5D-EFA6210F76E6}"/>
                </a:ext>
              </a:extLst>
            </p:cNvPr>
            <p:cNvSpPr/>
            <p:nvPr>
              <p:custDataLst>
                <p:tags r:id="rId181"/>
              </p:custDataLst>
            </p:nvPr>
          </p:nvSpPr>
          <p:spPr>
            <a:xfrm>
              <a:off x="8946352" y="4459682"/>
              <a:ext cx="118122" cy="107234"/>
            </a:xfrm>
            <a:custGeom>
              <a:avLst/>
              <a:gdLst>
                <a:gd name="connsiteX0" fmla="*/ 72512 w 118122"/>
                <a:gd name="connsiteY0" fmla="*/ 33207 h 107234"/>
                <a:gd name="connsiteX1" fmla="*/ 95995 w 118122"/>
                <a:gd name="connsiteY1" fmla="*/ 5274 h 107234"/>
                <a:gd name="connsiteX2" fmla="*/ 107854 w 118122"/>
                <a:gd name="connsiteY2" fmla="*/ 8351 h 107234"/>
                <a:gd name="connsiteX3" fmla="*/ 96469 w 118122"/>
                <a:gd name="connsiteY3" fmla="*/ 21134 h 107234"/>
                <a:gd name="connsiteX4" fmla="*/ 105482 w 118122"/>
                <a:gd name="connsiteY4" fmla="*/ 29420 h 107234"/>
                <a:gd name="connsiteX5" fmla="*/ 118291 w 118122"/>
                <a:gd name="connsiteY5" fmla="*/ 15690 h 107234"/>
                <a:gd name="connsiteX6" fmla="*/ 96232 w 118122"/>
                <a:gd name="connsiteY6" fmla="*/ 66 h 107234"/>
                <a:gd name="connsiteX7" fmla="*/ 71326 w 118122"/>
                <a:gd name="connsiteY7" fmla="*/ 18057 h 107234"/>
                <a:gd name="connsiteX8" fmla="*/ 45709 w 118122"/>
                <a:gd name="connsiteY8" fmla="*/ 66 h 107234"/>
                <a:gd name="connsiteX9" fmla="*/ 7521 w 118122"/>
                <a:gd name="connsiteY9" fmla="*/ 36521 h 107234"/>
                <a:gd name="connsiteX10" fmla="*/ 10367 w 118122"/>
                <a:gd name="connsiteY10" fmla="*/ 38888 h 107234"/>
                <a:gd name="connsiteX11" fmla="*/ 13451 w 118122"/>
                <a:gd name="connsiteY11" fmla="*/ 36284 h 107234"/>
                <a:gd name="connsiteX12" fmla="*/ 45235 w 118122"/>
                <a:gd name="connsiteY12" fmla="*/ 5274 h 107234"/>
                <a:gd name="connsiteX13" fmla="*/ 58043 w 118122"/>
                <a:gd name="connsiteY13" fmla="*/ 21134 h 107234"/>
                <a:gd name="connsiteX14" fmla="*/ 45235 w 118122"/>
                <a:gd name="connsiteY14" fmla="*/ 77474 h 107234"/>
                <a:gd name="connsiteX15" fmla="*/ 22702 w 118122"/>
                <a:gd name="connsiteY15" fmla="*/ 102093 h 107234"/>
                <a:gd name="connsiteX16" fmla="*/ 10842 w 118122"/>
                <a:gd name="connsiteY16" fmla="*/ 99015 h 107234"/>
                <a:gd name="connsiteX17" fmla="*/ 21990 w 118122"/>
                <a:gd name="connsiteY17" fmla="*/ 86232 h 107234"/>
                <a:gd name="connsiteX18" fmla="*/ 13214 w 118122"/>
                <a:gd name="connsiteY18" fmla="*/ 77947 h 107234"/>
                <a:gd name="connsiteX19" fmla="*/ 168 w 118122"/>
                <a:gd name="connsiteY19" fmla="*/ 91677 h 107234"/>
                <a:gd name="connsiteX20" fmla="*/ 22464 w 118122"/>
                <a:gd name="connsiteY20" fmla="*/ 107301 h 107234"/>
                <a:gd name="connsiteX21" fmla="*/ 47370 w 118122"/>
                <a:gd name="connsiteY21" fmla="*/ 89310 h 107234"/>
                <a:gd name="connsiteX22" fmla="*/ 72987 w 118122"/>
                <a:gd name="connsiteY22" fmla="*/ 107301 h 107234"/>
                <a:gd name="connsiteX23" fmla="*/ 110938 w 118122"/>
                <a:gd name="connsiteY23" fmla="*/ 70846 h 107234"/>
                <a:gd name="connsiteX24" fmla="*/ 108091 w 118122"/>
                <a:gd name="connsiteY24" fmla="*/ 68478 h 107234"/>
                <a:gd name="connsiteX25" fmla="*/ 105008 w 118122"/>
                <a:gd name="connsiteY25" fmla="*/ 71082 h 107234"/>
                <a:gd name="connsiteX26" fmla="*/ 73461 w 118122"/>
                <a:gd name="connsiteY26" fmla="*/ 102093 h 107234"/>
                <a:gd name="connsiteX27" fmla="*/ 60415 w 118122"/>
                <a:gd name="connsiteY27" fmla="*/ 86469 h 107234"/>
                <a:gd name="connsiteX28" fmla="*/ 64448 w 118122"/>
                <a:gd name="connsiteY28" fmla="*/ 65638 h 107234"/>
                <a:gd name="connsiteX29" fmla="*/ 72512 w 118122"/>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122" h="107234">
                  <a:moveTo>
                    <a:pt x="72512" y="33207"/>
                  </a:moveTo>
                  <a:cubicBezTo>
                    <a:pt x="73936" y="27052"/>
                    <a:pt x="79391" y="5274"/>
                    <a:pt x="95995" y="5274"/>
                  </a:cubicBezTo>
                  <a:cubicBezTo>
                    <a:pt x="97181" y="5274"/>
                    <a:pt x="102873" y="5274"/>
                    <a:pt x="107854" y="8351"/>
                  </a:cubicBezTo>
                  <a:cubicBezTo>
                    <a:pt x="101213" y="9535"/>
                    <a:pt x="96469" y="15453"/>
                    <a:pt x="96469" y="21134"/>
                  </a:cubicBezTo>
                  <a:cubicBezTo>
                    <a:pt x="96469" y="24922"/>
                    <a:pt x="99078" y="29420"/>
                    <a:pt x="105482" y="29420"/>
                  </a:cubicBezTo>
                  <a:cubicBezTo>
                    <a:pt x="110701" y="29420"/>
                    <a:pt x="118291" y="25159"/>
                    <a:pt x="118291" y="15690"/>
                  </a:cubicBezTo>
                  <a:cubicBezTo>
                    <a:pt x="118291" y="3380"/>
                    <a:pt x="104296" y="66"/>
                    <a:pt x="96232" y="66"/>
                  </a:cubicBezTo>
                  <a:cubicBezTo>
                    <a:pt x="82475" y="66"/>
                    <a:pt x="74173" y="12612"/>
                    <a:pt x="71326" y="18057"/>
                  </a:cubicBezTo>
                  <a:cubicBezTo>
                    <a:pt x="65397" y="2433"/>
                    <a:pt x="52588" y="66"/>
                    <a:pt x="45709" y="66"/>
                  </a:cubicBezTo>
                  <a:cubicBezTo>
                    <a:pt x="21041" y="66"/>
                    <a:pt x="7521" y="30603"/>
                    <a:pt x="7521" y="36521"/>
                  </a:cubicBezTo>
                  <a:cubicBezTo>
                    <a:pt x="7521" y="38888"/>
                    <a:pt x="9893" y="38888"/>
                    <a:pt x="10367" y="38888"/>
                  </a:cubicBezTo>
                  <a:cubicBezTo>
                    <a:pt x="12265" y="38888"/>
                    <a:pt x="12977" y="38415"/>
                    <a:pt x="13451" y="36284"/>
                  </a:cubicBezTo>
                  <a:cubicBezTo>
                    <a:pt x="21516" y="11192"/>
                    <a:pt x="37170" y="5274"/>
                    <a:pt x="45235" y="5274"/>
                  </a:cubicBezTo>
                  <a:cubicBezTo>
                    <a:pt x="49742" y="5274"/>
                    <a:pt x="58043" y="7405"/>
                    <a:pt x="58043" y="21134"/>
                  </a:cubicBezTo>
                  <a:cubicBezTo>
                    <a:pt x="58043" y="28473"/>
                    <a:pt x="54011" y="44333"/>
                    <a:pt x="45235" y="77474"/>
                  </a:cubicBezTo>
                  <a:cubicBezTo>
                    <a:pt x="41440" y="92151"/>
                    <a:pt x="33138" y="102093"/>
                    <a:pt x="22702" y="102093"/>
                  </a:cubicBezTo>
                  <a:cubicBezTo>
                    <a:pt x="21278" y="102093"/>
                    <a:pt x="15823" y="102093"/>
                    <a:pt x="10842" y="99015"/>
                  </a:cubicBezTo>
                  <a:cubicBezTo>
                    <a:pt x="16772" y="97832"/>
                    <a:pt x="21990" y="92861"/>
                    <a:pt x="21990" y="86232"/>
                  </a:cubicBezTo>
                  <a:cubicBezTo>
                    <a:pt x="21990" y="79841"/>
                    <a:pt x="16772" y="77947"/>
                    <a:pt x="13214" y="77947"/>
                  </a:cubicBezTo>
                  <a:cubicBezTo>
                    <a:pt x="6098" y="77947"/>
                    <a:pt x="168" y="84102"/>
                    <a:pt x="168" y="91677"/>
                  </a:cubicBezTo>
                  <a:cubicBezTo>
                    <a:pt x="168" y="102566"/>
                    <a:pt x="12028" y="107301"/>
                    <a:pt x="22464" y="107301"/>
                  </a:cubicBezTo>
                  <a:cubicBezTo>
                    <a:pt x="38119" y="107301"/>
                    <a:pt x="46658" y="90730"/>
                    <a:pt x="47370" y="89310"/>
                  </a:cubicBezTo>
                  <a:cubicBezTo>
                    <a:pt x="50216" y="98069"/>
                    <a:pt x="58755" y="107301"/>
                    <a:pt x="72987" y="107301"/>
                  </a:cubicBezTo>
                  <a:cubicBezTo>
                    <a:pt x="97418" y="107301"/>
                    <a:pt x="110938" y="76764"/>
                    <a:pt x="110938" y="70846"/>
                  </a:cubicBezTo>
                  <a:cubicBezTo>
                    <a:pt x="110938" y="68478"/>
                    <a:pt x="108803" y="68478"/>
                    <a:pt x="108091" y="68478"/>
                  </a:cubicBezTo>
                  <a:cubicBezTo>
                    <a:pt x="105957" y="68478"/>
                    <a:pt x="105482" y="69425"/>
                    <a:pt x="105008" y="71082"/>
                  </a:cubicBezTo>
                  <a:cubicBezTo>
                    <a:pt x="97181" y="96411"/>
                    <a:pt x="81051" y="102093"/>
                    <a:pt x="73461" y="102093"/>
                  </a:cubicBezTo>
                  <a:cubicBezTo>
                    <a:pt x="64211" y="102093"/>
                    <a:pt x="60415" y="94518"/>
                    <a:pt x="60415" y="86469"/>
                  </a:cubicBezTo>
                  <a:cubicBezTo>
                    <a:pt x="60415" y="81261"/>
                    <a:pt x="61839" y="76054"/>
                    <a:pt x="64448" y="65638"/>
                  </a:cubicBezTo>
                  <a:lnTo>
                    <a:pt x="72512"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0" name="Freeform: Shape 399">
              <a:extLst>
                <a:ext uri="{FF2B5EF4-FFF2-40B4-BE49-F238E27FC236}">
                  <a16:creationId xmlns:a16="http://schemas.microsoft.com/office/drawing/2014/main" id="{796F05BD-6B6B-E745-D17B-300577A3EB4E}"/>
                </a:ext>
              </a:extLst>
            </p:cNvPr>
            <p:cNvSpPr/>
            <p:nvPr>
              <p:custDataLst>
                <p:tags r:id="rId182"/>
              </p:custDataLst>
            </p:nvPr>
          </p:nvSpPr>
          <p:spPr>
            <a:xfrm>
              <a:off x="9082840" y="4489959"/>
              <a:ext cx="50308" cy="111518"/>
            </a:xfrm>
            <a:custGeom>
              <a:avLst/>
              <a:gdLst>
                <a:gd name="connsiteX0" fmla="*/ 46166 w 50308"/>
                <a:gd name="connsiteY0" fmla="*/ 6365 h 111518"/>
                <a:gd name="connsiteX1" fmla="*/ 39524 w 50308"/>
                <a:gd name="connsiteY1" fmla="*/ 68 h 111518"/>
                <a:gd name="connsiteX2" fmla="*/ 30226 w 50308"/>
                <a:gd name="connsiteY2" fmla="*/ 9181 h 111518"/>
                <a:gd name="connsiteX3" fmla="*/ 36868 w 50308"/>
                <a:gd name="connsiteY3" fmla="*/ 15478 h 111518"/>
                <a:gd name="connsiteX4" fmla="*/ 46166 w 50308"/>
                <a:gd name="connsiteY4" fmla="*/ 6365 h 111518"/>
                <a:gd name="connsiteX5" fmla="*/ 12294 w 50308"/>
                <a:gd name="connsiteY5" fmla="*/ 90542 h 111518"/>
                <a:gd name="connsiteX6" fmla="*/ 10800 w 50308"/>
                <a:gd name="connsiteY6" fmla="*/ 97502 h 111518"/>
                <a:gd name="connsiteX7" fmla="*/ 26574 w 50308"/>
                <a:gd name="connsiteY7" fmla="*/ 111587 h 111518"/>
                <a:gd name="connsiteX8" fmla="*/ 50483 w 50308"/>
                <a:gd name="connsiteY8" fmla="*/ 86234 h 111518"/>
                <a:gd name="connsiteX9" fmla="*/ 47826 w 50308"/>
                <a:gd name="connsiteY9" fmla="*/ 84080 h 111518"/>
                <a:gd name="connsiteX10" fmla="*/ 44671 w 50308"/>
                <a:gd name="connsiteY10" fmla="*/ 86897 h 111518"/>
                <a:gd name="connsiteX11" fmla="*/ 27072 w 50308"/>
                <a:gd name="connsiteY11" fmla="*/ 106947 h 111518"/>
                <a:gd name="connsiteX12" fmla="*/ 22921 w 50308"/>
                <a:gd name="connsiteY12" fmla="*/ 101147 h 111518"/>
                <a:gd name="connsiteX13" fmla="*/ 25577 w 50308"/>
                <a:gd name="connsiteY13" fmla="*/ 90542 h 111518"/>
                <a:gd name="connsiteX14" fmla="*/ 30890 w 50308"/>
                <a:gd name="connsiteY14" fmla="*/ 77286 h 111518"/>
                <a:gd name="connsiteX15" fmla="*/ 39026 w 50308"/>
                <a:gd name="connsiteY15" fmla="*/ 56242 h 111518"/>
                <a:gd name="connsiteX16" fmla="*/ 40022 w 50308"/>
                <a:gd name="connsiteY16" fmla="*/ 50939 h 111518"/>
                <a:gd name="connsiteX17" fmla="*/ 24249 w 50308"/>
                <a:gd name="connsiteY17" fmla="*/ 36854 h 111518"/>
                <a:gd name="connsiteX18" fmla="*/ 174 w 50308"/>
                <a:gd name="connsiteY18" fmla="*/ 62207 h 111518"/>
                <a:gd name="connsiteX19" fmla="*/ 2996 w 50308"/>
                <a:gd name="connsiteY19" fmla="*/ 64361 h 111518"/>
                <a:gd name="connsiteX20" fmla="*/ 5985 w 50308"/>
                <a:gd name="connsiteY20" fmla="*/ 61710 h 111518"/>
                <a:gd name="connsiteX21" fmla="*/ 23751 w 50308"/>
                <a:gd name="connsiteY21" fmla="*/ 41494 h 111518"/>
                <a:gd name="connsiteX22" fmla="*/ 27902 w 50308"/>
                <a:gd name="connsiteY22" fmla="*/ 47293 h 111518"/>
                <a:gd name="connsiteX23" fmla="*/ 22755 w 50308"/>
                <a:gd name="connsiteY23" fmla="*/ 63864 h 111518"/>
                <a:gd name="connsiteX24" fmla="*/ 12294 w 503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308" h="111518">
                  <a:moveTo>
                    <a:pt x="46166" y="6365"/>
                  </a:moveTo>
                  <a:cubicBezTo>
                    <a:pt x="46166" y="3713"/>
                    <a:pt x="44173" y="68"/>
                    <a:pt x="39524" y="68"/>
                  </a:cubicBezTo>
                  <a:cubicBezTo>
                    <a:pt x="35041" y="68"/>
                    <a:pt x="30226" y="4376"/>
                    <a:pt x="30226" y="9181"/>
                  </a:cubicBezTo>
                  <a:cubicBezTo>
                    <a:pt x="30226" y="11998"/>
                    <a:pt x="32385" y="15478"/>
                    <a:pt x="36868" y="15478"/>
                  </a:cubicBezTo>
                  <a:cubicBezTo>
                    <a:pt x="41683" y="15478"/>
                    <a:pt x="46166" y="10839"/>
                    <a:pt x="46166" y="6365"/>
                  </a:cubicBezTo>
                  <a:close/>
                  <a:moveTo>
                    <a:pt x="12294" y="90542"/>
                  </a:moveTo>
                  <a:cubicBezTo>
                    <a:pt x="11630" y="92696"/>
                    <a:pt x="10800" y="94685"/>
                    <a:pt x="10800" y="97502"/>
                  </a:cubicBezTo>
                  <a:cubicBezTo>
                    <a:pt x="10800" y="105290"/>
                    <a:pt x="17442" y="111587"/>
                    <a:pt x="26574" y="111587"/>
                  </a:cubicBezTo>
                  <a:cubicBezTo>
                    <a:pt x="43177" y="111587"/>
                    <a:pt x="50483" y="88720"/>
                    <a:pt x="50483" y="86234"/>
                  </a:cubicBezTo>
                  <a:cubicBezTo>
                    <a:pt x="50483" y="84080"/>
                    <a:pt x="48324" y="84080"/>
                    <a:pt x="47826" y="84080"/>
                  </a:cubicBezTo>
                  <a:cubicBezTo>
                    <a:pt x="45502" y="84080"/>
                    <a:pt x="45336" y="85074"/>
                    <a:pt x="44671" y="86897"/>
                  </a:cubicBezTo>
                  <a:cubicBezTo>
                    <a:pt x="40853" y="100153"/>
                    <a:pt x="33547" y="106947"/>
                    <a:pt x="27072" y="106947"/>
                  </a:cubicBezTo>
                  <a:cubicBezTo>
                    <a:pt x="23751" y="106947"/>
                    <a:pt x="22921" y="104793"/>
                    <a:pt x="22921" y="101147"/>
                  </a:cubicBezTo>
                  <a:cubicBezTo>
                    <a:pt x="22921" y="97336"/>
                    <a:pt x="24083" y="94188"/>
                    <a:pt x="25577" y="90542"/>
                  </a:cubicBezTo>
                  <a:cubicBezTo>
                    <a:pt x="27238" y="86068"/>
                    <a:pt x="29064" y="81594"/>
                    <a:pt x="30890" y="77286"/>
                  </a:cubicBezTo>
                  <a:cubicBezTo>
                    <a:pt x="32385" y="73309"/>
                    <a:pt x="38362" y="58230"/>
                    <a:pt x="39026" y="56242"/>
                  </a:cubicBezTo>
                  <a:cubicBezTo>
                    <a:pt x="39524" y="54584"/>
                    <a:pt x="40022" y="52596"/>
                    <a:pt x="40022" y="50939"/>
                  </a:cubicBezTo>
                  <a:cubicBezTo>
                    <a:pt x="40022" y="43151"/>
                    <a:pt x="33381" y="36854"/>
                    <a:pt x="24249" y="36854"/>
                  </a:cubicBezTo>
                  <a:cubicBezTo>
                    <a:pt x="7811" y="36854"/>
                    <a:pt x="174" y="59390"/>
                    <a:pt x="174" y="62207"/>
                  </a:cubicBezTo>
                  <a:cubicBezTo>
                    <a:pt x="174" y="64361"/>
                    <a:pt x="2498" y="64361"/>
                    <a:pt x="2996" y="64361"/>
                  </a:cubicBezTo>
                  <a:cubicBezTo>
                    <a:pt x="5321" y="64361"/>
                    <a:pt x="5487" y="63533"/>
                    <a:pt x="5985" y="61710"/>
                  </a:cubicBezTo>
                  <a:cubicBezTo>
                    <a:pt x="10302" y="47459"/>
                    <a:pt x="17608" y="41494"/>
                    <a:pt x="23751" y="41494"/>
                  </a:cubicBezTo>
                  <a:cubicBezTo>
                    <a:pt x="26407" y="41494"/>
                    <a:pt x="27902" y="42819"/>
                    <a:pt x="27902" y="47293"/>
                  </a:cubicBezTo>
                  <a:cubicBezTo>
                    <a:pt x="27902" y="51105"/>
                    <a:pt x="26906" y="53590"/>
                    <a:pt x="22755" y="63864"/>
                  </a:cubicBezTo>
                  <a:lnTo>
                    <a:pt x="1229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1" name="Freeform: Shape 400">
              <a:extLst>
                <a:ext uri="{FF2B5EF4-FFF2-40B4-BE49-F238E27FC236}">
                  <a16:creationId xmlns:a16="http://schemas.microsoft.com/office/drawing/2014/main" id="{A98ACBFD-7C9C-B43D-21FD-734BF36E9DAA}"/>
                </a:ext>
              </a:extLst>
            </p:cNvPr>
            <p:cNvSpPr/>
            <p:nvPr>
              <p:custDataLst>
                <p:tags r:id="rId183"/>
              </p:custDataLst>
            </p:nvPr>
          </p:nvSpPr>
          <p:spPr>
            <a:xfrm>
              <a:off x="9167525" y="4386773"/>
              <a:ext cx="55029" cy="236720"/>
            </a:xfrm>
            <a:custGeom>
              <a:avLst/>
              <a:gdLst>
                <a:gd name="connsiteX0" fmla="*/ 55206 w 55029"/>
                <a:gd name="connsiteY0" fmla="*/ 118426 h 236720"/>
                <a:gd name="connsiteX1" fmla="*/ 39551 w 55029"/>
                <a:gd name="connsiteY1" fmla="*/ 44570 h 236720"/>
                <a:gd name="connsiteX2" fmla="*/ 2549 w 55029"/>
                <a:gd name="connsiteY2" fmla="*/ 66 h 236720"/>
                <a:gd name="connsiteX3" fmla="*/ 177 w 55029"/>
                <a:gd name="connsiteY3" fmla="*/ 2433 h 236720"/>
                <a:gd name="connsiteX4" fmla="*/ 4684 w 55029"/>
                <a:gd name="connsiteY4" fmla="*/ 7878 h 236720"/>
                <a:gd name="connsiteX5" fmla="*/ 41449 w 55029"/>
                <a:gd name="connsiteY5" fmla="*/ 118426 h 236720"/>
                <a:gd name="connsiteX6" fmla="*/ 3261 w 55029"/>
                <a:gd name="connsiteY6" fmla="*/ 230395 h 236720"/>
                <a:gd name="connsiteX7" fmla="*/ 177 w 55029"/>
                <a:gd name="connsiteY7" fmla="*/ 234419 h 236720"/>
                <a:gd name="connsiteX8" fmla="*/ 2549 w 55029"/>
                <a:gd name="connsiteY8" fmla="*/ 236787 h 236720"/>
                <a:gd name="connsiteX9" fmla="*/ 40263 w 55029"/>
                <a:gd name="connsiteY9" fmla="*/ 190626 h 236720"/>
                <a:gd name="connsiteX10" fmla="*/ 55206 w 5502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9" h="236720">
                  <a:moveTo>
                    <a:pt x="55206" y="118426"/>
                  </a:moveTo>
                  <a:cubicBezTo>
                    <a:pt x="55206" y="99962"/>
                    <a:pt x="52597" y="71319"/>
                    <a:pt x="39551" y="44570"/>
                  </a:cubicBezTo>
                  <a:cubicBezTo>
                    <a:pt x="25320" y="15453"/>
                    <a:pt x="4921" y="66"/>
                    <a:pt x="2549" y="66"/>
                  </a:cubicBezTo>
                  <a:cubicBezTo>
                    <a:pt x="1126" y="66"/>
                    <a:pt x="177" y="1013"/>
                    <a:pt x="177" y="2433"/>
                  </a:cubicBezTo>
                  <a:cubicBezTo>
                    <a:pt x="177" y="3144"/>
                    <a:pt x="177" y="3617"/>
                    <a:pt x="4684" y="7878"/>
                  </a:cubicBezTo>
                  <a:cubicBezTo>
                    <a:pt x="27929" y="31313"/>
                    <a:pt x="41449" y="68952"/>
                    <a:pt x="41449" y="118426"/>
                  </a:cubicBezTo>
                  <a:cubicBezTo>
                    <a:pt x="41449" y="158906"/>
                    <a:pt x="32673" y="200568"/>
                    <a:pt x="3261" y="230395"/>
                  </a:cubicBezTo>
                  <a:cubicBezTo>
                    <a:pt x="177" y="233236"/>
                    <a:pt x="177" y="233709"/>
                    <a:pt x="177" y="234419"/>
                  </a:cubicBezTo>
                  <a:cubicBezTo>
                    <a:pt x="177" y="235840"/>
                    <a:pt x="1126" y="236787"/>
                    <a:pt x="2549" y="236787"/>
                  </a:cubicBezTo>
                  <a:cubicBezTo>
                    <a:pt x="4921" y="236787"/>
                    <a:pt x="26269" y="220690"/>
                    <a:pt x="40263" y="190626"/>
                  </a:cubicBezTo>
                  <a:cubicBezTo>
                    <a:pt x="52360" y="164587"/>
                    <a:pt x="55206" y="138311"/>
                    <a:pt x="55206"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2" name="Freeform: Shape 401">
              <a:extLst>
                <a:ext uri="{FF2B5EF4-FFF2-40B4-BE49-F238E27FC236}">
                  <a16:creationId xmlns:a16="http://schemas.microsoft.com/office/drawing/2014/main" id="{1A4841DB-782E-4DD4-0981-97892A9D543C}"/>
                </a:ext>
              </a:extLst>
            </p:cNvPr>
            <p:cNvSpPr/>
            <p:nvPr>
              <p:custDataLst>
                <p:tags r:id="rId184"/>
              </p:custDataLst>
            </p:nvPr>
          </p:nvSpPr>
          <p:spPr>
            <a:xfrm>
              <a:off x="9259768" y="4386773"/>
              <a:ext cx="55029" cy="236720"/>
            </a:xfrm>
            <a:custGeom>
              <a:avLst/>
              <a:gdLst>
                <a:gd name="connsiteX0" fmla="*/ 55210 w 55029"/>
                <a:gd name="connsiteY0" fmla="*/ 118426 h 236720"/>
                <a:gd name="connsiteX1" fmla="*/ 39555 w 55029"/>
                <a:gd name="connsiteY1" fmla="*/ 44570 h 236720"/>
                <a:gd name="connsiteX2" fmla="*/ 2553 w 55029"/>
                <a:gd name="connsiteY2" fmla="*/ 66 h 236720"/>
                <a:gd name="connsiteX3" fmla="*/ 181 w 55029"/>
                <a:gd name="connsiteY3" fmla="*/ 2433 h 236720"/>
                <a:gd name="connsiteX4" fmla="*/ 4688 w 55029"/>
                <a:gd name="connsiteY4" fmla="*/ 7878 h 236720"/>
                <a:gd name="connsiteX5" fmla="*/ 41453 w 55029"/>
                <a:gd name="connsiteY5" fmla="*/ 118426 h 236720"/>
                <a:gd name="connsiteX6" fmla="*/ 3265 w 55029"/>
                <a:gd name="connsiteY6" fmla="*/ 230395 h 236720"/>
                <a:gd name="connsiteX7" fmla="*/ 181 w 55029"/>
                <a:gd name="connsiteY7" fmla="*/ 234419 h 236720"/>
                <a:gd name="connsiteX8" fmla="*/ 2553 w 55029"/>
                <a:gd name="connsiteY8" fmla="*/ 236787 h 236720"/>
                <a:gd name="connsiteX9" fmla="*/ 40267 w 55029"/>
                <a:gd name="connsiteY9" fmla="*/ 190626 h 236720"/>
                <a:gd name="connsiteX10" fmla="*/ 55210 w 5502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29" h="236720">
                  <a:moveTo>
                    <a:pt x="55210" y="118426"/>
                  </a:moveTo>
                  <a:cubicBezTo>
                    <a:pt x="55210" y="99962"/>
                    <a:pt x="52601" y="71319"/>
                    <a:pt x="39555" y="44570"/>
                  </a:cubicBezTo>
                  <a:cubicBezTo>
                    <a:pt x="25324" y="15453"/>
                    <a:pt x="4925" y="66"/>
                    <a:pt x="2553" y="66"/>
                  </a:cubicBezTo>
                  <a:cubicBezTo>
                    <a:pt x="1130" y="66"/>
                    <a:pt x="181" y="1013"/>
                    <a:pt x="181" y="2433"/>
                  </a:cubicBezTo>
                  <a:cubicBezTo>
                    <a:pt x="181" y="3144"/>
                    <a:pt x="181" y="3617"/>
                    <a:pt x="4688" y="7878"/>
                  </a:cubicBezTo>
                  <a:cubicBezTo>
                    <a:pt x="27933" y="31313"/>
                    <a:pt x="41453" y="68952"/>
                    <a:pt x="41453" y="118426"/>
                  </a:cubicBezTo>
                  <a:cubicBezTo>
                    <a:pt x="41453" y="158906"/>
                    <a:pt x="32677" y="200568"/>
                    <a:pt x="3265" y="230395"/>
                  </a:cubicBezTo>
                  <a:cubicBezTo>
                    <a:pt x="181" y="233236"/>
                    <a:pt x="181" y="233709"/>
                    <a:pt x="181" y="234419"/>
                  </a:cubicBezTo>
                  <a:cubicBezTo>
                    <a:pt x="181" y="235840"/>
                    <a:pt x="1130" y="236787"/>
                    <a:pt x="2553" y="236787"/>
                  </a:cubicBezTo>
                  <a:cubicBezTo>
                    <a:pt x="4925" y="236787"/>
                    <a:pt x="26272" y="220690"/>
                    <a:pt x="40267" y="190626"/>
                  </a:cubicBezTo>
                  <a:cubicBezTo>
                    <a:pt x="52364" y="164587"/>
                    <a:pt x="55210" y="138311"/>
                    <a:pt x="55210"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3" name="Freeform: Shape 402">
              <a:extLst>
                <a:ext uri="{FF2B5EF4-FFF2-40B4-BE49-F238E27FC236}">
                  <a16:creationId xmlns:a16="http://schemas.microsoft.com/office/drawing/2014/main" id="{0569A29D-4775-08EA-277A-ADCF3E39EB54}"/>
                </a:ext>
              </a:extLst>
            </p:cNvPr>
            <p:cNvSpPr/>
            <p:nvPr>
              <p:custDataLst>
                <p:tags r:id="rId185"/>
              </p:custDataLst>
            </p:nvPr>
          </p:nvSpPr>
          <p:spPr>
            <a:xfrm>
              <a:off x="9417659" y="4477437"/>
              <a:ext cx="157734" cy="55392"/>
            </a:xfrm>
            <a:custGeom>
              <a:avLst/>
              <a:gdLst>
                <a:gd name="connsiteX0" fmla="*/ 149857 w 157734"/>
                <a:gd name="connsiteY0" fmla="*/ 9535 h 55392"/>
                <a:gd name="connsiteX1" fmla="*/ 157922 w 157734"/>
                <a:gd name="connsiteY1" fmla="*/ 4801 h 55392"/>
                <a:gd name="connsiteX2" fmla="*/ 150094 w 157734"/>
                <a:gd name="connsiteY2" fmla="*/ 66 h 55392"/>
                <a:gd name="connsiteX3" fmla="*/ 8015 w 157734"/>
                <a:gd name="connsiteY3" fmla="*/ 66 h 55392"/>
                <a:gd name="connsiteX4" fmla="*/ 188 w 157734"/>
                <a:gd name="connsiteY4" fmla="*/ 4801 h 55392"/>
                <a:gd name="connsiteX5" fmla="*/ 8252 w 157734"/>
                <a:gd name="connsiteY5" fmla="*/ 9535 h 55392"/>
                <a:gd name="connsiteX6" fmla="*/ 149857 w 157734"/>
                <a:gd name="connsiteY6" fmla="*/ 9535 h 55392"/>
                <a:gd name="connsiteX7" fmla="*/ 150094 w 157734"/>
                <a:gd name="connsiteY7" fmla="*/ 55459 h 55392"/>
                <a:gd name="connsiteX8" fmla="*/ 157922 w 157734"/>
                <a:gd name="connsiteY8" fmla="*/ 50724 h 55392"/>
                <a:gd name="connsiteX9" fmla="*/ 149857 w 157734"/>
                <a:gd name="connsiteY9" fmla="*/ 45990 h 55392"/>
                <a:gd name="connsiteX10" fmla="*/ 8252 w 157734"/>
                <a:gd name="connsiteY10" fmla="*/ 45990 h 55392"/>
                <a:gd name="connsiteX11" fmla="*/ 188 w 157734"/>
                <a:gd name="connsiteY11" fmla="*/ 50724 h 55392"/>
                <a:gd name="connsiteX12" fmla="*/ 8015 w 157734"/>
                <a:gd name="connsiteY12" fmla="*/ 55459 h 55392"/>
                <a:gd name="connsiteX13" fmla="*/ 150094 w 157734"/>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734" h="55392">
                  <a:moveTo>
                    <a:pt x="149857" y="9535"/>
                  </a:moveTo>
                  <a:cubicBezTo>
                    <a:pt x="153415" y="9535"/>
                    <a:pt x="157922" y="9535"/>
                    <a:pt x="157922" y="4801"/>
                  </a:cubicBezTo>
                  <a:cubicBezTo>
                    <a:pt x="157922" y="66"/>
                    <a:pt x="153415" y="66"/>
                    <a:pt x="150094" y="66"/>
                  </a:cubicBezTo>
                  <a:lnTo>
                    <a:pt x="8015" y="66"/>
                  </a:lnTo>
                  <a:cubicBezTo>
                    <a:pt x="4694" y="66"/>
                    <a:pt x="188" y="66"/>
                    <a:pt x="188" y="4801"/>
                  </a:cubicBezTo>
                  <a:cubicBezTo>
                    <a:pt x="188" y="9535"/>
                    <a:pt x="4694" y="9535"/>
                    <a:pt x="8252" y="9535"/>
                  </a:cubicBezTo>
                  <a:lnTo>
                    <a:pt x="149857" y="9535"/>
                  </a:lnTo>
                  <a:close/>
                  <a:moveTo>
                    <a:pt x="150094" y="55459"/>
                  </a:moveTo>
                  <a:cubicBezTo>
                    <a:pt x="153415" y="55459"/>
                    <a:pt x="157922" y="55459"/>
                    <a:pt x="157922" y="50724"/>
                  </a:cubicBezTo>
                  <a:cubicBezTo>
                    <a:pt x="157922" y="45990"/>
                    <a:pt x="153415" y="45990"/>
                    <a:pt x="149857" y="45990"/>
                  </a:cubicBezTo>
                  <a:lnTo>
                    <a:pt x="8252" y="45990"/>
                  </a:lnTo>
                  <a:cubicBezTo>
                    <a:pt x="4694" y="45990"/>
                    <a:pt x="188" y="45990"/>
                    <a:pt x="188" y="50724"/>
                  </a:cubicBezTo>
                  <a:cubicBezTo>
                    <a:pt x="188" y="55459"/>
                    <a:pt x="4694" y="55459"/>
                    <a:pt x="8015" y="55459"/>
                  </a:cubicBezTo>
                  <a:lnTo>
                    <a:pt x="150094"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4" name="Freeform: Shape 403">
              <a:extLst>
                <a:ext uri="{FF2B5EF4-FFF2-40B4-BE49-F238E27FC236}">
                  <a16:creationId xmlns:a16="http://schemas.microsoft.com/office/drawing/2014/main" id="{B8ECEEF1-E15B-40BC-F0A6-EED3A2A631AB}"/>
                </a:ext>
              </a:extLst>
            </p:cNvPr>
            <p:cNvSpPr/>
            <p:nvPr>
              <p:custDataLst>
                <p:tags r:id="rId186"/>
              </p:custDataLst>
            </p:nvPr>
          </p:nvSpPr>
          <p:spPr>
            <a:xfrm>
              <a:off x="9663997" y="4406657"/>
              <a:ext cx="99858" cy="162863"/>
            </a:xfrm>
            <a:custGeom>
              <a:avLst/>
              <a:gdLst>
                <a:gd name="connsiteX0" fmla="*/ 100057 w 99858"/>
                <a:gd name="connsiteY0" fmla="*/ 81972 h 162863"/>
                <a:gd name="connsiteX1" fmla="*/ 90569 w 99858"/>
                <a:gd name="connsiteY1" fmla="*/ 26579 h 162863"/>
                <a:gd name="connsiteX2" fmla="*/ 50246 w 99858"/>
                <a:gd name="connsiteY2" fmla="*/ 66 h 162863"/>
                <a:gd name="connsiteX3" fmla="*/ 8974 w 99858"/>
                <a:gd name="connsiteY3" fmla="*/ 28236 h 162863"/>
                <a:gd name="connsiteX4" fmla="*/ 198 w 99858"/>
                <a:gd name="connsiteY4" fmla="*/ 81972 h 162863"/>
                <a:gd name="connsiteX5" fmla="*/ 10872 w 99858"/>
                <a:gd name="connsiteY5" fmla="*/ 139021 h 162863"/>
                <a:gd name="connsiteX6" fmla="*/ 50009 w 99858"/>
                <a:gd name="connsiteY6" fmla="*/ 162930 h 162863"/>
                <a:gd name="connsiteX7" fmla="*/ 91281 w 99858"/>
                <a:gd name="connsiteY7" fmla="*/ 135470 h 162863"/>
                <a:gd name="connsiteX8" fmla="*/ 100057 w 99858"/>
                <a:gd name="connsiteY8" fmla="*/ 81972 h 162863"/>
                <a:gd name="connsiteX9" fmla="*/ 50009 w 99858"/>
                <a:gd name="connsiteY9" fmla="*/ 157722 h 162863"/>
                <a:gd name="connsiteX10" fmla="*/ 22494 w 99858"/>
                <a:gd name="connsiteY10" fmla="*/ 129079 h 162863"/>
                <a:gd name="connsiteX11" fmla="*/ 19885 w 99858"/>
                <a:gd name="connsiteY11" fmla="*/ 79131 h 162863"/>
                <a:gd name="connsiteX12" fmla="*/ 21783 w 99858"/>
                <a:gd name="connsiteY12" fmla="*/ 35574 h 162863"/>
                <a:gd name="connsiteX13" fmla="*/ 50009 w 99858"/>
                <a:gd name="connsiteY13" fmla="*/ 5274 h 162863"/>
                <a:gd name="connsiteX14" fmla="*/ 77998 w 99858"/>
                <a:gd name="connsiteY14" fmla="*/ 32970 h 162863"/>
                <a:gd name="connsiteX15" fmla="*/ 80370 w 99858"/>
                <a:gd name="connsiteY15" fmla="*/ 79131 h 162863"/>
                <a:gd name="connsiteX16" fmla="*/ 77761 w 99858"/>
                <a:gd name="connsiteY16" fmla="*/ 128132 h 162863"/>
                <a:gd name="connsiteX17" fmla="*/ 50009 w 99858"/>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858" h="162863">
                  <a:moveTo>
                    <a:pt x="100057" y="81972"/>
                  </a:moveTo>
                  <a:cubicBezTo>
                    <a:pt x="100057" y="63034"/>
                    <a:pt x="98871" y="44096"/>
                    <a:pt x="90569" y="26579"/>
                  </a:cubicBezTo>
                  <a:cubicBezTo>
                    <a:pt x="79658" y="3854"/>
                    <a:pt x="60208" y="66"/>
                    <a:pt x="50246" y="66"/>
                  </a:cubicBezTo>
                  <a:cubicBezTo>
                    <a:pt x="36014" y="66"/>
                    <a:pt x="18699" y="6221"/>
                    <a:pt x="8974" y="28236"/>
                  </a:cubicBezTo>
                  <a:cubicBezTo>
                    <a:pt x="1384" y="44570"/>
                    <a:pt x="198" y="63034"/>
                    <a:pt x="198" y="81972"/>
                  </a:cubicBezTo>
                  <a:cubicBezTo>
                    <a:pt x="198" y="99726"/>
                    <a:pt x="1147" y="121030"/>
                    <a:pt x="10872" y="139021"/>
                  </a:cubicBezTo>
                  <a:cubicBezTo>
                    <a:pt x="21071" y="158195"/>
                    <a:pt x="38386" y="162930"/>
                    <a:pt x="50009" y="162930"/>
                  </a:cubicBezTo>
                  <a:cubicBezTo>
                    <a:pt x="62817" y="162930"/>
                    <a:pt x="80844" y="157959"/>
                    <a:pt x="91281" y="135470"/>
                  </a:cubicBezTo>
                  <a:cubicBezTo>
                    <a:pt x="98871" y="119137"/>
                    <a:pt x="100057" y="100672"/>
                    <a:pt x="100057" y="81972"/>
                  </a:cubicBezTo>
                  <a:close/>
                  <a:moveTo>
                    <a:pt x="50009" y="157722"/>
                  </a:moveTo>
                  <a:cubicBezTo>
                    <a:pt x="40758" y="157722"/>
                    <a:pt x="26764" y="151804"/>
                    <a:pt x="22494" y="129079"/>
                  </a:cubicBezTo>
                  <a:cubicBezTo>
                    <a:pt x="19885" y="114876"/>
                    <a:pt x="19885" y="93097"/>
                    <a:pt x="19885" y="79131"/>
                  </a:cubicBezTo>
                  <a:cubicBezTo>
                    <a:pt x="19885" y="63981"/>
                    <a:pt x="19885" y="48357"/>
                    <a:pt x="21783" y="35574"/>
                  </a:cubicBezTo>
                  <a:cubicBezTo>
                    <a:pt x="26290" y="7405"/>
                    <a:pt x="44079" y="5274"/>
                    <a:pt x="50009" y="5274"/>
                  </a:cubicBezTo>
                  <a:cubicBezTo>
                    <a:pt x="57836" y="5274"/>
                    <a:pt x="73491" y="9535"/>
                    <a:pt x="77998" y="32970"/>
                  </a:cubicBezTo>
                  <a:cubicBezTo>
                    <a:pt x="80370" y="46227"/>
                    <a:pt x="80370" y="64217"/>
                    <a:pt x="80370" y="79131"/>
                  </a:cubicBezTo>
                  <a:cubicBezTo>
                    <a:pt x="80370" y="96885"/>
                    <a:pt x="80370" y="112982"/>
                    <a:pt x="77761" y="128132"/>
                  </a:cubicBezTo>
                  <a:cubicBezTo>
                    <a:pt x="74203" y="150620"/>
                    <a:pt x="60683" y="157722"/>
                    <a:pt x="50009"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405" name="Group 404">
            <a:extLst>
              <a:ext uri="{FF2B5EF4-FFF2-40B4-BE49-F238E27FC236}">
                <a16:creationId xmlns:a16="http://schemas.microsoft.com/office/drawing/2014/main" id="{6A6A143D-5C7E-C2D9-A5E8-661976AAAFFD}"/>
              </a:ext>
            </a:extLst>
          </p:cNvPr>
          <p:cNvGrpSpPr>
            <a:grpSpLocks noChangeAspect="1"/>
          </p:cNvGrpSpPr>
          <p:nvPr>
            <p:custDataLst>
              <p:tags r:id="rId7"/>
            </p:custDataLst>
          </p:nvPr>
        </p:nvGrpSpPr>
        <p:grpSpPr>
          <a:xfrm>
            <a:off x="4264564" y="3670817"/>
            <a:ext cx="3699476" cy="507899"/>
            <a:chOff x="6794227" y="4845941"/>
            <a:chExt cx="3699476" cy="507899"/>
          </a:xfrm>
        </p:grpSpPr>
        <p:sp>
          <p:nvSpPr>
            <p:cNvPr id="406" name="Freeform: Shape 405">
              <a:extLst>
                <a:ext uri="{FF2B5EF4-FFF2-40B4-BE49-F238E27FC236}">
                  <a16:creationId xmlns:a16="http://schemas.microsoft.com/office/drawing/2014/main" id="{0FBAFB34-41BA-06BC-449A-E1FDE81A1FBC}"/>
                </a:ext>
              </a:extLst>
            </p:cNvPr>
            <p:cNvSpPr/>
            <p:nvPr>
              <p:custDataLst>
                <p:tags r:id="rId124"/>
              </p:custDataLst>
            </p:nvPr>
          </p:nvSpPr>
          <p:spPr>
            <a:xfrm>
              <a:off x="6823618" y="4940670"/>
              <a:ext cx="60316" cy="110027"/>
            </a:xfrm>
            <a:custGeom>
              <a:avLst/>
              <a:gdLst>
                <a:gd name="connsiteX0" fmla="*/ 37528 w 60316"/>
                <a:gd name="connsiteY0" fmla="*/ 4702 h 110027"/>
                <a:gd name="connsiteX1" fmla="*/ 32556 w 60316"/>
                <a:gd name="connsiteY1" fmla="*/ 62 h 110027"/>
                <a:gd name="connsiteX2" fmla="*/ 78 w 60316"/>
                <a:gd name="connsiteY2" fmla="*/ 10667 h 110027"/>
                <a:gd name="connsiteX3" fmla="*/ 78 w 60316"/>
                <a:gd name="connsiteY3" fmla="*/ 16633 h 110027"/>
                <a:gd name="connsiteX4" fmla="*/ 24106 w 60316"/>
                <a:gd name="connsiteY4" fmla="*/ 11993 h 110027"/>
                <a:gd name="connsiteX5" fmla="*/ 24106 w 60316"/>
                <a:gd name="connsiteY5" fmla="*/ 96502 h 110027"/>
                <a:gd name="connsiteX6" fmla="*/ 7535 w 60316"/>
                <a:gd name="connsiteY6" fmla="*/ 104125 h 110027"/>
                <a:gd name="connsiteX7" fmla="*/ 1238 w 60316"/>
                <a:gd name="connsiteY7" fmla="*/ 104125 h 110027"/>
                <a:gd name="connsiteX8" fmla="*/ 1238 w 60316"/>
                <a:gd name="connsiteY8" fmla="*/ 110090 h 110027"/>
                <a:gd name="connsiteX9" fmla="*/ 30734 w 60316"/>
                <a:gd name="connsiteY9" fmla="*/ 109427 h 110027"/>
                <a:gd name="connsiteX10" fmla="*/ 60395 w 60316"/>
                <a:gd name="connsiteY10" fmla="*/ 110090 h 110027"/>
                <a:gd name="connsiteX11" fmla="*/ 60395 w 60316"/>
                <a:gd name="connsiteY11" fmla="*/ 104125 h 110027"/>
                <a:gd name="connsiteX12" fmla="*/ 54098 w 60316"/>
                <a:gd name="connsiteY12" fmla="*/ 104125 h 110027"/>
                <a:gd name="connsiteX13" fmla="*/ 37528 w 60316"/>
                <a:gd name="connsiteY13" fmla="*/ 96502 h 110027"/>
                <a:gd name="connsiteX14" fmla="*/ 37528 w 60316"/>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28" y="4702"/>
                  </a:moveTo>
                  <a:cubicBezTo>
                    <a:pt x="37528" y="228"/>
                    <a:pt x="37196" y="62"/>
                    <a:pt x="32556" y="62"/>
                  </a:cubicBezTo>
                  <a:cubicBezTo>
                    <a:pt x="21951" y="10502"/>
                    <a:pt x="6872" y="10667"/>
                    <a:pt x="78" y="10667"/>
                  </a:cubicBezTo>
                  <a:lnTo>
                    <a:pt x="78" y="16633"/>
                  </a:lnTo>
                  <a:cubicBezTo>
                    <a:pt x="4055" y="16633"/>
                    <a:pt x="14992" y="16633"/>
                    <a:pt x="24106" y="11993"/>
                  </a:cubicBezTo>
                  <a:lnTo>
                    <a:pt x="24106" y="96502"/>
                  </a:lnTo>
                  <a:cubicBezTo>
                    <a:pt x="24106" y="101970"/>
                    <a:pt x="24106" y="104125"/>
                    <a:pt x="7535" y="104125"/>
                  </a:cubicBezTo>
                  <a:lnTo>
                    <a:pt x="1238" y="104125"/>
                  </a:lnTo>
                  <a:lnTo>
                    <a:pt x="1238" y="110090"/>
                  </a:lnTo>
                  <a:cubicBezTo>
                    <a:pt x="4221" y="109924"/>
                    <a:pt x="24603" y="109427"/>
                    <a:pt x="30734" y="109427"/>
                  </a:cubicBezTo>
                  <a:cubicBezTo>
                    <a:pt x="35871" y="109427"/>
                    <a:pt x="56749" y="109924"/>
                    <a:pt x="60395" y="110090"/>
                  </a:cubicBezTo>
                  <a:lnTo>
                    <a:pt x="60395" y="104125"/>
                  </a:lnTo>
                  <a:lnTo>
                    <a:pt x="54098" y="104125"/>
                  </a:lnTo>
                  <a:cubicBezTo>
                    <a:pt x="37528" y="104125"/>
                    <a:pt x="37528" y="101970"/>
                    <a:pt x="37528" y="96502"/>
                  </a:cubicBezTo>
                  <a:lnTo>
                    <a:pt x="37528"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7" name="Freeform: Shape 406">
              <a:extLst>
                <a:ext uri="{FF2B5EF4-FFF2-40B4-BE49-F238E27FC236}">
                  <a16:creationId xmlns:a16="http://schemas.microsoft.com/office/drawing/2014/main" id="{AD799EE4-0AEF-F27C-6E55-BBA0EC512FAF}"/>
                </a:ext>
              </a:extLst>
            </p:cNvPr>
            <p:cNvSpPr/>
            <p:nvPr>
              <p:custDataLst>
                <p:tags r:id="rId125"/>
              </p:custDataLst>
            </p:nvPr>
          </p:nvSpPr>
          <p:spPr>
            <a:xfrm>
              <a:off x="6794227" y="5079987"/>
              <a:ext cx="117018" cy="9468"/>
            </a:xfrm>
            <a:custGeom>
              <a:avLst/>
              <a:gdLst>
                <a:gd name="connsiteX0" fmla="*/ 0 w 117018"/>
                <a:gd name="connsiteY0" fmla="*/ 0 h 9468"/>
                <a:gd name="connsiteX1" fmla="*/ 117019 w 117018"/>
                <a:gd name="connsiteY1" fmla="*/ 0 h 9468"/>
                <a:gd name="connsiteX2" fmla="*/ 117019 w 117018"/>
                <a:gd name="connsiteY2" fmla="*/ 9468 h 9468"/>
                <a:gd name="connsiteX3" fmla="*/ 0 w 117018"/>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018" h="9468">
                  <a:moveTo>
                    <a:pt x="0" y="0"/>
                  </a:moveTo>
                  <a:lnTo>
                    <a:pt x="117019" y="0"/>
                  </a:lnTo>
                  <a:lnTo>
                    <a:pt x="117019"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8" name="Freeform: Shape 407">
              <a:extLst>
                <a:ext uri="{FF2B5EF4-FFF2-40B4-BE49-F238E27FC236}">
                  <a16:creationId xmlns:a16="http://schemas.microsoft.com/office/drawing/2014/main" id="{11D0031A-6BB1-AC8B-2E26-B079E4904163}"/>
                </a:ext>
              </a:extLst>
            </p:cNvPr>
            <p:cNvSpPr/>
            <p:nvPr>
              <p:custDataLst>
                <p:tags r:id="rId126"/>
              </p:custDataLst>
            </p:nvPr>
          </p:nvSpPr>
          <p:spPr>
            <a:xfrm>
              <a:off x="6802015" y="5152457"/>
              <a:ext cx="101245" cy="74732"/>
            </a:xfrm>
            <a:custGeom>
              <a:avLst/>
              <a:gdLst>
                <a:gd name="connsiteX0" fmla="*/ 12506 w 101245"/>
                <a:gd name="connsiteY0" fmla="*/ 62706 h 74732"/>
                <a:gd name="connsiteX1" fmla="*/ 10849 w 101245"/>
                <a:gd name="connsiteY1" fmla="*/ 69500 h 74732"/>
                <a:gd name="connsiteX2" fmla="*/ 16483 w 101245"/>
                <a:gd name="connsiteY2" fmla="*/ 74802 h 74732"/>
                <a:gd name="connsiteX3" fmla="*/ 22945 w 101245"/>
                <a:gd name="connsiteY3" fmla="*/ 71157 h 74732"/>
                <a:gd name="connsiteX4" fmla="*/ 25928 w 101245"/>
                <a:gd name="connsiteY4" fmla="*/ 60883 h 74732"/>
                <a:gd name="connsiteX5" fmla="*/ 29573 w 101245"/>
                <a:gd name="connsiteY5" fmla="*/ 45970 h 74732"/>
                <a:gd name="connsiteX6" fmla="*/ 32390 w 101245"/>
                <a:gd name="connsiteY6" fmla="*/ 34868 h 74732"/>
                <a:gd name="connsiteX7" fmla="*/ 39350 w 101245"/>
                <a:gd name="connsiteY7" fmla="*/ 19954 h 74732"/>
                <a:gd name="connsiteX8" fmla="*/ 64206 w 101245"/>
                <a:gd name="connsiteY8" fmla="*/ 4709 h 74732"/>
                <a:gd name="connsiteX9" fmla="*/ 73982 w 101245"/>
                <a:gd name="connsiteY9" fmla="*/ 16309 h 74732"/>
                <a:gd name="connsiteX10" fmla="*/ 64206 w 101245"/>
                <a:gd name="connsiteY10" fmla="*/ 51604 h 74732"/>
                <a:gd name="connsiteX11" fmla="*/ 61720 w 101245"/>
                <a:gd name="connsiteY11" fmla="*/ 60552 h 74732"/>
                <a:gd name="connsiteX12" fmla="*/ 77462 w 101245"/>
                <a:gd name="connsiteY12" fmla="*/ 74802 h 74732"/>
                <a:gd name="connsiteX13" fmla="*/ 101323 w 101245"/>
                <a:gd name="connsiteY13" fmla="*/ 49450 h 74732"/>
                <a:gd name="connsiteX14" fmla="*/ 98672 w 101245"/>
                <a:gd name="connsiteY14" fmla="*/ 47295 h 74732"/>
                <a:gd name="connsiteX15" fmla="*/ 95524 w 101245"/>
                <a:gd name="connsiteY15" fmla="*/ 50112 h 74732"/>
                <a:gd name="connsiteX16" fmla="*/ 77959 w 101245"/>
                <a:gd name="connsiteY16" fmla="*/ 70163 h 74732"/>
                <a:gd name="connsiteX17" fmla="*/ 73816 w 101245"/>
                <a:gd name="connsiteY17" fmla="*/ 64363 h 74732"/>
                <a:gd name="connsiteX18" fmla="*/ 77628 w 101245"/>
                <a:gd name="connsiteY18" fmla="*/ 50941 h 74732"/>
                <a:gd name="connsiteX19" fmla="*/ 86410 w 101245"/>
                <a:gd name="connsiteY19" fmla="*/ 18960 h 74732"/>
                <a:gd name="connsiteX20" fmla="*/ 64868 w 101245"/>
                <a:gd name="connsiteY20" fmla="*/ 70 h 74732"/>
                <a:gd name="connsiteX21" fmla="*/ 36864 w 101245"/>
                <a:gd name="connsiteY21" fmla="*/ 15149 h 74732"/>
                <a:gd name="connsiteX22" fmla="*/ 19134 w 101245"/>
                <a:gd name="connsiteY22" fmla="*/ 70 h 74732"/>
                <a:gd name="connsiteX23" fmla="*/ 6043 w 101245"/>
                <a:gd name="connsiteY23" fmla="*/ 9018 h 74732"/>
                <a:gd name="connsiteX24" fmla="*/ 78 w 101245"/>
                <a:gd name="connsiteY24" fmla="*/ 25422 h 74732"/>
                <a:gd name="connsiteX25" fmla="*/ 2895 w 101245"/>
                <a:gd name="connsiteY25" fmla="*/ 27577 h 74732"/>
                <a:gd name="connsiteX26" fmla="*/ 6540 w 101245"/>
                <a:gd name="connsiteY26" fmla="*/ 22605 h 74732"/>
                <a:gd name="connsiteX27" fmla="*/ 18637 w 101245"/>
                <a:gd name="connsiteY27" fmla="*/ 4709 h 74732"/>
                <a:gd name="connsiteX28" fmla="*/ 24105 w 101245"/>
                <a:gd name="connsiteY28" fmla="*/ 12829 h 74732"/>
                <a:gd name="connsiteX29" fmla="*/ 21454 w 101245"/>
                <a:gd name="connsiteY29" fmla="*/ 26582 h 74732"/>
                <a:gd name="connsiteX30" fmla="*/ 17808 w 101245"/>
                <a:gd name="connsiteY30" fmla="*/ 41496 h 74732"/>
                <a:gd name="connsiteX31" fmla="*/ 12506 w 101245"/>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06" y="62706"/>
                  </a:moveTo>
                  <a:cubicBezTo>
                    <a:pt x="11843" y="64860"/>
                    <a:pt x="10849" y="69003"/>
                    <a:pt x="10849" y="69500"/>
                  </a:cubicBezTo>
                  <a:cubicBezTo>
                    <a:pt x="10849" y="73145"/>
                    <a:pt x="13831" y="74802"/>
                    <a:pt x="16483" y="74802"/>
                  </a:cubicBezTo>
                  <a:cubicBezTo>
                    <a:pt x="19465" y="74802"/>
                    <a:pt x="22117" y="72648"/>
                    <a:pt x="22945" y="71157"/>
                  </a:cubicBezTo>
                  <a:cubicBezTo>
                    <a:pt x="23774" y="69666"/>
                    <a:pt x="25099" y="64363"/>
                    <a:pt x="25928" y="60883"/>
                  </a:cubicBezTo>
                  <a:cubicBezTo>
                    <a:pt x="26756" y="57735"/>
                    <a:pt x="28579" y="50112"/>
                    <a:pt x="29573" y="45970"/>
                  </a:cubicBezTo>
                  <a:cubicBezTo>
                    <a:pt x="30568" y="42324"/>
                    <a:pt x="31562" y="38679"/>
                    <a:pt x="32390" y="34868"/>
                  </a:cubicBezTo>
                  <a:cubicBezTo>
                    <a:pt x="34213" y="28074"/>
                    <a:pt x="34544" y="26748"/>
                    <a:pt x="39350" y="19954"/>
                  </a:cubicBezTo>
                  <a:cubicBezTo>
                    <a:pt x="43990" y="13326"/>
                    <a:pt x="51778" y="4709"/>
                    <a:pt x="64206" y="4709"/>
                  </a:cubicBezTo>
                  <a:cubicBezTo>
                    <a:pt x="73816" y="4709"/>
                    <a:pt x="73982" y="13160"/>
                    <a:pt x="73982" y="16309"/>
                  </a:cubicBezTo>
                  <a:cubicBezTo>
                    <a:pt x="73982" y="26251"/>
                    <a:pt x="66857" y="44644"/>
                    <a:pt x="64206" y="51604"/>
                  </a:cubicBezTo>
                  <a:cubicBezTo>
                    <a:pt x="62383" y="56243"/>
                    <a:pt x="61720" y="57735"/>
                    <a:pt x="61720" y="60552"/>
                  </a:cubicBezTo>
                  <a:cubicBezTo>
                    <a:pt x="61720" y="69334"/>
                    <a:pt x="69011" y="74802"/>
                    <a:pt x="77462" y="74802"/>
                  </a:cubicBezTo>
                  <a:cubicBezTo>
                    <a:pt x="94032" y="74802"/>
                    <a:pt x="101323" y="51935"/>
                    <a:pt x="101323" y="49450"/>
                  </a:cubicBezTo>
                  <a:cubicBezTo>
                    <a:pt x="101323" y="47295"/>
                    <a:pt x="99169" y="47295"/>
                    <a:pt x="98672" y="47295"/>
                  </a:cubicBezTo>
                  <a:cubicBezTo>
                    <a:pt x="96352" y="47295"/>
                    <a:pt x="96187" y="48290"/>
                    <a:pt x="95524" y="50112"/>
                  </a:cubicBezTo>
                  <a:cubicBezTo>
                    <a:pt x="91713" y="63369"/>
                    <a:pt x="84587" y="70163"/>
                    <a:pt x="77959" y="70163"/>
                  </a:cubicBezTo>
                  <a:cubicBezTo>
                    <a:pt x="74479" y="70163"/>
                    <a:pt x="73816" y="67843"/>
                    <a:pt x="73816" y="64363"/>
                  </a:cubicBezTo>
                  <a:cubicBezTo>
                    <a:pt x="73816" y="60552"/>
                    <a:pt x="74645" y="58398"/>
                    <a:pt x="77628" y="50941"/>
                  </a:cubicBezTo>
                  <a:cubicBezTo>
                    <a:pt x="79616" y="45804"/>
                    <a:pt x="86410" y="28239"/>
                    <a:pt x="86410" y="18960"/>
                  </a:cubicBezTo>
                  <a:cubicBezTo>
                    <a:pt x="86410" y="2887"/>
                    <a:pt x="73651" y="70"/>
                    <a:pt x="64868" y="70"/>
                  </a:cubicBezTo>
                  <a:cubicBezTo>
                    <a:pt x="51115" y="70"/>
                    <a:pt x="41835" y="8521"/>
                    <a:pt x="36864" y="15149"/>
                  </a:cubicBezTo>
                  <a:cubicBezTo>
                    <a:pt x="35704" y="3715"/>
                    <a:pt x="25928" y="70"/>
                    <a:pt x="19134" y="70"/>
                  </a:cubicBezTo>
                  <a:cubicBezTo>
                    <a:pt x="12009" y="70"/>
                    <a:pt x="8197" y="5207"/>
                    <a:pt x="6043" y="9018"/>
                  </a:cubicBezTo>
                  <a:cubicBezTo>
                    <a:pt x="2398" y="15149"/>
                    <a:pt x="78" y="24594"/>
                    <a:pt x="78" y="25422"/>
                  </a:cubicBezTo>
                  <a:cubicBezTo>
                    <a:pt x="78" y="27577"/>
                    <a:pt x="2398" y="27577"/>
                    <a:pt x="2895" y="27577"/>
                  </a:cubicBezTo>
                  <a:cubicBezTo>
                    <a:pt x="5215" y="27577"/>
                    <a:pt x="5380" y="27079"/>
                    <a:pt x="6540" y="22605"/>
                  </a:cubicBezTo>
                  <a:cubicBezTo>
                    <a:pt x="9026" y="12829"/>
                    <a:pt x="12174" y="4709"/>
                    <a:pt x="18637" y="4709"/>
                  </a:cubicBezTo>
                  <a:cubicBezTo>
                    <a:pt x="22945" y="4709"/>
                    <a:pt x="24105" y="8355"/>
                    <a:pt x="24105" y="12829"/>
                  </a:cubicBezTo>
                  <a:cubicBezTo>
                    <a:pt x="24105" y="15977"/>
                    <a:pt x="22614" y="22108"/>
                    <a:pt x="21454" y="26582"/>
                  </a:cubicBezTo>
                  <a:cubicBezTo>
                    <a:pt x="20294" y="31056"/>
                    <a:pt x="18637" y="37850"/>
                    <a:pt x="17808" y="41496"/>
                  </a:cubicBezTo>
                  <a:lnTo>
                    <a:pt x="12506"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09" name="Freeform: Shape 408">
              <a:extLst>
                <a:ext uri="{FF2B5EF4-FFF2-40B4-BE49-F238E27FC236}">
                  <a16:creationId xmlns:a16="http://schemas.microsoft.com/office/drawing/2014/main" id="{23839561-FE79-04A6-F447-1153826FC115}"/>
                </a:ext>
              </a:extLst>
            </p:cNvPr>
            <p:cNvSpPr/>
            <p:nvPr>
              <p:custDataLst>
                <p:tags r:id="rId127"/>
              </p:custDataLst>
            </p:nvPr>
          </p:nvSpPr>
          <p:spPr>
            <a:xfrm>
              <a:off x="7081711" y="4845941"/>
              <a:ext cx="101245" cy="74732"/>
            </a:xfrm>
            <a:custGeom>
              <a:avLst/>
              <a:gdLst>
                <a:gd name="connsiteX0" fmla="*/ 12518 w 101245"/>
                <a:gd name="connsiteY0" fmla="*/ 62693 h 74732"/>
                <a:gd name="connsiteX1" fmla="*/ 10860 w 101245"/>
                <a:gd name="connsiteY1" fmla="*/ 69487 h 74732"/>
                <a:gd name="connsiteX2" fmla="*/ 16494 w 101245"/>
                <a:gd name="connsiteY2" fmla="*/ 74789 h 74732"/>
                <a:gd name="connsiteX3" fmla="*/ 22957 w 101245"/>
                <a:gd name="connsiteY3" fmla="*/ 71144 h 74732"/>
                <a:gd name="connsiteX4" fmla="*/ 25940 w 101245"/>
                <a:gd name="connsiteY4" fmla="*/ 60870 h 74732"/>
                <a:gd name="connsiteX5" fmla="*/ 29585 w 101245"/>
                <a:gd name="connsiteY5" fmla="*/ 45957 h 74732"/>
                <a:gd name="connsiteX6" fmla="*/ 32402 w 101245"/>
                <a:gd name="connsiteY6" fmla="*/ 34855 h 74732"/>
                <a:gd name="connsiteX7" fmla="*/ 39362 w 101245"/>
                <a:gd name="connsiteY7" fmla="*/ 19941 h 74732"/>
                <a:gd name="connsiteX8" fmla="*/ 64217 w 101245"/>
                <a:gd name="connsiteY8" fmla="*/ 4697 h 74732"/>
                <a:gd name="connsiteX9" fmla="*/ 73994 w 101245"/>
                <a:gd name="connsiteY9" fmla="*/ 16296 h 74732"/>
                <a:gd name="connsiteX10" fmla="*/ 64217 w 101245"/>
                <a:gd name="connsiteY10" fmla="*/ 51591 h 74732"/>
                <a:gd name="connsiteX11" fmla="*/ 61732 w 101245"/>
                <a:gd name="connsiteY11" fmla="*/ 60539 h 74732"/>
                <a:gd name="connsiteX12" fmla="*/ 77474 w 101245"/>
                <a:gd name="connsiteY12" fmla="*/ 74789 h 74732"/>
                <a:gd name="connsiteX13" fmla="*/ 101335 w 101245"/>
                <a:gd name="connsiteY13" fmla="*/ 49437 h 74732"/>
                <a:gd name="connsiteX14" fmla="*/ 98684 w 101245"/>
                <a:gd name="connsiteY14" fmla="*/ 47283 h 74732"/>
                <a:gd name="connsiteX15" fmla="*/ 95535 w 101245"/>
                <a:gd name="connsiteY15" fmla="*/ 50099 h 74732"/>
                <a:gd name="connsiteX16" fmla="*/ 77971 w 101245"/>
                <a:gd name="connsiteY16" fmla="*/ 70150 h 74732"/>
                <a:gd name="connsiteX17" fmla="*/ 73828 w 101245"/>
                <a:gd name="connsiteY17" fmla="*/ 64350 h 74732"/>
                <a:gd name="connsiteX18" fmla="*/ 77639 w 101245"/>
                <a:gd name="connsiteY18" fmla="*/ 50928 h 74732"/>
                <a:gd name="connsiteX19" fmla="*/ 86422 w 101245"/>
                <a:gd name="connsiteY19" fmla="*/ 18947 h 74732"/>
                <a:gd name="connsiteX20" fmla="*/ 64880 w 101245"/>
                <a:gd name="connsiteY20" fmla="*/ 57 h 74732"/>
                <a:gd name="connsiteX21" fmla="*/ 36876 w 101245"/>
                <a:gd name="connsiteY21" fmla="*/ 15136 h 74732"/>
                <a:gd name="connsiteX22" fmla="*/ 19146 w 101245"/>
                <a:gd name="connsiteY22" fmla="*/ 57 h 74732"/>
                <a:gd name="connsiteX23" fmla="*/ 6055 w 101245"/>
                <a:gd name="connsiteY23" fmla="*/ 9005 h 74732"/>
                <a:gd name="connsiteX24" fmla="*/ 90 w 101245"/>
                <a:gd name="connsiteY24" fmla="*/ 25410 h 74732"/>
                <a:gd name="connsiteX25" fmla="*/ 2907 w 101245"/>
                <a:gd name="connsiteY25" fmla="*/ 27564 h 74732"/>
                <a:gd name="connsiteX26" fmla="*/ 6552 w 101245"/>
                <a:gd name="connsiteY26" fmla="*/ 22593 h 74732"/>
                <a:gd name="connsiteX27" fmla="*/ 18649 w 101245"/>
                <a:gd name="connsiteY27" fmla="*/ 4697 h 74732"/>
                <a:gd name="connsiteX28" fmla="*/ 24117 w 101245"/>
                <a:gd name="connsiteY28" fmla="*/ 12816 h 74732"/>
                <a:gd name="connsiteX29" fmla="*/ 21466 w 101245"/>
                <a:gd name="connsiteY29" fmla="*/ 26569 h 74732"/>
                <a:gd name="connsiteX30" fmla="*/ 17820 w 101245"/>
                <a:gd name="connsiteY30" fmla="*/ 41483 h 74732"/>
                <a:gd name="connsiteX31" fmla="*/ 12518 w 101245"/>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45" h="74732">
                  <a:moveTo>
                    <a:pt x="12518" y="62693"/>
                  </a:moveTo>
                  <a:cubicBezTo>
                    <a:pt x="11855" y="64847"/>
                    <a:pt x="10860" y="68990"/>
                    <a:pt x="10860" y="69487"/>
                  </a:cubicBezTo>
                  <a:cubicBezTo>
                    <a:pt x="10860" y="73132"/>
                    <a:pt x="13843" y="74789"/>
                    <a:pt x="16494" y="74789"/>
                  </a:cubicBezTo>
                  <a:cubicBezTo>
                    <a:pt x="19477" y="74789"/>
                    <a:pt x="22128" y="72635"/>
                    <a:pt x="22957" y="71144"/>
                  </a:cubicBezTo>
                  <a:cubicBezTo>
                    <a:pt x="23785" y="69653"/>
                    <a:pt x="25111" y="64350"/>
                    <a:pt x="25940" y="60870"/>
                  </a:cubicBezTo>
                  <a:cubicBezTo>
                    <a:pt x="26768" y="57722"/>
                    <a:pt x="28591" y="50099"/>
                    <a:pt x="29585" y="45957"/>
                  </a:cubicBezTo>
                  <a:cubicBezTo>
                    <a:pt x="30579" y="42311"/>
                    <a:pt x="31574" y="38666"/>
                    <a:pt x="32402" y="34855"/>
                  </a:cubicBezTo>
                  <a:cubicBezTo>
                    <a:pt x="34225" y="28061"/>
                    <a:pt x="34556" y="26735"/>
                    <a:pt x="39362" y="19941"/>
                  </a:cubicBezTo>
                  <a:cubicBezTo>
                    <a:pt x="44001" y="13313"/>
                    <a:pt x="51789" y="4697"/>
                    <a:pt x="64217" y="4697"/>
                  </a:cubicBezTo>
                  <a:cubicBezTo>
                    <a:pt x="73828" y="4697"/>
                    <a:pt x="73994" y="13147"/>
                    <a:pt x="73994" y="16296"/>
                  </a:cubicBezTo>
                  <a:cubicBezTo>
                    <a:pt x="73994" y="26238"/>
                    <a:pt x="66869" y="44631"/>
                    <a:pt x="64217" y="51591"/>
                  </a:cubicBezTo>
                  <a:cubicBezTo>
                    <a:pt x="62395" y="56231"/>
                    <a:pt x="61732" y="57722"/>
                    <a:pt x="61732" y="60539"/>
                  </a:cubicBezTo>
                  <a:cubicBezTo>
                    <a:pt x="61732" y="69321"/>
                    <a:pt x="69023" y="74789"/>
                    <a:pt x="77474" y="74789"/>
                  </a:cubicBezTo>
                  <a:cubicBezTo>
                    <a:pt x="94044" y="74789"/>
                    <a:pt x="101335" y="51922"/>
                    <a:pt x="101335" y="49437"/>
                  </a:cubicBezTo>
                  <a:cubicBezTo>
                    <a:pt x="101335" y="47283"/>
                    <a:pt x="99181" y="47283"/>
                    <a:pt x="98684" y="47283"/>
                  </a:cubicBezTo>
                  <a:cubicBezTo>
                    <a:pt x="96364" y="47283"/>
                    <a:pt x="96198" y="48277"/>
                    <a:pt x="95535" y="50099"/>
                  </a:cubicBezTo>
                  <a:cubicBezTo>
                    <a:pt x="91724" y="63356"/>
                    <a:pt x="84599" y="70150"/>
                    <a:pt x="77971" y="70150"/>
                  </a:cubicBezTo>
                  <a:cubicBezTo>
                    <a:pt x="74491" y="70150"/>
                    <a:pt x="73828" y="67830"/>
                    <a:pt x="73828" y="64350"/>
                  </a:cubicBezTo>
                  <a:cubicBezTo>
                    <a:pt x="73828" y="60539"/>
                    <a:pt x="74657" y="58385"/>
                    <a:pt x="77639" y="50928"/>
                  </a:cubicBezTo>
                  <a:cubicBezTo>
                    <a:pt x="79628" y="45791"/>
                    <a:pt x="86422" y="28227"/>
                    <a:pt x="86422" y="18947"/>
                  </a:cubicBezTo>
                  <a:cubicBezTo>
                    <a:pt x="86422" y="2874"/>
                    <a:pt x="73662" y="57"/>
                    <a:pt x="64880" y="57"/>
                  </a:cubicBezTo>
                  <a:cubicBezTo>
                    <a:pt x="51127" y="57"/>
                    <a:pt x="41847" y="8508"/>
                    <a:pt x="36876" y="15136"/>
                  </a:cubicBezTo>
                  <a:cubicBezTo>
                    <a:pt x="35716" y="3702"/>
                    <a:pt x="25940" y="57"/>
                    <a:pt x="19146" y="57"/>
                  </a:cubicBezTo>
                  <a:cubicBezTo>
                    <a:pt x="12020" y="57"/>
                    <a:pt x="8209" y="5194"/>
                    <a:pt x="6055" y="9005"/>
                  </a:cubicBezTo>
                  <a:cubicBezTo>
                    <a:pt x="2410" y="15136"/>
                    <a:pt x="90" y="24581"/>
                    <a:pt x="90" y="25410"/>
                  </a:cubicBezTo>
                  <a:cubicBezTo>
                    <a:pt x="90" y="27564"/>
                    <a:pt x="2410" y="27564"/>
                    <a:pt x="2907" y="27564"/>
                  </a:cubicBezTo>
                  <a:cubicBezTo>
                    <a:pt x="5227" y="27564"/>
                    <a:pt x="5392" y="27067"/>
                    <a:pt x="6552" y="22593"/>
                  </a:cubicBezTo>
                  <a:cubicBezTo>
                    <a:pt x="9038" y="12816"/>
                    <a:pt x="12186" y="4697"/>
                    <a:pt x="18649" y="4697"/>
                  </a:cubicBezTo>
                  <a:cubicBezTo>
                    <a:pt x="22957" y="4697"/>
                    <a:pt x="24117" y="8342"/>
                    <a:pt x="24117" y="12816"/>
                  </a:cubicBezTo>
                  <a:cubicBezTo>
                    <a:pt x="24117" y="15964"/>
                    <a:pt x="22625" y="22095"/>
                    <a:pt x="21466" y="26569"/>
                  </a:cubicBezTo>
                  <a:cubicBezTo>
                    <a:pt x="20306" y="31044"/>
                    <a:pt x="18649" y="37837"/>
                    <a:pt x="17820" y="41483"/>
                  </a:cubicBezTo>
                  <a:lnTo>
                    <a:pt x="1251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0" name="Freeform: Shape 409">
              <a:extLst>
                <a:ext uri="{FF2B5EF4-FFF2-40B4-BE49-F238E27FC236}">
                  <a16:creationId xmlns:a16="http://schemas.microsoft.com/office/drawing/2014/main" id="{6F6BA39D-F5C7-2D2C-5CD1-9F1C1401EF33}"/>
                </a:ext>
              </a:extLst>
            </p:cNvPr>
            <p:cNvSpPr/>
            <p:nvPr>
              <p:custDataLst>
                <p:tags r:id="rId128"/>
              </p:custDataLst>
            </p:nvPr>
          </p:nvSpPr>
          <p:spPr>
            <a:xfrm>
              <a:off x="7020753" y="4966360"/>
              <a:ext cx="223227" cy="236720"/>
            </a:xfrm>
            <a:custGeom>
              <a:avLst/>
              <a:gdLst>
                <a:gd name="connsiteX0" fmla="*/ 86490 w 223227"/>
                <a:gd name="connsiteY0" fmla="*/ 126467 h 236720"/>
                <a:gd name="connsiteX1" fmla="*/ 2454 w 223227"/>
                <a:gd name="connsiteY1" fmla="*/ 230388 h 236720"/>
                <a:gd name="connsiteX2" fmla="*/ 324 w 223227"/>
                <a:gd name="connsiteY2" fmla="*/ 234175 h 236720"/>
                <a:gd name="connsiteX3" fmla="*/ 6715 w 223227"/>
                <a:gd name="connsiteY3" fmla="*/ 236779 h 236720"/>
                <a:gd name="connsiteX4" fmla="*/ 202957 w 223227"/>
                <a:gd name="connsiteY4" fmla="*/ 236779 h 236720"/>
                <a:gd name="connsiteX5" fmla="*/ 223315 w 223227"/>
                <a:gd name="connsiteY5" fmla="*/ 177836 h 236720"/>
                <a:gd name="connsiteX6" fmla="*/ 217397 w 223227"/>
                <a:gd name="connsiteY6" fmla="*/ 177836 h 236720"/>
                <a:gd name="connsiteX7" fmla="*/ 175497 w 223227"/>
                <a:gd name="connsiteY7" fmla="*/ 216895 h 236720"/>
                <a:gd name="connsiteX8" fmla="*/ 120578 w 223227"/>
                <a:gd name="connsiteY8" fmla="*/ 223760 h 236720"/>
                <a:gd name="connsiteX9" fmla="*/ 19971 w 223227"/>
                <a:gd name="connsiteY9" fmla="*/ 223760 h 236720"/>
                <a:gd name="connsiteX10" fmla="*/ 102114 w 223227"/>
                <a:gd name="connsiteY10" fmla="*/ 122207 h 236720"/>
                <a:gd name="connsiteX11" fmla="*/ 104244 w 223227"/>
                <a:gd name="connsiteY11" fmla="*/ 118419 h 236720"/>
                <a:gd name="connsiteX12" fmla="*/ 102587 w 223227"/>
                <a:gd name="connsiteY12" fmla="*/ 115105 h 236720"/>
                <a:gd name="connsiteX13" fmla="*/ 25653 w 223227"/>
                <a:gd name="connsiteY13" fmla="*/ 9528 h 236720"/>
                <a:gd name="connsiteX14" fmla="*/ 119394 w 223227"/>
                <a:gd name="connsiteY14" fmla="*/ 9528 h 236720"/>
                <a:gd name="connsiteX15" fmla="*/ 217397 w 223227"/>
                <a:gd name="connsiteY15" fmla="*/ 55451 h 236720"/>
                <a:gd name="connsiteX16" fmla="*/ 223315 w 223227"/>
                <a:gd name="connsiteY16" fmla="*/ 55451 h 236720"/>
                <a:gd name="connsiteX17" fmla="*/ 202957 w 223227"/>
                <a:gd name="connsiteY17" fmla="*/ 59 h 236720"/>
                <a:gd name="connsiteX18" fmla="*/ 6715 w 223227"/>
                <a:gd name="connsiteY18" fmla="*/ 59 h 236720"/>
                <a:gd name="connsiteX19" fmla="*/ 87 w 223227"/>
                <a:gd name="connsiteY19" fmla="*/ 7634 h 236720"/>
                <a:gd name="connsiteX20" fmla="*/ 86490 w 22322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227" h="236720">
                  <a:moveTo>
                    <a:pt x="86490" y="126467"/>
                  </a:moveTo>
                  <a:lnTo>
                    <a:pt x="2454" y="230388"/>
                  </a:lnTo>
                  <a:cubicBezTo>
                    <a:pt x="560" y="232755"/>
                    <a:pt x="324" y="233228"/>
                    <a:pt x="324" y="234175"/>
                  </a:cubicBezTo>
                  <a:cubicBezTo>
                    <a:pt x="324" y="236779"/>
                    <a:pt x="2454" y="236779"/>
                    <a:pt x="6715" y="236779"/>
                  </a:cubicBezTo>
                  <a:lnTo>
                    <a:pt x="202957" y="236779"/>
                  </a:lnTo>
                  <a:lnTo>
                    <a:pt x="223315" y="177836"/>
                  </a:lnTo>
                  <a:lnTo>
                    <a:pt x="217397" y="177836"/>
                  </a:lnTo>
                  <a:cubicBezTo>
                    <a:pt x="211479" y="195590"/>
                    <a:pt x="195618" y="210030"/>
                    <a:pt x="175497" y="216895"/>
                  </a:cubicBezTo>
                  <a:cubicBezTo>
                    <a:pt x="171709" y="218078"/>
                    <a:pt x="155376" y="223760"/>
                    <a:pt x="120578" y="223760"/>
                  </a:cubicBezTo>
                  <a:lnTo>
                    <a:pt x="19971" y="223760"/>
                  </a:lnTo>
                  <a:lnTo>
                    <a:pt x="102114" y="122207"/>
                  </a:lnTo>
                  <a:cubicBezTo>
                    <a:pt x="103771" y="120076"/>
                    <a:pt x="104244" y="119366"/>
                    <a:pt x="104244" y="118419"/>
                  </a:cubicBezTo>
                  <a:cubicBezTo>
                    <a:pt x="104244" y="117472"/>
                    <a:pt x="104007" y="117235"/>
                    <a:pt x="102587" y="115105"/>
                  </a:cubicBezTo>
                  <a:lnTo>
                    <a:pt x="25653" y="9528"/>
                  </a:lnTo>
                  <a:lnTo>
                    <a:pt x="119394" y="9528"/>
                  </a:lnTo>
                  <a:cubicBezTo>
                    <a:pt x="146380" y="9528"/>
                    <a:pt x="200826" y="11185"/>
                    <a:pt x="217397" y="55451"/>
                  </a:cubicBezTo>
                  <a:lnTo>
                    <a:pt x="223315" y="55451"/>
                  </a:lnTo>
                  <a:lnTo>
                    <a:pt x="202957" y="59"/>
                  </a:lnTo>
                  <a:lnTo>
                    <a:pt x="6715" y="59"/>
                  </a:lnTo>
                  <a:cubicBezTo>
                    <a:pt x="324" y="59"/>
                    <a:pt x="87" y="296"/>
                    <a:pt x="87" y="7634"/>
                  </a:cubicBezTo>
                  <a:lnTo>
                    <a:pt x="86490"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1" name="Freeform: Shape 410">
              <a:extLst>
                <a:ext uri="{FF2B5EF4-FFF2-40B4-BE49-F238E27FC236}">
                  <a16:creationId xmlns:a16="http://schemas.microsoft.com/office/drawing/2014/main" id="{4683D6F5-A133-E0DA-B4FF-8943252B3C89}"/>
                </a:ext>
              </a:extLst>
            </p:cNvPr>
            <p:cNvSpPr/>
            <p:nvPr>
              <p:custDataLst>
                <p:tags r:id="rId129"/>
              </p:custDataLst>
            </p:nvPr>
          </p:nvSpPr>
          <p:spPr>
            <a:xfrm>
              <a:off x="6986893" y="5242322"/>
              <a:ext cx="50208" cy="111518"/>
            </a:xfrm>
            <a:custGeom>
              <a:avLst/>
              <a:gdLst>
                <a:gd name="connsiteX0" fmla="*/ 45986 w 50208"/>
                <a:gd name="connsiteY0" fmla="*/ 6372 h 111518"/>
                <a:gd name="connsiteX1" fmla="*/ 39358 w 50208"/>
                <a:gd name="connsiteY1" fmla="*/ 75 h 111518"/>
                <a:gd name="connsiteX2" fmla="*/ 30078 w 50208"/>
                <a:gd name="connsiteY2" fmla="*/ 9189 h 111518"/>
                <a:gd name="connsiteX3" fmla="*/ 36706 w 50208"/>
                <a:gd name="connsiteY3" fmla="*/ 15486 h 111518"/>
                <a:gd name="connsiteX4" fmla="*/ 45986 w 50208"/>
                <a:gd name="connsiteY4" fmla="*/ 6372 h 111518"/>
                <a:gd name="connsiteX5" fmla="*/ 12182 w 50208"/>
                <a:gd name="connsiteY5" fmla="*/ 90550 h 111518"/>
                <a:gd name="connsiteX6" fmla="*/ 10691 w 50208"/>
                <a:gd name="connsiteY6" fmla="*/ 97509 h 111518"/>
                <a:gd name="connsiteX7" fmla="*/ 26433 w 50208"/>
                <a:gd name="connsiteY7" fmla="*/ 111594 h 111518"/>
                <a:gd name="connsiteX8" fmla="*/ 50294 w 50208"/>
                <a:gd name="connsiteY8" fmla="*/ 86241 h 111518"/>
                <a:gd name="connsiteX9" fmla="*/ 47643 w 50208"/>
                <a:gd name="connsiteY9" fmla="*/ 84087 h 111518"/>
                <a:gd name="connsiteX10" fmla="*/ 44495 w 50208"/>
                <a:gd name="connsiteY10" fmla="*/ 86904 h 111518"/>
                <a:gd name="connsiteX11" fmla="*/ 26930 w 50208"/>
                <a:gd name="connsiteY11" fmla="*/ 106954 h 111518"/>
                <a:gd name="connsiteX12" fmla="*/ 22787 w 50208"/>
                <a:gd name="connsiteY12" fmla="*/ 101155 h 111518"/>
                <a:gd name="connsiteX13" fmla="*/ 25438 w 50208"/>
                <a:gd name="connsiteY13" fmla="*/ 90550 h 111518"/>
                <a:gd name="connsiteX14" fmla="*/ 30741 w 50208"/>
                <a:gd name="connsiteY14" fmla="*/ 77293 h 111518"/>
                <a:gd name="connsiteX15" fmla="*/ 38861 w 50208"/>
                <a:gd name="connsiteY15" fmla="*/ 56249 h 111518"/>
                <a:gd name="connsiteX16" fmla="*/ 39855 w 50208"/>
                <a:gd name="connsiteY16" fmla="*/ 50946 h 111518"/>
                <a:gd name="connsiteX17" fmla="*/ 24113 w 50208"/>
                <a:gd name="connsiteY17" fmla="*/ 36861 h 111518"/>
                <a:gd name="connsiteX18" fmla="*/ 86 w 50208"/>
                <a:gd name="connsiteY18" fmla="*/ 62214 h 111518"/>
                <a:gd name="connsiteX19" fmla="*/ 2903 w 50208"/>
                <a:gd name="connsiteY19" fmla="*/ 64368 h 111518"/>
                <a:gd name="connsiteX20" fmla="*/ 5885 w 50208"/>
                <a:gd name="connsiteY20" fmla="*/ 61717 h 111518"/>
                <a:gd name="connsiteX21" fmla="*/ 23616 w 50208"/>
                <a:gd name="connsiteY21" fmla="*/ 41501 h 111518"/>
                <a:gd name="connsiteX22" fmla="*/ 27758 w 50208"/>
                <a:gd name="connsiteY22" fmla="*/ 47301 h 111518"/>
                <a:gd name="connsiteX23" fmla="*/ 22621 w 50208"/>
                <a:gd name="connsiteY23" fmla="*/ 63871 h 111518"/>
                <a:gd name="connsiteX24" fmla="*/ 12182 w 50208"/>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5986" y="6372"/>
                  </a:moveTo>
                  <a:cubicBezTo>
                    <a:pt x="45986" y="3721"/>
                    <a:pt x="43997" y="75"/>
                    <a:pt x="39358" y="75"/>
                  </a:cubicBezTo>
                  <a:cubicBezTo>
                    <a:pt x="34884" y="75"/>
                    <a:pt x="30078" y="4383"/>
                    <a:pt x="30078" y="9189"/>
                  </a:cubicBezTo>
                  <a:cubicBezTo>
                    <a:pt x="30078" y="12006"/>
                    <a:pt x="32232" y="15486"/>
                    <a:pt x="36706" y="15486"/>
                  </a:cubicBezTo>
                  <a:cubicBezTo>
                    <a:pt x="41512" y="15486"/>
                    <a:pt x="45986" y="10846"/>
                    <a:pt x="45986" y="6372"/>
                  </a:cubicBezTo>
                  <a:close/>
                  <a:moveTo>
                    <a:pt x="12182" y="90550"/>
                  </a:moveTo>
                  <a:cubicBezTo>
                    <a:pt x="11519" y="92704"/>
                    <a:pt x="10691" y="94692"/>
                    <a:pt x="10691" y="97509"/>
                  </a:cubicBezTo>
                  <a:cubicBezTo>
                    <a:pt x="10691" y="105297"/>
                    <a:pt x="17319" y="111594"/>
                    <a:pt x="26433" y="111594"/>
                  </a:cubicBezTo>
                  <a:cubicBezTo>
                    <a:pt x="43003" y="111594"/>
                    <a:pt x="50294" y="88727"/>
                    <a:pt x="50294" y="86241"/>
                  </a:cubicBezTo>
                  <a:cubicBezTo>
                    <a:pt x="50294" y="84087"/>
                    <a:pt x="48140" y="84087"/>
                    <a:pt x="47643" y="84087"/>
                  </a:cubicBezTo>
                  <a:cubicBezTo>
                    <a:pt x="45323" y="84087"/>
                    <a:pt x="45157" y="85081"/>
                    <a:pt x="44495" y="86904"/>
                  </a:cubicBezTo>
                  <a:cubicBezTo>
                    <a:pt x="40683" y="100160"/>
                    <a:pt x="33392" y="106954"/>
                    <a:pt x="26930" y="106954"/>
                  </a:cubicBezTo>
                  <a:cubicBezTo>
                    <a:pt x="23616" y="106954"/>
                    <a:pt x="22787" y="104800"/>
                    <a:pt x="22787" y="101155"/>
                  </a:cubicBezTo>
                  <a:cubicBezTo>
                    <a:pt x="22787" y="97343"/>
                    <a:pt x="23947" y="94195"/>
                    <a:pt x="25438" y="90550"/>
                  </a:cubicBezTo>
                  <a:cubicBezTo>
                    <a:pt x="27096" y="86076"/>
                    <a:pt x="28918" y="81602"/>
                    <a:pt x="30741" y="77293"/>
                  </a:cubicBezTo>
                  <a:cubicBezTo>
                    <a:pt x="32232" y="73316"/>
                    <a:pt x="38198" y="58237"/>
                    <a:pt x="38861" y="56249"/>
                  </a:cubicBezTo>
                  <a:cubicBezTo>
                    <a:pt x="39358" y="54592"/>
                    <a:pt x="39855" y="52603"/>
                    <a:pt x="39855" y="50946"/>
                  </a:cubicBezTo>
                  <a:cubicBezTo>
                    <a:pt x="39855" y="43158"/>
                    <a:pt x="33227" y="36861"/>
                    <a:pt x="24113" y="36861"/>
                  </a:cubicBezTo>
                  <a:cubicBezTo>
                    <a:pt x="7708" y="36861"/>
                    <a:pt x="86" y="59397"/>
                    <a:pt x="86" y="62214"/>
                  </a:cubicBezTo>
                  <a:cubicBezTo>
                    <a:pt x="86" y="64368"/>
                    <a:pt x="2406" y="64368"/>
                    <a:pt x="2903" y="64368"/>
                  </a:cubicBezTo>
                  <a:cubicBezTo>
                    <a:pt x="5223" y="64368"/>
                    <a:pt x="5388" y="63540"/>
                    <a:pt x="5885" y="61717"/>
                  </a:cubicBezTo>
                  <a:cubicBezTo>
                    <a:pt x="10194" y="47466"/>
                    <a:pt x="17485" y="41501"/>
                    <a:pt x="23616" y="41501"/>
                  </a:cubicBezTo>
                  <a:cubicBezTo>
                    <a:pt x="26267" y="41501"/>
                    <a:pt x="27758" y="42827"/>
                    <a:pt x="27758" y="47301"/>
                  </a:cubicBezTo>
                  <a:cubicBezTo>
                    <a:pt x="27758" y="51112"/>
                    <a:pt x="26764" y="53598"/>
                    <a:pt x="22621" y="63871"/>
                  </a:cubicBezTo>
                  <a:lnTo>
                    <a:pt x="1218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2" name="Freeform: Shape 411">
              <a:extLst>
                <a:ext uri="{FF2B5EF4-FFF2-40B4-BE49-F238E27FC236}">
                  <a16:creationId xmlns:a16="http://schemas.microsoft.com/office/drawing/2014/main" id="{9CEB73BA-832C-6C46-EFBE-528534BAFA7E}"/>
                </a:ext>
              </a:extLst>
            </p:cNvPr>
            <p:cNvSpPr/>
            <p:nvPr>
              <p:custDataLst>
                <p:tags r:id="rId130"/>
              </p:custDataLst>
            </p:nvPr>
          </p:nvSpPr>
          <p:spPr>
            <a:xfrm>
              <a:off x="7057679" y="5288388"/>
              <a:ext cx="121958" cy="44574"/>
            </a:xfrm>
            <a:custGeom>
              <a:avLst/>
              <a:gdLst>
                <a:gd name="connsiteX0" fmla="*/ 115750 w 121958"/>
                <a:gd name="connsiteY0" fmla="*/ 8195 h 44574"/>
                <a:gd name="connsiteX1" fmla="*/ 122047 w 121958"/>
                <a:gd name="connsiteY1" fmla="*/ 4052 h 44574"/>
                <a:gd name="connsiteX2" fmla="*/ 115916 w 121958"/>
                <a:gd name="connsiteY2" fmla="*/ 75 h 44574"/>
                <a:gd name="connsiteX3" fmla="*/ 6220 w 121958"/>
                <a:gd name="connsiteY3" fmla="*/ 75 h 44574"/>
                <a:gd name="connsiteX4" fmla="*/ 89 w 121958"/>
                <a:gd name="connsiteY4" fmla="*/ 4052 h 44574"/>
                <a:gd name="connsiteX5" fmla="*/ 6385 w 121958"/>
                <a:gd name="connsiteY5" fmla="*/ 8195 h 44574"/>
                <a:gd name="connsiteX6" fmla="*/ 115750 w 121958"/>
                <a:gd name="connsiteY6" fmla="*/ 8195 h 44574"/>
                <a:gd name="connsiteX7" fmla="*/ 115916 w 121958"/>
                <a:gd name="connsiteY7" fmla="*/ 44650 h 44574"/>
                <a:gd name="connsiteX8" fmla="*/ 122047 w 121958"/>
                <a:gd name="connsiteY8" fmla="*/ 40673 h 44574"/>
                <a:gd name="connsiteX9" fmla="*/ 115750 w 121958"/>
                <a:gd name="connsiteY9" fmla="*/ 36530 h 44574"/>
                <a:gd name="connsiteX10" fmla="*/ 6385 w 121958"/>
                <a:gd name="connsiteY10" fmla="*/ 36530 h 44574"/>
                <a:gd name="connsiteX11" fmla="*/ 89 w 121958"/>
                <a:gd name="connsiteY11" fmla="*/ 40673 h 44574"/>
                <a:gd name="connsiteX12" fmla="*/ 6220 w 121958"/>
                <a:gd name="connsiteY12" fmla="*/ 44650 h 44574"/>
                <a:gd name="connsiteX13" fmla="*/ 115916 w 121958"/>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58" h="44574">
                  <a:moveTo>
                    <a:pt x="115750" y="8195"/>
                  </a:moveTo>
                  <a:cubicBezTo>
                    <a:pt x="118236" y="8195"/>
                    <a:pt x="122047" y="8195"/>
                    <a:pt x="122047" y="4052"/>
                  </a:cubicBezTo>
                  <a:cubicBezTo>
                    <a:pt x="122047" y="75"/>
                    <a:pt x="118070" y="75"/>
                    <a:pt x="115916" y="75"/>
                  </a:cubicBezTo>
                  <a:lnTo>
                    <a:pt x="6220" y="75"/>
                  </a:lnTo>
                  <a:cubicBezTo>
                    <a:pt x="4065" y="75"/>
                    <a:pt x="89" y="75"/>
                    <a:pt x="89" y="4052"/>
                  </a:cubicBezTo>
                  <a:cubicBezTo>
                    <a:pt x="89" y="8195"/>
                    <a:pt x="3900" y="8195"/>
                    <a:pt x="6385" y="8195"/>
                  </a:cubicBezTo>
                  <a:lnTo>
                    <a:pt x="115750" y="8195"/>
                  </a:lnTo>
                  <a:close/>
                  <a:moveTo>
                    <a:pt x="115916" y="44650"/>
                  </a:moveTo>
                  <a:cubicBezTo>
                    <a:pt x="118070" y="44650"/>
                    <a:pt x="122047" y="44650"/>
                    <a:pt x="122047" y="40673"/>
                  </a:cubicBezTo>
                  <a:cubicBezTo>
                    <a:pt x="122047" y="36530"/>
                    <a:pt x="118236" y="36530"/>
                    <a:pt x="115750" y="36530"/>
                  </a:cubicBezTo>
                  <a:lnTo>
                    <a:pt x="6385" y="36530"/>
                  </a:lnTo>
                  <a:cubicBezTo>
                    <a:pt x="3900" y="36530"/>
                    <a:pt x="89" y="36530"/>
                    <a:pt x="89" y="40673"/>
                  </a:cubicBezTo>
                  <a:cubicBezTo>
                    <a:pt x="89" y="44650"/>
                    <a:pt x="4065" y="44650"/>
                    <a:pt x="6220" y="44650"/>
                  </a:cubicBezTo>
                  <a:lnTo>
                    <a:pt x="115916"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3" name="Freeform: Shape 412">
              <a:extLst>
                <a:ext uri="{FF2B5EF4-FFF2-40B4-BE49-F238E27FC236}">
                  <a16:creationId xmlns:a16="http://schemas.microsoft.com/office/drawing/2014/main" id="{C463EE71-0202-00E0-156C-7AB1097EC97A}"/>
                </a:ext>
              </a:extLst>
            </p:cNvPr>
            <p:cNvSpPr/>
            <p:nvPr>
              <p:custDataLst>
                <p:tags r:id="rId131"/>
              </p:custDataLst>
            </p:nvPr>
          </p:nvSpPr>
          <p:spPr>
            <a:xfrm>
              <a:off x="7209463" y="5242156"/>
              <a:ext cx="60316" cy="110027"/>
            </a:xfrm>
            <a:custGeom>
              <a:avLst/>
              <a:gdLst>
                <a:gd name="connsiteX0" fmla="*/ 37544 w 60316"/>
                <a:gd name="connsiteY0" fmla="*/ 4715 h 110027"/>
                <a:gd name="connsiteX1" fmla="*/ 32573 w 60316"/>
                <a:gd name="connsiteY1" fmla="*/ 75 h 110027"/>
                <a:gd name="connsiteX2" fmla="*/ 95 w 60316"/>
                <a:gd name="connsiteY2" fmla="*/ 10680 h 110027"/>
                <a:gd name="connsiteX3" fmla="*/ 95 w 60316"/>
                <a:gd name="connsiteY3" fmla="*/ 16645 h 110027"/>
                <a:gd name="connsiteX4" fmla="*/ 24122 w 60316"/>
                <a:gd name="connsiteY4" fmla="*/ 12006 h 110027"/>
                <a:gd name="connsiteX5" fmla="*/ 24122 w 60316"/>
                <a:gd name="connsiteY5" fmla="*/ 96515 h 110027"/>
                <a:gd name="connsiteX6" fmla="*/ 7551 w 60316"/>
                <a:gd name="connsiteY6" fmla="*/ 104137 h 110027"/>
                <a:gd name="connsiteX7" fmla="*/ 1255 w 60316"/>
                <a:gd name="connsiteY7" fmla="*/ 104137 h 110027"/>
                <a:gd name="connsiteX8" fmla="*/ 1255 w 60316"/>
                <a:gd name="connsiteY8" fmla="*/ 110103 h 110027"/>
                <a:gd name="connsiteX9" fmla="*/ 30750 w 60316"/>
                <a:gd name="connsiteY9" fmla="*/ 109440 h 110027"/>
                <a:gd name="connsiteX10" fmla="*/ 60411 w 60316"/>
                <a:gd name="connsiteY10" fmla="*/ 110103 h 110027"/>
                <a:gd name="connsiteX11" fmla="*/ 60411 w 60316"/>
                <a:gd name="connsiteY11" fmla="*/ 104137 h 110027"/>
                <a:gd name="connsiteX12" fmla="*/ 54114 w 60316"/>
                <a:gd name="connsiteY12" fmla="*/ 104137 h 110027"/>
                <a:gd name="connsiteX13" fmla="*/ 37544 w 60316"/>
                <a:gd name="connsiteY13" fmla="*/ 96515 h 110027"/>
                <a:gd name="connsiteX14" fmla="*/ 37544 w 60316"/>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44" y="4715"/>
                  </a:moveTo>
                  <a:cubicBezTo>
                    <a:pt x="37544" y="241"/>
                    <a:pt x="37212" y="75"/>
                    <a:pt x="32573" y="75"/>
                  </a:cubicBezTo>
                  <a:cubicBezTo>
                    <a:pt x="21968" y="10514"/>
                    <a:pt x="6889" y="10680"/>
                    <a:pt x="95" y="10680"/>
                  </a:cubicBezTo>
                  <a:lnTo>
                    <a:pt x="95" y="16645"/>
                  </a:lnTo>
                  <a:cubicBezTo>
                    <a:pt x="4072" y="16645"/>
                    <a:pt x="15008" y="16645"/>
                    <a:pt x="24122" y="12006"/>
                  </a:cubicBezTo>
                  <a:lnTo>
                    <a:pt x="24122" y="96515"/>
                  </a:lnTo>
                  <a:cubicBezTo>
                    <a:pt x="24122" y="101983"/>
                    <a:pt x="24122" y="104137"/>
                    <a:pt x="7551" y="104137"/>
                  </a:cubicBezTo>
                  <a:lnTo>
                    <a:pt x="1255" y="104137"/>
                  </a:lnTo>
                  <a:lnTo>
                    <a:pt x="1255" y="110103"/>
                  </a:lnTo>
                  <a:cubicBezTo>
                    <a:pt x="4237" y="109937"/>
                    <a:pt x="24619" y="109440"/>
                    <a:pt x="30750" y="109440"/>
                  </a:cubicBezTo>
                  <a:cubicBezTo>
                    <a:pt x="35887" y="109440"/>
                    <a:pt x="56766" y="109937"/>
                    <a:pt x="60411" y="110103"/>
                  </a:cubicBezTo>
                  <a:lnTo>
                    <a:pt x="60411" y="104137"/>
                  </a:lnTo>
                  <a:lnTo>
                    <a:pt x="54114" y="104137"/>
                  </a:lnTo>
                  <a:cubicBezTo>
                    <a:pt x="37544" y="104137"/>
                    <a:pt x="37544" y="101983"/>
                    <a:pt x="37544" y="96515"/>
                  </a:cubicBezTo>
                  <a:lnTo>
                    <a:pt x="3754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4" name="Freeform: Shape 413">
              <a:extLst>
                <a:ext uri="{FF2B5EF4-FFF2-40B4-BE49-F238E27FC236}">
                  <a16:creationId xmlns:a16="http://schemas.microsoft.com/office/drawing/2014/main" id="{C216A914-70E1-D9FB-E486-E2FA940557E3}"/>
                </a:ext>
              </a:extLst>
            </p:cNvPr>
            <p:cNvSpPr/>
            <p:nvPr>
              <p:custDataLst>
                <p:tags r:id="rId132"/>
              </p:custDataLst>
            </p:nvPr>
          </p:nvSpPr>
          <p:spPr>
            <a:xfrm>
              <a:off x="7309196" y="4966362"/>
              <a:ext cx="54919" cy="236720"/>
            </a:xfrm>
            <a:custGeom>
              <a:avLst/>
              <a:gdLst>
                <a:gd name="connsiteX0" fmla="*/ 55018 w 54919"/>
                <a:gd name="connsiteY0" fmla="*/ 234419 h 236720"/>
                <a:gd name="connsiteX1" fmla="*/ 50994 w 54919"/>
                <a:gd name="connsiteY1" fmla="*/ 229212 h 236720"/>
                <a:gd name="connsiteX2" fmla="*/ 13828 w 54919"/>
                <a:gd name="connsiteY2" fmla="*/ 118426 h 236720"/>
                <a:gd name="connsiteX3" fmla="*/ 51940 w 54919"/>
                <a:gd name="connsiteY3" fmla="*/ 6458 h 236720"/>
                <a:gd name="connsiteX4" fmla="*/ 55018 w 54919"/>
                <a:gd name="connsiteY4" fmla="*/ 2433 h 236720"/>
                <a:gd name="connsiteX5" fmla="*/ 52651 w 54919"/>
                <a:gd name="connsiteY5" fmla="*/ 66 h 236720"/>
                <a:gd name="connsiteX6" fmla="*/ 15012 w 54919"/>
                <a:gd name="connsiteY6" fmla="*/ 46227 h 236720"/>
                <a:gd name="connsiteX7" fmla="*/ 99 w 54919"/>
                <a:gd name="connsiteY7" fmla="*/ 118426 h 236720"/>
                <a:gd name="connsiteX8" fmla="*/ 15722 w 54919"/>
                <a:gd name="connsiteY8" fmla="*/ 192283 h 236720"/>
                <a:gd name="connsiteX9" fmla="*/ 52651 w 54919"/>
                <a:gd name="connsiteY9" fmla="*/ 236787 h 236720"/>
                <a:gd name="connsiteX10" fmla="*/ 55018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18" y="234419"/>
                  </a:moveTo>
                  <a:cubicBezTo>
                    <a:pt x="55018" y="233709"/>
                    <a:pt x="55018" y="233236"/>
                    <a:pt x="50994" y="229212"/>
                  </a:cubicBezTo>
                  <a:cubicBezTo>
                    <a:pt x="21403" y="199385"/>
                    <a:pt x="13828" y="154645"/>
                    <a:pt x="13828" y="118426"/>
                  </a:cubicBezTo>
                  <a:cubicBezTo>
                    <a:pt x="13828" y="77237"/>
                    <a:pt x="22824" y="36048"/>
                    <a:pt x="51940" y="6458"/>
                  </a:cubicBezTo>
                  <a:cubicBezTo>
                    <a:pt x="55018" y="3617"/>
                    <a:pt x="55018" y="3144"/>
                    <a:pt x="55018" y="2433"/>
                  </a:cubicBezTo>
                  <a:cubicBezTo>
                    <a:pt x="55018" y="776"/>
                    <a:pt x="54071" y="66"/>
                    <a:pt x="52651" y="66"/>
                  </a:cubicBezTo>
                  <a:cubicBezTo>
                    <a:pt x="50283" y="66"/>
                    <a:pt x="28979" y="16163"/>
                    <a:pt x="15012" y="46227"/>
                  </a:cubicBezTo>
                  <a:cubicBezTo>
                    <a:pt x="2939" y="72266"/>
                    <a:pt x="99" y="98542"/>
                    <a:pt x="99" y="118426"/>
                  </a:cubicBezTo>
                  <a:cubicBezTo>
                    <a:pt x="99" y="136891"/>
                    <a:pt x="2703" y="165534"/>
                    <a:pt x="15722" y="192283"/>
                  </a:cubicBezTo>
                  <a:cubicBezTo>
                    <a:pt x="29925" y="221400"/>
                    <a:pt x="50283" y="236787"/>
                    <a:pt x="52651" y="236787"/>
                  </a:cubicBezTo>
                  <a:cubicBezTo>
                    <a:pt x="54071" y="236787"/>
                    <a:pt x="55018" y="236077"/>
                    <a:pt x="55018"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5" name="Freeform: Shape 414">
              <a:extLst>
                <a:ext uri="{FF2B5EF4-FFF2-40B4-BE49-F238E27FC236}">
                  <a16:creationId xmlns:a16="http://schemas.microsoft.com/office/drawing/2014/main" id="{3A9EBC39-8276-160F-52A4-9C2C0AAD6BFB}"/>
                </a:ext>
              </a:extLst>
            </p:cNvPr>
            <p:cNvSpPr/>
            <p:nvPr>
              <p:custDataLst>
                <p:tags r:id="rId133"/>
              </p:custDataLst>
            </p:nvPr>
          </p:nvSpPr>
          <p:spPr>
            <a:xfrm>
              <a:off x="7384684" y="5039271"/>
              <a:ext cx="117886" cy="107234"/>
            </a:xfrm>
            <a:custGeom>
              <a:avLst/>
              <a:gdLst>
                <a:gd name="connsiteX0" fmla="*/ 72302 w 117886"/>
                <a:gd name="connsiteY0" fmla="*/ 33207 h 107234"/>
                <a:gd name="connsiteX1" fmla="*/ 95738 w 117886"/>
                <a:gd name="connsiteY1" fmla="*/ 5274 h 107234"/>
                <a:gd name="connsiteX2" fmla="*/ 107574 w 117886"/>
                <a:gd name="connsiteY2" fmla="*/ 8351 h 107234"/>
                <a:gd name="connsiteX3" fmla="*/ 96211 w 117886"/>
                <a:gd name="connsiteY3" fmla="*/ 21134 h 107234"/>
                <a:gd name="connsiteX4" fmla="*/ 105206 w 117886"/>
                <a:gd name="connsiteY4" fmla="*/ 29420 h 107234"/>
                <a:gd name="connsiteX5" fmla="*/ 117989 w 117886"/>
                <a:gd name="connsiteY5" fmla="*/ 15690 h 107234"/>
                <a:gd name="connsiteX6" fmla="*/ 95974 w 117886"/>
                <a:gd name="connsiteY6" fmla="*/ 66 h 107234"/>
                <a:gd name="connsiteX7" fmla="*/ 71119 w 117886"/>
                <a:gd name="connsiteY7" fmla="*/ 18057 h 107234"/>
                <a:gd name="connsiteX8" fmla="*/ 45553 w 117886"/>
                <a:gd name="connsiteY8" fmla="*/ 66 h 107234"/>
                <a:gd name="connsiteX9" fmla="*/ 7441 w 117886"/>
                <a:gd name="connsiteY9" fmla="*/ 36521 h 107234"/>
                <a:gd name="connsiteX10" fmla="*/ 10281 w 117886"/>
                <a:gd name="connsiteY10" fmla="*/ 38888 h 107234"/>
                <a:gd name="connsiteX11" fmla="*/ 13359 w 117886"/>
                <a:gd name="connsiteY11" fmla="*/ 36284 h 107234"/>
                <a:gd name="connsiteX12" fmla="*/ 45079 w 117886"/>
                <a:gd name="connsiteY12" fmla="*/ 5274 h 107234"/>
                <a:gd name="connsiteX13" fmla="*/ 57862 w 117886"/>
                <a:gd name="connsiteY13" fmla="*/ 21134 h 107234"/>
                <a:gd name="connsiteX14" fmla="*/ 45079 w 117886"/>
                <a:gd name="connsiteY14" fmla="*/ 77474 h 107234"/>
                <a:gd name="connsiteX15" fmla="*/ 22591 w 117886"/>
                <a:gd name="connsiteY15" fmla="*/ 102093 h 107234"/>
                <a:gd name="connsiteX16" fmla="*/ 10755 w 117886"/>
                <a:gd name="connsiteY16" fmla="*/ 99015 h 107234"/>
                <a:gd name="connsiteX17" fmla="*/ 21881 w 117886"/>
                <a:gd name="connsiteY17" fmla="*/ 86232 h 107234"/>
                <a:gd name="connsiteX18" fmla="*/ 13122 w 117886"/>
                <a:gd name="connsiteY18" fmla="*/ 77947 h 107234"/>
                <a:gd name="connsiteX19" fmla="*/ 102 w 117886"/>
                <a:gd name="connsiteY19" fmla="*/ 91677 h 107234"/>
                <a:gd name="connsiteX20" fmla="*/ 22354 w 117886"/>
                <a:gd name="connsiteY20" fmla="*/ 107301 h 107234"/>
                <a:gd name="connsiteX21" fmla="*/ 47210 w 117886"/>
                <a:gd name="connsiteY21" fmla="*/ 89310 h 107234"/>
                <a:gd name="connsiteX22" fmla="*/ 72776 w 117886"/>
                <a:gd name="connsiteY22" fmla="*/ 107301 h 107234"/>
                <a:gd name="connsiteX23" fmla="*/ 110651 w 117886"/>
                <a:gd name="connsiteY23" fmla="*/ 70846 h 107234"/>
                <a:gd name="connsiteX24" fmla="*/ 107810 w 117886"/>
                <a:gd name="connsiteY24" fmla="*/ 68478 h 107234"/>
                <a:gd name="connsiteX25" fmla="*/ 104733 w 117886"/>
                <a:gd name="connsiteY25" fmla="*/ 71082 h 107234"/>
                <a:gd name="connsiteX26" fmla="*/ 73249 w 117886"/>
                <a:gd name="connsiteY26" fmla="*/ 102093 h 107234"/>
                <a:gd name="connsiteX27" fmla="*/ 60230 w 117886"/>
                <a:gd name="connsiteY27" fmla="*/ 86469 h 107234"/>
                <a:gd name="connsiteX28" fmla="*/ 64254 w 117886"/>
                <a:gd name="connsiteY28" fmla="*/ 65638 h 107234"/>
                <a:gd name="connsiteX29" fmla="*/ 72302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302" y="33207"/>
                  </a:moveTo>
                  <a:cubicBezTo>
                    <a:pt x="73723" y="27052"/>
                    <a:pt x="79167" y="5274"/>
                    <a:pt x="95738" y="5274"/>
                  </a:cubicBezTo>
                  <a:cubicBezTo>
                    <a:pt x="96921" y="5274"/>
                    <a:pt x="102603" y="5274"/>
                    <a:pt x="107574" y="8351"/>
                  </a:cubicBezTo>
                  <a:cubicBezTo>
                    <a:pt x="100945" y="9535"/>
                    <a:pt x="96211" y="15453"/>
                    <a:pt x="96211" y="21134"/>
                  </a:cubicBezTo>
                  <a:cubicBezTo>
                    <a:pt x="96211" y="24922"/>
                    <a:pt x="98815" y="29420"/>
                    <a:pt x="105206" y="29420"/>
                  </a:cubicBezTo>
                  <a:cubicBezTo>
                    <a:pt x="110414" y="29420"/>
                    <a:pt x="117989" y="25159"/>
                    <a:pt x="117989" y="15690"/>
                  </a:cubicBezTo>
                  <a:cubicBezTo>
                    <a:pt x="117989" y="3380"/>
                    <a:pt x="104023" y="66"/>
                    <a:pt x="95974" y="66"/>
                  </a:cubicBezTo>
                  <a:cubicBezTo>
                    <a:pt x="82245" y="66"/>
                    <a:pt x="73959" y="12612"/>
                    <a:pt x="71119" y="18057"/>
                  </a:cubicBezTo>
                  <a:cubicBezTo>
                    <a:pt x="65201" y="2433"/>
                    <a:pt x="52418" y="66"/>
                    <a:pt x="45553" y="66"/>
                  </a:cubicBezTo>
                  <a:cubicBezTo>
                    <a:pt x="20934" y="66"/>
                    <a:pt x="7441" y="30603"/>
                    <a:pt x="7441" y="36521"/>
                  </a:cubicBezTo>
                  <a:cubicBezTo>
                    <a:pt x="7441" y="38888"/>
                    <a:pt x="9808" y="38888"/>
                    <a:pt x="10281" y="38888"/>
                  </a:cubicBezTo>
                  <a:cubicBezTo>
                    <a:pt x="12175" y="38888"/>
                    <a:pt x="12885" y="38415"/>
                    <a:pt x="13359" y="36284"/>
                  </a:cubicBezTo>
                  <a:cubicBezTo>
                    <a:pt x="21407" y="11192"/>
                    <a:pt x="37031" y="5274"/>
                    <a:pt x="45079" y="5274"/>
                  </a:cubicBezTo>
                  <a:cubicBezTo>
                    <a:pt x="49577" y="5274"/>
                    <a:pt x="57862" y="7405"/>
                    <a:pt x="57862" y="21134"/>
                  </a:cubicBezTo>
                  <a:cubicBezTo>
                    <a:pt x="57862" y="28473"/>
                    <a:pt x="53838" y="44333"/>
                    <a:pt x="45079" y="77474"/>
                  </a:cubicBezTo>
                  <a:cubicBezTo>
                    <a:pt x="41292" y="92151"/>
                    <a:pt x="33007" y="102093"/>
                    <a:pt x="22591" y="102093"/>
                  </a:cubicBezTo>
                  <a:cubicBezTo>
                    <a:pt x="21171" y="102093"/>
                    <a:pt x="15726" y="102093"/>
                    <a:pt x="10755" y="99015"/>
                  </a:cubicBezTo>
                  <a:cubicBezTo>
                    <a:pt x="16673" y="97832"/>
                    <a:pt x="21881" y="92861"/>
                    <a:pt x="21881" y="86232"/>
                  </a:cubicBezTo>
                  <a:cubicBezTo>
                    <a:pt x="21881" y="79841"/>
                    <a:pt x="16673" y="77947"/>
                    <a:pt x="13122" y="77947"/>
                  </a:cubicBezTo>
                  <a:cubicBezTo>
                    <a:pt x="6020" y="77947"/>
                    <a:pt x="102" y="84102"/>
                    <a:pt x="102" y="91677"/>
                  </a:cubicBezTo>
                  <a:cubicBezTo>
                    <a:pt x="102" y="102566"/>
                    <a:pt x="11939" y="107301"/>
                    <a:pt x="22354" y="107301"/>
                  </a:cubicBezTo>
                  <a:cubicBezTo>
                    <a:pt x="37978" y="107301"/>
                    <a:pt x="46500" y="90730"/>
                    <a:pt x="47210" y="89310"/>
                  </a:cubicBezTo>
                  <a:cubicBezTo>
                    <a:pt x="50051" y="98069"/>
                    <a:pt x="58572" y="107301"/>
                    <a:pt x="72776" y="107301"/>
                  </a:cubicBezTo>
                  <a:cubicBezTo>
                    <a:pt x="97158" y="107301"/>
                    <a:pt x="110651" y="76764"/>
                    <a:pt x="110651" y="70846"/>
                  </a:cubicBezTo>
                  <a:cubicBezTo>
                    <a:pt x="110651" y="68478"/>
                    <a:pt x="108521" y="68478"/>
                    <a:pt x="107810" y="68478"/>
                  </a:cubicBezTo>
                  <a:cubicBezTo>
                    <a:pt x="105680" y="68478"/>
                    <a:pt x="105206" y="69425"/>
                    <a:pt x="104733" y="71082"/>
                  </a:cubicBezTo>
                  <a:cubicBezTo>
                    <a:pt x="96921" y="96411"/>
                    <a:pt x="80824" y="102093"/>
                    <a:pt x="73249" y="102093"/>
                  </a:cubicBezTo>
                  <a:cubicBezTo>
                    <a:pt x="64017" y="102093"/>
                    <a:pt x="60230" y="94518"/>
                    <a:pt x="60230" y="86469"/>
                  </a:cubicBezTo>
                  <a:cubicBezTo>
                    <a:pt x="60230" y="81261"/>
                    <a:pt x="61650" y="76054"/>
                    <a:pt x="64254" y="65638"/>
                  </a:cubicBezTo>
                  <a:lnTo>
                    <a:pt x="72302"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6" name="Freeform: Shape 415">
              <a:extLst>
                <a:ext uri="{FF2B5EF4-FFF2-40B4-BE49-F238E27FC236}">
                  <a16:creationId xmlns:a16="http://schemas.microsoft.com/office/drawing/2014/main" id="{E93960AF-D9E0-BE5F-1E13-8B2C6CE517D2}"/>
                </a:ext>
              </a:extLst>
            </p:cNvPr>
            <p:cNvSpPr/>
            <p:nvPr>
              <p:custDataLst>
                <p:tags r:id="rId134"/>
              </p:custDataLst>
            </p:nvPr>
          </p:nvSpPr>
          <p:spPr>
            <a:xfrm>
              <a:off x="7520900" y="5069548"/>
              <a:ext cx="50208" cy="111518"/>
            </a:xfrm>
            <a:custGeom>
              <a:avLst/>
              <a:gdLst>
                <a:gd name="connsiteX0" fmla="*/ 46008 w 50208"/>
                <a:gd name="connsiteY0" fmla="*/ 6365 h 111518"/>
                <a:gd name="connsiteX1" fmla="*/ 39380 w 50208"/>
                <a:gd name="connsiteY1" fmla="*/ 68 h 111518"/>
                <a:gd name="connsiteX2" fmla="*/ 30101 w 50208"/>
                <a:gd name="connsiteY2" fmla="*/ 9181 h 111518"/>
                <a:gd name="connsiteX3" fmla="*/ 36729 w 50208"/>
                <a:gd name="connsiteY3" fmla="*/ 15478 h 111518"/>
                <a:gd name="connsiteX4" fmla="*/ 46008 w 50208"/>
                <a:gd name="connsiteY4" fmla="*/ 6365 h 111518"/>
                <a:gd name="connsiteX5" fmla="*/ 12205 w 50208"/>
                <a:gd name="connsiteY5" fmla="*/ 90542 h 111518"/>
                <a:gd name="connsiteX6" fmla="*/ 10713 w 50208"/>
                <a:gd name="connsiteY6" fmla="*/ 97502 h 111518"/>
                <a:gd name="connsiteX7" fmla="*/ 26455 w 50208"/>
                <a:gd name="connsiteY7" fmla="*/ 111587 h 111518"/>
                <a:gd name="connsiteX8" fmla="*/ 50317 w 50208"/>
                <a:gd name="connsiteY8" fmla="*/ 86234 h 111518"/>
                <a:gd name="connsiteX9" fmla="*/ 47665 w 50208"/>
                <a:gd name="connsiteY9" fmla="*/ 84080 h 111518"/>
                <a:gd name="connsiteX10" fmla="*/ 44517 w 50208"/>
                <a:gd name="connsiteY10" fmla="*/ 86897 h 111518"/>
                <a:gd name="connsiteX11" fmla="*/ 26952 w 50208"/>
                <a:gd name="connsiteY11" fmla="*/ 106947 h 111518"/>
                <a:gd name="connsiteX12" fmla="*/ 22810 w 50208"/>
                <a:gd name="connsiteY12" fmla="*/ 101147 h 111518"/>
                <a:gd name="connsiteX13" fmla="*/ 25461 w 50208"/>
                <a:gd name="connsiteY13" fmla="*/ 90542 h 111518"/>
                <a:gd name="connsiteX14" fmla="*/ 30764 w 50208"/>
                <a:gd name="connsiteY14" fmla="*/ 77286 h 111518"/>
                <a:gd name="connsiteX15" fmla="*/ 38883 w 50208"/>
                <a:gd name="connsiteY15" fmla="*/ 56242 h 111518"/>
                <a:gd name="connsiteX16" fmla="*/ 39877 w 50208"/>
                <a:gd name="connsiteY16" fmla="*/ 50939 h 111518"/>
                <a:gd name="connsiteX17" fmla="*/ 24135 w 50208"/>
                <a:gd name="connsiteY17" fmla="*/ 36854 h 111518"/>
                <a:gd name="connsiteX18" fmla="*/ 108 w 50208"/>
                <a:gd name="connsiteY18" fmla="*/ 62207 h 111518"/>
                <a:gd name="connsiteX19" fmla="*/ 2925 w 50208"/>
                <a:gd name="connsiteY19" fmla="*/ 64361 h 111518"/>
                <a:gd name="connsiteX20" fmla="*/ 5908 w 50208"/>
                <a:gd name="connsiteY20" fmla="*/ 61710 h 111518"/>
                <a:gd name="connsiteX21" fmla="*/ 23638 w 50208"/>
                <a:gd name="connsiteY21" fmla="*/ 41494 h 111518"/>
                <a:gd name="connsiteX22" fmla="*/ 27781 w 50208"/>
                <a:gd name="connsiteY22" fmla="*/ 47293 h 111518"/>
                <a:gd name="connsiteX23" fmla="*/ 22644 w 50208"/>
                <a:gd name="connsiteY23" fmla="*/ 63864 h 111518"/>
                <a:gd name="connsiteX24" fmla="*/ 12205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08" y="6365"/>
                  </a:moveTo>
                  <a:cubicBezTo>
                    <a:pt x="46008" y="3713"/>
                    <a:pt x="44020" y="68"/>
                    <a:pt x="39380" y="68"/>
                  </a:cubicBezTo>
                  <a:cubicBezTo>
                    <a:pt x="34906" y="68"/>
                    <a:pt x="30101" y="4376"/>
                    <a:pt x="30101" y="9181"/>
                  </a:cubicBezTo>
                  <a:cubicBezTo>
                    <a:pt x="30101" y="11998"/>
                    <a:pt x="32255" y="15478"/>
                    <a:pt x="36729" y="15478"/>
                  </a:cubicBezTo>
                  <a:cubicBezTo>
                    <a:pt x="41534" y="15478"/>
                    <a:pt x="46008" y="10839"/>
                    <a:pt x="46008" y="6365"/>
                  </a:cubicBezTo>
                  <a:close/>
                  <a:moveTo>
                    <a:pt x="12205" y="90542"/>
                  </a:moveTo>
                  <a:cubicBezTo>
                    <a:pt x="11542" y="92696"/>
                    <a:pt x="10713" y="94685"/>
                    <a:pt x="10713" y="97502"/>
                  </a:cubicBezTo>
                  <a:cubicBezTo>
                    <a:pt x="10713" y="105290"/>
                    <a:pt x="17341" y="111587"/>
                    <a:pt x="26455" y="111587"/>
                  </a:cubicBezTo>
                  <a:cubicBezTo>
                    <a:pt x="43026" y="111587"/>
                    <a:pt x="50317" y="88720"/>
                    <a:pt x="50317" y="86234"/>
                  </a:cubicBezTo>
                  <a:cubicBezTo>
                    <a:pt x="50317" y="84080"/>
                    <a:pt x="48162" y="84080"/>
                    <a:pt x="47665" y="84080"/>
                  </a:cubicBezTo>
                  <a:cubicBezTo>
                    <a:pt x="45345" y="84080"/>
                    <a:pt x="45180" y="85074"/>
                    <a:pt x="44517" y="86897"/>
                  </a:cubicBezTo>
                  <a:cubicBezTo>
                    <a:pt x="40706" y="100153"/>
                    <a:pt x="33415" y="106947"/>
                    <a:pt x="26952" y="106947"/>
                  </a:cubicBezTo>
                  <a:cubicBezTo>
                    <a:pt x="23638" y="106947"/>
                    <a:pt x="22810" y="104793"/>
                    <a:pt x="22810" y="101147"/>
                  </a:cubicBezTo>
                  <a:cubicBezTo>
                    <a:pt x="22810" y="97336"/>
                    <a:pt x="23970" y="94188"/>
                    <a:pt x="25461" y="90542"/>
                  </a:cubicBezTo>
                  <a:cubicBezTo>
                    <a:pt x="27118" y="86068"/>
                    <a:pt x="28941" y="81594"/>
                    <a:pt x="30764" y="77286"/>
                  </a:cubicBezTo>
                  <a:cubicBezTo>
                    <a:pt x="32255" y="73309"/>
                    <a:pt x="38220" y="58230"/>
                    <a:pt x="38883" y="56242"/>
                  </a:cubicBezTo>
                  <a:cubicBezTo>
                    <a:pt x="39380" y="54584"/>
                    <a:pt x="39877" y="52596"/>
                    <a:pt x="39877" y="50939"/>
                  </a:cubicBezTo>
                  <a:cubicBezTo>
                    <a:pt x="39877" y="43151"/>
                    <a:pt x="33249" y="36854"/>
                    <a:pt x="24135" y="36854"/>
                  </a:cubicBezTo>
                  <a:cubicBezTo>
                    <a:pt x="7731" y="36854"/>
                    <a:pt x="108" y="59390"/>
                    <a:pt x="108" y="62207"/>
                  </a:cubicBezTo>
                  <a:cubicBezTo>
                    <a:pt x="108" y="64361"/>
                    <a:pt x="2428" y="64361"/>
                    <a:pt x="2925" y="64361"/>
                  </a:cubicBezTo>
                  <a:cubicBezTo>
                    <a:pt x="5245" y="64361"/>
                    <a:pt x="5411" y="63533"/>
                    <a:pt x="5908" y="61710"/>
                  </a:cubicBezTo>
                  <a:cubicBezTo>
                    <a:pt x="10216" y="47459"/>
                    <a:pt x="17507" y="41494"/>
                    <a:pt x="23638" y="41494"/>
                  </a:cubicBezTo>
                  <a:cubicBezTo>
                    <a:pt x="26289" y="41494"/>
                    <a:pt x="27781" y="42819"/>
                    <a:pt x="27781" y="47293"/>
                  </a:cubicBezTo>
                  <a:cubicBezTo>
                    <a:pt x="27781" y="51105"/>
                    <a:pt x="26787" y="53590"/>
                    <a:pt x="22644" y="63864"/>
                  </a:cubicBezTo>
                  <a:lnTo>
                    <a:pt x="12205"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7" name="Freeform: Shape 416">
              <a:extLst>
                <a:ext uri="{FF2B5EF4-FFF2-40B4-BE49-F238E27FC236}">
                  <a16:creationId xmlns:a16="http://schemas.microsoft.com/office/drawing/2014/main" id="{F44922A9-3929-6438-4F46-E5A9060A4600}"/>
                </a:ext>
              </a:extLst>
            </p:cNvPr>
            <p:cNvSpPr/>
            <p:nvPr>
              <p:custDataLst>
                <p:tags r:id="rId135"/>
              </p:custDataLst>
            </p:nvPr>
          </p:nvSpPr>
          <p:spPr>
            <a:xfrm>
              <a:off x="7615358" y="4966362"/>
              <a:ext cx="54919" cy="236720"/>
            </a:xfrm>
            <a:custGeom>
              <a:avLst/>
              <a:gdLst>
                <a:gd name="connsiteX0" fmla="*/ 55031 w 54919"/>
                <a:gd name="connsiteY0" fmla="*/ 234419 h 236720"/>
                <a:gd name="connsiteX1" fmla="*/ 51006 w 54919"/>
                <a:gd name="connsiteY1" fmla="*/ 229212 h 236720"/>
                <a:gd name="connsiteX2" fmla="*/ 13841 w 54919"/>
                <a:gd name="connsiteY2" fmla="*/ 118426 h 236720"/>
                <a:gd name="connsiteX3" fmla="*/ 51953 w 54919"/>
                <a:gd name="connsiteY3" fmla="*/ 6458 h 236720"/>
                <a:gd name="connsiteX4" fmla="*/ 55031 w 54919"/>
                <a:gd name="connsiteY4" fmla="*/ 2433 h 236720"/>
                <a:gd name="connsiteX5" fmla="*/ 52663 w 54919"/>
                <a:gd name="connsiteY5" fmla="*/ 66 h 236720"/>
                <a:gd name="connsiteX6" fmla="*/ 15025 w 54919"/>
                <a:gd name="connsiteY6" fmla="*/ 46227 h 236720"/>
                <a:gd name="connsiteX7" fmla="*/ 111 w 54919"/>
                <a:gd name="connsiteY7" fmla="*/ 118426 h 236720"/>
                <a:gd name="connsiteX8" fmla="*/ 15735 w 54919"/>
                <a:gd name="connsiteY8" fmla="*/ 192283 h 236720"/>
                <a:gd name="connsiteX9" fmla="*/ 52663 w 54919"/>
                <a:gd name="connsiteY9" fmla="*/ 236787 h 236720"/>
                <a:gd name="connsiteX10" fmla="*/ 55031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31" y="234419"/>
                  </a:moveTo>
                  <a:cubicBezTo>
                    <a:pt x="55031" y="233709"/>
                    <a:pt x="55031" y="233236"/>
                    <a:pt x="51006" y="229212"/>
                  </a:cubicBezTo>
                  <a:cubicBezTo>
                    <a:pt x="21416" y="199385"/>
                    <a:pt x="13841" y="154645"/>
                    <a:pt x="13841" y="118426"/>
                  </a:cubicBezTo>
                  <a:cubicBezTo>
                    <a:pt x="13841" y="77237"/>
                    <a:pt x="22837" y="36048"/>
                    <a:pt x="51953" y="6458"/>
                  </a:cubicBezTo>
                  <a:cubicBezTo>
                    <a:pt x="55031" y="3617"/>
                    <a:pt x="55031" y="3144"/>
                    <a:pt x="55031" y="2433"/>
                  </a:cubicBezTo>
                  <a:cubicBezTo>
                    <a:pt x="55031" y="776"/>
                    <a:pt x="54084" y="66"/>
                    <a:pt x="52663" y="66"/>
                  </a:cubicBezTo>
                  <a:cubicBezTo>
                    <a:pt x="50296" y="66"/>
                    <a:pt x="28991" y="16163"/>
                    <a:pt x="15025" y="46227"/>
                  </a:cubicBezTo>
                  <a:cubicBezTo>
                    <a:pt x="2952" y="72266"/>
                    <a:pt x="111" y="98542"/>
                    <a:pt x="111" y="118426"/>
                  </a:cubicBezTo>
                  <a:cubicBezTo>
                    <a:pt x="111" y="136891"/>
                    <a:pt x="2715" y="165534"/>
                    <a:pt x="15735" y="192283"/>
                  </a:cubicBezTo>
                  <a:cubicBezTo>
                    <a:pt x="29938" y="221400"/>
                    <a:pt x="50296" y="236787"/>
                    <a:pt x="52663" y="236787"/>
                  </a:cubicBezTo>
                  <a:cubicBezTo>
                    <a:pt x="54084" y="236787"/>
                    <a:pt x="55031" y="236077"/>
                    <a:pt x="55031"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8" name="Freeform: Shape 417">
              <a:extLst>
                <a:ext uri="{FF2B5EF4-FFF2-40B4-BE49-F238E27FC236}">
                  <a16:creationId xmlns:a16="http://schemas.microsoft.com/office/drawing/2014/main" id="{9E9AEC2E-D795-68EF-11C5-51A8C7ECB73B}"/>
                </a:ext>
              </a:extLst>
            </p:cNvPr>
            <p:cNvSpPr/>
            <p:nvPr>
              <p:custDataLst>
                <p:tags r:id="rId136"/>
              </p:custDataLst>
            </p:nvPr>
          </p:nvSpPr>
          <p:spPr>
            <a:xfrm>
              <a:off x="7690846" y="5039271"/>
              <a:ext cx="109128" cy="153158"/>
            </a:xfrm>
            <a:custGeom>
              <a:avLst/>
              <a:gdLst>
                <a:gd name="connsiteX0" fmla="*/ 108297 w 109128"/>
                <a:gd name="connsiteY0" fmla="*/ 14506 h 153158"/>
                <a:gd name="connsiteX1" fmla="*/ 109244 w 109128"/>
                <a:gd name="connsiteY1" fmla="*/ 9062 h 153158"/>
                <a:gd name="connsiteX2" fmla="*/ 102379 w 109128"/>
                <a:gd name="connsiteY2" fmla="*/ 2670 h 153158"/>
                <a:gd name="connsiteX3" fmla="*/ 94093 w 109128"/>
                <a:gd name="connsiteY3" fmla="*/ 7641 h 153158"/>
                <a:gd name="connsiteX4" fmla="*/ 90779 w 109128"/>
                <a:gd name="connsiteY4" fmla="*/ 20424 h 153158"/>
                <a:gd name="connsiteX5" fmla="*/ 86045 w 109128"/>
                <a:gd name="connsiteY5" fmla="*/ 39362 h 153158"/>
                <a:gd name="connsiteX6" fmla="*/ 75393 w 109128"/>
                <a:gd name="connsiteY6" fmla="*/ 81972 h 153158"/>
                <a:gd name="connsiteX7" fmla="*/ 48643 w 109128"/>
                <a:gd name="connsiteY7" fmla="*/ 102093 h 153158"/>
                <a:gd name="connsiteX8" fmla="*/ 33966 w 109128"/>
                <a:gd name="connsiteY8" fmla="*/ 82918 h 153158"/>
                <a:gd name="connsiteX9" fmla="*/ 46039 w 109128"/>
                <a:gd name="connsiteY9" fmla="*/ 36521 h 153158"/>
                <a:gd name="connsiteX10" fmla="*/ 50774 w 109128"/>
                <a:gd name="connsiteY10" fmla="*/ 19477 h 153158"/>
                <a:gd name="connsiteX11" fmla="*/ 31362 w 109128"/>
                <a:gd name="connsiteY11" fmla="*/ 66 h 153158"/>
                <a:gd name="connsiteX12" fmla="*/ 115 w 109128"/>
                <a:gd name="connsiteY12" fmla="*/ 36521 h 153158"/>
                <a:gd name="connsiteX13" fmla="*/ 2956 w 109128"/>
                <a:gd name="connsiteY13" fmla="*/ 38888 h 153158"/>
                <a:gd name="connsiteX14" fmla="*/ 6744 w 109128"/>
                <a:gd name="connsiteY14" fmla="*/ 34627 h 153158"/>
                <a:gd name="connsiteX15" fmla="*/ 30652 w 109128"/>
                <a:gd name="connsiteY15" fmla="*/ 5274 h 153158"/>
                <a:gd name="connsiteX16" fmla="*/ 36570 w 109128"/>
                <a:gd name="connsiteY16" fmla="*/ 12849 h 153158"/>
                <a:gd name="connsiteX17" fmla="*/ 32546 w 109128"/>
                <a:gd name="connsiteY17" fmla="*/ 29420 h 153158"/>
                <a:gd name="connsiteX18" fmla="*/ 18816 w 109128"/>
                <a:gd name="connsiteY18" fmla="*/ 79131 h 153158"/>
                <a:gd name="connsiteX19" fmla="*/ 47696 w 109128"/>
                <a:gd name="connsiteY19" fmla="*/ 107301 h 153158"/>
                <a:gd name="connsiteX20" fmla="*/ 71605 w 109128"/>
                <a:gd name="connsiteY20" fmla="*/ 96648 h 153158"/>
                <a:gd name="connsiteX21" fmla="*/ 56218 w 109128"/>
                <a:gd name="connsiteY21" fmla="*/ 133103 h 153158"/>
                <a:gd name="connsiteX22" fmla="*/ 30179 w 109128"/>
                <a:gd name="connsiteY22" fmla="*/ 148017 h 153158"/>
                <a:gd name="connsiteX23" fmla="*/ 12188 w 109128"/>
                <a:gd name="connsiteY23" fmla="*/ 138074 h 153158"/>
                <a:gd name="connsiteX24" fmla="*/ 22367 w 109128"/>
                <a:gd name="connsiteY24" fmla="*/ 135234 h 153158"/>
                <a:gd name="connsiteX25" fmla="*/ 27102 w 109128"/>
                <a:gd name="connsiteY25" fmla="*/ 125528 h 153158"/>
                <a:gd name="connsiteX26" fmla="*/ 18343 w 109128"/>
                <a:gd name="connsiteY26" fmla="*/ 117243 h 153158"/>
                <a:gd name="connsiteX27" fmla="*/ 5086 w 109128"/>
                <a:gd name="connsiteY27" fmla="*/ 132630 h 153158"/>
                <a:gd name="connsiteX28" fmla="*/ 30179 w 109128"/>
                <a:gd name="connsiteY28" fmla="*/ 153224 h 153158"/>
                <a:gd name="connsiteX29" fmla="*/ 85572 w 109128"/>
                <a:gd name="connsiteY29" fmla="*/ 104933 h 153158"/>
                <a:gd name="connsiteX30" fmla="*/ 108297 w 109128"/>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28" h="153158">
                  <a:moveTo>
                    <a:pt x="108297" y="14506"/>
                  </a:moveTo>
                  <a:cubicBezTo>
                    <a:pt x="109244" y="11192"/>
                    <a:pt x="109244" y="10719"/>
                    <a:pt x="109244" y="9062"/>
                  </a:cubicBezTo>
                  <a:cubicBezTo>
                    <a:pt x="109244" y="4801"/>
                    <a:pt x="105930" y="2670"/>
                    <a:pt x="102379" y="2670"/>
                  </a:cubicBezTo>
                  <a:cubicBezTo>
                    <a:pt x="100012" y="2670"/>
                    <a:pt x="96224" y="4091"/>
                    <a:pt x="94093" y="7641"/>
                  </a:cubicBezTo>
                  <a:cubicBezTo>
                    <a:pt x="93620" y="8825"/>
                    <a:pt x="91726" y="16163"/>
                    <a:pt x="90779" y="20424"/>
                  </a:cubicBezTo>
                  <a:cubicBezTo>
                    <a:pt x="89122" y="26579"/>
                    <a:pt x="87465" y="32970"/>
                    <a:pt x="86045" y="39362"/>
                  </a:cubicBezTo>
                  <a:lnTo>
                    <a:pt x="75393" y="81972"/>
                  </a:lnTo>
                  <a:cubicBezTo>
                    <a:pt x="74446" y="85522"/>
                    <a:pt x="64267" y="102093"/>
                    <a:pt x="48643" y="102093"/>
                  </a:cubicBezTo>
                  <a:cubicBezTo>
                    <a:pt x="36570" y="102093"/>
                    <a:pt x="33966" y="91677"/>
                    <a:pt x="33966" y="82918"/>
                  </a:cubicBezTo>
                  <a:cubicBezTo>
                    <a:pt x="33966" y="72029"/>
                    <a:pt x="37991" y="57353"/>
                    <a:pt x="46039" y="36521"/>
                  </a:cubicBezTo>
                  <a:cubicBezTo>
                    <a:pt x="49827" y="26816"/>
                    <a:pt x="50774" y="24212"/>
                    <a:pt x="50774" y="19477"/>
                  </a:cubicBezTo>
                  <a:cubicBezTo>
                    <a:pt x="50774" y="8825"/>
                    <a:pt x="43199" y="66"/>
                    <a:pt x="31362" y="66"/>
                  </a:cubicBezTo>
                  <a:cubicBezTo>
                    <a:pt x="8874" y="66"/>
                    <a:pt x="115" y="34391"/>
                    <a:pt x="115" y="36521"/>
                  </a:cubicBezTo>
                  <a:cubicBezTo>
                    <a:pt x="115" y="38888"/>
                    <a:pt x="2483" y="38888"/>
                    <a:pt x="2956" y="38888"/>
                  </a:cubicBezTo>
                  <a:cubicBezTo>
                    <a:pt x="5323" y="38888"/>
                    <a:pt x="5560" y="38415"/>
                    <a:pt x="6744" y="34627"/>
                  </a:cubicBezTo>
                  <a:cubicBezTo>
                    <a:pt x="13135" y="12376"/>
                    <a:pt x="22604" y="5274"/>
                    <a:pt x="30652" y="5274"/>
                  </a:cubicBezTo>
                  <a:cubicBezTo>
                    <a:pt x="32546" y="5274"/>
                    <a:pt x="36570" y="5274"/>
                    <a:pt x="36570" y="12849"/>
                  </a:cubicBezTo>
                  <a:cubicBezTo>
                    <a:pt x="36570" y="18767"/>
                    <a:pt x="34203" y="24922"/>
                    <a:pt x="32546" y="29420"/>
                  </a:cubicBezTo>
                  <a:cubicBezTo>
                    <a:pt x="23077" y="54512"/>
                    <a:pt x="18816" y="68005"/>
                    <a:pt x="18816" y="79131"/>
                  </a:cubicBezTo>
                  <a:cubicBezTo>
                    <a:pt x="18816" y="100199"/>
                    <a:pt x="33730" y="107301"/>
                    <a:pt x="47696" y="107301"/>
                  </a:cubicBezTo>
                  <a:cubicBezTo>
                    <a:pt x="56928" y="107301"/>
                    <a:pt x="64977" y="103276"/>
                    <a:pt x="71605" y="96648"/>
                  </a:cubicBezTo>
                  <a:cubicBezTo>
                    <a:pt x="68528" y="108958"/>
                    <a:pt x="65687" y="120557"/>
                    <a:pt x="56218" y="133103"/>
                  </a:cubicBezTo>
                  <a:cubicBezTo>
                    <a:pt x="50063" y="141152"/>
                    <a:pt x="41068" y="148017"/>
                    <a:pt x="30179" y="148017"/>
                  </a:cubicBezTo>
                  <a:cubicBezTo>
                    <a:pt x="26865" y="148017"/>
                    <a:pt x="16212" y="147306"/>
                    <a:pt x="12188" y="138074"/>
                  </a:cubicBezTo>
                  <a:cubicBezTo>
                    <a:pt x="15976" y="138074"/>
                    <a:pt x="19053" y="138074"/>
                    <a:pt x="22367" y="135234"/>
                  </a:cubicBezTo>
                  <a:cubicBezTo>
                    <a:pt x="24734" y="133103"/>
                    <a:pt x="27102" y="130026"/>
                    <a:pt x="27102" y="125528"/>
                  </a:cubicBezTo>
                  <a:cubicBezTo>
                    <a:pt x="27102" y="118190"/>
                    <a:pt x="20710" y="117243"/>
                    <a:pt x="18343" y="117243"/>
                  </a:cubicBezTo>
                  <a:cubicBezTo>
                    <a:pt x="12898" y="117243"/>
                    <a:pt x="5086" y="121030"/>
                    <a:pt x="5086" y="132630"/>
                  </a:cubicBezTo>
                  <a:cubicBezTo>
                    <a:pt x="5086" y="144466"/>
                    <a:pt x="15502" y="153224"/>
                    <a:pt x="30179" y="153224"/>
                  </a:cubicBezTo>
                  <a:cubicBezTo>
                    <a:pt x="54561" y="153224"/>
                    <a:pt x="78943" y="131683"/>
                    <a:pt x="85572" y="104933"/>
                  </a:cubicBezTo>
                  <a:lnTo>
                    <a:pt x="108297"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19" name="Freeform: Shape 418">
              <a:extLst>
                <a:ext uri="{FF2B5EF4-FFF2-40B4-BE49-F238E27FC236}">
                  <a16:creationId xmlns:a16="http://schemas.microsoft.com/office/drawing/2014/main" id="{F625DB13-05F5-9CFE-FD8E-BC41C1BB4B4B}"/>
                </a:ext>
              </a:extLst>
            </p:cNvPr>
            <p:cNvSpPr/>
            <p:nvPr>
              <p:custDataLst>
                <p:tags r:id="rId137"/>
              </p:custDataLst>
            </p:nvPr>
          </p:nvSpPr>
          <p:spPr>
            <a:xfrm>
              <a:off x="7807829" y="5069548"/>
              <a:ext cx="50208" cy="111518"/>
            </a:xfrm>
            <a:custGeom>
              <a:avLst/>
              <a:gdLst>
                <a:gd name="connsiteX0" fmla="*/ 46020 w 50208"/>
                <a:gd name="connsiteY0" fmla="*/ 6365 h 111518"/>
                <a:gd name="connsiteX1" fmla="*/ 39392 w 50208"/>
                <a:gd name="connsiteY1" fmla="*/ 68 h 111518"/>
                <a:gd name="connsiteX2" fmla="*/ 30113 w 50208"/>
                <a:gd name="connsiteY2" fmla="*/ 9181 h 111518"/>
                <a:gd name="connsiteX3" fmla="*/ 36741 w 50208"/>
                <a:gd name="connsiteY3" fmla="*/ 15478 h 111518"/>
                <a:gd name="connsiteX4" fmla="*/ 46020 w 50208"/>
                <a:gd name="connsiteY4" fmla="*/ 6365 h 111518"/>
                <a:gd name="connsiteX5" fmla="*/ 12217 w 50208"/>
                <a:gd name="connsiteY5" fmla="*/ 90542 h 111518"/>
                <a:gd name="connsiteX6" fmla="*/ 10725 w 50208"/>
                <a:gd name="connsiteY6" fmla="*/ 97502 h 111518"/>
                <a:gd name="connsiteX7" fmla="*/ 26467 w 50208"/>
                <a:gd name="connsiteY7" fmla="*/ 111587 h 111518"/>
                <a:gd name="connsiteX8" fmla="*/ 50329 w 50208"/>
                <a:gd name="connsiteY8" fmla="*/ 86234 h 111518"/>
                <a:gd name="connsiteX9" fmla="*/ 47677 w 50208"/>
                <a:gd name="connsiteY9" fmla="*/ 84080 h 111518"/>
                <a:gd name="connsiteX10" fmla="*/ 44529 w 50208"/>
                <a:gd name="connsiteY10" fmla="*/ 86897 h 111518"/>
                <a:gd name="connsiteX11" fmla="*/ 26964 w 50208"/>
                <a:gd name="connsiteY11" fmla="*/ 106947 h 111518"/>
                <a:gd name="connsiteX12" fmla="*/ 22822 w 50208"/>
                <a:gd name="connsiteY12" fmla="*/ 101147 h 111518"/>
                <a:gd name="connsiteX13" fmla="*/ 25473 w 50208"/>
                <a:gd name="connsiteY13" fmla="*/ 90542 h 111518"/>
                <a:gd name="connsiteX14" fmla="*/ 30776 w 50208"/>
                <a:gd name="connsiteY14" fmla="*/ 77286 h 111518"/>
                <a:gd name="connsiteX15" fmla="*/ 38895 w 50208"/>
                <a:gd name="connsiteY15" fmla="*/ 56242 h 111518"/>
                <a:gd name="connsiteX16" fmla="*/ 39889 w 50208"/>
                <a:gd name="connsiteY16" fmla="*/ 50939 h 111518"/>
                <a:gd name="connsiteX17" fmla="*/ 24147 w 50208"/>
                <a:gd name="connsiteY17" fmla="*/ 36854 h 111518"/>
                <a:gd name="connsiteX18" fmla="*/ 120 w 50208"/>
                <a:gd name="connsiteY18" fmla="*/ 62207 h 111518"/>
                <a:gd name="connsiteX19" fmla="*/ 2937 w 50208"/>
                <a:gd name="connsiteY19" fmla="*/ 64361 h 111518"/>
                <a:gd name="connsiteX20" fmla="*/ 5920 w 50208"/>
                <a:gd name="connsiteY20" fmla="*/ 61710 h 111518"/>
                <a:gd name="connsiteX21" fmla="*/ 23650 w 50208"/>
                <a:gd name="connsiteY21" fmla="*/ 41494 h 111518"/>
                <a:gd name="connsiteX22" fmla="*/ 27793 w 50208"/>
                <a:gd name="connsiteY22" fmla="*/ 47293 h 111518"/>
                <a:gd name="connsiteX23" fmla="*/ 22656 w 50208"/>
                <a:gd name="connsiteY23" fmla="*/ 63864 h 111518"/>
                <a:gd name="connsiteX24" fmla="*/ 12217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020" y="6365"/>
                  </a:moveTo>
                  <a:cubicBezTo>
                    <a:pt x="46020" y="3713"/>
                    <a:pt x="44032" y="68"/>
                    <a:pt x="39392" y="68"/>
                  </a:cubicBezTo>
                  <a:cubicBezTo>
                    <a:pt x="34918" y="68"/>
                    <a:pt x="30113" y="4376"/>
                    <a:pt x="30113" y="9181"/>
                  </a:cubicBezTo>
                  <a:cubicBezTo>
                    <a:pt x="30113" y="11998"/>
                    <a:pt x="32267" y="15478"/>
                    <a:pt x="36741" y="15478"/>
                  </a:cubicBezTo>
                  <a:cubicBezTo>
                    <a:pt x="41546" y="15478"/>
                    <a:pt x="46020" y="10839"/>
                    <a:pt x="46020" y="6365"/>
                  </a:cubicBezTo>
                  <a:close/>
                  <a:moveTo>
                    <a:pt x="12217" y="90542"/>
                  </a:moveTo>
                  <a:cubicBezTo>
                    <a:pt x="11554" y="92696"/>
                    <a:pt x="10725" y="94685"/>
                    <a:pt x="10725" y="97502"/>
                  </a:cubicBezTo>
                  <a:cubicBezTo>
                    <a:pt x="10725" y="105290"/>
                    <a:pt x="17354" y="111587"/>
                    <a:pt x="26467" y="111587"/>
                  </a:cubicBezTo>
                  <a:cubicBezTo>
                    <a:pt x="43038" y="111587"/>
                    <a:pt x="50329" y="88720"/>
                    <a:pt x="50329" y="86234"/>
                  </a:cubicBezTo>
                  <a:cubicBezTo>
                    <a:pt x="50329" y="84080"/>
                    <a:pt x="48175" y="84080"/>
                    <a:pt x="47677" y="84080"/>
                  </a:cubicBezTo>
                  <a:cubicBezTo>
                    <a:pt x="45358" y="84080"/>
                    <a:pt x="45192" y="85074"/>
                    <a:pt x="44529" y="86897"/>
                  </a:cubicBezTo>
                  <a:cubicBezTo>
                    <a:pt x="40718" y="100153"/>
                    <a:pt x="33427" y="106947"/>
                    <a:pt x="26964" y="106947"/>
                  </a:cubicBezTo>
                  <a:cubicBezTo>
                    <a:pt x="23650" y="106947"/>
                    <a:pt x="22822" y="104793"/>
                    <a:pt x="22822" y="101147"/>
                  </a:cubicBezTo>
                  <a:cubicBezTo>
                    <a:pt x="22822" y="97336"/>
                    <a:pt x="23982" y="94188"/>
                    <a:pt x="25473" y="90542"/>
                  </a:cubicBezTo>
                  <a:cubicBezTo>
                    <a:pt x="27130" y="86068"/>
                    <a:pt x="28953" y="81594"/>
                    <a:pt x="30776" y="77286"/>
                  </a:cubicBezTo>
                  <a:cubicBezTo>
                    <a:pt x="32267" y="73309"/>
                    <a:pt x="38232" y="58230"/>
                    <a:pt x="38895" y="56242"/>
                  </a:cubicBezTo>
                  <a:cubicBezTo>
                    <a:pt x="39392" y="54584"/>
                    <a:pt x="39889" y="52596"/>
                    <a:pt x="39889" y="50939"/>
                  </a:cubicBezTo>
                  <a:cubicBezTo>
                    <a:pt x="39889" y="43151"/>
                    <a:pt x="33261" y="36854"/>
                    <a:pt x="24147" y="36854"/>
                  </a:cubicBezTo>
                  <a:cubicBezTo>
                    <a:pt x="7743" y="36854"/>
                    <a:pt x="120" y="59390"/>
                    <a:pt x="120" y="62207"/>
                  </a:cubicBezTo>
                  <a:cubicBezTo>
                    <a:pt x="120" y="64361"/>
                    <a:pt x="2440" y="64361"/>
                    <a:pt x="2937" y="64361"/>
                  </a:cubicBezTo>
                  <a:cubicBezTo>
                    <a:pt x="5257" y="64361"/>
                    <a:pt x="5423" y="63533"/>
                    <a:pt x="5920" y="61710"/>
                  </a:cubicBezTo>
                  <a:cubicBezTo>
                    <a:pt x="10228" y="47459"/>
                    <a:pt x="17519" y="41494"/>
                    <a:pt x="23650" y="41494"/>
                  </a:cubicBezTo>
                  <a:cubicBezTo>
                    <a:pt x="26302" y="41494"/>
                    <a:pt x="27793" y="42819"/>
                    <a:pt x="27793" y="47293"/>
                  </a:cubicBezTo>
                  <a:cubicBezTo>
                    <a:pt x="27793" y="51105"/>
                    <a:pt x="26799" y="53590"/>
                    <a:pt x="22656" y="63864"/>
                  </a:cubicBezTo>
                  <a:lnTo>
                    <a:pt x="12217"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0" name="Freeform: Shape 419">
              <a:extLst>
                <a:ext uri="{FF2B5EF4-FFF2-40B4-BE49-F238E27FC236}">
                  <a16:creationId xmlns:a16="http://schemas.microsoft.com/office/drawing/2014/main" id="{B94D0482-93BB-8B80-60AD-169FE3713480}"/>
                </a:ext>
              </a:extLst>
            </p:cNvPr>
            <p:cNvSpPr/>
            <p:nvPr>
              <p:custDataLst>
                <p:tags r:id="rId138"/>
              </p:custDataLst>
            </p:nvPr>
          </p:nvSpPr>
          <p:spPr>
            <a:xfrm>
              <a:off x="7951103" y="5079987"/>
              <a:ext cx="144636" cy="9468"/>
            </a:xfrm>
            <a:custGeom>
              <a:avLst/>
              <a:gdLst>
                <a:gd name="connsiteX0" fmla="*/ 136477 w 144636"/>
                <a:gd name="connsiteY0" fmla="*/ 9535 h 9468"/>
                <a:gd name="connsiteX1" fmla="*/ 144762 w 144636"/>
                <a:gd name="connsiteY1" fmla="*/ 4801 h 9468"/>
                <a:gd name="connsiteX2" fmla="*/ 136477 w 144636"/>
                <a:gd name="connsiteY2" fmla="*/ 66 h 9468"/>
                <a:gd name="connsiteX3" fmla="*/ 8411 w 144636"/>
                <a:gd name="connsiteY3" fmla="*/ 66 h 9468"/>
                <a:gd name="connsiteX4" fmla="*/ 126 w 144636"/>
                <a:gd name="connsiteY4" fmla="*/ 4801 h 9468"/>
                <a:gd name="connsiteX5" fmla="*/ 8411 w 144636"/>
                <a:gd name="connsiteY5" fmla="*/ 9535 h 9468"/>
                <a:gd name="connsiteX6" fmla="*/ 136477 w 144636"/>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468">
                  <a:moveTo>
                    <a:pt x="136477" y="9535"/>
                  </a:moveTo>
                  <a:cubicBezTo>
                    <a:pt x="140501" y="9535"/>
                    <a:pt x="144762" y="9535"/>
                    <a:pt x="144762" y="4801"/>
                  </a:cubicBezTo>
                  <a:cubicBezTo>
                    <a:pt x="144762" y="66"/>
                    <a:pt x="140501" y="66"/>
                    <a:pt x="136477" y="66"/>
                  </a:cubicBezTo>
                  <a:lnTo>
                    <a:pt x="8411" y="66"/>
                  </a:lnTo>
                  <a:cubicBezTo>
                    <a:pt x="4387" y="66"/>
                    <a:pt x="126" y="66"/>
                    <a:pt x="126" y="4801"/>
                  </a:cubicBezTo>
                  <a:cubicBezTo>
                    <a:pt x="126" y="9535"/>
                    <a:pt x="4387" y="9535"/>
                    <a:pt x="8411" y="9535"/>
                  </a:cubicBezTo>
                  <a:lnTo>
                    <a:pt x="136477"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1" name="Freeform: Shape 420">
              <a:extLst>
                <a:ext uri="{FF2B5EF4-FFF2-40B4-BE49-F238E27FC236}">
                  <a16:creationId xmlns:a16="http://schemas.microsoft.com/office/drawing/2014/main" id="{7BE08328-1B69-2F9A-F1F3-E7A5029804F1}"/>
                </a:ext>
              </a:extLst>
            </p:cNvPr>
            <p:cNvSpPr/>
            <p:nvPr>
              <p:custDataLst>
                <p:tags r:id="rId139"/>
              </p:custDataLst>
            </p:nvPr>
          </p:nvSpPr>
          <p:spPr>
            <a:xfrm>
              <a:off x="8191611" y="4966362"/>
              <a:ext cx="54919" cy="236720"/>
            </a:xfrm>
            <a:custGeom>
              <a:avLst/>
              <a:gdLst>
                <a:gd name="connsiteX0" fmla="*/ 55055 w 54919"/>
                <a:gd name="connsiteY0" fmla="*/ 234419 h 236720"/>
                <a:gd name="connsiteX1" fmla="*/ 51031 w 54919"/>
                <a:gd name="connsiteY1" fmla="*/ 229212 h 236720"/>
                <a:gd name="connsiteX2" fmla="*/ 13866 w 54919"/>
                <a:gd name="connsiteY2" fmla="*/ 118426 h 236720"/>
                <a:gd name="connsiteX3" fmla="*/ 51978 w 54919"/>
                <a:gd name="connsiteY3" fmla="*/ 6458 h 236720"/>
                <a:gd name="connsiteX4" fmla="*/ 55055 w 54919"/>
                <a:gd name="connsiteY4" fmla="*/ 2433 h 236720"/>
                <a:gd name="connsiteX5" fmla="*/ 52688 w 54919"/>
                <a:gd name="connsiteY5" fmla="*/ 66 h 236720"/>
                <a:gd name="connsiteX6" fmla="*/ 15049 w 54919"/>
                <a:gd name="connsiteY6" fmla="*/ 46227 h 236720"/>
                <a:gd name="connsiteX7" fmla="*/ 136 w 54919"/>
                <a:gd name="connsiteY7" fmla="*/ 118426 h 236720"/>
                <a:gd name="connsiteX8" fmla="*/ 15759 w 54919"/>
                <a:gd name="connsiteY8" fmla="*/ 192283 h 236720"/>
                <a:gd name="connsiteX9" fmla="*/ 52688 w 54919"/>
                <a:gd name="connsiteY9" fmla="*/ 236787 h 236720"/>
                <a:gd name="connsiteX10" fmla="*/ 55055 w 54919"/>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55" y="234419"/>
                  </a:moveTo>
                  <a:cubicBezTo>
                    <a:pt x="55055" y="233709"/>
                    <a:pt x="55055" y="233236"/>
                    <a:pt x="51031" y="229212"/>
                  </a:cubicBezTo>
                  <a:cubicBezTo>
                    <a:pt x="21441" y="199385"/>
                    <a:pt x="13866" y="154645"/>
                    <a:pt x="13866" y="118426"/>
                  </a:cubicBezTo>
                  <a:cubicBezTo>
                    <a:pt x="13866" y="77237"/>
                    <a:pt x="22861" y="36048"/>
                    <a:pt x="51978" y="6458"/>
                  </a:cubicBezTo>
                  <a:cubicBezTo>
                    <a:pt x="55055" y="3617"/>
                    <a:pt x="55055" y="3144"/>
                    <a:pt x="55055" y="2433"/>
                  </a:cubicBezTo>
                  <a:cubicBezTo>
                    <a:pt x="55055" y="776"/>
                    <a:pt x="54108" y="66"/>
                    <a:pt x="52688" y="66"/>
                  </a:cubicBezTo>
                  <a:cubicBezTo>
                    <a:pt x="50321" y="66"/>
                    <a:pt x="29016" y="16163"/>
                    <a:pt x="15049" y="46227"/>
                  </a:cubicBezTo>
                  <a:cubicBezTo>
                    <a:pt x="2976" y="72266"/>
                    <a:pt x="136" y="98542"/>
                    <a:pt x="136" y="118426"/>
                  </a:cubicBezTo>
                  <a:cubicBezTo>
                    <a:pt x="136" y="136891"/>
                    <a:pt x="2740" y="165534"/>
                    <a:pt x="15759" y="192283"/>
                  </a:cubicBezTo>
                  <a:cubicBezTo>
                    <a:pt x="29963" y="221400"/>
                    <a:pt x="50321" y="236787"/>
                    <a:pt x="52688" y="236787"/>
                  </a:cubicBezTo>
                  <a:cubicBezTo>
                    <a:pt x="54108" y="236787"/>
                    <a:pt x="55055" y="236077"/>
                    <a:pt x="55055"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2" name="Freeform: Shape 421">
              <a:extLst>
                <a:ext uri="{FF2B5EF4-FFF2-40B4-BE49-F238E27FC236}">
                  <a16:creationId xmlns:a16="http://schemas.microsoft.com/office/drawing/2014/main" id="{E3191832-F426-0E8B-AC0D-A3F9AAD91117}"/>
                </a:ext>
              </a:extLst>
            </p:cNvPr>
            <p:cNvSpPr/>
            <p:nvPr>
              <p:custDataLst>
                <p:tags r:id="rId140"/>
              </p:custDataLst>
            </p:nvPr>
          </p:nvSpPr>
          <p:spPr>
            <a:xfrm>
              <a:off x="8292815" y="5004237"/>
              <a:ext cx="85456" cy="7338"/>
            </a:xfrm>
            <a:custGeom>
              <a:avLst/>
              <a:gdLst>
                <a:gd name="connsiteX0" fmla="*/ 85596 w 85456"/>
                <a:gd name="connsiteY0" fmla="*/ 7405 h 7338"/>
                <a:gd name="connsiteX1" fmla="*/ 85596 w 85456"/>
                <a:gd name="connsiteY1" fmla="*/ 66 h 7338"/>
                <a:gd name="connsiteX2" fmla="*/ 140 w 85456"/>
                <a:gd name="connsiteY2" fmla="*/ 66 h 7338"/>
                <a:gd name="connsiteX3" fmla="*/ 140 w 85456"/>
                <a:gd name="connsiteY3" fmla="*/ 7405 h 7338"/>
                <a:gd name="connsiteX4" fmla="*/ 85596 w 85456"/>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56" h="7338">
                  <a:moveTo>
                    <a:pt x="85596" y="7405"/>
                  </a:moveTo>
                  <a:lnTo>
                    <a:pt x="85596" y="66"/>
                  </a:lnTo>
                  <a:lnTo>
                    <a:pt x="140" y="66"/>
                  </a:lnTo>
                  <a:lnTo>
                    <a:pt x="140" y="7405"/>
                  </a:lnTo>
                  <a:lnTo>
                    <a:pt x="85596"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3" name="Freeform: Shape 422">
              <a:extLst>
                <a:ext uri="{FF2B5EF4-FFF2-40B4-BE49-F238E27FC236}">
                  <a16:creationId xmlns:a16="http://schemas.microsoft.com/office/drawing/2014/main" id="{45151756-717A-B29C-EEA7-5BD0E69F90FE}"/>
                </a:ext>
              </a:extLst>
            </p:cNvPr>
            <p:cNvSpPr/>
            <p:nvPr>
              <p:custDataLst>
                <p:tags r:id="rId141"/>
              </p:custDataLst>
            </p:nvPr>
          </p:nvSpPr>
          <p:spPr>
            <a:xfrm>
              <a:off x="8267099" y="5039271"/>
              <a:ext cx="109128" cy="153158"/>
            </a:xfrm>
            <a:custGeom>
              <a:avLst/>
              <a:gdLst>
                <a:gd name="connsiteX0" fmla="*/ 108321 w 109128"/>
                <a:gd name="connsiteY0" fmla="*/ 14506 h 153158"/>
                <a:gd name="connsiteX1" fmla="*/ 109268 w 109128"/>
                <a:gd name="connsiteY1" fmla="*/ 9062 h 153158"/>
                <a:gd name="connsiteX2" fmla="*/ 102403 w 109128"/>
                <a:gd name="connsiteY2" fmla="*/ 2670 h 153158"/>
                <a:gd name="connsiteX3" fmla="*/ 94118 w 109128"/>
                <a:gd name="connsiteY3" fmla="*/ 7641 h 153158"/>
                <a:gd name="connsiteX4" fmla="*/ 90804 w 109128"/>
                <a:gd name="connsiteY4" fmla="*/ 20424 h 153158"/>
                <a:gd name="connsiteX5" fmla="*/ 86069 w 109128"/>
                <a:gd name="connsiteY5" fmla="*/ 39362 h 153158"/>
                <a:gd name="connsiteX6" fmla="*/ 75417 w 109128"/>
                <a:gd name="connsiteY6" fmla="*/ 81972 h 153158"/>
                <a:gd name="connsiteX7" fmla="*/ 48667 w 109128"/>
                <a:gd name="connsiteY7" fmla="*/ 102093 h 153158"/>
                <a:gd name="connsiteX8" fmla="*/ 33991 w 109128"/>
                <a:gd name="connsiteY8" fmla="*/ 82918 h 153158"/>
                <a:gd name="connsiteX9" fmla="*/ 46063 w 109128"/>
                <a:gd name="connsiteY9" fmla="*/ 36521 h 153158"/>
                <a:gd name="connsiteX10" fmla="*/ 50798 w 109128"/>
                <a:gd name="connsiteY10" fmla="*/ 19477 h 153158"/>
                <a:gd name="connsiteX11" fmla="*/ 31387 w 109128"/>
                <a:gd name="connsiteY11" fmla="*/ 66 h 153158"/>
                <a:gd name="connsiteX12" fmla="*/ 140 w 109128"/>
                <a:gd name="connsiteY12" fmla="*/ 36521 h 153158"/>
                <a:gd name="connsiteX13" fmla="*/ 2980 w 109128"/>
                <a:gd name="connsiteY13" fmla="*/ 38888 h 153158"/>
                <a:gd name="connsiteX14" fmla="*/ 6768 w 109128"/>
                <a:gd name="connsiteY14" fmla="*/ 34627 h 153158"/>
                <a:gd name="connsiteX15" fmla="*/ 30677 w 109128"/>
                <a:gd name="connsiteY15" fmla="*/ 5274 h 153158"/>
                <a:gd name="connsiteX16" fmla="*/ 36595 w 109128"/>
                <a:gd name="connsiteY16" fmla="*/ 12849 h 153158"/>
                <a:gd name="connsiteX17" fmla="*/ 32570 w 109128"/>
                <a:gd name="connsiteY17" fmla="*/ 29420 h 153158"/>
                <a:gd name="connsiteX18" fmla="*/ 18841 w 109128"/>
                <a:gd name="connsiteY18" fmla="*/ 79131 h 153158"/>
                <a:gd name="connsiteX19" fmla="*/ 47720 w 109128"/>
                <a:gd name="connsiteY19" fmla="*/ 107301 h 153158"/>
                <a:gd name="connsiteX20" fmla="*/ 71629 w 109128"/>
                <a:gd name="connsiteY20" fmla="*/ 96648 h 153158"/>
                <a:gd name="connsiteX21" fmla="*/ 56242 w 109128"/>
                <a:gd name="connsiteY21" fmla="*/ 133103 h 153158"/>
                <a:gd name="connsiteX22" fmla="*/ 30203 w 109128"/>
                <a:gd name="connsiteY22" fmla="*/ 148017 h 153158"/>
                <a:gd name="connsiteX23" fmla="*/ 12212 w 109128"/>
                <a:gd name="connsiteY23" fmla="*/ 138074 h 153158"/>
                <a:gd name="connsiteX24" fmla="*/ 22391 w 109128"/>
                <a:gd name="connsiteY24" fmla="*/ 135234 h 153158"/>
                <a:gd name="connsiteX25" fmla="*/ 27126 w 109128"/>
                <a:gd name="connsiteY25" fmla="*/ 125528 h 153158"/>
                <a:gd name="connsiteX26" fmla="*/ 18367 w 109128"/>
                <a:gd name="connsiteY26" fmla="*/ 117243 h 153158"/>
                <a:gd name="connsiteX27" fmla="*/ 5111 w 109128"/>
                <a:gd name="connsiteY27" fmla="*/ 132630 h 153158"/>
                <a:gd name="connsiteX28" fmla="*/ 30203 w 109128"/>
                <a:gd name="connsiteY28" fmla="*/ 153224 h 153158"/>
                <a:gd name="connsiteX29" fmla="*/ 85596 w 109128"/>
                <a:gd name="connsiteY29" fmla="*/ 104933 h 153158"/>
                <a:gd name="connsiteX30" fmla="*/ 108321 w 109128"/>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128" h="153158">
                  <a:moveTo>
                    <a:pt x="108321" y="14506"/>
                  </a:moveTo>
                  <a:cubicBezTo>
                    <a:pt x="109268" y="11192"/>
                    <a:pt x="109268" y="10719"/>
                    <a:pt x="109268" y="9062"/>
                  </a:cubicBezTo>
                  <a:cubicBezTo>
                    <a:pt x="109268" y="4801"/>
                    <a:pt x="105954" y="2670"/>
                    <a:pt x="102403" y="2670"/>
                  </a:cubicBezTo>
                  <a:cubicBezTo>
                    <a:pt x="100036" y="2670"/>
                    <a:pt x="96248" y="4091"/>
                    <a:pt x="94118" y="7641"/>
                  </a:cubicBezTo>
                  <a:cubicBezTo>
                    <a:pt x="93644" y="8825"/>
                    <a:pt x="91751" y="16163"/>
                    <a:pt x="90804" y="20424"/>
                  </a:cubicBezTo>
                  <a:cubicBezTo>
                    <a:pt x="89147" y="26579"/>
                    <a:pt x="87490" y="32970"/>
                    <a:pt x="86069" y="39362"/>
                  </a:cubicBezTo>
                  <a:lnTo>
                    <a:pt x="75417" y="81972"/>
                  </a:lnTo>
                  <a:cubicBezTo>
                    <a:pt x="74470" y="85522"/>
                    <a:pt x="64291" y="102093"/>
                    <a:pt x="48667" y="102093"/>
                  </a:cubicBezTo>
                  <a:cubicBezTo>
                    <a:pt x="36595" y="102093"/>
                    <a:pt x="33991" y="91677"/>
                    <a:pt x="33991" y="82918"/>
                  </a:cubicBezTo>
                  <a:cubicBezTo>
                    <a:pt x="33991" y="72029"/>
                    <a:pt x="38015" y="57353"/>
                    <a:pt x="46063" y="36521"/>
                  </a:cubicBezTo>
                  <a:cubicBezTo>
                    <a:pt x="49851" y="26816"/>
                    <a:pt x="50798" y="24212"/>
                    <a:pt x="50798" y="19477"/>
                  </a:cubicBezTo>
                  <a:cubicBezTo>
                    <a:pt x="50798" y="8825"/>
                    <a:pt x="43223" y="66"/>
                    <a:pt x="31387" y="66"/>
                  </a:cubicBezTo>
                  <a:cubicBezTo>
                    <a:pt x="8898" y="66"/>
                    <a:pt x="140" y="34391"/>
                    <a:pt x="140" y="36521"/>
                  </a:cubicBezTo>
                  <a:cubicBezTo>
                    <a:pt x="140" y="38888"/>
                    <a:pt x="2507" y="38888"/>
                    <a:pt x="2980" y="38888"/>
                  </a:cubicBezTo>
                  <a:cubicBezTo>
                    <a:pt x="5347" y="38888"/>
                    <a:pt x="5584" y="38415"/>
                    <a:pt x="6768" y="34627"/>
                  </a:cubicBezTo>
                  <a:cubicBezTo>
                    <a:pt x="13159" y="12376"/>
                    <a:pt x="22628" y="5274"/>
                    <a:pt x="30677" y="5274"/>
                  </a:cubicBezTo>
                  <a:cubicBezTo>
                    <a:pt x="32570" y="5274"/>
                    <a:pt x="36595" y="5274"/>
                    <a:pt x="36595" y="12849"/>
                  </a:cubicBezTo>
                  <a:cubicBezTo>
                    <a:pt x="36595" y="18767"/>
                    <a:pt x="34227" y="24922"/>
                    <a:pt x="32570" y="29420"/>
                  </a:cubicBezTo>
                  <a:cubicBezTo>
                    <a:pt x="23102" y="54512"/>
                    <a:pt x="18841" y="68005"/>
                    <a:pt x="18841" y="79131"/>
                  </a:cubicBezTo>
                  <a:cubicBezTo>
                    <a:pt x="18841" y="100199"/>
                    <a:pt x="33754" y="107301"/>
                    <a:pt x="47720" y="107301"/>
                  </a:cubicBezTo>
                  <a:cubicBezTo>
                    <a:pt x="56953" y="107301"/>
                    <a:pt x="65001" y="103276"/>
                    <a:pt x="71629" y="96648"/>
                  </a:cubicBezTo>
                  <a:cubicBezTo>
                    <a:pt x="68552" y="108958"/>
                    <a:pt x="65711" y="120557"/>
                    <a:pt x="56242" y="133103"/>
                  </a:cubicBezTo>
                  <a:cubicBezTo>
                    <a:pt x="50088" y="141152"/>
                    <a:pt x="41092" y="148017"/>
                    <a:pt x="30203" y="148017"/>
                  </a:cubicBezTo>
                  <a:cubicBezTo>
                    <a:pt x="26889" y="148017"/>
                    <a:pt x="16237" y="147306"/>
                    <a:pt x="12212" y="138074"/>
                  </a:cubicBezTo>
                  <a:cubicBezTo>
                    <a:pt x="16000" y="138074"/>
                    <a:pt x="19077" y="138074"/>
                    <a:pt x="22391" y="135234"/>
                  </a:cubicBezTo>
                  <a:cubicBezTo>
                    <a:pt x="24759" y="133103"/>
                    <a:pt x="27126" y="130026"/>
                    <a:pt x="27126" y="125528"/>
                  </a:cubicBezTo>
                  <a:cubicBezTo>
                    <a:pt x="27126" y="118190"/>
                    <a:pt x="20734" y="117243"/>
                    <a:pt x="18367" y="117243"/>
                  </a:cubicBezTo>
                  <a:cubicBezTo>
                    <a:pt x="12923" y="117243"/>
                    <a:pt x="5111" y="121030"/>
                    <a:pt x="5111" y="132630"/>
                  </a:cubicBezTo>
                  <a:cubicBezTo>
                    <a:pt x="5111" y="144466"/>
                    <a:pt x="15526" y="153224"/>
                    <a:pt x="30203" y="153224"/>
                  </a:cubicBezTo>
                  <a:cubicBezTo>
                    <a:pt x="54585" y="153224"/>
                    <a:pt x="78968" y="131683"/>
                    <a:pt x="85596" y="104933"/>
                  </a:cubicBezTo>
                  <a:lnTo>
                    <a:pt x="108321"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4" name="Freeform: Shape 423">
              <a:extLst>
                <a:ext uri="{FF2B5EF4-FFF2-40B4-BE49-F238E27FC236}">
                  <a16:creationId xmlns:a16="http://schemas.microsoft.com/office/drawing/2014/main" id="{6A8138AB-AD58-1B97-2E41-86C511F111DA}"/>
                </a:ext>
              </a:extLst>
            </p:cNvPr>
            <p:cNvSpPr/>
            <p:nvPr>
              <p:custDataLst>
                <p:tags r:id="rId142"/>
              </p:custDataLst>
            </p:nvPr>
          </p:nvSpPr>
          <p:spPr>
            <a:xfrm>
              <a:off x="8457038" y="5079987"/>
              <a:ext cx="144636" cy="9468"/>
            </a:xfrm>
            <a:custGeom>
              <a:avLst/>
              <a:gdLst>
                <a:gd name="connsiteX0" fmla="*/ 136498 w 144636"/>
                <a:gd name="connsiteY0" fmla="*/ 9535 h 9468"/>
                <a:gd name="connsiteX1" fmla="*/ 144783 w 144636"/>
                <a:gd name="connsiteY1" fmla="*/ 4801 h 9468"/>
                <a:gd name="connsiteX2" fmla="*/ 136498 w 144636"/>
                <a:gd name="connsiteY2" fmla="*/ 66 h 9468"/>
                <a:gd name="connsiteX3" fmla="*/ 8432 w 144636"/>
                <a:gd name="connsiteY3" fmla="*/ 66 h 9468"/>
                <a:gd name="connsiteX4" fmla="*/ 147 w 144636"/>
                <a:gd name="connsiteY4" fmla="*/ 4801 h 9468"/>
                <a:gd name="connsiteX5" fmla="*/ 8432 w 144636"/>
                <a:gd name="connsiteY5" fmla="*/ 9535 h 9468"/>
                <a:gd name="connsiteX6" fmla="*/ 136498 w 144636"/>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468">
                  <a:moveTo>
                    <a:pt x="136498" y="9535"/>
                  </a:moveTo>
                  <a:cubicBezTo>
                    <a:pt x="140522" y="9535"/>
                    <a:pt x="144783" y="9535"/>
                    <a:pt x="144783" y="4801"/>
                  </a:cubicBezTo>
                  <a:cubicBezTo>
                    <a:pt x="144783" y="66"/>
                    <a:pt x="140522" y="66"/>
                    <a:pt x="136498" y="66"/>
                  </a:cubicBezTo>
                  <a:lnTo>
                    <a:pt x="8432" y="66"/>
                  </a:lnTo>
                  <a:cubicBezTo>
                    <a:pt x="4408" y="66"/>
                    <a:pt x="147" y="66"/>
                    <a:pt x="147" y="4801"/>
                  </a:cubicBezTo>
                  <a:cubicBezTo>
                    <a:pt x="147" y="9535"/>
                    <a:pt x="4408" y="9535"/>
                    <a:pt x="8432" y="9535"/>
                  </a:cubicBezTo>
                  <a:lnTo>
                    <a:pt x="136498"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5" name="Freeform: Shape 424">
              <a:extLst>
                <a:ext uri="{FF2B5EF4-FFF2-40B4-BE49-F238E27FC236}">
                  <a16:creationId xmlns:a16="http://schemas.microsoft.com/office/drawing/2014/main" id="{85BE6A84-BD30-CC8B-04F8-692FF23B35C5}"/>
                </a:ext>
              </a:extLst>
            </p:cNvPr>
            <p:cNvSpPr/>
            <p:nvPr>
              <p:custDataLst>
                <p:tags r:id="rId143"/>
              </p:custDataLst>
            </p:nvPr>
          </p:nvSpPr>
          <p:spPr>
            <a:xfrm>
              <a:off x="8762435" y="4917150"/>
              <a:ext cx="63204" cy="36454"/>
            </a:xfrm>
            <a:custGeom>
              <a:avLst/>
              <a:gdLst>
                <a:gd name="connsiteX0" fmla="*/ 31880 w 63204"/>
                <a:gd name="connsiteY0" fmla="*/ 64 h 36454"/>
                <a:gd name="connsiteX1" fmla="*/ 160 w 63204"/>
                <a:gd name="connsiteY1" fmla="*/ 32258 h 36454"/>
                <a:gd name="connsiteX2" fmla="*/ 4421 w 63204"/>
                <a:gd name="connsiteY2" fmla="*/ 36519 h 36454"/>
                <a:gd name="connsiteX3" fmla="*/ 31880 w 63204"/>
                <a:gd name="connsiteY3" fmla="*/ 12373 h 36454"/>
                <a:gd name="connsiteX4" fmla="*/ 59103 w 63204"/>
                <a:gd name="connsiteY4" fmla="*/ 36519 h 36454"/>
                <a:gd name="connsiteX5" fmla="*/ 63364 w 63204"/>
                <a:gd name="connsiteY5" fmla="*/ 32258 h 36454"/>
                <a:gd name="connsiteX6" fmla="*/ 31880 w 63204"/>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04" h="36454">
                  <a:moveTo>
                    <a:pt x="31880" y="64"/>
                  </a:moveTo>
                  <a:lnTo>
                    <a:pt x="160" y="32258"/>
                  </a:lnTo>
                  <a:lnTo>
                    <a:pt x="4421" y="36519"/>
                  </a:lnTo>
                  <a:lnTo>
                    <a:pt x="31880" y="12373"/>
                  </a:lnTo>
                  <a:lnTo>
                    <a:pt x="59103" y="36519"/>
                  </a:lnTo>
                  <a:lnTo>
                    <a:pt x="63364" y="32258"/>
                  </a:lnTo>
                  <a:lnTo>
                    <a:pt x="31880"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6" name="Freeform: Shape 425">
              <a:extLst>
                <a:ext uri="{FF2B5EF4-FFF2-40B4-BE49-F238E27FC236}">
                  <a16:creationId xmlns:a16="http://schemas.microsoft.com/office/drawing/2014/main" id="{BE5AF9A7-23E7-91B0-8742-47A023414C5C}"/>
                </a:ext>
              </a:extLst>
            </p:cNvPr>
            <p:cNvSpPr/>
            <p:nvPr>
              <p:custDataLst>
                <p:tags r:id="rId144"/>
              </p:custDataLst>
            </p:nvPr>
          </p:nvSpPr>
          <p:spPr>
            <a:xfrm>
              <a:off x="8681182" y="4976777"/>
              <a:ext cx="129042" cy="213048"/>
            </a:xfrm>
            <a:custGeom>
              <a:avLst/>
              <a:gdLst>
                <a:gd name="connsiteX0" fmla="*/ 129200 w 129042"/>
                <a:gd name="connsiteY0" fmla="*/ 32497 h 213048"/>
                <a:gd name="connsiteX1" fmla="*/ 97006 w 129042"/>
                <a:gd name="connsiteY1" fmla="*/ 66 h 213048"/>
                <a:gd name="connsiteX2" fmla="*/ 68363 w 129042"/>
                <a:gd name="connsiteY2" fmla="*/ 10009 h 213048"/>
                <a:gd name="connsiteX3" fmla="*/ 37826 w 129042"/>
                <a:gd name="connsiteY3" fmla="*/ 60430 h 213048"/>
                <a:gd name="connsiteX4" fmla="*/ 187 w 129042"/>
                <a:gd name="connsiteY4" fmla="*/ 210747 h 213048"/>
                <a:gd name="connsiteX5" fmla="*/ 3028 w 129042"/>
                <a:gd name="connsiteY5" fmla="*/ 213115 h 213048"/>
                <a:gd name="connsiteX6" fmla="*/ 5868 w 129042"/>
                <a:gd name="connsiteY6" fmla="*/ 211931 h 213048"/>
                <a:gd name="connsiteX7" fmla="*/ 22439 w 129042"/>
                <a:gd name="connsiteY7" fmla="*/ 146596 h 213048"/>
                <a:gd name="connsiteX8" fmla="*/ 54633 w 129042"/>
                <a:gd name="connsiteY8" fmla="*/ 169558 h 213048"/>
                <a:gd name="connsiteX9" fmla="*/ 100320 w 129042"/>
                <a:gd name="connsiteY9" fmla="*/ 150857 h 213048"/>
                <a:gd name="connsiteX10" fmla="*/ 119258 w 129042"/>
                <a:gd name="connsiteY10" fmla="*/ 107301 h 213048"/>
                <a:gd name="connsiteX11" fmla="*/ 101977 w 129042"/>
                <a:gd name="connsiteY11" fmla="*/ 72029 h 213048"/>
                <a:gd name="connsiteX12" fmla="*/ 129200 w 129042"/>
                <a:gd name="connsiteY12" fmla="*/ 32497 h 213048"/>
                <a:gd name="connsiteX13" fmla="*/ 86590 w 129042"/>
                <a:gd name="connsiteY13" fmla="*/ 71793 h 213048"/>
                <a:gd name="connsiteX14" fmla="*/ 75228 w 129042"/>
                <a:gd name="connsiteY14" fmla="*/ 73450 h 213048"/>
                <a:gd name="connsiteX15" fmla="*/ 64812 w 129042"/>
                <a:gd name="connsiteY15" fmla="*/ 72503 h 213048"/>
                <a:gd name="connsiteX16" fmla="*/ 76411 w 129042"/>
                <a:gd name="connsiteY16" fmla="*/ 70609 h 213048"/>
                <a:gd name="connsiteX17" fmla="*/ 86590 w 129042"/>
                <a:gd name="connsiteY17" fmla="*/ 71793 h 213048"/>
                <a:gd name="connsiteX18" fmla="*/ 115943 w 129042"/>
                <a:gd name="connsiteY18" fmla="*/ 27052 h 213048"/>
                <a:gd name="connsiteX19" fmla="*/ 94639 w 129042"/>
                <a:gd name="connsiteY19" fmla="*/ 68005 h 213048"/>
                <a:gd name="connsiteX20" fmla="*/ 76411 w 129042"/>
                <a:gd name="connsiteY20" fmla="*/ 65164 h 213048"/>
                <a:gd name="connsiteX21" fmla="*/ 58184 w 129042"/>
                <a:gd name="connsiteY21" fmla="*/ 72739 h 213048"/>
                <a:gd name="connsiteX22" fmla="*/ 74517 w 129042"/>
                <a:gd name="connsiteY22" fmla="*/ 78657 h 213048"/>
                <a:gd name="connsiteX23" fmla="*/ 93928 w 129042"/>
                <a:gd name="connsiteY23" fmla="*/ 75580 h 213048"/>
                <a:gd name="connsiteX24" fmla="*/ 104344 w 129042"/>
                <a:gd name="connsiteY24" fmla="*/ 102329 h 213048"/>
                <a:gd name="connsiteX25" fmla="*/ 92508 w 129042"/>
                <a:gd name="connsiteY25" fmla="*/ 143045 h 213048"/>
                <a:gd name="connsiteX26" fmla="*/ 53923 w 129042"/>
                <a:gd name="connsiteY26" fmla="*/ 164350 h 213048"/>
                <a:gd name="connsiteX27" fmla="*/ 26936 w 129042"/>
                <a:gd name="connsiteY27" fmla="*/ 133813 h 213048"/>
                <a:gd name="connsiteX28" fmla="*/ 28120 w 129042"/>
                <a:gd name="connsiteY28" fmla="*/ 123398 h 213048"/>
                <a:gd name="connsiteX29" fmla="*/ 43270 w 129042"/>
                <a:gd name="connsiteY29" fmla="*/ 63507 h 213048"/>
                <a:gd name="connsiteX30" fmla="*/ 93928 w 129042"/>
                <a:gd name="connsiteY30" fmla="*/ 5511 h 213048"/>
                <a:gd name="connsiteX31" fmla="*/ 115943 w 129042"/>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13048">
                  <a:moveTo>
                    <a:pt x="129200" y="32497"/>
                  </a:moveTo>
                  <a:cubicBezTo>
                    <a:pt x="129200" y="14743"/>
                    <a:pt x="116180" y="66"/>
                    <a:pt x="97006" y="66"/>
                  </a:cubicBezTo>
                  <a:cubicBezTo>
                    <a:pt x="83276" y="66"/>
                    <a:pt x="76648" y="3854"/>
                    <a:pt x="68363" y="10009"/>
                  </a:cubicBezTo>
                  <a:cubicBezTo>
                    <a:pt x="55343" y="19477"/>
                    <a:pt x="42323" y="42439"/>
                    <a:pt x="37826" y="60430"/>
                  </a:cubicBezTo>
                  <a:lnTo>
                    <a:pt x="187" y="210747"/>
                  </a:lnTo>
                  <a:cubicBezTo>
                    <a:pt x="-50" y="211694"/>
                    <a:pt x="1134" y="213115"/>
                    <a:pt x="3028" y="213115"/>
                  </a:cubicBezTo>
                  <a:cubicBezTo>
                    <a:pt x="4921" y="213115"/>
                    <a:pt x="5632" y="212641"/>
                    <a:pt x="5868" y="211931"/>
                  </a:cubicBezTo>
                  <a:lnTo>
                    <a:pt x="22439" y="146596"/>
                  </a:lnTo>
                  <a:cubicBezTo>
                    <a:pt x="26936" y="160799"/>
                    <a:pt x="37352" y="169558"/>
                    <a:pt x="54633" y="169558"/>
                  </a:cubicBezTo>
                  <a:cubicBezTo>
                    <a:pt x="71913" y="169558"/>
                    <a:pt x="89667" y="161273"/>
                    <a:pt x="100320" y="150857"/>
                  </a:cubicBezTo>
                  <a:cubicBezTo>
                    <a:pt x="111683" y="139968"/>
                    <a:pt x="119258" y="124818"/>
                    <a:pt x="119258" y="107301"/>
                  </a:cubicBezTo>
                  <a:cubicBezTo>
                    <a:pt x="119258" y="90257"/>
                    <a:pt x="110499" y="77947"/>
                    <a:pt x="101977" y="72029"/>
                  </a:cubicBezTo>
                  <a:cubicBezTo>
                    <a:pt x="115707" y="64218"/>
                    <a:pt x="129200" y="49541"/>
                    <a:pt x="129200" y="32497"/>
                  </a:cubicBezTo>
                  <a:close/>
                  <a:moveTo>
                    <a:pt x="86590" y="71793"/>
                  </a:moveTo>
                  <a:cubicBezTo>
                    <a:pt x="83513" y="72976"/>
                    <a:pt x="80909" y="73450"/>
                    <a:pt x="75228" y="73450"/>
                  </a:cubicBezTo>
                  <a:cubicBezTo>
                    <a:pt x="71913" y="73450"/>
                    <a:pt x="67179" y="73686"/>
                    <a:pt x="64812" y="72503"/>
                  </a:cubicBezTo>
                  <a:cubicBezTo>
                    <a:pt x="65285" y="70136"/>
                    <a:pt x="73807" y="70609"/>
                    <a:pt x="76411" y="70609"/>
                  </a:cubicBezTo>
                  <a:cubicBezTo>
                    <a:pt x="81382" y="70609"/>
                    <a:pt x="83513" y="70609"/>
                    <a:pt x="86590" y="71793"/>
                  </a:cubicBezTo>
                  <a:close/>
                  <a:moveTo>
                    <a:pt x="115943" y="27052"/>
                  </a:moveTo>
                  <a:cubicBezTo>
                    <a:pt x="115943" y="43623"/>
                    <a:pt x="106948" y="60667"/>
                    <a:pt x="94639" y="68005"/>
                  </a:cubicBezTo>
                  <a:cubicBezTo>
                    <a:pt x="88247" y="65638"/>
                    <a:pt x="83513" y="65164"/>
                    <a:pt x="76411" y="65164"/>
                  </a:cubicBezTo>
                  <a:cubicBezTo>
                    <a:pt x="71440" y="65164"/>
                    <a:pt x="58184" y="64928"/>
                    <a:pt x="58184" y="72739"/>
                  </a:cubicBezTo>
                  <a:cubicBezTo>
                    <a:pt x="57947" y="79368"/>
                    <a:pt x="70256" y="78657"/>
                    <a:pt x="74517" y="78657"/>
                  </a:cubicBezTo>
                  <a:cubicBezTo>
                    <a:pt x="83276" y="78657"/>
                    <a:pt x="86827" y="78421"/>
                    <a:pt x="93928" y="75580"/>
                  </a:cubicBezTo>
                  <a:cubicBezTo>
                    <a:pt x="102924" y="84102"/>
                    <a:pt x="104107" y="91440"/>
                    <a:pt x="104344" y="102329"/>
                  </a:cubicBezTo>
                  <a:cubicBezTo>
                    <a:pt x="104818" y="116059"/>
                    <a:pt x="99136" y="133813"/>
                    <a:pt x="92508" y="143045"/>
                  </a:cubicBezTo>
                  <a:cubicBezTo>
                    <a:pt x="83276" y="155828"/>
                    <a:pt x="67416" y="164350"/>
                    <a:pt x="53923" y="164350"/>
                  </a:cubicBezTo>
                  <a:cubicBezTo>
                    <a:pt x="35932" y="164350"/>
                    <a:pt x="26936" y="150620"/>
                    <a:pt x="26936" y="133813"/>
                  </a:cubicBezTo>
                  <a:cubicBezTo>
                    <a:pt x="26936" y="131446"/>
                    <a:pt x="26936" y="127895"/>
                    <a:pt x="28120" y="123398"/>
                  </a:cubicBezTo>
                  <a:lnTo>
                    <a:pt x="43270" y="63507"/>
                  </a:lnTo>
                  <a:cubicBezTo>
                    <a:pt x="48478" y="43149"/>
                    <a:pt x="65522" y="5511"/>
                    <a:pt x="93928" y="5511"/>
                  </a:cubicBezTo>
                  <a:cubicBezTo>
                    <a:pt x="107658" y="5511"/>
                    <a:pt x="115943" y="12849"/>
                    <a:pt x="115943"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29" name="Freeform: Shape 428">
              <a:extLst>
                <a:ext uri="{FF2B5EF4-FFF2-40B4-BE49-F238E27FC236}">
                  <a16:creationId xmlns:a16="http://schemas.microsoft.com/office/drawing/2014/main" id="{12868DDA-B5D7-3068-A70E-3E557E0B4AA2}"/>
                </a:ext>
              </a:extLst>
            </p:cNvPr>
            <p:cNvSpPr/>
            <p:nvPr>
              <p:custDataLst>
                <p:tags r:id="rId145"/>
              </p:custDataLst>
            </p:nvPr>
          </p:nvSpPr>
          <p:spPr>
            <a:xfrm>
              <a:off x="8826067" y="5069382"/>
              <a:ext cx="60316" cy="110027"/>
            </a:xfrm>
            <a:custGeom>
              <a:avLst/>
              <a:gdLst>
                <a:gd name="connsiteX0" fmla="*/ 37612 w 60316"/>
                <a:gd name="connsiteY0" fmla="*/ 4707 h 110027"/>
                <a:gd name="connsiteX1" fmla="*/ 32641 w 60316"/>
                <a:gd name="connsiteY1" fmla="*/ 68 h 110027"/>
                <a:gd name="connsiteX2" fmla="*/ 163 w 60316"/>
                <a:gd name="connsiteY2" fmla="*/ 10673 h 110027"/>
                <a:gd name="connsiteX3" fmla="*/ 163 w 60316"/>
                <a:gd name="connsiteY3" fmla="*/ 16638 h 110027"/>
                <a:gd name="connsiteX4" fmla="*/ 24190 w 60316"/>
                <a:gd name="connsiteY4" fmla="*/ 11998 h 110027"/>
                <a:gd name="connsiteX5" fmla="*/ 24190 w 60316"/>
                <a:gd name="connsiteY5" fmla="*/ 96508 h 110027"/>
                <a:gd name="connsiteX6" fmla="*/ 7619 w 60316"/>
                <a:gd name="connsiteY6" fmla="*/ 104130 h 110027"/>
                <a:gd name="connsiteX7" fmla="*/ 1323 w 60316"/>
                <a:gd name="connsiteY7" fmla="*/ 104130 h 110027"/>
                <a:gd name="connsiteX8" fmla="*/ 1323 w 60316"/>
                <a:gd name="connsiteY8" fmla="*/ 110095 h 110027"/>
                <a:gd name="connsiteX9" fmla="*/ 30818 w 60316"/>
                <a:gd name="connsiteY9" fmla="*/ 109433 h 110027"/>
                <a:gd name="connsiteX10" fmla="*/ 60479 w 60316"/>
                <a:gd name="connsiteY10" fmla="*/ 110095 h 110027"/>
                <a:gd name="connsiteX11" fmla="*/ 60479 w 60316"/>
                <a:gd name="connsiteY11" fmla="*/ 104130 h 110027"/>
                <a:gd name="connsiteX12" fmla="*/ 54182 w 60316"/>
                <a:gd name="connsiteY12" fmla="*/ 104130 h 110027"/>
                <a:gd name="connsiteX13" fmla="*/ 37612 w 60316"/>
                <a:gd name="connsiteY13" fmla="*/ 96508 h 110027"/>
                <a:gd name="connsiteX14" fmla="*/ 37612 w 60316"/>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612" y="4707"/>
                  </a:moveTo>
                  <a:cubicBezTo>
                    <a:pt x="37612" y="233"/>
                    <a:pt x="37280" y="68"/>
                    <a:pt x="32641" y="68"/>
                  </a:cubicBezTo>
                  <a:cubicBezTo>
                    <a:pt x="22036" y="10507"/>
                    <a:pt x="6957" y="10673"/>
                    <a:pt x="163" y="10673"/>
                  </a:cubicBezTo>
                  <a:lnTo>
                    <a:pt x="163" y="16638"/>
                  </a:lnTo>
                  <a:cubicBezTo>
                    <a:pt x="4140" y="16638"/>
                    <a:pt x="15076" y="16638"/>
                    <a:pt x="24190" y="11998"/>
                  </a:cubicBezTo>
                  <a:lnTo>
                    <a:pt x="24190" y="96508"/>
                  </a:lnTo>
                  <a:cubicBezTo>
                    <a:pt x="24190" y="101976"/>
                    <a:pt x="24190" y="104130"/>
                    <a:pt x="7619" y="104130"/>
                  </a:cubicBezTo>
                  <a:lnTo>
                    <a:pt x="1323" y="104130"/>
                  </a:lnTo>
                  <a:lnTo>
                    <a:pt x="1323" y="110095"/>
                  </a:lnTo>
                  <a:cubicBezTo>
                    <a:pt x="4305" y="109930"/>
                    <a:pt x="24687" y="109433"/>
                    <a:pt x="30818" y="109433"/>
                  </a:cubicBezTo>
                  <a:cubicBezTo>
                    <a:pt x="35955" y="109433"/>
                    <a:pt x="56834" y="109930"/>
                    <a:pt x="60479" y="110095"/>
                  </a:cubicBezTo>
                  <a:lnTo>
                    <a:pt x="60479" y="104130"/>
                  </a:lnTo>
                  <a:lnTo>
                    <a:pt x="54182" y="104130"/>
                  </a:lnTo>
                  <a:cubicBezTo>
                    <a:pt x="37612" y="104130"/>
                    <a:pt x="37612" y="101976"/>
                    <a:pt x="37612" y="96508"/>
                  </a:cubicBezTo>
                  <a:lnTo>
                    <a:pt x="37612"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447" name="Freeform: Shape 446">
              <a:extLst>
                <a:ext uri="{FF2B5EF4-FFF2-40B4-BE49-F238E27FC236}">
                  <a16:creationId xmlns:a16="http://schemas.microsoft.com/office/drawing/2014/main" id="{0C6CB825-7316-3CCC-A712-B89784437AE7}"/>
                </a:ext>
              </a:extLst>
            </p:cNvPr>
            <p:cNvSpPr/>
            <p:nvPr>
              <p:custDataLst>
                <p:tags r:id="rId146"/>
              </p:custDataLst>
            </p:nvPr>
          </p:nvSpPr>
          <p:spPr>
            <a:xfrm>
              <a:off x="8945577" y="5004237"/>
              <a:ext cx="85456" cy="7338"/>
            </a:xfrm>
            <a:custGeom>
              <a:avLst/>
              <a:gdLst>
                <a:gd name="connsiteX0" fmla="*/ 85624 w 85456"/>
                <a:gd name="connsiteY0" fmla="*/ 7405 h 7338"/>
                <a:gd name="connsiteX1" fmla="*/ 85624 w 85456"/>
                <a:gd name="connsiteY1" fmla="*/ 66 h 7338"/>
                <a:gd name="connsiteX2" fmla="*/ 168 w 85456"/>
                <a:gd name="connsiteY2" fmla="*/ 66 h 7338"/>
                <a:gd name="connsiteX3" fmla="*/ 168 w 85456"/>
                <a:gd name="connsiteY3" fmla="*/ 7405 h 7338"/>
                <a:gd name="connsiteX4" fmla="*/ 85624 w 85456"/>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56" h="7338">
                  <a:moveTo>
                    <a:pt x="85624" y="7405"/>
                  </a:moveTo>
                  <a:lnTo>
                    <a:pt x="85624" y="66"/>
                  </a:lnTo>
                  <a:lnTo>
                    <a:pt x="168" y="66"/>
                  </a:lnTo>
                  <a:lnTo>
                    <a:pt x="168" y="7405"/>
                  </a:lnTo>
                  <a:lnTo>
                    <a:pt x="85624"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76" name="Freeform: Shape 575">
              <a:extLst>
                <a:ext uri="{FF2B5EF4-FFF2-40B4-BE49-F238E27FC236}">
                  <a16:creationId xmlns:a16="http://schemas.microsoft.com/office/drawing/2014/main" id="{FD7FD9FB-F177-E40D-A9CC-806DF3B08C65}"/>
                </a:ext>
              </a:extLst>
            </p:cNvPr>
            <p:cNvSpPr/>
            <p:nvPr>
              <p:custDataLst>
                <p:tags r:id="rId147"/>
              </p:custDataLst>
            </p:nvPr>
          </p:nvSpPr>
          <p:spPr>
            <a:xfrm>
              <a:off x="8921066" y="5039271"/>
              <a:ext cx="117886" cy="107234"/>
            </a:xfrm>
            <a:custGeom>
              <a:avLst/>
              <a:gdLst>
                <a:gd name="connsiteX0" fmla="*/ 72367 w 117886"/>
                <a:gd name="connsiteY0" fmla="*/ 33207 h 107234"/>
                <a:gd name="connsiteX1" fmla="*/ 95802 w 117886"/>
                <a:gd name="connsiteY1" fmla="*/ 5274 h 107234"/>
                <a:gd name="connsiteX2" fmla="*/ 107638 w 117886"/>
                <a:gd name="connsiteY2" fmla="*/ 8351 h 107234"/>
                <a:gd name="connsiteX3" fmla="*/ 96276 w 117886"/>
                <a:gd name="connsiteY3" fmla="*/ 21134 h 107234"/>
                <a:gd name="connsiteX4" fmla="*/ 105271 w 117886"/>
                <a:gd name="connsiteY4" fmla="*/ 29420 h 107234"/>
                <a:gd name="connsiteX5" fmla="*/ 118054 w 117886"/>
                <a:gd name="connsiteY5" fmla="*/ 15690 h 107234"/>
                <a:gd name="connsiteX6" fmla="*/ 96039 w 117886"/>
                <a:gd name="connsiteY6" fmla="*/ 66 h 107234"/>
                <a:gd name="connsiteX7" fmla="*/ 71183 w 117886"/>
                <a:gd name="connsiteY7" fmla="*/ 18057 h 107234"/>
                <a:gd name="connsiteX8" fmla="*/ 45617 w 117886"/>
                <a:gd name="connsiteY8" fmla="*/ 66 h 107234"/>
                <a:gd name="connsiteX9" fmla="*/ 7505 w 117886"/>
                <a:gd name="connsiteY9" fmla="*/ 36521 h 107234"/>
                <a:gd name="connsiteX10" fmla="*/ 10346 w 117886"/>
                <a:gd name="connsiteY10" fmla="*/ 38888 h 107234"/>
                <a:gd name="connsiteX11" fmla="*/ 13423 w 117886"/>
                <a:gd name="connsiteY11" fmla="*/ 36284 h 107234"/>
                <a:gd name="connsiteX12" fmla="*/ 45144 w 117886"/>
                <a:gd name="connsiteY12" fmla="*/ 5274 h 107234"/>
                <a:gd name="connsiteX13" fmla="*/ 57927 w 117886"/>
                <a:gd name="connsiteY13" fmla="*/ 21134 h 107234"/>
                <a:gd name="connsiteX14" fmla="*/ 45144 w 117886"/>
                <a:gd name="connsiteY14" fmla="*/ 77474 h 107234"/>
                <a:gd name="connsiteX15" fmla="*/ 22656 w 117886"/>
                <a:gd name="connsiteY15" fmla="*/ 102093 h 107234"/>
                <a:gd name="connsiteX16" fmla="*/ 10820 w 117886"/>
                <a:gd name="connsiteY16" fmla="*/ 99015 h 107234"/>
                <a:gd name="connsiteX17" fmla="*/ 21945 w 117886"/>
                <a:gd name="connsiteY17" fmla="*/ 86232 h 107234"/>
                <a:gd name="connsiteX18" fmla="*/ 13187 w 117886"/>
                <a:gd name="connsiteY18" fmla="*/ 77947 h 107234"/>
                <a:gd name="connsiteX19" fmla="*/ 167 w 117886"/>
                <a:gd name="connsiteY19" fmla="*/ 91677 h 107234"/>
                <a:gd name="connsiteX20" fmla="*/ 22419 w 117886"/>
                <a:gd name="connsiteY20" fmla="*/ 107301 h 107234"/>
                <a:gd name="connsiteX21" fmla="*/ 47275 w 117886"/>
                <a:gd name="connsiteY21" fmla="*/ 89310 h 107234"/>
                <a:gd name="connsiteX22" fmla="*/ 72840 w 117886"/>
                <a:gd name="connsiteY22" fmla="*/ 107301 h 107234"/>
                <a:gd name="connsiteX23" fmla="*/ 110716 w 117886"/>
                <a:gd name="connsiteY23" fmla="*/ 70846 h 107234"/>
                <a:gd name="connsiteX24" fmla="*/ 107875 w 117886"/>
                <a:gd name="connsiteY24" fmla="*/ 68478 h 107234"/>
                <a:gd name="connsiteX25" fmla="*/ 104798 w 117886"/>
                <a:gd name="connsiteY25" fmla="*/ 71082 h 107234"/>
                <a:gd name="connsiteX26" fmla="*/ 73314 w 117886"/>
                <a:gd name="connsiteY26" fmla="*/ 102093 h 107234"/>
                <a:gd name="connsiteX27" fmla="*/ 60294 w 117886"/>
                <a:gd name="connsiteY27" fmla="*/ 86469 h 107234"/>
                <a:gd name="connsiteX28" fmla="*/ 64318 w 117886"/>
                <a:gd name="connsiteY28" fmla="*/ 65638 h 107234"/>
                <a:gd name="connsiteX29" fmla="*/ 72367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367" y="33207"/>
                  </a:moveTo>
                  <a:cubicBezTo>
                    <a:pt x="73787" y="27052"/>
                    <a:pt x="79232" y="5274"/>
                    <a:pt x="95802" y="5274"/>
                  </a:cubicBezTo>
                  <a:cubicBezTo>
                    <a:pt x="96986" y="5274"/>
                    <a:pt x="102667" y="5274"/>
                    <a:pt x="107638" y="8351"/>
                  </a:cubicBezTo>
                  <a:cubicBezTo>
                    <a:pt x="101010" y="9535"/>
                    <a:pt x="96276" y="15453"/>
                    <a:pt x="96276" y="21134"/>
                  </a:cubicBezTo>
                  <a:cubicBezTo>
                    <a:pt x="96276" y="24922"/>
                    <a:pt x="98880" y="29420"/>
                    <a:pt x="105271" y="29420"/>
                  </a:cubicBezTo>
                  <a:cubicBezTo>
                    <a:pt x="110479" y="29420"/>
                    <a:pt x="118054" y="25159"/>
                    <a:pt x="118054" y="15690"/>
                  </a:cubicBezTo>
                  <a:cubicBezTo>
                    <a:pt x="118054" y="3380"/>
                    <a:pt x="104088" y="66"/>
                    <a:pt x="96039" y="66"/>
                  </a:cubicBezTo>
                  <a:cubicBezTo>
                    <a:pt x="82309" y="66"/>
                    <a:pt x="74024" y="12612"/>
                    <a:pt x="71183" y="18057"/>
                  </a:cubicBezTo>
                  <a:cubicBezTo>
                    <a:pt x="65265" y="2433"/>
                    <a:pt x="52482" y="66"/>
                    <a:pt x="45617" y="66"/>
                  </a:cubicBezTo>
                  <a:cubicBezTo>
                    <a:pt x="20999" y="66"/>
                    <a:pt x="7505" y="30603"/>
                    <a:pt x="7505" y="36521"/>
                  </a:cubicBezTo>
                  <a:cubicBezTo>
                    <a:pt x="7505" y="38888"/>
                    <a:pt x="9873" y="38888"/>
                    <a:pt x="10346" y="38888"/>
                  </a:cubicBezTo>
                  <a:cubicBezTo>
                    <a:pt x="12240" y="38888"/>
                    <a:pt x="12950" y="38415"/>
                    <a:pt x="13423" y="36284"/>
                  </a:cubicBezTo>
                  <a:cubicBezTo>
                    <a:pt x="21472" y="11192"/>
                    <a:pt x="37096" y="5274"/>
                    <a:pt x="45144" y="5274"/>
                  </a:cubicBezTo>
                  <a:cubicBezTo>
                    <a:pt x="49642" y="5274"/>
                    <a:pt x="57927" y="7405"/>
                    <a:pt x="57927" y="21134"/>
                  </a:cubicBezTo>
                  <a:cubicBezTo>
                    <a:pt x="57927" y="28473"/>
                    <a:pt x="53903" y="44333"/>
                    <a:pt x="45144" y="77474"/>
                  </a:cubicBezTo>
                  <a:cubicBezTo>
                    <a:pt x="41357" y="92151"/>
                    <a:pt x="33071" y="102093"/>
                    <a:pt x="22656" y="102093"/>
                  </a:cubicBezTo>
                  <a:cubicBezTo>
                    <a:pt x="21235" y="102093"/>
                    <a:pt x="15791" y="102093"/>
                    <a:pt x="10820" y="99015"/>
                  </a:cubicBezTo>
                  <a:cubicBezTo>
                    <a:pt x="16738" y="97832"/>
                    <a:pt x="21945" y="92861"/>
                    <a:pt x="21945" y="86232"/>
                  </a:cubicBezTo>
                  <a:cubicBezTo>
                    <a:pt x="21945" y="79841"/>
                    <a:pt x="16738" y="77947"/>
                    <a:pt x="13187" y="77947"/>
                  </a:cubicBezTo>
                  <a:cubicBezTo>
                    <a:pt x="6085" y="77947"/>
                    <a:pt x="167" y="84102"/>
                    <a:pt x="167" y="91677"/>
                  </a:cubicBezTo>
                  <a:cubicBezTo>
                    <a:pt x="167" y="102566"/>
                    <a:pt x="12003" y="107301"/>
                    <a:pt x="22419" y="107301"/>
                  </a:cubicBezTo>
                  <a:cubicBezTo>
                    <a:pt x="38042" y="107301"/>
                    <a:pt x="46564" y="90730"/>
                    <a:pt x="47275" y="89310"/>
                  </a:cubicBezTo>
                  <a:cubicBezTo>
                    <a:pt x="50115" y="98069"/>
                    <a:pt x="58637" y="107301"/>
                    <a:pt x="72840" y="107301"/>
                  </a:cubicBezTo>
                  <a:cubicBezTo>
                    <a:pt x="97223" y="107301"/>
                    <a:pt x="110716" y="76764"/>
                    <a:pt x="110716" y="70846"/>
                  </a:cubicBezTo>
                  <a:cubicBezTo>
                    <a:pt x="110716" y="68478"/>
                    <a:pt x="108585" y="68478"/>
                    <a:pt x="107875" y="68478"/>
                  </a:cubicBezTo>
                  <a:cubicBezTo>
                    <a:pt x="105745" y="68478"/>
                    <a:pt x="105271" y="69425"/>
                    <a:pt x="104798" y="71082"/>
                  </a:cubicBezTo>
                  <a:cubicBezTo>
                    <a:pt x="96986" y="96411"/>
                    <a:pt x="80889" y="102093"/>
                    <a:pt x="73314" y="102093"/>
                  </a:cubicBezTo>
                  <a:cubicBezTo>
                    <a:pt x="64082" y="102093"/>
                    <a:pt x="60294" y="94518"/>
                    <a:pt x="60294" y="86469"/>
                  </a:cubicBezTo>
                  <a:cubicBezTo>
                    <a:pt x="60294" y="81261"/>
                    <a:pt x="61715" y="76054"/>
                    <a:pt x="64318" y="65638"/>
                  </a:cubicBezTo>
                  <a:lnTo>
                    <a:pt x="7236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77" name="Freeform: Shape 576">
              <a:extLst>
                <a:ext uri="{FF2B5EF4-FFF2-40B4-BE49-F238E27FC236}">
                  <a16:creationId xmlns:a16="http://schemas.microsoft.com/office/drawing/2014/main" id="{418F944E-484C-C478-FAFD-BC01D9146E9A}"/>
                </a:ext>
              </a:extLst>
            </p:cNvPr>
            <p:cNvSpPr/>
            <p:nvPr>
              <p:custDataLst>
                <p:tags r:id="rId148"/>
              </p:custDataLst>
            </p:nvPr>
          </p:nvSpPr>
          <p:spPr>
            <a:xfrm>
              <a:off x="9062987" y="4966362"/>
              <a:ext cx="54919" cy="236720"/>
            </a:xfrm>
            <a:custGeom>
              <a:avLst/>
              <a:gdLst>
                <a:gd name="connsiteX0" fmla="*/ 55092 w 54919"/>
                <a:gd name="connsiteY0" fmla="*/ 118426 h 236720"/>
                <a:gd name="connsiteX1" fmla="*/ 39468 w 54919"/>
                <a:gd name="connsiteY1" fmla="*/ 44570 h 236720"/>
                <a:gd name="connsiteX2" fmla="*/ 2540 w 54919"/>
                <a:gd name="connsiteY2" fmla="*/ 66 h 236720"/>
                <a:gd name="connsiteX3" fmla="*/ 173 w 54919"/>
                <a:gd name="connsiteY3" fmla="*/ 2433 h 236720"/>
                <a:gd name="connsiteX4" fmla="*/ 4671 w 54919"/>
                <a:gd name="connsiteY4" fmla="*/ 7878 h 236720"/>
                <a:gd name="connsiteX5" fmla="*/ 41362 w 54919"/>
                <a:gd name="connsiteY5" fmla="*/ 118426 h 236720"/>
                <a:gd name="connsiteX6" fmla="*/ 3250 w 54919"/>
                <a:gd name="connsiteY6" fmla="*/ 230395 h 236720"/>
                <a:gd name="connsiteX7" fmla="*/ 173 w 54919"/>
                <a:gd name="connsiteY7" fmla="*/ 234419 h 236720"/>
                <a:gd name="connsiteX8" fmla="*/ 2540 w 54919"/>
                <a:gd name="connsiteY8" fmla="*/ 236787 h 236720"/>
                <a:gd name="connsiteX9" fmla="*/ 40179 w 54919"/>
                <a:gd name="connsiteY9" fmla="*/ 190626 h 236720"/>
                <a:gd name="connsiteX10" fmla="*/ 55092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092" y="118426"/>
                  </a:moveTo>
                  <a:cubicBezTo>
                    <a:pt x="55092" y="99962"/>
                    <a:pt x="52488" y="71319"/>
                    <a:pt x="39468" y="44570"/>
                  </a:cubicBezTo>
                  <a:cubicBezTo>
                    <a:pt x="25265" y="15453"/>
                    <a:pt x="4907" y="66"/>
                    <a:pt x="2540" y="66"/>
                  </a:cubicBezTo>
                  <a:cubicBezTo>
                    <a:pt x="1120" y="66"/>
                    <a:pt x="173" y="1013"/>
                    <a:pt x="173" y="2433"/>
                  </a:cubicBezTo>
                  <a:cubicBezTo>
                    <a:pt x="173" y="3144"/>
                    <a:pt x="173" y="3617"/>
                    <a:pt x="4671" y="7878"/>
                  </a:cubicBezTo>
                  <a:cubicBezTo>
                    <a:pt x="27869" y="31313"/>
                    <a:pt x="41362" y="68952"/>
                    <a:pt x="41362" y="118426"/>
                  </a:cubicBezTo>
                  <a:cubicBezTo>
                    <a:pt x="41362" y="158906"/>
                    <a:pt x="32604" y="200568"/>
                    <a:pt x="3250" y="230395"/>
                  </a:cubicBezTo>
                  <a:cubicBezTo>
                    <a:pt x="173" y="233236"/>
                    <a:pt x="173" y="233709"/>
                    <a:pt x="173" y="234419"/>
                  </a:cubicBezTo>
                  <a:cubicBezTo>
                    <a:pt x="173" y="235840"/>
                    <a:pt x="1120" y="236787"/>
                    <a:pt x="2540" y="236787"/>
                  </a:cubicBezTo>
                  <a:cubicBezTo>
                    <a:pt x="4907" y="236787"/>
                    <a:pt x="26212" y="220690"/>
                    <a:pt x="40179" y="190626"/>
                  </a:cubicBezTo>
                  <a:cubicBezTo>
                    <a:pt x="52251" y="164587"/>
                    <a:pt x="55092" y="138311"/>
                    <a:pt x="55092"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78" name="Freeform: Shape 577">
              <a:extLst>
                <a:ext uri="{FF2B5EF4-FFF2-40B4-BE49-F238E27FC236}">
                  <a16:creationId xmlns:a16="http://schemas.microsoft.com/office/drawing/2014/main" id="{A9C37AC9-0A2D-D7E8-F1FE-F6A5E820C230}"/>
                </a:ext>
              </a:extLst>
            </p:cNvPr>
            <p:cNvSpPr/>
            <p:nvPr>
              <p:custDataLst>
                <p:tags r:id="rId149"/>
              </p:custDataLst>
            </p:nvPr>
          </p:nvSpPr>
          <p:spPr>
            <a:xfrm>
              <a:off x="9213803" y="5079987"/>
              <a:ext cx="144636" cy="9468"/>
            </a:xfrm>
            <a:custGeom>
              <a:avLst/>
              <a:gdLst>
                <a:gd name="connsiteX0" fmla="*/ 136530 w 144636"/>
                <a:gd name="connsiteY0" fmla="*/ 9535 h 9468"/>
                <a:gd name="connsiteX1" fmla="*/ 144815 w 144636"/>
                <a:gd name="connsiteY1" fmla="*/ 4801 h 9468"/>
                <a:gd name="connsiteX2" fmla="*/ 136530 w 144636"/>
                <a:gd name="connsiteY2" fmla="*/ 66 h 9468"/>
                <a:gd name="connsiteX3" fmla="*/ 8464 w 144636"/>
                <a:gd name="connsiteY3" fmla="*/ 66 h 9468"/>
                <a:gd name="connsiteX4" fmla="*/ 179 w 144636"/>
                <a:gd name="connsiteY4" fmla="*/ 4801 h 9468"/>
                <a:gd name="connsiteX5" fmla="*/ 8464 w 144636"/>
                <a:gd name="connsiteY5" fmla="*/ 9535 h 9468"/>
                <a:gd name="connsiteX6" fmla="*/ 136530 w 144636"/>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636" h="9468">
                  <a:moveTo>
                    <a:pt x="136530" y="9535"/>
                  </a:moveTo>
                  <a:cubicBezTo>
                    <a:pt x="140554" y="9535"/>
                    <a:pt x="144815" y="9535"/>
                    <a:pt x="144815" y="4801"/>
                  </a:cubicBezTo>
                  <a:cubicBezTo>
                    <a:pt x="144815" y="66"/>
                    <a:pt x="140554" y="66"/>
                    <a:pt x="136530" y="66"/>
                  </a:cubicBezTo>
                  <a:lnTo>
                    <a:pt x="8464" y="66"/>
                  </a:lnTo>
                  <a:cubicBezTo>
                    <a:pt x="4440" y="66"/>
                    <a:pt x="179" y="66"/>
                    <a:pt x="179" y="4801"/>
                  </a:cubicBezTo>
                  <a:cubicBezTo>
                    <a:pt x="179" y="9535"/>
                    <a:pt x="4440" y="9535"/>
                    <a:pt x="8464" y="9535"/>
                  </a:cubicBezTo>
                  <a:lnTo>
                    <a:pt x="136530"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79" name="Freeform: Shape 578">
              <a:extLst>
                <a:ext uri="{FF2B5EF4-FFF2-40B4-BE49-F238E27FC236}">
                  <a16:creationId xmlns:a16="http://schemas.microsoft.com/office/drawing/2014/main" id="{496D2030-D932-36BA-900D-443C832E3935}"/>
                </a:ext>
              </a:extLst>
            </p:cNvPr>
            <p:cNvSpPr/>
            <p:nvPr>
              <p:custDataLst>
                <p:tags r:id="rId150"/>
              </p:custDataLst>
            </p:nvPr>
          </p:nvSpPr>
          <p:spPr>
            <a:xfrm>
              <a:off x="9519200" y="4917150"/>
              <a:ext cx="63204" cy="36454"/>
            </a:xfrm>
            <a:custGeom>
              <a:avLst/>
              <a:gdLst>
                <a:gd name="connsiteX0" fmla="*/ 31912 w 63204"/>
                <a:gd name="connsiteY0" fmla="*/ 64 h 36454"/>
                <a:gd name="connsiteX1" fmla="*/ 191 w 63204"/>
                <a:gd name="connsiteY1" fmla="*/ 32258 h 36454"/>
                <a:gd name="connsiteX2" fmla="*/ 4452 w 63204"/>
                <a:gd name="connsiteY2" fmla="*/ 36519 h 36454"/>
                <a:gd name="connsiteX3" fmla="*/ 31912 w 63204"/>
                <a:gd name="connsiteY3" fmla="*/ 12373 h 36454"/>
                <a:gd name="connsiteX4" fmla="*/ 59135 w 63204"/>
                <a:gd name="connsiteY4" fmla="*/ 36519 h 36454"/>
                <a:gd name="connsiteX5" fmla="*/ 63396 w 63204"/>
                <a:gd name="connsiteY5" fmla="*/ 32258 h 36454"/>
                <a:gd name="connsiteX6" fmla="*/ 31912 w 63204"/>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04" h="36454">
                  <a:moveTo>
                    <a:pt x="31912" y="64"/>
                  </a:moveTo>
                  <a:lnTo>
                    <a:pt x="191" y="32258"/>
                  </a:lnTo>
                  <a:lnTo>
                    <a:pt x="4452" y="36519"/>
                  </a:lnTo>
                  <a:lnTo>
                    <a:pt x="31912" y="12373"/>
                  </a:lnTo>
                  <a:lnTo>
                    <a:pt x="59135" y="36519"/>
                  </a:lnTo>
                  <a:lnTo>
                    <a:pt x="63396" y="32258"/>
                  </a:lnTo>
                  <a:lnTo>
                    <a:pt x="31912"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0" name="Freeform: Shape 579">
              <a:extLst>
                <a:ext uri="{FF2B5EF4-FFF2-40B4-BE49-F238E27FC236}">
                  <a16:creationId xmlns:a16="http://schemas.microsoft.com/office/drawing/2014/main" id="{EAD9AD99-A411-F372-B822-058A2ABB0083}"/>
                </a:ext>
              </a:extLst>
            </p:cNvPr>
            <p:cNvSpPr/>
            <p:nvPr>
              <p:custDataLst>
                <p:tags r:id="rId151"/>
              </p:custDataLst>
            </p:nvPr>
          </p:nvSpPr>
          <p:spPr>
            <a:xfrm>
              <a:off x="9437947" y="4976777"/>
              <a:ext cx="129042" cy="213048"/>
            </a:xfrm>
            <a:custGeom>
              <a:avLst/>
              <a:gdLst>
                <a:gd name="connsiteX0" fmla="*/ 129232 w 129042"/>
                <a:gd name="connsiteY0" fmla="*/ 32497 h 213048"/>
                <a:gd name="connsiteX1" fmla="*/ 97038 w 129042"/>
                <a:gd name="connsiteY1" fmla="*/ 66 h 213048"/>
                <a:gd name="connsiteX2" fmla="*/ 68394 w 129042"/>
                <a:gd name="connsiteY2" fmla="*/ 10009 h 213048"/>
                <a:gd name="connsiteX3" fmla="*/ 37857 w 129042"/>
                <a:gd name="connsiteY3" fmla="*/ 60430 h 213048"/>
                <a:gd name="connsiteX4" fmla="*/ 219 w 129042"/>
                <a:gd name="connsiteY4" fmla="*/ 210747 h 213048"/>
                <a:gd name="connsiteX5" fmla="*/ 3060 w 129042"/>
                <a:gd name="connsiteY5" fmla="*/ 213115 h 213048"/>
                <a:gd name="connsiteX6" fmla="*/ 5900 w 129042"/>
                <a:gd name="connsiteY6" fmla="*/ 211931 h 213048"/>
                <a:gd name="connsiteX7" fmla="*/ 22471 w 129042"/>
                <a:gd name="connsiteY7" fmla="*/ 146596 h 213048"/>
                <a:gd name="connsiteX8" fmla="*/ 54665 w 129042"/>
                <a:gd name="connsiteY8" fmla="*/ 169558 h 213048"/>
                <a:gd name="connsiteX9" fmla="*/ 100352 w 129042"/>
                <a:gd name="connsiteY9" fmla="*/ 150857 h 213048"/>
                <a:gd name="connsiteX10" fmla="*/ 119289 w 129042"/>
                <a:gd name="connsiteY10" fmla="*/ 107301 h 213048"/>
                <a:gd name="connsiteX11" fmla="*/ 102009 w 129042"/>
                <a:gd name="connsiteY11" fmla="*/ 72029 h 213048"/>
                <a:gd name="connsiteX12" fmla="*/ 129232 w 129042"/>
                <a:gd name="connsiteY12" fmla="*/ 32497 h 213048"/>
                <a:gd name="connsiteX13" fmla="*/ 86622 w 129042"/>
                <a:gd name="connsiteY13" fmla="*/ 71793 h 213048"/>
                <a:gd name="connsiteX14" fmla="*/ 75259 w 129042"/>
                <a:gd name="connsiteY14" fmla="*/ 73450 h 213048"/>
                <a:gd name="connsiteX15" fmla="*/ 64844 w 129042"/>
                <a:gd name="connsiteY15" fmla="*/ 72503 h 213048"/>
                <a:gd name="connsiteX16" fmla="*/ 76443 w 129042"/>
                <a:gd name="connsiteY16" fmla="*/ 70609 h 213048"/>
                <a:gd name="connsiteX17" fmla="*/ 86622 w 129042"/>
                <a:gd name="connsiteY17" fmla="*/ 71793 h 213048"/>
                <a:gd name="connsiteX18" fmla="*/ 115975 w 129042"/>
                <a:gd name="connsiteY18" fmla="*/ 27052 h 213048"/>
                <a:gd name="connsiteX19" fmla="*/ 94670 w 129042"/>
                <a:gd name="connsiteY19" fmla="*/ 68005 h 213048"/>
                <a:gd name="connsiteX20" fmla="*/ 76443 w 129042"/>
                <a:gd name="connsiteY20" fmla="*/ 65164 h 213048"/>
                <a:gd name="connsiteX21" fmla="*/ 58215 w 129042"/>
                <a:gd name="connsiteY21" fmla="*/ 72739 h 213048"/>
                <a:gd name="connsiteX22" fmla="*/ 74549 w 129042"/>
                <a:gd name="connsiteY22" fmla="*/ 78657 h 213048"/>
                <a:gd name="connsiteX23" fmla="*/ 93960 w 129042"/>
                <a:gd name="connsiteY23" fmla="*/ 75580 h 213048"/>
                <a:gd name="connsiteX24" fmla="*/ 104376 w 129042"/>
                <a:gd name="connsiteY24" fmla="*/ 102329 h 213048"/>
                <a:gd name="connsiteX25" fmla="*/ 92540 w 129042"/>
                <a:gd name="connsiteY25" fmla="*/ 143045 h 213048"/>
                <a:gd name="connsiteX26" fmla="*/ 53955 w 129042"/>
                <a:gd name="connsiteY26" fmla="*/ 164350 h 213048"/>
                <a:gd name="connsiteX27" fmla="*/ 26968 w 129042"/>
                <a:gd name="connsiteY27" fmla="*/ 133813 h 213048"/>
                <a:gd name="connsiteX28" fmla="*/ 28152 w 129042"/>
                <a:gd name="connsiteY28" fmla="*/ 123398 h 213048"/>
                <a:gd name="connsiteX29" fmla="*/ 43302 w 129042"/>
                <a:gd name="connsiteY29" fmla="*/ 63507 h 213048"/>
                <a:gd name="connsiteX30" fmla="*/ 93960 w 129042"/>
                <a:gd name="connsiteY30" fmla="*/ 5511 h 213048"/>
                <a:gd name="connsiteX31" fmla="*/ 115975 w 129042"/>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13048">
                  <a:moveTo>
                    <a:pt x="129232" y="32497"/>
                  </a:moveTo>
                  <a:cubicBezTo>
                    <a:pt x="129232" y="14743"/>
                    <a:pt x="116212" y="66"/>
                    <a:pt x="97038" y="66"/>
                  </a:cubicBezTo>
                  <a:cubicBezTo>
                    <a:pt x="83308" y="66"/>
                    <a:pt x="76680" y="3854"/>
                    <a:pt x="68394" y="10009"/>
                  </a:cubicBezTo>
                  <a:cubicBezTo>
                    <a:pt x="55375" y="19477"/>
                    <a:pt x="42355" y="42439"/>
                    <a:pt x="37857" y="60430"/>
                  </a:cubicBezTo>
                  <a:lnTo>
                    <a:pt x="219" y="210747"/>
                  </a:lnTo>
                  <a:cubicBezTo>
                    <a:pt x="-18" y="211694"/>
                    <a:pt x="1166" y="213115"/>
                    <a:pt x="3060" y="213115"/>
                  </a:cubicBezTo>
                  <a:cubicBezTo>
                    <a:pt x="4953" y="213115"/>
                    <a:pt x="5663" y="212641"/>
                    <a:pt x="5900" y="211931"/>
                  </a:cubicBezTo>
                  <a:lnTo>
                    <a:pt x="22471" y="146596"/>
                  </a:lnTo>
                  <a:cubicBezTo>
                    <a:pt x="26968" y="160799"/>
                    <a:pt x="37384" y="169558"/>
                    <a:pt x="54665" y="169558"/>
                  </a:cubicBezTo>
                  <a:cubicBezTo>
                    <a:pt x="71945" y="169558"/>
                    <a:pt x="89699" y="161273"/>
                    <a:pt x="100352" y="150857"/>
                  </a:cubicBezTo>
                  <a:cubicBezTo>
                    <a:pt x="111714" y="139968"/>
                    <a:pt x="119289" y="124818"/>
                    <a:pt x="119289" y="107301"/>
                  </a:cubicBezTo>
                  <a:cubicBezTo>
                    <a:pt x="119289" y="90257"/>
                    <a:pt x="110531" y="77947"/>
                    <a:pt x="102009" y="72029"/>
                  </a:cubicBezTo>
                  <a:cubicBezTo>
                    <a:pt x="115739" y="64218"/>
                    <a:pt x="129232" y="49541"/>
                    <a:pt x="129232" y="32497"/>
                  </a:cubicBezTo>
                  <a:close/>
                  <a:moveTo>
                    <a:pt x="86622" y="71793"/>
                  </a:moveTo>
                  <a:cubicBezTo>
                    <a:pt x="83545" y="72976"/>
                    <a:pt x="80941" y="73450"/>
                    <a:pt x="75259" y="73450"/>
                  </a:cubicBezTo>
                  <a:cubicBezTo>
                    <a:pt x="71945" y="73450"/>
                    <a:pt x="67211" y="73686"/>
                    <a:pt x="64844" y="72503"/>
                  </a:cubicBezTo>
                  <a:cubicBezTo>
                    <a:pt x="65317" y="70136"/>
                    <a:pt x="73839" y="70609"/>
                    <a:pt x="76443" y="70609"/>
                  </a:cubicBezTo>
                  <a:cubicBezTo>
                    <a:pt x="81414" y="70609"/>
                    <a:pt x="83545" y="70609"/>
                    <a:pt x="86622" y="71793"/>
                  </a:cubicBezTo>
                  <a:close/>
                  <a:moveTo>
                    <a:pt x="115975" y="27052"/>
                  </a:moveTo>
                  <a:cubicBezTo>
                    <a:pt x="115975" y="43623"/>
                    <a:pt x="106980" y="60667"/>
                    <a:pt x="94670" y="68005"/>
                  </a:cubicBezTo>
                  <a:cubicBezTo>
                    <a:pt x="88279" y="65638"/>
                    <a:pt x="83545" y="65164"/>
                    <a:pt x="76443" y="65164"/>
                  </a:cubicBezTo>
                  <a:cubicBezTo>
                    <a:pt x="71472" y="65164"/>
                    <a:pt x="58215" y="64928"/>
                    <a:pt x="58215" y="72739"/>
                  </a:cubicBezTo>
                  <a:cubicBezTo>
                    <a:pt x="57979" y="79368"/>
                    <a:pt x="70288" y="78657"/>
                    <a:pt x="74549" y="78657"/>
                  </a:cubicBezTo>
                  <a:cubicBezTo>
                    <a:pt x="83308" y="78657"/>
                    <a:pt x="86859" y="78421"/>
                    <a:pt x="93960" y="75580"/>
                  </a:cubicBezTo>
                  <a:cubicBezTo>
                    <a:pt x="102956" y="84102"/>
                    <a:pt x="104139" y="91440"/>
                    <a:pt x="104376" y="102329"/>
                  </a:cubicBezTo>
                  <a:cubicBezTo>
                    <a:pt x="104849" y="116059"/>
                    <a:pt x="99168" y="133813"/>
                    <a:pt x="92540" y="143045"/>
                  </a:cubicBezTo>
                  <a:cubicBezTo>
                    <a:pt x="83308" y="155828"/>
                    <a:pt x="67448" y="164350"/>
                    <a:pt x="53955" y="164350"/>
                  </a:cubicBezTo>
                  <a:cubicBezTo>
                    <a:pt x="35964" y="164350"/>
                    <a:pt x="26968" y="150620"/>
                    <a:pt x="26968" y="133813"/>
                  </a:cubicBezTo>
                  <a:cubicBezTo>
                    <a:pt x="26968" y="131446"/>
                    <a:pt x="26968" y="127895"/>
                    <a:pt x="28152" y="123398"/>
                  </a:cubicBezTo>
                  <a:lnTo>
                    <a:pt x="43302" y="63507"/>
                  </a:lnTo>
                  <a:cubicBezTo>
                    <a:pt x="48510" y="43149"/>
                    <a:pt x="65554" y="5511"/>
                    <a:pt x="93960" y="5511"/>
                  </a:cubicBezTo>
                  <a:cubicBezTo>
                    <a:pt x="107690" y="5511"/>
                    <a:pt x="115975" y="12849"/>
                    <a:pt x="115975"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1" name="Freeform: Shape 580">
              <a:extLst>
                <a:ext uri="{FF2B5EF4-FFF2-40B4-BE49-F238E27FC236}">
                  <a16:creationId xmlns:a16="http://schemas.microsoft.com/office/drawing/2014/main" id="{AF4BE35F-F2B2-7BDB-67ED-0EDDC410BDD8}"/>
                </a:ext>
              </a:extLst>
            </p:cNvPr>
            <p:cNvSpPr/>
            <p:nvPr>
              <p:custDataLst>
                <p:tags r:id="rId152"/>
              </p:custDataLst>
            </p:nvPr>
          </p:nvSpPr>
          <p:spPr>
            <a:xfrm>
              <a:off x="9582833" y="5069382"/>
              <a:ext cx="60316" cy="110027"/>
            </a:xfrm>
            <a:custGeom>
              <a:avLst/>
              <a:gdLst>
                <a:gd name="connsiteX0" fmla="*/ 37644 w 60316"/>
                <a:gd name="connsiteY0" fmla="*/ 4707 h 110027"/>
                <a:gd name="connsiteX1" fmla="*/ 32673 w 60316"/>
                <a:gd name="connsiteY1" fmla="*/ 68 h 110027"/>
                <a:gd name="connsiteX2" fmla="*/ 195 w 60316"/>
                <a:gd name="connsiteY2" fmla="*/ 10673 h 110027"/>
                <a:gd name="connsiteX3" fmla="*/ 195 w 60316"/>
                <a:gd name="connsiteY3" fmla="*/ 16638 h 110027"/>
                <a:gd name="connsiteX4" fmla="*/ 24222 w 60316"/>
                <a:gd name="connsiteY4" fmla="*/ 11998 h 110027"/>
                <a:gd name="connsiteX5" fmla="*/ 24222 w 60316"/>
                <a:gd name="connsiteY5" fmla="*/ 96508 h 110027"/>
                <a:gd name="connsiteX6" fmla="*/ 7651 w 60316"/>
                <a:gd name="connsiteY6" fmla="*/ 104130 h 110027"/>
                <a:gd name="connsiteX7" fmla="*/ 1354 w 60316"/>
                <a:gd name="connsiteY7" fmla="*/ 104130 h 110027"/>
                <a:gd name="connsiteX8" fmla="*/ 1354 w 60316"/>
                <a:gd name="connsiteY8" fmla="*/ 110095 h 110027"/>
                <a:gd name="connsiteX9" fmla="*/ 30850 w 60316"/>
                <a:gd name="connsiteY9" fmla="*/ 109433 h 110027"/>
                <a:gd name="connsiteX10" fmla="*/ 60511 w 60316"/>
                <a:gd name="connsiteY10" fmla="*/ 110095 h 110027"/>
                <a:gd name="connsiteX11" fmla="*/ 60511 w 60316"/>
                <a:gd name="connsiteY11" fmla="*/ 104130 h 110027"/>
                <a:gd name="connsiteX12" fmla="*/ 54214 w 60316"/>
                <a:gd name="connsiteY12" fmla="*/ 104130 h 110027"/>
                <a:gd name="connsiteX13" fmla="*/ 37644 w 60316"/>
                <a:gd name="connsiteY13" fmla="*/ 96508 h 110027"/>
                <a:gd name="connsiteX14" fmla="*/ 37644 w 60316"/>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644" y="4707"/>
                  </a:moveTo>
                  <a:cubicBezTo>
                    <a:pt x="37644" y="233"/>
                    <a:pt x="37312" y="68"/>
                    <a:pt x="32673" y="68"/>
                  </a:cubicBezTo>
                  <a:cubicBezTo>
                    <a:pt x="22068" y="10507"/>
                    <a:pt x="6988" y="10673"/>
                    <a:pt x="195" y="10673"/>
                  </a:cubicBezTo>
                  <a:lnTo>
                    <a:pt x="195" y="16638"/>
                  </a:lnTo>
                  <a:cubicBezTo>
                    <a:pt x="4171" y="16638"/>
                    <a:pt x="15108" y="16638"/>
                    <a:pt x="24222" y="11998"/>
                  </a:cubicBezTo>
                  <a:lnTo>
                    <a:pt x="24222" y="96508"/>
                  </a:lnTo>
                  <a:cubicBezTo>
                    <a:pt x="24222" y="101976"/>
                    <a:pt x="24222" y="104130"/>
                    <a:pt x="7651" y="104130"/>
                  </a:cubicBezTo>
                  <a:lnTo>
                    <a:pt x="1354" y="104130"/>
                  </a:lnTo>
                  <a:lnTo>
                    <a:pt x="1354" y="110095"/>
                  </a:lnTo>
                  <a:cubicBezTo>
                    <a:pt x="4337" y="109930"/>
                    <a:pt x="24719" y="109433"/>
                    <a:pt x="30850" y="109433"/>
                  </a:cubicBezTo>
                  <a:cubicBezTo>
                    <a:pt x="35987" y="109433"/>
                    <a:pt x="56865" y="109930"/>
                    <a:pt x="60511" y="110095"/>
                  </a:cubicBezTo>
                  <a:lnTo>
                    <a:pt x="60511" y="104130"/>
                  </a:lnTo>
                  <a:lnTo>
                    <a:pt x="54214" y="104130"/>
                  </a:lnTo>
                  <a:cubicBezTo>
                    <a:pt x="37644" y="104130"/>
                    <a:pt x="37644" y="101976"/>
                    <a:pt x="37644" y="96508"/>
                  </a:cubicBezTo>
                  <a:lnTo>
                    <a:pt x="37644"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2" name="Freeform: Shape 581">
              <a:extLst>
                <a:ext uri="{FF2B5EF4-FFF2-40B4-BE49-F238E27FC236}">
                  <a16:creationId xmlns:a16="http://schemas.microsoft.com/office/drawing/2014/main" id="{A5A5845C-6D5E-4E47-9162-9B767E010120}"/>
                </a:ext>
              </a:extLst>
            </p:cNvPr>
            <p:cNvSpPr/>
            <p:nvPr>
              <p:custDataLst>
                <p:tags r:id="rId153"/>
              </p:custDataLst>
            </p:nvPr>
          </p:nvSpPr>
          <p:spPr>
            <a:xfrm>
              <a:off x="9677832" y="5039271"/>
              <a:ext cx="117886" cy="107234"/>
            </a:xfrm>
            <a:custGeom>
              <a:avLst/>
              <a:gdLst>
                <a:gd name="connsiteX0" fmla="*/ 72399 w 117886"/>
                <a:gd name="connsiteY0" fmla="*/ 33207 h 107234"/>
                <a:gd name="connsiteX1" fmla="*/ 95834 w 117886"/>
                <a:gd name="connsiteY1" fmla="*/ 5274 h 107234"/>
                <a:gd name="connsiteX2" fmla="*/ 107670 w 117886"/>
                <a:gd name="connsiteY2" fmla="*/ 8351 h 107234"/>
                <a:gd name="connsiteX3" fmla="*/ 96308 w 117886"/>
                <a:gd name="connsiteY3" fmla="*/ 21134 h 107234"/>
                <a:gd name="connsiteX4" fmla="*/ 105303 w 117886"/>
                <a:gd name="connsiteY4" fmla="*/ 29420 h 107234"/>
                <a:gd name="connsiteX5" fmla="*/ 118086 w 117886"/>
                <a:gd name="connsiteY5" fmla="*/ 15690 h 107234"/>
                <a:gd name="connsiteX6" fmla="*/ 96071 w 117886"/>
                <a:gd name="connsiteY6" fmla="*/ 66 h 107234"/>
                <a:gd name="connsiteX7" fmla="*/ 71215 w 117886"/>
                <a:gd name="connsiteY7" fmla="*/ 18057 h 107234"/>
                <a:gd name="connsiteX8" fmla="*/ 45649 w 117886"/>
                <a:gd name="connsiteY8" fmla="*/ 66 h 107234"/>
                <a:gd name="connsiteX9" fmla="*/ 7537 w 117886"/>
                <a:gd name="connsiteY9" fmla="*/ 36521 h 107234"/>
                <a:gd name="connsiteX10" fmla="*/ 10378 w 117886"/>
                <a:gd name="connsiteY10" fmla="*/ 38888 h 107234"/>
                <a:gd name="connsiteX11" fmla="*/ 13455 w 117886"/>
                <a:gd name="connsiteY11" fmla="*/ 36284 h 107234"/>
                <a:gd name="connsiteX12" fmla="*/ 45176 w 117886"/>
                <a:gd name="connsiteY12" fmla="*/ 5274 h 107234"/>
                <a:gd name="connsiteX13" fmla="*/ 57959 w 117886"/>
                <a:gd name="connsiteY13" fmla="*/ 21134 h 107234"/>
                <a:gd name="connsiteX14" fmla="*/ 45176 w 117886"/>
                <a:gd name="connsiteY14" fmla="*/ 77474 h 107234"/>
                <a:gd name="connsiteX15" fmla="*/ 22687 w 117886"/>
                <a:gd name="connsiteY15" fmla="*/ 102093 h 107234"/>
                <a:gd name="connsiteX16" fmla="*/ 10851 w 117886"/>
                <a:gd name="connsiteY16" fmla="*/ 99015 h 107234"/>
                <a:gd name="connsiteX17" fmla="*/ 21977 w 117886"/>
                <a:gd name="connsiteY17" fmla="*/ 86232 h 107234"/>
                <a:gd name="connsiteX18" fmla="*/ 13219 w 117886"/>
                <a:gd name="connsiteY18" fmla="*/ 77947 h 107234"/>
                <a:gd name="connsiteX19" fmla="*/ 199 w 117886"/>
                <a:gd name="connsiteY19" fmla="*/ 91677 h 107234"/>
                <a:gd name="connsiteX20" fmla="*/ 22451 w 117886"/>
                <a:gd name="connsiteY20" fmla="*/ 107301 h 107234"/>
                <a:gd name="connsiteX21" fmla="*/ 47306 w 117886"/>
                <a:gd name="connsiteY21" fmla="*/ 89310 h 107234"/>
                <a:gd name="connsiteX22" fmla="*/ 72872 w 117886"/>
                <a:gd name="connsiteY22" fmla="*/ 107301 h 107234"/>
                <a:gd name="connsiteX23" fmla="*/ 110748 w 117886"/>
                <a:gd name="connsiteY23" fmla="*/ 70846 h 107234"/>
                <a:gd name="connsiteX24" fmla="*/ 107907 w 117886"/>
                <a:gd name="connsiteY24" fmla="*/ 68478 h 107234"/>
                <a:gd name="connsiteX25" fmla="*/ 104830 w 117886"/>
                <a:gd name="connsiteY25" fmla="*/ 71082 h 107234"/>
                <a:gd name="connsiteX26" fmla="*/ 73346 w 117886"/>
                <a:gd name="connsiteY26" fmla="*/ 102093 h 107234"/>
                <a:gd name="connsiteX27" fmla="*/ 60326 w 117886"/>
                <a:gd name="connsiteY27" fmla="*/ 86469 h 107234"/>
                <a:gd name="connsiteX28" fmla="*/ 64350 w 117886"/>
                <a:gd name="connsiteY28" fmla="*/ 65638 h 107234"/>
                <a:gd name="connsiteX29" fmla="*/ 72399 w 117886"/>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7886" h="107234">
                  <a:moveTo>
                    <a:pt x="72399" y="33207"/>
                  </a:moveTo>
                  <a:cubicBezTo>
                    <a:pt x="73819" y="27052"/>
                    <a:pt x="79264" y="5274"/>
                    <a:pt x="95834" y="5274"/>
                  </a:cubicBezTo>
                  <a:cubicBezTo>
                    <a:pt x="97018" y="5274"/>
                    <a:pt x="102699" y="5274"/>
                    <a:pt x="107670" y="8351"/>
                  </a:cubicBezTo>
                  <a:cubicBezTo>
                    <a:pt x="101042" y="9535"/>
                    <a:pt x="96308" y="15453"/>
                    <a:pt x="96308" y="21134"/>
                  </a:cubicBezTo>
                  <a:cubicBezTo>
                    <a:pt x="96308" y="24922"/>
                    <a:pt x="98912" y="29420"/>
                    <a:pt x="105303" y="29420"/>
                  </a:cubicBezTo>
                  <a:cubicBezTo>
                    <a:pt x="110511" y="29420"/>
                    <a:pt x="118086" y="25159"/>
                    <a:pt x="118086" y="15690"/>
                  </a:cubicBezTo>
                  <a:cubicBezTo>
                    <a:pt x="118086" y="3380"/>
                    <a:pt x="104119" y="66"/>
                    <a:pt x="96071" y="66"/>
                  </a:cubicBezTo>
                  <a:cubicBezTo>
                    <a:pt x="82341" y="66"/>
                    <a:pt x="74056" y="12612"/>
                    <a:pt x="71215" y="18057"/>
                  </a:cubicBezTo>
                  <a:cubicBezTo>
                    <a:pt x="65297" y="2433"/>
                    <a:pt x="52514" y="66"/>
                    <a:pt x="45649" y="66"/>
                  </a:cubicBezTo>
                  <a:cubicBezTo>
                    <a:pt x="21030" y="66"/>
                    <a:pt x="7537" y="30603"/>
                    <a:pt x="7537" y="36521"/>
                  </a:cubicBezTo>
                  <a:cubicBezTo>
                    <a:pt x="7537" y="38888"/>
                    <a:pt x="9905" y="38888"/>
                    <a:pt x="10378" y="38888"/>
                  </a:cubicBezTo>
                  <a:cubicBezTo>
                    <a:pt x="12272" y="38888"/>
                    <a:pt x="12982" y="38415"/>
                    <a:pt x="13455" y="36284"/>
                  </a:cubicBezTo>
                  <a:cubicBezTo>
                    <a:pt x="21504" y="11192"/>
                    <a:pt x="37127" y="5274"/>
                    <a:pt x="45176" y="5274"/>
                  </a:cubicBezTo>
                  <a:cubicBezTo>
                    <a:pt x="49674" y="5274"/>
                    <a:pt x="57959" y="7405"/>
                    <a:pt x="57959" y="21134"/>
                  </a:cubicBezTo>
                  <a:cubicBezTo>
                    <a:pt x="57959" y="28473"/>
                    <a:pt x="53935" y="44333"/>
                    <a:pt x="45176" y="77474"/>
                  </a:cubicBezTo>
                  <a:cubicBezTo>
                    <a:pt x="41388" y="92151"/>
                    <a:pt x="33103" y="102093"/>
                    <a:pt x="22687" y="102093"/>
                  </a:cubicBezTo>
                  <a:cubicBezTo>
                    <a:pt x="21267" y="102093"/>
                    <a:pt x="15823" y="102093"/>
                    <a:pt x="10851" y="99015"/>
                  </a:cubicBezTo>
                  <a:cubicBezTo>
                    <a:pt x="16769" y="97832"/>
                    <a:pt x="21977" y="92861"/>
                    <a:pt x="21977" y="86232"/>
                  </a:cubicBezTo>
                  <a:cubicBezTo>
                    <a:pt x="21977" y="79841"/>
                    <a:pt x="16769" y="77947"/>
                    <a:pt x="13219" y="77947"/>
                  </a:cubicBezTo>
                  <a:cubicBezTo>
                    <a:pt x="6117" y="77947"/>
                    <a:pt x="199" y="84102"/>
                    <a:pt x="199" y="91677"/>
                  </a:cubicBezTo>
                  <a:cubicBezTo>
                    <a:pt x="199" y="102566"/>
                    <a:pt x="12035" y="107301"/>
                    <a:pt x="22451" y="107301"/>
                  </a:cubicBezTo>
                  <a:cubicBezTo>
                    <a:pt x="38074" y="107301"/>
                    <a:pt x="46596" y="90730"/>
                    <a:pt x="47306" y="89310"/>
                  </a:cubicBezTo>
                  <a:cubicBezTo>
                    <a:pt x="50147" y="98069"/>
                    <a:pt x="58669" y="107301"/>
                    <a:pt x="72872" y="107301"/>
                  </a:cubicBezTo>
                  <a:cubicBezTo>
                    <a:pt x="97254" y="107301"/>
                    <a:pt x="110748" y="76764"/>
                    <a:pt x="110748" y="70846"/>
                  </a:cubicBezTo>
                  <a:cubicBezTo>
                    <a:pt x="110748" y="68478"/>
                    <a:pt x="108617" y="68478"/>
                    <a:pt x="107907" y="68478"/>
                  </a:cubicBezTo>
                  <a:cubicBezTo>
                    <a:pt x="105776" y="68478"/>
                    <a:pt x="105303" y="69425"/>
                    <a:pt x="104830" y="71082"/>
                  </a:cubicBezTo>
                  <a:cubicBezTo>
                    <a:pt x="97018" y="96411"/>
                    <a:pt x="80921" y="102093"/>
                    <a:pt x="73346" y="102093"/>
                  </a:cubicBezTo>
                  <a:cubicBezTo>
                    <a:pt x="64114" y="102093"/>
                    <a:pt x="60326" y="94518"/>
                    <a:pt x="60326" y="86469"/>
                  </a:cubicBezTo>
                  <a:cubicBezTo>
                    <a:pt x="60326" y="81261"/>
                    <a:pt x="61746" y="76054"/>
                    <a:pt x="64350" y="65638"/>
                  </a:cubicBezTo>
                  <a:lnTo>
                    <a:pt x="72399"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3" name="Freeform: Shape 582">
              <a:extLst>
                <a:ext uri="{FF2B5EF4-FFF2-40B4-BE49-F238E27FC236}">
                  <a16:creationId xmlns:a16="http://schemas.microsoft.com/office/drawing/2014/main" id="{83E2A7B2-5ED0-F767-D027-4FAF9FFE29A4}"/>
                </a:ext>
              </a:extLst>
            </p:cNvPr>
            <p:cNvSpPr/>
            <p:nvPr>
              <p:custDataLst>
                <p:tags r:id="rId154"/>
              </p:custDataLst>
            </p:nvPr>
          </p:nvSpPr>
          <p:spPr>
            <a:xfrm>
              <a:off x="9814048" y="5069548"/>
              <a:ext cx="50208" cy="111518"/>
            </a:xfrm>
            <a:custGeom>
              <a:avLst/>
              <a:gdLst>
                <a:gd name="connsiteX0" fmla="*/ 46105 w 50208"/>
                <a:gd name="connsiteY0" fmla="*/ 6365 h 111518"/>
                <a:gd name="connsiteX1" fmla="*/ 39477 w 50208"/>
                <a:gd name="connsiteY1" fmla="*/ 68 h 111518"/>
                <a:gd name="connsiteX2" fmla="*/ 30197 w 50208"/>
                <a:gd name="connsiteY2" fmla="*/ 9181 h 111518"/>
                <a:gd name="connsiteX3" fmla="*/ 36825 w 50208"/>
                <a:gd name="connsiteY3" fmla="*/ 15478 h 111518"/>
                <a:gd name="connsiteX4" fmla="*/ 46105 w 50208"/>
                <a:gd name="connsiteY4" fmla="*/ 6365 h 111518"/>
                <a:gd name="connsiteX5" fmla="*/ 12301 w 50208"/>
                <a:gd name="connsiteY5" fmla="*/ 90542 h 111518"/>
                <a:gd name="connsiteX6" fmla="*/ 10810 w 50208"/>
                <a:gd name="connsiteY6" fmla="*/ 97502 h 111518"/>
                <a:gd name="connsiteX7" fmla="*/ 26552 w 50208"/>
                <a:gd name="connsiteY7" fmla="*/ 111587 h 111518"/>
                <a:gd name="connsiteX8" fmla="*/ 50413 w 50208"/>
                <a:gd name="connsiteY8" fmla="*/ 86234 h 111518"/>
                <a:gd name="connsiteX9" fmla="*/ 47762 w 50208"/>
                <a:gd name="connsiteY9" fmla="*/ 84080 h 111518"/>
                <a:gd name="connsiteX10" fmla="*/ 44613 w 50208"/>
                <a:gd name="connsiteY10" fmla="*/ 86897 h 111518"/>
                <a:gd name="connsiteX11" fmla="*/ 27049 w 50208"/>
                <a:gd name="connsiteY11" fmla="*/ 106947 h 111518"/>
                <a:gd name="connsiteX12" fmla="*/ 22906 w 50208"/>
                <a:gd name="connsiteY12" fmla="*/ 101147 h 111518"/>
                <a:gd name="connsiteX13" fmla="*/ 25557 w 50208"/>
                <a:gd name="connsiteY13" fmla="*/ 90542 h 111518"/>
                <a:gd name="connsiteX14" fmla="*/ 30860 w 50208"/>
                <a:gd name="connsiteY14" fmla="*/ 77286 h 111518"/>
                <a:gd name="connsiteX15" fmla="*/ 38980 w 50208"/>
                <a:gd name="connsiteY15" fmla="*/ 56242 h 111518"/>
                <a:gd name="connsiteX16" fmla="*/ 39974 w 50208"/>
                <a:gd name="connsiteY16" fmla="*/ 50939 h 111518"/>
                <a:gd name="connsiteX17" fmla="*/ 24232 w 50208"/>
                <a:gd name="connsiteY17" fmla="*/ 36854 h 111518"/>
                <a:gd name="connsiteX18" fmla="*/ 205 w 50208"/>
                <a:gd name="connsiteY18" fmla="*/ 62207 h 111518"/>
                <a:gd name="connsiteX19" fmla="*/ 3022 w 50208"/>
                <a:gd name="connsiteY19" fmla="*/ 64361 h 111518"/>
                <a:gd name="connsiteX20" fmla="*/ 6004 w 50208"/>
                <a:gd name="connsiteY20" fmla="*/ 61710 h 111518"/>
                <a:gd name="connsiteX21" fmla="*/ 23735 w 50208"/>
                <a:gd name="connsiteY21" fmla="*/ 41494 h 111518"/>
                <a:gd name="connsiteX22" fmla="*/ 27877 w 50208"/>
                <a:gd name="connsiteY22" fmla="*/ 47293 h 111518"/>
                <a:gd name="connsiteX23" fmla="*/ 22740 w 50208"/>
                <a:gd name="connsiteY23" fmla="*/ 63864 h 111518"/>
                <a:gd name="connsiteX24" fmla="*/ 12301 w 50208"/>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08" h="111518">
                  <a:moveTo>
                    <a:pt x="46105" y="6365"/>
                  </a:moveTo>
                  <a:cubicBezTo>
                    <a:pt x="46105" y="3713"/>
                    <a:pt x="44116" y="68"/>
                    <a:pt x="39477" y="68"/>
                  </a:cubicBezTo>
                  <a:cubicBezTo>
                    <a:pt x="35003" y="68"/>
                    <a:pt x="30197" y="4376"/>
                    <a:pt x="30197" y="9181"/>
                  </a:cubicBezTo>
                  <a:cubicBezTo>
                    <a:pt x="30197" y="11998"/>
                    <a:pt x="32351" y="15478"/>
                    <a:pt x="36825" y="15478"/>
                  </a:cubicBezTo>
                  <a:cubicBezTo>
                    <a:pt x="41631" y="15478"/>
                    <a:pt x="46105" y="10839"/>
                    <a:pt x="46105" y="6365"/>
                  </a:cubicBezTo>
                  <a:close/>
                  <a:moveTo>
                    <a:pt x="12301" y="90542"/>
                  </a:moveTo>
                  <a:cubicBezTo>
                    <a:pt x="11638" y="92696"/>
                    <a:pt x="10810" y="94685"/>
                    <a:pt x="10810" y="97502"/>
                  </a:cubicBezTo>
                  <a:cubicBezTo>
                    <a:pt x="10810" y="105290"/>
                    <a:pt x="17438" y="111587"/>
                    <a:pt x="26552" y="111587"/>
                  </a:cubicBezTo>
                  <a:cubicBezTo>
                    <a:pt x="43122" y="111587"/>
                    <a:pt x="50413" y="88720"/>
                    <a:pt x="50413" y="86234"/>
                  </a:cubicBezTo>
                  <a:cubicBezTo>
                    <a:pt x="50413" y="84080"/>
                    <a:pt x="48259" y="84080"/>
                    <a:pt x="47762" y="84080"/>
                  </a:cubicBezTo>
                  <a:cubicBezTo>
                    <a:pt x="45442" y="84080"/>
                    <a:pt x="45276" y="85074"/>
                    <a:pt x="44613" y="86897"/>
                  </a:cubicBezTo>
                  <a:cubicBezTo>
                    <a:pt x="40802" y="100153"/>
                    <a:pt x="33511" y="106947"/>
                    <a:pt x="27049" y="106947"/>
                  </a:cubicBezTo>
                  <a:cubicBezTo>
                    <a:pt x="23735" y="106947"/>
                    <a:pt x="22906" y="104793"/>
                    <a:pt x="22906" y="101147"/>
                  </a:cubicBezTo>
                  <a:cubicBezTo>
                    <a:pt x="22906" y="97336"/>
                    <a:pt x="24066" y="94188"/>
                    <a:pt x="25557" y="90542"/>
                  </a:cubicBezTo>
                  <a:cubicBezTo>
                    <a:pt x="27215" y="86068"/>
                    <a:pt x="29037" y="81594"/>
                    <a:pt x="30860" y="77286"/>
                  </a:cubicBezTo>
                  <a:cubicBezTo>
                    <a:pt x="32351" y="73309"/>
                    <a:pt x="38317" y="58230"/>
                    <a:pt x="38980" y="56242"/>
                  </a:cubicBezTo>
                  <a:cubicBezTo>
                    <a:pt x="39477" y="54584"/>
                    <a:pt x="39974" y="52596"/>
                    <a:pt x="39974" y="50939"/>
                  </a:cubicBezTo>
                  <a:cubicBezTo>
                    <a:pt x="39974" y="43151"/>
                    <a:pt x="33346" y="36854"/>
                    <a:pt x="24232" y="36854"/>
                  </a:cubicBezTo>
                  <a:cubicBezTo>
                    <a:pt x="7827" y="36854"/>
                    <a:pt x="205" y="59390"/>
                    <a:pt x="205" y="62207"/>
                  </a:cubicBezTo>
                  <a:cubicBezTo>
                    <a:pt x="205" y="64361"/>
                    <a:pt x="2525" y="64361"/>
                    <a:pt x="3022" y="64361"/>
                  </a:cubicBezTo>
                  <a:cubicBezTo>
                    <a:pt x="5342" y="64361"/>
                    <a:pt x="5507" y="63533"/>
                    <a:pt x="6004" y="61710"/>
                  </a:cubicBezTo>
                  <a:cubicBezTo>
                    <a:pt x="10313" y="47459"/>
                    <a:pt x="17604" y="41494"/>
                    <a:pt x="23735" y="41494"/>
                  </a:cubicBezTo>
                  <a:cubicBezTo>
                    <a:pt x="26386" y="41494"/>
                    <a:pt x="27877" y="42819"/>
                    <a:pt x="27877" y="47293"/>
                  </a:cubicBezTo>
                  <a:cubicBezTo>
                    <a:pt x="27877" y="51105"/>
                    <a:pt x="26883" y="53590"/>
                    <a:pt x="22740" y="63864"/>
                  </a:cubicBezTo>
                  <a:lnTo>
                    <a:pt x="1230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4" name="Freeform: Shape 583">
              <a:extLst>
                <a:ext uri="{FF2B5EF4-FFF2-40B4-BE49-F238E27FC236}">
                  <a16:creationId xmlns:a16="http://schemas.microsoft.com/office/drawing/2014/main" id="{A97D37F2-028F-F06C-1358-344A9E2649BD}"/>
                </a:ext>
              </a:extLst>
            </p:cNvPr>
            <p:cNvSpPr/>
            <p:nvPr>
              <p:custDataLst>
                <p:tags r:id="rId155"/>
              </p:custDataLst>
            </p:nvPr>
          </p:nvSpPr>
          <p:spPr>
            <a:xfrm>
              <a:off x="9898564" y="4966362"/>
              <a:ext cx="54919" cy="236720"/>
            </a:xfrm>
            <a:custGeom>
              <a:avLst/>
              <a:gdLst>
                <a:gd name="connsiteX0" fmla="*/ 55127 w 54919"/>
                <a:gd name="connsiteY0" fmla="*/ 118426 h 236720"/>
                <a:gd name="connsiteX1" fmla="*/ 39504 w 54919"/>
                <a:gd name="connsiteY1" fmla="*/ 44570 h 236720"/>
                <a:gd name="connsiteX2" fmla="*/ 2575 w 54919"/>
                <a:gd name="connsiteY2" fmla="*/ 66 h 236720"/>
                <a:gd name="connsiteX3" fmla="*/ 208 w 54919"/>
                <a:gd name="connsiteY3" fmla="*/ 2433 h 236720"/>
                <a:gd name="connsiteX4" fmla="*/ 4706 w 54919"/>
                <a:gd name="connsiteY4" fmla="*/ 7878 h 236720"/>
                <a:gd name="connsiteX5" fmla="*/ 41397 w 54919"/>
                <a:gd name="connsiteY5" fmla="*/ 118426 h 236720"/>
                <a:gd name="connsiteX6" fmla="*/ 3285 w 54919"/>
                <a:gd name="connsiteY6" fmla="*/ 230395 h 236720"/>
                <a:gd name="connsiteX7" fmla="*/ 208 w 54919"/>
                <a:gd name="connsiteY7" fmla="*/ 234419 h 236720"/>
                <a:gd name="connsiteX8" fmla="*/ 2575 w 54919"/>
                <a:gd name="connsiteY8" fmla="*/ 236787 h 236720"/>
                <a:gd name="connsiteX9" fmla="*/ 40214 w 54919"/>
                <a:gd name="connsiteY9" fmla="*/ 190626 h 236720"/>
                <a:gd name="connsiteX10" fmla="*/ 55127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127" y="118426"/>
                  </a:moveTo>
                  <a:cubicBezTo>
                    <a:pt x="55127" y="99962"/>
                    <a:pt x="52523" y="71319"/>
                    <a:pt x="39504" y="44570"/>
                  </a:cubicBezTo>
                  <a:cubicBezTo>
                    <a:pt x="25300" y="15453"/>
                    <a:pt x="4942" y="66"/>
                    <a:pt x="2575" y="66"/>
                  </a:cubicBezTo>
                  <a:cubicBezTo>
                    <a:pt x="1155" y="66"/>
                    <a:pt x="208" y="1013"/>
                    <a:pt x="208" y="2433"/>
                  </a:cubicBezTo>
                  <a:cubicBezTo>
                    <a:pt x="208" y="3144"/>
                    <a:pt x="208" y="3617"/>
                    <a:pt x="4706" y="7878"/>
                  </a:cubicBezTo>
                  <a:cubicBezTo>
                    <a:pt x="27904" y="31313"/>
                    <a:pt x="41397" y="68952"/>
                    <a:pt x="41397" y="118426"/>
                  </a:cubicBezTo>
                  <a:cubicBezTo>
                    <a:pt x="41397" y="158906"/>
                    <a:pt x="32639" y="200568"/>
                    <a:pt x="3285" y="230395"/>
                  </a:cubicBezTo>
                  <a:cubicBezTo>
                    <a:pt x="208" y="233236"/>
                    <a:pt x="208" y="233709"/>
                    <a:pt x="208" y="234419"/>
                  </a:cubicBezTo>
                  <a:cubicBezTo>
                    <a:pt x="208" y="235840"/>
                    <a:pt x="1155" y="236787"/>
                    <a:pt x="2575" y="236787"/>
                  </a:cubicBezTo>
                  <a:cubicBezTo>
                    <a:pt x="4942" y="236787"/>
                    <a:pt x="26247" y="220690"/>
                    <a:pt x="40214" y="190626"/>
                  </a:cubicBezTo>
                  <a:cubicBezTo>
                    <a:pt x="52287" y="164587"/>
                    <a:pt x="55127" y="138311"/>
                    <a:pt x="5512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5" name="Freeform: Shape 584">
              <a:extLst>
                <a:ext uri="{FF2B5EF4-FFF2-40B4-BE49-F238E27FC236}">
                  <a16:creationId xmlns:a16="http://schemas.microsoft.com/office/drawing/2014/main" id="{9B805FD6-954C-5264-9C45-8436F34C61E1}"/>
                </a:ext>
              </a:extLst>
            </p:cNvPr>
            <p:cNvSpPr/>
            <p:nvPr>
              <p:custDataLst>
                <p:tags r:id="rId156"/>
              </p:custDataLst>
            </p:nvPr>
          </p:nvSpPr>
          <p:spPr>
            <a:xfrm>
              <a:off x="9990622" y="4966362"/>
              <a:ext cx="54919" cy="236720"/>
            </a:xfrm>
            <a:custGeom>
              <a:avLst/>
              <a:gdLst>
                <a:gd name="connsiteX0" fmla="*/ 55131 w 54919"/>
                <a:gd name="connsiteY0" fmla="*/ 118426 h 236720"/>
                <a:gd name="connsiteX1" fmla="*/ 39508 w 54919"/>
                <a:gd name="connsiteY1" fmla="*/ 44570 h 236720"/>
                <a:gd name="connsiteX2" fmla="*/ 2579 w 54919"/>
                <a:gd name="connsiteY2" fmla="*/ 66 h 236720"/>
                <a:gd name="connsiteX3" fmla="*/ 212 w 54919"/>
                <a:gd name="connsiteY3" fmla="*/ 2433 h 236720"/>
                <a:gd name="connsiteX4" fmla="*/ 4710 w 54919"/>
                <a:gd name="connsiteY4" fmla="*/ 7878 h 236720"/>
                <a:gd name="connsiteX5" fmla="*/ 41401 w 54919"/>
                <a:gd name="connsiteY5" fmla="*/ 118426 h 236720"/>
                <a:gd name="connsiteX6" fmla="*/ 3289 w 54919"/>
                <a:gd name="connsiteY6" fmla="*/ 230395 h 236720"/>
                <a:gd name="connsiteX7" fmla="*/ 212 w 54919"/>
                <a:gd name="connsiteY7" fmla="*/ 234419 h 236720"/>
                <a:gd name="connsiteX8" fmla="*/ 2579 w 54919"/>
                <a:gd name="connsiteY8" fmla="*/ 236787 h 236720"/>
                <a:gd name="connsiteX9" fmla="*/ 40218 w 54919"/>
                <a:gd name="connsiteY9" fmla="*/ 190626 h 236720"/>
                <a:gd name="connsiteX10" fmla="*/ 55131 w 54919"/>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919" h="236720">
                  <a:moveTo>
                    <a:pt x="55131" y="118426"/>
                  </a:moveTo>
                  <a:cubicBezTo>
                    <a:pt x="55131" y="99962"/>
                    <a:pt x="52527" y="71319"/>
                    <a:pt x="39508" y="44570"/>
                  </a:cubicBezTo>
                  <a:cubicBezTo>
                    <a:pt x="25304" y="15453"/>
                    <a:pt x="4946" y="66"/>
                    <a:pt x="2579" y="66"/>
                  </a:cubicBezTo>
                  <a:cubicBezTo>
                    <a:pt x="1159" y="66"/>
                    <a:pt x="212" y="1013"/>
                    <a:pt x="212" y="2433"/>
                  </a:cubicBezTo>
                  <a:cubicBezTo>
                    <a:pt x="212" y="3144"/>
                    <a:pt x="212" y="3617"/>
                    <a:pt x="4710" y="7878"/>
                  </a:cubicBezTo>
                  <a:cubicBezTo>
                    <a:pt x="27908" y="31313"/>
                    <a:pt x="41401" y="68952"/>
                    <a:pt x="41401" y="118426"/>
                  </a:cubicBezTo>
                  <a:cubicBezTo>
                    <a:pt x="41401" y="158906"/>
                    <a:pt x="32643" y="200568"/>
                    <a:pt x="3289" y="230395"/>
                  </a:cubicBezTo>
                  <a:cubicBezTo>
                    <a:pt x="212" y="233236"/>
                    <a:pt x="212" y="233709"/>
                    <a:pt x="212" y="234419"/>
                  </a:cubicBezTo>
                  <a:cubicBezTo>
                    <a:pt x="212" y="235840"/>
                    <a:pt x="1159" y="236787"/>
                    <a:pt x="2579" y="236787"/>
                  </a:cubicBezTo>
                  <a:cubicBezTo>
                    <a:pt x="4946" y="236787"/>
                    <a:pt x="26251" y="220690"/>
                    <a:pt x="40218" y="190626"/>
                  </a:cubicBezTo>
                  <a:cubicBezTo>
                    <a:pt x="52290" y="164587"/>
                    <a:pt x="55131" y="138311"/>
                    <a:pt x="55131"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6" name="Freeform: Shape 585">
              <a:extLst>
                <a:ext uri="{FF2B5EF4-FFF2-40B4-BE49-F238E27FC236}">
                  <a16:creationId xmlns:a16="http://schemas.microsoft.com/office/drawing/2014/main" id="{146F5199-74B7-6AA8-FB2F-9F86AFEF2B9F}"/>
                </a:ext>
              </a:extLst>
            </p:cNvPr>
            <p:cNvSpPr/>
            <p:nvPr>
              <p:custDataLst>
                <p:tags r:id="rId157"/>
              </p:custDataLst>
            </p:nvPr>
          </p:nvSpPr>
          <p:spPr>
            <a:xfrm>
              <a:off x="10148198" y="5057026"/>
              <a:ext cx="157419" cy="55392"/>
            </a:xfrm>
            <a:custGeom>
              <a:avLst/>
              <a:gdLst>
                <a:gd name="connsiteX0" fmla="*/ 149589 w 157419"/>
                <a:gd name="connsiteY0" fmla="*/ 9535 h 55392"/>
                <a:gd name="connsiteX1" fmla="*/ 157638 w 157419"/>
                <a:gd name="connsiteY1" fmla="*/ 4801 h 55392"/>
                <a:gd name="connsiteX2" fmla="*/ 149826 w 157419"/>
                <a:gd name="connsiteY2" fmla="*/ 66 h 55392"/>
                <a:gd name="connsiteX3" fmla="*/ 8030 w 157419"/>
                <a:gd name="connsiteY3" fmla="*/ 66 h 55392"/>
                <a:gd name="connsiteX4" fmla="*/ 219 w 157419"/>
                <a:gd name="connsiteY4" fmla="*/ 4801 h 55392"/>
                <a:gd name="connsiteX5" fmla="*/ 8267 w 157419"/>
                <a:gd name="connsiteY5" fmla="*/ 9535 h 55392"/>
                <a:gd name="connsiteX6" fmla="*/ 149589 w 157419"/>
                <a:gd name="connsiteY6" fmla="*/ 9535 h 55392"/>
                <a:gd name="connsiteX7" fmla="*/ 149826 w 157419"/>
                <a:gd name="connsiteY7" fmla="*/ 55459 h 55392"/>
                <a:gd name="connsiteX8" fmla="*/ 157638 w 157419"/>
                <a:gd name="connsiteY8" fmla="*/ 50724 h 55392"/>
                <a:gd name="connsiteX9" fmla="*/ 149589 w 157419"/>
                <a:gd name="connsiteY9" fmla="*/ 45990 h 55392"/>
                <a:gd name="connsiteX10" fmla="*/ 8267 w 157419"/>
                <a:gd name="connsiteY10" fmla="*/ 45990 h 55392"/>
                <a:gd name="connsiteX11" fmla="*/ 219 w 157419"/>
                <a:gd name="connsiteY11" fmla="*/ 50724 h 55392"/>
                <a:gd name="connsiteX12" fmla="*/ 8030 w 157419"/>
                <a:gd name="connsiteY12" fmla="*/ 55459 h 55392"/>
                <a:gd name="connsiteX13" fmla="*/ 149826 w 157419"/>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5392">
                  <a:moveTo>
                    <a:pt x="149589" y="9535"/>
                  </a:moveTo>
                  <a:cubicBezTo>
                    <a:pt x="153140" y="9535"/>
                    <a:pt x="157638" y="9535"/>
                    <a:pt x="157638" y="4801"/>
                  </a:cubicBezTo>
                  <a:cubicBezTo>
                    <a:pt x="157638" y="66"/>
                    <a:pt x="153140" y="66"/>
                    <a:pt x="149826" y="66"/>
                  </a:cubicBezTo>
                  <a:lnTo>
                    <a:pt x="8030" y="66"/>
                  </a:lnTo>
                  <a:cubicBezTo>
                    <a:pt x="4716" y="66"/>
                    <a:pt x="219" y="66"/>
                    <a:pt x="219" y="4801"/>
                  </a:cubicBezTo>
                  <a:cubicBezTo>
                    <a:pt x="219" y="9535"/>
                    <a:pt x="4716" y="9535"/>
                    <a:pt x="8267" y="9535"/>
                  </a:cubicBezTo>
                  <a:lnTo>
                    <a:pt x="149589" y="9535"/>
                  </a:lnTo>
                  <a:close/>
                  <a:moveTo>
                    <a:pt x="149826" y="55459"/>
                  </a:moveTo>
                  <a:cubicBezTo>
                    <a:pt x="153140" y="55459"/>
                    <a:pt x="157638" y="55459"/>
                    <a:pt x="157638" y="50724"/>
                  </a:cubicBezTo>
                  <a:cubicBezTo>
                    <a:pt x="157638" y="45990"/>
                    <a:pt x="153140" y="45990"/>
                    <a:pt x="149589" y="45990"/>
                  </a:cubicBezTo>
                  <a:lnTo>
                    <a:pt x="8267" y="45990"/>
                  </a:lnTo>
                  <a:cubicBezTo>
                    <a:pt x="4716" y="45990"/>
                    <a:pt x="219" y="45990"/>
                    <a:pt x="219" y="50724"/>
                  </a:cubicBezTo>
                  <a:cubicBezTo>
                    <a:pt x="219" y="55459"/>
                    <a:pt x="4716" y="55459"/>
                    <a:pt x="8030" y="55459"/>
                  </a:cubicBezTo>
                  <a:lnTo>
                    <a:pt x="149826"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87" name="Freeform: Shape 586">
              <a:extLst>
                <a:ext uri="{FF2B5EF4-FFF2-40B4-BE49-F238E27FC236}">
                  <a16:creationId xmlns:a16="http://schemas.microsoft.com/office/drawing/2014/main" id="{A4E3F189-C28F-DF61-433C-8BC5A7E96300}"/>
                </a:ext>
              </a:extLst>
            </p:cNvPr>
            <p:cNvSpPr/>
            <p:nvPr>
              <p:custDataLst>
                <p:tags r:id="rId158"/>
              </p:custDataLst>
            </p:nvPr>
          </p:nvSpPr>
          <p:spPr>
            <a:xfrm>
              <a:off x="10394044" y="4986246"/>
              <a:ext cx="99659" cy="162863"/>
            </a:xfrm>
            <a:custGeom>
              <a:avLst/>
              <a:gdLst>
                <a:gd name="connsiteX0" fmla="*/ 99888 w 99659"/>
                <a:gd name="connsiteY0" fmla="*/ 81972 h 162863"/>
                <a:gd name="connsiteX1" fmla="*/ 90420 w 99659"/>
                <a:gd name="connsiteY1" fmla="*/ 26579 h 162863"/>
                <a:gd name="connsiteX2" fmla="*/ 50177 w 99659"/>
                <a:gd name="connsiteY2" fmla="*/ 66 h 162863"/>
                <a:gd name="connsiteX3" fmla="*/ 8988 w 99659"/>
                <a:gd name="connsiteY3" fmla="*/ 28236 h 162863"/>
                <a:gd name="connsiteX4" fmla="*/ 229 w 99659"/>
                <a:gd name="connsiteY4" fmla="*/ 81972 h 162863"/>
                <a:gd name="connsiteX5" fmla="*/ 10881 w 99659"/>
                <a:gd name="connsiteY5" fmla="*/ 139021 h 162863"/>
                <a:gd name="connsiteX6" fmla="*/ 49940 w 99659"/>
                <a:gd name="connsiteY6" fmla="*/ 162930 h 162863"/>
                <a:gd name="connsiteX7" fmla="*/ 91130 w 99659"/>
                <a:gd name="connsiteY7" fmla="*/ 135470 h 162863"/>
                <a:gd name="connsiteX8" fmla="*/ 99888 w 99659"/>
                <a:gd name="connsiteY8" fmla="*/ 81972 h 162863"/>
                <a:gd name="connsiteX9" fmla="*/ 49940 w 99659"/>
                <a:gd name="connsiteY9" fmla="*/ 157722 h 162863"/>
                <a:gd name="connsiteX10" fmla="*/ 22481 w 99659"/>
                <a:gd name="connsiteY10" fmla="*/ 129079 h 162863"/>
                <a:gd name="connsiteX11" fmla="*/ 19877 w 99659"/>
                <a:gd name="connsiteY11" fmla="*/ 79131 h 162863"/>
                <a:gd name="connsiteX12" fmla="*/ 21771 w 99659"/>
                <a:gd name="connsiteY12" fmla="*/ 35574 h 162863"/>
                <a:gd name="connsiteX13" fmla="*/ 49940 w 99659"/>
                <a:gd name="connsiteY13" fmla="*/ 5274 h 162863"/>
                <a:gd name="connsiteX14" fmla="*/ 77873 w 99659"/>
                <a:gd name="connsiteY14" fmla="*/ 32970 h 162863"/>
                <a:gd name="connsiteX15" fmla="*/ 80241 w 99659"/>
                <a:gd name="connsiteY15" fmla="*/ 79131 h 162863"/>
                <a:gd name="connsiteX16" fmla="*/ 77637 w 99659"/>
                <a:gd name="connsiteY16" fmla="*/ 128132 h 162863"/>
                <a:gd name="connsiteX17" fmla="*/ 49940 w 99659"/>
                <a:gd name="connsiteY17" fmla="*/ 157722 h 16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59" h="162863">
                  <a:moveTo>
                    <a:pt x="99888" y="81972"/>
                  </a:moveTo>
                  <a:cubicBezTo>
                    <a:pt x="99888" y="63034"/>
                    <a:pt x="98705" y="44096"/>
                    <a:pt x="90420" y="26579"/>
                  </a:cubicBezTo>
                  <a:cubicBezTo>
                    <a:pt x="79530" y="3854"/>
                    <a:pt x="60119" y="66"/>
                    <a:pt x="50177" y="66"/>
                  </a:cubicBezTo>
                  <a:cubicBezTo>
                    <a:pt x="35974" y="66"/>
                    <a:pt x="18693" y="6221"/>
                    <a:pt x="8988" y="28236"/>
                  </a:cubicBezTo>
                  <a:cubicBezTo>
                    <a:pt x="1413" y="44570"/>
                    <a:pt x="229" y="63034"/>
                    <a:pt x="229" y="81972"/>
                  </a:cubicBezTo>
                  <a:cubicBezTo>
                    <a:pt x="229" y="99726"/>
                    <a:pt x="1176" y="121030"/>
                    <a:pt x="10881" y="139021"/>
                  </a:cubicBezTo>
                  <a:cubicBezTo>
                    <a:pt x="21060" y="158195"/>
                    <a:pt x="38341" y="162930"/>
                    <a:pt x="49940" y="162930"/>
                  </a:cubicBezTo>
                  <a:cubicBezTo>
                    <a:pt x="62723" y="162930"/>
                    <a:pt x="80714" y="157959"/>
                    <a:pt x="91130" y="135470"/>
                  </a:cubicBezTo>
                  <a:cubicBezTo>
                    <a:pt x="98705" y="119137"/>
                    <a:pt x="99888" y="100672"/>
                    <a:pt x="99888" y="81972"/>
                  </a:cubicBezTo>
                  <a:close/>
                  <a:moveTo>
                    <a:pt x="49940" y="157722"/>
                  </a:moveTo>
                  <a:cubicBezTo>
                    <a:pt x="40708" y="157722"/>
                    <a:pt x="26742" y="151804"/>
                    <a:pt x="22481" y="129079"/>
                  </a:cubicBezTo>
                  <a:cubicBezTo>
                    <a:pt x="19877" y="114876"/>
                    <a:pt x="19877" y="93097"/>
                    <a:pt x="19877" y="79131"/>
                  </a:cubicBezTo>
                  <a:cubicBezTo>
                    <a:pt x="19877" y="63981"/>
                    <a:pt x="19877" y="48357"/>
                    <a:pt x="21771" y="35574"/>
                  </a:cubicBezTo>
                  <a:cubicBezTo>
                    <a:pt x="26268" y="7405"/>
                    <a:pt x="44022" y="5274"/>
                    <a:pt x="49940" y="5274"/>
                  </a:cubicBezTo>
                  <a:cubicBezTo>
                    <a:pt x="57752" y="5274"/>
                    <a:pt x="73376" y="9535"/>
                    <a:pt x="77873" y="32970"/>
                  </a:cubicBezTo>
                  <a:cubicBezTo>
                    <a:pt x="80241" y="46227"/>
                    <a:pt x="80241" y="64217"/>
                    <a:pt x="80241" y="79131"/>
                  </a:cubicBezTo>
                  <a:cubicBezTo>
                    <a:pt x="80241" y="96885"/>
                    <a:pt x="80241" y="112982"/>
                    <a:pt x="77637" y="128132"/>
                  </a:cubicBezTo>
                  <a:cubicBezTo>
                    <a:pt x="74086" y="150620"/>
                    <a:pt x="60593" y="157722"/>
                    <a:pt x="49940" y="15772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588" name="Group 587">
            <a:extLst>
              <a:ext uri="{FF2B5EF4-FFF2-40B4-BE49-F238E27FC236}">
                <a16:creationId xmlns:a16="http://schemas.microsoft.com/office/drawing/2014/main" id="{583F7289-9828-72A1-03DF-C210E089583E}"/>
              </a:ext>
            </a:extLst>
          </p:cNvPr>
          <p:cNvGrpSpPr>
            <a:grpSpLocks noChangeAspect="1"/>
          </p:cNvGrpSpPr>
          <p:nvPr>
            <p:custDataLst>
              <p:tags r:id="rId8"/>
            </p:custDataLst>
          </p:nvPr>
        </p:nvGrpSpPr>
        <p:grpSpPr>
          <a:xfrm>
            <a:off x="4262593" y="4314433"/>
            <a:ext cx="3672271" cy="507899"/>
            <a:chOff x="6807142" y="6077159"/>
            <a:chExt cx="3672271" cy="507899"/>
          </a:xfrm>
        </p:grpSpPr>
        <p:sp>
          <p:nvSpPr>
            <p:cNvPr id="589" name="Freeform: Shape 588">
              <a:extLst>
                <a:ext uri="{FF2B5EF4-FFF2-40B4-BE49-F238E27FC236}">
                  <a16:creationId xmlns:a16="http://schemas.microsoft.com/office/drawing/2014/main" id="{45314053-E093-5D2B-74DD-AABD5FECC057}"/>
                </a:ext>
              </a:extLst>
            </p:cNvPr>
            <p:cNvSpPr/>
            <p:nvPr>
              <p:custDataLst>
                <p:tags r:id="rId86"/>
              </p:custDataLst>
            </p:nvPr>
          </p:nvSpPr>
          <p:spPr>
            <a:xfrm>
              <a:off x="6836581" y="6171888"/>
              <a:ext cx="60413" cy="110027"/>
            </a:xfrm>
            <a:custGeom>
              <a:avLst/>
              <a:gdLst>
                <a:gd name="connsiteX0" fmla="*/ 37588 w 60413"/>
                <a:gd name="connsiteY0" fmla="*/ 4702 h 110027"/>
                <a:gd name="connsiteX1" fmla="*/ 32609 w 60413"/>
                <a:gd name="connsiteY1" fmla="*/ 62 h 110027"/>
                <a:gd name="connsiteX2" fmla="*/ 78 w 60413"/>
                <a:gd name="connsiteY2" fmla="*/ 10667 h 110027"/>
                <a:gd name="connsiteX3" fmla="*/ 78 w 60413"/>
                <a:gd name="connsiteY3" fmla="*/ 16633 h 110027"/>
                <a:gd name="connsiteX4" fmla="*/ 24144 w 60413"/>
                <a:gd name="connsiteY4" fmla="*/ 11993 h 110027"/>
                <a:gd name="connsiteX5" fmla="*/ 24144 w 60413"/>
                <a:gd name="connsiteY5" fmla="*/ 96502 h 110027"/>
                <a:gd name="connsiteX6" fmla="*/ 7547 w 60413"/>
                <a:gd name="connsiteY6" fmla="*/ 104125 h 110027"/>
                <a:gd name="connsiteX7" fmla="*/ 1240 w 60413"/>
                <a:gd name="connsiteY7" fmla="*/ 104125 h 110027"/>
                <a:gd name="connsiteX8" fmla="*/ 1240 w 60413"/>
                <a:gd name="connsiteY8" fmla="*/ 110090 h 110027"/>
                <a:gd name="connsiteX9" fmla="*/ 30783 w 60413"/>
                <a:gd name="connsiteY9" fmla="*/ 109427 h 110027"/>
                <a:gd name="connsiteX10" fmla="*/ 60492 w 60413"/>
                <a:gd name="connsiteY10" fmla="*/ 110090 h 110027"/>
                <a:gd name="connsiteX11" fmla="*/ 60492 w 60413"/>
                <a:gd name="connsiteY11" fmla="*/ 104125 h 110027"/>
                <a:gd name="connsiteX12" fmla="*/ 54185 w 60413"/>
                <a:gd name="connsiteY12" fmla="*/ 104125 h 110027"/>
                <a:gd name="connsiteX13" fmla="*/ 37588 w 60413"/>
                <a:gd name="connsiteY13" fmla="*/ 96502 h 110027"/>
                <a:gd name="connsiteX14" fmla="*/ 37588 w 60413"/>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588" y="4702"/>
                  </a:moveTo>
                  <a:cubicBezTo>
                    <a:pt x="37588" y="228"/>
                    <a:pt x="37256" y="62"/>
                    <a:pt x="32609" y="62"/>
                  </a:cubicBezTo>
                  <a:cubicBezTo>
                    <a:pt x="21987" y="10502"/>
                    <a:pt x="6883" y="10667"/>
                    <a:pt x="78" y="10667"/>
                  </a:cubicBezTo>
                  <a:lnTo>
                    <a:pt x="78" y="16633"/>
                  </a:lnTo>
                  <a:cubicBezTo>
                    <a:pt x="4062" y="16633"/>
                    <a:pt x="15016" y="16633"/>
                    <a:pt x="24144" y="11993"/>
                  </a:cubicBezTo>
                  <a:lnTo>
                    <a:pt x="24144" y="96502"/>
                  </a:lnTo>
                  <a:cubicBezTo>
                    <a:pt x="24144" y="101970"/>
                    <a:pt x="24144" y="104125"/>
                    <a:pt x="7547" y="104125"/>
                  </a:cubicBezTo>
                  <a:lnTo>
                    <a:pt x="1240" y="104125"/>
                  </a:lnTo>
                  <a:lnTo>
                    <a:pt x="1240" y="110090"/>
                  </a:lnTo>
                  <a:cubicBezTo>
                    <a:pt x="4228" y="109924"/>
                    <a:pt x="24642" y="109427"/>
                    <a:pt x="30783" y="109427"/>
                  </a:cubicBezTo>
                  <a:cubicBezTo>
                    <a:pt x="35928" y="109427"/>
                    <a:pt x="56841" y="109924"/>
                    <a:pt x="60492" y="110090"/>
                  </a:cubicBezTo>
                  <a:lnTo>
                    <a:pt x="60492" y="104125"/>
                  </a:lnTo>
                  <a:lnTo>
                    <a:pt x="54185" y="104125"/>
                  </a:lnTo>
                  <a:cubicBezTo>
                    <a:pt x="37588" y="104125"/>
                    <a:pt x="37588" y="101970"/>
                    <a:pt x="37588" y="96502"/>
                  </a:cubicBezTo>
                  <a:lnTo>
                    <a:pt x="37588"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0" name="Freeform: Shape 589">
              <a:extLst>
                <a:ext uri="{FF2B5EF4-FFF2-40B4-BE49-F238E27FC236}">
                  <a16:creationId xmlns:a16="http://schemas.microsoft.com/office/drawing/2014/main" id="{53A30B7A-E04D-2CA5-7871-60CF84B25A4E}"/>
                </a:ext>
              </a:extLst>
            </p:cNvPr>
            <p:cNvSpPr/>
            <p:nvPr>
              <p:custDataLst>
                <p:tags r:id="rId87"/>
              </p:custDataLst>
            </p:nvPr>
          </p:nvSpPr>
          <p:spPr>
            <a:xfrm>
              <a:off x="6807142" y="6311205"/>
              <a:ext cx="117207" cy="9468"/>
            </a:xfrm>
            <a:custGeom>
              <a:avLst/>
              <a:gdLst>
                <a:gd name="connsiteX0" fmla="*/ 0 w 117207"/>
                <a:gd name="connsiteY0" fmla="*/ 0 h 9468"/>
                <a:gd name="connsiteX1" fmla="*/ 117208 w 117207"/>
                <a:gd name="connsiteY1" fmla="*/ 0 h 9468"/>
                <a:gd name="connsiteX2" fmla="*/ 117208 w 117207"/>
                <a:gd name="connsiteY2" fmla="*/ 9468 h 9468"/>
                <a:gd name="connsiteX3" fmla="*/ 0 w 117207"/>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07" h="9468">
                  <a:moveTo>
                    <a:pt x="0" y="0"/>
                  </a:moveTo>
                  <a:lnTo>
                    <a:pt x="117208" y="0"/>
                  </a:lnTo>
                  <a:lnTo>
                    <a:pt x="117208"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1" name="Freeform: Shape 590">
              <a:extLst>
                <a:ext uri="{FF2B5EF4-FFF2-40B4-BE49-F238E27FC236}">
                  <a16:creationId xmlns:a16="http://schemas.microsoft.com/office/drawing/2014/main" id="{7D17A108-FE8F-1CAB-40F8-23B7BF7BE2D9}"/>
                </a:ext>
              </a:extLst>
            </p:cNvPr>
            <p:cNvSpPr/>
            <p:nvPr>
              <p:custDataLst>
                <p:tags r:id="rId88"/>
              </p:custDataLst>
            </p:nvPr>
          </p:nvSpPr>
          <p:spPr>
            <a:xfrm>
              <a:off x="6814943" y="6383675"/>
              <a:ext cx="101408" cy="74732"/>
            </a:xfrm>
            <a:custGeom>
              <a:avLst/>
              <a:gdLst>
                <a:gd name="connsiteX0" fmla="*/ 12526 w 101408"/>
                <a:gd name="connsiteY0" fmla="*/ 62706 h 74732"/>
                <a:gd name="connsiteX1" fmla="*/ 10866 w 101408"/>
                <a:gd name="connsiteY1" fmla="*/ 69500 h 74732"/>
                <a:gd name="connsiteX2" fmla="*/ 16509 w 101408"/>
                <a:gd name="connsiteY2" fmla="*/ 74802 h 74732"/>
                <a:gd name="connsiteX3" fmla="*/ 22982 w 101408"/>
                <a:gd name="connsiteY3" fmla="*/ 71157 h 74732"/>
                <a:gd name="connsiteX4" fmla="*/ 25970 w 101408"/>
                <a:gd name="connsiteY4" fmla="*/ 60883 h 74732"/>
                <a:gd name="connsiteX5" fmla="*/ 29621 w 101408"/>
                <a:gd name="connsiteY5" fmla="*/ 45970 h 74732"/>
                <a:gd name="connsiteX6" fmla="*/ 32442 w 101408"/>
                <a:gd name="connsiteY6" fmla="*/ 34868 h 74732"/>
                <a:gd name="connsiteX7" fmla="*/ 39413 w 101408"/>
                <a:gd name="connsiteY7" fmla="*/ 19954 h 74732"/>
                <a:gd name="connsiteX8" fmla="*/ 64309 w 101408"/>
                <a:gd name="connsiteY8" fmla="*/ 4709 h 74732"/>
                <a:gd name="connsiteX9" fmla="*/ 74101 w 101408"/>
                <a:gd name="connsiteY9" fmla="*/ 16309 h 74732"/>
                <a:gd name="connsiteX10" fmla="*/ 64309 w 101408"/>
                <a:gd name="connsiteY10" fmla="*/ 51604 h 74732"/>
                <a:gd name="connsiteX11" fmla="*/ 61819 w 101408"/>
                <a:gd name="connsiteY11" fmla="*/ 60552 h 74732"/>
                <a:gd name="connsiteX12" fmla="*/ 77587 w 101408"/>
                <a:gd name="connsiteY12" fmla="*/ 74802 h 74732"/>
                <a:gd name="connsiteX13" fmla="*/ 101487 w 101408"/>
                <a:gd name="connsiteY13" fmla="*/ 49450 h 74732"/>
                <a:gd name="connsiteX14" fmla="*/ 98831 w 101408"/>
                <a:gd name="connsiteY14" fmla="*/ 47295 h 74732"/>
                <a:gd name="connsiteX15" fmla="*/ 95678 w 101408"/>
                <a:gd name="connsiteY15" fmla="*/ 50112 h 74732"/>
                <a:gd name="connsiteX16" fmla="*/ 78085 w 101408"/>
                <a:gd name="connsiteY16" fmla="*/ 70163 h 74732"/>
                <a:gd name="connsiteX17" fmla="*/ 73935 w 101408"/>
                <a:gd name="connsiteY17" fmla="*/ 64363 h 74732"/>
                <a:gd name="connsiteX18" fmla="*/ 77753 w 101408"/>
                <a:gd name="connsiteY18" fmla="*/ 50941 h 74732"/>
                <a:gd name="connsiteX19" fmla="*/ 86549 w 101408"/>
                <a:gd name="connsiteY19" fmla="*/ 18960 h 74732"/>
                <a:gd name="connsiteX20" fmla="*/ 64973 w 101408"/>
                <a:gd name="connsiteY20" fmla="*/ 70 h 74732"/>
                <a:gd name="connsiteX21" fmla="*/ 36924 w 101408"/>
                <a:gd name="connsiteY21" fmla="*/ 15149 h 74732"/>
                <a:gd name="connsiteX22" fmla="*/ 19165 w 101408"/>
                <a:gd name="connsiteY22" fmla="*/ 70 h 74732"/>
                <a:gd name="connsiteX23" fmla="*/ 6053 w 101408"/>
                <a:gd name="connsiteY23" fmla="*/ 9018 h 74732"/>
                <a:gd name="connsiteX24" fmla="*/ 78 w 101408"/>
                <a:gd name="connsiteY24" fmla="*/ 25422 h 74732"/>
                <a:gd name="connsiteX25" fmla="*/ 2899 w 101408"/>
                <a:gd name="connsiteY25" fmla="*/ 27577 h 74732"/>
                <a:gd name="connsiteX26" fmla="*/ 6551 w 101408"/>
                <a:gd name="connsiteY26" fmla="*/ 22605 h 74732"/>
                <a:gd name="connsiteX27" fmla="*/ 18667 w 101408"/>
                <a:gd name="connsiteY27" fmla="*/ 4709 h 74732"/>
                <a:gd name="connsiteX28" fmla="*/ 24144 w 101408"/>
                <a:gd name="connsiteY28" fmla="*/ 12829 h 74732"/>
                <a:gd name="connsiteX29" fmla="*/ 21488 w 101408"/>
                <a:gd name="connsiteY29" fmla="*/ 26582 h 74732"/>
                <a:gd name="connsiteX30" fmla="*/ 17837 w 101408"/>
                <a:gd name="connsiteY30" fmla="*/ 41496 h 74732"/>
                <a:gd name="connsiteX31" fmla="*/ 12526 w 101408"/>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526" y="62706"/>
                  </a:moveTo>
                  <a:cubicBezTo>
                    <a:pt x="11862" y="64860"/>
                    <a:pt x="10866" y="69003"/>
                    <a:pt x="10866" y="69500"/>
                  </a:cubicBezTo>
                  <a:cubicBezTo>
                    <a:pt x="10866" y="73145"/>
                    <a:pt x="13854" y="74802"/>
                    <a:pt x="16509" y="74802"/>
                  </a:cubicBezTo>
                  <a:cubicBezTo>
                    <a:pt x="19497" y="74802"/>
                    <a:pt x="22152" y="72648"/>
                    <a:pt x="22982" y="71157"/>
                  </a:cubicBezTo>
                  <a:cubicBezTo>
                    <a:pt x="23812" y="69666"/>
                    <a:pt x="25140" y="64363"/>
                    <a:pt x="25970" y="60883"/>
                  </a:cubicBezTo>
                  <a:cubicBezTo>
                    <a:pt x="26799" y="57735"/>
                    <a:pt x="28625" y="50112"/>
                    <a:pt x="29621" y="45970"/>
                  </a:cubicBezTo>
                  <a:cubicBezTo>
                    <a:pt x="30617" y="42324"/>
                    <a:pt x="31613" y="38679"/>
                    <a:pt x="32442" y="34868"/>
                  </a:cubicBezTo>
                  <a:cubicBezTo>
                    <a:pt x="34268" y="28074"/>
                    <a:pt x="34600" y="26748"/>
                    <a:pt x="39413" y="19954"/>
                  </a:cubicBezTo>
                  <a:cubicBezTo>
                    <a:pt x="44060" y="13326"/>
                    <a:pt x="51861" y="4709"/>
                    <a:pt x="64309" y="4709"/>
                  </a:cubicBezTo>
                  <a:cubicBezTo>
                    <a:pt x="73935" y="4709"/>
                    <a:pt x="74101" y="13160"/>
                    <a:pt x="74101" y="16309"/>
                  </a:cubicBezTo>
                  <a:cubicBezTo>
                    <a:pt x="74101" y="26251"/>
                    <a:pt x="66965" y="44644"/>
                    <a:pt x="64309" y="51604"/>
                  </a:cubicBezTo>
                  <a:cubicBezTo>
                    <a:pt x="62483" y="56243"/>
                    <a:pt x="61819" y="57735"/>
                    <a:pt x="61819" y="60552"/>
                  </a:cubicBezTo>
                  <a:cubicBezTo>
                    <a:pt x="61819" y="69334"/>
                    <a:pt x="69122" y="74802"/>
                    <a:pt x="77587" y="74802"/>
                  </a:cubicBezTo>
                  <a:cubicBezTo>
                    <a:pt x="94184" y="74802"/>
                    <a:pt x="101487" y="51935"/>
                    <a:pt x="101487" y="49450"/>
                  </a:cubicBezTo>
                  <a:cubicBezTo>
                    <a:pt x="101487" y="47295"/>
                    <a:pt x="99329" y="47295"/>
                    <a:pt x="98831" y="47295"/>
                  </a:cubicBezTo>
                  <a:cubicBezTo>
                    <a:pt x="96508" y="47295"/>
                    <a:pt x="96342" y="48290"/>
                    <a:pt x="95678" y="50112"/>
                  </a:cubicBezTo>
                  <a:cubicBezTo>
                    <a:pt x="91860" y="63369"/>
                    <a:pt x="84724" y="70163"/>
                    <a:pt x="78085" y="70163"/>
                  </a:cubicBezTo>
                  <a:cubicBezTo>
                    <a:pt x="74599" y="70163"/>
                    <a:pt x="73935" y="67843"/>
                    <a:pt x="73935" y="64363"/>
                  </a:cubicBezTo>
                  <a:cubicBezTo>
                    <a:pt x="73935" y="60552"/>
                    <a:pt x="74765" y="58398"/>
                    <a:pt x="77753" y="50941"/>
                  </a:cubicBezTo>
                  <a:cubicBezTo>
                    <a:pt x="79744" y="45804"/>
                    <a:pt x="86549" y="28239"/>
                    <a:pt x="86549" y="18960"/>
                  </a:cubicBezTo>
                  <a:cubicBezTo>
                    <a:pt x="86549" y="2887"/>
                    <a:pt x="73769" y="70"/>
                    <a:pt x="64973" y="70"/>
                  </a:cubicBezTo>
                  <a:cubicBezTo>
                    <a:pt x="51197" y="70"/>
                    <a:pt x="41903" y="8521"/>
                    <a:pt x="36924" y="15149"/>
                  </a:cubicBezTo>
                  <a:cubicBezTo>
                    <a:pt x="35762" y="3715"/>
                    <a:pt x="25970" y="70"/>
                    <a:pt x="19165" y="70"/>
                  </a:cubicBezTo>
                  <a:cubicBezTo>
                    <a:pt x="12028" y="70"/>
                    <a:pt x="8211" y="5207"/>
                    <a:pt x="6053" y="9018"/>
                  </a:cubicBezTo>
                  <a:cubicBezTo>
                    <a:pt x="2402" y="15149"/>
                    <a:pt x="78" y="24594"/>
                    <a:pt x="78" y="25422"/>
                  </a:cubicBezTo>
                  <a:cubicBezTo>
                    <a:pt x="78" y="27577"/>
                    <a:pt x="2402" y="27577"/>
                    <a:pt x="2899" y="27577"/>
                  </a:cubicBezTo>
                  <a:cubicBezTo>
                    <a:pt x="5223" y="27577"/>
                    <a:pt x="5389" y="27079"/>
                    <a:pt x="6551" y="22605"/>
                  </a:cubicBezTo>
                  <a:cubicBezTo>
                    <a:pt x="9040" y="12829"/>
                    <a:pt x="12194" y="4709"/>
                    <a:pt x="18667" y="4709"/>
                  </a:cubicBezTo>
                  <a:cubicBezTo>
                    <a:pt x="22982" y="4709"/>
                    <a:pt x="24144" y="8355"/>
                    <a:pt x="24144" y="12829"/>
                  </a:cubicBezTo>
                  <a:cubicBezTo>
                    <a:pt x="24144" y="15977"/>
                    <a:pt x="22650" y="22108"/>
                    <a:pt x="21488" y="26582"/>
                  </a:cubicBezTo>
                  <a:cubicBezTo>
                    <a:pt x="20326" y="31056"/>
                    <a:pt x="18667" y="37850"/>
                    <a:pt x="17837" y="41496"/>
                  </a:cubicBezTo>
                  <a:lnTo>
                    <a:pt x="12526"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2" name="Freeform: Shape 591">
              <a:extLst>
                <a:ext uri="{FF2B5EF4-FFF2-40B4-BE49-F238E27FC236}">
                  <a16:creationId xmlns:a16="http://schemas.microsoft.com/office/drawing/2014/main" id="{53B9677B-AAD8-39F3-A009-189586B27A15}"/>
                </a:ext>
              </a:extLst>
            </p:cNvPr>
            <p:cNvSpPr/>
            <p:nvPr>
              <p:custDataLst>
                <p:tags r:id="rId89"/>
              </p:custDataLst>
            </p:nvPr>
          </p:nvSpPr>
          <p:spPr>
            <a:xfrm>
              <a:off x="7095091" y="6077159"/>
              <a:ext cx="101408" cy="74732"/>
            </a:xfrm>
            <a:custGeom>
              <a:avLst/>
              <a:gdLst>
                <a:gd name="connsiteX0" fmla="*/ 12538 w 101408"/>
                <a:gd name="connsiteY0" fmla="*/ 62693 h 74732"/>
                <a:gd name="connsiteX1" fmla="*/ 10878 w 101408"/>
                <a:gd name="connsiteY1" fmla="*/ 69487 h 74732"/>
                <a:gd name="connsiteX2" fmla="*/ 16521 w 101408"/>
                <a:gd name="connsiteY2" fmla="*/ 74789 h 74732"/>
                <a:gd name="connsiteX3" fmla="*/ 22994 w 101408"/>
                <a:gd name="connsiteY3" fmla="*/ 71144 h 74732"/>
                <a:gd name="connsiteX4" fmla="*/ 25981 w 101408"/>
                <a:gd name="connsiteY4" fmla="*/ 60870 h 74732"/>
                <a:gd name="connsiteX5" fmla="*/ 29633 w 101408"/>
                <a:gd name="connsiteY5" fmla="*/ 45957 h 74732"/>
                <a:gd name="connsiteX6" fmla="*/ 32454 w 101408"/>
                <a:gd name="connsiteY6" fmla="*/ 34855 h 74732"/>
                <a:gd name="connsiteX7" fmla="*/ 39425 w 101408"/>
                <a:gd name="connsiteY7" fmla="*/ 19941 h 74732"/>
                <a:gd name="connsiteX8" fmla="*/ 64321 w 101408"/>
                <a:gd name="connsiteY8" fmla="*/ 4697 h 74732"/>
                <a:gd name="connsiteX9" fmla="*/ 74113 w 101408"/>
                <a:gd name="connsiteY9" fmla="*/ 16296 h 74732"/>
                <a:gd name="connsiteX10" fmla="*/ 64321 w 101408"/>
                <a:gd name="connsiteY10" fmla="*/ 51591 h 74732"/>
                <a:gd name="connsiteX11" fmla="*/ 61831 w 101408"/>
                <a:gd name="connsiteY11" fmla="*/ 60539 h 74732"/>
                <a:gd name="connsiteX12" fmla="*/ 77599 w 101408"/>
                <a:gd name="connsiteY12" fmla="*/ 74789 h 74732"/>
                <a:gd name="connsiteX13" fmla="*/ 101498 w 101408"/>
                <a:gd name="connsiteY13" fmla="*/ 49437 h 74732"/>
                <a:gd name="connsiteX14" fmla="*/ 98843 w 101408"/>
                <a:gd name="connsiteY14" fmla="*/ 47283 h 74732"/>
                <a:gd name="connsiteX15" fmla="*/ 95689 w 101408"/>
                <a:gd name="connsiteY15" fmla="*/ 50099 h 74732"/>
                <a:gd name="connsiteX16" fmla="*/ 78096 w 101408"/>
                <a:gd name="connsiteY16" fmla="*/ 70150 h 74732"/>
                <a:gd name="connsiteX17" fmla="*/ 73947 w 101408"/>
                <a:gd name="connsiteY17" fmla="*/ 64350 h 74732"/>
                <a:gd name="connsiteX18" fmla="*/ 77765 w 101408"/>
                <a:gd name="connsiteY18" fmla="*/ 50928 h 74732"/>
                <a:gd name="connsiteX19" fmla="*/ 86561 w 101408"/>
                <a:gd name="connsiteY19" fmla="*/ 18947 h 74732"/>
                <a:gd name="connsiteX20" fmla="*/ 64985 w 101408"/>
                <a:gd name="connsiteY20" fmla="*/ 57 h 74732"/>
                <a:gd name="connsiteX21" fmla="*/ 36935 w 101408"/>
                <a:gd name="connsiteY21" fmla="*/ 15136 h 74732"/>
                <a:gd name="connsiteX22" fmla="*/ 19176 w 101408"/>
                <a:gd name="connsiteY22" fmla="*/ 57 h 74732"/>
                <a:gd name="connsiteX23" fmla="*/ 6065 w 101408"/>
                <a:gd name="connsiteY23" fmla="*/ 9005 h 74732"/>
                <a:gd name="connsiteX24" fmla="*/ 90 w 101408"/>
                <a:gd name="connsiteY24" fmla="*/ 25410 h 74732"/>
                <a:gd name="connsiteX25" fmla="*/ 2911 w 101408"/>
                <a:gd name="connsiteY25" fmla="*/ 27564 h 74732"/>
                <a:gd name="connsiteX26" fmla="*/ 6563 w 101408"/>
                <a:gd name="connsiteY26" fmla="*/ 22593 h 74732"/>
                <a:gd name="connsiteX27" fmla="*/ 18679 w 101408"/>
                <a:gd name="connsiteY27" fmla="*/ 4697 h 74732"/>
                <a:gd name="connsiteX28" fmla="*/ 24156 w 101408"/>
                <a:gd name="connsiteY28" fmla="*/ 12816 h 74732"/>
                <a:gd name="connsiteX29" fmla="*/ 21500 w 101408"/>
                <a:gd name="connsiteY29" fmla="*/ 26569 h 74732"/>
                <a:gd name="connsiteX30" fmla="*/ 17849 w 101408"/>
                <a:gd name="connsiteY30" fmla="*/ 41483 h 74732"/>
                <a:gd name="connsiteX31" fmla="*/ 12538 w 101408"/>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538" y="62693"/>
                  </a:moveTo>
                  <a:cubicBezTo>
                    <a:pt x="11874" y="64847"/>
                    <a:pt x="10878" y="68990"/>
                    <a:pt x="10878" y="69487"/>
                  </a:cubicBezTo>
                  <a:cubicBezTo>
                    <a:pt x="10878" y="73132"/>
                    <a:pt x="13865" y="74789"/>
                    <a:pt x="16521" y="74789"/>
                  </a:cubicBezTo>
                  <a:cubicBezTo>
                    <a:pt x="19508" y="74789"/>
                    <a:pt x="22164" y="72635"/>
                    <a:pt x="22994" y="71144"/>
                  </a:cubicBezTo>
                  <a:cubicBezTo>
                    <a:pt x="23824" y="69653"/>
                    <a:pt x="25151" y="64350"/>
                    <a:pt x="25981" y="60870"/>
                  </a:cubicBezTo>
                  <a:cubicBezTo>
                    <a:pt x="26811" y="57722"/>
                    <a:pt x="28637" y="50099"/>
                    <a:pt x="29633" y="45957"/>
                  </a:cubicBezTo>
                  <a:cubicBezTo>
                    <a:pt x="30629" y="42311"/>
                    <a:pt x="31624" y="38666"/>
                    <a:pt x="32454" y="34855"/>
                  </a:cubicBezTo>
                  <a:cubicBezTo>
                    <a:pt x="34280" y="28061"/>
                    <a:pt x="34612" y="26735"/>
                    <a:pt x="39425" y="19941"/>
                  </a:cubicBezTo>
                  <a:cubicBezTo>
                    <a:pt x="44072" y="13313"/>
                    <a:pt x="51873" y="4697"/>
                    <a:pt x="64321" y="4697"/>
                  </a:cubicBezTo>
                  <a:cubicBezTo>
                    <a:pt x="73947" y="4697"/>
                    <a:pt x="74113" y="13147"/>
                    <a:pt x="74113" y="16296"/>
                  </a:cubicBezTo>
                  <a:cubicBezTo>
                    <a:pt x="74113" y="26238"/>
                    <a:pt x="66976" y="44631"/>
                    <a:pt x="64321" y="51591"/>
                  </a:cubicBezTo>
                  <a:cubicBezTo>
                    <a:pt x="62495" y="56231"/>
                    <a:pt x="61831" y="57722"/>
                    <a:pt x="61831" y="60539"/>
                  </a:cubicBezTo>
                  <a:cubicBezTo>
                    <a:pt x="61831" y="69321"/>
                    <a:pt x="69134" y="74789"/>
                    <a:pt x="77599" y="74789"/>
                  </a:cubicBezTo>
                  <a:cubicBezTo>
                    <a:pt x="94196" y="74789"/>
                    <a:pt x="101498" y="51922"/>
                    <a:pt x="101498" y="49437"/>
                  </a:cubicBezTo>
                  <a:cubicBezTo>
                    <a:pt x="101498" y="47283"/>
                    <a:pt x="99341" y="47283"/>
                    <a:pt x="98843" y="47283"/>
                  </a:cubicBezTo>
                  <a:cubicBezTo>
                    <a:pt x="96519" y="47283"/>
                    <a:pt x="96353" y="48277"/>
                    <a:pt x="95689" y="50099"/>
                  </a:cubicBezTo>
                  <a:cubicBezTo>
                    <a:pt x="91872" y="63356"/>
                    <a:pt x="84735" y="70150"/>
                    <a:pt x="78096" y="70150"/>
                  </a:cubicBezTo>
                  <a:cubicBezTo>
                    <a:pt x="74611" y="70150"/>
                    <a:pt x="73947" y="67830"/>
                    <a:pt x="73947" y="64350"/>
                  </a:cubicBezTo>
                  <a:cubicBezTo>
                    <a:pt x="73947" y="60539"/>
                    <a:pt x="74777" y="58385"/>
                    <a:pt x="77765" y="50928"/>
                  </a:cubicBezTo>
                  <a:cubicBezTo>
                    <a:pt x="79756" y="45791"/>
                    <a:pt x="86561" y="28227"/>
                    <a:pt x="86561" y="18947"/>
                  </a:cubicBezTo>
                  <a:cubicBezTo>
                    <a:pt x="86561" y="2874"/>
                    <a:pt x="73781" y="57"/>
                    <a:pt x="64985" y="57"/>
                  </a:cubicBezTo>
                  <a:cubicBezTo>
                    <a:pt x="51209" y="57"/>
                    <a:pt x="41915" y="8508"/>
                    <a:pt x="36935" y="15136"/>
                  </a:cubicBezTo>
                  <a:cubicBezTo>
                    <a:pt x="35774" y="3702"/>
                    <a:pt x="25981" y="57"/>
                    <a:pt x="19176" y="57"/>
                  </a:cubicBezTo>
                  <a:cubicBezTo>
                    <a:pt x="12040" y="57"/>
                    <a:pt x="8222" y="5194"/>
                    <a:pt x="6065" y="9005"/>
                  </a:cubicBezTo>
                  <a:cubicBezTo>
                    <a:pt x="2413" y="15136"/>
                    <a:pt x="90" y="24581"/>
                    <a:pt x="90" y="25410"/>
                  </a:cubicBezTo>
                  <a:cubicBezTo>
                    <a:pt x="90" y="27564"/>
                    <a:pt x="2413" y="27564"/>
                    <a:pt x="2911" y="27564"/>
                  </a:cubicBezTo>
                  <a:cubicBezTo>
                    <a:pt x="5235" y="27564"/>
                    <a:pt x="5401" y="27067"/>
                    <a:pt x="6563" y="22593"/>
                  </a:cubicBezTo>
                  <a:cubicBezTo>
                    <a:pt x="9052" y="12816"/>
                    <a:pt x="12206" y="4697"/>
                    <a:pt x="18679" y="4697"/>
                  </a:cubicBezTo>
                  <a:cubicBezTo>
                    <a:pt x="22994" y="4697"/>
                    <a:pt x="24156" y="8342"/>
                    <a:pt x="24156" y="12816"/>
                  </a:cubicBezTo>
                  <a:cubicBezTo>
                    <a:pt x="24156" y="15964"/>
                    <a:pt x="22662" y="22095"/>
                    <a:pt x="21500" y="26569"/>
                  </a:cubicBezTo>
                  <a:cubicBezTo>
                    <a:pt x="20338" y="31044"/>
                    <a:pt x="18679" y="37837"/>
                    <a:pt x="17849" y="41483"/>
                  </a:cubicBezTo>
                  <a:lnTo>
                    <a:pt x="1253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3" name="Freeform: Shape 592">
              <a:extLst>
                <a:ext uri="{FF2B5EF4-FFF2-40B4-BE49-F238E27FC236}">
                  <a16:creationId xmlns:a16="http://schemas.microsoft.com/office/drawing/2014/main" id="{7415B146-5906-ABF0-0EFA-D53BFC00C659}"/>
                </a:ext>
              </a:extLst>
            </p:cNvPr>
            <p:cNvSpPr/>
            <p:nvPr>
              <p:custDataLst>
                <p:tags r:id="rId90"/>
              </p:custDataLst>
            </p:nvPr>
          </p:nvSpPr>
          <p:spPr>
            <a:xfrm>
              <a:off x="7034034" y="6197578"/>
              <a:ext cx="223587" cy="236720"/>
            </a:xfrm>
            <a:custGeom>
              <a:avLst/>
              <a:gdLst>
                <a:gd name="connsiteX0" fmla="*/ 86629 w 223587"/>
                <a:gd name="connsiteY0" fmla="*/ 126467 h 236720"/>
                <a:gd name="connsiteX1" fmla="*/ 2458 w 223587"/>
                <a:gd name="connsiteY1" fmla="*/ 230388 h 236720"/>
                <a:gd name="connsiteX2" fmla="*/ 324 w 223587"/>
                <a:gd name="connsiteY2" fmla="*/ 234175 h 236720"/>
                <a:gd name="connsiteX3" fmla="*/ 6726 w 223587"/>
                <a:gd name="connsiteY3" fmla="*/ 236779 h 236720"/>
                <a:gd name="connsiteX4" fmla="*/ 203284 w 223587"/>
                <a:gd name="connsiteY4" fmla="*/ 236779 h 236720"/>
                <a:gd name="connsiteX5" fmla="*/ 223675 w 223587"/>
                <a:gd name="connsiteY5" fmla="*/ 177836 h 236720"/>
                <a:gd name="connsiteX6" fmla="*/ 217747 w 223587"/>
                <a:gd name="connsiteY6" fmla="*/ 177836 h 236720"/>
                <a:gd name="connsiteX7" fmla="*/ 175780 w 223587"/>
                <a:gd name="connsiteY7" fmla="*/ 216895 h 236720"/>
                <a:gd name="connsiteX8" fmla="*/ 120772 w 223587"/>
                <a:gd name="connsiteY8" fmla="*/ 223760 h 236720"/>
                <a:gd name="connsiteX9" fmla="*/ 20004 w 223587"/>
                <a:gd name="connsiteY9" fmla="*/ 223760 h 236720"/>
                <a:gd name="connsiteX10" fmla="*/ 102278 w 223587"/>
                <a:gd name="connsiteY10" fmla="*/ 122207 h 236720"/>
                <a:gd name="connsiteX11" fmla="*/ 104412 w 223587"/>
                <a:gd name="connsiteY11" fmla="*/ 118419 h 236720"/>
                <a:gd name="connsiteX12" fmla="*/ 102752 w 223587"/>
                <a:gd name="connsiteY12" fmla="*/ 115105 h 236720"/>
                <a:gd name="connsiteX13" fmla="*/ 25694 w 223587"/>
                <a:gd name="connsiteY13" fmla="*/ 9528 h 236720"/>
                <a:gd name="connsiteX14" fmla="*/ 119587 w 223587"/>
                <a:gd name="connsiteY14" fmla="*/ 9528 h 236720"/>
                <a:gd name="connsiteX15" fmla="*/ 217747 w 223587"/>
                <a:gd name="connsiteY15" fmla="*/ 55451 h 236720"/>
                <a:gd name="connsiteX16" fmla="*/ 223675 w 223587"/>
                <a:gd name="connsiteY16" fmla="*/ 55451 h 236720"/>
                <a:gd name="connsiteX17" fmla="*/ 203284 w 223587"/>
                <a:gd name="connsiteY17" fmla="*/ 59 h 236720"/>
                <a:gd name="connsiteX18" fmla="*/ 6726 w 223587"/>
                <a:gd name="connsiteY18" fmla="*/ 59 h 236720"/>
                <a:gd name="connsiteX19" fmla="*/ 87 w 223587"/>
                <a:gd name="connsiteY19" fmla="*/ 7634 h 236720"/>
                <a:gd name="connsiteX20" fmla="*/ 86629 w 22358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587" h="236720">
                  <a:moveTo>
                    <a:pt x="86629" y="126467"/>
                  </a:moveTo>
                  <a:lnTo>
                    <a:pt x="2458" y="230388"/>
                  </a:lnTo>
                  <a:cubicBezTo>
                    <a:pt x="561" y="232755"/>
                    <a:pt x="324" y="233228"/>
                    <a:pt x="324" y="234175"/>
                  </a:cubicBezTo>
                  <a:cubicBezTo>
                    <a:pt x="324" y="236779"/>
                    <a:pt x="2458" y="236779"/>
                    <a:pt x="6726" y="236779"/>
                  </a:cubicBezTo>
                  <a:lnTo>
                    <a:pt x="203284" y="236779"/>
                  </a:lnTo>
                  <a:lnTo>
                    <a:pt x="223675" y="177836"/>
                  </a:lnTo>
                  <a:lnTo>
                    <a:pt x="217747" y="177836"/>
                  </a:lnTo>
                  <a:cubicBezTo>
                    <a:pt x="211820" y="195590"/>
                    <a:pt x="195934" y="210030"/>
                    <a:pt x="175780" y="216895"/>
                  </a:cubicBezTo>
                  <a:cubicBezTo>
                    <a:pt x="171986" y="218078"/>
                    <a:pt x="155626" y="223760"/>
                    <a:pt x="120772" y="223760"/>
                  </a:cubicBezTo>
                  <a:lnTo>
                    <a:pt x="20004" y="223760"/>
                  </a:lnTo>
                  <a:lnTo>
                    <a:pt x="102278" y="122207"/>
                  </a:lnTo>
                  <a:cubicBezTo>
                    <a:pt x="103938" y="120076"/>
                    <a:pt x="104412" y="119366"/>
                    <a:pt x="104412" y="118419"/>
                  </a:cubicBezTo>
                  <a:cubicBezTo>
                    <a:pt x="104412" y="117472"/>
                    <a:pt x="104175" y="117235"/>
                    <a:pt x="102752" y="115105"/>
                  </a:cubicBezTo>
                  <a:lnTo>
                    <a:pt x="25694" y="9528"/>
                  </a:lnTo>
                  <a:lnTo>
                    <a:pt x="119587" y="9528"/>
                  </a:lnTo>
                  <a:cubicBezTo>
                    <a:pt x="146616" y="9528"/>
                    <a:pt x="201150" y="11185"/>
                    <a:pt x="217747" y="55451"/>
                  </a:cubicBezTo>
                  <a:lnTo>
                    <a:pt x="223675" y="55451"/>
                  </a:lnTo>
                  <a:lnTo>
                    <a:pt x="203284" y="59"/>
                  </a:lnTo>
                  <a:lnTo>
                    <a:pt x="6726" y="59"/>
                  </a:lnTo>
                  <a:cubicBezTo>
                    <a:pt x="324" y="59"/>
                    <a:pt x="87" y="296"/>
                    <a:pt x="87" y="7634"/>
                  </a:cubicBezTo>
                  <a:lnTo>
                    <a:pt x="86629"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4" name="Freeform: Shape 593">
              <a:extLst>
                <a:ext uri="{FF2B5EF4-FFF2-40B4-BE49-F238E27FC236}">
                  <a16:creationId xmlns:a16="http://schemas.microsoft.com/office/drawing/2014/main" id="{CF17F728-E04E-BF7C-F83A-782363F2D670}"/>
                </a:ext>
              </a:extLst>
            </p:cNvPr>
            <p:cNvSpPr/>
            <p:nvPr>
              <p:custDataLst>
                <p:tags r:id="rId91"/>
              </p:custDataLst>
            </p:nvPr>
          </p:nvSpPr>
          <p:spPr>
            <a:xfrm>
              <a:off x="7000119" y="6473540"/>
              <a:ext cx="50289" cy="111518"/>
            </a:xfrm>
            <a:custGeom>
              <a:avLst/>
              <a:gdLst>
                <a:gd name="connsiteX0" fmla="*/ 46060 w 50289"/>
                <a:gd name="connsiteY0" fmla="*/ 6372 h 111518"/>
                <a:gd name="connsiteX1" fmla="*/ 39421 w 50289"/>
                <a:gd name="connsiteY1" fmla="*/ 75 h 111518"/>
                <a:gd name="connsiteX2" fmla="*/ 30127 w 50289"/>
                <a:gd name="connsiteY2" fmla="*/ 9189 h 111518"/>
                <a:gd name="connsiteX3" fmla="*/ 36765 w 50289"/>
                <a:gd name="connsiteY3" fmla="*/ 15486 h 111518"/>
                <a:gd name="connsiteX4" fmla="*/ 46060 w 50289"/>
                <a:gd name="connsiteY4" fmla="*/ 6372 h 111518"/>
                <a:gd name="connsiteX5" fmla="*/ 12202 w 50289"/>
                <a:gd name="connsiteY5" fmla="*/ 90550 h 111518"/>
                <a:gd name="connsiteX6" fmla="*/ 10708 w 50289"/>
                <a:gd name="connsiteY6" fmla="*/ 97509 h 111518"/>
                <a:gd name="connsiteX7" fmla="*/ 26475 w 50289"/>
                <a:gd name="connsiteY7" fmla="*/ 111594 h 111518"/>
                <a:gd name="connsiteX8" fmla="*/ 50375 w 50289"/>
                <a:gd name="connsiteY8" fmla="*/ 86241 h 111518"/>
                <a:gd name="connsiteX9" fmla="*/ 47720 w 50289"/>
                <a:gd name="connsiteY9" fmla="*/ 84087 h 111518"/>
                <a:gd name="connsiteX10" fmla="*/ 44566 w 50289"/>
                <a:gd name="connsiteY10" fmla="*/ 86904 h 111518"/>
                <a:gd name="connsiteX11" fmla="*/ 26973 w 50289"/>
                <a:gd name="connsiteY11" fmla="*/ 106954 h 111518"/>
                <a:gd name="connsiteX12" fmla="*/ 22824 w 50289"/>
                <a:gd name="connsiteY12" fmla="*/ 101155 h 111518"/>
                <a:gd name="connsiteX13" fmla="*/ 25479 w 50289"/>
                <a:gd name="connsiteY13" fmla="*/ 90550 h 111518"/>
                <a:gd name="connsiteX14" fmla="*/ 30790 w 50289"/>
                <a:gd name="connsiteY14" fmla="*/ 77293 h 111518"/>
                <a:gd name="connsiteX15" fmla="*/ 38923 w 50289"/>
                <a:gd name="connsiteY15" fmla="*/ 56249 h 111518"/>
                <a:gd name="connsiteX16" fmla="*/ 39919 w 50289"/>
                <a:gd name="connsiteY16" fmla="*/ 50946 h 111518"/>
                <a:gd name="connsiteX17" fmla="*/ 24152 w 50289"/>
                <a:gd name="connsiteY17" fmla="*/ 36861 h 111518"/>
                <a:gd name="connsiteX18" fmla="*/ 86 w 50289"/>
                <a:gd name="connsiteY18" fmla="*/ 62214 h 111518"/>
                <a:gd name="connsiteX19" fmla="*/ 2907 w 50289"/>
                <a:gd name="connsiteY19" fmla="*/ 64368 h 111518"/>
                <a:gd name="connsiteX20" fmla="*/ 5895 w 50289"/>
                <a:gd name="connsiteY20" fmla="*/ 61717 h 111518"/>
                <a:gd name="connsiteX21" fmla="*/ 23654 w 50289"/>
                <a:gd name="connsiteY21" fmla="*/ 41501 h 111518"/>
                <a:gd name="connsiteX22" fmla="*/ 27803 w 50289"/>
                <a:gd name="connsiteY22" fmla="*/ 47301 h 111518"/>
                <a:gd name="connsiteX23" fmla="*/ 22658 w 50289"/>
                <a:gd name="connsiteY23" fmla="*/ 63871 h 111518"/>
                <a:gd name="connsiteX24" fmla="*/ 12202 w 50289"/>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60" y="6372"/>
                  </a:moveTo>
                  <a:cubicBezTo>
                    <a:pt x="46060" y="3721"/>
                    <a:pt x="44068" y="75"/>
                    <a:pt x="39421" y="75"/>
                  </a:cubicBezTo>
                  <a:cubicBezTo>
                    <a:pt x="34940" y="75"/>
                    <a:pt x="30127" y="4383"/>
                    <a:pt x="30127" y="9189"/>
                  </a:cubicBezTo>
                  <a:cubicBezTo>
                    <a:pt x="30127" y="12006"/>
                    <a:pt x="32284" y="15486"/>
                    <a:pt x="36765" y="15486"/>
                  </a:cubicBezTo>
                  <a:cubicBezTo>
                    <a:pt x="41579" y="15486"/>
                    <a:pt x="46060" y="10846"/>
                    <a:pt x="46060" y="6372"/>
                  </a:cubicBezTo>
                  <a:close/>
                  <a:moveTo>
                    <a:pt x="12202" y="90550"/>
                  </a:moveTo>
                  <a:cubicBezTo>
                    <a:pt x="11538" y="92704"/>
                    <a:pt x="10708" y="94692"/>
                    <a:pt x="10708" y="97509"/>
                  </a:cubicBezTo>
                  <a:cubicBezTo>
                    <a:pt x="10708" y="105297"/>
                    <a:pt x="17347" y="111594"/>
                    <a:pt x="26475" y="111594"/>
                  </a:cubicBezTo>
                  <a:cubicBezTo>
                    <a:pt x="43072" y="111594"/>
                    <a:pt x="50375" y="88727"/>
                    <a:pt x="50375" y="86241"/>
                  </a:cubicBezTo>
                  <a:cubicBezTo>
                    <a:pt x="50375" y="84087"/>
                    <a:pt x="48218" y="84087"/>
                    <a:pt x="47720" y="84087"/>
                  </a:cubicBezTo>
                  <a:cubicBezTo>
                    <a:pt x="45396" y="84087"/>
                    <a:pt x="45230" y="85081"/>
                    <a:pt x="44566" y="86904"/>
                  </a:cubicBezTo>
                  <a:cubicBezTo>
                    <a:pt x="40749" y="100160"/>
                    <a:pt x="33446" y="106954"/>
                    <a:pt x="26973" y="106954"/>
                  </a:cubicBezTo>
                  <a:cubicBezTo>
                    <a:pt x="23654" y="106954"/>
                    <a:pt x="22824" y="104800"/>
                    <a:pt x="22824" y="101155"/>
                  </a:cubicBezTo>
                  <a:cubicBezTo>
                    <a:pt x="22824" y="97343"/>
                    <a:pt x="23986" y="94195"/>
                    <a:pt x="25479" y="90550"/>
                  </a:cubicBezTo>
                  <a:cubicBezTo>
                    <a:pt x="27139" y="86076"/>
                    <a:pt x="28965" y="81602"/>
                    <a:pt x="30790" y="77293"/>
                  </a:cubicBezTo>
                  <a:cubicBezTo>
                    <a:pt x="32284" y="73316"/>
                    <a:pt x="38259" y="58237"/>
                    <a:pt x="38923" y="56249"/>
                  </a:cubicBezTo>
                  <a:cubicBezTo>
                    <a:pt x="39421" y="54592"/>
                    <a:pt x="39919" y="52603"/>
                    <a:pt x="39919" y="50946"/>
                  </a:cubicBezTo>
                  <a:cubicBezTo>
                    <a:pt x="39919" y="43158"/>
                    <a:pt x="33280" y="36861"/>
                    <a:pt x="24152" y="36861"/>
                  </a:cubicBezTo>
                  <a:cubicBezTo>
                    <a:pt x="7720" y="36861"/>
                    <a:pt x="86" y="59397"/>
                    <a:pt x="86" y="62214"/>
                  </a:cubicBezTo>
                  <a:cubicBezTo>
                    <a:pt x="86" y="64368"/>
                    <a:pt x="2409" y="64368"/>
                    <a:pt x="2907" y="64368"/>
                  </a:cubicBezTo>
                  <a:cubicBezTo>
                    <a:pt x="5231" y="64368"/>
                    <a:pt x="5397" y="63540"/>
                    <a:pt x="5895" y="61717"/>
                  </a:cubicBezTo>
                  <a:cubicBezTo>
                    <a:pt x="10210" y="47466"/>
                    <a:pt x="17513" y="41501"/>
                    <a:pt x="23654" y="41501"/>
                  </a:cubicBezTo>
                  <a:cubicBezTo>
                    <a:pt x="26309" y="41501"/>
                    <a:pt x="27803" y="42827"/>
                    <a:pt x="27803" y="47301"/>
                  </a:cubicBezTo>
                  <a:cubicBezTo>
                    <a:pt x="27803" y="51112"/>
                    <a:pt x="26807" y="53598"/>
                    <a:pt x="22658" y="63871"/>
                  </a:cubicBezTo>
                  <a:lnTo>
                    <a:pt x="1220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5" name="Freeform: Shape 594">
              <a:extLst>
                <a:ext uri="{FF2B5EF4-FFF2-40B4-BE49-F238E27FC236}">
                  <a16:creationId xmlns:a16="http://schemas.microsoft.com/office/drawing/2014/main" id="{63F9F553-E953-0ACD-F552-021513882853}"/>
                </a:ext>
              </a:extLst>
            </p:cNvPr>
            <p:cNvSpPr/>
            <p:nvPr>
              <p:custDataLst>
                <p:tags r:id="rId92"/>
              </p:custDataLst>
            </p:nvPr>
          </p:nvSpPr>
          <p:spPr>
            <a:xfrm>
              <a:off x="7071020" y="6519606"/>
              <a:ext cx="122155" cy="44574"/>
            </a:xfrm>
            <a:custGeom>
              <a:avLst/>
              <a:gdLst>
                <a:gd name="connsiteX0" fmla="*/ 115937 w 122155"/>
                <a:gd name="connsiteY0" fmla="*/ 8195 h 44574"/>
                <a:gd name="connsiteX1" fmla="*/ 122244 w 122155"/>
                <a:gd name="connsiteY1" fmla="*/ 4052 h 44574"/>
                <a:gd name="connsiteX2" fmla="*/ 116103 w 122155"/>
                <a:gd name="connsiteY2" fmla="*/ 75 h 44574"/>
                <a:gd name="connsiteX3" fmla="*/ 6229 w 122155"/>
                <a:gd name="connsiteY3" fmla="*/ 75 h 44574"/>
                <a:gd name="connsiteX4" fmla="*/ 89 w 122155"/>
                <a:gd name="connsiteY4" fmla="*/ 4052 h 44574"/>
                <a:gd name="connsiteX5" fmla="*/ 6395 w 122155"/>
                <a:gd name="connsiteY5" fmla="*/ 8195 h 44574"/>
                <a:gd name="connsiteX6" fmla="*/ 115937 w 122155"/>
                <a:gd name="connsiteY6" fmla="*/ 8195 h 44574"/>
                <a:gd name="connsiteX7" fmla="*/ 116103 w 122155"/>
                <a:gd name="connsiteY7" fmla="*/ 44650 h 44574"/>
                <a:gd name="connsiteX8" fmla="*/ 122244 w 122155"/>
                <a:gd name="connsiteY8" fmla="*/ 40673 h 44574"/>
                <a:gd name="connsiteX9" fmla="*/ 115937 w 122155"/>
                <a:gd name="connsiteY9" fmla="*/ 36530 h 44574"/>
                <a:gd name="connsiteX10" fmla="*/ 6395 w 122155"/>
                <a:gd name="connsiteY10" fmla="*/ 36530 h 44574"/>
                <a:gd name="connsiteX11" fmla="*/ 89 w 122155"/>
                <a:gd name="connsiteY11" fmla="*/ 40673 h 44574"/>
                <a:gd name="connsiteX12" fmla="*/ 6229 w 122155"/>
                <a:gd name="connsiteY12" fmla="*/ 44650 h 44574"/>
                <a:gd name="connsiteX13" fmla="*/ 116103 w 122155"/>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55" h="44574">
                  <a:moveTo>
                    <a:pt x="115937" y="8195"/>
                  </a:moveTo>
                  <a:cubicBezTo>
                    <a:pt x="118426" y="8195"/>
                    <a:pt x="122244" y="8195"/>
                    <a:pt x="122244" y="4052"/>
                  </a:cubicBezTo>
                  <a:cubicBezTo>
                    <a:pt x="122244" y="75"/>
                    <a:pt x="118260" y="75"/>
                    <a:pt x="116103" y="75"/>
                  </a:cubicBezTo>
                  <a:lnTo>
                    <a:pt x="6229" y="75"/>
                  </a:lnTo>
                  <a:cubicBezTo>
                    <a:pt x="4072" y="75"/>
                    <a:pt x="89" y="75"/>
                    <a:pt x="89" y="4052"/>
                  </a:cubicBezTo>
                  <a:cubicBezTo>
                    <a:pt x="89" y="8195"/>
                    <a:pt x="3906" y="8195"/>
                    <a:pt x="6395" y="8195"/>
                  </a:cubicBezTo>
                  <a:lnTo>
                    <a:pt x="115937" y="8195"/>
                  </a:lnTo>
                  <a:close/>
                  <a:moveTo>
                    <a:pt x="116103" y="44650"/>
                  </a:moveTo>
                  <a:cubicBezTo>
                    <a:pt x="118260" y="44650"/>
                    <a:pt x="122244" y="44650"/>
                    <a:pt x="122244" y="40673"/>
                  </a:cubicBezTo>
                  <a:cubicBezTo>
                    <a:pt x="122244" y="36530"/>
                    <a:pt x="118426" y="36530"/>
                    <a:pt x="115937" y="36530"/>
                  </a:cubicBezTo>
                  <a:lnTo>
                    <a:pt x="6395" y="36530"/>
                  </a:lnTo>
                  <a:cubicBezTo>
                    <a:pt x="3906" y="36530"/>
                    <a:pt x="89" y="36530"/>
                    <a:pt x="89" y="40673"/>
                  </a:cubicBezTo>
                  <a:cubicBezTo>
                    <a:pt x="89" y="44650"/>
                    <a:pt x="4072" y="44650"/>
                    <a:pt x="6229" y="44650"/>
                  </a:cubicBezTo>
                  <a:lnTo>
                    <a:pt x="116103"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6" name="Freeform: Shape 595">
              <a:extLst>
                <a:ext uri="{FF2B5EF4-FFF2-40B4-BE49-F238E27FC236}">
                  <a16:creationId xmlns:a16="http://schemas.microsoft.com/office/drawing/2014/main" id="{90B7C386-174A-651C-BE2E-8FA2042DDC9B}"/>
                </a:ext>
              </a:extLst>
            </p:cNvPr>
            <p:cNvSpPr/>
            <p:nvPr>
              <p:custDataLst>
                <p:tags r:id="rId93"/>
              </p:custDataLst>
            </p:nvPr>
          </p:nvSpPr>
          <p:spPr>
            <a:xfrm>
              <a:off x="7223048" y="6473374"/>
              <a:ext cx="60413" cy="110027"/>
            </a:xfrm>
            <a:custGeom>
              <a:avLst/>
              <a:gdLst>
                <a:gd name="connsiteX0" fmla="*/ 37604 w 60413"/>
                <a:gd name="connsiteY0" fmla="*/ 4715 h 110027"/>
                <a:gd name="connsiteX1" fmla="*/ 32625 w 60413"/>
                <a:gd name="connsiteY1" fmla="*/ 75 h 110027"/>
                <a:gd name="connsiteX2" fmla="*/ 95 w 60413"/>
                <a:gd name="connsiteY2" fmla="*/ 10680 h 110027"/>
                <a:gd name="connsiteX3" fmla="*/ 95 w 60413"/>
                <a:gd name="connsiteY3" fmla="*/ 16645 h 110027"/>
                <a:gd name="connsiteX4" fmla="*/ 24161 w 60413"/>
                <a:gd name="connsiteY4" fmla="*/ 12006 h 110027"/>
                <a:gd name="connsiteX5" fmla="*/ 24161 w 60413"/>
                <a:gd name="connsiteY5" fmla="*/ 96515 h 110027"/>
                <a:gd name="connsiteX6" fmla="*/ 7563 w 60413"/>
                <a:gd name="connsiteY6" fmla="*/ 104137 h 110027"/>
                <a:gd name="connsiteX7" fmla="*/ 1256 w 60413"/>
                <a:gd name="connsiteY7" fmla="*/ 104137 h 110027"/>
                <a:gd name="connsiteX8" fmla="*/ 1256 w 60413"/>
                <a:gd name="connsiteY8" fmla="*/ 110103 h 110027"/>
                <a:gd name="connsiteX9" fmla="*/ 30799 w 60413"/>
                <a:gd name="connsiteY9" fmla="*/ 109440 h 110027"/>
                <a:gd name="connsiteX10" fmla="*/ 60508 w 60413"/>
                <a:gd name="connsiteY10" fmla="*/ 110103 h 110027"/>
                <a:gd name="connsiteX11" fmla="*/ 60508 w 60413"/>
                <a:gd name="connsiteY11" fmla="*/ 104137 h 110027"/>
                <a:gd name="connsiteX12" fmla="*/ 54201 w 60413"/>
                <a:gd name="connsiteY12" fmla="*/ 104137 h 110027"/>
                <a:gd name="connsiteX13" fmla="*/ 37604 w 60413"/>
                <a:gd name="connsiteY13" fmla="*/ 96515 h 110027"/>
                <a:gd name="connsiteX14" fmla="*/ 37604 w 60413"/>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04" y="4715"/>
                  </a:moveTo>
                  <a:cubicBezTo>
                    <a:pt x="37604" y="241"/>
                    <a:pt x="37272" y="75"/>
                    <a:pt x="32625" y="75"/>
                  </a:cubicBezTo>
                  <a:cubicBezTo>
                    <a:pt x="22003" y="10514"/>
                    <a:pt x="6899" y="10680"/>
                    <a:pt x="95" y="10680"/>
                  </a:cubicBezTo>
                  <a:lnTo>
                    <a:pt x="95" y="16645"/>
                  </a:lnTo>
                  <a:cubicBezTo>
                    <a:pt x="4078" y="16645"/>
                    <a:pt x="15032" y="16645"/>
                    <a:pt x="24161" y="12006"/>
                  </a:cubicBezTo>
                  <a:lnTo>
                    <a:pt x="24161" y="96515"/>
                  </a:lnTo>
                  <a:cubicBezTo>
                    <a:pt x="24161" y="101983"/>
                    <a:pt x="24161" y="104137"/>
                    <a:pt x="7563" y="104137"/>
                  </a:cubicBezTo>
                  <a:lnTo>
                    <a:pt x="1256" y="104137"/>
                  </a:lnTo>
                  <a:lnTo>
                    <a:pt x="1256" y="110103"/>
                  </a:lnTo>
                  <a:cubicBezTo>
                    <a:pt x="4244" y="109937"/>
                    <a:pt x="24658" y="109440"/>
                    <a:pt x="30799" y="109440"/>
                  </a:cubicBezTo>
                  <a:cubicBezTo>
                    <a:pt x="35945" y="109440"/>
                    <a:pt x="56857" y="109937"/>
                    <a:pt x="60508" y="110103"/>
                  </a:cubicBezTo>
                  <a:lnTo>
                    <a:pt x="60508" y="104137"/>
                  </a:lnTo>
                  <a:lnTo>
                    <a:pt x="54201" y="104137"/>
                  </a:lnTo>
                  <a:cubicBezTo>
                    <a:pt x="37604" y="104137"/>
                    <a:pt x="37604" y="101983"/>
                    <a:pt x="37604" y="96515"/>
                  </a:cubicBezTo>
                  <a:lnTo>
                    <a:pt x="3760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7" name="Freeform: Shape 596">
              <a:extLst>
                <a:ext uri="{FF2B5EF4-FFF2-40B4-BE49-F238E27FC236}">
                  <a16:creationId xmlns:a16="http://schemas.microsoft.com/office/drawing/2014/main" id="{03E9ED3A-DD67-E3A5-2628-D8E85923D577}"/>
                </a:ext>
              </a:extLst>
            </p:cNvPr>
            <p:cNvSpPr/>
            <p:nvPr>
              <p:custDataLst>
                <p:tags r:id="rId94"/>
              </p:custDataLst>
            </p:nvPr>
          </p:nvSpPr>
          <p:spPr>
            <a:xfrm>
              <a:off x="7345861" y="6270489"/>
              <a:ext cx="118077" cy="107234"/>
            </a:xfrm>
            <a:custGeom>
              <a:avLst/>
              <a:gdLst>
                <a:gd name="connsiteX0" fmla="*/ 72417 w 118077"/>
                <a:gd name="connsiteY0" fmla="*/ 33207 h 107234"/>
                <a:gd name="connsiteX1" fmla="*/ 95890 w 118077"/>
                <a:gd name="connsiteY1" fmla="*/ 5274 h 107234"/>
                <a:gd name="connsiteX2" fmla="*/ 107745 w 118077"/>
                <a:gd name="connsiteY2" fmla="*/ 8351 h 107234"/>
                <a:gd name="connsiteX3" fmla="*/ 96364 w 118077"/>
                <a:gd name="connsiteY3" fmla="*/ 21134 h 107234"/>
                <a:gd name="connsiteX4" fmla="*/ 105374 w 118077"/>
                <a:gd name="connsiteY4" fmla="*/ 29420 h 107234"/>
                <a:gd name="connsiteX5" fmla="*/ 118177 w 118077"/>
                <a:gd name="connsiteY5" fmla="*/ 15690 h 107234"/>
                <a:gd name="connsiteX6" fmla="*/ 96127 w 118077"/>
                <a:gd name="connsiteY6" fmla="*/ 66 h 107234"/>
                <a:gd name="connsiteX7" fmla="*/ 71231 w 118077"/>
                <a:gd name="connsiteY7" fmla="*/ 18057 h 107234"/>
                <a:gd name="connsiteX8" fmla="*/ 45624 w 118077"/>
                <a:gd name="connsiteY8" fmla="*/ 66 h 107234"/>
                <a:gd name="connsiteX9" fmla="*/ 7450 w 118077"/>
                <a:gd name="connsiteY9" fmla="*/ 36521 h 107234"/>
                <a:gd name="connsiteX10" fmla="*/ 10296 w 118077"/>
                <a:gd name="connsiteY10" fmla="*/ 38888 h 107234"/>
                <a:gd name="connsiteX11" fmla="*/ 13378 w 118077"/>
                <a:gd name="connsiteY11" fmla="*/ 36284 h 107234"/>
                <a:gd name="connsiteX12" fmla="*/ 45150 w 118077"/>
                <a:gd name="connsiteY12" fmla="*/ 5274 h 107234"/>
                <a:gd name="connsiteX13" fmla="*/ 57953 w 118077"/>
                <a:gd name="connsiteY13" fmla="*/ 21134 h 107234"/>
                <a:gd name="connsiteX14" fmla="*/ 45150 w 118077"/>
                <a:gd name="connsiteY14" fmla="*/ 77474 h 107234"/>
                <a:gd name="connsiteX15" fmla="*/ 22625 w 118077"/>
                <a:gd name="connsiteY15" fmla="*/ 102093 h 107234"/>
                <a:gd name="connsiteX16" fmla="*/ 10770 w 118077"/>
                <a:gd name="connsiteY16" fmla="*/ 99015 h 107234"/>
                <a:gd name="connsiteX17" fmla="*/ 21914 w 118077"/>
                <a:gd name="connsiteY17" fmla="*/ 86232 h 107234"/>
                <a:gd name="connsiteX18" fmla="*/ 13141 w 118077"/>
                <a:gd name="connsiteY18" fmla="*/ 77947 h 107234"/>
                <a:gd name="connsiteX19" fmla="*/ 100 w 118077"/>
                <a:gd name="connsiteY19" fmla="*/ 91677 h 107234"/>
                <a:gd name="connsiteX20" fmla="*/ 22388 w 118077"/>
                <a:gd name="connsiteY20" fmla="*/ 107301 h 107234"/>
                <a:gd name="connsiteX21" fmla="*/ 47284 w 118077"/>
                <a:gd name="connsiteY21" fmla="*/ 89310 h 107234"/>
                <a:gd name="connsiteX22" fmla="*/ 72891 w 118077"/>
                <a:gd name="connsiteY22" fmla="*/ 107301 h 107234"/>
                <a:gd name="connsiteX23" fmla="*/ 110827 w 118077"/>
                <a:gd name="connsiteY23" fmla="*/ 70846 h 107234"/>
                <a:gd name="connsiteX24" fmla="*/ 107982 w 118077"/>
                <a:gd name="connsiteY24" fmla="*/ 68478 h 107234"/>
                <a:gd name="connsiteX25" fmla="*/ 104900 w 118077"/>
                <a:gd name="connsiteY25" fmla="*/ 71082 h 107234"/>
                <a:gd name="connsiteX26" fmla="*/ 73365 w 118077"/>
                <a:gd name="connsiteY26" fmla="*/ 102093 h 107234"/>
                <a:gd name="connsiteX27" fmla="*/ 60324 w 118077"/>
                <a:gd name="connsiteY27" fmla="*/ 86469 h 107234"/>
                <a:gd name="connsiteX28" fmla="*/ 64355 w 118077"/>
                <a:gd name="connsiteY28" fmla="*/ 65638 h 107234"/>
                <a:gd name="connsiteX29" fmla="*/ 72417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417" y="33207"/>
                  </a:moveTo>
                  <a:cubicBezTo>
                    <a:pt x="73839" y="27052"/>
                    <a:pt x="79293" y="5274"/>
                    <a:pt x="95890" y="5274"/>
                  </a:cubicBezTo>
                  <a:cubicBezTo>
                    <a:pt x="97075" y="5274"/>
                    <a:pt x="102766" y="5274"/>
                    <a:pt x="107745" y="8351"/>
                  </a:cubicBezTo>
                  <a:cubicBezTo>
                    <a:pt x="101106" y="9535"/>
                    <a:pt x="96364" y="15453"/>
                    <a:pt x="96364" y="21134"/>
                  </a:cubicBezTo>
                  <a:cubicBezTo>
                    <a:pt x="96364" y="24922"/>
                    <a:pt x="98972" y="29420"/>
                    <a:pt x="105374" y="29420"/>
                  </a:cubicBezTo>
                  <a:cubicBezTo>
                    <a:pt x="110590" y="29420"/>
                    <a:pt x="118177" y="25159"/>
                    <a:pt x="118177" y="15690"/>
                  </a:cubicBezTo>
                  <a:cubicBezTo>
                    <a:pt x="118177" y="3380"/>
                    <a:pt x="104188" y="66"/>
                    <a:pt x="96127" y="66"/>
                  </a:cubicBezTo>
                  <a:cubicBezTo>
                    <a:pt x="82375" y="66"/>
                    <a:pt x="74076" y="12612"/>
                    <a:pt x="71231" y="18057"/>
                  </a:cubicBezTo>
                  <a:cubicBezTo>
                    <a:pt x="65303" y="2433"/>
                    <a:pt x="52500" y="66"/>
                    <a:pt x="45624" y="66"/>
                  </a:cubicBezTo>
                  <a:cubicBezTo>
                    <a:pt x="20965" y="66"/>
                    <a:pt x="7450" y="30603"/>
                    <a:pt x="7450" y="36521"/>
                  </a:cubicBezTo>
                  <a:cubicBezTo>
                    <a:pt x="7450" y="38888"/>
                    <a:pt x="9821" y="38888"/>
                    <a:pt x="10296" y="38888"/>
                  </a:cubicBezTo>
                  <a:cubicBezTo>
                    <a:pt x="12192" y="38888"/>
                    <a:pt x="12904" y="38415"/>
                    <a:pt x="13378" y="36284"/>
                  </a:cubicBezTo>
                  <a:cubicBezTo>
                    <a:pt x="21439" y="11192"/>
                    <a:pt x="37088" y="5274"/>
                    <a:pt x="45150" y="5274"/>
                  </a:cubicBezTo>
                  <a:cubicBezTo>
                    <a:pt x="49655" y="5274"/>
                    <a:pt x="57953" y="7405"/>
                    <a:pt x="57953" y="21134"/>
                  </a:cubicBezTo>
                  <a:cubicBezTo>
                    <a:pt x="57953" y="28473"/>
                    <a:pt x="53923" y="44333"/>
                    <a:pt x="45150" y="77474"/>
                  </a:cubicBezTo>
                  <a:cubicBezTo>
                    <a:pt x="41356" y="92151"/>
                    <a:pt x="33058" y="102093"/>
                    <a:pt x="22625" y="102093"/>
                  </a:cubicBezTo>
                  <a:cubicBezTo>
                    <a:pt x="21202" y="102093"/>
                    <a:pt x="15749" y="102093"/>
                    <a:pt x="10770" y="99015"/>
                  </a:cubicBezTo>
                  <a:cubicBezTo>
                    <a:pt x="16697" y="97832"/>
                    <a:pt x="21914" y="92861"/>
                    <a:pt x="21914" y="86232"/>
                  </a:cubicBezTo>
                  <a:cubicBezTo>
                    <a:pt x="21914" y="79841"/>
                    <a:pt x="16697" y="77947"/>
                    <a:pt x="13141" y="77947"/>
                  </a:cubicBezTo>
                  <a:cubicBezTo>
                    <a:pt x="6028" y="77947"/>
                    <a:pt x="100" y="84102"/>
                    <a:pt x="100" y="91677"/>
                  </a:cubicBezTo>
                  <a:cubicBezTo>
                    <a:pt x="100" y="102566"/>
                    <a:pt x="11955" y="107301"/>
                    <a:pt x="22388" y="107301"/>
                  </a:cubicBezTo>
                  <a:cubicBezTo>
                    <a:pt x="38037" y="107301"/>
                    <a:pt x="46572" y="90730"/>
                    <a:pt x="47284" y="89310"/>
                  </a:cubicBezTo>
                  <a:cubicBezTo>
                    <a:pt x="50129" y="98069"/>
                    <a:pt x="58665" y="107301"/>
                    <a:pt x="72891" y="107301"/>
                  </a:cubicBezTo>
                  <a:cubicBezTo>
                    <a:pt x="97312" y="107301"/>
                    <a:pt x="110827" y="76764"/>
                    <a:pt x="110827" y="70846"/>
                  </a:cubicBezTo>
                  <a:cubicBezTo>
                    <a:pt x="110827" y="68478"/>
                    <a:pt x="108693" y="68478"/>
                    <a:pt x="107982" y="68478"/>
                  </a:cubicBezTo>
                  <a:cubicBezTo>
                    <a:pt x="105848" y="68478"/>
                    <a:pt x="105374" y="69425"/>
                    <a:pt x="104900" y="71082"/>
                  </a:cubicBezTo>
                  <a:cubicBezTo>
                    <a:pt x="97075" y="96411"/>
                    <a:pt x="80952" y="102093"/>
                    <a:pt x="73365" y="102093"/>
                  </a:cubicBezTo>
                  <a:cubicBezTo>
                    <a:pt x="64118" y="102093"/>
                    <a:pt x="60324" y="94518"/>
                    <a:pt x="60324" y="86469"/>
                  </a:cubicBezTo>
                  <a:cubicBezTo>
                    <a:pt x="60324" y="81261"/>
                    <a:pt x="61747" y="76054"/>
                    <a:pt x="64355" y="65638"/>
                  </a:cubicBezTo>
                  <a:lnTo>
                    <a:pt x="7241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8" name="Freeform: Shape 597">
              <a:extLst>
                <a:ext uri="{FF2B5EF4-FFF2-40B4-BE49-F238E27FC236}">
                  <a16:creationId xmlns:a16="http://schemas.microsoft.com/office/drawing/2014/main" id="{4CDAEC1D-68AA-FB9C-E3A7-1C117F505253}"/>
                </a:ext>
              </a:extLst>
            </p:cNvPr>
            <p:cNvSpPr/>
            <p:nvPr>
              <p:custDataLst>
                <p:tags r:id="rId95"/>
              </p:custDataLst>
            </p:nvPr>
          </p:nvSpPr>
          <p:spPr>
            <a:xfrm>
              <a:off x="7482297" y="6300766"/>
              <a:ext cx="50289" cy="111518"/>
            </a:xfrm>
            <a:custGeom>
              <a:avLst/>
              <a:gdLst>
                <a:gd name="connsiteX0" fmla="*/ 46080 w 50289"/>
                <a:gd name="connsiteY0" fmla="*/ 6365 h 111518"/>
                <a:gd name="connsiteX1" fmla="*/ 39441 w 50289"/>
                <a:gd name="connsiteY1" fmla="*/ 68 h 111518"/>
                <a:gd name="connsiteX2" fmla="*/ 30147 w 50289"/>
                <a:gd name="connsiteY2" fmla="*/ 9181 h 111518"/>
                <a:gd name="connsiteX3" fmla="*/ 36786 w 50289"/>
                <a:gd name="connsiteY3" fmla="*/ 15478 h 111518"/>
                <a:gd name="connsiteX4" fmla="*/ 46080 w 50289"/>
                <a:gd name="connsiteY4" fmla="*/ 6365 h 111518"/>
                <a:gd name="connsiteX5" fmla="*/ 12222 w 50289"/>
                <a:gd name="connsiteY5" fmla="*/ 90542 h 111518"/>
                <a:gd name="connsiteX6" fmla="*/ 10728 w 50289"/>
                <a:gd name="connsiteY6" fmla="*/ 97502 h 111518"/>
                <a:gd name="connsiteX7" fmla="*/ 26495 w 50289"/>
                <a:gd name="connsiteY7" fmla="*/ 111587 h 111518"/>
                <a:gd name="connsiteX8" fmla="*/ 50395 w 50289"/>
                <a:gd name="connsiteY8" fmla="*/ 86234 h 111518"/>
                <a:gd name="connsiteX9" fmla="*/ 47740 w 50289"/>
                <a:gd name="connsiteY9" fmla="*/ 84080 h 111518"/>
                <a:gd name="connsiteX10" fmla="*/ 44586 w 50289"/>
                <a:gd name="connsiteY10" fmla="*/ 86897 h 111518"/>
                <a:gd name="connsiteX11" fmla="*/ 26993 w 50289"/>
                <a:gd name="connsiteY11" fmla="*/ 106947 h 111518"/>
                <a:gd name="connsiteX12" fmla="*/ 22844 w 50289"/>
                <a:gd name="connsiteY12" fmla="*/ 101147 h 111518"/>
                <a:gd name="connsiteX13" fmla="*/ 25500 w 50289"/>
                <a:gd name="connsiteY13" fmla="*/ 90542 h 111518"/>
                <a:gd name="connsiteX14" fmla="*/ 30811 w 50289"/>
                <a:gd name="connsiteY14" fmla="*/ 77286 h 111518"/>
                <a:gd name="connsiteX15" fmla="*/ 38943 w 50289"/>
                <a:gd name="connsiteY15" fmla="*/ 56242 h 111518"/>
                <a:gd name="connsiteX16" fmla="*/ 39939 w 50289"/>
                <a:gd name="connsiteY16" fmla="*/ 50939 h 111518"/>
                <a:gd name="connsiteX17" fmla="*/ 24172 w 50289"/>
                <a:gd name="connsiteY17" fmla="*/ 36854 h 111518"/>
                <a:gd name="connsiteX18" fmla="*/ 106 w 50289"/>
                <a:gd name="connsiteY18" fmla="*/ 62207 h 111518"/>
                <a:gd name="connsiteX19" fmla="*/ 2927 w 50289"/>
                <a:gd name="connsiteY19" fmla="*/ 64361 h 111518"/>
                <a:gd name="connsiteX20" fmla="*/ 5915 w 50289"/>
                <a:gd name="connsiteY20" fmla="*/ 61710 h 111518"/>
                <a:gd name="connsiteX21" fmla="*/ 23674 w 50289"/>
                <a:gd name="connsiteY21" fmla="*/ 41494 h 111518"/>
                <a:gd name="connsiteX22" fmla="*/ 27823 w 50289"/>
                <a:gd name="connsiteY22" fmla="*/ 47293 h 111518"/>
                <a:gd name="connsiteX23" fmla="*/ 22678 w 50289"/>
                <a:gd name="connsiteY23" fmla="*/ 63864 h 111518"/>
                <a:gd name="connsiteX24" fmla="*/ 12222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80" y="6365"/>
                  </a:moveTo>
                  <a:cubicBezTo>
                    <a:pt x="46080" y="3713"/>
                    <a:pt x="44089" y="68"/>
                    <a:pt x="39441" y="68"/>
                  </a:cubicBezTo>
                  <a:cubicBezTo>
                    <a:pt x="34960" y="68"/>
                    <a:pt x="30147" y="4376"/>
                    <a:pt x="30147" y="9181"/>
                  </a:cubicBezTo>
                  <a:cubicBezTo>
                    <a:pt x="30147" y="11998"/>
                    <a:pt x="32304" y="15478"/>
                    <a:pt x="36786" y="15478"/>
                  </a:cubicBezTo>
                  <a:cubicBezTo>
                    <a:pt x="41599" y="15478"/>
                    <a:pt x="46080" y="10839"/>
                    <a:pt x="46080" y="6365"/>
                  </a:cubicBezTo>
                  <a:close/>
                  <a:moveTo>
                    <a:pt x="12222" y="90542"/>
                  </a:moveTo>
                  <a:cubicBezTo>
                    <a:pt x="11558" y="92696"/>
                    <a:pt x="10728" y="94685"/>
                    <a:pt x="10728" y="97502"/>
                  </a:cubicBezTo>
                  <a:cubicBezTo>
                    <a:pt x="10728" y="105290"/>
                    <a:pt x="17367" y="111587"/>
                    <a:pt x="26495" y="111587"/>
                  </a:cubicBezTo>
                  <a:cubicBezTo>
                    <a:pt x="43093" y="111587"/>
                    <a:pt x="50395" y="88720"/>
                    <a:pt x="50395" y="86234"/>
                  </a:cubicBezTo>
                  <a:cubicBezTo>
                    <a:pt x="50395" y="84080"/>
                    <a:pt x="48238" y="84080"/>
                    <a:pt x="47740" y="84080"/>
                  </a:cubicBezTo>
                  <a:cubicBezTo>
                    <a:pt x="45416" y="84080"/>
                    <a:pt x="45250" y="85074"/>
                    <a:pt x="44586" y="86897"/>
                  </a:cubicBezTo>
                  <a:cubicBezTo>
                    <a:pt x="40769" y="100153"/>
                    <a:pt x="33466" y="106947"/>
                    <a:pt x="26993" y="106947"/>
                  </a:cubicBezTo>
                  <a:cubicBezTo>
                    <a:pt x="23674" y="106947"/>
                    <a:pt x="22844" y="104793"/>
                    <a:pt x="22844" y="101147"/>
                  </a:cubicBezTo>
                  <a:cubicBezTo>
                    <a:pt x="22844" y="97336"/>
                    <a:pt x="24006" y="94188"/>
                    <a:pt x="25500" y="90542"/>
                  </a:cubicBezTo>
                  <a:cubicBezTo>
                    <a:pt x="27159" y="86068"/>
                    <a:pt x="28985" y="81594"/>
                    <a:pt x="30811" y="77286"/>
                  </a:cubicBezTo>
                  <a:cubicBezTo>
                    <a:pt x="32304" y="73309"/>
                    <a:pt x="38279" y="58230"/>
                    <a:pt x="38943" y="56242"/>
                  </a:cubicBezTo>
                  <a:cubicBezTo>
                    <a:pt x="39441" y="54584"/>
                    <a:pt x="39939" y="52596"/>
                    <a:pt x="39939" y="50939"/>
                  </a:cubicBezTo>
                  <a:cubicBezTo>
                    <a:pt x="39939" y="43151"/>
                    <a:pt x="33300" y="36854"/>
                    <a:pt x="24172" y="36854"/>
                  </a:cubicBezTo>
                  <a:cubicBezTo>
                    <a:pt x="7741" y="36854"/>
                    <a:pt x="106" y="59390"/>
                    <a:pt x="106" y="62207"/>
                  </a:cubicBezTo>
                  <a:cubicBezTo>
                    <a:pt x="106" y="64361"/>
                    <a:pt x="2430" y="64361"/>
                    <a:pt x="2927" y="64361"/>
                  </a:cubicBezTo>
                  <a:cubicBezTo>
                    <a:pt x="5251" y="64361"/>
                    <a:pt x="5417" y="63533"/>
                    <a:pt x="5915" y="61710"/>
                  </a:cubicBezTo>
                  <a:cubicBezTo>
                    <a:pt x="10230" y="47459"/>
                    <a:pt x="17533" y="41494"/>
                    <a:pt x="23674" y="41494"/>
                  </a:cubicBezTo>
                  <a:cubicBezTo>
                    <a:pt x="26330" y="41494"/>
                    <a:pt x="27823" y="42819"/>
                    <a:pt x="27823" y="47293"/>
                  </a:cubicBezTo>
                  <a:cubicBezTo>
                    <a:pt x="27823" y="51105"/>
                    <a:pt x="26827" y="53590"/>
                    <a:pt x="22678" y="63864"/>
                  </a:cubicBezTo>
                  <a:lnTo>
                    <a:pt x="1222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599" name="Freeform: Shape 598">
              <a:extLst>
                <a:ext uri="{FF2B5EF4-FFF2-40B4-BE49-F238E27FC236}">
                  <a16:creationId xmlns:a16="http://schemas.microsoft.com/office/drawing/2014/main" id="{2CEB69D0-DCD5-2805-A147-92416CE51DF2}"/>
                </a:ext>
              </a:extLst>
            </p:cNvPr>
            <p:cNvSpPr/>
            <p:nvPr>
              <p:custDataLst>
                <p:tags r:id="rId96"/>
              </p:custDataLst>
            </p:nvPr>
          </p:nvSpPr>
          <p:spPr>
            <a:xfrm>
              <a:off x="7576907" y="6197580"/>
              <a:ext cx="55007" cy="236720"/>
            </a:xfrm>
            <a:custGeom>
              <a:avLst/>
              <a:gdLst>
                <a:gd name="connsiteX0" fmla="*/ 55117 w 55007"/>
                <a:gd name="connsiteY0" fmla="*/ 234419 h 236720"/>
                <a:gd name="connsiteX1" fmla="*/ 51086 w 55007"/>
                <a:gd name="connsiteY1" fmla="*/ 229212 h 236720"/>
                <a:gd name="connsiteX2" fmla="*/ 13861 w 55007"/>
                <a:gd name="connsiteY2" fmla="*/ 118426 h 236720"/>
                <a:gd name="connsiteX3" fmla="*/ 52035 w 55007"/>
                <a:gd name="connsiteY3" fmla="*/ 6458 h 236720"/>
                <a:gd name="connsiteX4" fmla="*/ 55117 w 55007"/>
                <a:gd name="connsiteY4" fmla="*/ 2433 h 236720"/>
                <a:gd name="connsiteX5" fmla="*/ 52746 w 55007"/>
                <a:gd name="connsiteY5" fmla="*/ 66 h 236720"/>
                <a:gd name="connsiteX6" fmla="*/ 15047 w 55007"/>
                <a:gd name="connsiteY6" fmla="*/ 46227 h 236720"/>
                <a:gd name="connsiteX7" fmla="*/ 109 w 55007"/>
                <a:gd name="connsiteY7" fmla="*/ 118426 h 236720"/>
                <a:gd name="connsiteX8" fmla="*/ 15758 w 55007"/>
                <a:gd name="connsiteY8" fmla="*/ 192283 h 236720"/>
                <a:gd name="connsiteX9" fmla="*/ 52746 w 55007"/>
                <a:gd name="connsiteY9" fmla="*/ 236787 h 236720"/>
                <a:gd name="connsiteX10" fmla="*/ 55117 w 55007"/>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117" y="234419"/>
                  </a:moveTo>
                  <a:cubicBezTo>
                    <a:pt x="55117" y="233709"/>
                    <a:pt x="55117" y="233236"/>
                    <a:pt x="51086" y="229212"/>
                  </a:cubicBezTo>
                  <a:cubicBezTo>
                    <a:pt x="21449" y="199385"/>
                    <a:pt x="13861" y="154645"/>
                    <a:pt x="13861" y="118426"/>
                  </a:cubicBezTo>
                  <a:cubicBezTo>
                    <a:pt x="13861" y="77237"/>
                    <a:pt x="22871" y="36048"/>
                    <a:pt x="52035" y="6458"/>
                  </a:cubicBezTo>
                  <a:cubicBezTo>
                    <a:pt x="55117" y="3617"/>
                    <a:pt x="55117" y="3144"/>
                    <a:pt x="55117" y="2433"/>
                  </a:cubicBezTo>
                  <a:cubicBezTo>
                    <a:pt x="55117" y="776"/>
                    <a:pt x="54169" y="66"/>
                    <a:pt x="52746" y="66"/>
                  </a:cubicBezTo>
                  <a:cubicBezTo>
                    <a:pt x="50375" y="66"/>
                    <a:pt x="29036" y="16163"/>
                    <a:pt x="15047" y="46227"/>
                  </a:cubicBezTo>
                  <a:cubicBezTo>
                    <a:pt x="2955" y="72266"/>
                    <a:pt x="109" y="98542"/>
                    <a:pt x="109" y="118426"/>
                  </a:cubicBezTo>
                  <a:cubicBezTo>
                    <a:pt x="109" y="136891"/>
                    <a:pt x="2717" y="165534"/>
                    <a:pt x="15758" y="192283"/>
                  </a:cubicBezTo>
                  <a:cubicBezTo>
                    <a:pt x="29984" y="221400"/>
                    <a:pt x="50375" y="236787"/>
                    <a:pt x="52746" y="236787"/>
                  </a:cubicBezTo>
                  <a:cubicBezTo>
                    <a:pt x="54169" y="236787"/>
                    <a:pt x="55117" y="236077"/>
                    <a:pt x="55117"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0" name="Freeform: Shape 599">
              <a:extLst>
                <a:ext uri="{FF2B5EF4-FFF2-40B4-BE49-F238E27FC236}">
                  <a16:creationId xmlns:a16="http://schemas.microsoft.com/office/drawing/2014/main" id="{2103BC43-EAA3-6CA7-1D80-B9117CF7C062}"/>
                </a:ext>
              </a:extLst>
            </p:cNvPr>
            <p:cNvSpPr/>
            <p:nvPr>
              <p:custDataLst>
                <p:tags r:id="rId97"/>
              </p:custDataLst>
            </p:nvPr>
          </p:nvSpPr>
          <p:spPr>
            <a:xfrm>
              <a:off x="7652517" y="6270489"/>
              <a:ext cx="109304" cy="153158"/>
            </a:xfrm>
            <a:custGeom>
              <a:avLst/>
              <a:gdLst>
                <a:gd name="connsiteX0" fmla="*/ 108469 w 109304"/>
                <a:gd name="connsiteY0" fmla="*/ 14506 h 153158"/>
                <a:gd name="connsiteX1" fmla="*/ 109417 w 109304"/>
                <a:gd name="connsiteY1" fmla="*/ 9062 h 153158"/>
                <a:gd name="connsiteX2" fmla="*/ 102541 w 109304"/>
                <a:gd name="connsiteY2" fmla="*/ 2670 h 153158"/>
                <a:gd name="connsiteX3" fmla="*/ 94243 w 109304"/>
                <a:gd name="connsiteY3" fmla="*/ 7641 h 153158"/>
                <a:gd name="connsiteX4" fmla="*/ 90923 w 109304"/>
                <a:gd name="connsiteY4" fmla="*/ 20424 h 153158"/>
                <a:gd name="connsiteX5" fmla="*/ 86181 w 109304"/>
                <a:gd name="connsiteY5" fmla="*/ 39362 h 153158"/>
                <a:gd name="connsiteX6" fmla="*/ 75512 w 109304"/>
                <a:gd name="connsiteY6" fmla="*/ 81972 h 153158"/>
                <a:gd name="connsiteX7" fmla="*/ 48719 w 109304"/>
                <a:gd name="connsiteY7" fmla="*/ 102093 h 153158"/>
                <a:gd name="connsiteX8" fmla="*/ 34019 w 109304"/>
                <a:gd name="connsiteY8" fmla="*/ 82918 h 153158"/>
                <a:gd name="connsiteX9" fmla="*/ 46111 w 109304"/>
                <a:gd name="connsiteY9" fmla="*/ 36521 h 153158"/>
                <a:gd name="connsiteX10" fmla="*/ 50853 w 109304"/>
                <a:gd name="connsiteY10" fmla="*/ 19477 h 153158"/>
                <a:gd name="connsiteX11" fmla="*/ 31411 w 109304"/>
                <a:gd name="connsiteY11" fmla="*/ 66 h 153158"/>
                <a:gd name="connsiteX12" fmla="*/ 113 w 109304"/>
                <a:gd name="connsiteY12" fmla="*/ 36521 h 153158"/>
                <a:gd name="connsiteX13" fmla="*/ 2958 w 109304"/>
                <a:gd name="connsiteY13" fmla="*/ 38888 h 153158"/>
                <a:gd name="connsiteX14" fmla="*/ 6752 w 109304"/>
                <a:gd name="connsiteY14" fmla="*/ 34627 h 153158"/>
                <a:gd name="connsiteX15" fmla="*/ 30699 w 109304"/>
                <a:gd name="connsiteY15" fmla="*/ 5274 h 153158"/>
                <a:gd name="connsiteX16" fmla="*/ 36627 w 109304"/>
                <a:gd name="connsiteY16" fmla="*/ 12849 h 153158"/>
                <a:gd name="connsiteX17" fmla="*/ 32596 w 109304"/>
                <a:gd name="connsiteY17" fmla="*/ 29420 h 153158"/>
                <a:gd name="connsiteX18" fmla="*/ 18844 w 109304"/>
                <a:gd name="connsiteY18" fmla="*/ 79131 h 153158"/>
                <a:gd name="connsiteX19" fmla="*/ 47771 w 109304"/>
                <a:gd name="connsiteY19" fmla="*/ 107301 h 153158"/>
                <a:gd name="connsiteX20" fmla="*/ 71718 w 109304"/>
                <a:gd name="connsiteY20" fmla="*/ 96648 h 153158"/>
                <a:gd name="connsiteX21" fmla="*/ 56306 w 109304"/>
                <a:gd name="connsiteY21" fmla="*/ 133103 h 153158"/>
                <a:gd name="connsiteX22" fmla="*/ 30225 w 109304"/>
                <a:gd name="connsiteY22" fmla="*/ 148017 h 153158"/>
                <a:gd name="connsiteX23" fmla="*/ 12205 w 109304"/>
                <a:gd name="connsiteY23" fmla="*/ 138074 h 153158"/>
                <a:gd name="connsiteX24" fmla="*/ 22401 w 109304"/>
                <a:gd name="connsiteY24" fmla="*/ 135234 h 153158"/>
                <a:gd name="connsiteX25" fmla="*/ 27143 w 109304"/>
                <a:gd name="connsiteY25" fmla="*/ 125528 h 153158"/>
                <a:gd name="connsiteX26" fmla="*/ 18370 w 109304"/>
                <a:gd name="connsiteY26" fmla="*/ 117243 h 153158"/>
                <a:gd name="connsiteX27" fmla="*/ 5092 w 109304"/>
                <a:gd name="connsiteY27" fmla="*/ 132630 h 153158"/>
                <a:gd name="connsiteX28" fmla="*/ 30225 w 109304"/>
                <a:gd name="connsiteY28" fmla="*/ 153224 h 153158"/>
                <a:gd name="connsiteX29" fmla="*/ 85707 w 109304"/>
                <a:gd name="connsiteY29" fmla="*/ 104933 h 153158"/>
                <a:gd name="connsiteX30" fmla="*/ 108469 w 109304"/>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04" h="153158">
                  <a:moveTo>
                    <a:pt x="108469" y="14506"/>
                  </a:moveTo>
                  <a:cubicBezTo>
                    <a:pt x="109417" y="11192"/>
                    <a:pt x="109417" y="10719"/>
                    <a:pt x="109417" y="9062"/>
                  </a:cubicBezTo>
                  <a:cubicBezTo>
                    <a:pt x="109417" y="4801"/>
                    <a:pt x="106098" y="2670"/>
                    <a:pt x="102541" y="2670"/>
                  </a:cubicBezTo>
                  <a:cubicBezTo>
                    <a:pt x="100170" y="2670"/>
                    <a:pt x="96377" y="4091"/>
                    <a:pt x="94243" y="7641"/>
                  </a:cubicBezTo>
                  <a:cubicBezTo>
                    <a:pt x="93769" y="8825"/>
                    <a:pt x="91872" y="16163"/>
                    <a:pt x="90923" y="20424"/>
                  </a:cubicBezTo>
                  <a:cubicBezTo>
                    <a:pt x="89264" y="26579"/>
                    <a:pt x="87604" y="32970"/>
                    <a:pt x="86181" y="39362"/>
                  </a:cubicBezTo>
                  <a:lnTo>
                    <a:pt x="75512" y="81972"/>
                  </a:lnTo>
                  <a:cubicBezTo>
                    <a:pt x="74563" y="85522"/>
                    <a:pt x="64368" y="102093"/>
                    <a:pt x="48719" y="102093"/>
                  </a:cubicBezTo>
                  <a:cubicBezTo>
                    <a:pt x="36627" y="102093"/>
                    <a:pt x="34019" y="91677"/>
                    <a:pt x="34019" y="82918"/>
                  </a:cubicBezTo>
                  <a:cubicBezTo>
                    <a:pt x="34019" y="72029"/>
                    <a:pt x="38050" y="57353"/>
                    <a:pt x="46111" y="36521"/>
                  </a:cubicBezTo>
                  <a:cubicBezTo>
                    <a:pt x="49905" y="26816"/>
                    <a:pt x="50853" y="24212"/>
                    <a:pt x="50853" y="19477"/>
                  </a:cubicBezTo>
                  <a:cubicBezTo>
                    <a:pt x="50853" y="8825"/>
                    <a:pt x="43266" y="66"/>
                    <a:pt x="31411" y="66"/>
                  </a:cubicBezTo>
                  <a:cubicBezTo>
                    <a:pt x="8886" y="66"/>
                    <a:pt x="113" y="34391"/>
                    <a:pt x="113" y="36521"/>
                  </a:cubicBezTo>
                  <a:cubicBezTo>
                    <a:pt x="113" y="38888"/>
                    <a:pt x="2484" y="38888"/>
                    <a:pt x="2958" y="38888"/>
                  </a:cubicBezTo>
                  <a:cubicBezTo>
                    <a:pt x="5329" y="38888"/>
                    <a:pt x="5566" y="38415"/>
                    <a:pt x="6752" y="34627"/>
                  </a:cubicBezTo>
                  <a:cubicBezTo>
                    <a:pt x="13154" y="12376"/>
                    <a:pt x="22638" y="5274"/>
                    <a:pt x="30699" y="5274"/>
                  </a:cubicBezTo>
                  <a:cubicBezTo>
                    <a:pt x="32596" y="5274"/>
                    <a:pt x="36627" y="5274"/>
                    <a:pt x="36627" y="12849"/>
                  </a:cubicBezTo>
                  <a:cubicBezTo>
                    <a:pt x="36627" y="18767"/>
                    <a:pt x="34256" y="24922"/>
                    <a:pt x="32596" y="29420"/>
                  </a:cubicBezTo>
                  <a:cubicBezTo>
                    <a:pt x="23112" y="54512"/>
                    <a:pt x="18844" y="68005"/>
                    <a:pt x="18844" y="79131"/>
                  </a:cubicBezTo>
                  <a:cubicBezTo>
                    <a:pt x="18844" y="100199"/>
                    <a:pt x="33782" y="107301"/>
                    <a:pt x="47771" y="107301"/>
                  </a:cubicBezTo>
                  <a:cubicBezTo>
                    <a:pt x="57018" y="107301"/>
                    <a:pt x="65079" y="103276"/>
                    <a:pt x="71718" y="96648"/>
                  </a:cubicBezTo>
                  <a:cubicBezTo>
                    <a:pt x="68636" y="108958"/>
                    <a:pt x="65791" y="120557"/>
                    <a:pt x="56306" y="133103"/>
                  </a:cubicBezTo>
                  <a:cubicBezTo>
                    <a:pt x="50142" y="141152"/>
                    <a:pt x="41132" y="148017"/>
                    <a:pt x="30225" y="148017"/>
                  </a:cubicBezTo>
                  <a:cubicBezTo>
                    <a:pt x="26906" y="148017"/>
                    <a:pt x="16236" y="147306"/>
                    <a:pt x="12205" y="138074"/>
                  </a:cubicBezTo>
                  <a:cubicBezTo>
                    <a:pt x="15999" y="138074"/>
                    <a:pt x="19081" y="138074"/>
                    <a:pt x="22401" y="135234"/>
                  </a:cubicBezTo>
                  <a:cubicBezTo>
                    <a:pt x="24772" y="133103"/>
                    <a:pt x="27143" y="130026"/>
                    <a:pt x="27143" y="125528"/>
                  </a:cubicBezTo>
                  <a:cubicBezTo>
                    <a:pt x="27143" y="118190"/>
                    <a:pt x="20741" y="117243"/>
                    <a:pt x="18370" y="117243"/>
                  </a:cubicBezTo>
                  <a:cubicBezTo>
                    <a:pt x="12917" y="117243"/>
                    <a:pt x="5092" y="121030"/>
                    <a:pt x="5092" y="132630"/>
                  </a:cubicBezTo>
                  <a:cubicBezTo>
                    <a:pt x="5092" y="144466"/>
                    <a:pt x="15525" y="153224"/>
                    <a:pt x="30225" y="153224"/>
                  </a:cubicBezTo>
                  <a:cubicBezTo>
                    <a:pt x="54647" y="153224"/>
                    <a:pt x="79068" y="131683"/>
                    <a:pt x="85707" y="104933"/>
                  </a:cubicBezTo>
                  <a:lnTo>
                    <a:pt x="108469"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1" name="Freeform: Shape 600">
              <a:extLst>
                <a:ext uri="{FF2B5EF4-FFF2-40B4-BE49-F238E27FC236}">
                  <a16:creationId xmlns:a16="http://schemas.microsoft.com/office/drawing/2014/main" id="{BD396C5D-9445-6617-6F00-4992DD2F21D5}"/>
                </a:ext>
              </a:extLst>
            </p:cNvPr>
            <p:cNvSpPr/>
            <p:nvPr>
              <p:custDataLst>
                <p:tags r:id="rId98"/>
              </p:custDataLst>
            </p:nvPr>
          </p:nvSpPr>
          <p:spPr>
            <a:xfrm>
              <a:off x="7769689" y="6300766"/>
              <a:ext cx="50289" cy="111518"/>
            </a:xfrm>
            <a:custGeom>
              <a:avLst/>
              <a:gdLst>
                <a:gd name="connsiteX0" fmla="*/ 46092 w 50289"/>
                <a:gd name="connsiteY0" fmla="*/ 6365 h 111518"/>
                <a:gd name="connsiteX1" fmla="*/ 39453 w 50289"/>
                <a:gd name="connsiteY1" fmla="*/ 68 h 111518"/>
                <a:gd name="connsiteX2" fmla="*/ 30159 w 50289"/>
                <a:gd name="connsiteY2" fmla="*/ 9181 h 111518"/>
                <a:gd name="connsiteX3" fmla="*/ 36798 w 50289"/>
                <a:gd name="connsiteY3" fmla="*/ 15478 h 111518"/>
                <a:gd name="connsiteX4" fmla="*/ 46092 w 50289"/>
                <a:gd name="connsiteY4" fmla="*/ 6365 h 111518"/>
                <a:gd name="connsiteX5" fmla="*/ 12234 w 50289"/>
                <a:gd name="connsiteY5" fmla="*/ 90542 h 111518"/>
                <a:gd name="connsiteX6" fmla="*/ 10740 w 50289"/>
                <a:gd name="connsiteY6" fmla="*/ 97502 h 111518"/>
                <a:gd name="connsiteX7" fmla="*/ 26508 w 50289"/>
                <a:gd name="connsiteY7" fmla="*/ 111587 h 111518"/>
                <a:gd name="connsiteX8" fmla="*/ 50408 w 50289"/>
                <a:gd name="connsiteY8" fmla="*/ 86234 h 111518"/>
                <a:gd name="connsiteX9" fmla="*/ 47752 w 50289"/>
                <a:gd name="connsiteY9" fmla="*/ 84080 h 111518"/>
                <a:gd name="connsiteX10" fmla="*/ 44598 w 50289"/>
                <a:gd name="connsiteY10" fmla="*/ 86897 h 111518"/>
                <a:gd name="connsiteX11" fmla="*/ 27005 w 50289"/>
                <a:gd name="connsiteY11" fmla="*/ 106947 h 111518"/>
                <a:gd name="connsiteX12" fmla="*/ 22856 w 50289"/>
                <a:gd name="connsiteY12" fmla="*/ 101147 h 111518"/>
                <a:gd name="connsiteX13" fmla="*/ 25512 w 50289"/>
                <a:gd name="connsiteY13" fmla="*/ 90542 h 111518"/>
                <a:gd name="connsiteX14" fmla="*/ 30823 w 50289"/>
                <a:gd name="connsiteY14" fmla="*/ 77286 h 111518"/>
                <a:gd name="connsiteX15" fmla="*/ 38955 w 50289"/>
                <a:gd name="connsiteY15" fmla="*/ 56242 h 111518"/>
                <a:gd name="connsiteX16" fmla="*/ 39951 w 50289"/>
                <a:gd name="connsiteY16" fmla="*/ 50939 h 111518"/>
                <a:gd name="connsiteX17" fmla="*/ 24184 w 50289"/>
                <a:gd name="connsiteY17" fmla="*/ 36854 h 111518"/>
                <a:gd name="connsiteX18" fmla="*/ 118 w 50289"/>
                <a:gd name="connsiteY18" fmla="*/ 62207 h 111518"/>
                <a:gd name="connsiteX19" fmla="*/ 2940 w 50289"/>
                <a:gd name="connsiteY19" fmla="*/ 64361 h 111518"/>
                <a:gd name="connsiteX20" fmla="*/ 5927 w 50289"/>
                <a:gd name="connsiteY20" fmla="*/ 61710 h 111518"/>
                <a:gd name="connsiteX21" fmla="*/ 23686 w 50289"/>
                <a:gd name="connsiteY21" fmla="*/ 41494 h 111518"/>
                <a:gd name="connsiteX22" fmla="*/ 27835 w 50289"/>
                <a:gd name="connsiteY22" fmla="*/ 47293 h 111518"/>
                <a:gd name="connsiteX23" fmla="*/ 22690 w 50289"/>
                <a:gd name="connsiteY23" fmla="*/ 63864 h 111518"/>
                <a:gd name="connsiteX24" fmla="*/ 12234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92" y="6365"/>
                  </a:moveTo>
                  <a:cubicBezTo>
                    <a:pt x="46092" y="3713"/>
                    <a:pt x="44101" y="68"/>
                    <a:pt x="39453" y="68"/>
                  </a:cubicBezTo>
                  <a:cubicBezTo>
                    <a:pt x="34972" y="68"/>
                    <a:pt x="30159" y="4376"/>
                    <a:pt x="30159" y="9181"/>
                  </a:cubicBezTo>
                  <a:cubicBezTo>
                    <a:pt x="30159" y="11998"/>
                    <a:pt x="32317" y="15478"/>
                    <a:pt x="36798" y="15478"/>
                  </a:cubicBezTo>
                  <a:cubicBezTo>
                    <a:pt x="41611" y="15478"/>
                    <a:pt x="46092" y="10839"/>
                    <a:pt x="46092" y="6365"/>
                  </a:cubicBezTo>
                  <a:close/>
                  <a:moveTo>
                    <a:pt x="12234" y="90542"/>
                  </a:moveTo>
                  <a:cubicBezTo>
                    <a:pt x="11570" y="92696"/>
                    <a:pt x="10740" y="94685"/>
                    <a:pt x="10740" y="97502"/>
                  </a:cubicBezTo>
                  <a:cubicBezTo>
                    <a:pt x="10740" y="105290"/>
                    <a:pt x="17379" y="111587"/>
                    <a:pt x="26508" y="111587"/>
                  </a:cubicBezTo>
                  <a:cubicBezTo>
                    <a:pt x="43105" y="111587"/>
                    <a:pt x="50408" y="88720"/>
                    <a:pt x="50408" y="86234"/>
                  </a:cubicBezTo>
                  <a:cubicBezTo>
                    <a:pt x="50408" y="84080"/>
                    <a:pt x="48250" y="84080"/>
                    <a:pt x="47752" y="84080"/>
                  </a:cubicBezTo>
                  <a:cubicBezTo>
                    <a:pt x="45428" y="84080"/>
                    <a:pt x="45262" y="85074"/>
                    <a:pt x="44598" y="86897"/>
                  </a:cubicBezTo>
                  <a:cubicBezTo>
                    <a:pt x="40781" y="100153"/>
                    <a:pt x="33478" y="106947"/>
                    <a:pt x="27005" y="106947"/>
                  </a:cubicBezTo>
                  <a:cubicBezTo>
                    <a:pt x="23686" y="106947"/>
                    <a:pt x="22856" y="104793"/>
                    <a:pt x="22856" y="101147"/>
                  </a:cubicBezTo>
                  <a:cubicBezTo>
                    <a:pt x="22856" y="97336"/>
                    <a:pt x="24018" y="94188"/>
                    <a:pt x="25512" y="90542"/>
                  </a:cubicBezTo>
                  <a:cubicBezTo>
                    <a:pt x="27171" y="86068"/>
                    <a:pt x="28997" y="81594"/>
                    <a:pt x="30823" y="77286"/>
                  </a:cubicBezTo>
                  <a:cubicBezTo>
                    <a:pt x="32317" y="73309"/>
                    <a:pt x="38292" y="58230"/>
                    <a:pt x="38955" y="56242"/>
                  </a:cubicBezTo>
                  <a:cubicBezTo>
                    <a:pt x="39453" y="54584"/>
                    <a:pt x="39951" y="52596"/>
                    <a:pt x="39951" y="50939"/>
                  </a:cubicBezTo>
                  <a:cubicBezTo>
                    <a:pt x="39951" y="43151"/>
                    <a:pt x="33312" y="36854"/>
                    <a:pt x="24184" y="36854"/>
                  </a:cubicBezTo>
                  <a:cubicBezTo>
                    <a:pt x="7753" y="36854"/>
                    <a:pt x="118" y="59390"/>
                    <a:pt x="118" y="62207"/>
                  </a:cubicBezTo>
                  <a:cubicBezTo>
                    <a:pt x="118" y="64361"/>
                    <a:pt x="2442" y="64361"/>
                    <a:pt x="2940" y="64361"/>
                  </a:cubicBezTo>
                  <a:cubicBezTo>
                    <a:pt x="5263" y="64361"/>
                    <a:pt x="5429" y="63533"/>
                    <a:pt x="5927" y="61710"/>
                  </a:cubicBezTo>
                  <a:cubicBezTo>
                    <a:pt x="10242" y="47459"/>
                    <a:pt x="17545" y="41494"/>
                    <a:pt x="23686" y="41494"/>
                  </a:cubicBezTo>
                  <a:cubicBezTo>
                    <a:pt x="26342" y="41494"/>
                    <a:pt x="27835" y="42819"/>
                    <a:pt x="27835" y="47293"/>
                  </a:cubicBezTo>
                  <a:cubicBezTo>
                    <a:pt x="27835" y="51105"/>
                    <a:pt x="26839" y="53590"/>
                    <a:pt x="22690" y="63864"/>
                  </a:cubicBezTo>
                  <a:lnTo>
                    <a:pt x="1223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2" name="Freeform: Shape 601">
              <a:extLst>
                <a:ext uri="{FF2B5EF4-FFF2-40B4-BE49-F238E27FC236}">
                  <a16:creationId xmlns:a16="http://schemas.microsoft.com/office/drawing/2014/main" id="{B0E31C62-DAAD-5337-7B23-1A096CB4A639}"/>
                </a:ext>
              </a:extLst>
            </p:cNvPr>
            <p:cNvSpPr/>
            <p:nvPr>
              <p:custDataLst>
                <p:tags r:id="rId99"/>
              </p:custDataLst>
            </p:nvPr>
          </p:nvSpPr>
          <p:spPr>
            <a:xfrm>
              <a:off x="7913194" y="6311205"/>
              <a:ext cx="144869" cy="9468"/>
            </a:xfrm>
            <a:custGeom>
              <a:avLst/>
              <a:gdLst>
                <a:gd name="connsiteX0" fmla="*/ 136695 w 144869"/>
                <a:gd name="connsiteY0" fmla="*/ 9535 h 9468"/>
                <a:gd name="connsiteX1" fmla="*/ 144993 w 144869"/>
                <a:gd name="connsiteY1" fmla="*/ 4801 h 9468"/>
                <a:gd name="connsiteX2" fmla="*/ 136695 w 144869"/>
                <a:gd name="connsiteY2" fmla="*/ 66 h 9468"/>
                <a:gd name="connsiteX3" fmla="*/ 8422 w 144869"/>
                <a:gd name="connsiteY3" fmla="*/ 66 h 9468"/>
                <a:gd name="connsiteX4" fmla="*/ 124 w 144869"/>
                <a:gd name="connsiteY4" fmla="*/ 4801 h 9468"/>
                <a:gd name="connsiteX5" fmla="*/ 8422 w 144869"/>
                <a:gd name="connsiteY5" fmla="*/ 9535 h 9468"/>
                <a:gd name="connsiteX6" fmla="*/ 136695 w 14486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9" h="9468">
                  <a:moveTo>
                    <a:pt x="136695" y="9535"/>
                  </a:moveTo>
                  <a:cubicBezTo>
                    <a:pt x="140725" y="9535"/>
                    <a:pt x="144993" y="9535"/>
                    <a:pt x="144993" y="4801"/>
                  </a:cubicBezTo>
                  <a:cubicBezTo>
                    <a:pt x="144993" y="66"/>
                    <a:pt x="140725" y="66"/>
                    <a:pt x="136695" y="66"/>
                  </a:cubicBezTo>
                  <a:lnTo>
                    <a:pt x="8422" y="66"/>
                  </a:lnTo>
                  <a:cubicBezTo>
                    <a:pt x="4391" y="66"/>
                    <a:pt x="124" y="66"/>
                    <a:pt x="124" y="4801"/>
                  </a:cubicBezTo>
                  <a:cubicBezTo>
                    <a:pt x="124" y="9535"/>
                    <a:pt x="4391" y="9535"/>
                    <a:pt x="8422" y="9535"/>
                  </a:cubicBezTo>
                  <a:lnTo>
                    <a:pt x="136695"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3" name="Freeform: Shape 602">
              <a:extLst>
                <a:ext uri="{FF2B5EF4-FFF2-40B4-BE49-F238E27FC236}">
                  <a16:creationId xmlns:a16="http://schemas.microsoft.com/office/drawing/2014/main" id="{9873ECC3-6B81-7590-7618-078574CD3F42}"/>
                </a:ext>
              </a:extLst>
            </p:cNvPr>
            <p:cNvSpPr/>
            <p:nvPr>
              <p:custDataLst>
                <p:tags r:id="rId100"/>
              </p:custDataLst>
            </p:nvPr>
          </p:nvSpPr>
          <p:spPr>
            <a:xfrm>
              <a:off x="8163251" y="6235455"/>
              <a:ext cx="85594" cy="7338"/>
            </a:xfrm>
            <a:custGeom>
              <a:avLst/>
              <a:gdLst>
                <a:gd name="connsiteX0" fmla="*/ 85728 w 85594"/>
                <a:gd name="connsiteY0" fmla="*/ 7405 h 7338"/>
                <a:gd name="connsiteX1" fmla="*/ 85728 w 85594"/>
                <a:gd name="connsiteY1" fmla="*/ 66 h 7338"/>
                <a:gd name="connsiteX2" fmla="*/ 134 w 85594"/>
                <a:gd name="connsiteY2" fmla="*/ 66 h 7338"/>
                <a:gd name="connsiteX3" fmla="*/ 134 w 85594"/>
                <a:gd name="connsiteY3" fmla="*/ 7405 h 7338"/>
                <a:gd name="connsiteX4" fmla="*/ 85728 w 85594"/>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94" h="7338">
                  <a:moveTo>
                    <a:pt x="85728" y="7405"/>
                  </a:moveTo>
                  <a:lnTo>
                    <a:pt x="85728" y="66"/>
                  </a:lnTo>
                  <a:lnTo>
                    <a:pt x="134" y="66"/>
                  </a:lnTo>
                  <a:lnTo>
                    <a:pt x="134" y="7405"/>
                  </a:lnTo>
                  <a:lnTo>
                    <a:pt x="85728"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4" name="Freeform: Shape 603">
              <a:extLst>
                <a:ext uri="{FF2B5EF4-FFF2-40B4-BE49-F238E27FC236}">
                  <a16:creationId xmlns:a16="http://schemas.microsoft.com/office/drawing/2014/main" id="{0A158A79-8F0D-2E13-4448-99C6042962AB}"/>
                </a:ext>
              </a:extLst>
            </p:cNvPr>
            <p:cNvSpPr/>
            <p:nvPr>
              <p:custDataLst>
                <p:tags r:id="rId101"/>
              </p:custDataLst>
            </p:nvPr>
          </p:nvSpPr>
          <p:spPr>
            <a:xfrm>
              <a:off x="8137493" y="6270489"/>
              <a:ext cx="109304" cy="153158"/>
            </a:xfrm>
            <a:custGeom>
              <a:avLst/>
              <a:gdLst>
                <a:gd name="connsiteX0" fmla="*/ 108489 w 109304"/>
                <a:gd name="connsiteY0" fmla="*/ 14506 h 153158"/>
                <a:gd name="connsiteX1" fmla="*/ 109438 w 109304"/>
                <a:gd name="connsiteY1" fmla="*/ 9062 h 153158"/>
                <a:gd name="connsiteX2" fmla="*/ 102562 w 109304"/>
                <a:gd name="connsiteY2" fmla="*/ 2670 h 153158"/>
                <a:gd name="connsiteX3" fmla="*/ 94263 w 109304"/>
                <a:gd name="connsiteY3" fmla="*/ 7641 h 153158"/>
                <a:gd name="connsiteX4" fmla="*/ 90944 w 109304"/>
                <a:gd name="connsiteY4" fmla="*/ 20424 h 153158"/>
                <a:gd name="connsiteX5" fmla="*/ 86202 w 109304"/>
                <a:gd name="connsiteY5" fmla="*/ 39362 h 153158"/>
                <a:gd name="connsiteX6" fmla="*/ 75532 w 109304"/>
                <a:gd name="connsiteY6" fmla="*/ 81972 h 153158"/>
                <a:gd name="connsiteX7" fmla="*/ 48740 w 109304"/>
                <a:gd name="connsiteY7" fmla="*/ 102093 h 153158"/>
                <a:gd name="connsiteX8" fmla="*/ 34039 w 109304"/>
                <a:gd name="connsiteY8" fmla="*/ 82918 h 153158"/>
                <a:gd name="connsiteX9" fmla="*/ 46131 w 109304"/>
                <a:gd name="connsiteY9" fmla="*/ 36521 h 153158"/>
                <a:gd name="connsiteX10" fmla="*/ 50873 w 109304"/>
                <a:gd name="connsiteY10" fmla="*/ 19477 h 153158"/>
                <a:gd name="connsiteX11" fmla="*/ 31431 w 109304"/>
                <a:gd name="connsiteY11" fmla="*/ 66 h 153158"/>
                <a:gd name="connsiteX12" fmla="*/ 134 w 109304"/>
                <a:gd name="connsiteY12" fmla="*/ 36521 h 153158"/>
                <a:gd name="connsiteX13" fmla="*/ 2979 w 109304"/>
                <a:gd name="connsiteY13" fmla="*/ 38888 h 153158"/>
                <a:gd name="connsiteX14" fmla="*/ 6772 w 109304"/>
                <a:gd name="connsiteY14" fmla="*/ 34627 h 153158"/>
                <a:gd name="connsiteX15" fmla="*/ 30720 w 109304"/>
                <a:gd name="connsiteY15" fmla="*/ 5274 h 153158"/>
                <a:gd name="connsiteX16" fmla="*/ 36647 w 109304"/>
                <a:gd name="connsiteY16" fmla="*/ 12849 h 153158"/>
                <a:gd name="connsiteX17" fmla="*/ 32617 w 109304"/>
                <a:gd name="connsiteY17" fmla="*/ 29420 h 153158"/>
                <a:gd name="connsiteX18" fmla="*/ 18865 w 109304"/>
                <a:gd name="connsiteY18" fmla="*/ 79131 h 153158"/>
                <a:gd name="connsiteX19" fmla="*/ 47791 w 109304"/>
                <a:gd name="connsiteY19" fmla="*/ 107301 h 153158"/>
                <a:gd name="connsiteX20" fmla="*/ 71739 w 109304"/>
                <a:gd name="connsiteY20" fmla="*/ 96648 h 153158"/>
                <a:gd name="connsiteX21" fmla="*/ 56327 w 109304"/>
                <a:gd name="connsiteY21" fmla="*/ 133103 h 153158"/>
                <a:gd name="connsiteX22" fmla="*/ 30246 w 109304"/>
                <a:gd name="connsiteY22" fmla="*/ 148017 h 153158"/>
                <a:gd name="connsiteX23" fmla="*/ 12226 w 109304"/>
                <a:gd name="connsiteY23" fmla="*/ 138074 h 153158"/>
                <a:gd name="connsiteX24" fmla="*/ 22421 w 109304"/>
                <a:gd name="connsiteY24" fmla="*/ 135234 h 153158"/>
                <a:gd name="connsiteX25" fmla="*/ 27163 w 109304"/>
                <a:gd name="connsiteY25" fmla="*/ 125528 h 153158"/>
                <a:gd name="connsiteX26" fmla="*/ 18390 w 109304"/>
                <a:gd name="connsiteY26" fmla="*/ 117243 h 153158"/>
                <a:gd name="connsiteX27" fmla="*/ 5113 w 109304"/>
                <a:gd name="connsiteY27" fmla="*/ 132630 h 153158"/>
                <a:gd name="connsiteX28" fmla="*/ 30246 w 109304"/>
                <a:gd name="connsiteY28" fmla="*/ 153224 h 153158"/>
                <a:gd name="connsiteX29" fmla="*/ 85728 w 109304"/>
                <a:gd name="connsiteY29" fmla="*/ 104933 h 153158"/>
                <a:gd name="connsiteX30" fmla="*/ 108489 w 109304"/>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04" h="153158">
                  <a:moveTo>
                    <a:pt x="108489" y="14506"/>
                  </a:moveTo>
                  <a:cubicBezTo>
                    <a:pt x="109438" y="11192"/>
                    <a:pt x="109438" y="10719"/>
                    <a:pt x="109438" y="9062"/>
                  </a:cubicBezTo>
                  <a:cubicBezTo>
                    <a:pt x="109438" y="4801"/>
                    <a:pt x="106118" y="2670"/>
                    <a:pt x="102562" y="2670"/>
                  </a:cubicBezTo>
                  <a:cubicBezTo>
                    <a:pt x="100191" y="2670"/>
                    <a:pt x="96397" y="4091"/>
                    <a:pt x="94263" y="7641"/>
                  </a:cubicBezTo>
                  <a:cubicBezTo>
                    <a:pt x="93789" y="8825"/>
                    <a:pt x="91892" y="16163"/>
                    <a:pt x="90944" y="20424"/>
                  </a:cubicBezTo>
                  <a:cubicBezTo>
                    <a:pt x="89284" y="26579"/>
                    <a:pt x="87624" y="32970"/>
                    <a:pt x="86202" y="39362"/>
                  </a:cubicBezTo>
                  <a:lnTo>
                    <a:pt x="75532" y="81972"/>
                  </a:lnTo>
                  <a:cubicBezTo>
                    <a:pt x="74584" y="85522"/>
                    <a:pt x="64388" y="102093"/>
                    <a:pt x="48740" y="102093"/>
                  </a:cubicBezTo>
                  <a:cubicBezTo>
                    <a:pt x="36647" y="102093"/>
                    <a:pt x="34039" y="91677"/>
                    <a:pt x="34039" y="82918"/>
                  </a:cubicBezTo>
                  <a:cubicBezTo>
                    <a:pt x="34039" y="72029"/>
                    <a:pt x="38070" y="57353"/>
                    <a:pt x="46131" y="36521"/>
                  </a:cubicBezTo>
                  <a:cubicBezTo>
                    <a:pt x="49925" y="26816"/>
                    <a:pt x="50873" y="24212"/>
                    <a:pt x="50873" y="19477"/>
                  </a:cubicBezTo>
                  <a:cubicBezTo>
                    <a:pt x="50873" y="8825"/>
                    <a:pt x="43286" y="66"/>
                    <a:pt x="31431" y="66"/>
                  </a:cubicBezTo>
                  <a:cubicBezTo>
                    <a:pt x="8906" y="66"/>
                    <a:pt x="134" y="34391"/>
                    <a:pt x="134" y="36521"/>
                  </a:cubicBezTo>
                  <a:cubicBezTo>
                    <a:pt x="134" y="38888"/>
                    <a:pt x="2505" y="38888"/>
                    <a:pt x="2979" y="38888"/>
                  </a:cubicBezTo>
                  <a:cubicBezTo>
                    <a:pt x="5350" y="38888"/>
                    <a:pt x="5587" y="38415"/>
                    <a:pt x="6772" y="34627"/>
                  </a:cubicBezTo>
                  <a:cubicBezTo>
                    <a:pt x="13174" y="12376"/>
                    <a:pt x="22658" y="5274"/>
                    <a:pt x="30720" y="5274"/>
                  </a:cubicBezTo>
                  <a:cubicBezTo>
                    <a:pt x="32617" y="5274"/>
                    <a:pt x="36647" y="5274"/>
                    <a:pt x="36647" y="12849"/>
                  </a:cubicBezTo>
                  <a:cubicBezTo>
                    <a:pt x="36647" y="18767"/>
                    <a:pt x="34276" y="24922"/>
                    <a:pt x="32617" y="29420"/>
                  </a:cubicBezTo>
                  <a:cubicBezTo>
                    <a:pt x="23132" y="54512"/>
                    <a:pt x="18865" y="68005"/>
                    <a:pt x="18865" y="79131"/>
                  </a:cubicBezTo>
                  <a:cubicBezTo>
                    <a:pt x="18865" y="100199"/>
                    <a:pt x="33802" y="107301"/>
                    <a:pt x="47791" y="107301"/>
                  </a:cubicBezTo>
                  <a:cubicBezTo>
                    <a:pt x="57038" y="107301"/>
                    <a:pt x="65100" y="103276"/>
                    <a:pt x="71739" y="96648"/>
                  </a:cubicBezTo>
                  <a:cubicBezTo>
                    <a:pt x="68656" y="108958"/>
                    <a:pt x="65811" y="120557"/>
                    <a:pt x="56327" y="133103"/>
                  </a:cubicBezTo>
                  <a:cubicBezTo>
                    <a:pt x="50162" y="141152"/>
                    <a:pt x="41152" y="148017"/>
                    <a:pt x="30246" y="148017"/>
                  </a:cubicBezTo>
                  <a:cubicBezTo>
                    <a:pt x="26926" y="148017"/>
                    <a:pt x="16256" y="147306"/>
                    <a:pt x="12226" y="138074"/>
                  </a:cubicBezTo>
                  <a:cubicBezTo>
                    <a:pt x="16019" y="138074"/>
                    <a:pt x="19102" y="138074"/>
                    <a:pt x="22421" y="135234"/>
                  </a:cubicBezTo>
                  <a:cubicBezTo>
                    <a:pt x="24792" y="133103"/>
                    <a:pt x="27163" y="130026"/>
                    <a:pt x="27163" y="125528"/>
                  </a:cubicBezTo>
                  <a:cubicBezTo>
                    <a:pt x="27163" y="118190"/>
                    <a:pt x="20761" y="117243"/>
                    <a:pt x="18390" y="117243"/>
                  </a:cubicBezTo>
                  <a:cubicBezTo>
                    <a:pt x="12937" y="117243"/>
                    <a:pt x="5113" y="121030"/>
                    <a:pt x="5113" y="132630"/>
                  </a:cubicBezTo>
                  <a:cubicBezTo>
                    <a:pt x="5113" y="144466"/>
                    <a:pt x="15545" y="153224"/>
                    <a:pt x="30246" y="153224"/>
                  </a:cubicBezTo>
                  <a:cubicBezTo>
                    <a:pt x="54667" y="153224"/>
                    <a:pt x="79089" y="131683"/>
                    <a:pt x="85728" y="104933"/>
                  </a:cubicBezTo>
                  <a:lnTo>
                    <a:pt x="108489"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5" name="Freeform: Shape 604">
              <a:extLst>
                <a:ext uri="{FF2B5EF4-FFF2-40B4-BE49-F238E27FC236}">
                  <a16:creationId xmlns:a16="http://schemas.microsoft.com/office/drawing/2014/main" id="{F1F74176-62B4-6014-6367-924724D345FC}"/>
                </a:ext>
              </a:extLst>
            </p:cNvPr>
            <p:cNvSpPr/>
            <p:nvPr>
              <p:custDataLst>
                <p:tags r:id="rId102"/>
              </p:custDataLst>
            </p:nvPr>
          </p:nvSpPr>
          <p:spPr>
            <a:xfrm>
              <a:off x="8268886" y="6197580"/>
              <a:ext cx="55007" cy="236720"/>
            </a:xfrm>
            <a:custGeom>
              <a:avLst/>
              <a:gdLst>
                <a:gd name="connsiteX0" fmla="*/ 55147 w 55007"/>
                <a:gd name="connsiteY0" fmla="*/ 118426 h 236720"/>
                <a:gd name="connsiteX1" fmla="*/ 39498 w 55007"/>
                <a:gd name="connsiteY1" fmla="*/ 44570 h 236720"/>
                <a:gd name="connsiteX2" fmla="*/ 2510 w 55007"/>
                <a:gd name="connsiteY2" fmla="*/ 66 h 236720"/>
                <a:gd name="connsiteX3" fmla="*/ 139 w 55007"/>
                <a:gd name="connsiteY3" fmla="*/ 2433 h 236720"/>
                <a:gd name="connsiteX4" fmla="*/ 4644 w 55007"/>
                <a:gd name="connsiteY4" fmla="*/ 7878 h 236720"/>
                <a:gd name="connsiteX5" fmla="*/ 41395 w 55007"/>
                <a:gd name="connsiteY5" fmla="*/ 118426 h 236720"/>
                <a:gd name="connsiteX6" fmla="*/ 3221 w 55007"/>
                <a:gd name="connsiteY6" fmla="*/ 230395 h 236720"/>
                <a:gd name="connsiteX7" fmla="*/ 139 w 55007"/>
                <a:gd name="connsiteY7" fmla="*/ 234419 h 236720"/>
                <a:gd name="connsiteX8" fmla="*/ 2510 w 55007"/>
                <a:gd name="connsiteY8" fmla="*/ 236787 h 236720"/>
                <a:gd name="connsiteX9" fmla="*/ 40209 w 55007"/>
                <a:gd name="connsiteY9" fmla="*/ 190626 h 236720"/>
                <a:gd name="connsiteX10" fmla="*/ 55147 w 55007"/>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147" y="118426"/>
                  </a:moveTo>
                  <a:cubicBezTo>
                    <a:pt x="55147" y="99962"/>
                    <a:pt x="52538" y="71319"/>
                    <a:pt x="39498" y="44570"/>
                  </a:cubicBezTo>
                  <a:cubicBezTo>
                    <a:pt x="25272" y="15453"/>
                    <a:pt x="4881" y="66"/>
                    <a:pt x="2510" y="66"/>
                  </a:cubicBezTo>
                  <a:cubicBezTo>
                    <a:pt x="1087" y="66"/>
                    <a:pt x="139" y="1013"/>
                    <a:pt x="139" y="2433"/>
                  </a:cubicBezTo>
                  <a:cubicBezTo>
                    <a:pt x="139" y="3144"/>
                    <a:pt x="139" y="3617"/>
                    <a:pt x="4644" y="7878"/>
                  </a:cubicBezTo>
                  <a:cubicBezTo>
                    <a:pt x="27880" y="31313"/>
                    <a:pt x="41395" y="68952"/>
                    <a:pt x="41395" y="118426"/>
                  </a:cubicBezTo>
                  <a:cubicBezTo>
                    <a:pt x="41395" y="158906"/>
                    <a:pt x="32622" y="200568"/>
                    <a:pt x="3221" y="230395"/>
                  </a:cubicBezTo>
                  <a:cubicBezTo>
                    <a:pt x="139" y="233236"/>
                    <a:pt x="139" y="233709"/>
                    <a:pt x="139" y="234419"/>
                  </a:cubicBezTo>
                  <a:cubicBezTo>
                    <a:pt x="139" y="235840"/>
                    <a:pt x="1087" y="236787"/>
                    <a:pt x="2510" y="236787"/>
                  </a:cubicBezTo>
                  <a:cubicBezTo>
                    <a:pt x="4881" y="236787"/>
                    <a:pt x="26220" y="220690"/>
                    <a:pt x="40209" y="190626"/>
                  </a:cubicBezTo>
                  <a:cubicBezTo>
                    <a:pt x="52301" y="164587"/>
                    <a:pt x="55147" y="138311"/>
                    <a:pt x="5514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6" name="Freeform: Shape 605">
              <a:extLst>
                <a:ext uri="{FF2B5EF4-FFF2-40B4-BE49-F238E27FC236}">
                  <a16:creationId xmlns:a16="http://schemas.microsoft.com/office/drawing/2014/main" id="{F51B21BD-6C45-D7BD-6AE5-62CA74592F81}"/>
                </a:ext>
              </a:extLst>
            </p:cNvPr>
            <p:cNvSpPr/>
            <p:nvPr>
              <p:custDataLst>
                <p:tags r:id="rId103"/>
              </p:custDataLst>
            </p:nvPr>
          </p:nvSpPr>
          <p:spPr>
            <a:xfrm>
              <a:off x="8426716" y="6288244"/>
              <a:ext cx="157673" cy="55392"/>
            </a:xfrm>
            <a:custGeom>
              <a:avLst/>
              <a:gdLst>
                <a:gd name="connsiteX0" fmla="*/ 149757 w 157673"/>
                <a:gd name="connsiteY0" fmla="*/ 9535 h 55392"/>
                <a:gd name="connsiteX1" fmla="*/ 157819 w 157673"/>
                <a:gd name="connsiteY1" fmla="*/ 4801 h 55392"/>
                <a:gd name="connsiteX2" fmla="*/ 149994 w 157673"/>
                <a:gd name="connsiteY2" fmla="*/ 66 h 55392"/>
                <a:gd name="connsiteX3" fmla="*/ 7970 w 157673"/>
                <a:gd name="connsiteY3" fmla="*/ 66 h 55392"/>
                <a:gd name="connsiteX4" fmla="*/ 145 w 157673"/>
                <a:gd name="connsiteY4" fmla="*/ 4801 h 55392"/>
                <a:gd name="connsiteX5" fmla="*/ 8207 w 157673"/>
                <a:gd name="connsiteY5" fmla="*/ 9535 h 55392"/>
                <a:gd name="connsiteX6" fmla="*/ 149757 w 157673"/>
                <a:gd name="connsiteY6" fmla="*/ 9535 h 55392"/>
                <a:gd name="connsiteX7" fmla="*/ 149994 w 157673"/>
                <a:gd name="connsiteY7" fmla="*/ 55459 h 55392"/>
                <a:gd name="connsiteX8" fmla="*/ 157819 w 157673"/>
                <a:gd name="connsiteY8" fmla="*/ 50724 h 55392"/>
                <a:gd name="connsiteX9" fmla="*/ 149757 w 157673"/>
                <a:gd name="connsiteY9" fmla="*/ 45990 h 55392"/>
                <a:gd name="connsiteX10" fmla="*/ 8207 w 157673"/>
                <a:gd name="connsiteY10" fmla="*/ 45990 h 55392"/>
                <a:gd name="connsiteX11" fmla="*/ 145 w 157673"/>
                <a:gd name="connsiteY11" fmla="*/ 50724 h 55392"/>
                <a:gd name="connsiteX12" fmla="*/ 7970 w 157673"/>
                <a:gd name="connsiteY12" fmla="*/ 55459 h 55392"/>
                <a:gd name="connsiteX13" fmla="*/ 149994 w 157673"/>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673" h="55392">
                  <a:moveTo>
                    <a:pt x="149757" y="9535"/>
                  </a:moveTo>
                  <a:cubicBezTo>
                    <a:pt x="153314" y="9535"/>
                    <a:pt x="157819" y="9535"/>
                    <a:pt x="157819" y="4801"/>
                  </a:cubicBezTo>
                  <a:cubicBezTo>
                    <a:pt x="157819" y="66"/>
                    <a:pt x="153314" y="66"/>
                    <a:pt x="149994" y="66"/>
                  </a:cubicBezTo>
                  <a:lnTo>
                    <a:pt x="7970" y="66"/>
                  </a:lnTo>
                  <a:cubicBezTo>
                    <a:pt x="4650" y="66"/>
                    <a:pt x="145" y="66"/>
                    <a:pt x="145" y="4801"/>
                  </a:cubicBezTo>
                  <a:cubicBezTo>
                    <a:pt x="145" y="9535"/>
                    <a:pt x="4650" y="9535"/>
                    <a:pt x="8207" y="9535"/>
                  </a:cubicBezTo>
                  <a:lnTo>
                    <a:pt x="149757" y="9535"/>
                  </a:lnTo>
                  <a:close/>
                  <a:moveTo>
                    <a:pt x="149994" y="55459"/>
                  </a:moveTo>
                  <a:cubicBezTo>
                    <a:pt x="153314" y="55459"/>
                    <a:pt x="157819" y="55459"/>
                    <a:pt x="157819" y="50724"/>
                  </a:cubicBezTo>
                  <a:cubicBezTo>
                    <a:pt x="157819" y="45990"/>
                    <a:pt x="153314" y="45990"/>
                    <a:pt x="149757" y="45990"/>
                  </a:cubicBezTo>
                  <a:lnTo>
                    <a:pt x="8207" y="45990"/>
                  </a:lnTo>
                  <a:cubicBezTo>
                    <a:pt x="4650" y="45990"/>
                    <a:pt x="145" y="45990"/>
                    <a:pt x="145" y="50724"/>
                  </a:cubicBezTo>
                  <a:cubicBezTo>
                    <a:pt x="145" y="55459"/>
                    <a:pt x="4650" y="55459"/>
                    <a:pt x="7970" y="55459"/>
                  </a:cubicBezTo>
                  <a:lnTo>
                    <a:pt x="149994"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7" name="Freeform: Shape 606">
              <a:extLst>
                <a:ext uri="{FF2B5EF4-FFF2-40B4-BE49-F238E27FC236}">
                  <a16:creationId xmlns:a16="http://schemas.microsoft.com/office/drawing/2014/main" id="{9DE70EDB-5E1F-6899-E914-B1D8C8FC694D}"/>
                </a:ext>
              </a:extLst>
            </p:cNvPr>
            <p:cNvSpPr/>
            <p:nvPr>
              <p:custDataLst>
                <p:tags r:id="rId104"/>
              </p:custDataLst>
            </p:nvPr>
          </p:nvSpPr>
          <p:spPr>
            <a:xfrm>
              <a:off x="8752179" y="6148368"/>
              <a:ext cx="63306" cy="36454"/>
            </a:xfrm>
            <a:custGeom>
              <a:avLst/>
              <a:gdLst>
                <a:gd name="connsiteX0" fmla="*/ 31930 w 63306"/>
                <a:gd name="connsiteY0" fmla="*/ 64 h 36454"/>
                <a:gd name="connsiteX1" fmla="*/ 158 w 63306"/>
                <a:gd name="connsiteY1" fmla="*/ 32258 h 36454"/>
                <a:gd name="connsiteX2" fmla="*/ 4426 w 63306"/>
                <a:gd name="connsiteY2" fmla="*/ 36519 h 36454"/>
                <a:gd name="connsiteX3" fmla="*/ 31930 w 63306"/>
                <a:gd name="connsiteY3" fmla="*/ 12373 h 36454"/>
                <a:gd name="connsiteX4" fmla="*/ 59197 w 63306"/>
                <a:gd name="connsiteY4" fmla="*/ 36519 h 36454"/>
                <a:gd name="connsiteX5" fmla="*/ 63465 w 63306"/>
                <a:gd name="connsiteY5" fmla="*/ 32258 h 36454"/>
                <a:gd name="connsiteX6" fmla="*/ 31930 w 63306"/>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06" h="36454">
                  <a:moveTo>
                    <a:pt x="31930" y="64"/>
                  </a:moveTo>
                  <a:lnTo>
                    <a:pt x="158" y="32258"/>
                  </a:lnTo>
                  <a:lnTo>
                    <a:pt x="4426" y="36519"/>
                  </a:lnTo>
                  <a:lnTo>
                    <a:pt x="31930" y="12373"/>
                  </a:lnTo>
                  <a:lnTo>
                    <a:pt x="59197" y="36519"/>
                  </a:lnTo>
                  <a:lnTo>
                    <a:pt x="63465" y="32258"/>
                  </a:lnTo>
                  <a:lnTo>
                    <a:pt x="31930"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8" name="Freeform: Shape 607">
              <a:extLst>
                <a:ext uri="{FF2B5EF4-FFF2-40B4-BE49-F238E27FC236}">
                  <a16:creationId xmlns:a16="http://schemas.microsoft.com/office/drawing/2014/main" id="{3E246F8E-4D3A-A181-92DF-E99F90B19263}"/>
                </a:ext>
              </a:extLst>
            </p:cNvPr>
            <p:cNvSpPr/>
            <p:nvPr>
              <p:custDataLst>
                <p:tags r:id="rId105"/>
              </p:custDataLst>
            </p:nvPr>
          </p:nvSpPr>
          <p:spPr>
            <a:xfrm>
              <a:off x="8670795" y="6207995"/>
              <a:ext cx="129251" cy="213048"/>
            </a:xfrm>
            <a:custGeom>
              <a:avLst/>
              <a:gdLst>
                <a:gd name="connsiteX0" fmla="*/ 129407 w 129251"/>
                <a:gd name="connsiteY0" fmla="*/ 32497 h 213048"/>
                <a:gd name="connsiteX1" fmla="*/ 97161 w 129251"/>
                <a:gd name="connsiteY1" fmla="*/ 66 h 213048"/>
                <a:gd name="connsiteX2" fmla="*/ 68472 w 129251"/>
                <a:gd name="connsiteY2" fmla="*/ 10009 h 213048"/>
                <a:gd name="connsiteX3" fmla="*/ 37885 w 129251"/>
                <a:gd name="connsiteY3" fmla="*/ 60430 h 213048"/>
                <a:gd name="connsiteX4" fmla="*/ 186 w 129251"/>
                <a:gd name="connsiteY4" fmla="*/ 210747 h 213048"/>
                <a:gd name="connsiteX5" fmla="*/ 3031 w 129251"/>
                <a:gd name="connsiteY5" fmla="*/ 213115 h 213048"/>
                <a:gd name="connsiteX6" fmla="*/ 5876 w 129251"/>
                <a:gd name="connsiteY6" fmla="*/ 211931 h 213048"/>
                <a:gd name="connsiteX7" fmla="*/ 22474 w 129251"/>
                <a:gd name="connsiteY7" fmla="*/ 146596 h 213048"/>
                <a:gd name="connsiteX8" fmla="*/ 54720 w 129251"/>
                <a:gd name="connsiteY8" fmla="*/ 169558 h 213048"/>
                <a:gd name="connsiteX9" fmla="*/ 100480 w 129251"/>
                <a:gd name="connsiteY9" fmla="*/ 150857 h 213048"/>
                <a:gd name="connsiteX10" fmla="*/ 119449 w 129251"/>
                <a:gd name="connsiteY10" fmla="*/ 107301 h 213048"/>
                <a:gd name="connsiteX11" fmla="*/ 102140 w 129251"/>
                <a:gd name="connsiteY11" fmla="*/ 72029 h 213048"/>
                <a:gd name="connsiteX12" fmla="*/ 129407 w 129251"/>
                <a:gd name="connsiteY12" fmla="*/ 32497 h 213048"/>
                <a:gd name="connsiteX13" fmla="*/ 86728 w 129251"/>
                <a:gd name="connsiteY13" fmla="*/ 71793 h 213048"/>
                <a:gd name="connsiteX14" fmla="*/ 75348 w 129251"/>
                <a:gd name="connsiteY14" fmla="*/ 73450 h 213048"/>
                <a:gd name="connsiteX15" fmla="*/ 64915 w 129251"/>
                <a:gd name="connsiteY15" fmla="*/ 72503 h 213048"/>
                <a:gd name="connsiteX16" fmla="*/ 76533 w 129251"/>
                <a:gd name="connsiteY16" fmla="*/ 70609 h 213048"/>
                <a:gd name="connsiteX17" fmla="*/ 86728 w 129251"/>
                <a:gd name="connsiteY17" fmla="*/ 71793 h 213048"/>
                <a:gd name="connsiteX18" fmla="*/ 116129 w 129251"/>
                <a:gd name="connsiteY18" fmla="*/ 27052 h 213048"/>
                <a:gd name="connsiteX19" fmla="*/ 94790 w 129251"/>
                <a:gd name="connsiteY19" fmla="*/ 68005 h 213048"/>
                <a:gd name="connsiteX20" fmla="*/ 76533 w 129251"/>
                <a:gd name="connsiteY20" fmla="*/ 65164 h 213048"/>
                <a:gd name="connsiteX21" fmla="*/ 58276 w 129251"/>
                <a:gd name="connsiteY21" fmla="*/ 72739 h 213048"/>
                <a:gd name="connsiteX22" fmla="*/ 74636 w 129251"/>
                <a:gd name="connsiteY22" fmla="*/ 78657 h 213048"/>
                <a:gd name="connsiteX23" fmla="*/ 94079 w 129251"/>
                <a:gd name="connsiteY23" fmla="*/ 75580 h 213048"/>
                <a:gd name="connsiteX24" fmla="*/ 104511 w 129251"/>
                <a:gd name="connsiteY24" fmla="*/ 102329 h 213048"/>
                <a:gd name="connsiteX25" fmla="*/ 92656 w 129251"/>
                <a:gd name="connsiteY25" fmla="*/ 143045 h 213048"/>
                <a:gd name="connsiteX26" fmla="*/ 54008 w 129251"/>
                <a:gd name="connsiteY26" fmla="*/ 164350 h 213048"/>
                <a:gd name="connsiteX27" fmla="*/ 26979 w 129251"/>
                <a:gd name="connsiteY27" fmla="*/ 133813 h 213048"/>
                <a:gd name="connsiteX28" fmla="*/ 28164 w 129251"/>
                <a:gd name="connsiteY28" fmla="*/ 123398 h 213048"/>
                <a:gd name="connsiteX29" fmla="*/ 43339 w 129251"/>
                <a:gd name="connsiteY29" fmla="*/ 63507 h 213048"/>
                <a:gd name="connsiteX30" fmla="*/ 94079 w 129251"/>
                <a:gd name="connsiteY30" fmla="*/ 5511 h 213048"/>
                <a:gd name="connsiteX31" fmla="*/ 116129 w 129251"/>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1" h="213048">
                  <a:moveTo>
                    <a:pt x="129407" y="32497"/>
                  </a:moveTo>
                  <a:cubicBezTo>
                    <a:pt x="129407" y="14743"/>
                    <a:pt x="116366" y="66"/>
                    <a:pt x="97161" y="66"/>
                  </a:cubicBezTo>
                  <a:cubicBezTo>
                    <a:pt x="83409" y="66"/>
                    <a:pt x="76770" y="3854"/>
                    <a:pt x="68472" y="10009"/>
                  </a:cubicBezTo>
                  <a:cubicBezTo>
                    <a:pt x="55431" y="19477"/>
                    <a:pt x="42390" y="42439"/>
                    <a:pt x="37885" y="60430"/>
                  </a:cubicBezTo>
                  <a:lnTo>
                    <a:pt x="186" y="210747"/>
                  </a:lnTo>
                  <a:cubicBezTo>
                    <a:pt x="-51" y="211694"/>
                    <a:pt x="1134" y="213115"/>
                    <a:pt x="3031" y="213115"/>
                  </a:cubicBezTo>
                  <a:cubicBezTo>
                    <a:pt x="4928" y="213115"/>
                    <a:pt x="5639" y="212641"/>
                    <a:pt x="5876" y="211931"/>
                  </a:cubicBezTo>
                  <a:lnTo>
                    <a:pt x="22474" y="146596"/>
                  </a:lnTo>
                  <a:cubicBezTo>
                    <a:pt x="26979" y="160799"/>
                    <a:pt x="37411" y="169558"/>
                    <a:pt x="54720" y="169558"/>
                  </a:cubicBezTo>
                  <a:cubicBezTo>
                    <a:pt x="72028" y="169558"/>
                    <a:pt x="89811" y="161273"/>
                    <a:pt x="100480" y="150857"/>
                  </a:cubicBezTo>
                  <a:cubicBezTo>
                    <a:pt x="111861" y="139968"/>
                    <a:pt x="119449" y="124818"/>
                    <a:pt x="119449" y="107301"/>
                  </a:cubicBezTo>
                  <a:cubicBezTo>
                    <a:pt x="119449" y="90257"/>
                    <a:pt x="110676" y="77947"/>
                    <a:pt x="102140" y="72029"/>
                  </a:cubicBezTo>
                  <a:cubicBezTo>
                    <a:pt x="115892" y="64218"/>
                    <a:pt x="129407" y="49541"/>
                    <a:pt x="129407" y="32497"/>
                  </a:cubicBezTo>
                  <a:close/>
                  <a:moveTo>
                    <a:pt x="86728" y="71793"/>
                  </a:moveTo>
                  <a:cubicBezTo>
                    <a:pt x="83646" y="72976"/>
                    <a:pt x="81038" y="73450"/>
                    <a:pt x="75348" y="73450"/>
                  </a:cubicBezTo>
                  <a:cubicBezTo>
                    <a:pt x="72028" y="73450"/>
                    <a:pt x="67286" y="73686"/>
                    <a:pt x="64915" y="72503"/>
                  </a:cubicBezTo>
                  <a:cubicBezTo>
                    <a:pt x="65389" y="70136"/>
                    <a:pt x="73925" y="70609"/>
                    <a:pt x="76533" y="70609"/>
                  </a:cubicBezTo>
                  <a:cubicBezTo>
                    <a:pt x="81512" y="70609"/>
                    <a:pt x="83646" y="70609"/>
                    <a:pt x="86728" y="71793"/>
                  </a:cubicBezTo>
                  <a:close/>
                  <a:moveTo>
                    <a:pt x="116129" y="27052"/>
                  </a:moveTo>
                  <a:cubicBezTo>
                    <a:pt x="116129" y="43623"/>
                    <a:pt x="107119" y="60667"/>
                    <a:pt x="94790" y="68005"/>
                  </a:cubicBezTo>
                  <a:cubicBezTo>
                    <a:pt x="88388" y="65638"/>
                    <a:pt x="83646" y="65164"/>
                    <a:pt x="76533" y="65164"/>
                  </a:cubicBezTo>
                  <a:cubicBezTo>
                    <a:pt x="71554" y="65164"/>
                    <a:pt x="58276" y="64928"/>
                    <a:pt x="58276" y="72739"/>
                  </a:cubicBezTo>
                  <a:cubicBezTo>
                    <a:pt x="58039" y="79368"/>
                    <a:pt x="70368" y="78657"/>
                    <a:pt x="74636" y="78657"/>
                  </a:cubicBezTo>
                  <a:cubicBezTo>
                    <a:pt x="83409" y="78657"/>
                    <a:pt x="86966" y="78421"/>
                    <a:pt x="94079" y="75580"/>
                  </a:cubicBezTo>
                  <a:cubicBezTo>
                    <a:pt x="103089" y="84102"/>
                    <a:pt x="104274" y="91440"/>
                    <a:pt x="104511" y="102329"/>
                  </a:cubicBezTo>
                  <a:cubicBezTo>
                    <a:pt x="104985" y="116059"/>
                    <a:pt x="99295" y="133813"/>
                    <a:pt x="92656" y="143045"/>
                  </a:cubicBezTo>
                  <a:cubicBezTo>
                    <a:pt x="83409" y="155828"/>
                    <a:pt x="67523" y="164350"/>
                    <a:pt x="54008" y="164350"/>
                  </a:cubicBezTo>
                  <a:cubicBezTo>
                    <a:pt x="35988" y="164350"/>
                    <a:pt x="26979" y="150620"/>
                    <a:pt x="26979" y="133813"/>
                  </a:cubicBezTo>
                  <a:cubicBezTo>
                    <a:pt x="26979" y="131446"/>
                    <a:pt x="26979" y="127895"/>
                    <a:pt x="28164" y="123398"/>
                  </a:cubicBezTo>
                  <a:lnTo>
                    <a:pt x="43339" y="63507"/>
                  </a:lnTo>
                  <a:cubicBezTo>
                    <a:pt x="48555" y="43149"/>
                    <a:pt x="65626" y="5511"/>
                    <a:pt x="94079" y="5511"/>
                  </a:cubicBezTo>
                  <a:cubicBezTo>
                    <a:pt x="107831" y="5511"/>
                    <a:pt x="116129" y="12849"/>
                    <a:pt x="116129"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09" name="Freeform: Shape 608">
              <a:extLst>
                <a:ext uri="{FF2B5EF4-FFF2-40B4-BE49-F238E27FC236}">
                  <a16:creationId xmlns:a16="http://schemas.microsoft.com/office/drawing/2014/main" id="{83A2233A-A132-4303-A0A3-C22C0E3934BF}"/>
                </a:ext>
              </a:extLst>
            </p:cNvPr>
            <p:cNvSpPr/>
            <p:nvPr>
              <p:custDataLst>
                <p:tags r:id="rId106"/>
              </p:custDataLst>
            </p:nvPr>
          </p:nvSpPr>
          <p:spPr>
            <a:xfrm>
              <a:off x="8815914" y="6300600"/>
              <a:ext cx="60413" cy="110027"/>
            </a:xfrm>
            <a:custGeom>
              <a:avLst/>
              <a:gdLst>
                <a:gd name="connsiteX0" fmla="*/ 37671 w 60413"/>
                <a:gd name="connsiteY0" fmla="*/ 4707 h 110027"/>
                <a:gd name="connsiteX1" fmla="*/ 32692 w 60413"/>
                <a:gd name="connsiteY1" fmla="*/ 68 h 110027"/>
                <a:gd name="connsiteX2" fmla="*/ 162 w 60413"/>
                <a:gd name="connsiteY2" fmla="*/ 10673 h 110027"/>
                <a:gd name="connsiteX3" fmla="*/ 162 w 60413"/>
                <a:gd name="connsiteY3" fmla="*/ 16638 h 110027"/>
                <a:gd name="connsiteX4" fmla="*/ 24227 w 60413"/>
                <a:gd name="connsiteY4" fmla="*/ 11998 h 110027"/>
                <a:gd name="connsiteX5" fmla="*/ 24227 w 60413"/>
                <a:gd name="connsiteY5" fmla="*/ 96508 h 110027"/>
                <a:gd name="connsiteX6" fmla="*/ 7630 w 60413"/>
                <a:gd name="connsiteY6" fmla="*/ 104130 h 110027"/>
                <a:gd name="connsiteX7" fmla="*/ 1323 w 60413"/>
                <a:gd name="connsiteY7" fmla="*/ 104130 h 110027"/>
                <a:gd name="connsiteX8" fmla="*/ 1323 w 60413"/>
                <a:gd name="connsiteY8" fmla="*/ 110095 h 110027"/>
                <a:gd name="connsiteX9" fmla="*/ 30866 w 60413"/>
                <a:gd name="connsiteY9" fmla="*/ 109433 h 110027"/>
                <a:gd name="connsiteX10" fmla="*/ 60575 w 60413"/>
                <a:gd name="connsiteY10" fmla="*/ 110095 h 110027"/>
                <a:gd name="connsiteX11" fmla="*/ 60575 w 60413"/>
                <a:gd name="connsiteY11" fmla="*/ 104130 h 110027"/>
                <a:gd name="connsiteX12" fmla="*/ 54268 w 60413"/>
                <a:gd name="connsiteY12" fmla="*/ 104130 h 110027"/>
                <a:gd name="connsiteX13" fmla="*/ 37671 w 60413"/>
                <a:gd name="connsiteY13" fmla="*/ 96508 h 110027"/>
                <a:gd name="connsiteX14" fmla="*/ 37671 w 60413"/>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71" y="4707"/>
                  </a:moveTo>
                  <a:cubicBezTo>
                    <a:pt x="37671" y="233"/>
                    <a:pt x="37339" y="68"/>
                    <a:pt x="32692" y="68"/>
                  </a:cubicBezTo>
                  <a:cubicBezTo>
                    <a:pt x="22070" y="10507"/>
                    <a:pt x="6966" y="10673"/>
                    <a:pt x="162" y="10673"/>
                  </a:cubicBezTo>
                  <a:lnTo>
                    <a:pt x="162" y="16638"/>
                  </a:lnTo>
                  <a:cubicBezTo>
                    <a:pt x="4145" y="16638"/>
                    <a:pt x="15099" y="16638"/>
                    <a:pt x="24227" y="11998"/>
                  </a:cubicBezTo>
                  <a:lnTo>
                    <a:pt x="24227" y="96508"/>
                  </a:lnTo>
                  <a:cubicBezTo>
                    <a:pt x="24227" y="101976"/>
                    <a:pt x="24227" y="104130"/>
                    <a:pt x="7630" y="104130"/>
                  </a:cubicBezTo>
                  <a:lnTo>
                    <a:pt x="1323" y="104130"/>
                  </a:lnTo>
                  <a:lnTo>
                    <a:pt x="1323" y="110095"/>
                  </a:lnTo>
                  <a:cubicBezTo>
                    <a:pt x="4311" y="109930"/>
                    <a:pt x="24725" y="109433"/>
                    <a:pt x="30866" y="109433"/>
                  </a:cubicBezTo>
                  <a:cubicBezTo>
                    <a:pt x="36011" y="109433"/>
                    <a:pt x="56924" y="109930"/>
                    <a:pt x="60575" y="110095"/>
                  </a:cubicBezTo>
                  <a:lnTo>
                    <a:pt x="60575" y="104130"/>
                  </a:lnTo>
                  <a:lnTo>
                    <a:pt x="54268" y="104130"/>
                  </a:lnTo>
                  <a:cubicBezTo>
                    <a:pt x="37671" y="104130"/>
                    <a:pt x="37671" y="101976"/>
                    <a:pt x="37671" y="96508"/>
                  </a:cubicBezTo>
                  <a:lnTo>
                    <a:pt x="37671"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0" name="Freeform: Shape 609">
              <a:extLst>
                <a:ext uri="{FF2B5EF4-FFF2-40B4-BE49-F238E27FC236}">
                  <a16:creationId xmlns:a16="http://schemas.microsoft.com/office/drawing/2014/main" id="{2E2502A5-282C-E7F2-23B1-6E48A4EDE0A1}"/>
                </a:ext>
              </a:extLst>
            </p:cNvPr>
            <p:cNvSpPr/>
            <p:nvPr>
              <p:custDataLst>
                <p:tags r:id="rId107"/>
              </p:custDataLst>
            </p:nvPr>
          </p:nvSpPr>
          <p:spPr>
            <a:xfrm>
              <a:off x="8962082" y="6171888"/>
              <a:ext cx="60413" cy="110027"/>
            </a:xfrm>
            <a:custGeom>
              <a:avLst/>
              <a:gdLst>
                <a:gd name="connsiteX0" fmla="*/ 37677 w 60413"/>
                <a:gd name="connsiteY0" fmla="*/ 4702 h 110027"/>
                <a:gd name="connsiteX1" fmla="*/ 32698 w 60413"/>
                <a:gd name="connsiteY1" fmla="*/ 62 h 110027"/>
                <a:gd name="connsiteX2" fmla="*/ 168 w 60413"/>
                <a:gd name="connsiteY2" fmla="*/ 10667 h 110027"/>
                <a:gd name="connsiteX3" fmla="*/ 168 w 60413"/>
                <a:gd name="connsiteY3" fmla="*/ 16633 h 110027"/>
                <a:gd name="connsiteX4" fmla="*/ 24234 w 60413"/>
                <a:gd name="connsiteY4" fmla="*/ 11993 h 110027"/>
                <a:gd name="connsiteX5" fmla="*/ 24234 w 60413"/>
                <a:gd name="connsiteY5" fmla="*/ 96502 h 110027"/>
                <a:gd name="connsiteX6" fmla="*/ 7636 w 60413"/>
                <a:gd name="connsiteY6" fmla="*/ 104125 h 110027"/>
                <a:gd name="connsiteX7" fmla="*/ 1329 w 60413"/>
                <a:gd name="connsiteY7" fmla="*/ 104125 h 110027"/>
                <a:gd name="connsiteX8" fmla="*/ 1329 w 60413"/>
                <a:gd name="connsiteY8" fmla="*/ 110090 h 110027"/>
                <a:gd name="connsiteX9" fmla="*/ 30872 w 60413"/>
                <a:gd name="connsiteY9" fmla="*/ 109427 h 110027"/>
                <a:gd name="connsiteX10" fmla="*/ 60581 w 60413"/>
                <a:gd name="connsiteY10" fmla="*/ 110090 h 110027"/>
                <a:gd name="connsiteX11" fmla="*/ 60581 w 60413"/>
                <a:gd name="connsiteY11" fmla="*/ 104125 h 110027"/>
                <a:gd name="connsiteX12" fmla="*/ 54275 w 60413"/>
                <a:gd name="connsiteY12" fmla="*/ 104125 h 110027"/>
                <a:gd name="connsiteX13" fmla="*/ 37677 w 60413"/>
                <a:gd name="connsiteY13" fmla="*/ 96502 h 110027"/>
                <a:gd name="connsiteX14" fmla="*/ 37677 w 60413"/>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77" y="4702"/>
                  </a:moveTo>
                  <a:cubicBezTo>
                    <a:pt x="37677" y="228"/>
                    <a:pt x="37345" y="62"/>
                    <a:pt x="32698" y="62"/>
                  </a:cubicBezTo>
                  <a:cubicBezTo>
                    <a:pt x="22076" y="10502"/>
                    <a:pt x="6973" y="10667"/>
                    <a:pt x="168" y="10667"/>
                  </a:cubicBezTo>
                  <a:lnTo>
                    <a:pt x="168" y="16633"/>
                  </a:lnTo>
                  <a:cubicBezTo>
                    <a:pt x="4151" y="16633"/>
                    <a:pt x="15105" y="16633"/>
                    <a:pt x="24234" y="11993"/>
                  </a:cubicBezTo>
                  <a:lnTo>
                    <a:pt x="24234" y="96502"/>
                  </a:lnTo>
                  <a:cubicBezTo>
                    <a:pt x="24234" y="101970"/>
                    <a:pt x="24234" y="104125"/>
                    <a:pt x="7636" y="104125"/>
                  </a:cubicBezTo>
                  <a:lnTo>
                    <a:pt x="1329" y="104125"/>
                  </a:lnTo>
                  <a:lnTo>
                    <a:pt x="1329" y="110090"/>
                  </a:lnTo>
                  <a:cubicBezTo>
                    <a:pt x="4317" y="109924"/>
                    <a:pt x="24732" y="109427"/>
                    <a:pt x="30872" y="109427"/>
                  </a:cubicBezTo>
                  <a:cubicBezTo>
                    <a:pt x="36018" y="109427"/>
                    <a:pt x="56930" y="109924"/>
                    <a:pt x="60581" y="110090"/>
                  </a:cubicBezTo>
                  <a:lnTo>
                    <a:pt x="60581" y="104125"/>
                  </a:lnTo>
                  <a:lnTo>
                    <a:pt x="54275" y="104125"/>
                  </a:lnTo>
                  <a:cubicBezTo>
                    <a:pt x="37677" y="104125"/>
                    <a:pt x="37677" y="101970"/>
                    <a:pt x="37677" y="96502"/>
                  </a:cubicBezTo>
                  <a:lnTo>
                    <a:pt x="37677"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1" name="Freeform: Shape 610">
              <a:extLst>
                <a:ext uri="{FF2B5EF4-FFF2-40B4-BE49-F238E27FC236}">
                  <a16:creationId xmlns:a16="http://schemas.microsoft.com/office/drawing/2014/main" id="{164DD799-23B0-F1CB-F941-5A17EE50D16F}"/>
                </a:ext>
              </a:extLst>
            </p:cNvPr>
            <p:cNvSpPr/>
            <p:nvPr>
              <p:custDataLst>
                <p:tags r:id="rId108"/>
              </p:custDataLst>
            </p:nvPr>
          </p:nvSpPr>
          <p:spPr>
            <a:xfrm>
              <a:off x="8932643" y="6311205"/>
              <a:ext cx="117207" cy="9468"/>
            </a:xfrm>
            <a:custGeom>
              <a:avLst/>
              <a:gdLst>
                <a:gd name="connsiteX0" fmla="*/ 0 w 117207"/>
                <a:gd name="connsiteY0" fmla="*/ 0 h 9468"/>
                <a:gd name="connsiteX1" fmla="*/ 117208 w 117207"/>
                <a:gd name="connsiteY1" fmla="*/ 0 h 9468"/>
                <a:gd name="connsiteX2" fmla="*/ 117208 w 117207"/>
                <a:gd name="connsiteY2" fmla="*/ 9468 h 9468"/>
                <a:gd name="connsiteX3" fmla="*/ 0 w 117207"/>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07" h="9468">
                  <a:moveTo>
                    <a:pt x="0" y="0"/>
                  </a:moveTo>
                  <a:lnTo>
                    <a:pt x="117208" y="0"/>
                  </a:lnTo>
                  <a:lnTo>
                    <a:pt x="117208"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2" name="Freeform: Shape 611">
              <a:extLst>
                <a:ext uri="{FF2B5EF4-FFF2-40B4-BE49-F238E27FC236}">
                  <a16:creationId xmlns:a16="http://schemas.microsoft.com/office/drawing/2014/main" id="{81A31BEB-C943-C4B3-CFBA-AACCCDBF3663}"/>
                </a:ext>
              </a:extLst>
            </p:cNvPr>
            <p:cNvSpPr/>
            <p:nvPr>
              <p:custDataLst>
                <p:tags r:id="rId109"/>
              </p:custDataLst>
            </p:nvPr>
          </p:nvSpPr>
          <p:spPr>
            <a:xfrm>
              <a:off x="8940443" y="6383675"/>
              <a:ext cx="101408" cy="74732"/>
            </a:xfrm>
            <a:custGeom>
              <a:avLst/>
              <a:gdLst>
                <a:gd name="connsiteX0" fmla="*/ 12615 w 101408"/>
                <a:gd name="connsiteY0" fmla="*/ 62706 h 74732"/>
                <a:gd name="connsiteX1" fmla="*/ 10955 w 101408"/>
                <a:gd name="connsiteY1" fmla="*/ 69500 h 74732"/>
                <a:gd name="connsiteX2" fmla="*/ 16598 w 101408"/>
                <a:gd name="connsiteY2" fmla="*/ 74802 h 74732"/>
                <a:gd name="connsiteX3" fmla="*/ 23071 w 101408"/>
                <a:gd name="connsiteY3" fmla="*/ 71157 h 74732"/>
                <a:gd name="connsiteX4" fmla="*/ 26059 w 101408"/>
                <a:gd name="connsiteY4" fmla="*/ 60883 h 74732"/>
                <a:gd name="connsiteX5" fmla="*/ 29710 w 101408"/>
                <a:gd name="connsiteY5" fmla="*/ 45970 h 74732"/>
                <a:gd name="connsiteX6" fmla="*/ 32532 w 101408"/>
                <a:gd name="connsiteY6" fmla="*/ 34868 h 74732"/>
                <a:gd name="connsiteX7" fmla="*/ 39503 w 101408"/>
                <a:gd name="connsiteY7" fmla="*/ 19954 h 74732"/>
                <a:gd name="connsiteX8" fmla="*/ 64398 w 101408"/>
                <a:gd name="connsiteY8" fmla="*/ 4709 h 74732"/>
                <a:gd name="connsiteX9" fmla="*/ 74191 w 101408"/>
                <a:gd name="connsiteY9" fmla="*/ 16309 h 74732"/>
                <a:gd name="connsiteX10" fmla="*/ 64398 w 101408"/>
                <a:gd name="connsiteY10" fmla="*/ 51604 h 74732"/>
                <a:gd name="connsiteX11" fmla="*/ 61909 w 101408"/>
                <a:gd name="connsiteY11" fmla="*/ 60552 h 74732"/>
                <a:gd name="connsiteX12" fmla="*/ 77676 w 101408"/>
                <a:gd name="connsiteY12" fmla="*/ 74802 h 74732"/>
                <a:gd name="connsiteX13" fmla="*/ 101576 w 101408"/>
                <a:gd name="connsiteY13" fmla="*/ 49450 h 74732"/>
                <a:gd name="connsiteX14" fmla="*/ 98920 w 101408"/>
                <a:gd name="connsiteY14" fmla="*/ 47295 h 74732"/>
                <a:gd name="connsiteX15" fmla="*/ 95767 w 101408"/>
                <a:gd name="connsiteY15" fmla="*/ 50112 h 74732"/>
                <a:gd name="connsiteX16" fmla="*/ 78174 w 101408"/>
                <a:gd name="connsiteY16" fmla="*/ 70163 h 74732"/>
                <a:gd name="connsiteX17" fmla="*/ 74025 w 101408"/>
                <a:gd name="connsiteY17" fmla="*/ 64363 h 74732"/>
                <a:gd name="connsiteX18" fmla="*/ 77842 w 101408"/>
                <a:gd name="connsiteY18" fmla="*/ 50941 h 74732"/>
                <a:gd name="connsiteX19" fmla="*/ 86639 w 101408"/>
                <a:gd name="connsiteY19" fmla="*/ 18960 h 74732"/>
                <a:gd name="connsiteX20" fmla="*/ 65062 w 101408"/>
                <a:gd name="connsiteY20" fmla="*/ 70 h 74732"/>
                <a:gd name="connsiteX21" fmla="*/ 37013 w 101408"/>
                <a:gd name="connsiteY21" fmla="*/ 15149 h 74732"/>
                <a:gd name="connsiteX22" fmla="*/ 19254 w 101408"/>
                <a:gd name="connsiteY22" fmla="*/ 70 h 74732"/>
                <a:gd name="connsiteX23" fmla="*/ 6142 w 101408"/>
                <a:gd name="connsiteY23" fmla="*/ 9018 h 74732"/>
                <a:gd name="connsiteX24" fmla="*/ 167 w 101408"/>
                <a:gd name="connsiteY24" fmla="*/ 25422 h 74732"/>
                <a:gd name="connsiteX25" fmla="*/ 2989 w 101408"/>
                <a:gd name="connsiteY25" fmla="*/ 27577 h 74732"/>
                <a:gd name="connsiteX26" fmla="*/ 6640 w 101408"/>
                <a:gd name="connsiteY26" fmla="*/ 22605 h 74732"/>
                <a:gd name="connsiteX27" fmla="*/ 18756 w 101408"/>
                <a:gd name="connsiteY27" fmla="*/ 4709 h 74732"/>
                <a:gd name="connsiteX28" fmla="*/ 24233 w 101408"/>
                <a:gd name="connsiteY28" fmla="*/ 12829 h 74732"/>
                <a:gd name="connsiteX29" fmla="*/ 21578 w 101408"/>
                <a:gd name="connsiteY29" fmla="*/ 26582 h 74732"/>
                <a:gd name="connsiteX30" fmla="*/ 17926 w 101408"/>
                <a:gd name="connsiteY30" fmla="*/ 41496 h 74732"/>
                <a:gd name="connsiteX31" fmla="*/ 12615 w 101408"/>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615" y="62706"/>
                  </a:moveTo>
                  <a:cubicBezTo>
                    <a:pt x="11951" y="64860"/>
                    <a:pt x="10955" y="69003"/>
                    <a:pt x="10955" y="69500"/>
                  </a:cubicBezTo>
                  <a:cubicBezTo>
                    <a:pt x="10955" y="73145"/>
                    <a:pt x="13943" y="74802"/>
                    <a:pt x="16598" y="74802"/>
                  </a:cubicBezTo>
                  <a:cubicBezTo>
                    <a:pt x="19586" y="74802"/>
                    <a:pt x="22241" y="72648"/>
                    <a:pt x="23071" y="71157"/>
                  </a:cubicBezTo>
                  <a:cubicBezTo>
                    <a:pt x="23901" y="69666"/>
                    <a:pt x="25229" y="64363"/>
                    <a:pt x="26059" y="60883"/>
                  </a:cubicBezTo>
                  <a:cubicBezTo>
                    <a:pt x="26889" y="57735"/>
                    <a:pt x="28714" y="50112"/>
                    <a:pt x="29710" y="45970"/>
                  </a:cubicBezTo>
                  <a:cubicBezTo>
                    <a:pt x="30706" y="42324"/>
                    <a:pt x="31702" y="38679"/>
                    <a:pt x="32532" y="34868"/>
                  </a:cubicBezTo>
                  <a:cubicBezTo>
                    <a:pt x="34357" y="28074"/>
                    <a:pt x="34689" y="26748"/>
                    <a:pt x="39503" y="19954"/>
                  </a:cubicBezTo>
                  <a:cubicBezTo>
                    <a:pt x="44150" y="13326"/>
                    <a:pt x="51950" y="4709"/>
                    <a:pt x="64398" y="4709"/>
                  </a:cubicBezTo>
                  <a:cubicBezTo>
                    <a:pt x="74025" y="4709"/>
                    <a:pt x="74191" y="13160"/>
                    <a:pt x="74191" y="16309"/>
                  </a:cubicBezTo>
                  <a:cubicBezTo>
                    <a:pt x="74191" y="26251"/>
                    <a:pt x="67054" y="44644"/>
                    <a:pt x="64398" y="51604"/>
                  </a:cubicBezTo>
                  <a:cubicBezTo>
                    <a:pt x="62573" y="56243"/>
                    <a:pt x="61909" y="57735"/>
                    <a:pt x="61909" y="60552"/>
                  </a:cubicBezTo>
                  <a:cubicBezTo>
                    <a:pt x="61909" y="69334"/>
                    <a:pt x="69212" y="74802"/>
                    <a:pt x="77676" y="74802"/>
                  </a:cubicBezTo>
                  <a:cubicBezTo>
                    <a:pt x="94273" y="74802"/>
                    <a:pt x="101576" y="51935"/>
                    <a:pt x="101576" y="49450"/>
                  </a:cubicBezTo>
                  <a:cubicBezTo>
                    <a:pt x="101576" y="47295"/>
                    <a:pt x="99418" y="47295"/>
                    <a:pt x="98920" y="47295"/>
                  </a:cubicBezTo>
                  <a:cubicBezTo>
                    <a:pt x="96597" y="47295"/>
                    <a:pt x="96431" y="48290"/>
                    <a:pt x="95767" y="50112"/>
                  </a:cubicBezTo>
                  <a:cubicBezTo>
                    <a:pt x="91950" y="63369"/>
                    <a:pt x="84813" y="70163"/>
                    <a:pt x="78174" y="70163"/>
                  </a:cubicBezTo>
                  <a:cubicBezTo>
                    <a:pt x="74689" y="70163"/>
                    <a:pt x="74025" y="67843"/>
                    <a:pt x="74025" y="64363"/>
                  </a:cubicBezTo>
                  <a:cubicBezTo>
                    <a:pt x="74025" y="60552"/>
                    <a:pt x="74855" y="58398"/>
                    <a:pt x="77842" y="50941"/>
                  </a:cubicBezTo>
                  <a:cubicBezTo>
                    <a:pt x="79834" y="45804"/>
                    <a:pt x="86639" y="28239"/>
                    <a:pt x="86639" y="18960"/>
                  </a:cubicBezTo>
                  <a:cubicBezTo>
                    <a:pt x="86639" y="2887"/>
                    <a:pt x="73859" y="70"/>
                    <a:pt x="65062" y="70"/>
                  </a:cubicBezTo>
                  <a:cubicBezTo>
                    <a:pt x="51287" y="70"/>
                    <a:pt x="41992" y="8521"/>
                    <a:pt x="37013" y="15149"/>
                  </a:cubicBezTo>
                  <a:cubicBezTo>
                    <a:pt x="35851" y="3715"/>
                    <a:pt x="26059" y="70"/>
                    <a:pt x="19254" y="70"/>
                  </a:cubicBezTo>
                  <a:cubicBezTo>
                    <a:pt x="12117" y="70"/>
                    <a:pt x="8300" y="5207"/>
                    <a:pt x="6142" y="9018"/>
                  </a:cubicBezTo>
                  <a:cubicBezTo>
                    <a:pt x="2491" y="15149"/>
                    <a:pt x="167" y="24594"/>
                    <a:pt x="167" y="25422"/>
                  </a:cubicBezTo>
                  <a:cubicBezTo>
                    <a:pt x="167" y="27577"/>
                    <a:pt x="2491" y="27577"/>
                    <a:pt x="2989" y="27577"/>
                  </a:cubicBezTo>
                  <a:cubicBezTo>
                    <a:pt x="5312" y="27577"/>
                    <a:pt x="5478" y="27079"/>
                    <a:pt x="6640" y="22605"/>
                  </a:cubicBezTo>
                  <a:cubicBezTo>
                    <a:pt x="9130" y="12829"/>
                    <a:pt x="12283" y="4709"/>
                    <a:pt x="18756" y="4709"/>
                  </a:cubicBezTo>
                  <a:cubicBezTo>
                    <a:pt x="23071" y="4709"/>
                    <a:pt x="24233" y="8355"/>
                    <a:pt x="24233" y="12829"/>
                  </a:cubicBezTo>
                  <a:cubicBezTo>
                    <a:pt x="24233" y="15977"/>
                    <a:pt x="22739" y="22108"/>
                    <a:pt x="21578" y="26582"/>
                  </a:cubicBezTo>
                  <a:cubicBezTo>
                    <a:pt x="20416" y="31056"/>
                    <a:pt x="18756" y="37850"/>
                    <a:pt x="17926" y="41496"/>
                  </a:cubicBezTo>
                  <a:lnTo>
                    <a:pt x="12615"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3" name="Freeform: Shape 612">
              <a:extLst>
                <a:ext uri="{FF2B5EF4-FFF2-40B4-BE49-F238E27FC236}">
                  <a16:creationId xmlns:a16="http://schemas.microsoft.com/office/drawing/2014/main" id="{674A3879-BB86-BD69-4B22-1FD5D3698498}"/>
                </a:ext>
              </a:extLst>
            </p:cNvPr>
            <p:cNvSpPr/>
            <p:nvPr>
              <p:custDataLst>
                <p:tags r:id="rId110"/>
              </p:custDataLst>
            </p:nvPr>
          </p:nvSpPr>
          <p:spPr>
            <a:xfrm>
              <a:off x="9220591" y="6077159"/>
              <a:ext cx="101408" cy="74732"/>
            </a:xfrm>
            <a:custGeom>
              <a:avLst/>
              <a:gdLst>
                <a:gd name="connsiteX0" fmla="*/ 12627 w 101408"/>
                <a:gd name="connsiteY0" fmla="*/ 62693 h 74732"/>
                <a:gd name="connsiteX1" fmla="*/ 10967 w 101408"/>
                <a:gd name="connsiteY1" fmla="*/ 69487 h 74732"/>
                <a:gd name="connsiteX2" fmla="*/ 16610 w 101408"/>
                <a:gd name="connsiteY2" fmla="*/ 74789 h 74732"/>
                <a:gd name="connsiteX3" fmla="*/ 23083 w 101408"/>
                <a:gd name="connsiteY3" fmla="*/ 71144 h 74732"/>
                <a:gd name="connsiteX4" fmla="*/ 26071 w 101408"/>
                <a:gd name="connsiteY4" fmla="*/ 60870 h 74732"/>
                <a:gd name="connsiteX5" fmla="*/ 29722 w 101408"/>
                <a:gd name="connsiteY5" fmla="*/ 45957 h 74732"/>
                <a:gd name="connsiteX6" fmla="*/ 32543 w 101408"/>
                <a:gd name="connsiteY6" fmla="*/ 34855 h 74732"/>
                <a:gd name="connsiteX7" fmla="*/ 39514 w 101408"/>
                <a:gd name="connsiteY7" fmla="*/ 19941 h 74732"/>
                <a:gd name="connsiteX8" fmla="*/ 64410 w 101408"/>
                <a:gd name="connsiteY8" fmla="*/ 4697 h 74732"/>
                <a:gd name="connsiteX9" fmla="*/ 74202 w 101408"/>
                <a:gd name="connsiteY9" fmla="*/ 16296 h 74732"/>
                <a:gd name="connsiteX10" fmla="*/ 64410 w 101408"/>
                <a:gd name="connsiteY10" fmla="*/ 51591 h 74732"/>
                <a:gd name="connsiteX11" fmla="*/ 61921 w 101408"/>
                <a:gd name="connsiteY11" fmla="*/ 60539 h 74732"/>
                <a:gd name="connsiteX12" fmla="*/ 77688 w 101408"/>
                <a:gd name="connsiteY12" fmla="*/ 74789 h 74732"/>
                <a:gd name="connsiteX13" fmla="*/ 101588 w 101408"/>
                <a:gd name="connsiteY13" fmla="*/ 49437 h 74732"/>
                <a:gd name="connsiteX14" fmla="*/ 98932 w 101408"/>
                <a:gd name="connsiteY14" fmla="*/ 47283 h 74732"/>
                <a:gd name="connsiteX15" fmla="*/ 95779 w 101408"/>
                <a:gd name="connsiteY15" fmla="*/ 50099 h 74732"/>
                <a:gd name="connsiteX16" fmla="*/ 78186 w 101408"/>
                <a:gd name="connsiteY16" fmla="*/ 70150 h 74732"/>
                <a:gd name="connsiteX17" fmla="*/ 74036 w 101408"/>
                <a:gd name="connsiteY17" fmla="*/ 64350 h 74732"/>
                <a:gd name="connsiteX18" fmla="*/ 77854 w 101408"/>
                <a:gd name="connsiteY18" fmla="*/ 50928 h 74732"/>
                <a:gd name="connsiteX19" fmla="*/ 86650 w 101408"/>
                <a:gd name="connsiteY19" fmla="*/ 18947 h 74732"/>
                <a:gd name="connsiteX20" fmla="*/ 65074 w 101408"/>
                <a:gd name="connsiteY20" fmla="*/ 57 h 74732"/>
                <a:gd name="connsiteX21" fmla="*/ 37025 w 101408"/>
                <a:gd name="connsiteY21" fmla="*/ 15136 h 74732"/>
                <a:gd name="connsiteX22" fmla="*/ 19266 w 101408"/>
                <a:gd name="connsiteY22" fmla="*/ 57 h 74732"/>
                <a:gd name="connsiteX23" fmla="*/ 6154 w 101408"/>
                <a:gd name="connsiteY23" fmla="*/ 9005 h 74732"/>
                <a:gd name="connsiteX24" fmla="*/ 179 w 101408"/>
                <a:gd name="connsiteY24" fmla="*/ 25410 h 74732"/>
                <a:gd name="connsiteX25" fmla="*/ 3001 w 101408"/>
                <a:gd name="connsiteY25" fmla="*/ 27564 h 74732"/>
                <a:gd name="connsiteX26" fmla="*/ 6652 w 101408"/>
                <a:gd name="connsiteY26" fmla="*/ 22593 h 74732"/>
                <a:gd name="connsiteX27" fmla="*/ 18768 w 101408"/>
                <a:gd name="connsiteY27" fmla="*/ 4697 h 74732"/>
                <a:gd name="connsiteX28" fmla="*/ 24245 w 101408"/>
                <a:gd name="connsiteY28" fmla="*/ 12816 h 74732"/>
                <a:gd name="connsiteX29" fmla="*/ 21589 w 101408"/>
                <a:gd name="connsiteY29" fmla="*/ 26569 h 74732"/>
                <a:gd name="connsiteX30" fmla="*/ 17938 w 101408"/>
                <a:gd name="connsiteY30" fmla="*/ 41483 h 74732"/>
                <a:gd name="connsiteX31" fmla="*/ 12627 w 101408"/>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627" y="62693"/>
                  </a:moveTo>
                  <a:cubicBezTo>
                    <a:pt x="11963" y="64847"/>
                    <a:pt x="10967" y="68990"/>
                    <a:pt x="10967" y="69487"/>
                  </a:cubicBezTo>
                  <a:cubicBezTo>
                    <a:pt x="10967" y="73132"/>
                    <a:pt x="13955" y="74789"/>
                    <a:pt x="16610" y="74789"/>
                  </a:cubicBezTo>
                  <a:cubicBezTo>
                    <a:pt x="19598" y="74789"/>
                    <a:pt x="22253" y="72635"/>
                    <a:pt x="23083" y="71144"/>
                  </a:cubicBezTo>
                  <a:cubicBezTo>
                    <a:pt x="23913" y="69653"/>
                    <a:pt x="25241" y="64350"/>
                    <a:pt x="26071" y="60870"/>
                  </a:cubicBezTo>
                  <a:cubicBezTo>
                    <a:pt x="26900" y="57722"/>
                    <a:pt x="28726" y="50099"/>
                    <a:pt x="29722" y="45957"/>
                  </a:cubicBezTo>
                  <a:cubicBezTo>
                    <a:pt x="30718" y="42311"/>
                    <a:pt x="31714" y="38666"/>
                    <a:pt x="32543" y="34855"/>
                  </a:cubicBezTo>
                  <a:cubicBezTo>
                    <a:pt x="34369" y="28061"/>
                    <a:pt x="34701" y="26735"/>
                    <a:pt x="39514" y="19941"/>
                  </a:cubicBezTo>
                  <a:cubicBezTo>
                    <a:pt x="44162" y="13313"/>
                    <a:pt x="51962" y="4697"/>
                    <a:pt x="64410" y="4697"/>
                  </a:cubicBezTo>
                  <a:cubicBezTo>
                    <a:pt x="74036" y="4697"/>
                    <a:pt x="74202" y="13147"/>
                    <a:pt x="74202" y="16296"/>
                  </a:cubicBezTo>
                  <a:cubicBezTo>
                    <a:pt x="74202" y="26238"/>
                    <a:pt x="67066" y="44631"/>
                    <a:pt x="64410" y="51591"/>
                  </a:cubicBezTo>
                  <a:cubicBezTo>
                    <a:pt x="62584" y="56231"/>
                    <a:pt x="61921" y="57722"/>
                    <a:pt x="61921" y="60539"/>
                  </a:cubicBezTo>
                  <a:cubicBezTo>
                    <a:pt x="61921" y="69321"/>
                    <a:pt x="69223" y="74789"/>
                    <a:pt x="77688" y="74789"/>
                  </a:cubicBezTo>
                  <a:cubicBezTo>
                    <a:pt x="94285" y="74789"/>
                    <a:pt x="101588" y="51922"/>
                    <a:pt x="101588" y="49437"/>
                  </a:cubicBezTo>
                  <a:cubicBezTo>
                    <a:pt x="101588" y="47283"/>
                    <a:pt x="99430" y="47283"/>
                    <a:pt x="98932" y="47283"/>
                  </a:cubicBezTo>
                  <a:cubicBezTo>
                    <a:pt x="96609" y="47283"/>
                    <a:pt x="96443" y="48277"/>
                    <a:pt x="95779" y="50099"/>
                  </a:cubicBezTo>
                  <a:cubicBezTo>
                    <a:pt x="91961" y="63356"/>
                    <a:pt x="84825" y="70150"/>
                    <a:pt x="78186" y="70150"/>
                  </a:cubicBezTo>
                  <a:cubicBezTo>
                    <a:pt x="74700" y="70150"/>
                    <a:pt x="74036" y="67830"/>
                    <a:pt x="74036" y="64350"/>
                  </a:cubicBezTo>
                  <a:cubicBezTo>
                    <a:pt x="74036" y="60539"/>
                    <a:pt x="74866" y="58385"/>
                    <a:pt x="77854" y="50928"/>
                  </a:cubicBezTo>
                  <a:cubicBezTo>
                    <a:pt x="79845" y="45791"/>
                    <a:pt x="86650" y="28227"/>
                    <a:pt x="86650" y="18947"/>
                  </a:cubicBezTo>
                  <a:cubicBezTo>
                    <a:pt x="86650" y="2874"/>
                    <a:pt x="73870" y="57"/>
                    <a:pt x="65074" y="57"/>
                  </a:cubicBezTo>
                  <a:cubicBezTo>
                    <a:pt x="51298" y="57"/>
                    <a:pt x="42004" y="8508"/>
                    <a:pt x="37025" y="15136"/>
                  </a:cubicBezTo>
                  <a:cubicBezTo>
                    <a:pt x="35863" y="3702"/>
                    <a:pt x="26071" y="57"/>
                    <a:pt x="19266" y="57"/>
                  </a:cubicBezTo>
                  <a:cubicBezTo>
                    <a:pt x="12129" y="57"/>
                    <a:pt x="8312" y="5194"/>
                    <a:pt x="6154" y="9005"/>
                  </a:cubicBezTo>
                  <a:cubicBezTo>
                    <a:pt x="2503" y="15136"/>
                    <a:pt x="179" y="24581"/>
                    <a:pt x="179" y="25410"/>
                  </a:cubicBezTo>
                  <a:cubicBezTo>
                    <a:pt x="179" y="27564"/>
                    <a:pt x="2503" y="27564"/>
                    <a:pt x="3001" y="27564"/>
                  </a:cubicBezTo>
                  <a:cubicBezTo>
                    <a:pt x="5324" y="27564"/>
                    <a:pt x="5490" y="27067"/>
                    <a:pt x="6652" y="22593"/>
                  </a:cubicBezTo>
                  <a:cubicBezTo>
                    <a:pt x="9141" y="12816"/>
                    <a:pt x="12295" y="4697"/>
                    <a:pt x="18768" y="4697"/>
                  </a:cubicBezTo>
                  <a:cubicBezTo>
                    <a:pt x="23083" y="4697"/>
                    <a:pt x="24245" y="8342"/>
                    <a:pt x="24245" y="12816"/>
                  </a:cubicBezTo>
                  <a:cubicBezTo>
                    <a:pt x="24245" y="15964"/>
                    <a:pt x="22751" y="22095"/>
                    <a:pt x="21589" y="26569"/>
                  </a:cubicBezTo>
                  <a:cubicBezTo>
                    <a:pt x="20428" y="31044"/>
                    <a:pt x="18768" y="37837"/>
                    <a:pt x="17938" y="41483"/>
                  </a:cubicBezTo>
                  <a:lnTo>
                    <a:pt x="12627"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4" name="Freeform: Shape 613">
              <a:extLst>
                <a:ext uri="{FF2B5EF4-FFF2-40B4-BE49-F238E27FC236}">
                  <a16:creationId xmlns:a16="http://schemas.microsoft.com/office/drawing/2014/main" id="{AD762C11-5834-B2E0-770B-0F103D5CF028}"/>
                </a:ext>
              </a:extLst>
            </p:cNvPr>
            <p:cNvSpPr/>
            <p:nvPr>
              <p:custDataLst>
                <p:tags r:id="rId111"/>
              </p:custDataLst>
            </p:nvPr>
          </p:nvSpPr>
          <p:spPr>
            <a:xfrm>
              <a:off x="9159534" y="6197578"/>
              <a:ext cx="223587" cy="236720"/>
            </a:xfrm>
            <a:custGeom>
              <a:avLst/>
              <a:gdLst>
                <a:gd name="connsiteX0" fmla="*/ 86719 w 223587"/>
                <a:gd name="connsiteY0" fmla="*/ 126467 h 236720"/>
                <a:gd name="connsiteX1" fmla="*/ 2547 w 223587"/>
                <a:gd name="connsiteY1" fmla="*/ 230388 h 236720"/>
                <a:gd name="connsiteX2" fmla="*/ 413 w 223587"/>
                <a:gd name="connsiteY2" fmla="*/ 234175 h 236720"/>
                <a:gd name="connsiteX3" fmla="*/ 6815 w 223587"/>
                <a:gd name="connsiteY3" fmla="*/ 236779 h 236720"/>
                <a:gd name="connsiteX4" fmla="*/ 203373 w 223587"/>
                <a:gd name="connsiteY4" fmla="*/ 236779 h 236720"/>
                <a:gd name="connsiteX5" fmla="*/ 223764 w 223587"/>
                <a:gd name="connsiteY5" fmla="*/ 177836 h 236720"/>
                <a:gd name="connsiteX6" fmla="*/ 217836 w 223587"/>
                <a:gd name="connsiteY6" fmla="*/ 177836 h 236720"/>
                <a:gd name="connsiteX7" fmla="*/ 175869 w 223587"/>
                <a:gd name="connsiteY7" fmla="*/ 216895 h 236720"/>
                <a:gd name="connsiteX8" fmla="*/ 120861 w 223587"/>
                <a:gd name="connsiteY8" fmla="*/ 223760 h 236720"/>
                <a:gd name="connsiteX9" fmla="*/ 20093 w 223587"/>
                <a:gd name="connsiteY9" fmla="*/ 223760 h 236720"/>
                <a:gd name="connsiteX10" fmla="*/ 102367 w 223587"/>
                <a:gd name="connsiteY10" fmla="*/ 122207 h 236720"/>
                <a:gd name="connsiteX11" fmla="*/ 104501 w 223587"/>
                <a:gd name="connsiteY11" fmla="*/ 118419 h 236720"/>
                <a:gd name="connsiteX12" fmla="*/ 102842 w 223587"/>
                <a:gd name="connsiteY12" fmla="*/ 115105 h 236720"/>
                <a:gd name="connsiteX13" fmla="*/ 25783 w 223587"/>
                <a:gd name="connsiteY13" fmla="*/ 9528 h 236720"/>
                <a:gd name="connsiteX14" fmla="*/ 119676 w 223587"/>
                <a:gd name="connsiteY14" fmla="*/ 9528 h 236720"/>
                <a:gd name="connsiteX15" fmla="*/ 217836 w 223587"/>
                <a:gd name="connsiteY15" fmla="*/ 55451 h 236720"/>
                <a:gd name="connsiteX16" fmla="*/ 223764 w 223587"/>
                <a:gd name="connsiteY16" fmla="*/ 55451 h 236720"/>
                <a:gd name="connsiteX17" fmla="*/ 203373 w 223587"/>
                <a:gd name="connsiteY17" fmla="*/ 59 h 236720"/>
                <a:gd name="connsiteX18" fmla="*/ 6815 w 223587"/>
                <a:gd name="connsiteY18" fmla="*/ 59 h 236720"/>
                <a:gd name="connsiteX19" fmla="*/ 176 w 223587"/>
                <a:gd name="connsiteY19" fmla="*/ 7634 h 236720"/>
                <a:gd name="connsiteX20" fmla="*/ 86719 w 22358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587" h="236720">
                  <a:moveTo>
                    <a:pt x="86719" y="126467"/>
                  </a:moveTo>
                  <a:lnTo>
                    <a:pt x="2547" y="230388"/>
                  </a:lnTo>
                  <a:cubicBezTo>
                    <a:pt x="650" y="232755"/>
                    <a:pt x="413" y="233228"/>
                    <a:pt x="413" y="234175"/>
                  </a:cubicBezTo>
                  <a:cubicBezTo>
                    <a:pt x="413" y="236779"/>
                    <a:pt x="2547" y="236779"/>
                    <a:pt x="6815" y="236779"/>
                  </a:cubicBezTo>
                  <a:lnTo>
                    <a:pt x="203373" y="236779"/>
                  </a:lnTo>
                  <a:lnTo>
                    <a:pt x="223764" y="177836"/>
                  </a:lnTo>
                  <a:lnTo>
                    <a:pt x="217836" y="177836"/>
                  </a:lnTo>
                  <a:cubicBezTo>
                    <a:pt x="211909" y="195590"/>
                    <a:pt x="196023" y="210030"/>
                    <a:pt x="175869" y="216895"/>
                  </a:cubicBezTo>
                  <a:cubicBezTo>
                    <a:pt x="172076" y="218078"/>
                    <a:pt x="155716" y="223760"/>
                    <a:pt x="120861" y="223760"/>
                  </a:cubicBezTo>
                  <a:lnTo>
                    <a:pt x="20093" y="223760"/>
                  </a:lnTo>
                  <a:lnTo>
                    <a:pt x="102367" y="122207"/>
                  </a:lnTo>
                  <a:cubicBezTo>
                    <a:pt x="104027" y="120076"/>
                    <a:pt x="104501" y="119366"/>
                    <a:pt x="104501" y="118419"/>
                  </a:cubicBezTo>
                  <a:cubicBezTo>
                    <a:pt x="104501" y="117472"/>
                    <a:pt x="104264" y="117235"/>
                    <a:pt x="102842" y="115105"/>
                  </a:cubicBezTo>
                  <a:lnTo>
                    <a:pt x="25783" y="9528"/>
                  </a:lnTo>
                  <a:lnTo>
                    <a:pt x="119676" y="9528"/>
                  </a:lnTo>
                  <a:cubicBezTo>
                    <a:pt x="146706" y="9528"/>
                    <a:pt x="201239" y="11185"/>
                    <a:pt x="217836" y="55451"/>
                  </a:cubicBezTo>
                  <a:lnTo>
                    <a:pt x="223764" y="55451"/>
                  </a:lnTo>
                  <a:lnTo>
                    <a:pt x="203373" y="59"/>
                  </a:lnTo>
                  <a:lnTo>
                    <a:pt x="6815" y="59"/>
                  </a:lnTo>
                  <a:cubicBezTo>
                    <a:pt x="413" y="59"/>
                    <a:pt x="176" y="296"/>
                    <a:pt x="176" y="7634"/>
                  </a:cubicBezTo>
                  <a:lnTo>
                    <a:pt x="86719"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5" name="Freeform: Shape 614">
              <a:extLst>
                <a:ext uri="{FF2B5EF4-FFF2-40B4-BE49-F238E27FC236}">
                  <a16:creationId xmlns:a16="http://schemas.microsoft.com/office/drawing/2014/main" id="{38BF9F51-5C84-2725-ECCC-F0B5FE49754D}"/>
                </a:ext>
              </a:extLst>
            </p:cNvPr>
            <p:cNvSpPr/>
            <p:nvPr>
              <p:custDataLst>
                <p:tags r:id="rId112"/>
              </p:custDataLst>
            </p:nvPr>
          </p:nvSpPr>
          <p:spPr>
            <a:xfrm>
              <a:off x="9125619" y="6473540"/>
              <a:ext cx="50289" cy="111518"/>
            </a:xfrm>
            <a:custGeom>
              <a:avLst/>
              <a:gdLst>
                <a:gd name="connsiteX0" fmla="*/ 46149 w 50289"/>
                <a:gd name="connsiteY0" fmla="*/ 6372 h 111518"/>
                <a:gd name="connsiteX1" fmla="*/ 39510 w 50289"/>
                <a:gd name="connsiteY1" fmla="*/ 75 h 111518"/>
                <a:gd name="connsiteX2" fmla="*/ 30216 w 50289"/>
                <a:gd name="connsiteY2" fmla="*/ 9189 h 111518"/>
                <a:gd name="connsiteX3" fmla="*/ 36855 w 50289"/>
                <a:gd name="connsiteY3" fmla="*/ 15486 h 111518"/>
                <a:gd name="connsiteX4" fmla="*/ 46149 w 50289"/>
                <a:gd name="connsiteY4" fmla="*/ 6372 h 111518"/>
                <a:gd name="connsiteX5" fmla="*/ 12291 w 50289"/>
                <a:gd name="connsiteY5" fmla="*/ 90550 h 111518"/>
                <a:gd name="connsiteX6" fmla="*/ 10797 w 50289"/>
                <a:gd name="connsiteY6" fmla="*/ 97509 h 111518"/>
                <a:gd name="connsiteX7" fmla="*/ 26565 w 50289"/>
                <a:gd name="connsiteY7" fmla="*/ 111594 h 111518"/>
                <a:gd name="connsiteX8" fmla="*/ 50464 w 50289"/>
                <a:gd name="connsiteY8" fmla="*/ 86241 h 111518"/>
                <a:gd name="connsiteX9" fmla="*/ 47809 w 50289"/>
                <a:gd name="connsiteY9" fmla="*/ 84087 h 111518"/>
                <a:gd name="connsiteX10" fmla="*/ 44655 w 50289"/>
                <a:gd name="connsiteY10" fmla="*/ 86904 h 111518"/>
                <a:gd name="connsiteX11" fmla="*/ 27062 w 50289"/>
                <a:gd name="connsiteY11" fmla="*/ 106954 h 111518"/>
                <a:gd name="connsiteX12" fmla="*/ 22913 w 50289"/>
                <a:gd name="connsiteY12" fmla="*/ 101155 h 111518"/>
                <a:gd name="connsiteX13" fmla="*/ 25569 w 50289"/>
                <a:gd name="connsiteY13" fmla="*/ 90550 h 111518"/>
                <a:gd name="connsiteX14" fmla="*/ 30880 w 50289"/>
                <a:gd name="connsiteY14" fmla="*/ 77293 h 111518"/>
                <a:gd name="connsiteX15" fmla="*/ 39012 w 50289"/>
                <a:gd name="connsiteY15" fmla="*/ 56249 h 111518"/>
                <a:gd name="connsiteX16" fmla="*/ 40008 w 50289"/>
                <a:gd name="connsiteY16" fmla="*/ 50946 h 111518"/>
                <a:gd name="connsiteX17" fmla="*/ 24241 w 50289"/>
                <a:gd name="connsiteY17" fmla="*/ 36861 h 111518"/>
                <a:gd name="connsiteX18" fmla="*/ 175 w 50289"/>
                <a:gd name="connsiteY18" fmla="*/ 62214 h 111518"/>
                <a:gd name="connsiteX19" fmla="*/ 2997 w 50289"/>
                <a:gd name="connsiteY19" fmla="*/ 64368 h 111518"/>
                <a:gd name="connsiteX20" fmla="*/ 5984 w 50289"/>
                <a:gd name="connsiteY20" fmla="*/ 61717 h 111518"/>
                <a:gd name="connsiteX21" fmla="*/ 23743 w 50289"/>
                <a:gd name="connsiteY21" fmla="*/ 41501 h 111518"/>
                <a:gd name="connsiteX22" fmla="*/ 27892 w 50289"/>
                <a:gd name="connsiteY22" fmla="*/ 47301 h 111518"/>
                <a:gd name="connsiteX23" fmla="*/ 22747 w 50289"/>
                <a:gd name="connsiteY23" fmla="*/ 63871 h 111518"/>
                <a:gd name="connsiteX24" fmla="*/ 12291 w 50289"/>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149" y="6372"/>
                  </a:moveTo>
                  <a:cubicBezTo>
                    <a:pt x="46149" y="3721"/>
                    <a:pt x="44158" y="75"/>
                    <a:pt x="39510" y="75"/>
                  </a:cubicBezTo>
                  <a:cubicBezTo>
                    <a:pt x="35029" y="75"/>
                    <a:pt x="30216" y="4383"/>
                    <a:pt x="30216" y="9189"/>
                  </a:cubicBezTo>
                  <a:cubicBezTo>
                    <a:pt x="30216" y="12006"/>
                    <a:pt x="32374" y="15486"/>
                    <a:pt x="36855" y="15486"/>
                  </a:cubicBezTo>
                  <a:cubicBezTo>
                    <a:pt x="41668" y="15486"/>
                    <a:pt x="46149" y="10846"/>
                    <a:pt x="46149" y="6372"/>
                  </a:cubicBezTo>
                  <a:close/>
                  <a:moveTo>
                    <a:pt x="12291" y="90550"/>
                  </a:moveTo>
                  <a:cubicBezTo>
                    <a:pt x="11627" y="92704"/>
                    <a:pt x="10797" y="94692"/>
                    <a:pt x="10797" y="97509"/>
                  </a:cubicBezTo>
                  <a:cubicBezTo>
                    <a:pt x="10797" y="105297"/>
                    <a:pt x="17436" y="111594"/>
                    <a:pt x="26565" y="111594"/>
                  </a:cubicBezTo>
                  <a:cubicBezTo>
                    <a:pt x="43162" y="111594"/>
                    <a:pt x="50464" y="88727"/>
                    <a:pt x="50464" y="86241"/>
                  </a:cubicBezTo>
                  <a:cubicBezTo>
                    <a:pt x="50464" y="84087"/>
                    <a:pt x="48307" y="84087"/>
                    <a:pt x="47809" y="84087"/>
                  </a:cubicBezTo>
                  <a:cubicBezTo>
                    <a:pt x="45485" y="84087"/>
                    <a:pt x="45319" y="85081"/>
                    <a:pt x="44655" y="86904"/>
                  </a:cubicBezTo>
                  <a:cubicBezTo>
                    <a:pt x="40838" y="100160"/>
                    <a:pt x="33535" y="106954"/>
                    <a:pt x="27062" y="106954"/>
                  </a:cubicBezTo>
                  <a:cubicBezTo>
                    <a:pt x="23743" y="106954"/>
                    <a:pt x="22913" y="104800"/>
                    <a:pt x="22913" y="101155"/>
                  </a:cubicBezTo>
                  <a:cubicBezTo>
                    <a:pt x="22913" y="97343"/>
                    <a:pt x="24075" y="94195"/>
                    <a:pt x="25569" y="90550"/>
                  </a:cubicBezTo>
                  <a:cubicBezTo>
                    <a:pt x="27228" y="86076"/>
                    <a:pt x="29054" y="81602"/>
                    <a:pt x="30880" y="77293"/>
                  </a:cubicBezTo>
                  <a:cubicBezTo>
                    <a:pt x="32374" y="73316"/>
                    <a:pt x="38349" y="58237"/>
                    <a:pt x="39012" y="56249"/>
                  </a:cubicBezTo>
                  <a:cubicBezTo>
                    <a:pt x="39510" y="54592"/>
                    <a:pt x="40008" y="52603"/>
                    <a:pt x="40008" y="50946"/>
                  </a:cubicBezTo>
                  <a:cubicBezTo>
                    <a:pt x="40008" y="43158"/>
                    <a:pt x="33369" y="36861"/>
                    <a:pt x="24241" y="36861"/>
                  </a:cubicBezTo>
                  <a:cubicBezTo>
                    <a:pt x="7810" y="36861"/>
                    <a:pt x="175" y="59397"/>
                    <a:pt x="175" y="62214"/>
                  </a:cubicBezTo>
                  <a:cubicBezTo>
                    <a:pt x="175" y="64368"/>
                    <a:pt x="2499" y="64368"/>
                    <a:pt x="2997" y="64368"/>
                  </a:cubicBezTo>
                  <a:cubicBezTo>
                    <a:pt x="5320" y="64368"/>
                    <a:pt x="5486" y="63540"/>
                    <a:pt x="5984" y="61717"/>
                  </a:cubicBezTo>
                  <a:cubicBezTo>
                    <a:pt x="10299" y="47466"/>
                    <a:pt x="17602" y="41501"/>
                    <a:pt x="23743" y="41501"/>
                  </a:cubicBezTo>
                  <a:cubicBezTo>
                    <a:pt x="26399" y="41501"/>
                    <a:pt x="27892" y="42827"/>
                    <a:pt x="27892" y="47301"/>
                  </a:cubicBezTo>
                  <a:cubicBezTo>
                    <a:pt x="27892" y="51112"/>
                    <a:pt x="26896" y="53598"/>
                    <a:pt x="22747" y="63871"/>
                  </a:cubicBezTo>
                  <a:lnTo>
                    <a:pt x="12291"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6" name="Freeform: Shape 615">
              <a:extLst>
                <a:ext uri="{FF2B5EF4-FFF2-40B4-BE49-F238E27FC236}">
                  <a16:creationId xmlns:a16="http://schemas.microsoft.com/office/drawing/2014/main" id="{AD1DA440-4874-2BDE-9D4B-F4A3DF047DCF}"/>
                </a:ext>
              </a:extLst>
            </p:cNvPr>
            <p:cNvSpPr/>
            <p:nvPr>
              <p:custDataLst>
                <p:tags r:id="rId113"/>
              </p:custDataLst>
            </p:nvPr>
          </p:nvSpPr>
          <p:spPr>
            <a:xfrm>
              <a:off x="9196520" y="6519606"/>
              <a:ext cx="122155" cy="44574"/>
            </a:xfrm>
            <a:custGeom>
              <a:avLst/>
              <a:gdLst>
                <a:gd name="connsiteX0" fmla="*/ 116026 w 122155"/>
                <a:gd name="connsiteY0" fmla="*/ 8195 h 44574"/>
                <a:gd name="connsiteX1" fmla="*/ 122333 w 122155"/>
                <a:gd name="connsiteY1" fmla="*/ 4052 h 44574"/>
                <a:gd name="connsiteX2" fmla="*/ 116192 w 122155"/>
                <a:gd name="connsiteY2" fmla="*/ 75 h 44574"/>
                <a:gd name="connsiteX3" fmla="*/ 6319 w 122155"/>
                <a:gd name="connsiteY3" fmla="*/ 75 h 44574"/>
                <a:gd name="connsiteX4" fmla="*/ 178 w 122155"/>
                <a:gd name="connsiteY4" fmla="*/ 4052 h 44574"/>
                <a:gd name="connsiteX5" fmla="*/ 6485 w 122155"/>
                <a:gd name="connsiteY5" fmla="*/ 8195 h 44574"/>
                <a:gd name="connsiteX6" fmla="*/ 116026 w 122155"/>
                <a:gd name="connsiteY6" fmla="*/ 8195 h 44574"/>
                <a:gd name="connsiteX7" fmla="*/ 116192 w 122155"/>
                <a:gd name="connsiteY7" fmla="*/ 44650 h 44574"/>
                <a:gd name="connsiteX8" fmla="*/ 122333 w 122155"/>
                <a:gd name="connsiteY8" fmla="*/ 40673 h 44574"/>
                <a:gd name="connsiteX9" fmla="*/ 116026 w 122155"/>
                <a:gd name="connsiteY9" fmla="*/ 36530 h 44574"/>
                <a:gd name="connsiteX10" fmla="*/ 6485 w 122155"/>
                <a:gd name="connsiteY10" fmla="*/ 36530 h 44574"/>
                <a:gd name="connsiteX11" fmla="*/ 178 w 122155"/>
                <a:gd name="connsiteY11" fmla="*/ 40673 h 44574"/>
                <a:gd name="connsiteX12" fmla="*/ 6319 w 122155"/>
                <a:gd name="connsiteY12" fmla="*/ 44650 h 44574"/>
                <a:gd name="connsiteX13" fmla="*/ 116192 w 122155"/>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55" h="44574">
                  <a:moveTo>
                    <a:pt x="116026" y="8195"/>
                  </a:moveTo>
                  <a:cubicBezTo>
                    <a:pt x="118516" y="8195"/>
                    <a:pt x="122333" y="8195"/>
                    <a:pt x="122333" y="4052"/>
                  </a:cubicBezTo>
                  <a:cubicBezTo>
                    <a:pt x="122333" y="75"/>
                    <a:pt x="118350" y="75"/>
                    <a:pt x="116192" y="75"/>
                  </a:cubicBezTo>
                  <a:lnTo>
                    <a:pt x="6319" y="75"/>
                  </a:lnTo>
                  <a:cubicBezTo>
                    <a:pt x="4161" y="75"/>
                    <a:pt x="178" y="75"/>
                    <a:pt x="178" y="4052"/>
                  </a:cubicBezTo>
                  <a:cubicBezTo>
                    <a:pt x="178" y="8195"/>
                    <a:pt x="3995" y="8195"/>
                    <a:pt x="6485" y="8195"/>
                  </a:cubicBezTo>
                  <a:lnTo>
                    <a:pt x="116026" y="8195"/>
                  </a:lnTo>
                  <a:close/>
                  <a:moveTo>
                    <a:pt x="116192" y="44650"/>
                  </a:moveTo>
                  <a:cubicBezTo>
                    <a:pt x="118350" y="44650"/>
                    <a:pt x="122333" y="44650"/>
                    <a:pt x="122333" y="40673"/>
                  </a:cubicBezTo>
                  <a:cubicBezTo>
                    <a:pt x="122333" y="36530"/>
                    <a:pt x="118516" y="36530"/>
                    <a:pt x="116026" y="36530"/>
                  </a:cubicBezTo>
                  <a:lnTo>
                    <a:pt x="6485" y="36530"/>
                  </a:lnTo>
                  <a:cubicBezTo>
                    <a:pt x="3995" y="36530"/>
                    <a:pt x="178" y="36530"/>
                    <a:pt x="178" y="40673"/>
                  </a:cubicBezTo>
                  <a:cubicBezTo>
                    <a:pt x="178" y="44650"/>
                    <a:pt x="4161" y="44650"/>
                    <a:pt x="6319" y="44650"/>
                  </a:cubicBezTo>
                  <a:lnTo>
                    <a:pt x="116192"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7" name="Freeform: Shape 616">
              <a:extLst>
                <a:ext uri="{FF2B5EF4-FFF2-40B4-BE49-F238E27FC236}">
                  <a16:creationId xmlns:a16="http://schemas.microsoft.com/office/drawing/2014/main" id="{7DDABB3E-ABB0-E2EB-A91A-9F2A758E188D}"/>
                </a:ext>
              </a:extLst>
            </p:cNvPr>
            <p:cNvSpPr/>
            <p:nvPr>
              <p:custDataLst>
                <p:tags r:id="rId114"/>
              </p:custDataLst>
            </p:nvPr>
          </p:nvSpPr>
          <p:spPr>
            <a:xfrm>
              <a:off x="9348549" y="6473374"/>
              <a:ext cx="60413" cy="110027"/>
            </a:xfrm>
            <a:custGeom>
              <a:avLst/>
              <a:gdLst>
                <a:gd name="connsiteX0" fmla="*/ 37694 w 60413"/>
                <a:gd name="connsiteY0" fmla="*/ 4715 h 110027"/>
                <a:gd name="connsiteX1" fmla="*/ 32714 w 60413"/>
                <a:gd name="connsiteY1" fmla="*/ 75 h 110027"/>
                <a:gd name="connsiteX2" fmla="*/ 184 w 60413"/>
                <a:gd name="connsiteY2" fmla="*/ 10680 h 110027"/>
                <a:gd name="connsiteX3" fmla="*/ 184 w 60413"/>
                <a:gd name="connsiteY3" fmla="*/ 16645 h 110027"/>
                <a:gd name="connsiteX4" fmla="*/ 24250 w 60413"/>
                <a:gd name="connsiteY4" fmla="*/ 12006 h 110027"/>
                <a:gd name="connsiteX5" fmla="*/ 24250 w 60413"/>
                <a:gd name="connsiteY5" fmla="*/ 96515 h 110027"/>
                <a:gd name="connsiteX6" fmla="*/ 7653 w 60413"/>
                <a:gd name="connsiteY6" fmla="*/ 104137 h 110027"/>
                <a:gd name="connsiteX7" fmla="*/ 1346 w 60413"/>
                <a:gd name="connsiteY7" fmla="*/ 104137 h 110027"/>
                <a:gd name="connsiteX8" fmla="*/ 1346 w 60413"/>
                <a:gd name="connsiteY8" fmla="*/ 110103 h 110027"/>
                <a:gd name="connsiteX9" fmla="*/ 30889 w 60413"/>
                <a:gd name="connsiteY9" fmla="*/ 109440 h 110027"/>
                <a:gd name="connsiteX10" fmla="*/ 60598 w 60413"/>
                <a:gd name="connsiteY10" fmla="*/ 110103 h 110027"/>
                <a:gd name="connsiteX11" fmla="*/ 60598 w 60413"/>
                <a:gd name="connsiteY11" fmla="*/ 104137 h 110027"/>
                <a:gd name="connsiteX12" fmla="*/ 54291 w 60413"/>
                <a:gd name="connsiteY12" fmla="*/ 104137 h 110027"/>
                <a:gd name="connsiteX13" fmla="*/ 37694 w 60413"/>
                <a:gd name="connsiteY13" fmla="*/ 96515 h 110027"/>
                <a:gd name="connsiteX14" fmla="*/ 37694 w 60413"/>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94" y="4715"/>
                  </a:moveTo>
                  <a:cubicBezTo>
                    <a:pt x="37694" y="241"/>
                    <a:pt x="37362" y="75"/>
                    <a:pt x="32714" y="75"/>
                  </a:cubicBezTo>
                  <a:cubicBezTo>
                    <a:pt x="22092" y="10514"/>
                    <a:pt x="6989" y="10680"/>
                    <a:pt x="184" y="10680"/>
                  </a:cubicBezTo>
                  <a:lnTo>
                    <a:pt x="184" y="16645"/>
                  </a:lnTo>
                  <a:cubicBezTo>
                    <a:pt x="4167" y="16645"/>
                    <a:pt x="15121" y="16645"/>
                    <a:pt x="24250" y="12006"/>
                  </a:cubicBezTo>
                  <a:lnTo>
                    <a:pt x="24250" y="96515"/>
                  </a:lnTo>
                  <a:cubicBezTo>
                    <a:pt x="24250" y="101983"/>
                    <a:pt x="24250" y="104137"/>
                    <a:pt x="7653" y="104137"/>
                  </a:cubicBezTo>
                  <a:lnTo>
                    <a:pt x="1346" y="104137"/>
                  </a:lnTo>
                  <a:lnTo>
                    <a:pt x="1346" y="110103"/>
                  </a:lnTo>
                  <a:cubicBezTo>
                    <a:pt x="4333" y="109937"/>
                    <a:pt x="24748" y="109440"/>
                    <a:pt x="30889" y="109440"/>
                  </a:cubicBezTo>
                  <a:cubicBezTo>
                    <a:pt x="36034" y="109440"/>
                    <a:pt x="56946" y="109937"/>
                    <a:pt x="60598" y="110103"/>
                  </a:cubicBezTo>
                  <a:lnTo>
                    <a:pt x="60598" y="104137"/>
                  </a:lnTo>
                  <a:lnTo>
                    <a:pt x="54291" y="104137"/>
                  </a:lnTo>
                  <a:cubicBezTo>
                    <a:pt x="37694" y="104137"/>
                    <a:pt x="37694" y="101983"/>
                    <a:pt x="37694" y="96515"/>
                  </a:cubicBezTo>
                  <a:lnTo>
                    <a:pt x="3769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8" name="Freeform: Shape 617">
              <a:extLst>
                <a:ext uri="{FF2B5EF4-FFF2-40B4-BE49-F238E27FC236}">
                  <a16:creationId xmlns:a16="http://schemas.microsoft.com/office/drawing/2014/main" id="{1DD6762A-3E99-8A2C-150B-5F1E12E47F10}"/>
                </a:ext>
              </a:extLst>
            </p:cNvPr>
            <p:cNvSpPr/>
            <p:nvPr>
              <p:custDataLst>
                <p:tags r:id="rId115"/>
              </p:custDataLst>
            </p:nvPr>
          </p:nvSpPr>
          <p:spPr>
            <a:xfrm>
              <a:off x="9471362" y="6270489"/>
              <a:ext cx="118077" cy="107234"/>
            </a:xfrm>
            <a:custGeom>
              <a:avLst/>
              <a:gdLst>
                <a:gd name="connsiteX0" fmla="*/ 72506 w 118077"/>
                <a:gd name="connsiteY0" fmla="*/ 33207 h 107234"/>
                <a:gd name="connsiteX1" fmla="*/ 95979 w 118077"/>
                <a:gd name="connsiteY1" fmla="*/ 5274 h 107234"/>
                <a:gd name="connsiteX2" fmla="*/ 107834 w 118077"/>
                <a:gd name="connsiteY2" fmla="*/ 8351 h 107234"/>
                <a:gd name="connsiteX3" fmla="*/ 96453 w 118077"/>
                <a:gd name="connsiteY3" fmla="*/ 21134 h 107234"/>
                <a:gd name="connsiteX4" fmla="*/ 105463 w 118077"/>
                <a:gd name="connsiteY4" fmla="*/ 29420 h 107234"/>
                <a:gd name="connsiteX5" fmla="*/ 118267 w 118077"/>
                <a:gd name="connsiteY5" fmla="*/ 15690 h 107234"/>
                <a:gd name="connsiteX6" fmla="*/ 96216 w 118077"/>
                <a:gd name="connsiteY6" fmla="*/ 66 h 107234"/>
                <a:gd name="connsiteX7" fmla="*/ 71320 w 118077"/>
                <a:gd name="connsiteY7" fmla="*/ 18057 h 107234"/>
                <a:gd name="connsiteX8" fmla="*/ 45713 w 118077"/>
                <a:gd name="connsiteY8" fmla="*/ 66 h 107234"/>
                <a:gd name="connsiteX9" fmla="*/ 7540 w 118077"/>
                <a:gd name="connsiteY9" fmla="*/ 36521 h 107234"/>
                <a:gd name="connsiteX10" fmla="*/ 10385 w 118077"/>
                <a:gd name="connsiteY10" fmla="*/ 38888 h 107234"/>
                <a:gd name="connsiteX11" fmla="*/ 13467 w 118077"/>
                <a:gd name="connsiteY11" fmla="*/ 36284 h 107234"/>
                <a:gd name="connsiteX12" fmla="*/ 45239 w 118077"/>
                <a:gd name="connsiteY12" fmla="*/ 5274 h 107234"/>
                <a:gd name="connsiteX13" fmla="*/ 58043 w 118077"/>
                <a:gd name="connsiteY13" fmla="*/ 21134 h 107234"/>
                <a:gd name="connsiteX14" fmla="*/ 45239 w 118077"/>
                <a:gd name="connsiteY14" fmla="*/ 77474 h 107234"/>
                <a:gd name="connsiteX15" fmla="*/ 22714 w 118077"/>
                <a:gd name="connsiteY15" fmla="*/ 102093 h 107234"/>
                <a:gd name="connsiteX16" fmla="*/ 10859 w 118077"/>
                <a:gd name="connsiteY16" fmla="*/ 99015 h 107234"/>
                <a:gd name="connsiteX17" fmla="*/ 22003 w 118077"/>
                <a:gd name="connsiteY17" fmla="*/ 86232 h 107234"/>
                <a:gd name="connsiteX18" fmla="*/ 13230 w 118077"/>
                <a:gd name="connsiteY18" fmla="*/ 77947 h 107234"/>
                <a:gd name="connsiteX19" fmla="*/ 190 w 118077"/>
                <a:gd name="connsiteY19" fmla="*/ 91677 h 107234"/>
                <a:gd name="connsiteX20" fmla="*/ 22477 w 118077"/>
                <a:gd name="connsiteY20" fmla="*/ 107301 h 107234"/>
                <a:gd name="connsiteX21" fmla="*/ 47373 w 118077"/>
                <a:gd name="connsiteY21" fmla="*/ 89310 h 107234"/>
                <a:gd name="connsiteX22" fmla="*/ 72980 w 118077"/>
                <a:gd name="connsiteY22" fmla="*/ 107301 h 107234"/>
                <a:gd name="connsiteX23" fmla="*/ 110916 w 118077"/>
                <a:gd name="connsiteY23" fmla="*/ 70846 h 107234"/>
                <a:gd name="connsiteX24" fmla="*/ 108071 w 118077"/>
                <a:gd name="connsiteY24" fmla="*/ 68478 h 107234"/>
                <a:gd name="connsiteX25" fmla="*/ 104989 w 118077"/>
                <a:gd name="connsiteY25" fmla="*/ 71082 h 107234"/>
                <a:gd name="connsiteX26" fmla="*/ 73454 w 118077"/>
                <a:gd name="connsiteY26" fmla="*/ 102093 h 107234"/>
                <a:gd name="connsiteX27" fmla="*/ 60414 w 118077"/>
                <a:gd name="connsiteY27" fmla="*/ 86469 h 107234"/>
                <a:gd name="connsiteX28" fmla="*/ 64444 w 118077"/>
                <a:gd name="connsiteY28" fmla="*/ 65638 h 107234"/>
                <a:gd name="connsiteX29" fmla="*/ 72506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06" y="33207"/>
                  </a:moveTo>
                  <a:cubicBezTo>
                    <a:pt x="73929" y="27052"/>
                    <a:pt x="79382" y="5274"/>
                    <a:pt x="95979" y="5274"/>
                  </a:cubicBezTo>
                  <a:cubicBezTo>
                    <a:pt x="97165" y="5274"/>
                    <a:pt x="102855" y="5274"/>
                    <a:pt x="107834" y="8351"/>
                  </a:cubicBezTo>
                  <a:cubicBezTo>
                    <a:pt x="101195" y="9535"/>
                    <a:pt x="96453" y="15453"/>
                    <a:pt x="96453" y="21134"/>
                  </a:cubicBezTo>
                  <a:cubicBezTo>
                    <a:pt x="96453" y="24922"/>
                    <a:pt x="99061" y="29420"/>
                    <a:pt x="105463" y="29420"/>
                  </a:cubicBezTo>
                  <a:cubicBezTo>
                    <a:pt x="110679" y="29420"/>
                    <a:pt x="118267" y="25159"/>
                    <a:pt x="118267" y="15690"/>
                  </a:cubicBezTo>
                  <a:cubicBezTo>
                    <a:pt x="118267" y="3380"/>
                    <a:pt x="104278" y="66"/>
                    <a:pt x="96216" y="66"/>
                  </a:cubicBezTo>
                  <a:cubicBezTo>
                    <a:pt x="82464" y="66"/>
                    <a:pt x="74166" y="12612"/>
                    <a:pt x="71320" y="18057"/>
                  </a:cubicBezTo>
                  <a:cubicBezTo>
                    <a:pt x="65393" y="2433"/>
                    <a:pt x="52589" y="66"/>
                    <a:pt x="45713" y="66"/>
                  </a:cubicBezTo>
                  <a:cubicBezTo>
                    <a:pt x="21055" y="66"/>
                    <a:pt x="7540" y="30603"/>
                    <a:pt x="7540" y="36521"/>
                  </a:cubicBezTo>
                  <a:cubicBezTo>
                    <a:pt x="7540" y="38888"/>
                    <a:pt x="9911" y="38888"/>
                    <a:pt x="10385" y="38888"/>
                  </a:cubicBezTo>
                  <a:cubicBezTo>
                    <a:pt x="12282" y="38888"/>
                    <a:pt x="12993" y="38415"/>
                    <a:pt x="13467" y="36284"/>
                  </a:cubicBezTo>
                  <a:cubicBezTo>
                    <a:pt x="21529" y="11192"/>
                    <a:pt x="37178" y="5274"/>
                    <a:pt x="45239" y="5274"/>
                  </a:cubicBezTo>
                  <a:cubicBezTo>
                    <a:pt x="49744" y="5274"/>
                    <a:pt x="58043" y="7405"/>
                    <a:pt x="58043" y="21134"/>
                  </a:cubicBezTo>
                  <a:cubicBezTo>
                    <a:pt x="58043" y="28473"/>
                    <a:pt x="54012" y="44333"/>
                    <a:pt x="45239" y="77474"/>
                  </a:cubicBezTo>
                  <a:cubicBezTo>
                    <a:pt x="41445" y="92151"/>
                    <a:pt x="33147" y="102093"/>
                    <a:pt x="22714" y="102093"/>
                  </a:cubicBezTo>
                  <a:cubicBezTo>
                    <a:pt x="21292" y="102093"/>
                    <a:pt x="15838" y="102093"/>
                    <a:pt x="10859" y="99015"/>
                  </a:cubicBezTo>
                  <a:cubicBezTo>
                    <a:pt x="16787" y="97832"/>
                    <a:pt x="22003" y="92861"/>
                    <a:pt x="22003" y="86232"/>
                  </a:cubicBezTo>
                  <a:cubicBezTo>
                    <a:pt x="22003" y="79841"/>
                    <a:pt x="16787" y="77947"/>
                    <a:pt x="13230" y="77947"/>
                  </a:cubicBezTo>
                  <a:cubicBezTo>
                    <a:pt x="6117" y="77947"/>
                    <a:pt x="190" y="84102"/>
                    <a:pt x="190" y="91677"/>
                  </a:cubicBezTo>
                  <a:cubicBezTo>
                    <a:pt x="190" y="102566"/>
                    <a:pt x="12045" y="107301"/>
                    <a:pt x="22477" y="107301"/>
                  </a:cubicBezTo>
                  <a:cubicBezTo>
                    <a:pt x="38126" y="107301"/>
                    <a:pt x="46662" y="90730"/>
                    <a:pt x="47373" y="89310"/>
                  </a:cubicBezTo>
                  <a:cubicBezTo>
                    <a:pt x="50218" y="98069"/>
                    <a:pt x="58754" y="107301"/>
                    <a:pt x="72980" y="107301"/>
                  </a:cubicBezTo>
                  <a:cubicBezTo>
                    <a:pt x="97402" y="107301"/>
                    <a:pt x="110916" y="76764"/>
                    <a:pt x="110916" y="70846"/>
                  </a:cubicBezTo>
                  <a:cubicBezTo>
                    <a:pt x="110916" y="68478"/>
                    <a:pt x="108783" y="68478"/>
                    <a:pt x="108071" y="68478"/>
                  </a:cubicBezTo>
                  <a:cubicBezTo>
                    <a:pt x="105937" y="68478"/>
                    <a:pt x="105463" y="69425"/>
                    <a:pt x="104989" y="71082"/>
                  </a:cubicBezTo>
                  <a:cubicBezTo>
                    <a:pt x="97165" y="96411"/>
                    <a:pt x="81042" y="102093"/>
                    <a:pt x="73454" y="102093"/>
                  </a:cubicBezTo>
                  <a:cubicBezTo>
                    <a:pt x="64207" y="102093"/>
                    <a:pt x="60414" y="94518"/>
                    <a:pt x="60414" y="86469"/>
                  </a:cubicBezTo>
                  <a:cubicBezTo>
                    <a:pt x="60414" y="81261"/>
                    <a:pt x="61836" y="76054"/>
                    <a:pt x="64444" y="65638"/>
                  </a:cubicBezTo>
                  <a:lnTo>
                    <a:pt x="72506"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19" name="Freeform: Shape 618">
              <a:extLst>
                <a:ext uri="{FF2B5EF4-FFF2-40B4-BE49-F238E27FC236}">
                  <a16:creationId xmlns:a16="http://schemas.microsoft.com/office/drawing/2014/main" id="{E635DFF9-B58E-01F3-3FF4-7B26E95C91BA}"/>
                </a:ext>
              </a:extLst>
            </p:cNvPr>
            <p:cNvSpPr/>
            <p:nvPr>
              <p:custDataLst>
                <p:tags r:id="rId116"/>
              </p:custDataLst>
            </p:nvPr>
          </p:nvSpPr>
          <p:spPr>
            <a:xfrm>
              <a:off x="9607797" y="6300766"/>
              <a:ext cx="50289" cy="111518"/>
            </a:xfrm>
            <a:custGeom>
              <a:avLst/>
              <a:gdLst>
                <a:gd name="connsiteX0" fmla="*/ 46169 w 50289"/>
                <a:gd name="connsiteY0" fmla="*/ 6365 h 111518"/>
                <a:gd name="connsiteX1" fmla="*/ 39531 w 50289"/>
                <a:gd name="connsiteY1" fmla="*/ 68 h 111518"/>
                <a:gd name="connsiteX2" fmla="*/ 30236 w 50289"/>
                <a:gd name="connsiteY2" fmla="*/ 9181 h 111518"/>
                <a:gd name="connsiteX3" fmla="*/ 36875 w 50289"/>
                <a:gd name="connsiteY3" fmla="*/ 15478 h 111518"/>
                <a:gd name="connsiteX4" fmla="*/ 46169 w 50289"/>
                <a:gd name="connsiteY4" fmla="*/ 6365 h 111518"/>
                <a:gd name="connsiteX5" fmla="*/ 12311 w 50289"/>
                <a:gd name="connsiteY5" fmla="*/ 90542 h 111518"/>
                <a:gd name="connsiteX6" fmla="*/ 10817 w 50289"/>
                <a:gd name="connsiteY6" fmla="*/ 97502 h 111518"/>
                <a:gd name="connsiteX7" fmla="*/ 26585 w 50289"/>
                <a:gd name="connsiteY7" fmla="*/ 111587 h 111518"/>
                <a:gd name="connsiteX8" fmla="*/ 50485 w 50289"/>
                <a:gd name="connsiteY8" fmla="*/ 86234 h 111518"/>
                <a:gd name="connsiteX9" fmla="*/ 47829 w 50289"/>
                <a:gd name="connsiteY9" fmla="*/ 84080 h 111518"/>
                <a:gd name="connsiteX10" fmla="*/ 44676 w 50289"/>
                <a:gd name="connsiteY10" fmla="*/ 86897 h 111518"/>
                <a:gd name="connsiteX11" fmla="*/ 27083 w 50289"/>
                <a:gd name="connsiteY11" fmla="*/ 106947 h 111518"/>
                <a:gd name="connsiteX12" fmla="*/ 22933 w 50289"/>
                <a:gd name="connsiteY12" fmla="*/ 101147 h 111518"/>
                <a:gd name="connsiteX13" fmla="*/ 25589 w 50289"/>
                <a:gd name="connsiteY13" fmla="*/ 90542 h 111518"/>
                <a:gd name="connsiteX14" fmla="*/ 30900 w 50289"/>
                <a:gd name="connsiteY14" fmla="*/ 77286 h 111518"/>
                <a:gd name="connsiteX15" fmla="*/ 39033 w 50289"/>
                <a:gd name="connsiteY15" fmla="*/ 56242 h 111518"/>
                <a:gd name="connsiteX16" fmla="*/ 40028 w 50289"/>
                <a:gd name="connsiteY16" fmla="*/ 50939 h 111518"/>
                <a:gd name="connsiteX17" fmla="*/ 24261 w 50289"/>
                <a:gd name="connsiteY17" fmla="*/ 36854 h 111518"/>
                <a:gd name="connsiteX18" fmla="*/ 195 w 50289"/>
                <a:gd name="connsiteY18" fmla="*/ 62207 h 111518"/>
                <a:gd name="connsiteX19" fmla="*/ 3017 w 50289"/>
                <a:gd name="connsiteY19" fmla="*/ 64361 h 111518"/>
                <a:gd name="connsiteX20" fmla="*/ 6004 w 50289"/>
                <a:gd name="connsiteY20" fmla="*/ 61710 h 111518"/>
                <a:gd name="connsiteX21" fmla="*/ 23763 w 50289"/>
                <a:gd name="connsiteY21" fmla="*/ 41494 h 111518"/>
                <a:gd name="connsiteX22" fmla="*/ 27913 w 50289"/>
                <a:gd name="connsiteY22" fmla="*/ 47293 h 111518"/>
                <a:gd name="connsiteX23" fmla="*/ 22767 w 50289"/>
                <a:gd name="connsiteY23" fmla="*/ 63864 h 111518"/>
                <a:gd name="connsiteX24" fmla="*/ 12311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169" y="6365"/>
                  </a:moveTo>
                  <a:cubicBezTo>
                    <a:pt x="46169" y="3713"/>
                    <a:pt x="44178" y="68"/>
                    <a:pt x="39531" y="68"/>
                  </a:cubicBezTo>
                  <a:cubicBezTo>
                    <a:pt x="35049" y="68"/>
                    <a:pt x="30236" y="4376"/>
                    <a:pt x="30236" y="9181"/>
                  </a:cubicBezTo>
                  <a:cubicBezTo>
                    <a:pt x="30236" y="11998"/>
                    <a:pt x="32394" y="15478"/>
                    <a:pt x="36875" y="15478"/>
                  </a:cubicBezTo>
                  <a:cubicBezTo>
                    <a:pt x="41688" y="15478"/>
                    <a:pt x="46169" y="10839"/>
                    <a:pt x="46169" y="6365"/>
                  </a:cubicBezTo>
                  <a:close/>
                  <a:moveTo>
                    <a:pt x="12311" y="90542"/>
                  </a:moveTo>
                  <a:cubicBezTo>
                    <a:pt x="11647" y="92696"/>
                    <a:pt x="10817" y="94685"/>
                    <a:pt x="10817" y="97502"/>
                  </a:cubicBezTo>
                  <a:cubicBezTo>
                    <a:pt x="10817" y="105290"/>
                    <a:pt x="17456" y="111587"/>
                    <a:pt x="26585" y="111587"/>
                  </a:cubicBezTo>
                  <a:cubicBezTo>
                    <a:pt x="43182" y="111587"/>
                    <a:pt x="50485" y="88720"/>
                    <a:pt x="50485" y="86234"/>
                  </a:cubicBezTo>
                  <a:cubicBezTo>
                    <a:pt x="50485" y="84080"/>
                    <a:pt x="48327" y="84080"/>
                    <a:pt x="47829" y="84080"/>
                  </a:cubicBezTo>
                  <a:cubicBezTo>
                    <a:pt x="45506" y="84080"/>
                    <a:pt x="45340" y="85074"/>
                    <a:pt x="44676" y="86897"/>
                  </a:cubicBezTo>
                  <a:cubicBezTo>
                    <a:pt x="40858" y="100153"/>
                    <a:pt x="33556" y="106947"/>
                    <a:pt x="27083" y="106947"/>
                  </a:cubicBezTo>
                  <a:cubicBezTo>
                    <a:pt x="23763" y="106947"/>
                    <a:pt x="22933" y="104793"/>
                    <a:pt x="22933" y="101147"/>
                  </a:cubicBezTo>
                  <a:cubicBezTo>
                    <a:pt x="22933" y="97336"/>
                    <a:pt x="24095" y="94188"/>
                    <a:pt x="25589" y="90542"/>
                  </a:cubicBezTo>
                  <a:cubicBezTo>
                    <a:pt x="27249" y="86068"/>
                    <a:pt x="29074" y="81594"/>
                    <a:pt x="30900" y="77286"/>
                  </a:cubicBezTo>
                  <a:cubicBezTo>
                    <a:pt x="32394" y="73309"/>
                    <a:pt x="38369" y="58230"/>
                    <a:pt x="39033" y="56242"/>
                  </a:cubicBezTo>
                  <a:cubicBezTo>
                    <a:pt x="39531" y="54584"/>
                    <a:pt x="40028" y="52596"/>
                    <a:pt x="40028" y="50939"/>
                  </a:cubicBezTo>
                  <a:cubicBezTo>
                    <a:pt x="40028" y="43151"/>
                    <a:pt x="33390" y="36854"/>
                    <a:pt x="24261" y="36854"/>
                  </a:cubicBezTo>
                  <a:cubicBezTo>
                    <a:pt x="7830" y="36854"/>
                    <a:pt x="195" y="59390"/>
                    <a:pt x="195" y="62207"/>
                  </a:cubicBezTo>
                  <a:cubicBezTo>
                    <a:pt x="195" y="64361"/>
                    <a:pt x="2519" y="64361"/>
                    <a:pt x="3017" y="64361"/>
                  </a:cubicBezTo>
                  <a:cubicBezTo>
                    <a:pt x="5340" y="64361"/>
                    <a:pt x="5506" y="63533"/>
                    <a:pt x="6004" y="61710"/>
                  </a:cubicBezTo>
                  <a:cubicBezTo>
                    <a:pt x="10320" y="47459"/>
                    <a:pt x="17622" y="41494"/>
                    <a:pt x="23763" y="41494"/>
                  </a:cubicBezTo>
                  <a:cubicBezTo>
                    <a:pt x="26419" y="41494"/>
                    <a:pt x="27913" y="42819"/>
                    <a:pt x="27913" y="47293"/>
                  </a:cubicBezTo>
                  <a:cubicBezTo>
                    <a:pt x="27913" y="51105"/>
                    <a:pt x="26917" y="53590"/>
                    <a:pt x="22767" y="63864"/>
                  </a:cubicBezTo>
                  <a:lnTo>
                    <a:pt x="1231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0" name="Freeform: Shape 619">
              <a:extLst>
                <a:ext uri="{FF2B5EF4-FFF2-40B4-BE49-F238E27FC236}">
                  <a16:creationId xmlns:a16="http://schemas.microsoft.com/office/drawing/2014/main" id="{492A01CB-4FDE-84AD-1DFA-AB45033B7C9B}"/>
                </a:ext>
              </a:extLst>
            </p:cNvPr>
            <p:cNvSpPr/>
            <p:nvPr>
              <p:custDataLst>
                <p:tags r:id="rId117"/>
              </p:custDataLst>
            </p:nvPr>
          </p:nvSpPr>
          <p:spPr>
            <a:xfrm>
              <a:off x="9702408" y="6197580"/>
              <a:ext cx="55007" cy="236720"/>
            </a:xfrm>
            <a:custGeom>
              <a:avLst/>
              <a:gdLst>
                <a:gd name="connsiteX0" fmla="*/ 55206 w 55007"/>
                <a:gd name="connsiteY0" fmla="*/ 234419 h 236720"/>
                <a:gd name="connsiteX1" fmla="*/ 51176 w 55007"/>
                <a:gd name="connsiteY1" fmla="*/ 229212 h 236720"/>
                <a:gd name="connsiteX2" fmla="*/ 13951 w 55007"/>
                <a:gd name="connsiteY2" fmla="*/ 118426 h 236720"/>
                <a:gd name="connsiteX3" fmla="*/ 52124 w 55007"/>
                <a:gd name="connsiteY3" fmla="*/ 6458 h 236720"/>
                <a:gd name="connsiteX4" fmla="*/ 55206 w 55007"/>
                <a:gd name="connsiteY4" fmla="*/ 2433 h 236720"/>
                <a:gd name="connsiteX5" fmla="*/ 52835 w 55007"/>
                <a:gd name="connsiteY5" fmla="*/ 66 h 236720"/>
                <a:gd name="connsiteX6" fmla="*/ 15136 w 55007"/>
                <a:gd name="connsiteY6" fmla="*/ 46227 h 236720"/>
                <a:gd name="connsiteX7" fmla="*/ 199 w 55007"/>
                <a:gd name="connsiteY7" fmla="*/ 118426 h 236720"/>
                <a:gd name="connsiteX8" fmla="*/ 15847 w 55007"/>
                <a:gd name="connsiteY8" fmla="*/ 192283 h 236720"/>
                <a:gd name="connsiteX9" fmla="*/ 52835 w 55007"/>
                <a:gd name="connsiteY9" fmla="*/ 236787 h 236720"/>
                <a:gd name="connsiteX10" fmla="*/ 55206 w 55007"/>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206" y="234419"/>
                  </a:moveTo>
                  <a:cubicBezTo>
                    <a:pt x="55206" y="233709"/>
                    <a:pt x="55206" y="233236"/>
                    <a:pt x="51176" y="229212"/>
                  </a:cubicBezTo>
                  <a:cubicBezTo>
                    <a:pt x="21538" y="199385"/>
                    <a:pt x="13951" y="154645"/>
                    <a:pt x="13951" y="118426"/>
                  </a:cubicBezTo>
                  <a:cubicBezTo>
                    <a:pt x="13951" y="77237"/>
                    <a:pt x="22960" y="36048"/>
                    <a:pt x="52124" y="6458"/>
                  </a:cubicBezTo>
                  <a:cubicBezTo>
                    <a:pt x="55206" y="3617"/>
                    <a:pt x="55206" y="3144"/>
                    <a:pt x="55206" y="2433"/>
                  </a:cubicBezTo>
                  <a:cubicBezTo>
                    <a:pt x="55206" y="776"/>
                    <a:pt x="54258" y="66"/>
                    <a:pt x="52835" y="66"/>
                  </a:cubicBezTo>
                  <a:cubicBezTo>
                    <a:pt x="50464" y="66"/>
                    <a:pt x="29125" y="16163"/>
                    <a:pt x="15136" y="46227"/>
                  </a:cubicBezTo>
                  <a:cubicBezTo>
                    <a:pt x="3044" y="72266"/>
                    <a:pt x="199" y="98542"/>
                    <a:pt x="199" y="118426"/>
                  </a:cubicBezTo>
                  <a:cubicBezTo>
                    <a:pt x="199" y="136891"/>
                    <a:pt x="2807" y="165534"/>
                    <a:pt x="15847" y="192283"/>
                  </a:cubicBezTo>
                  <a:cubicBezTo>
                    <a:pt x="30074" y="221400"/>
                    <a:pt x="50464" y="236787"/>
                    <a:pt x="52835" y="236787"/>
                  </a:cubicBezTo>
                  <a:cubicBezTo>
                    <a:pt x="54258" y="236787"/>
                    <a:pt x="55206" y="236077"/>
                    <a:pt x="55206"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1" name="Freeform: Shape 620">
              <a:extLst>
                <a:ext uri="{FF2B5EF4-FFF2-40B4-BE49-F238E27FC236}">
                  <a16:creationId xmlns:a16="http://schemas.microsoft.com/office/drawing/2014/main" id="{FE4488D1-8A5D-B1DC-8DEC-C74AB53772B9}"/>
                </a:ext>
              </a:extLst>
            </p:cNvPr>
            <p:cNvSpPr/>
            <p:nvPr>
              <p:custDataLst>
                <p:tags r:id="rId118"/>
              </p:custDataLst>
            </p:nvPr>
          </p:nvSpPr>
          <p:spPr>
            <a:xfrm>
              <a:off x="9802568" y="6235455"/>
              <a:ext cx="85594" cy="7338"/>
            </a:xfrm>
            <a:custGeom>
              <a:avLst/>
              <a:gdLst>
                <a:gd name="connsiteX0" fmla="*/ 85797 w 85594"/>
                <a:gd name="connsiteY0" fmla="*/ 7405 h 7338"/>
                <a:gd name="connsiteX1" fmla="*/ 85797 w 85594"/>
                <a:gd name="connsiteY1" fmla="*/ 66 h 7338"/>
                <a:gd name="connsiteX2" fmla="*/ 203 w 85594"/>
                <a:gd name="connsiteY2" fmla="*/ 66 h 7338"/>
                <a:gd name="connsiteX3" fmla="*/ 203 w 85594"/>
                <a:gd name="connsiteY3" fmla="*/ 7405 h 7338"/>
                <a:gd name="connsiteX4" fmla="*/ 85797 w 85594"/>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94" h="7338">
                  <a:moveTo>
                    <a:pt x="85797" y="7405"/>
                  </a:moveTo>
                  <a:lnTo>
                    <a:pt x="85797" y="66"/>
                  </a:lnTo>
                  <a:lnTo>
                    <a:pt x="203" y="66"/>
                  </a:lnTo>
                  <a:lnTo>
                    <a:pt x="203" y="7405"/>
                  </a:lnTo>
                  <a:lnTo>
                    <a:pt x="85797"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2" name="Freeform: Shape 621">
              <a:extLst>
                <a:ext uri="{FF2B5EF4-FFF2-40B4-BE49-F238E27FC236}">
                  <a16:creationId xmlns:a16="http://schemas.microsoft.com/office/drawing/2014/main" id="{22FA3240-0301-4EAC-BBA8-1C4E5CE5A82D}"/>
                </a:ext>
              </a:extLst>
            </p:cNvPr>
            <p:cNvSpPr/>
            <p:nvPr>
              <p:custDataLst>
                <p:tags r:id="rId119"/>
              </p:custDataLst>
            </p:nvPr>
          </p:nvSpPr>
          <p:spPr>
            <a:xfrm>
              <a:off x="9778018" y="6270489"/>
              <a:ext cx="118077" cy="107234"/>
            </a:xfrm>
            <a:custGeom>
              <a:avLst/>
              <a:gdLst>
                <a:gd name="connsiteX0" fmla="*/ 72519 w 118077"/>
                <a:gd name="connsiteY0" fmla="*/ 33207 h 107234"/>
                <a:gd name="connsiteX1" fmla="*/ 95992 w 118077"/>
                <a:gd name="connsiteY1" fmla="*/ 5274 h 107234"/>
                <a:gd name="connsiteX2" fmla="*/ 107847 w 118077"/>
                <a:gd name="connsiteY2" fmla="*/ 8351 h 107234"/>
                <a:gd name="connsiteX3" fmla="*/ 96466 w 118077"/>
                <a:gd name="connsiteY3" fmla="*/ 21134 h 107234"/>
                <a:gd name="connsiteX4" fmla="*/ 105476 w 118077"/>
                <a:gd name="connsiteY4" fmla="*/ 29420 h 107234"/>
                <a:gd name="connsiteX5" fmla="*/ 118280 w 118077"/>
                <a:gd name="connsiteY5" fmla="*/ 15690 h 107234"/>
                <a:gd name="connsiteX6" fmla="*/ 96229 w 118077"/>
                <a:gd name="connsiteY6" fmla="*/ 66 h 107234"/>
                <a:gd name="connsiteX7" fmla="*/ 71333 w 118077"/>
                <a:gd name="connsiteY7" fmla="*/ 18057 h 107234"/>
                <a:gd name="connsiteX8" fmla="*/ 45726 w 118077"/>
                <a:gd name="connsiteY8" fmla="*/ 66 h 107234"/>
                <a:gd name="connsiteX9" fmla="*/ 7553 w 118077"/>
                <a:gd name="connsiteY9" fmla="*/ 36521 h 107234"/>
                <a:gd name="connsiteX10" fmla="*/ 10398 w 118077"/>
                <a:gd name="connsiteY10" fmla="*/ 38888 h 107234"/>
                <a:gd name="connsiteX11" fmla="*/ 13480 w 118077"/>
                <a:gd name="connsiteY11" fmla="*/ 36284 h 107234"/>
                <a:gd name="connsiteX12" fmla="*/ 45252 w 118077"/>
                <a:gd name="connsiteY12" fmla="*/ 5274 h 107234"/>
                <a:gd name="connsiteX13" fmla="*/ 58055 w 118077"/>
                <a:gd name="connsiteY13" fmla="*/ 21134 h 107234"/>
                <a:gd name="connsiteX14" fmla="*/ 45252 w 118077"/>
                <a:gd name="connsiteY14" fmla="*/ 77474 h 107234"/>
                <a:gd name="connsiteX15" fmla="*/ 22727 w 118077"/>
                <a:gd name="connsiteY15" fmla="*/ 102093 h 107234"/>
                <a:gd name="connsiteX16" fmla="*/ 10872 w 118077"/>
                <a:gd name="connsiteY16" fmla="*/ 99015 h 107234"/>
                <a:gd name="connsiteX17" fmla="*/ 22016 w 118077"/>
                <a:gd name="connsiteY17" fmla="*/ 86232 h 107234"/>
                <a:gd name="connsiteX18" fmla="*/ 13243 w 118077"/>
                <a:gd name="connsiteY18" fmla="*/ 77947 h 107234"/>
                <a:gd name="connsiteX19" fmla="*/ 202 w 118077"/>
                <a:gd name="connsiteY19" fmla="*/ 91677 h 107234"/>
                <a:gd name="connsiteX20" fmla="*/ 22490 w 118077"/>
                <a:gd name="connsiteY20" fmla="*/ 107301 h 107234"/>
                <a:gd name="connsiteX21" fmla="*/ 47386 w 118077"/>
                <a:gd name="connsiteY21" fmla="*/ 89310 h 107234"/>
                <a:gd name="connsiteX22" fmla="*/ 72993 w 118077"/>
                <a:gd name="connsiteY22" fmla="*/ 107301 h 107234"/>
                <a:gd name="connsiteX23" fmla="*/ 110929 w 118077"/>
                <a:gd name="connsiteY23" fmla="*/ 70846 h 107234"/>
                <a:gd name="connsiteX24" fmla="*/ 108084 w 118077"/>
                <a:gd name="connsiteY24" fmla="*/ 68478 h 107234"/>
                <a:gd name="connsiteX25" fmla="*/ 105002 w 118077"/>
                <a:gd name="connsiteY25" fmla="*/ 71082 h 107234"/>
                <a:gd name="connsiteX26" fmla="*/ 73467 w 118077"/>
                <a:gd name="connsiteY26" fmla="*/ 102093 h 107234"/>
                <a:gd name="connsiteX27" fmla="*/ 60427 w 118077"/>
                <a:gd name="connsiteY27" fmla="*/ 86469 h 107234"/>
                <a:gd name="connsiteX28" fmla="*/ 64457 w 118077"/>
                <a:gd name="connsiteY28" fmla="*/ 65638 h 107234"/>
                <a:gd name="connsiteX29" fmla="*/ 72519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19" y="33207"/>
                  </a:moveTo>
                  <a:cubicBezTo>
                    <a:pt x="73941" y="27052"/>
                    <a:pt x="79395" y="5274"/>
                    <a:pt x="95992" y="5274"/>
                  </a:cubicBezTo>
                  <a:cubicBezTo>
                    <a:pt x="97177" y="5274"/>
                    <a:pt x="102868" y="5274"/>
                    <a:pt x="107847" y="8351"/>
                  </a:cubicBezTo>
                  <a:cubicBezTo>
                    <a:pt x="101208" y="9535"/>
                    <a:pt x="96466" y="15453"/>
                    <a:pt x="96466" y="21134"/>
                  </a:cubicBezTo>
                  <a:cubicBezTo>
                    <a:pt x="96466" y="24922"/>
                    <a:pt x="99074" y="29420"/>
                    <a:pt x="105476" y="29420"/>
                  </a:cubicBezTo>
                  <a:cubicBezTo>
                    <a:pt x="110692" y="29420"/>
                    <a:pt x="118280" y="25159"/>
                    <a:pt x="118280" y="15690"/>
                  </a:cubicBezTo>
                  <a:cubicBezTo>
                    <a:pt x="118280" y="3380"/>
                    <a:pt x="104291" y="66"/>
                    <a:pt x="96229" y="66"/>
                  </a:cubicBezTo>
                  <a:cubicBezTo>
                    <a:pt x="82477" y="66"/>
                    <a:pt x="74178" y="12612"/>
                    <a:pt x="71333" y="18057"/>
                  </a:cubicBezTo>
                  <a:cubicBezTo>
                    <a:pt x="65406" y="2433"/>
                    <a:pt x="52602" y="66"/>
                    <a:pt x="45726" y="66"/>
                  </a:cubicBezTo>
                  <a:cubicBezTo>
                    <a:pt x="21067" y="66"/>
                    <a:pt x="7553" y="30603"/>
                    <a:pt x="7553" y="36521"/>
                  </a:cubicBezTo>
                  <a:cubicBezTo>
                    <a:pt x="7553" y="38888"/>
                    <a:pt x="9924" y="38888"/>
                    <a:pt x="10398" y="38888"/>
                  </a:cubicBezTo>
                  <a:cubicBezTo>
                    <a:pt x="12295" y="38888"/>
                    <a:pt x="13006" y="38415"/>
                    <a:pt x="13480" y="36284"/>
                  </a:cubicBezTo>
                  <a:cubicBezTo>
                    <a:pt x="21542" y="11192"/>
                    <a:pt x="37190" y="5274"/>
                    <a:pt x="45252" y="5274"/>
                  </a:cubicBezTo>
                  <a:cubicBezTo>
                    <a:pt x="49757" y="5274"/>
                    <a:pt x="58055" y="7405"/>
                    <a:pt x="58055" y="21134"/>
                  </a:cubicBezTo>
                  <a:cubicBezTo>
                    <a:pt x="58055" y="28473"/>
                    <a:pt x="54025" y="44333"/>
                    <a:pt x="45252" y="77474"/>
                  </a:cubicBezTo>
                  <a:cubicBezTo>
                    <a:pt x="41458" y="92151"/>
                    <a:pt x="33160" y="102093"/>
                    <a:pt x="22727" y="102093"/>
                  </a:cubicBezTo>
                  <a:cubicBezTo>
                    <a:pt x="21305" y="102093"/>
                    <a:pt x="15851" y="102093"/>
                    <a:pt x="10872" y="99015"/>
                  </a:cubicBezTo>
                  <a:cubicBezTo>
                    <a:pt x="16800" y="97832"/>
                    <a:pt x="22016" y="92861"/>
                    <a:pt x="22016" y="86232"/>
                  </a:cubicBezTo>
                  <a:cubicBezTo>
                    <a:pt x="22016" y="79841"/>
                    <a:pt x="16800" y="77947"/>
                    <a:pt x="13243" y="77947"/>
                  </a:cubicBezTo>
                  <a:cubicBezTo>
                    <a:pt x="6130" y="77947"/>
                    <a:pt x="202" y="84102"/>
                    <a:pt x="202" y="91677"/>
                  </a:cubicBezTo>
                  <a:cubicBezTo>
                    <a:pt x="202" y="102566"/>
                    <a:pt x="12058" y="107301"/>
                    <a:pt x="22490" y="107301"/>
                  </a:cubicBezTo>
                  <a:cubicBezTo>
                    <a:pt x="38139" y="107301"/>
                    <a:pt x="46675" y="90730"/>
                    <a:pt x="47386" y="89310"/>
                  </a:cubicBezTo>
                  <a:cubicBezTo>
                    <a:pt x="50231" y="98069"/>
                    <a:pt x="58767" y="107301"/>
                    <a:pt x="72993" y="107301"/>
                  </a:cubicBezTo>
                  <a:cubicBezTo>
                    <a:pt x="97415" y="107301"/>
                    <a:pt x="110929" y="76764"/>
                    <a:pt x="110929" y="70846"/>
                  </a:cubicBezTo>
                  <a:cubicBezTo>
                    <a:pt x="110929" y="68478"/>
                    <a:pt x="108795" y="68478"/>
                    <a:pt x="108084" y="68478"/>
                  </a:cubicBezTo>
                  <a:cubicBezTo>
                    <a:pt x="105950" y="68478"/>
                    <a:pt x="105476" y="69425"/>
                    <a:pt x="105002" y="71082"/>
                  </a:cubicBezTo>
                  <a:cubicBezTo>
                    <a:pt x="97177" y="96411"/>
                    <a:pt x="81054" y="102093"/>
                    <a:pt x="73467" y="102093"/>
                  </a:cubicBezTo>
                  <a:cubicBezTo>
                    <a:pt x="64220" y="102093"/>
                    <a:pt x="60427" y="94518"/>
                    <a:pt x="60427" y="86469"/>
                  </a:cubicBezTo>
                  <a:cubicBezTo>
                    <a:pt x="60427" y="81261"/>
                    <a:pt x="61849" y="76054"/>
                    <a:pt x="64457" y="65638"/>
                  </a:cubicBezTo>
                  <a:lnTo>
                    <a:pt x="72519"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3" name="Freeform: Shape 622">
              <a:extLst>
                <a:ext uri="{FF2B5EF4-FFF2-40B4-BE49-F238E27FC236}">
                  <a16:creationId xmlns:a16="http://schemas.microsoft.com/office/drawing/2014/main" id="{B2778BA8-F8FC-E654-A2C0-88EB87D31DFC}"/>
                </a:ext>
              </a:extLst>
            </p:cNvPr>
            <p:cNvSpPr/>
            <p:nvPr>
              <p:custDataLst>
                <p:tags r:id="rId120"/>
              </p:custDataLst>
            </p:nvPr>
          </p:nvSpPr>
          <p:spPr>
            <a:xfrm>
              <a:off x="9979020" y="6311205"/>
              <a:ext cx="144869" cy="9468"/>
            </a:xfrm>
            <a:custGeom>
              <a:avLst/>
              <a:gdLst>
                <a:gd name="connsiteX0" fmla="*/ 136782 w 144869"/>
                <a:gd name="connsiteY0" fmla="*/ 9535 h 9468"/>
                <a:gd name="connsiteX1" fmla="*/ 145080 w 144869"/>
                <a:gd name="connsiteY1" fmla="*/ 4801 h 9468"/>
                <a:gd name="connsiteX2" fmla="*/ 136782 w 144869"/>
                <a:gd name="connsiteY2" fmla="*/ 66 h 9468"/>
                <a:gd name="connsiteX3" fmla="*/ 8509 w 144869"/>
                <a:gd name="connsiteY3" fmla="*/ 66 h 9468"/>
                <a:gd name="connsiteX4" fmla="*/ 210 w 144869"/>
                <a:gd name="connsiteY4" fmla="*/ 4801 h 9468"/>
                <a:gd name="connsiteX5" fmla="*/ 8509 w 144869"/>
                <a:gd name="connsiteY5" fmla="*/ 9535 h 9468"/>
                <a:gd name="connsiteX6" fmla="*/ 136782 w 14486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9" h="9468">
                  <a:moveTo>
                    <a:pt x="136782" y="9535"/>
                  </a:moveTo>
                  <a:cubicBezTo>
                    <a:pt x="140812" y="9535"/>
                    <a:pt x="145080" y="9535"/>
                    <a:pt x="145080" y="4801"/>
                  </a:cubicBezTo>
                  <a:cubicBezTo>
                    <a:pt x="145080" y="66"/>
                    <a:pt x="140812" y="66"/>
                    <a:pt x="136782" y="66"/>
                  </a:cubicBezTo>
                  <a:lnTo>
                    <a:pt x="8509" y="66"/>
                  </a:lnTo>
                  <a:cubicBezTo>
                    <a:pt x="4478" y="66"/>
                    <a:pt x="210" y="66"/>
                    <a:pt x="210" y="4801"/>
                  </a:cubicBezTo>
                  <a:cubicBezTo>
                    <a:pt x="210" y="9535"/>
                    <a:pt x="4478" y="9535"/>
                    <a:pt x="8509" y="9535"/>
                  </a:cubicBezTo>
                  <a:lnTo>
                    <a:pt x="13678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4" name="Freeform: Shape 623">
              <a:extLst>
                <a:ext uri="{FF2B5EF4-FFF2-40B4-BE49-F238E27FC236}">
                  <a16:creationId xmlns:a16="http://schemas.microsoft.com/office/drawing/2014/main" id="{F5893EE9-14C7-77EA-94BF-CE6DA65D6CE3}"/>
                </a:ext>
              </a:extLst>
            </p:cNvPr>
            <p:cNvSpPr/>
            <p:nvPr>
              <p:custDataLst>
                <p:tags r:id="rId121"/>
              </p:custDataLst>
            </p:nvPr>
          </p:nvSpPr>
          <p:spPr>
            <a:xfrm>
              <a:off x="10203318" y="6270489"/>
              <a:ext cx="118077" cy="107234"/>
            </a:xfrm>
            <a:custGeom>
              <a:avLst/>
              <a:gdLst>
                <a:gd name="connsiteX0" fmla="*/ 72537 w 118077"/>
                <a:gd name="connsiteY0" fmla="*/ 33207 h 107234"/>
                <a:gd name="connsiteX1" fmla="*/ 96010 w 118077"/>
                <a:gd name="connsiteY1" fmla="*/ 5274 h 107234"/>
                <a:gd name="connsiteX2" fmla="*/ 107865 w 118077"/>
                <a:gd name="connsiteY2" fmla="*/ 8351 h 107234"/>
                <a:gd name="connsiteX3" fmla="*/ 96484 w 118077"/>
                <a:gd name="connsiteY3" fmla="*/ 21134 h 107234"/>
                <a:gd name="connsiteX4" fmla="*/ 105494 w 118077"/>
                <a:gd name="connsiteY4" fmla="*/ 29420 h 107234"/>
                <a:gd name="connsiteX5" fmla="*/ 118297 w 118077"/>
                <a:gd name="connsiteY5" fmla="*/ 15690 h 107234"/>
                <a:gd name="connsiteX6" fmla="*/ 96247 w 118077"/>
                <a:gd name="connsiteY6" fmla="*/ 66 h 107234"/>
                <a:gd name="connsiteX7" fmla="*/ 71351 w 118077"/>
                <a:gd name="connsiteY7" fmla="*/ 18057 h 107234"/>
                <a:gd name="connsiteX8" fmla="*/ 45744 w 118077"/>
                <a:gd name="connsiteY8" fmla="*/ 66 h 107234"/>
                <a:gd name="connsiteX9" fmla="*/ 7570 w 118077"/>
                <a:gd name="connsiteY9" fmla="*/ 36521 h 107234"/>
                <a:gd name="connsiteX10" fmla="*/ 10416 w 118077"/>
                <a:gd name="connsiteY10" fmla="*/ 38888 h 107234"/>
                <a:gd name="connsiteX11" fmla="*/ 13498 w 118077"/>
                <a:gd name="connsiteY11" fmla="*/ 36284 h 107234"/>
                <a:gd name="connsiteX12" fmla="*/ 45270 w 118077"/>
                <a:gd name="connsiteY12" fmla="*/ 5274 h 107234"/>
                <a:gd name="connsiteX13" fmla="*/ 58073 w 118077"/>
                <a:gd name="connsiteY13" fmla="*/ 21134 h 107234"/>
                <a:gd name="connsiteX14" fmla="*/ 45270 w 118077"/>
                <a:gd name="connsiteY14" fmla="*/ 77474 h 107234"/>
                <a:gd name="connsiteX15" fmla="*/ 22745 w 118077"/>
                <a:gd name="connsiteY15" fmla="*/ 102093 h 107234"/>
                <a:gd name="connsiteX16" fmla="*/ 10890 w 118077"/>
                <a:gd name="connsiteY16" fmla="*/ 99015 h 107234"/>
                <a:gd name="connsiteX17" fmla="*/ 22034 w 118077"/>
                <a:gd name="connsiteY17" fmla="*/ 86232 h 107234"/>
                <a:gd name="connsiteX18" fmla="*/ 13261 w 118077"/>
                <a:gd name="connsiteY18" fmla="*/ 77947 h 107234"/>
                <a:gd name="connsiteX19" fmla="*/ 220 w 118077"/>
                <a:gd name="connsiteY19" fmla="*/ 91677 h 107234"/>
                <a:gd name="connsiteX20" fmla="*/ 22508 w 118077"/>
                <a:gd name="connsiteY20" fmla="*/ 107301 h 107234"/>
                <a:gd name="connsiteX21" fmla="*/ 47404 w 118077"/>
                <a:gd name="connsiteY21" fmla="*/ 89310 h 107234"/>
                <a:gd name="connsiteX22" fmla="*/ 73011 w 118077"/>
                <a:gd name="connsiteY22" fmla="*/ 107301 h 107234"/>
                <a:gd name="connsiteX23" fmla="*/ 110947 w 118077"/>
                <a:gd name="connsiteY23" fmla="*/ 70846 h 107234"/>
                <a:gd name="connsiteX24" fmla="*/ 108102 w 118077"/>
                <a:gd name="connsiteY24" fmla="*/ 68478 h 107234"/>
                <a:gd name="connsiteX25" fmla="*/ 105020 w 118077"/>
                <a:gd name="connsiteY25" fmla="*/ 71082 h 107234"/>
                <a:gd name="connsiteX26" fmla="*/ 73485 w 118077"/>
                <a:gd name="connsiteY26" fmla="*/ 102093 h 107234"/>
                <a:gd name="connsiteX27" fmla="*/ 60444 w 118077"/>
                <a:gd name="connsiteY27" fmla="*/ 86469 h 107234"/>
                <a:gd name="connsiteX28" fmla="*/ 64475 w 118077"/>
                <a:gd name="connsiteY28" fmla="*/ 65638 h 107234"/>
                <a:gd name="connsiteX29" fmla="*/ 72537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37" y="33207"/>
                  </a:moveTo>
                  <a:cubicBezTo>
                    <a:pt x="73959" y="27052"/>
                    <a:pt x="79413" y="5274"/>
                    <a:pt x="96010" y="5274"/>
                  </a:cubicBezTo>
                  <a:cubicBezTo>
                    <a:pt x="97195" y="5274"/>
                    <a:pt x="102886" y="5274"/>
                    <a:pt x="107865" y="8351"/>
                  </a:cubicBezTo>
                  <a:cubicBezTo>
                    <a:pt x="101226" y="9535"/>
                    <a:pt x="96484" y="15453"/>
                    <a:pt x="96484" y="21134"/>
                  </a:cubicBezTo>
                  <a:cubicBezTo>
                    <a:pt x="96484" y="24922"/>
                    <a:pt x="99092" y="29420"/>
                    <a:pt x="105494" y="29420"/>
                  </a:cubicBezTo>
                  <a:cubicBezTo>
                    <a:pt x="110710" y="29420"/>
                    <a:pt x="118297" y="25159"/>
                    <a:pt x="118297" y="15690"/>
                  </a:cubicBezTo>
                  <a:cubicBezTo>
                    <a:pt x="118297" y="3380"/>
                    <a:pt x="104308" y="66"/>
                    <a:pt x="96247" y="66"/>
                  </a:cubicBezTo>
                  <a:cubicBezTo>
                    <a:pt x="82495" y="66"/>
                    <a:pt x="74196" y="12612"/>
                    <a:pt x="71351" y="18057"/>
                  </a:cubicBezTo>
                  <a:cubicBezTo>
                    <a:pt x="65424" y="2433"/>
                    <a:pt x="52620" y="66"/>
                    <a:pt x="45744" y="66"/>
                  </a:cubicBezTo>
                  <a:cubicBezTo>
                    <a:pt x="21085" y="66"/>
                    <a:pt x="7570" y="30603"/>
                    <a:pt x="7570" y="36521"/>
                  </a:cubicBezTo>
                  <a:cubicBezTo>
                    <a:pt x="7570" y="38888"/>
                    <a:pt x="9942" y="38888"/>
                    <a:pt x="10416" y="38888"/>
                  </a:cubicBezTo>
                  <a:cubicBezTo>
                    <a:pt x="12313" y="38888"/>
                    <a:pt x="13024" y="38415"/>
                    <a:pt x="13498" y="36284"/>
                  </a:cubicBezTo>
                  <a:cubicBezTo>
                    <a:pt x="21560" y="11192"/>
                    <a:pt x="37208" y="5274"/>
                    <a:pt x="45270" y="5274"/>
                  </a:cubicBezTo>
                  <a:cubicBezTo>
                    <a:pt x="49775" y="5274"/>
                    <a:pt x="58073" y="7405"/>
                    <a:pt x="58073" y="21134"/>
                  </a:cubicBezTo>
                  <a:cubicBezTo>
                    <a:pt x="58073" y="28473"/>
                    <a:pt x="54043" y="44333"/>
                    <a:pt x="45270" y="77474"/>
                  </a:cubicBezTo>
                  <a:cubicBezTo>
                    <a:pt x="41476" y="92151"/>
                    <a:pt x="33178" y="102093"/>
                    <a:pt x="22745" y="102093"/>
                  </a:cubicBezTo>
                  <a:cubicBezTo>
                    <a:pt x="21322" y="102093"/>
                    <a:pt x="15869" y="102093"/>
                    <a:pt x="10890" y="99015"/>
                  </a:cubicBezTo>
                  <a:cubicBezTo>
                    <a:pt x="16817" y="97832"/>
                    <a:pt x="22034" y="92861"/>
                    <a:pt x="22034" y="86232"/>
                  </a:cubicBezTo>
                  <a:cubicBezTo>
                    <a:pt x="22034" y="79841"/>
                    <a:pt x="16817" y="77947"/>
                    <a:pt x="13261" y="77947"/>
                  </a:cubicBezTo>
                  <a:cubicBezTo>
                    <a:pt x="6148" y="77947"/>
                    <a:pt x="220" y="84102"/>
                    <a:pt x="220" y="91677"/>
                  </a:cubicBezTo>
                  <a:cubicBezTo>
                    <a:pt x="220" y="102566"/>
                    <a:pt x="12075" y="107301"/>
                    <a:pt x="22508" y="107301"/>
                  </a:cubicBezTo>
                  <a:cubicBezTo>
                    <a:pt x="38157" y="107301"/>
                    <a:pt x="46692" y="90730"/>
                    <a:pt x="47404" y="89310"/>
                  </a:cubicBezTo>
                  <a:cubicBezTo>
                    <a:pt x="50249" y="98069"/>
                    <a:pt x="58785" y="107301"/>
                    <a:pt x="73011" y="107301"/>
                  </a:cubicBezTo>
                  <a:cubicBezTo>
                    <a:pt x="97432" y="107301"/>
                    <a:pt x="110947" y="76764"/>
                    <a:pt x="110947" y="70846"/>
                  </a:cubicBezTo>
                  <a:cubicBezTo>
                    <a:pt x="110947" y="68478"/>
                    <a:pt x="108813" y="68478"/>
                    <a:pt x="108102" y="68478"/>
                  </a:cubicBezTo>
                  <a:cubicBezTo>
                    <a:pt x="105968" y="68478"/>
                    <a:pt x="105494" y="69425"/>
                    <a:pt x="105020" y="71082"/>
                  </a:cubicBezTo>
                  <a:cubicBezTo>
                    <a:pt x="97195" y="96411"/>
                    <a:pt x="81072" y="102093"/>
                    <a:pt x="73485" y="102093"/>
                  </a:cubicBezTo>
                  <a:cubicBezTo>
                    <a:pt x="64238" y="102093"/>
                    <a:pt x="60444" y="94518"/>
                    <a:pt x="60444" y="86469"/>
                  </a:cubicBezTo>
                  <a:cubicBezTo>
                    <a:pt x="60444" y="81261"/>
                    <a:pt x="61867" y="76054"/>
                    <a:pt x="64475" y="65638"/>
                  </a:cubicBezTo>
                  <a:lnTo>
                    <a:pt x="7253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5" name="Freeform: Shape 624">
              <a:extLst>
                <a:ext uri="{FF2B5EF4-FFF2-40B4-BE49-F238E27FC236}">
                  <a16:creationId xmlns:a16="http://schemas.microsoft.com/office/drawing/2014/main" id="{40BAD32D-2489-4E38-1830-F0775F386B91}"/>
                </a:ext>
              </a:extLst>
            </p:cNvPr>
            <p:cNvSpPr/>
            <p:nvPr>
              <p:custDataLst>
                <p:tags r:id="rId122"/>
              </p:custDataLst>
            </p:nvPr>
          </p:nvSpPr>
          <p:spPr>
            <a:xfrm>
              <a:off x="10339754" y="6300766"/>
              <a:ext cx="50289" cy="111518"/>
            </a:xfrm>
            <a:custGeom>
              <a:avLst/>
              <a:gdLst>
                <a:gd name="connsiteX0" fmla="*/ 46200 w 50289"/>
                <a:gd name="connsiteY0" fmla="*/ 6365 h 111518"/>
                <a:gd name="connsiteX1" fmla="*/ 39561 w 50289"/>
                <a:gd name="connsiteY1" fmla="*/ 68 h 111518"/>
                <a:gd name="connsiteX2" fmla="*/ 30267 w 50289"/>
                <a:gd name="connsiteY2" fmla="*/ 9181 h 111518"/>
                <a:gd name="connsiteX3" fmla="*/ 36906 w 50289"/>
                <a:gd name="connsiteY3" fmla="*/ 15478 h 111518"/>
                <a:gd name="connsiteX4" fmla="*/ 46200 w 50289"/>
                <a:gd name="connsiteY4" fmla="*/ 6365 h 111518"/>
                <a:gd name="connsiteX5" fmla="*/ 12342 w 50289"/>
                <a:gd name="connsiteY5" fmla="*/ 90542 h 111518"/>
                <a:gd name="connsiteX6" fmla="*/ 10848 w 50289"/>
                <a:gd name="connsiteY6" fmla="*/ 97502 h 111518"/>
                <a:gd name="connsiteX7" fmla="*/ 26616 w 50289"/>
                <a:gd name="connsiteY7" fmla="*/ 111587 h 111518"/>
                <a:gd name="connsiteX8" fmla="*/ 50515 w 50289"/>
                <a:gd name="connsiteY8" fmla="*/ 86234 h 111518"/>
                <a:gd name="connsiteX9" fmla="*/ 47860 w 50289"/>
                <a:gd name="connsiteY9" fmla="*/ 84080 h 111518"/>
                <a:gd name="connsiteX10" fmla="*/ 44706 w 50289"/>
                <a:gd name="connsiteY10" fmla="*/ 86897 h 111518"/>
                <a:gd name="connsiteX11" fmla="*/ 27113 w 50289"/>
                <a:gd name="connsiteY11" fmla="*/ 106947 h 111518"/>
                <a:gd name="connsiteX12" fmla="*/ 22964 w 50289"/>
                <a:gd name="connsiteY12" fmla="*/ 101147 h 111518"/>
                <a:gd name="connsiteX13" fmla="*/ 25620 w 50289"/>
                <a:gd name="connsiteY13" fmla="*/ 90542 h 111518"/>
                <a:gd name="connsiteX14" fmla="*/ 30931 w 50289"/>
                <a:gd name="connsiteY14" fmla="*/ 77286 h 111518"/>
                <a:gd name="connsiteX15" fmla="*/ 39063 w 50289"/>
                <a:gd name="connsiteY15" fmla="*/ 56242 h 111518"/>
                <a:gd name="connsiteX16" fmla="*/ 40059 w 50289"/>
                <a:gd name="connsiteY16" fmla="*/ 50939 h 111518"/>
                <a:gd name="connsiteX17" fmla="*/ 24292 w 50289"/>
                <a:gd name="connsiteY17" fmla="*/ 36854 h 111518"/>
                <a:gd name="connsiteX18" fmla="*/ 226 w 50289"/>
                <a:gd name="connsiteY18" fmla="*/ 62207 h 111518"/>
                <a:gd name="connsiteX19" fmla="*/ 3048 w 50289"/>
                <a:gd name="connsiteY19" fmla="*/ 64361 h 111518"/>
                <a:gd name="connsiteX20" fmla="*/ 6035 w 50289"/>
                <a:gd name="connsiteY20" fmla="*/ 61710 h 111518"/>
                <a:gd name="connsiteX21" fmla="*/ 23794 w 50289"/>
                <a:gd name="connsiteY21" fmla="*/ 41494 h 111518"/>
                <a:gd name="connsiteX22" fmla="*/ 27943 w 50289"/>
                <a:gd name="connsiteY22" fmla="*/ 47293 h 111518"/>
                <a:gd name="connsiteX23" fmla="*/ 22798 w 50289"/>
                <a:gd name="connsiteY23" fmla="*/ 63864 h 111518"/>
                <a:gd name="connsiteX24" fmla="*/ 12342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200" y="6365"/>
                  </a:moveTo>
                  <a:cubicBezTo>
                    <a:pt x="46200" y="3713"/>
                    <a:pt x="44209" y="68"/>
                    <a:pt x="39561" y="68"/>
                  </a:cubicBezTo>
                  <a:cubicBezTo>
                    <a:pt x="35080" y="68"/>
                    <a:pt x="30267" y="4376"/>
                    <a:pt x="30267" y="9181"/>
                  </a:cubicBezTo>
                  <a:cubicBezTo>
                    <a:pt x="30267" y="11998"/>
                    <a:pt x="32425" y="15478"/>
                    <a:pt x="36906" y="15478"/>
                  </a:cubicBezTo>
                  <a:cubicBezTo>
                    <a:pt x="41719" y="15478"/>
                    <a:pt x="46200" y="10839"/>
                    <a:pt x="46200" y="6365"/>
                  </a:cubicBezTo>
                  <a:close/>
                  <a:moveTo>
                    <a:pt x="12342" y="90542"/>
                  </a:moveTo>
                  <a:cubicBezTo>
                    <a:pt x="11678" y="92696"/>
                    <a:pt x="10848" y="94685"/>
                    <a:pt x="10848" y="97502"/>
                  </a:cubicBezTo>
                  <a:cubicBezTo>
                    <a:pt x="10848" y="105290"/>
                    <a:pt x="17487" y="111587"/>
                    <a:pt x="26616" y="111587"/>
                  </a:cubicBezTo>
                  <a:cubicBezTo>
                    <a:pt x="43213" y="111587"/>
                    <a:pt x="50515" y="88720"/>
                    <a:pt x="50515" y="86234"/>
                  </a:cubicBezTo>
                  <a:cubicBezTo>
                    <a:pt x="50515" y="84080"/>
                    <a:pt x="48358" y="84080"/>
                    <a:pt x="47860" y="84080"/>
                  </a:cubicBezTo>
                  <a:cubicBezTo>
                    <a:pt x="45536" y="84080"/>
                    <a:pt x="45370" y="85074"/>
                    <a:pt x="44706" y="86897"/>
                  </a:cubicBezTo>
                  <a:cubicBezTo>
                    <a:pt x="40889" y="100153"/>
                    <a:pt x="33586" y="106947"/>
                    <a:pt x="27113" y="106947"/>
                  </a:cubicBezTo>
                  <a:cubicBezTo>
                    <a:pt x="23794" y="106947"/>
                    <a:pt x="22964" y="104793"/>
                    <a:pt x="22964" y="101147"/>
                  </a:cubicBezTo>
                  <a:cubicBezTo>
                    <a:pt x="22964" y="97336"/>
                    <a:pt x="24126" y="94188"/>
                    <a:pt x="25620" y="90542"/>
                  </a:cubicBezTo>
                  <a:cubicBezTo>
                    <a:pt x="27279" y="86068"/>
                    <a:pt x="29105" y="81594"/>
                    <a:pt x="30931" y="77286"/>
                  </a:cubicBezTo>
                  <a:cubicBezTo>
                    <a:pt x="32425" y="73309"/>
                    <a:pt x="38400" y="58230"/>
                    <a:pt x="39063" y="56242"/>
                  </a:cubicBezTo>
                  <a:cubicBezTo>
                    <a:pt x="39561" y="54584"/>
                    <a:pt x="40059" y="52596"/>
                    <a:pt x="40059" y="50939"/>
                  </a:cubicBezTo>
                  <a:cubicBezTo>
                    <a:pt x="40059" y="43151"/>
                    <a:pt x="33420" y="36854"/>
                    <a:pt x="24292" y="36854"/>
                  </a:cubicBezTo>
                  <a:cubicBezTo>
                    <a:pt x="7861" y="36854"/>
                    <a:pt x="226" y="59390"/>
                    <a:pt x="226" y="62207"/>
                  </a:cubicBezTo>
                  <a:cubicBezTo>
                    <a:pt x="226" y="64361"/>
                    <a:pt x="2550" y="64361"/>
                    <a:pt x="3048" y="64361"/>
                  </a:cubicBezTo>
                  <a:cubicBezTo>
                    <a:pt x="5371" y="64361"/>
                    <a:pt x="5537" y="63533"/>
                    <a:pt x="6035" y="61710"/>
                  </a:cubicBezTo>
                  <a:cubicBezTo>
                    <a:pt x="10350" y="47459"/>
                    <a:pt x="17653" y="41494"/>
                    <a:pt x="23794" y="41494"/>
                  </a:cubicBezTo>
                  <a:cubicBezTo>
                    <a:pt x="26450" y="41494"/>
                    <a:pt x="27943" y="42819"/>
                    <a:pt x="27943" y="47293"/>
                  </a:cubicBezTo>
                  <a:cubicBezTo>
                    <a:pt x="27943" y="51105"/>
                    <a:pt x="26947" y="53590"/>
                    <a:pt x="22798" y="63864"/>
                  </a:cubicBezTo>
                  <a:lnTo>
                    <a:pt x="1234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6" name="Freeform: Shape 625">
              <a:extLst>
                <a:ext uri="{FF2B5EF4-FFF2-40B4-BE49-F238E27FC236}">
                  <a16:creationId xmlns:a16="http://schemas.microsoft.com/office/drawing/2014/main" id="{550D3780-4437-6545-D114-D6DFBCE10F8C}"/>
                </a:ext>
              </a:extLst>
            </p:cNvPr>
            <p:cNvSpPr/>
            <p:nvPr>
              <p:custDataLst>
                <p:tags r:id="rId123"/>
              </p:custDataLst>
            </p:nvPr>
          </p:nvSpPr>
          <p:spPr>
            <a:xfrm>
              <a:off x="10424406" y="6197580"/>
              <a:ext cx="55007" cy="236720"/>
            </a:xfrm>
            <a:custGeom>
              <a:avLst/>
              <a:gdLst>
                <a:gd name="connsiteX0" fmla="*/ 55237 w 55007"/>
                <a:gd name="connsiteY0" fmla="*/ 118426 h 236720"/>
                <a:gd name="connsiteX1" fmla="*/ 39588 w 55007"/>
                <a:gd name="connsiteY1" fmla="*/ 44570 h 236720"/>
                <a:gd name="connsiteX2" fmla="*/ 2600 w 55007"/>
                <a:gd name="connsiteY2" fmla="*/ 66 h 236720"/>
                <a:gd name="connsiteX3" fmla="*/ 229 w 55007"/>
                <a:gd name="connsiteY3" fmla="*/ 2433 h 236720"/>
                <a:gd name="connsiteX4" fmla="*/ 4734 w 55007"/>
                <a:gd name="connsiteY4" fmla="*/ 7878 h 236720"/>
                <a:gd name="connsiteX5" fmla="*/ 41485 w 55007"/>
                <a:gd name="connsiteY5" fmla="*/ 118426 h 236720"/>
                <a:gd name="connsiteX6" fmla="*/ 3312 w 55007"/>
                <a:gd name="connsiteY6" fmla="*/ 230395 h 236720"/>
                <a:gd name="connsiteX7" fmla="*/ 229 w 55007"/>
                <a:gd name="connsiteY7" fmla="*/ 234419 h 236720"/>
                <a:gd name="connsiteX8" fmla="*/ 2600 w 55007"/>
                <a:gd name="connsiteY8" fmla="*/ 236787 h 236720"/>
                <a:gd name="connsiteX9" fmla="*/ 40300 w 55007"/>
                <a:gd name="connsiteY9" fmla="*/ 190626 h 236720"/>
                <a:gd name="connsiteX10" fmla="*/ 55237 w 55007"/>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237" y="118426"/>
                  </a:moveTo>
                  <a:cubicBezTo>
                    <a:pt x="55237" y="99962"/>
                    <a:pt x="52629" y="71319"/>
                    <a:pt x="39588" y="44570"/>
                  </a:cubicBezTo>
                  <a:cubicBezTo>
                    <a:pt x="25362" y="15453"/>
                    <a:pt x="4971" y="66"/>
                    <a:pt x="2600" y="66"/>
                  </a:cubicBezTo>
                  <a:cubicBezTo>
                    <a:pt x="1178" y="66"/>
                    <a:pt x="229" y="1013"/>
                    <a:pt x="229" y="2433"/>
                  </a:cubicBezTo>
                  <a:cubicBezTo>
                    <a:pt x="229" y="3144"/>
                    <a:pt x="229" y="3617"/>
                    <a:pt x="4734" y="7878"/>
                  </a:cubicBezTo>
                  <a:cubicBezTo>
                    <a:pt x="27970" y="31313"/>
                    <a:pt x="41485" y="68952"/>
                    <a:pt x="41485" y="118426"/>
                  </a:cubicBezTo>
                  <a:cubicBezTo>
                    <a:pt x="41485" y="158906"/>
                    <a:pt x="32712" y="200568"/>
                    <a:pt x="3312" y="230395"/>
                  </a:cubicBezTo>
                  <a:cubicBezTo>
                    <a:pt x="229" y="233236"/>
                    <a:pt x="229" y="233709"/>
                    <a:pt x="229" y="234419"/>
                  </a:cubicBezTo>
                  <a:cubicBezTo>
                    <a:pt x="229" y="235840"/>
                    <a:pt x="1178" y="236787"/>
                    <a:pt x="2600" y="236787"/>
                  </a:cubicBezTo>
                  <a:cubicBezTo>
                    <a:pt x="4971" y="236787"/>
                    <a:pt x="26311" y="220690"/>
                    <a:pt x="40300" y="190626"/>
                  </a:cubicBezTo>
                  <a:cubicBezTo>
                    <a:pt x="52392" y="164587"/>
                    <a:pt x="55237" y="138311"/>
                    <a:pt x="5523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627" name="Group 626">
            <a:extLst>
              <a:ext uri="{FF2B5EF4-FFF2-40B4-BE49-F238E27FC236}">
                <a16:creationId xmlns:a16="http://schemas.microsoft.com/office/drawing/2014/main" id="{8C22B58C-43E3-9DED-8053-018B2BEB4381}"/>
              </a:ext>
            </a:extLst>
          </p:cNvPr>
          <p:cNvGrpSpPr>
            <a:grpSpLocks noChangeAspect="1"/>
          </p:cNvGrpSpPr>
          <p:nvPr>
            <p:custDataLst>
              <p:tags r:id="rId9"/>
            </p:custDataLst>
          </p:nvPr>
        </p:nvGrpSpPr>
        <p:grpSpPr>
          <a:xfrm>
            <a:off x="4262593" y="5014426"/>
            <a:ext cx="3672271" cy="507899"/>
            <a:chOff x="6807142" y="6077159"/>
            <a:chExt cx="3672271" cy="507899"/>
          </a:xfrm>
        </p:grpSpPr>
        <p:sp>
          <p:nvSpPr>
            <p:cNvPr id="628" name="Freeform: Shape 627">
              <a:extLst>
                <a:ext uri="{FF2B5EF4-FFF2-40B4-BE49-F238E27FC236}">
                  <a16:creationId xmlns:a16="http://schemas.microsoft.com/office/drawing/2014/main" id="{4519111B-84F9-AA5E-7B04-3E9C7A7D094D}"/>
                </a:ext>
              </a:extLst>
            </p:cNvPr>
            <p:cNvSpPr/>
            <p:nvPr>
              <p:custDataLst>
                <p:tags r:id="rId48"/>
              </p:custDataLst>
            </p:nvPr>
          </p:nvSpPr>
          <p:spPr>
            <a:xfrm>
              <a:off x="6836581" y="6171888"/>
              <a:ext cx="60413" cy="110027"/>
            </a:xfrm>
            <a:custGeom>
              <a:avLst/>
              <a:gdLst>
                <a:gd name="connsiteX0" fmla="*/ 37588 w 60413"/>
                <a:gd name="connsiteY0" fmla="*/ 4702 h 110027"/>
                <a:gd name="connsiteX1" fmla="*/ 32609 w 60413"/>
                <a:gd name="connsiteY1" fmla="*/ 62 h 110027"/>
                <a:gd name="connsiteX2" fmla="*/ 78 w 60413"/>
                <a:gd name="connsiteY2" fmla="*/ 10667 h 110027"/>
                <a:gd name="connsiteX3" fmla="*/ 78 w 60413"/>
                <a:gd name="connsiteY3" fmla="*/ 16633 h 110027"/>
                <a:gd name="connsiteX4" fmla="*/ 24144 w 60413"/>
                <a:gd name="connsiteY4" fmla="*/ 11993 h 110027"/>
                <a:gd name="connsiteX5" fmla="*/ 24144 w 60413"/>
                <a:gd name="connsiteY5" fmla="*/ 96502 h 110027"/>
                <a:gd name="connsiteX6" fmla="*/ 7547 w 60413"/>
                <a:gd name="connsiteY6" fmla="*/ 104125 h 110027"/>
                <a:gd name="connsiteX7" fmla="*/ 1240 w 60413"/>
                <a:gd name="connsiteY7" fmla="*/ 104125 h 110027"/>
                <a:gd name="connsiteX8" fmla="*/ 1240 w 60413"/>
                <a:gd name="connsiteY8" fmla="*/ 110090 h 110027"/>
                <a:gd name="connsiteX9" fmla="*/ 30783 w 60413"/>
                <a:gd name="connsiteY9" fmla="*/ 109427 h 110027"/>
                <a:gd name="connsiteX10" fmla="*/ 60492 w 60413"/>
                <a:gd name="connsiteY10" fmla="*/ 110090 h 110027"/>
                <a:gd name="connsiteX11" fmla="*/ 60492 w 60413"/>
                <a:gd name="connsiteY11" fmla="*/ 104125 h 110027"/>
                <a:gd name="connsiteX12" fmla="*/ 54185 w 60413"/>
                <a:gd name="connsiteY12" fmla="*/ 104125 h 110027"/>
                <a:gd name="connsiteX13" fmla="*/ 37588 w 60413"/>
                <a:gd name="connsiteY13" fmla="*/ 96502 h 110027"/>
                <a:gd name="connsiteX14" fmla="*/ 37588 w 60413"/>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588" y="4702"/>
                  </a:moveTo>
                  <a:cubicBezTo>
                    <a:pt x="37588" y="228"/>
                    <a:pt x="37256" y="62"/>
                    <a:pt x="32609" y="62"/>
                  </a:cubicBezTo>
                  <a:cubicBezTo>
                    <a:pt x="21987" y="10502"/>
                    <a:pt x="6883" y="10667"/>
                    <a:pt x="78" y="10667"/>
                  </a:cubicBezTo>
                  <a:lnTo>
                    <a:pt x="78" y="16633"/>
                  </a:lnTo>
                  <a:cubicBezTo>
                    <a:pt x="4062" y="16633"/>
                    <a:pt x="15016" y="16633"/>
                    <a:pt x="24144" y="11993"/>
                  </a:cubicBezTo>
                  <a:lnTo>
                    <a:pt x="24144" y="96502"/>
                  </a:lnTo>
                  <a:cubicBezTo>
                    <a:pt x="24144" y="101970"/>
                    <a:pt x="24144" y="104125"/>
                    <a:pt x="7547" y="104125"/>
                  </a:cubicBezTo>
                  <a:lnTo>
                    <a:pt x="1240" y="104125"/>
                  </a:lnTo>
                  <a:lnTo>
                    <a:pt x="1240" y="110090"/>
                  </a:lnTo>
                  <a:cubicBezTo>
                    <a:pt x="4228" y="109924"/>
                    <a:pt x="24642" y="109427"/>
                    <a:pt x="30783" y="109427"/>
                  </a:cubicBezTo>
                  <a:cubicBezTo>
                    <a:pt x="35928" y="109427"/>
                    <a:pt x="56841" y="109924"/>
                    <a:pt x="60492" y="110090"/>
                  </a:cubicBezTo>
                  <a:lnTo>
                    <a:pt x="60492" y="104125"/>
                  </a:lnTo>
                  <a:lnTo>
                    <a:pt x="54185" y="104125"/>
                  </a:lnTo>
                  <a:cubicBezTo>
                    <a:pt x="37588" y="104125"/>
                    <a:pt x="37588" y="101970"/>
                    <a:pt x="37588" y="96502"/>
                  </a:cubicBezTo>
                  <a:lnTo>
                    <a:pt x="37588"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29" name="Freeform: Shape 628">
              <a:extLst>
                <a:ext uri="{FF2B5EF4-FFF2-40B4-BE49-F238E27FC236}">
                  <a16:creationId xmlns:a16="http://schemas.microsoft.com/office/drawing/2014/main" id="{55A1A928-AEDC-A761-DD0C-2EB8DC767523}"/>
                </a:ext>
              </a:extLst>
            </p:cNvPr>
            <p:cNvSpPr/>
            <p:nvPr>
              <p:custDataLst>
                <p:tags r:id="rId49"/>
              </p:custDataLst>
            </p:nvPr>
          </p:nvSpPr>
          <p:spPr>
            <a:xfrm>
              <a:off x="6807142" y="6311205"/>
              <a:ext cx="117207" cy="9468"/>
            </a:xfrm>
            <a:custGeom>
              <a:avLst/>
              <a:gdLst>
                <a:gd name="connsiteX0" fmla="*/ 0 w 117207"/>
                <a:gd name="connsiteY0" fmla="*/ 0 h 9468"/>
                <a:gd name="connsiteX1" fmla="*/ 117208 w 117207"/>
                <a:gd name="connsiteY1" fmla="*/ 0 h 9468"/>
                <a:gd name="connsiteX2" fmla="*/ 117208 w 117207"/>
                <a:gd name="connsiteY2" fmla="*/ 9468 h 9468"/>
                <a:gd name="connsiteX3" fmla="*/ 0 w 117207"/>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07" h="9468">
                  <a:moveTo>
                    <a:pt x="0" y="0"/>
                  </a:moveTo>
                  <a:lnTo>
                    <a:pt x="117208" y="0"/>
                  </a:lnTo>
                  <a:lnTo>
                    <a:pt x="117208"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0" name="Freeform: Shape 629">
              <a:extLst>
                <a:ext uri="{FF2B5EF4-FFF2-40B4-BE49-F238E27FC236}">
                  <a16:creationId xmlns:a16="http://schemas.microsoft.com/office/drawing/2014/main" id="{24763CDF-A81B-CAA6-CAF9-43B62311ED86}"/>
                </a:ext>
              </a:extLst>
            </p:cNvPr>
            <p:cNvSpPr/>
            <p:nvPr>
              <p:custDataLst>
                <p:tags r:id="rId50"/>
              </p:custDataLst>
            </p:nvPr>
          </p:nvSpPr>
          <p:spPr>
            <a:xfrm>
              <a:off x="6814943" y="6383675"/>
              <a:ext cx="101408" cy="74732"/>
            </a:xfrm>
            <a:custGeom>
              <a:avLst/>
              <a:gdLst>
                <a:gd name="connsiteX0" fmla="*/ 12526 w 101408"/>
                <a:gd name="connsiteY0" fmla="*/ 62706 h 74732"/>
                <a:gd name="connsiteX1" fmla="*/ 10866 w 101408"/>
                <a:gd name="connsiteY1" fmla="*/ 69500 h 74732"/>
                <a:gd name="connsiteX2" fmla="*/ 16509 w 101408"/>
                <a:gd name="connsiteY2" fmla="*/ 74802 h 74732"/>
                <a:gd name="connsiteX3" fmla="*/ 22982 w 101408"/>
                <a:gd name="connsiteY3" fmla="*/ 71157 h 74732"/>
                <a:gd name="connsiteX4" fmla="*/ 25970 w 101408"/>
                <a:gd name="connsiteY4" fmla="*/ 60883 h 74732"/>
                <a:gd name="connsiteX5" fmla="*/ 29621 w 101408"/>
                <a:gd name="connsiteY5" fmla="*/ 45970 h 74732"/>
                <a:gd name="connsiteX6" fmla="*/ 32442 w 101408"/>
                <a:gd name="connsiteY6" fmla="*/ 34868 h 74732"/>
                <a:gd name="connsiteX7" fmla="*/ 39413 w 101408"/>
                <a:gd name="connsiteY7" fmla="*/ 19954 h 74732"/>
                <a:gd name="connsiteX8" fmla="*/ 64309 w 101408"/>
                <a:gd name="connsiteY8" fmla="*/ 4709 h 74732"/>
                <a:gd name="connsiteX9" fmla="*/ 74101 w 101408"/>
                <a:gd name="connsiteY9" fmla="*/ 16309 h 74732"/>
                <a:gd name="connsiteX10" fmla="*/ 64309 w 101408"/>
                <a:gd name="connsiteY10" fmla="*/ 51604 h 74732"/>
                <a:gd name="connsiteX11" fmla="*/ 61819 w 101408"/>
                <a:gd name="connsiteY11" fmla="*/ 60552 h 74732"/>
                <a:gd name="connsiteX12" fmla="*/ 77587 w 101408"/>
                <a:gd name="connsiteY12" fmla="*/ 74802 h 74732"/>
                <a:gd name="connsiteX13" fmla="*/ 101487 w 101408"/>
                <a:gd name="connsiteY13" fmla="*/ 49450 h 74732"/>
                <a:gd name="connsiteX14" fmla="*/ 98831 w 101408"/>
                <a:gd name="connsiteY14" fmla="*/ 47295 h 74732"/>
                <a:gd name="connsiteX15" fmla="*/ 95678 w 101408"/>
                <a:gd name="connsiteY15" fmla="*/ 50112 h 74732"/>
                <a:gd name="connsiteX16" fmla="*/ 78085 w 101408"/>
                <a:gd name="connsiteY16" fmla="*/ 70163 h 74732"/>
                <a:gd name="connsiteX17" fmla="*/ 73935 w 101408"/>
                <a:gd name="connsiteY17" fmla="*/ 64363 h 74732"/>
                <a:gd name="connsiteX18" fmla="*/ 77753 w 101408"/>
                <a:gd name="connsiteY18" fmla="*/ 50941 h 74732"/>
                <a:gd name="connsiteX19" fmla="*/ 86549 w 101408"/>
                <a:gd name="connsiteY19" fmla="*/ 18960 h 74732"/>
                <a:gd name="connsiteX20" fmla="*/ 64973 w 101408"/>
                <a:gd name="connsiteY20" fmla="*/ 70 h 74732"/>
                <a:gd name="connsiteX21" fmla="*/ 36924 w 101408"/>
                <a:gd name="connsiteY21" fmla="*/ 15149 h 74732"/>
                <a:gd name="connsiteX22" fmla="*/ 19165 w 101408"/>
                <a:gd name="connsiteY22" fmla="*/ 70 h 74732"/>
                <a:gd name="connsiteX23" fmla="*/ 6053 w 101408"/>
                <a:gd name="connsiteY23" fmla="*/ 9018 h 74732"/>
                <a:gd name="connsiteX24" fmla="*/ 78 w 101408"/>
                <a:gd name="connsiteY24" fmla="*/ 25422 h 74732"/>
                <a:gd name="connsiteX25" fmla="*/ 2899 w 101408"/>
                <a:gd name="connsiteY25" fmla="*/ 27577 h 74732"/>
                <a:gd name="connsiteX26" fmla="*/ 6551 w 101408"/>
                <a:gd name="connsiteY26" fmla="*/ 22605 h 74732"/>
                <a:gd name="connsiteX27" fmla="*/ 18667 w 101408"/>
                <a:gd name="connsiteY27" fmla="*/ 4709 h 74732"/>
                <a:gd name="connsiteX28" fmla="*/ 24144 w 101408"/>
                <a:gd name="connsiteY28" fmla="*/ 12829 h 74732"/>
                <a:gd name="connsiteX29" fmla="*/ 21488 w 101408"/>
                <a:gd name="connsiteY29" fmla="*/ 26582 h 74732"/>
                <a:gd name="connsiteX30" fmla="*/ 17837 w 101408"/>
                <a:gd name="connsiteY30" fmla="*/ 41496 h 74732"/>
                <a:gd name="connsiteX31" fmla="*/ 12526 w 101408"/>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526" y="62706"/>
                  </a:moveTo>
                  <a:cubicBezTo>
                    <a:pt x="11862" y="64860"/>
                    <a:pt x="10866" y="69003"/>
                    <a:pt x="10866" y="69500"/>
                  </a:cubicBezTo>
                  <a:cubicBezTo>
                    <a:pt x="10866" y="73145"/>
                    <a:pt x="13854" y="74802"/>
                    <a:pt x="16509" y="74802"/>
                  </a:cubicBezTo>
                  <a:cubicBezTo>
                    <a:pt x="19497" y="74802"/>
                    <a:pt x="22152" y="72648"/>
                    <a:pt x="22982" y="71157"/>
                  </a:cubicBezTo>
                  <a:cubicBezTo>
                    <a:pt x="23812" y="69666"/>
                    <a:pt x="25140" y="64363"/>
                    <a:pt x="25970" y="60883"/>
                  </a:cubicBezTo>
                  <a:cubicBezTo>
                    <a:pt x="26799" y="57735"/>
                    <a:pt x="28625" y="50112"/>
                    <a:pt x="29621" y="45970"/>
                  </a:cubicBezTo>
                  <a:cubicBezTo>
                    <a:pt x="30617" y="42324"/>
                    <a:pt x="31613" y="38679"/>
                    <a:pt x="32442" y="34868"/>
                  </a:cubicBezTo>
                  <a:cubicBezTo>
                    <a:pt x="34268" y="28074"/>
                    <a:pt x="34600" y="26748"/>
                    <a:pt x="39413" y="19954"/>
                  </a:cubicBezTo>
                  <a:cubicBezTo>
                    <a:pt x="44060" y="13326"/>
                    <a:pt x="51861" y="4709"/>
                    <a:pt x="64309" y="4709"/>
                  </a:cubicBezTo>
                  <a:cubicBezTo>
                    <a:pt x="73935" y="4709"/>
                    <a:pt x="74101" y="13160"/>
                    <a:pt x="74101" y="16309"/>
                  </a:cubicBezTo>
                  <a:cubicBezTo>
                    <a:pt x="74101" y="26251"/>
                    <a:pt x="66965" y="44644"/>
                    <a:pt x="64309" y="51604"/>
                  </a:cubicBezTo>
                  <a:cubicBezTo>
                    <a:pt x="62483" y="56243"/>
                    <a:pt x="61819" y="57735"/>
                    <a:pt x="61819" y="60552"/>
                  </a:cubicBezTo>
                  <a:cubicBezTo>
                    <a:pt x="61819" y="69334"/>
                    <a:pt x="69122" y="74802"/>
                    <a:pt x="77587" y="74802"/>
                  </a:cubicBezTo>
                  <a:cubicBezTo>
                    <a:pt x="94184" y="74802"/>
                    <a:pt x="101487" y="51935"/>
                    <a:pt x="101487" y="49450"/>
                  </a:cubicBezTo>
                  <a:cubicBezTo>
                    <a:pt x="101487" y="47295"/>
                    <a:pt x="99329" y="47295"/>
                    <a:pt x="98831" y="47295"/>
                  </a:cubicBezTo>
                  <a:cubicBezTo>
                    <a:pt x="96508" y="47295"/>
                    <a:pt x="96342" y="48290"/>
                    <a:pt x="95678" y="50112"/>
                  </a:cubicBezTo>
                  <a:cubicBezTo>
                    <a:pt x="91860" y="63369"/>
                    <a:pt x="84724" y="70163"/>
                    <a:pt x="78085" y="70163"/>
                  </a:cubicBezTo>
                  <a:cubicBezTo>
                    <a:pt x="74599" y="70163"/>
                    <a:pt x="73935" y="67843"/>
                    <a:pt x="73935" y="64363"/>
                  </a:cubicBezTo>
                  <a:cubicBezTo>
                    <a:pt x="73935" y="60552"/>
                    <a:pt x="74765" y="58398"/>
                    <a:pt x="77753" y="50941"/>
                  </a:cubicBezTo>
                  <a:cubicBezTo>
                    <a:pt x="79744" y="45804"/>
                    <a:pt x="86549" y="28239"/>
                    <a:pt x="86549" y="18960"/>
                  </a:cubicBezTo>
                  <a:cubicBezTo>
                    <a:pt x="86549" y="2887"/>
                    <a:pt x="73769" y="70"/>
                    <a:pt x="64973" y="70"/>
                  </a:cubicBezTo>
                  <a:cubicBezTo>
                    <a:pt x="51197" y="70"/>
                    <a:pt x="41903" y="8521"/>
                    <a:pt x="36924" y="15149"/>
                  </a:cubicBezTo>
                  <a:cubicBezTo>
                    <a:pt x="35762" y="3715"/>
                    <a:pt x="25970" y="70"/>
                    <a:pt x="19165" y="70"/>
                  </a:cubicBezTo>
                  <a:cubicBezTo>
                    <a:pt x="12028" y="70"/>
                    <a:pt x="8211" y="5207"/>
                    <a:pt x="6053" y="9018"/>
                  </a:cubicBezTo>
                  <a:cubicBezTo>
                    <a:pt x="2402" y="15149"/>
                    <a:pt x="78" y="24594"/>
                    <a:pt x="78" y="25422"/>
                  </a:cubicBezTo>
                  <a:cubicBezTo>
                    <a:pt x="78" y="27577"/>
                    <a:pt x="2402" y="27577"/>
                    <a:pt x="2899" y="27577"/>
                  </a:cubicBezTo>
                  <a:cubicBezTo>
                    <a:pt x="5223" y="27577"/>
                    <a:pt x="5389" y="27079"/>
                    <a:pt x="6551" y="22605"/>
                  </a:cubicBezTo>
                  <a:cubicBezTo>
                    <a:pt x="9040" y="12829"/>
                    <a:pt x="12194" y="4709"/>
                    <a:pt x="18667" y="4709"/>
                  </a:cubicBezTo>
                  <a:cubicBezTo>
                    <a:pt x="22982" y="4709"/>
                    <a:pt x="24144" y="8355"/>
                    <a:pt x="24144" y="12829"/>
                  </a:cubicBezTo>
                  <a:cubicBezTo>
                    <a:pt x="24144" y="15977"/>
                    <a:pt x="22650" y="22108"/>
                    <a:pt x="21488" y="26582"/>
                  </a:cubicBezTo>
                  <a:cubicBezTo>
                    <a:pt x="20326" y="31056"/>
                    <a:pt x="18667" y="37850"/>
                    <a:pt x="17837" y="41496"/>
                  </a:cubicBezTo>
                  <a:lnTo>
                    <a:pt x="12526"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1" name="Freeform: Shape 630">
              <a:extLst>
                <a:ext uri="{FF2B5EF4-FFF2-40B4-BE49-F238E27FC236}">
                  <a16:creationId xmlns:a16="http://schemas.microsoft.com/office/drawing/2014/main" id="{693F83F1-0A43-8621-C62E-FD24602EDD8D}"/>
                </a:ext>
              </a:extLst>
            </p:cNvPr>
            <p:cNvSpPr/>
            <p:nvPr>
              <p:custDataLst>
                <p:tags r:id="rId51"/>
              </p:custDataLst>
            </p:nvPr>
          </p:nvSpPr>
          <p:spPr>
            <a:xfrm>
              <a:off x="7095091" y="6077159"/>
              <a:ext cx="101408" cy="74732"/>
            </a:xfrm>
            <a:custGeom>
              <a:avLst/>
              <a:gdLst>
                <a:gd name="connsiteX0" fmla="*/ 12538 w 101408"/>
                <a:gd name="connsiteY0" fmla="*/ 62693 h 74732"/>
                <a:gd name="connsiteX1" fmla="*/ 10878 w 101408"/>
                <a:gd name="connsiteY1" fmla="*/ 69487 h 74732"/>
                <a:gd name="connsiteX2" fmla="*/ 16521 w 101408"/>
                <a:gd name="connsiteY2" fmla="*/ 74789 h 74732"/>
                <a:gd name="connsiteX3" fmla="*/ 22994 w 101408"/>
                <a:gd name="connsiteY3" fmla="*/ 71144 h 74732"/>
                <a:gd name="connsiteX4" fmla="*/ 25981 w 101408"/>
                <a:gd name="connsiteY4" fmla="*/ 60870 h 74732"/>
                <a:gd name="connsiteX5" fmla="*/ 29633 w 101408"/>
                <a:gd name="connsiteY5" fmla="*/ 45957 h 74732"/>
                <a:gd name="connsiteX6" fmla="*/ 32454 w 101408"/>
                <a:gd name="connsiteY6" fmla="*/ 34855 h 74732"/>
                <a:gd name="connsiteX7" fmla="*/ 39425 w 101408"/>
                <a:gd name="connsiteY7" fmla="*/ 19941 h 74732"/>
                <a:gd name="connsiteX8" fmla="*/ 64321 w 101408"/>
                <a:gd name="connsiteY8" fmla="*/ 4697 h 74732"/>
                <a:gd name="connsiteX9" fmla="*/ 74113 w 101408"/>
                <a:gd name="connsiteY9" fmla="*/ 16296 h 74732"/>
                <a:gd name="connsiteX10" fmla="*/ 64321 w 101408"/>
                <a:gd name="connsiteY10" fmla="*/ 51591 h 74732"/>
                <a:gd name="connsiteX11" fmla="*/ 61831 w 101408"/>
                <a:gd name="connsiteY11" fmla="*/ 60539 h 74732"/>
                <a:gd name="connsiteX12" fmla="*/ 77599 w 101408"/>
                <a:gd name="connsiteY12" fmla="*/ 74789 h 74732"/>
                <a:gd name="connsiteX13" fmla="*/ 101498 w 101408"/>
                <a:gd name="connsiteY13" fmla="*/ 49437 h 74732"/>
                <a:gd name="connsiteX14" fmla="*/ 98843 w 101408"/>
                <a:gd name="connsiteY14" fmla="*/ 47283 h 74732"/>
                <a:gd name="connsiteX15" fmla="*/ 95689 w 101408"/>
                <a:gd name="connsiteY15" fmla="*/ 50099 h 74732"/>
                <a:gd name="connsiteX16" fmla="*/ 78096 w 101408"/>
                <a:gd name="connsiteY16" fmla="*/ 70150 h 74732"/>
                <a:gd name="connsiteX17" fmla="*/ 73947 w 101408"/>
                <a:gd name="connsiteY17" fmla="*/ 64350 h 74732"/>
                <a:gd name="connsiteX18" fmla="*/ 77765 w 101408"/>
                <a:gd name="connsiteY18" fmla="*/ 50928 h 74732"/>
                <a:gd name="connsiteX19" fmla="*/ 86561 w 101408"/>
                <a:gd name="connsiteY19" fmla="*/ 18947 h 74732"/>
                <a:gd name="connsiteX20" fmla="*/ 64985 w 101408"/>
                <a:gd name="connsiteY20" fmla="*/ 57 h 74732"/>
                <a:gd name="connsiteX21" fmla="*/ 36935 w 101408"/>
                <a:gd name="connsiteY21" fmla="*/ 15136 h 74732"/>
                <a:gd name="connsiteX22" fmla="*/ 19176 w 101408"/>
                <a:gd name="connsiteY22" fmla="*/ 57 h 74732"/>
                <a:gd name="connsiteX23" fmla="*/ 6065 w 101408"/>
                <a:gd name="connsiteY23" fmla="*/ 9005 h 74732"/>
                <a:gd name="connsiteX24" fmla="*/ 90 w 101408"/>
                <a:gd name="connsiteY24" fmla="*/ 25410 h 74732"/>
                <a:gd name="connsiteX25" fmla="*/ 2911 w 101408"/>
                <a:gd name="connsiteY25" fmla="*/ 27564 h 74732"/>
                <a:gd name="connsiteX26" fmla="*/ 6563 w 101408"/>
                <a:gd name="connsiteY26" fmla="*/ 22593 h 74732"/>
                <a:gd name="connsiteX27" fmla="*/ 18679 w 101408"/>
                <a:gd name="connsiteY27" fmla="*/ 4697 h 74732"/>
                <a:gd name="connsiteX28" fmla="*/ 24156 w 101408"/>
                <a:gd name="connsiteY28" fmla="*/ 12816 h 74732"/>
                <a:gd name="connsiteX29" fmla="*/ 21500 w 101408"/>
                <a:gd name="connsiteY29" fmla="*/ 26569 h 74732"/>
                <a:gd name="connsiteX30" fmla="*/ 17849 w 101408"/>
                <a:gd name="connsiteY30" fmla="*/ 41483 h 74732"/>
                <a:gd name="connsiteX31" fmla="*/ 12538 w 101408"/>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538" y="62693"/>
                  </a:moveTo>
                  <a:cubicBezTo>
                    <a:pt x="11874" y="64847"/>
                    <a:pt x="10878" y="68990"/>
                    <a:pt x="10878" y="69487"/>
                  </a:cubicBezTo>
                  <a:cubicBezTo>
                    <a:pt x="10878" y="73132"/>
                    <a:pt x="13865" y="74789"/>
                    <a:pt x="16521" y="74789"/>
                  </a:cubicBezTo>
                  <a:cubicBezTo>
                    <a:pt x="19508" y="74789"/>
                    <a:pt x="22164" y="72635"/>
                    <a:pt x="22994" y="71144"/>
                  </a:cubicBezTo>
                  <a:cubicBezTo>
                    <a:pt x="23824" y="69653"/>
                    <a:pt x="25151" y="64350"/>
                    <a:pt x="25981" y="60870"/>
                  </a:cubicBezTo>
                  <a:cubicBezTo>
                    <a:pt x="26811" y="57722"/>
                    <a:pt x="28637" y="50099"/>
                    <a:pt x="29633" y="45957"/>
                  </a:cubicBezTo>
                  <a:cubicBezTo>
                    <a:pt x="30629" y="42311"/>
                    <a:pt x="31624" y="38666"/>
                    <a:pt x="32454" y="34855"/>
                  </a:cubicBezTo>
                  <a:cubicBezTo>
                    <a:pt x="34280" y="28061"/>
                    <a:pt x="34612" y="26735"/>
                    <a:pt x="39425" y="19941"/>
                  </a:cubicBezTo>
                  <a:cubicBezTo>
                    <a:pt x="44072" y="13313"/>
                    <a:pt x="51873" y="4697"/>
                    <a:pt x="64321" y="4697"/>
                  </a:cubicBezTo>
                  <a:cubicBezTo>
                    <a:pt x="73947" y="4697"/>
                    <a:pt x="74113" y="13147"/>
                    <a:pt x="74113" y="16296"/>
                  </a:cubicBezTo>
                  <a:cubicBezTo>
                    <a:pt x="74113" y="26238"/>
                    <a:pt x="66976" y="44631"/>
                    <a:pt x="64321" y="51591"/>
                  </a:cubicBezTo>
                  <a:cubicBezTo>
                    <a:pt x="62495" y="56231"/>
                    <a:pt x="61831" y="57722"/>
                    <a:pt x="61831" y="60539"/>
                  </a:cubicBezTo>
                  <a:cubicBezTo>
                    <a:pt x="61831" y="69321"/>
                    <a:pt x="69134" y="74789"/>
                    <a:pt x="77599" y="74789"/>
                  </a:cubicBezTo>
                  <a:cubicBezTo>
                    <a:pt x="94196" y="74789"/>
                    <a:pt x="101498" y="51922"/>
                    <a:pt x="101498" y="49437"/>
                  </a:cubicBezTo>
                  <a:cubicBezTo>
                    <a:pt x="101498" y="47283"/>
                    <a:pt x="99341" y="47283"/>
                    <a:pt x="98843" y="47283"/>
                  </a:cubicBezTo>
                  <a:cubicBezTo>
                    <a:pt x="96519" y="47283"/>
                    <a:pt x="96353" y="48277"/>
                    <a:pt x="95689" y="50099"/>
                  </a:cubicBezTo>
                  <a:cubicBezTo>
                    <a:pt x="91872" y="63356"/>
                    <a:pt x="84735" y="70150"/>
                    <a:pt x="78096" y="70150"/>
                  </a:cubicBezTo>
                  <a:cubicBezTo>
                    <a:pt x="74611" y="70150"/>
                    <a:pt x="73947" y="67830"/>
                    <a:pt x="73947" y="64350"/>
                  </a:cubicBezTo>
                  <a:cubicBezTo>
                    <a:pt x="73947" y="60539"/>
                    <a:pt x="74777" y="58385"/>
                    <a:pt x="77765" y="50928"/>
                  </a:cubicBezTo>
                  <a:cubicBezTo>
                    <a:pt x="79756" y="45791"/>
                    <a:pt x="86561" y="28227"/>
                    <a:pt x="86561" y="18947"/>
                  </a:cubicBezTo>
                  <a:cubicBezTo>
                    <a:pt x="86561" y="2874"/>
                    <a:pt x="73781" y="57"/>
                    <a:pt x="64985" y="57"/>
                  </a:cubicBezTo>
                  <a:cubicBezTo>
                    <a:pt x="51209" y="57"/>
                    <a:pt x="41915" y="8508"/>
                    <a:pt x="36935" y="15136"/>
                  </a:cubicBezTo>
                  <a:cubicBezTo>
                    <a:pt x="35774" y="3702"/>
                    <a:pt x="25981" y="57"/>
                    <a:pt x="19176" y="57"/>
                  </a:cubicBezTo>
                  <a:cubicBezTo>
                    <a:pt x="12040" y="57"/>
                    <a:pt x="8222" y="5194"/>
                    <a:pt x="6065" y="9005"/>
                  </a:cubicBezTo>
                  <a:cubicBezTo>
                    <a:pt x="2413" y="15136"/>
                    <a:pt x="90" y="24581"/>
                    <a:pt x="90" y="25410"/>
                  </a:cubicBezTo>
                  <a:cubicBezTo>
                    <a:pt x="90" y="27564"/>
                    <a:pt x="2413" y="27564"/>
                    <a:pt x="2911" y="27564"/>
                  </a:cubicBezTo>
                  <a:cubicBezTo>
                    <a:pt x="5235" y="27564"/>
                    <a:pt x="5401" y="27067"/>
                    <a:pt x="6563" y="22593"/>
                  </a:cubicBezTo>
                  <a:cubicBezTo>
                    <a:pt x="9052" y="12816"/>
                    <a:pt x="12206" y="4697"/>
                    <a:pt x="18679" y="4697"/>
                  </a:cubicBezTo>
                  <a:cubicBezTo>
                    <a:pt x="22994" y="4697"/>
                    <a:pt x="24156" y="8342"/>
                    <a:pt x="24156" y="12816"/>
                  </a:cubicBezTo>
                  <a:cubicBezTo>
                    <a:pt x="24156" y="15964"/>
                    <a:pt x="22662" y="22095"/>
                    <a:pt x="21500" y="26569"/>
                  </a:cubicBezTo>
                  <a:cubicBezTo>
                    <a:pt x="20338" y="31044"/>
                    <a:pt x="18679" y="37837"/>
                    <a:pt x="17849" y="41483"/>
                  </a:cubicBezTo>
                  <a:lnTo>
                    <a:pt x="12538"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2" name="Freeform: Shape 631">
              <a:extLst>
                <a:ext uri="{FF2B5EF4-FFF2-40B4-BE49-F238E27FC236}">
                  <a16:creationId xmlns:a16="http://schemas.microsoft.com/office/drawing/2014/main" id="{89F8C578-BA65-D648-31DA-0D4A487143C4}"/>
                </a:ext>
              </a:extLst>
            </p:cNvPr>
            <p:cNvSpPr/>
            <p:nvPr>
              <p:custDataLst>
                <p:tags r:id="rId52"/>
              </p:custDataLst>
            </p:nvPr>
          </p:nvSpPr>
          <p:spPr>
            <a:xfrm>
              <a:off x="7034034" y="6197578"/>
              <a:ext cx="223587" cy="236720"/>
            </a:xfrm>
            <a:custGeom>
              <a:avLst/>
              <a:gdLst>
                <a:gd name="connsiteX0" fmla="*/ 86629 w 223587"/>
                <a:gd name="connsiteY0" fmla="*/ 126467 h 236720"/>
                <a:gd name="connsiteX1" fmla="*/ 2458 w 223587"/>
                <a:gd name="connsiteY1" fmla="*/ 230388 h 236720"/>
                <a:gd name="connsiteX2" fmla="*/ 324 w 223587"/>
                <a:gd name="connsiteY2" fmla="*/ 234175 h 236720"/>
                <a:gd name="connsiteX3" fmla="*/ 6726 w 223587"/>
                <a:gd name="connsiteY3" fmla="*/ 236779 h 236720"/>
                <a:gd name="connsiteX4" fmla="*/ 203284 w 223587"/>
                <a:gd name="connsiteY4" fmla="*/ 236779 h 236720"/>
                <a:gd name="connsiteX5" fmla="*/ 223675 w 223587"/>
                <a:gd name="connsiteY5" fmla="*/ 177836 h 236720"/>
                <a:gd name="connsiteX6" fmla="*/ 217747 w 223587"/>
                <a:gd name="connsiteY6" fmla="*/ 177836 h 236720"/>
                <a:gd name="connsiteX7" fmla="*/ 175780 w 223587"/>
                <a:gd name="connsiteY7" fmla="*/ 216895 h 236720"/>
                <a:gd name="connsiteX8" fmla="*/ 120772 w 223587"/>
                <a:gd name="connsiteY8" fmla="*/ 223760 h 236720"/>
                <a:gd name="connsiteX9" fmla="*/ 20004 w 223587"/>
                <a:gd name="connsiteY9" fmla="*/ 223760 h 236720"/>
                <a:gd name="connsiteX10" fmla="*/ 102278 w 223587"/>
                <a:gd name="connsiteY10" fmla="*/ 122207 h 236720"/>
                <a:gd name="connsiteX11" fmla="*/ 104412 w 223587"/>
                <a:gd name="connsiteY11" fmla="*/ 118419 h 236720"/>
                <a:gd name="connsiteX12" fmla="*/ 102752 w 223587"/>
                <a:gd name="connsiteY12" fmla="*/ 115105 h 236720"/>
                <a:gd name="connsiteX13" fmla="*/ 25694 w 223587"/>
                <a:gd name="connsiteY13" fmla="*/ 9528 h 236720"/>
                <a:gd name="connsiteX14" fmla="*/ 119587 w 223587"/>
                <a:gd name="connsiteY14" fmla="*/ 9528 h 236720"/>
                <a:gd name="connsiteX15" fmla="*/ 217747 w 223587"/>
                <a:gd name="connsiteY15" fmla="*/ 55451 h 236720"/>
                <a:gd name="connsiteX16" fmla="*/ 223675 w 223587"/>
                <a:gd name="connsiteY16" fmla="*/ 55451 h 236720"/>
                <a:gd name="connsiteX17" fmla="*/ 203284 w 223587"/>
                <a:gd name="connsiteY17" fmla="*/ 59 h 236720"/>
                <a:gd name="connsiteX18" fmla="*/ 6726 w 223587"/>
                <a:gd name="connsiteY18" fmla="*/ 59 h 236720"/>
                <a:gd name="connsiteX19" fmla="*/ 87 w 223587"/>
                <a:gd name="connsiteY19" fmla="*/ 7634 h 236720"/>
                <a:gd name="connsiteX20" fmla="*/ 86629 w 22358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587" h="236720">
                  <a:moveTo>
                    <a:pt x="86629" y="126467"/>
                  </a:moveTo>
                  <a:lnTo>
                    <a:pt x="2458" y="230388"/>
                  </a:lnTo>
                  <a:cubicBezTo>
                    <a:pt x="561" y="232755"/>
                    <a:pt x="324" y="233228"/>
                    <a:pt x="324" y="234175"/>
                  </a:cubicBezTo>
                  <a:cubicBezTo>
                    <a:pt x="324" y="236779"/>
                    <a:pt x="2458" y="236779"/>
                    <a:pt x="6726" y="236779"/>
                  </a:cubicBezTo>
                  <a:lnTo>
                    <a:pt x="203284" y="236779"/>
                  </a:lnTo>
                  <a:lnTo>
                    <a:pt x="223675" y="177836"/>
                  </a:lnTo>
                  <a:lnTo>
                    <a:pt x="217747" y="177836"/>
                  </a:lnTo>
                  <a:cubicBezTo>
                    <a:pt x="211820" y="195590"/>
                    <a:pt x="195934" y="210030"/>
                    <a:pt x="175780" y="216895"/>
                  </a:cubicBezTo>
                  <a:cubicBezTo>
                    <a:pt x="171986" y="218078"/>
                    <a:pt x="155626" y="223760"/>
                    <a:pt x="120772" y="223760"/>
                  </a:cubicBezTo>
                  <a:lnTo>
                    <a:pt x="20004" y="223760"/>
                  </a:lnTo>
                  <a:lnTo>
                    <a:pt x="102278" y="122207"/>
                  </a:lnTo>
                  <a:cubicBezTo>
                    <a:pt x="103938" y="120076"/>
                    <a:pt x="104412" y="119366"/>
                    <a:pt x="104412" y="118419"/>
                  </a:cubicBezTo>
                  <a:cubicBezTo>
                    <a:pt x="104412" y="117472"/>
                    <a:pt x="104175" y="117235"/>
                    <a:pt x="102752" y="115105"/>
                  </a:cubicBezTo>
                  <a:lnTo>
                    <a:pt x="25694" y="9528"/>
                  </a:lnTo>
                  <a:lnTo>
                    <a:pt x="119587" y="9528"/>
                  </a:lnTo>
                  <a:cubicBezTo>
                    <a:pt x="146616" y="9528"/>
                    <a:pt x="201150" y="11185"/>
                    <a:pt x="217747" y="55451"/>
                  </a:cubicBezTo>
                  <a:lnTo>
                    <a:pt x="223675" y="55451"/>
                  </a:lnTo>
                  <a:lnTo>
                    <a:pt x="203284" y="59"/>
                  </a:lnTo>
                  <a:lnTo>
                    <a:pt x="6726" y="59"/>
                  </a:lnTo>
                  <a:cubicBezTo>
                    <a:pt x="324" y="59"/>
                    <a:pt x="87" y="296"/>
                    <a:pt x="87" y="7634"/>
                  </a:cubicBezTo>
                  <a:lnTo>
                    <a:pt x="86629"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3" name="Freeform: Shape 632">
              <a:extLst>
                <a:ext uri="{FF2B5EF4-FFF2-40B4-BE49-F238E27FC236}">
                  <a16:creationId xmlns:a16="http://schemas.microsoft.com/office/drawing/2014/main" id="{629DBA74-986D-0445-6761-A9E74553850F}"/>
                </a:ext>
              </a:extLst>
            </p:cNvPr>
            <p:cNvSpPr/>
            <p:nvPr>
              <p:custDataLst>
                <p:tags r:id="rId53"/>
              </p:custDataLst>
            </p:nvPr>
          </p:nvSpPr>
          <p:spPr>
            <a:xfrm>
              <a:off x="7000119" y="6473540"/>
              <a:ext cx="50289" cy="111518"/>
            </a:xfrm>
            <a:custGeom>
              <a:avLst/>
              <a:gdLst>
                <a:gd name="connsiteX0" fmla="*/ 46060 w 50289"/>
                <a:gd name="connsiteY0" fmla="*/ 6372 h 111518"/>
                <a:gd name="connsiteX1" fmla="*/ 39421 w 50289"/>
                <a:gd name="connsiteY1" fmla="*/ 75 h 111518"/>
                <a:gd name="connsiteX2" fmla="*/ 30127 w 50289"/>
                <a:gd name="connsiteY2" fmla="*/ 9189 h 111518"/>
                <a:gd name="connsiteX3" fmla="*/ 36765 w 50289"/>
                <a:gd name="connsiteY3" fmla="*/ 15486 h 111518"/>
                <a:gd name="connsiteX4" fmla="*/ 46060 w 50289"/>
                <a:gd name="connsiteY4" fmla="*/ 6372 h 111518"/>
                <a:gd name="connsiteX5" fmla="*/ 12202 w 50289"/>
                <a:gd name="connsiteY5" fmla="*/ 90550 h 111518"/>
                <a:gd name="connsiteX6" fmla="*/ 10708 w 50289"/>
                <a:gd name="connsiteY6" fmla="*/ 97509 h 111518"/>
                <a:gd name="connsiteX7" fmla="*/ 26475 w 50289"/>
                <a:gd name="connsiteY7" fmla="*/ 111594 h 111518"/>
                <a:gd name="connsiteX8" fmla="*/ 50375 w 50289"/>
                <a:gd name="connsiteY8" fmla="*/ 86241 h 111518"/>
                <a:gd name="connsiteX9" fmla="*/ 47720 w 50289"/>
                <a:gd name="connsiteY9" fmla="*/ 84087 h 111518"/>
                <a:gd name="connsiteX10" fmla="*/ 44566 w 50289"/>
                <a:gd name="connsiteY10" fmla="*/ 86904 h 111518"/>
                <a:gd name="connsiteX11" fmla="*/ 26973 w 50289"/>
                <a:gd name="connsiteY11" fmla="*/ 106954 h 111518"/>
                <a:gd name="connsiteX12" fmla="*/ 22824 w 50289"/>
                <a:gd name="connsiteY12" fmla="*/ 101155 h 111518"/>
                <a:gd name="connsiteX13" fmla="*/ 25479 w 50289"/>
                <a:gd name="connsiteY13" fmla="*/ 90550 h 111518"/>
                <a:gd name="connsiteX14" fmla="*/ 30790 w 50289"/>
                <a:gd name="connsiteY14" fmla="*/ 77293 h 111518"/>
                <a:gd name="connsiteX15" fmla="*/ 38923 w 50289"/>
                <a:gd name="connsiteY15" fmla="*/ 56249 h 111518"/>
                <a:gd name="connsiteX16" fmla="*/ 39919 w 50289"/>
                <a:gd name="connsiteY16" fmla="*/ 50946 h 111518"/>
                <a:gd name="connsiteX17" fmla="*/ 24152 w 50289"/>
                <a:gd name="connsiteY17" fmla="*/ 36861 h 111518"/>
                <a:gd name="connsiteX18" fmla="*/ 86 w 50289"/>
                <a:gd name="connsiteY18" fmla="*/ 62214 h 111518"/>
                <a:gd name="connsiteX19" fmla="*/ 2907 w 50289"/>
                <a:gd name="connsiteY19" fmla="*/ 64368 h 111518"/>
                <a:gd name="connsiteX20" fmla="*/ 5895 w 50289"/>
                <a:gd name="connsiteY20" fmla="*/ 61717 h 111518"/>
                <a:gd name="connsiteX21" fmla="*/ 23654 w 50289"/>
                <a:gd name="connsiteY21" fmla="*/ 41501 h 111518"/>
                <a:gd name="connsiteX22" fmla="*/ 27803 w 50289"/>
                <a:gd name="connsiteY22" fmla="*/ 47301 h 111518"/>
                <a:gd name="connsiteX23" fmla="*/ 22658 w 50289"/>
                <a:gd name="connsiteY23" fmla="*/ 63871 h 111518"/>
                <a:gd name="connsiteX24" fmla="*/ 12202 w 50289"/>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60" y="6372"/>
                  </a:moveTo>
                  <a:cubicBezTo>
                    <a:pt x="46060" y="3721"/>
                    <a:pt x="44068" y="75"/>
                    <a:pt x="39421" y="75"/>
                  </a:cubicBezTo>
                  <a:cubicBezTo>
                    <a:pt x="34940" y="75"/>
                    <a:pt x="30127" y="4383"/>
                    <a:pt x="30127" y="9189"/>
                  </a:cubicBezTo>
                  <a:cubicBezTo>
                    <a:pt x="30127" y="12006"/>
                    <a:pt x="32284" y="15486"/>
                    <a:pt x="36765" y="15486"/>
                  </a:cubicBezTo>
                  <a:cubicBezTo>
                    <a:pt x="41579" y="15486"/>
                    <a:pt x="46060" y="10846"/>
                    <a:pt x="46060" y="6372"/>
                  </a:cubicBezTo>
                  <a:close/>
                  <a:moveTo>
                    <a:pt x="12202" y="90550"/>
                  </a:moveTo>
                  <a:cubicBezTo>
                    <a:pt x="11538" y="92704"/>
                    <a:pt x="10708" y="94692"/>
                    <a:pt x="10708" y="97509"/>
                  </a:cubicBezTo>
                  <a:cubicBezTo>
                    <a:pt x="10708" y="105297"/>
                    <a:pt x="17347" y="111594"/>
                    <a:pt x="26475" y="111594"/>
                  </a:cubicBezTo>
                  <a:cubicBezTo>
                    <a:pt x="43072" y="111594"/>
                    <a:pt x="50375" y="88727"/>
                    <a:pt x="50375" y="86241"/>
                  </a:cubicBezTo>
                  <a:cubicBezTo>
                    <a:pt x="50375" y="84087"/>
                    <a:pt x="48218" y="84087"/>
                    <a:pt x="47720" y="84087"/>
                  </a:cubicBezTo>
                  <a:cubicBezTo>
                    <a:pt x="45396" y="84087"/>
                    <a:pt x="45230" y="85081"/>
                    <a:pt x="44566" y="86904"/>
                  </a:cubicBezTo>
                  <a:cubicBezTo>
                    <a:pt x="40749" y="100160"/>
                    <a:pt x="33446" y="106954"/>
                    <a:pt x="26973" y="106954"/>
                  </a:cubicBezTo>
                  <a:cubicBezTo>
                    <a:pt x="23654" y="106954"/>
                    <a:pt x="22824" y="104800"/>
                    <a:pt x="22824" y="101155"/>
                  </a:cubicBezTo>
                  <a:cubicBezTo>
                    <a:pt x="22824" y="97343"/>
                    <a:pt x="23986" y="94195"/>
                    <a:pt x="25479" y="90550"/>
                  </a:cubicBezTo>
                  <a:cubicBezTo>
                    <a:pt x="27139" y="86076"/>
                    <a:pt x="28965" y="81602"/>
                    <a:pt x="30790" y="77293"/>
                  </a:cubicBezTo>
                  <a:cubicBezTo>
                    <a:pt x="32284" y="73316"/>
                    <a:pt x="38259" y="58237"/>
                    <a:pt x="38923" y="56249"/>
                  </a:cubicBezTo>
                  <a:cubicBezTo>
                    <a:pt x="39421" y="54592"/>
                    <a:pt x="39919" y="52603"/>
                    <a:pt x="39919" y="50946"/>
                  </a:cubicBezTo>
                  <a:cubicBezTo>
                    <a:pt x="39919" y="43158"/>
                    <a:pt x="33280" y="36861"/>
                    <a:pt x="24152" y="36861"/>
                  </a:cubicBezTo>
                  <a:cubicBezTo>
                    <a:pt x="7720" y="36861"/>
                    <a:pt x="86" y="59397"/>
                    <a:pt x="86" y="62214"/>
                  </a:cubicBezTo>
                  <a:cubicBezTo>
                    <a:pt x="86" y="64368"/>
                    <a:pt x="2409" y="64368"/>
                    <a:pt x="2907" y="64368"/>
                  </a:cubicBezTo>
                  <a:cubicBezTo>
                    <a:pt x="5231" y="64368"/>
                    <a:pt x="5397" y="63540"/>
                    <a:pt x="5895" y="61717"/>
                  </a:cubicBezTo>
                  <a:cubicBezTo>
                    <a:pt x="10210" y="47466"/>
                    <a:pt x="17513" y="41501"/>
                    <a:pt x="23654" y="41501"/>
                  </a:cubicBezTo>
                  <a:cubicBezTo>
                    <a:pt x="26309" y="41501"/>
                    <a:pt x="27803" y="42827"/>
                    <a:pt x="27803" y="47301"/>
                  </a:cubicBezTo>
                  <a:cubicBezTo>
                    <a:pt x="27803" y="51112"/>
                    <a:pt x="26807" y="53598"/>
                    <a:pt x="22658" y="63871"/>
                  </a:cubicBezTo>
                  <a:lnTo>
                    <a:pt x="12202"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4" name="Freeform: Shape 633">
              <a:extLst>
                <a:ext uri="{FF2B5EF4-FFF2-40B4-BE49-F238E27FC236}">
                  <a16:creationId xmlns:a16="http://schemas.microsoft.com/office/drawing/2014/main" id="{85648717-3A43-EDE6-3B4E-7D4DC860A207}"/>
                </a:ext>
              </a:extLst>
            </p:cNvPr>
            <p:cNvSpPr/>
            <p:nvPr>
              <p:custDataLst>
                <p:tags r:id="rId54"/>
              </p:custDataLst>
            </p:nvPr>
          </p:nvSpPr>
          <p:spPr>
            <a:xfrm>
              <a:off x="7071020" y="6519606"/>
              <a:ext cx="122155" cy="44574"/>
            </a:xfrm>
            <a:custGeom>
              <a:avLst/>
              <a:gdLst>
                <a:gd name="connsiteX0" fmla="*/ 115937 w 122155"/>
                <a:gd name="connsiteY0" fmla="*/ 8195 h 44574"/>
                <a:gd name="connsiteX1" fmla="*/ 122244 w 122155"/>
                <a:gd name="connsiteY1" fmla="*/ 4052 h 44574"/>
                <a:gd name="connsiteX2" fmla="*/ 116103 w 122155"/>
                <a:gd name="connsiteY2" fmla="*/ 75 h 44574"/>
                <a:gd name="connsiteX3" fmla="*/ 6229 w 122155"/>
                <a:gd name="connsiteY3" fmla="*/ 75 h 44574"/>
                <a:gd name="connsiteX4" fmla="*/ 89 w 122155"/>
                <a:gd name="connsiteY4" fmla="*/ 4052 h 44574"/>
                <a:gd name="connsiteX5" fmla="*/ 6395 w 122155"/>
                <a:gd name="connsiteY5" fmla="*/ 8195 h 44574"/>
                <a:gd name="connsiteX6" fmla="*/ 115937 w 122155"/>
                <a:gd name="connsiteY6" fmla="*/ 8195 h 44574"/>
                <a:gd name="connsiteX7" fmla="*/ 116103 w 122155"/>
                <a:gd name="connsiteY7" fmla="*/ 44650 h 44574"/>
                <a:gd name="connsiteX8" fmla="*/ 122244 w 122155"/>
                <a:gd name="connsiteY8" fmla="*/ 40673 h 44574"/>
                <a:gd name="connsiteX9" fmla="*/ 115937 w 122155"/>
                <a:gd name="connsiteY9" fmla="*/ 36530 h 44574"/>
                <a:gd name="connsiteX10" fmla="*/ 6395 w 122155"/>
                <a:gd name="connsiteY10" fmla="*/ 36530 h 44574"/>
                <a:gd name="connsiteX11" fmla="*/ 89 w 122155"/>
                <a:gd name="connsiteY11" fmla="*/ 40673 h 44574"/>
                <a:gd name="connsiteX12" fmla="*/ 6229 w 122155"/>
                <a:gd name="connsiteY12" fmla="*/ 44650 h 44574"/>
                <a:gd name="connsiteX13" fmla="*/ 116103 w 122155"/>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55" h="44574">
                  <a:moveTo>
                    <a:pt x="115937" y="8195"/>
                  </a:moveTo>
                  <a:cubicBezTo>
                    <a:pt x="118426" y="8195"/>
                    <a:pt x="122244" y="8195"/>
                    <a:pt x="122244" y="4052"/>
                  </a:cubicBezTo>
                  <a:cubicBezTo>
                    <a:pt x="122244" y="75"/>
                    <a:pt x="118260" y="75"/>
                    <a:pt x="116103" y="75"/>
                  </a:cubicBezTo>
                  <a:lnTo>
                    <a:pt x="6229" y="75"/>
                  </a:lnTo>
                  <a:cubicBezTo>
                    <a:pt x="4072" y="75"/>
                    <a:pt x="89" y="75"/>
                    <a:pt x="89" y="4052"/>
                  </a:cubicBezTo>
                  <a:cubicBezTo>
                    <a:pt x="89" y="8195"/>
                    <a:pt x="3906" y="8195"/>
                    <a:pt x="6395" y="8195"/>
                  </a:cubicBezTo>
                  <a:lnTo>
                    <a:pt x="115937" y="8195"/>
                  </a:lnTo>
                  <a:close/>
                  <a:moveTo>
                    <a:pt x="116103" y="44650"/>
                  </a:moveTo>
                  <a:cubicBezTo>
                    <a:pt x="118260" y="44650"/>
                    <a:pt x="122244" y="44650"/>
                    <a:pt x="122244" y="40673"/>
                  </a:cubicBezTo>
                  <a:cubicBezTo>
                    <a:pt x="122244" y="36530"/>
                    <a:pt x="118426" y="36530"/>
                    <a:pt x="115937" y="36530"/>
                  </a:cubicBezTo>
                  <a:lnTo>
                    <a:pt x="6395" y="36530"/>
                  </a:lnTo>
                  <a:cubicBezTo>
                    <a:pt x="3906" y="36530"/>
                    <a:pt x="89" y="36530"/>
                    <a:pt x="89" y="40673"/>
                  </a:cubicBezTo>
                  <a:cubicBezTo>
                    <a:pt x="89" y="44650"/>
                    <a:pt x="4072" y="44650"/>
                    <a:pt x="6229" y="44650"/>
                  </a:cubicBezTo>
                  <a:lnTo>
                    <a:pt x="116103"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5" name="Freeform: Shape 634">
              <a:extLst>
                <a:ext uri="{FF2B5EF4-FFF2-40B4-BE49-F238E27FC236}">
                  <a16:creationId xmlns:a16="http://schemas.microsoft.com/office/drawing/2014/main" id="{ABADE60E-BBD0-ECE6-31FA-8CB93FE6CBB0}"/>
                </a:ext>
              </a:extLst>
            </p:cNvPr>
            <p:cNvSpPr/>
            <p:nvPr>
              <p:custDataLst>
                <p:tags r:id="rId55"/>
              </p:custDataLst>
            </p:nvPr>
          </p:nvSpPr>
          <p:spPr>
            <a:xfrm>
              <a:off x="7223048" y="6473374"/>
              <a:ext cx="60413" cy="110027"/>
            </a:xfrm>
            <a:custGeom>
              <a:avLst/>
              <a:gdLst>
                <a:gd name="connsiteX0" fmla="*/ 37604 w 60413"/>
                <a:gd name="connsiteY0" fmla="*/ 4715 h 110027"/>
                <a:gd name="connsiteX1" fmla="*/ 32625 w 60413"/>
                <a:gd name="connsiteY1" fmla="*/ 75 h 110027"/>
                <a:gd name="connsiteX2" fmla="*/ 95 w 60413"/>
                <a:gd name="connsiteY2" fmla="*/ 10680 h 110027"/>
                <a:gd name="connsiteX3" fmla="*/ 95 w 60413"/>
                <a:gd name="connsiteY3" fmla="*/ 16645 h 110027"/>
                <a:gd name="connsiteX4" fmla="*/ 24161 w 60413"/>
                <a:gd name="connsiteY4" fmla="*/ 12006 h 110027"/>
                <a:gd name="connsiteX5" fmla="*/ 24161 w 60413"/>
                <a:gd name="connsiteY5" fmla="*/ 96515 h 110027"/>
                <a:gd name="connsiteX6" fmla="*/ 7563 w 60413"/>
                <a:gd name="connsiteY6" fmla="*/ 104137 h 110027"/>
                <a:gd name="connsiteX7" fmla="*/ 1256 w 60413"/>
                <a:gd name="connsiteY7" fmla="*/ 104137 h 110027"/>
                <a:gd name="connsiteX8" fmla="*/ 1256 w 60413"/>
                <a:gd name="connsiteY8" fmla="*/ 110103 h 110027"/>
                <a:gd name="connsiteX9" fmla="*/ 30799 w 60413"/>
                <a:gd name="connsiteY9" fmla="*/ 109440 h 110027"/>
                <a:gd name="connsiteX10" fmla="*/ 60508 w 60413"/>
                <a:gd name="connsiteY10" fmla="*/ 110103 h 110027"/>
                <a:gd name="connsiteX11" fmla="*/ 60508 w 60413"/>
                <a:gd name="connsiteY11" fmla="*/ 104137 h 110027"/>
                <a:gd name="connsiteX12" fmla="*/ 54201 w 60413"/>
                <a:gd name="connsiteY12" fmla="*/ 104137 h 110027"/>
                <a:gd name="connsiteX13" fmla="*/ 37604 w 60413"/>
                <a:gd name="connsiteY13" fmla="*/ 96515 h 110027"/>
                <a:gd name="connsiteX14" fmla="*/ 37604 w 60413"/>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04" y="4715"/>
                  </a:moveTo>
                  <a:cubicBezTo>
                    <a:pt x="37604" y="241"/>
                    <a:pt x="37272" y="75"/>
                    <a:pt x="32625" y="75"/>
                  </a:cubicBezTo>
                  <a:cubicBezTo>
                    <a:pt x="22003" y="10514"/>
                    <a:pt x="6899" y="10680"/>
                    <a:pt x="95" y="10680"/>
                  </a:cubicBezTo>
                  <a:lnTo>
                    <a:pt x="95" y="16645"/>
                  </a:lnTo>
                  <a:cubicBezTo>
                    <a:pt x="4078" y="16645"/>
                    <a:pt x="15032" y="16645"/>
                    <a:pt x="24161" y="12006"/>
                  </a:cubicBezTo>
                  <a:lnTo>
                    <a:pt x="24161" y="96515"/>
                  </a:lnTo>
                  <a:cubicBezTo>
                    <a:pt x="24161" y="101983"/>
                    <a:pt x="24161" y="104137"/>
                    <a:pt x="7563" y="104137"/>
                  </a:cubicBezTo>
                  <a:lnTo>
                    <a:pt x="1256" y="104137"/>
                  </a:lnTo>
                  <a:lnTo>
                    <a:pt x="1256" y="110103"/>
                  </a:lnTo>
                  <a:cubicBezTo>
                    <a:pt x="4244" y="109937"/>
                    <a:pt x="24658" y="109440"/>
                    <a:pt x="30799" y="109440"/>
                  </a:cubicBezTo>
                  <a:cubicBezTo>
                    <a:pt x="35945" y="109440"/>
                    <a:pt x="56857" y="109937"/>
                    <a:pt x="60508" y="110103"/>
                  </a:cubicBezTo>
                  <a:lnTo>
                    <a:pt x="60508" y="104137"/>
                  </a:lnTo>
                  <a:lnTo>
                    <a:pt x="54201" y="104137"/>
                  </a:lnTo>
                  <a:cubicBezTo>
                    <a:pt x="37604" y="104137"/>
                    <a:pt x="37604" y="101983"/>
                    <a:pt x="37604" y="96515"/>
                  </a:cubicBezTo>
                  <a:lnTo>
                    <a:pt x="3760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6" name="Freeform: Shape 635">
              <a:extLst>
                <a:ext uri="{FF2B5EF4-FFF2-40B4-BE49-F238E27FC236}">
                  <a16:creationId xmlns:a16="http://schemas.microsoft.com/office/drawing/2014/main" id="{B0022BEA-29EE-420C-6741-70C7B6C48937}"/>
                </a:ext>
              </a:extLst>
            </p:cNvPr>
            <p:cNvSpPr/>
            <p:nvPr>
              <p:custDataLst>
                <p:tags r:id="rId56"/>
              </p:custDataLst>
            </p:nvPr>
          </p:nvSpPr>
          <p:spPr>
            <a:xfrm>
              <a:off x="7345861" y="6270489"/>
              <a:ext cx="118077" cy="107234"/>
            </a:xfrm>
            <a:custGeom>
              <a:avLst/>
              <a:gdLst>
                <a:gd name="connsiteX0" fmla="*/ 72417 w 118077"/>
                <a:gd name="connsiteY0" fmla="*/ 33207 h 107234"/>
                <a:gd name="connsiteX1" fmla="*/ 95890 w 118077"/>
                <a:gd name="connsiteY1" fmla="*/ 5274 h 107234"/>
                <a:gd name="connsiteX2" fmla="*/ 107745 w 118077"/>
                <a:gd name="connsiteY2" fmla="*/ 8351 h 107234"/>
                <a:gd name="connsiteX3" fmla="*/ 96364 w 118077"/>
                <a:gd name="connsiteY3" fmla="*/ 21134 h 107234"/>
                <a:gd name="connsiteX4" fmla="*/ 105374 w 118077"/>
                <a:gd name="connsiteY4" fmla="*/ 29420 h 107234"/>
                <a:gd name="connsiteX5" fmla="*/ 118177 w 118077"/>
                <a:gd name="connsiteY5" fmla="*/ 15690 h 107234"/>
                <a:gd name="connsiteX6" fmla="*/ 96127 w 118077"/>
                <a:gd name="connsiteY6" fmla="*/ 66 h 107234"/>
                <a:gd name="connsiteX7" fmla="*/ 71231 w 118077"/>
                <a:gd name="connsiteY7" fmla="*/ 18057 h 107234"/>
                <a:gd name="connsiteX8" fmla="*/ 45624 w 118077"/>
                <a:gd name="connsiteY8" fmla="*/ 66 h 107234"/>
                <a:gd name="connsiteX9" fmla="*/ 7450 w 118077"/>
                <a:gd name="connsiteY9" fmla="*/ 36521 h 107234"/>
                <a:gd name="connsiteX10" fmla="*/ 10296 w 118077"/>
                <a:gd name="connsiteY10" fmla="*/ 38888 h 107234"/>
                <a:gd name="connsiteX11" fmla="*/ 13378 w 118077"/>
                <a:gd name="connsiteY11" fmla="*/ 36284 h 107234"/>
                <a:gd name="connsiteX12" fmla="*/ 45150 w 118077"/>
                <a:gd name="connsiteY12" fmla="*/ 5274 h 107234"/>
                <a:gd name="connsiteX13" fmla="*/ 57953 w 118077"/>
                <a:gd name="connsiteY13" fmla="*/ 21134 h 107234"/>
                <a:gd name="connsiteX14" fmla="*/ 45150 w 118077"/>
                <a:gd name="connsiteY14" fmla="*/ 77474 h 107234"/>
                <a:gd name="connsiteX15" fmla="*/ 22625 w 118077"/>
                <a:gd name="connsiteY15" fmla="*/ 102093 h 107234"/>
                <a:gd name="connsiteX16" fmla="*/ 10770 w 118077"/>
                <a:gd name="connsiteY16" fmla="*/ 99015 h 107234"/>
                <a:gd name="connsiteX17" fmla="*/ 21914 w 118077"/>
                <a:gd name="connsiteY17" fmla="*/ 86232 h 107234"/>
                <a:gd name="connsiteX18" fmla="*/ 13141 w 118077"/>
                <a:gd name="connsiteY18" fmla="*/ 77947 h 107234"/>
                <a:gd name="connsiteX19" fmla="*/ 100 w 118077"/>
                <a:gd name="connsiteY19" fmla="*/ 91677 h 107234"/>
                <a:gd name="connsiteX20" fmla="*/ 22388 w 118077"/>
                <a:gd name="connsiteY20" fmla="*/ 107301 h 107234"/>
                <a:gd name="connsiteX21" fmla="*/ 47284 w 118077"/>
                <a:gd name="connsiteY21" fmla="*/ 89310 h 107234"/>
                <a:gd name="connsiteX22" fmla="*/ 72891 w 118077"/>
                <a:gd name="connsiteY22" fmla="*/ 107301 h 107234"/>
                <a:gd name="connsiteX23" fmla="*/ 110827 w 118077"/>
                <a:gd name="connsiteY23" fmla="*/ 70846 h 107234"/>
                <a:gd name="connsiteX24" fmla="*/ 107982 w 118077"/>
                <a:gd name="connsiteY24" fmla="*/ 68478 h 107234"/>
                <a:gd name="connsiteX25" fmla="*/ 104900 w 118077"/>
                <a:gd name="connsiteY25" fmla="*/ 71082 h 107234"/>
                <a:gd name="connsiteX26" fmla="*/ 73365 w 118077"/>
                <a:gd name="connsiteY26" fmla="*/ 102093 h 107234"/>
                <a:gd name="connsiteX27" fmla="*/ 60324 w 118077"/>
                <a:gd name="connsiteY27" fmla="*/ 86469 h 107234"/>
                <a:gd name="connsiteX28" fmla="*/ 64355 w 118077"/>
                <a:gd name="connsiteY28" fmla="*/ 65638 h 107234"/>
                <a:gd name="connsiteX29" fmla="*/ 72417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417" y="33207"/>
                  </a:moveTo>
                  <a:cubicBezTo>
                    <a:pt x="73839" y="27052"/>
                    <a:pt x="79293" y="5274"/>
                    <a:pt x="95890" y="5274"/>
                  </a:cubicBezTo>
                  <a:cubicBezTo>
                    <a:pt x="97075" y="5274"/>
                    <a:pt x="102766" y="5274"/>
                    <a:pt x="107745" y="8351"/>
                  </a:cubicBezTo>
                  <a:cubicBezTo>
                    <a:pt x="101106" y="9535"/>
                    <a:pt x="96364" y="15453"/>
                    <a:pt x="96364" y="21134"/>
                  </a:cubicBezTo>
                  <a:cubicBezTo>
                    <a:pt x="96364" y="24922"/>
                    <a:pt x="98972" y="29420"/>
                    <a:pt x="105374" y="29420"/>
                  </a:cubicBezTo>
                  <a:cubicBezTo>
                    <a:pt x="110590" y="29420"/>
                    <a:pt x="118177" y="25159"/>
                    <a:pt x="118177" y="15690"/>
                  </a:cubicBezTo>
                  <a:cubicBezTo>
                    <a:pt x="118177" y="3380"/>
                    <a:pt x="104188" y="66"/>
                    <a:pt x="96127" y="66"/>
                  </a:cubicBezTo>
                  <a:cubicBezTo>
                    <a:pt x="82375" y="66"/>
                    <a:pt x="74076" y="12612"/>
                    <a:pt x="71231" y="18057"/>
                  </a:cubicBezTo>
                  <a:cubicBezTo>
                    <a:pt x="65303" y="2433"/>
                    <a:pt x="52500" y="66"/>
                    <a:pt x="45624" y="66"/>
                  </a:cubicBezTo>
                  <a:cubicBezTo>
                    <a:pt x="20965" y="66"/>
                    <a:pt x="7450" y="30603"/>
                    <a:pt x="7450" y="36521"/>
                  </a:cubicBezTo>
                  <a:cubicBezTo>
                    <a:pt x="7450" y="38888"/>
                    <a:pt x="9821" y="38888"/>
                    <a:pt x="10296" y="38888"/>
                  </a:cubicBezTo>
                  <a:cubicBezTo>
                    <a:pt x="12192" y="38888"/>
                    <a:pt x="12904" y="38415"/>
                    <a:pt x="13378" y="36284"/>
                  </a:cubicBezTo>
                  <a:cubicBezTo>
                    <a:pt x="21439" y="11192"/>
                    <a:pt x="37088" y="5274"/>
                    <a:pt x="45150" y="5274"/>
                  </a:cubicBezTo>
                  <a:cubicBezTo>
                    <a:pt x="49655" y="5274"/>
                    <a:pt x="57953" y="7405"/>
                    <a:pt x="57953" y="21134"/>
                  </a:cubicBezTo>
                  <a:cubicBezTo>
                    <a:pt x="57953" y="28473"/>
                    <a:pt x="53923" y="44333"/>
                    <a:pt x="45150" y="77474"/>
                  </a:cubicBezTo>
                  <a:cubicBezTo>
                    <a:pt x="41356" y="92151"/>
                    <a:pt x="33058" y="102093"/>
                    <a:pt x="22625" y="102093"/>
                  </a:cubicBezTo>
                  <a:cubicBezTo>
                    <a:pt x="21202" y="102093"/>
                    <a:pt x="15749" y="102093"/>
                    <a:pt x="10770" y="99015"/>
                  </a:cubicBezTo>
                  <a:cubicBezTo>
                    <a:pt x="16697" y="97832"/>
                    <a:pt x="21914" y="92861"/>
                    <a:pt x="21914" y="86232"/>
                  </a:cubicBezTo>
                  <a:cubicBezTo>
                    <a:pt x="21914" y="79841"/>
                    <a:pt x="16697" y="77947"/>
                    <a:pt x="13141" y="77947"/>
                  </a:cubicBezTo>
                  <a:cubicBezTo>
                    <a:pt x="6028" y="77947"/>
                    <a:pt x="100" y="84102"/>
                    <a:pt x="100" y="91677"/>
                  </a:cubicBezTo>
                  <a:cubicBezTo>
                    <a:pt x="100" y="102566"/>
                    <a:pt x="11955" y="107301"/>
                    <a:pt x="22388" y="107301"/>
                  </a:cubicBezTo>
                  <a:cubicBezTo>
                    <a:pt x="38037" y="107301"/>
                    <a:pt x="46572" y="90730"/>
                    <a:pt x="47284" y="89310"/>
                  </a:cubicBezTo>
                  <a:cubicBezTo>
                    <a:pt x="50129" y="98069"/>
                    <a:pt x="58665" y="107301"/>
                    <a:pt x="72891" y="107301"/>
                  </a:cubicBezTo>
                  <a:cubicBezTo>
                    <a:pt x="97312" y="107301"/>
                    <a:pt x="110827" y="76764"/>
                    <a:pt x="110827" y="70846"/>
                  </a:cubicBezTo>
                  <a:cubicBezTo>
                    <a:pt x="110827" y="68478"/>
                    <a:pt x="108693" y="68478"/>
                    <a:pt x="107982" y="68478"/>
                  </a:cubicBezTo>
                  <a:cubicBezTo>
                    <a:pt x="105848" y="68478"/>
                    <a:pt x="105374" y="69425"/>
                    <a:pt x="104900" y="71082"/>
                  </a:cubicBezTo>
                  <a:cubicBezTo>
                    <a:pt x="97075" y="96411"/>
                    <a:pt x="80952" y="102093"/>
                    <a:pt x="73365" y="102093"/>
                  </a:cubicBezTo>
                  <a:cubicBezTo>
                    <a:pt x="64118" y="102093"/>
                    <a:pt x="60324" y="94518"/>
                    <a:pt x="60324" y="86469"/>
                  </a:cubicBezTo>
                  <a:cubicBezTo>
                    <a:pt x="60324" y="81261"/>
                    <a:pt x="61747" y="76054"/>
                    <a:pt x="64355" y="65638"/>
                  </a:cubicBezTo>
                  <a:lnTo>
                    <a:pt x="7241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7" name="Freeform: Shape 636">
              <a:extLst>
                <a:ext uri="{FF2B5EF4-FFF2-40B4-BE49-F238E27FC236}">
                  <a16:creationId xmlns:a16="http://schemas.microsoft.com/office/drawing/2014/main" id="{51CA5BF5-420B-1576-06DD-2FE5BD0FBA2B}"/>
                </a:ext>
              </a:extLst>
            </p:cNvPr>
            <p:cNvSpPr/>
            <p:nvPr>
              <p:custDataLst>
                <p:tags r:id="rId57"/>
              </p:custDataLst>
            </p:nvPr>
          </p:nvSpPr>
          <p:spPr>
            <a:xfrm>
              <a:off x="7482297" y="6300766"/>
              <a:ext cx="50289" cy="111518"/>
            </a:xfrm>
            <a:custGeom>
              <a:avLst/>
              <a:gdLst>
                <a:gd name="connsiteX0" fmla="*/ 46080 w 50289"/>
                <a:gd name="connsiteY0" fmla="*/ 6365 h 111518"/>
                <a:gd name="connsiteX1" fmla="*/ 39441 w 50289"/>
                <a:gd name="connsiteY1" fmla="*/ 68 h 111518"/>
                <a:gd name="connsiteX2" fmla="*/ 30147 w 50289"/>
                <a:gd name="connsiteY2" fmla="*/ 9181 h 111518"/>
                <a:gd name="connsiteX3" fmla="*/ 36786 w 50289"/>
                <a:gd name="connsiteY3" fmla="*/ 15478 h 111518"/>
                <a:gd name="connsiteX4" fmla="*/ 46080 w 50289"/>
                <a:gd name="connsiteY4" fmla="*/ 6365 h 111518"/>
                <a:gd name="connsiteX5" fmla="*/ 12222 w 50289"/>
                <a:gd name="connsiteY5" fmla="*/ 90542 h 111518"/>
                <a:gd name="connsiteX6" fmla="*/ 10728 w 50289"/>
                <a:gd name="connsiteY6" fmla="*/ 97502 h 111518"/>
                <a:gd name="connsiteX7" fmla="*/ 26495 w 50289"/>
                <a:gd name="connsiteY7" fmla="*/ 111587 h 111518"/>
                <a:gd name="connsiteX8" fmla="*/ 50395 w 50289"/>
                <a:gd name="connsiteY8" fmla="*/ 86234 h 111518"/>
                <a:gd name="connsiteX9" fmla="*/ 47740 w 50289"/>
                <a:gd name="connsiteY9" fmla="*/ 84080 h 111518"/>
                <a:gd name="connsiteX10" fmla="*/ 44586 w 50289"/>
                <a:gd name="connsiteY10" fmla="*/ 86897 h 111518"/>
                <a:gd name="connsiteX11" fmla="*/ 26993 w 50289"/>
                <a:gd name="connsiteY11" fmla="*/ 106947 h 111518"/>
                <a:gd name="connsiteX12" fmla="*/ 22844 w 50289"/>
                <a:gd name="connsiteY12" fmla="*/ 101147 h 111518"/>
                <a:gd name="connsiteX13" fmla="*/ 25500 w 50289"/>
                <a:gd name="connsiteY13" fmla="*/ 90542 h 111518"/>
                <a:gd name="connsiteX14" fmla="*/ 30811 w 50289"/>
                <a:gd name="connsiteY14" fmla="*/ 77286 h 111518"/>
                <a:gd name="connsiteX15" fmla="*/ 38943 w 50289"/>
                <a:gd name="connsiteY15" fmla="*/ 56242 h 111518"/>
                <a:gd name="connsiteX16" fmla="*/ 39939 w 50289"/>
                <a:gd name="connsiteY16" fmla="*/ 50939 h 111518"/>
                <a:gd name="connsiteX17" fmla="*/ 24172 w 50289"/>
                <a:gd name="connsiteY17" fmla="*/ 36854 h 111518"/>
                <a:gd name="connsiteX18" fmla="*/ 106 w 50289"/>
                <a:gd name="connsiteY18" fmla="*/ 62207 h 111518"/>
                <a:gd name="connsiteX19" fmla="*/ 2927 w 50289"/>
                <a:gd name="connsiteY19" fmla="*/ 64361 h 111518"/>
                <a:gd name="connsiteX20" fmla="*/ 5915 w 50289"/>
                <a:gd name="connsiteY20" fmla="*/ 61710 h 111518"/>
                <a:gd name="connsiteX21" fmla="*/ 23674 w 50289"/>
                <a:gd name="connsiteY21" fmla="*/ 41494 h 111518"/>
                <a:gd name="connsiteX22" fmla="*/ 27823 w 50289"/>
                <a:gd name="connsiteY22" fmla="*/ 47293 h 111518"/>
                <a:gd name="connsiteX23" fmla="*/ 22678 w 50289"/>
                <a:gd name="connsiteY23" fmla="*/ 63864 h 111518"/>
                <a:gd name="connsiteX24" fmla="*/ 12222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80" y="6365"/>
                  </a:moveTo>
                  <a:cubicBezTo>
                    <a:pt x="46080" y="3713"/>
                    <a:pt x="44089" y="68"/>
                    <a:pt x="39441" y="68"/>
                  </a:cubicBezTo>
                  <a:cubicBezTo>
                    <a:pt x="34960" y="68"/>
                    <a:pt x="30147" y="4376"/>
                    <a:pt x="30147" y="9181"/>
                  </a:cubicBezTo>
                  <a:cubicBezTo>
                    <a:pt x="30147" y="11998"/>
                    <a:pt x="32304" y="15478"/>
                    <a:pt x="36786" y="15478"/>
                  </a:cubicBezTo>
                  <a:cubicBezTo>
                    <a:pt x="41599" y="15478"/>
                    <a:pt x="46080" y="10839"/>
                    <a:pt x="46080" y="6365"/>
                  </a:cubicBezTo>
                  <a:close/>
                  <a:moveTo>
                    <a:pt x="12222" y="90542"/>
                  </a:moveTo>
                  <a:cubicBezTo>
                    <a:pt x="11558" y="92696"/>
                    <a:pt x="10728" y="94685"/>
                    <a:pt x="10728" y="97502"/>
                  </a:cubicBezTo>
                  <a:cubicBezTo>
                    <a:pt x="10728" y="105290"/>
                    <a:pt x="17367" y="111587"/>
                    <a:pt x="26495" y="111587"/>
                  </a:cubicBezTo>
                  <a:cubicBezTo>
                    <a:pt x="43093" y="111587"/>
                    <a:pt x="50395" y="88720"/>
                    <a:pt x="50395" y="86234"/>
                  </a:cubicBezTo>
                  <a:cubicBezTo>
                    <a:pt x="50395" y="84080"/>
                    <a:pt x="48238" y="84080"/>
                    <a:pt x="47740" y="84080"/>
                  </a:cubicBezTo>
                  <a:cubicBezTo>
                    <a:pt x="45416" y="84080"/>
                    <a:pt x="45250" y="85074"/>
                    <a:pt x="44586" y="86897"/>
                  </a:cubicBezTo>
                  <a:cubicBezTo>
                    <a:pt x="40769" y="100153"/>
                    <a:pt x="33466" y="106947"/>
                    <a:pt x="26993" y="106947"/>
                  </a:cubicBezTo>
                  <a:cubicBezTo>
                    <a:pt x="23674" y="106947"/>
                    <a:pt x="22844" y="104793"/>
                    <a:pt x="22844" y="101147"/>
                  </a:cubicBezTo>
                  <a:cubicBezTo>
                    <a:pt x="22844" y="97336"/>
                    <a:pt x="24006" y="94188"/>
                    <a:pt x="25500" y="90542"/>
                  </a:cubicBezTo>
                  <a:cubicBezTo>
                    <a:pt x="27159" y="86068"/>
                    <a:pt x="28985" y="81594"/>
                    <a:pt x="30811" y="77286"/>
                  </a:cubicBezTo>
                  <a:cubicBezTo>
                    <a:pt x="32304" y="73309"/>
                    <a:pt x="38279" y="58230"/>
                    <a:pt x="38943" y="56242"/>
                  </a:cubicBezTo>
                  <a:cubicBezTo>
                    <a:pt x="39441" y="54584"/>
                    <a:pt x="39939" y="52596"/>
                    <a:pt x="39939" y="50939"/>
                  </a:cubicBezTo>
                  <a:cubicBezTo>
                    <a:pt x="39939" y="43151"/>
                    <a:pt x="33300" y="36854"/>
                    <a:pt x="24172" y="36854"/>
                  </a:cubicBezTo>
                  <a:cubicBezTo>
                    <a:pt x="7741" y="36854"/>
                    <a:pt x="106" y="59390"/>
                    <a:pt x="106" y="62207"/>
                  </a:cubicBezTo>
                  <a:cubicBezTo>
                    <a:pt x="106" y="64361"/>
                    <a:pt x="2430" y="64361"/>
                    <a:pt x="2927" y="64361"/>
                  </a:cubicBezTo>
                  <a:cubicBezTo>
                    <a:pt x="5251" y="64361"/>
                    <a:pt x="5417" y="63533"/>
                    <a:pt x="5915" y="61710"/>
                  </a:cubicBezTo>
                  <a:cubicBezTo>
                    <a:pt x="10230" y="47459"/>
                    <a:pt x="17533" y="41494"/>
                    <a:pt x="23674" y="41494"/>
                  </a:cubicBezTo>
                  <a:cubicBezTo>
                    <a:pt x="26330" y="41494"/>
                    <a:pt x="27823" y="42819"/>
                    <a:pt x="27823" y="47293"/>
                  </a:cubicBezTo>
                  <a:cubicBezTo>
                    <a:pt x="27823" y="51105"/>
                    <a:pt x="26827" y="53590"/>
                    <a:pt x="22678" y="63864"/>
                  </a:cubicBezTo>
                  <a:lnTo>
                    <a:pt x="1222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8" name="Freeform: Shape 637">
              <a:extLst>
                <a:ext uri="{FF2B5EF4-FFF2-40B4-BE49-F238E27FC236}">
                  <a16:creationId xmlns:a16="http://schemas.microsoft.com/office/drawing/2014/main" id="{D76769A8-4BE3-992C-64D1-5AC96B82F33D}"/>
                </a:ext>
              </a:extLst>
            </p:cNvPr>
            <p:cNvSpPr/>
            <p:nvPr>
              <p:custDataLst>
                <p:tags r:id="rId58"/>
              </p:custDataLst>
            </p:nvPr>
          </p:nvSpPr>
          <p:spPr>
            <a:xfrm>
              <a:off x="7576907" y="6197580"/>
              <a:ext cx="55007" cy="236720"/>
            </a:xfrm>
            <a:custGeom>
              <a:avLst/>
              <a:gdLst>
                <a:gd name="connsiteX0" fmla="*/ 55117 w 55007"/>
                <a:gd name="connsiteY0" fmla="*/ 234419 h 236720"/>
                <a:gd name="connsiteX1" fmla="*/ 51086 w 55007"/>
                <a:gd name="connsiteY1" fmla="*/ 229212 h 236720"/>
                <a:gd name="connsiteX2" fmla="*/ 13861 w 55007"/>
                <a:gd name="connsiteY2" fmla="*/ 118426 h 236720"/>
                <a:gd name="connsiteX3" fmla="*/ 52035 w 55007"/>
                <a:gd name="connsiteY3" fmla="*/ 6458 h 236720"/>
                <a:gd name="connsiteX4" fmla="*/ 55117 w 55007"/>
                <a:gd name="connsiteY4" fmla="*/ 2433 h 236720"/>
                <a:gd name="connsiteX5" fmla="*/ 52746 w 55007"/>
                <a:gd name="connsiteY5" fmla="*/ 66 h 236720"/>
                <a:gd name="connsiteX6" fmla="*/ 15047 w 55007"/>
                <a:gd name="connsiteY6" fmla="*/ 46227 h 236720"/>
                <a:gd name="connsiteX7" fmla="*/ 109 w 55007"/>
                <a:gd name="connsiteY7" fmla="*/ 118426 h 236720"/>
                <a:gd name="connsiteX8" fmla="*/ 15758 w 55007"/>
                <a:gd name="connsiteY8" fmla="*/ 192283 h 236720"/>
                <a:gd name="connsiteX9" fmla="*/ 52746 w 55007"/>
                <a:gd name="connsiteY9" fmla="*/ 236787 h 236720"/>
                <a:gd name="connsiteX10" fmla="*/ 55117 w 55007"/>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117" y="234419"/>
                  </a:moveTo>
                  <a:cubicBezTo>
                    <a:pt x="55117" y="233709"/>
                    <a:pt x="55117" y="233236"/>
                    <a:pt x="51086" y="229212"/>
                  </a:cubicBezTo>
                  <a:cubicBezTo>
                    <a:pt x="21449" y="199385"/>
                    <a:pt x="13861" y="154645"/>
                    <a:pt x="13861" y="118426"/>
                  </a:cubicBezTo>
                  <a:cubicBezTo>
                    <a:pt x="13861" y="77237"/>
                    <a:pt x="22871" y="36048"/>
                    <a:pt x="52035" y="6458"/>
                  </a:cubicBezTo>
                  <a:cubicBezTo>
                    <a:pt x="55117" y="3617"/>
                    <a:pt x="55117" y="3144"/>
                    <a:pt x="55117" y="2433"/>
                  </a:cubicBezTo>
                  <a:cubicBezTo>
                    <a:pt x="55117" y="776"/>
                    <a:pt x="54169" y="66"/>
                    <a:pt x="52746" y="66"/>
                  </a:cubicBezTo>
                  <a:cubicBezTo>
                    <a:pt x="50375" y="66"/>
                    <a:pt x="29036" y="16163"/>
                    <a:pt x="15047" y="46227"/>
                  </a:cubicBezTo>
                  <a:cubicBezTo>
                    <a:pt x="2955" y="72266"/>
                    <a:pt x="109" y="98542"/>
                    <a:pt x="109" y="118426"/>
                  </a:cubicBezTo>
                  <a:cubicBezTo>
                    <a:pt x="109" y="136891"/>
                    <a:pt x="2717" y="165534"/>
                    <a:pt x="15758" y="192283"/>
                  </a:cubicBezTo>
                  <a:cubicBezTo>
                    <a:pt x="29984" y="221400"/>
                    <a:pt x="50375" y="236787"/>
                    <a:pt x="52746" y="236787"/>
                  </a:cubicBezTo>
                  <a:cubicBezTo>
                    <a:pt x="54169" y="236787"/>
                    <a:pt x="55117" y="236077"/>
                    <a:pt x="55117"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39" name="Freeform: Shape 638">
              <a:extLst>
                <a:ext uri="{FF2B5EF4-FFF2-40B4-BE49-F238E27FC236}">
                  <a16:creationId xmlns:a16="http://schemas.microsoft.com/office/drawing/2014/main" id="{BBD0CEEA-1BD1-FCA7-F2B8-9BE5076B19D4}"/>
                </a:ext>
              </a:extLst>
            </p:cNvPr>
            <p:cNvSpPr/>
            <p:nvPr>
              <p:custDataLst>
                <p:tags r:id="rId59"/>
              </p:custDataLst>
            </p:nvPr>
          </p:nvSpPr>
          <p:spPr>
            <a:xfrm>
              <a:off x="7652517" y="6270489"/>
              <a:ext cx="109304" cy="153158"/>
            </a:xfrm>
            <a:custGeom>
              <a:avLst/>
              <a:gdLst>
                <a:gd name="connsiteX0" fmla="*/ 108469 w 109304"/>
                <a:gd name="connsiteY0" fmla="*/ 14506 h 153158"/>
                <a:gd name="connsiteX1" fmla="*/ 109417 w 109304"/>
                <a:gd name="connsiteY1" fmla="*/ 9062 h 153158"/>
                <a:gd name="connsiteX2" fmla="*/ 102541 w 109304"/>
                <a:gd name="connsiteY2" fmla="*/ 2670 h 153158"/>
                <a:gd name="connsiteX3" fmla="*/ 94243 w 109304"/>
                <a:gd name="connsiteY3" fmla="*/ 7641 h 153158"/>
                <a:gd name="connsiteX4" fmla="*/ 90923 w 109304"/>
                <a:gd name="connsiteY4" fmla="*/ 20424 h 153158"/>
                <a:gd name="connsiteX5" fmla="*/ 86181 w 109304"/>
                <a:gd name="connsiteY5" fmla="*/ 39362 h 153158"/>
                <a:gd name="connsiteX6" fmla="*/ 75512 w 109304"/>
                <a:gd name="connsiteY6" fmla="*/ 81972 h 153158"/>
                <a:gd name="connsiteX7" fmla="*/ 48719 w 109304"/>
                <a:gd name="connsiteY7" fmla="*/ 102093 h 153158"/>
                <a:gd name="connsiteX8" fmla="*/ 34019 w 109304"/>
                <a:gd name="connsiteY8" fmla="*/ 82918 h 153158"/>
                <a:gd name="connsiteX9" fmla="*/ 46111 w 109304"/>
                <a:gd name="connsiteY9" fmla="*/ 36521 h 153158"/>
                <a:gd name="connsiteX10" fmla="*/ 50853 w 109304"/>
                <a:gd name="connsiteY10" fmla="*/ 19477 h 153158"/>
                <a:gd name="connsiteX11" fmla="*/ 31411 w 109304"/>
                <a:gd name="connsiteY11" fmla="*/ 66 h 153158"/>
                <a:gd name="connsiteX12" fmla="*/ 113 w 109304"/>
                <a:gd name="connsiteY12" fmla="*/ 36521 h 153158"/>
                <a:gd name="connsiteX13" fmla="*/ 2958 w 109304"/>
                <a:gd name="connsiteY13" fmla="*/ 38888 h 153158"/>
                <a:gd name="connsiteX14" fmla="*/ 6752 w 109304"/>
                <a:gd name="connsiteY14" fmla="*/ 34627 h 153158"/>
                <a:gd name="connsiteX15" fmla="*/ 30699 w 109304"/>
                <a:gd name="connsiteY15" fmla="*/ 5274 h 153158"/>
                <a:gd name="connsiteX16" fmla="*/ 36627 w 109304"/>
                <a:gd name="connsiteY16" fmla="*/ 12849 h 153158"/>
                <a:gd name="connsiteX17" fmla="*/ 32596 w 109304"/>
                <a:gd name="connsiteY17" fmla="*/ 29420 h 153158"/>
                <a:gd name="connsiteX18" fmla="*/ 18844 w 109304"/>
                <a:gd name="connsiteY18" fmla="*/ 79131 h 153158"/>
                <a:gd name="connsiteX19" fmla="*/ 47771 w 109304"/>
                <a:gd name="connsiteY19" fmla="*/ 107301 h 153158"/>
                <a:gd name="connsiteX20" fmla="*/ 71718 w 109304"/>
                <a:gd name="connsiteY20" fmla="*/ 96648 h 153158"/>
                <a:gd name="connsiteX21" fmla="*/ 56306 w 109304"/>
                <a:gd name="connsiteY21" fmla="*/ 133103 h 153158"/>
                <a:gd name="connsiteX22" fmla="*/ 30225 w 109304"/>
                <a:gd name="connsiteY22" fmla="*/ 148017 h 153158"/>
                <a:gd name="connsiteX23" fmla="*/ 12205 w 109304"/>
                <a:gd name="connsiteY23" fmla="*/ 138074 h 153158"/>
                <a:gd name="connsiteX24" fmla="*/ 22401 w 109304"/>
                <a:gd name="connsiteY24" fmla="*/ 135234 h 153158"/>
                <a:gd name="connsiteX25" fmla="*/ 27143 w 109304"/>
                <a:gd name="connsiteY25" fmla="*/ 125528 h 153158"/>
                <a:gd name="connsiteX26" fmla="*/ 18370 w 109304"/>
                <a:gd name="connsiteY26" fmla="*/ 117243 h 153158"/>
                <a:gd name="connsiteX27" fmla="*/ 5092 w 109304"/>
                <a:gd name="connsiteY27" fmla="*/ 132630 h 153158"/>
                <a:gd name="connsiteX28" fmla="*/ 30225 w 109304"/>
                <a:gd name="connsiteY28" fmla="*/ 153224 h 153158"/>
                <a:gd name="connsiteX29" fmla="*/ 85707 w 109304"/>
                <a:gd name="connsiteY29" fmla="*/ 104933 h 153158"/>
                <a:gd name="connsiteX30" fmla="*/ 108469 w 109304"/>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04" h="153158">
                  <a:moveTo>
                    <a:pt x="108469" y="14506"/>
                  </a:moveTo>
                  <a:cubicBezTo>
                    <a:pt x="109417" y="11192"/>
                    <a:pt x="109417" y="10719"/>
                    <a:pt x="109417" y="9062"/>
                  </a:cubicBezTo>
                  <a:cubicBezTo>
                    <a:pt x="109417" y="4801"/>
                    <a:pt x="106098" y="2670"/>
                    <a:pt x="102541" y="2670"/>
                  </a:cubicBezTo>
                  <a:cubicBezTo>
                    <a:pt x="100170" y="2670"/>
                    <a:pt x="96377" y="4091"/>
                    <a:pt x="94243" y="7641"/>
                  </a:cubicBezTo>
                  <a:cubicBezTo>
                    <a:pt x="93769" y="8825"/>
                    <a:pt x="91872" y="16163"/>
                    <a:pt x="90923" y="20424"/>
                  </a:cubicBezTo>
                  <a:cubicBezTo>
                    <a:pt x="89264" y="26579"/>
                    <a:pt x="87604" y="32970"/>
                    <a:pt x="86181" y="39362"/>
                  </a:cubicBezTo>
                  <a:lnTo>
                    <a:pt x="75512" y="81972"/>
                  </a:lnTo>
                  <a:cubicBezTo>
                    <a:pt x="74563" y="85522"/>
                    <a:pt x="64368" y="102093"/>
                    <a:pt x="48719" y="102093"/>
                  </a:cubicBezTo>
                  <a:cubicBezTo>
                    <a:pt x="36627" y="102093"/>
                    <a:pt x="34019" y="91677"/>
                    <a:pt x="34019" y="82918"/>
                  </a:cubicBezTo>
                  <a:cubicBezTo>
                    <a:pt x="34019" y="72029"/>
                    <a:pt x="38050" y="57353"/>
                    <a:pt x="46111" y="36521"/>
                  </a:cubicBezTo>
                  <a:cubicBezTo>
                    <a:pt x="49905" y="26816"/>
                    <a:pt x="50853" y="24212"/>
                    <a:pt x="50853" y="19477"/>
                  </a:cubicBezTo>
                  <a:cubicBezTo>
                    <a:pt x="50853" y="8825"/>
                    <a:pt x="43266" y="66"/>
                    <a:pt x="31411" y="66"/>
                  </a:cubicBezTo>
                  <a:cubicBezTo>
                    <a:pt x="8886" y="66"/>
                    <a:pt x="113" y="34391"/>
                    <a:pt x="113" y="36521"/>
                  </a:cubicBezTo>
                  <a:cubicBezTo>
                    <a:pt x="113" y="38888"/>
                    <a:pt x="2484" y="38888"/>
                    <a:pt x="2958" y="38888"/>
                  </a:cubicBezTo>
                  <a:cubicBezTo>
                    <a:pt x="5329" y="38888"/>
                    <a:pt x="5566" y="38415"/>
                    <a:pt x="6752" y="34627"/>
                  </a:cubicBezTo>
                  <a:cubicBezTo>
                    <a:pt x="13154" y="12376"/>
                    <a:pt x="22638" y="5274"/>
                    <a:pt x="30699" y="5274"/>
                  </a:cubicBezTo>
                  <a:cubicBezTo>
                    <a:pt x="32596" y="5274"/>
                    <a:pt x="36627" y="5274"/>
                    <a:pt x="36627" y="12849"/>
                  </a:cubicBezTo>
                  <a:cubicBezTo>
                    <a:pt x="36627" y="18767"/>
                    <a:pt x="34256" y="24922"/>
                    <a:pt x="32596" y="29420"/>
                  </a:cubicBezTo>
                  <a:cubicBezTo>
                    <a:pt x="23112" y="54512"/>
                    <a:pt x="18844" y="68005"/>
                    <a:pt x="18844" y="79131"/>
                  </a:cubicBezTo>
                  <a:cubicBezTo>
                    <a:pt x="18844" y="100199"/>
                    <a:pt x="33782" y="107301"/>
                    <a:pt x="47771" y="107301"/>
                  </a:cubicBezTo>
                  <a:cubicBezTo>
                    <a:pt x="57018" y="107301"/>
                    <a:pt x="65079" y="103276"/>
                    <a:pt x="71718" y="96648"/>
                  </a:cubicBezTo>
                  <a:cubicBezTo>
                    <a:pt x="68636" y="108958"/>
                    <a:pt x="65791" y="120557"/>
                    <a:pt x="56306" y="133103"/>
                  </a:cubicBezTo>
                  <a:cubicBezTo>
                    <a:pt x="50142" y="141152"/>
                    <a:pt x="41132" y="148017"/>
                    <a:pt x="30225" y="148017"/>
                  </a:cubicBezTo>
                  <a:cubicBezTo>
                    <a:pt x="26906" y="148017"/>
                    <a:pt x="16236" y="147306"/>
                    <a:pt x="12205" y="138074"/>
                  </a:cubicBezTo>
                  <a:cubicBezTo>
                    <a:pt x="15999" y="138074"/>
                    <a:pt x="19081" y="138074"/>
                    <a:pt x="22401" y="135234"/>
                  </a:cubicBezTo>
                  <a:cubicBezTo>
                    <a:pt x="24772" y="133103"/>
                    <a:pt x="27143" y="130026"/>
                    <a:pt x="27143" y="125528"/>
                  </a:cubicBezTo>
                  <a:cubicBezTo>
                    <a:pt x="27143" y="118190"/>
                    <a:pt x="20741" y="117243"/>
                    <a:pt x="18370" y="117243"/>
                  </a:cubicBezTo>
                  <a:cubicBezTo>
                    <a:pt x="12917" y="117243"/>
                    <a:pt x="5092" y="121030"/>
                    <a:pt x="5092" y="132630"/>
                  </a:cubicBezTo>
                  <a:cubicBezTo>
                    <a:pt x="5092" y="144466"/>
                    <a:pt x="15525" y="153224"/>
                    <a:pt x="30225" y="153224"/>
                  </a:cubicBezTo>
                  <a:cubicBezTo>
                    <a:pt x="54647" y="153224"/>
                    <a:pt x="79068" y="131683"/>
                    <a:pt x="85707" y="104933"/>
                  </a:cubicBezTo>
                  <a:lnTo>
                    <a:pt x="108469"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0" name="Freeform: Shape 639">
              <a:extLst>
                <a:ext uri="{FF2B5EF4-FFF2-40B4-BE49-F238E27FC236}">
                  <a16:creationId xmlns:a16="http://schemas.microsoft.com/office/drawing/2014/main" id="{1B949983-59A7-4C04-F382-FA6BDE194B5A}"/>
                </a:ext>
              </a:extLst>
            </p:cNvPr>
            <p:cNvSpPr/>
            <p:nvPr>
              <p:custDataLst>
                <p:tags r:id="rId60"/>
              </p:custDataLst>
            </p:nvPr>
          </p:nvSpPr>
          <p:spPr>
            <a:xfrm>
              <a:off x="7769689" y="6300766"/>
              <a:ext cx="50289" cy="111518"/>
            </a:xfrm>
            <a:custGeom>
              <a:avLst/>
              <a:gdLst>
                <a:gd name="connsiteX0" fmla="*/ 46092 w 50289"/>
                <a:gd name="connsiteY0" fmla="*/ 6365 h 111518"/>
                <a:gd name="connsiteX1" fmla="*/ 39453 w 50289"/>
                <a:gd name="connsiteY1" fmla="*/ 68 h 111518"/>
                <a:gd name="connsiteX2" fmla="*/ 30159 w 50289"/>
                <a:gd name="connsiteY2" fmla="*/ 9181 h 111518"/>
                <a:gd name="connsiteX3" fmla="*/ 36798 w 50289"/>
                <a:gd name="connsiteY3" fmla="*/ 15478 h 111518"/>
                <a:gd name="connsiteX4" fmla="*/ 46092 w 50289"/>
                <a:gd name="connsiteY4" fmla="*/ 6365 h 111518"/>
                <a:gd name="connsiteX5" fmla="*/ 12234 w 50289"/>
                <a:gd name="connsiteY5" fmla="*/ 90542 h 111518"/>
                <a:gd name="connsiteX6" fmla="*/ 10740 w 50289"/>
                <a:gd name="connsiteY6" fmla="*/ 97502 h 111518"/>
                <a:gd name="connsiteX7" fmla="*/ 26508 w 50289"/>
                <a:gd name="connsiteY7" fmla="*/ 111587 h 111518"/>
                <a:gd name="connsiteX8" fmla="*/ 50408 w 50289"/>
                <a:gd name="connsiteY8" fmla="*/ 86234 h 111518"/>
                <a:gd name="connsiteX9" fmla="*/ 47752 w 50289"/>
                <a:gd name="connsiteY9" fmla="*/ 84080 h 111518"/>
                <a:gd name="connsiteX10" fmla="*/ 44598 w 50289"/>
                <a:gd name="connsiteY10" fmla="*/ 86897 h 111518"/>
                <a:gd name="connsiteX11" fmla="*/ 27005 w 50289"/>
                <a:gd name="connsiteY11" fmla="*/ 106947 h 111518"/>
                <a:gd name="connsiteX12" fmla="*/ 22856 w 50289"/>
                <a:gd name="connsiteY12" fmla="*/ 101147 h 111518"/>
                <a:gd name="connsiteX13" fmla="*/ 25512 w 50289"/>
                <a:gd name="connsiteY13" fmla="*/ 90542 h 111518"/>
                <a:gd name="connsiteX14" fmla="*/ 30823 w 50289"/>
                <a:gd name="connsiteY14" fmla="*/ 77286 h 111518"/>
                <a:gd name="connsiteX15" fmla="*/ 38955 w 50289"/>
                <a:gd name="connsiteY15" fmla="*/ 56242 h 111518"/>
                <a:gd name="connsiteX16" fmla="*/ 39951 w 50289"/>
                <a:gd name="connsiteY16" fmla="*/ 50939 h 111518"/>
                <a:gd name="connsiteX17" fmla="*/ 24184 w 50289"/>
                <a:gd name="connsiteY17" fmla="*/ 36854 h 111518"/>
                <a:gd name="connsiteX18" fmla="*/ 118 w 50289"/>
                <a:gd name="connsiteY18" fmla="*/ 62207 h 111518"/>
                <a:gd name="connsiteX19" fmla="*/ 2940 w 50289"/>
                <a:gd name="connsiteY19" fmla="*/ 64361 h 111518"/>
                <a:gd name="connsiteX20" fmla="*/ 5927 w 50289"/>
                <a:gd name="connsiteY20" fmla="*/ 61710 h 111518"/>
                <a:gd name="connsiteX21" fmla="*/ 23686 w 50289"/>
                <a:gd name="connsiteY21" fmla="*/ 41494 h 111518"/>
                <a:gd name="connsiteX22" fmla="*/ 27835 w 50289"/>
                <a:gd name="connsiteY22" fmla="*/ 47293 h 111518"/>
                <a:gd name="connsiteX23" fmla="*/ 22690 w 50289"/>
                <a:gd name="connsiteY23" fmla="*/ 63864 h 111518"/>
                <a:gd name="connsiteX24" fmla="*/ 12234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092" y="6365"/>
                  </a:moveTo>
                  <a:cubicBezTo>
                    <a:pt x="46092" y="3713"/>
                    <a:pt x="44101" y="68"/>
                    <a:pt x="39453" y="68"/>
                  </a:cubicBezTo>
                  <a:cubicBezTo>
                    <a:pt x="34972" y="68"/>
                    <a:pt x="30159" y="4376"/>
                    <a:pt x="30159" y="9181"/>
                  </a:cubicBezTo>
                  <a:cubicBezTo>
                    <a:pt x="30159" y="11998"/>
                    <a:pt x="32317" y="15478"/>
                    <a:pt x="36798" y="15478"/>
                  </a:cubicBezTo>
                  <a:cubicBezTo>
                    <a:pt x="41611" y="15478"/>
                    <a:pt x="46092" y="10839"/>
                    <a:pt x="46092" y="6365"/>
                  </a:cubicBezTo>
                  <a:close/>
                  <a:moveTo>
                    <a:pt x="12234" y="90542"/>
                  </a:moveTo>
                  <a:cubicBezTo>
                    <a:pt x="11570" y="92696"/>
                    <a:pt x="10740" y="94685"/>
                    <a:pt x="10740" y="97502"/>
                  </a:cubicBezTo>
                  <a:cubicBezTo>
                    <a:pt x="10740" y="105290"/>
                    <a:pt x="17379" y="111587"/>
                    <a:pt x="26508" y="111587"/>
                  </a:cubicBezTo>
                  <a:cubicBezTo>
                    <a:pt x="43105" y="111587"/>
                    <a:pt x="50408" y="88720"/>
                    <a:pt x="50408" y="86234"/>
                  </a:cubicBezTo>
                  <a:cubicBezTo>
                    <a:pt x="50408" y="84080"/>
                    <a:pt x="48250" y="84080"/>
                    <a:pt x="47752" y="84080"/>
                  </a:cubicBezTo>
                  <a:cubicBezTo>
                    <a:pt x="45428" y="84080"/>
                    <a:pt x="45262" y="85074"/>
                    <a:pt x="44598" y="86897"/>
                  </a:cubicBezTo>
                  <a:cubicBezTo>
                    <a:pt x="40781" y="100153"/>
                    <a:pt x="33478" y="106947"/>
                    <a:pt x="27005" y="106947"/>
                  </a:cubicBezTo>
                  <a:cubicBezTo>
                    <a:pt x="23686" y="106947"/>
                    <a:pt x="22856" y="104793"/>
                    <a:pt x="22856" y="101147"/>
                  </a:cubicBezTo>
                  <a:cubicBezTo>
                    <a:pt x="22856" y="97336"/>
                    <a:pt x="24018" y="94188"/>
                    <a:pt x="25512" y="90542"/>
                  </a:cubicBezTo>
                  <a:cubicBezTo>
                    <a:pt x="27171" y="86068"/>
                    <a:pt x="28997" y="81594"/>
                    <a:pt x="30823" y="77286"/>
                  </a:cubicBezTo>
                  <a:cubicBezTo>
                    <a:pt x="32317" y="73309"/>
                    <a:pt x="38292" y="58230"/>
                    <a:pt x="38955" y="56242"/>
                  </a:cubicBezTo>
                  <a:cubicBezTo>
                    <a:pt x="39453" y="54584"/>
                    <a:pt x="39951" y="52596"/>
                    <a:pt x="39951" y="50939"/>
                  </a:cubicBezTo>
                  <a:cubicBezTo>
                    <a:pt x="39951" y="43151"/>
                    <a:pt x="33312" y="36854"/>
                    <a:pt x="24184" y="36854"/>
                  </a:cubicBezTo>
                  <a:cubicBezTo>
                    <a:pt x="7753" y="36854"/>
                    <a:pt x="118" y="59390"/>
                    <a:pt x="118" y="62207"/>
                  </a:cubicBezTo>
                  <a:cubicBezTo>
                    <a:pt x="118" y="64361"/>
                    <a:pt x="2442" y="64361"/>
                    <a:pt x="2940" y="64361"/>
                  </a:cubicBezTo>
                  <a:cubicBezTo>
                    <a:pt x="5263" y="64361"/>
                    <a:pt x="5429" y="63533"/>
                    <a:pt x="5927" y="61710"/>
                  </a:cubicBezTo>
                  <a:cubicBezTo>
                    <a:pt x="10242" y="47459"/>
                    <a:pt x="17545" y="41494"/>
                    <a:pt x="23686" y="41494"/>
                  </a:cubicBezTo>
                  <a:cubicBezTo>
                    <a:pt x="26342" y="41494"/>
                    <a:pt x="27835" y="42819"/>
                    <a:pt x="27835" y="47293"/>
                  </a:cubicBezTo>
                  <a:cubicBezTo>
                    <a:pt x="27835" y="51105"/>
                    <a:pt x="26839" y="53590"/>
                    <a:pt x="22690" y="63864"/>
                  </a:cubicBezTo>
                  <a:lnTo>
                    <a:pt x="12234"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1" name="Freeform: Shape 640">
              <a:extLst>
                <a:ext uri="{FF2B5EF4-FFF2-40B4-BE49-F238E27FC236}">
                  <a16:creationId xmlns:a16="http://schemas.microsoft.com/office/drawing/2014/main" id="{F12836F2-4283-E8C9-FE8D-A2C3374FDFAB}"/>
                </a:ext>
              </a:extLst>
            </p:cNvPr>
            <p:cNvSpPr/>
            <p:nvPr>
              <p:custDataLst>
                <p:tags r:id="rId61"/>
              </p:custDataLst>
            </p:nvPr>
          </p:nvSpPr>
          <p:spPr>
            <a:xfrm>
              <a:off x="7913194" y="6311205"/>
              <a:ext cx="144869" cy="9468"/>
            </a:xfrm>
            <a:custGeom>
              <a:avLst/>
              <a:gdLst>
                <a:gd name="connsiteX0" fmla="*/ 136695 w 144869"/>
                <a:gd name="connsiteY0" fmla="*/ 9535 h 9468"/>
                <a:gd name="connsiteX1" fmla="*/ 144993 w 144869"/>
                <a:gd name="connsiteY1" fmla="*/ 4801 h 9468"/>
                <a:gd name="connsiteX2" fmla="*/ 136695 w 144869"/>
                <a:gd name="connsiteY2" fmla="*/ 66 h 9468"/>
                <a:gd name="connsiteX3" fmla="*/ 8422 w 144869"/>
                <a:gd name="connsiteY3" fmla="*/ 66 h 9468"/>
                <a:gd name="connsiteX4" fmla="*/ 124 w 144869"/>
                <a:gd name="connsiteY4" fmla="*/ 4801 h 9468"/>
                <a:gd name="connsiteX5" fmla="*/ 8422 w 144869"/>
                <a:gd name="connsiteY5" fmla="*/ 9535 h 9468"/>
                <a:gd name="connsiteX6" fmla="*/ 136695 w 14486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9" h="9468">
                  <a:moveTo>
                    <a:pt x="136695" y="9535"/>
                  </a:moveTo>
                  <a:cubicBezTo>
                    <a:pt x="140725" y="9535"/>
                    <a:pt x="144993" y="9535"/>
                    <a:pt x="144993" y="4801"/>
                  </a:cubicBezTo>
                  <a:cubicBezTo>
                    <a:pt x="144993" y="66"/>
                    <a:pt x="140725" y="66"/>
                    <a:pt x="136695" y="66"/>
                  </a:cubicBezTo>
                  <a:lnTo>
                    <a:pt x="8422" y="66"/>
                  </a:lnTo>
                  <a:cubicBezTo>
                    <a:pt x="4391" y="66"/>
                    <a:pt x="124" y="66"/>
                    <a:pt x="124" y="4801"/>
                  </a:cubicBezTo>
                  <a:cubicBezTo>
                    <a:pt x="124" y="9535"/>
                    <a:pt x="4391" y="9535"/>
                    <a:pt x="8422" y="9535"/>
                  </a:cubicBezTo>
                  <a:lnTo>
                    <a:pt x="136695"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2" name="Freeform: Shape 641">
              <a:extLst>
                <a:ext uri="{FF2B5EF4-FFF2-40B4-BE49-F238E27FC236}">
                  <a16:creationId xmlns:a16="http://schemas.microsoft.com/office/drawing/2014/main" id="{94C3C5F7-22B8-BF64-FDEF-6AD4B3CFF1F7}"/>
                </a:ext>
              </a:extLst>
            </p:cNvPr>
            <p:cNvSpPr/>
            <p:nvPr>
              <p:custDataLst>
                <p:tags r:id="rId62"/>
              </p:custDataLst>
            </p:nvPr>
          </p:nvSpPr>
          <p:spPr>
            <a:xfrm>
              <a:off x="8163251" y="6235455"/>
              <a:ext cx="85594" cy="7338"/>
            </a:xfrm>
            <a:custGeom>
              <a:avLst/>
              <a:gdLst>
                <a:gd name="connsiteX0" fmla="*/ 85728 w 85594"/>
                <a:gd name="connsiteY0" fmla="*/ 7405 h 7338"/>
                <a:gd name="connsiteX1" fmla="*/ 85728 w 85594"/>
                <a:gd name="connsiteY1" fmla="*/ 66 h 7338"/>
                <a:gd name="connsiteX2" fmla="*/ 134 w 85594"/>
                <a:gd name="connsiteY2" fmla="*/ 66 h 7338"/>
                <a:gd name="connsiteX3" fmla="*/ 134 w 85594"/>
                <a:gd name="connsiteY3" fmla="*/ 7405 h 7338"/>
                <a:gd name="connsiteX4" fmla="*/ 85728 w 85594"/>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94" h="7338">
                  <a:moveTo>
                    <a:pt x="85728" y="7405"/>
                  </a:moveTo>
                  <a:lnTo>
                    <a:pt x="85728" y="66"/>
                  </a:lnTo>
                  <a:lnTo>
                    <a:pt x="134" y="66"/>
                  </a:lnTo>
                  <a:lnTo>
                    <a:pt x="134" y="7405"/>
                  </a:lnTo>
                  <a:lnTo>
                    <a:pt x="85728"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3" name="Freeform: Shape 642">
              <a:extLst>
                <a:ext uri="{FF2B5EF4-FFF2-40B4-BE49-F238E27FC236}">
                  <a16:creationId xmlns:a16="http://schemas.microsoft.com/office/drawing/2014/main" id="{83A8C85B-08A9-DCFE-CC7C-3C043028D737}"/>
                </a:ext>
              </a:extLst>
            </p:cNvPr>
            <p:cNvSpPr/>
            <p:nvPr>
              <p:custDataLst>
                <p:tags r:id="rId63"/>
              </p:custDataLst>
            </p:nvPr>
          </p:nvSpPr>
          <p:spPr>
            <a:xfrm>
              <a:off x="8137493" y="6270489"/>
              <a:ext cx="109304" cy="153158"/>
            </a:xfrm>
            <a:custGeom>
              <a:avLst/>
              <a:gdLst>
                <a:gd name="connsiteX0" fmla="*/ 108489 w 109304"/>
                <a:gd name="connsiteY0" fmla="*/ 14506 h 153158"/>
                <a:gd name="connsiteX1" fmla="*/ 109438 w 109304"/>
                <a:gd name="connsiteY1" fmla="*/ 9062 h 153158"/>
                <a:gd name="connsiteX2" fmla="*/ 102562 w 109304"/>
                <a:gd name="connsiteY2" fmla="*/ 2670 h 153158"/>
                <a:gd name="connsiteX3" fmla="*/ 94263 w 109304"/>
                <a:gd name="connsiteY3" fmla="*/ 7641 h 153158"/>
                <a:gd name="connsiteX4" fmla="*/ 90944 w 109304"/>
                <a:gd name="connsiteY4" fmla="*/ 20424 h 153158"/>
                <a:gd name="connsiteX5" fmla="*/ 86202 w 109304"/>
                <a:gd name="connsiteY5" fmla="*/ 39362 h 153158"/>
                <a:gd name="connsiteX6" fmla="*/ 75532 w 109304"/>
                <a:gd name="connsiteY6" fmla="*/ 81972 h 153158"/>
                <a:gd name="connsiteX7" fmla="*/ 48740 w 109304"/>
                <a:gd name="connsiteY7" fmla="*/ 102093 h 153158"/>
                <a:gd name="connsiteX8" fmla="*/ 34039 w 109304"/>
                <a:gd name="connsiteY8" fmla="*/ 82918 h 153158"/>
                <a:gd name="connsiteX9" fmla="*/ 46131 w 109304"/>
                <a:gd name="connsiteY9" fmla="*/ 36521 h 153158"/>
                <a:gd name="connsiteX10" fmla="*/ 50873 w 109304"/>
                <a:gd name="connsiteY10" fmla="*/ 19477 h 153158"/>
                <a:gd name="connsiteX11" fmla="*/ 31431 w 109304"/>
                <a:gd name="connsiteY11" fmla="*/ 66 h 153158"/>
                <a:gd name="connsiteX12" fmla="*/ 134 w 109304"/>
                <a:gd name="connsiteY12" fmla="*/ 36521 h 153158"/>
                <a:gd name="connsiteX13" fmla="*/ 2979 w 109304"/>
                <a:gd name="connsiteY13" fmla="*/ 38888 h 153158"/>
                <a:gd name="connsiteX14" fmla="*/ 6772 w 109304"/>
                <a:gd name="connsiteY14" fmla="*/ 34627 h 153158"/>
                <a:gd name="connsiteX15" fmla="*/ 30720 w 109304"/>
                <a:gd name="connsiteY15" fmla="*/ 5274 h 153158"/>
                <a:gd name="connsiteX16" fmla="*/ 36647 w 109304"/>
                <a:gd name="connsiteY16" fmla="*/ 12849 h 153158"/>
                <a:gd name="connsiteX17" fmla="*/ 32617 w 109304"/>
                <a:gd name="connsiteY17" fmla="*/ 29420 h 153158"/>
                <a:gd name="connsiteX18" fmla="*/ 18865 w 109304"/>
                <a:gd name="connsiteY18" fmla="*/ 79131 h 153158"/>
                <a:gd name="connsiteX19" fmla="*/ 47791 w 109304"/>
                <a:gd name="connsiteY19" fmla="*/ 107301 h 153158"/>
                <a:gd name="connsiteX20" fmla="*/ 71739 w 109304"/>
                <a:gd name="connsiteY20" fmla="*/ 96648 h 153158"/>
                <a:gd name="connsiteX21" fmla="*/ 56327 w 109304"/>
                <a:gd name="connsiteY21" fmla="*/ 133103 h 153158"/>
                <a:gd name="connsiteX22" fmla="*/ 30246 w 109304"/>
                <a:gd name="connsiteY22" fmla="*/ 148017 h 153158"/>
                <a:gd name="connsiteX23" fmla="*/ 12226 w 109304"/>
                <a:gd name="connsiteY23" fmla="*/ 138074 h 153158"/>
                <a:gd name="connsiteX24" fmla="*/ 22421 w 109304"/>
                <a:gd name="connsiteY24" fmla="*/ 135234 h 153158"/>
                <a:gd name="connsiteX25" fmla="*/ 27163 w 109304"/>
                <a:gd name="connsiteY25" fmla="*/ 125528 h 153158"/>
                <a:gd name="connsiteX26" fmla="*/ 18390 w 109304"/>
                <a:gd name="connsiteY26" fmla="*/ 117243 h 153158"/>
                <a:gd name="connsiteX27" fmla="*/ 5113 w 109304"/>
                <a:gd name="connsiteY27" fmla="*/ 132630 h 153158"/>
                <a:gd name="connsiteX28" fmla="*/ 30246 w 109304"/>
                <a:gd name="connsiteY28" fmla="*/ 153224 h 153158"/>
                <a:gd name="connsiteX29" fmla="*/ 85728 w 109304"/>
                <a:gd name="connsiteY29" fmla="*/ 104933 h 153158"/>
                <a:gd name="connsiteX30" fmla="*/ 108489 w 109304"/>
                <a:gd name="connsiteY30" fmla="*/ 14506 h 15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9304" h="153158">
                  <a:moveTo>
                    <a:pt x="108489" y="14506"/>
                  </a:moveTo>
                  <a:cubicBezTo>
                    <a:pt x="109438" y="11192"/>
                    <a:pt x="109438" y="10719"/>
                    <a:pt x="109438" y="9062"/>
                  </a:cubicBezTo>
                  <a:cubicBezTo>
                    <a:pt x="109438" y="4801"/>
                    <a:pt x="106118" y="2670"/>
                    <a:pt x="102562" y="2670"/>
                  </a:cubicBezTo>
                  <a:cubicBezTo>
                    <a:pt x="100191" y="2670"/>
                    <a:pt x="96397" y="4091"/>
                    <a:pt x="94263" y="7641"/>
                  </a:cubicBezTo>
                  <a:cubicBezTo>
                    <a:pt x="93789" y="8825"/>
                    <a:pt x="91892" y="16163"/>
                    <a:pt x="90944" y="20424"/>
                  </a:cubicBezTo>
                  <a:cubicBezTo>
                    <a:pt x="89284" y="26579"/>
                    <a:pt x="87624" y="32970"/>
                    <a:pt x="86202" y="39362"/>
                  </a:cubicBezTo>
                  <a:lnTo>
                    <a:pt x="75532" y="81972"/>
                  </a:lnTo>
                  <a:cubicBezTo>
                    <a:pt x="74584" y="85522"/>
                    <a:pt x="64388" y="102093"/>
                    <a:pt x="48740" y="102093"/>
                  </a:cubicBezTo>
                  <a:cubicBezTo>
                    <a:pt x="36647" y="102093"/>
                    <a:pt x="34039" y="91677"/>
                    <a:pt x="34039" y="82918"/>
                  </a:cubicBezTo>
                  <a:cubicBezTo>
                    <a:pt x="34039" y="72029"/>
                    <a:pt x="38070" y="57353"/>
                    <a:pt x="46131" y="36521"/>
                  </a:cubicBezTo>
                  <a:cubicBezTo>
                    <a:pt x="49925" y="26816"/>
                    <a:pt x="50873" y="24212"/>
                    <a:pt x="50873" y="19477"/>
                  </a:cubicBezTo>
                  <a:cubicBezTo>
                    <a:pt x="50873" y="8825"/>
                    <a:pt x="43286" y="66"/>
                    <a:pt x="31431" y="66"/>
                  </a:cubicBezTo>
                  <a:cubicBezTo>
                    <a:pt x="8906" y="66"/>
                    <a:pt x="134" y="34391"/>
                    <a:pt x="134" y="36521"/>
                  </a:cubicBezTo>
                  <a:cubicBezTo>
                    <a:pt x="134" y="38888"/>
                    <a:pt x="2505" y="38888"/>
                    <a:pt x="2979" y="38888"/>
                  </a:cubicBezTo>
                  <a:cubicBezTo>
                    <a:pt x="5350" y="38888"/>
                    <a:pt x="5587" y="38415"/>
                    <a:pt x="6772" y="34627"/>
                  </a:cubicBezTo>
                  <a:cubicBezTo>
                    <a:pt x="13174" y="12376"/>
                    <a:pt x="22658" y="5274"/>
                    <a:pt x="30720" y="5274"/>
                  </a:cubicBezTo>
                  <a:cubicBezTo>
                    <a:pt x="32617" y="5274"/>
                    <a:pt x="36647" y="5274"/>
                    <a:pt x="36647" y="12849"/>
                  </a:cubicBezTo>
                  <a:cubicBezTo>
                    <a:pt x="36647" y="18767"/>
                    <a:pt x="34276" y="24922"/>
                    <a:pt x="32617" y="29420"/>
                  </a:cubicBezTo>
                  <a:cubicBezTo>
                    <a:pt x="23132" y="54512"/>
                    <a:pt x="18865" y="68005"/>
                    <a:pt x="18865" y="79131"/>
                  </a:cubicBezTo>
                  <a:cubicBezTo>
                    <a:pt x="18865" y="100199"/>
                    <a:pt x="33802" y="107301"/>
                    <a:pt x="47791" y="107301"/>
                  </a:cubicBezTo>
                  <a:cubicBezTo>
                    <a:pt x="57038" y="107301"/>
                    <a:pt x="65100" y="103276"/>
                    <a:pt x="71739" y="96648"/>
                  </a:cubicBezTo>
                  <a:cubicBezTo>
                    <a:pt x="68656" y="108958"/>
                    <a:pt x="65811" y="120557"/>
                    <a:pt x="56327" y="133103"/>
                  </a:cubicBezTo>
                  <a:cubicBezTo>
                    <a:pt x="50162" y="141152"/>
                    <a:pt x="41152" y="148017"/>
                    <a:pt x="30246" y="148017"/>
                  </a:cubicBezTo>
                  <a:cubicBezTo>
                    <a:pt x="26926" y="148017"/>
                    <a:pt x="16256" y="147306"/>
                    <a:pt x="12226" y="138074"/>
                  </a:cubicBezTo>
                  <a:cubicBezTo>
                    <a:pt x="16019" y="138074"/>
                    <a:pt x="19102" y="138074"/>
                    <a:pt x="22421" y="135234"/>
                  </a:cubicBezTo>
                  <a:cubicBezTo>
                    <a:pt x="24792" y="133103"/>
                    <a:pt x="27163" y="130026"/>
                    <a:pt x="27163" y="125528"/>
                  </a:cubicBezTo>
                  <a:cubicBezTo>
                    <a:pt x="27163" y="118190"/>
                    <a:pt x="20761" y="117243"/>
                    <a:pt x="18390" y="117243"/>
                  </a:cubicBezTo>
                  <a:cubicBezTo>
                    <a:pt x="12937" y="117243"/>
                    <a:pt x="5113" y="121030"/>
                    <a:pt x="5113" y="132630"/>
                  </a:cubicBezTo>
                  <a:cubicBezTo>
                    <a:pt x="5113" y="144466"/>
                    <a:pt x="15545" y="153224"/>
                    <a:pt x="30246" y="153224"/>
                  </a:cubicBezTo>
                  <a:cubicBezTo>
                    <a:pt x="54667" y="153224"/>
                    <a:pt x="79089" y="131683"/>
                    <a:pt x="85728" y="104933"/>
                  </a:cubicBezTo>
                  <a:lnTo>
                    <a:pt x="108489" y="145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4" name="Freeform: Shape 643">
              <a:extLst>
                <a:ext uri="{FF2B5EF4-FFF2-40B4-BE49-F238E27FC236}">
                  <a16:creationId xmlns:a16="http://schemas.microsoft.com/office/drawing/2014/main" id="{E029C0DC-AD15-D11F-E1EB-B31CB5C592BE}"/>
                </a:ext>
              </a:extLst>
            </p:cNvPr>
            <p:cNvSpPr/>
            <p:nvPr>
              <p:custDataLst>
                <p:tags r:id="rId64"/>
              </p:custDataLst>
            </p:nvPr>
          </p:nvSpPr>
          <p:spPr>
            <a:xfrm>
              <a:off x="8268886" y="6197580"/>
              <a:ext cx="55007" cy="236720"/>
            </a:xfrm>
            <a:custGeom>
              <a:avLst/>
              <a:gdLst>
                <a:gd name="connsiteX0" fmla="*/ 55147 w 55007"/>
                <a:gd name="connsiteY0" fmla="*/ 118426 h 236720"/>
                <a:gd name="connsiteX1" fmla="*/ 39498 w 55007"/>
                <a:gd name="connsiteY1" fmla="*/ 44570 h 236720"/>
                <a:gd name="connsiteX2" fmla="*/ 2510 w 55007"/>
                <a:gd name="connsiteY2" fmla="*/ 66 h 236720"/>
                <a:gd name="connsiteX3" fmla="*/ 139 w 55007"/>
                <a:gd name="connsiteY3" fmla="*/ 2433 h 236720"/>
                <a:gd name="connsiteX4" fmla="*/ 4644 w 55007"/>
                <a:gd name="connsiteY4" fmla="*/ 7878 h 236720"/>
                <a:gd name="connsiteX5" fmla="*/ 41395 w 55007"/>
                <a:gd name="connsiteY5" fmla="*/ 118426 h 236720"/>
                <a:gd name="connsiteX6" fmla="*/ 3221 w 55007"/>
                <a:gd name="connsiteY6" fmla="*/ 230395 h 236720"/>
                <a:gd name="connsiteX7" fmla="*/ 139 w 55007"/>
                <a:gd name="connsiteY7" fmla="*/ 234419 h 236720"/>
                <a:gd name="connsiteX8" fmla="*/ 2510 w 55007"/>
                <a:gd name="connsiteY8" fmla="*/ 236787 h 236720"/>
                <a:gd name="connsiteX9" fmla="*/ 40209 w 55007"/>
                <a:gd name="connsiteY9" fmla="*/ 190626 h 236720"/>
                <a:gd name="connsiteX10" fmla="*/ 55147 w 55007"/>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147" y="118426"/>
                  </a:moveTo>
                  <a:cubicBezTo>
                    <a:pt x="55147" y="99962"/>
                    <a:pt x="52538" y="71319"/>
                    <a:pt x="39498" y="44570"/>
                  </a:cubicBezTo>
                  <a:cubicBezTo>
                    <a:pt x="25272" y="15453"/>
                    <a:pt x="4881" y="66"/>
                    <a:pt x="2510" y="66"/>
                  </a:cubicBezTo>
                  <a:cubicBezTo>
                    <a:pt x="1087" y="66"/>
                    <a:pt x="139" y="1013"/>
                    <a:pt x="139" y="2433"/>
                  </a:cubicBezTo>
                  <a:cubicBezTo>
                    <a:pt x="139" y="3144"/>
                    <a:pt x="139" y="3617"/>
                    <a:pt x="4644" y="7878"/>
                  </a:cubicBezTo>
                  <a:cubicBezTo>
                    <a:pt x="27880" y="31313"/>
                    <a:pt x="41395" y="68952"/>
                    <a:pt x="41395" y="118426"/>
                  </a:cubicBezTo>
                  <a:cubicBezTo>
                    <a:pt x="41395" y="158906"/>
                    <a:pt x="32622" y="200568"/>
                    <a:pt x="3221" y="230395"/>
                  </a:cubicBezTo>
                  <a:cubicBezTo>
                    <a:pt x="139" y="233236"/>
                    <a:pt x="139" y="233709"/>
                    <a:pt x="139" y="234419"/>
                  </a:cubicBezTo>
                  <a:cubicBezTo>
                    <a:pt x="139" y="235840"/>
                    <a:pt x="1087" y="236787"/>
                    <a:pt x="2510" y="236787"/>
                  </a:cubicBezTo>
                  <a:cubicBezTo>
                    <a:pt x="4881" y="236787"/>
                    <a:pt x="26220" y="220690"/>
                    <a:pt x="40209" y="190626"/>
                  </a:cubicBezTo>
                  <a:cubicBezTo>
                    <a:pt x="52301" y="164587"/>
                    <a:pt x="55147" y="138311"/>
                    <a:pt x="5514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5" name="Freeform: Shape 644">
              <a:extLst>
                <a:ext uri="{FF2B5EF4-FFF2-40B4-BE49-F238E27FC236}">
                  <a16:creationId xmlns:a16="http://schemas.microsoft.com/office/drawing/2014/main" id="{185DD444-B0B8-6EFE-0B98-AB71D4FB90E0}"/>
                </a:ext>
              </a:extLst>
            </p:cNvPr>
            <p:cNvSpPr/>
            <p:nvPr>
              <p:custDataLst>
                <p:tags r:id="rId65"/>
              </p:custDataLst>
            </p:nvPr>
          </p:nvSpPr>
          <p:spPr>
            <a:xfrm>
              <a:off x="8426716" y="6288244"/>
              <a:ext cx="157673" cy="55392"/>
            </a:xfrm>
            <a:custGeom>
              <a:avLst/>
              <a:gdLst>
                <a:gd name="connsiteX0" fmla="*/ 149757 w 157673"/>
                <a:gd name="connsiteY0" fmla="*/ 9535 h 55392"/>
                <a:gd name="connsiteX1" fmla="*/ 157819 w 157673"/>
                <a:gd name="connsiteY1" fmla="*/ 4801 h 55392"/>
                <a:gd name="connsiteX2" fmla="*/ 149994 w 157673"/>
                <a:gd name="connsiteY2" fmla="*/ 66 h 55392"/>
                <a:gd name="connsiteX3" fmla="*/ 7970 w 157673"/>
                <a:gd name="connsiteY3" fmla="*/ 66 h 55392"/>
                <a:gd name="connsiteX4" fmla="*/ 145 w 157673"/>
                <a:gd name="connsiteY4" fmla="*/ 4801 h 55392"/>
                <a:gd name="connsiteX5" fmla="*/ 8207 w 157673"/>
                <a:gd name="connsiteY5" fmla="*/ 9535 h 55392"/>
                <a:gd name="connsiteX6" fmla="*/ 149757 w 157673"/>
                <a:gd name="connsiteY6" fmla="*/ 9535 h 55392"/>
                <a:gd name="connsiteX7" fmla="*/ 149994 w 157673"/>
                <a:gd name="connsiteY7" fmla="*/ 55459 h 55392"/>
                <a:gd name="connsiteX8" fmla="*/ 157819 w 157673"/>
                <a:gd name="connsiteY8" fmla="*/ 50724 h 55392"/>
                <a:gd name="connsiteX9" fmla="*/ 149757 w 157673"/>
                <a:gd name="connsiteY9" fmla="*/ 45990 h 55392"/>
                <a:gd name="connsiteX10" fmla="*/ 8207 w 157673"/>
                <a:gd name="connsiteY10" fmla="*/ 45990 h 55392"/>
                <a:gd name="connsiteX11" fmla="*/ 145 w 157673"/>
                <a:gd name="connsiteY11" fmla="*/ 50724 h 55392"/>
                <a:gd name="connsiteX12" fmla="*/ 7970 w 157673"/>
                <a:gd name="connsiteY12" fmla="*/ 55459 h 55392"/>
                <a:gd name="connsiteX13" fmla="*/ 149994 w 157673"/>
                <a:gd name="connsiteY13" fmla="*/ 55459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673" h="55392">
                  <a:moveTo>
                    <a:pt x="149757" y="9535"/>
                  </a:moveTo>
                  <a:cubicBezTo>
                    <a:pt x="153314" y="9535"/>
                    <a:pt x="157819" y="9535"/>
                    <a:pt x="157819" y="4801"/>
                  </a:cubicBezTo>
                  <a:cubicBezTo>
                    <a:pt x="157819" y="66"/>
                    <a:pt x="153314" y="66"/>
                    <a:pt x="149994" y="66"/>
                  </a:cubicBezTo>
                  <a:lnTo>
                    <a:pt x="7970" y="66"/>
                  </a:lnTo>
                  <a:cubicBezTo>
                    <a:pt x="4650" y="66"/>
                    <a:pt x="145" y="66"/>
                    <a:pt x="145" y="4801"/>
                  </a:cubicBezTo>
                  <a:cubicBezTo>
                    <a:pt x="145" y="9535"/>
                    <a:pt x="4650" y="9535"/>
                    <a:pt x="8207" y="9535"/>
                  </a:cubicBezTo>
                  <a:lnTo>
                    <a:pt x="149757" y="9535"/>
                  </a:lnTo>
                  <a:close/>
                  <a:moveTo>
                    <a:pt x="149994" y="55459"/>
                  </a:moveTo>
                  <a:cubicBezTo>
                    <a:pt x="153314" y="55459"/>
                    <a:pt x="157819" y="55459"/>
                    <a:pt x="157819" y="50724"/>
                  </a:cubicBezTo>
                  <a:cubicBezTo>
                    <a:pt x="157819" y="45990"/>
                    <a:pt x="153314" y="45990"/>
                    <a:pt x="149757" y="45990"/>
                  </a:cubicBezTo>
                  <a:lnTo>
                    <a:pt x="8207" y="45990"/>
                  </a:lnTo>
                  <a:cubicBezTo>
                    <a:pt x="4650" y="45990"/>
                    <a:pt x="145" y="45990"/>
                    <a:pt x="145" y="50724"/>
                  </a:cubicBezTo>
                  <a:cubicBezTo>
                    <a:pt x="145" y="55459"/>
                    <a:pt x="4650" y="55459"/>
                    <a:pt x="7970" y="55459"/>
                  </a:cubicBezTo>
                  <a:lnTo>
                    <a:pt x="149994" y="55459"/>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6" name="Freeform: Shape 645">
              <a:extLst>
                <a:ext uri="{FF2B5EF4-FFF2-40B4-BE49-F238E27FC236}">
                  <a16:creationId xmlns:a16="http://schemas.microsoft.com/office/drawing/2014/main" id="{33CCC0A3-CA18-895D-A84D-95D24AD4E927}"/>
                </a:ext>
              </a:extLst>
            </p:cNvPr>
            <p:cNvSpPr/>
            <p:nvPr>
              <p:custDataLst>
                <p:tags r:id="rId66"/>
              </p:custDataLst>
            </p:nvPr>
          </p:nvSpPr>
          <p:spPr>
            <a:xfrm>
              <a:off x="8752179" y="6148368"/>
              <a:ext cx="63306" cy="36454"/>
            </a:xfrm>
            <a:custGeom>
              <a:avLst/>
              <a:gdLst>
                <a:gd name="connsiteX0" fmla="*/ 31930 w 63306"/>
                <a:gd name="connsiteY0" fmla="*/ 64 h 36454"/>
                <a:gd name="connsiteX1" fmla="*/ 158 w 63306"/>
                <a:gd name="connsiteY1" fmla="*/ 32258 h 36454"/>
                <a:gd name="connsiteX2" fmla="*/ 4426 w 63306"/>
                <a:gd name="connsiteY2" fmla="*/ 36519 h 36454"/>
                <a:gd name="connsiteX3" fmla="*/ 31930 w 63306"/>
                <a:gd name="connsiteY3" fmla="*/ 12373 h 36454"/>
                <a:gd name="connsiteX4" fmla="*/ 59197 w 63306"/>
                <a:gd name="connsiteY4" fmla="*/ 36519 h 36454"/>
                <a:gd name="connsiteX5" fmla="*/ 63465 w 63306"/>
                <a:gd name="connsiteY5" fmla="*/ 32258 h 36454"/>
                <a:gd name="connsiteX6" fmla="*/ 31930 w 63306"/>
                <a:gd name="connsiteY6" fmla="*/ 64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06" h="36454">
                  <a:moveTo>
                    <a:pt x="31930" y="64"/>
                  </a:moveTo>
                  <a:lnTo>
                    <a:pt x="158" y="32258"/>
                  </a:lnTo>
                  <a:lnTo>
                    <a:pt x="4426" y="36519"/>
                  </a:lnTo>
                  <a:lnTo>
                    <a:pt x="31930" y="12373"/>
                  </a:lnTo>
                  <a:lnTo>
                    <a:pt x="59197" y="36519"/>
                  </a:lnTo>
                  <a:lnTo>
                    <a:pt x="63465" y="32258"/>
                  </a:lnTo>
                  <a:lnTo>
                    <a:pt x="31930" y="64"/>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7" name="Freeform: Shape 646">
              <a:extLst>
                <a:ext uri="{FF2B5EF4-FFF2-40B4-BE49-F238E27FC236}">
                  <a16:creationId xmlns:a16="http://schemas.microsoft.com/office/drawing/2014/main" id="{70BBC60F-A1CD-4820-107B-308CF4E3F5C3}"/>
                </a:ext>
              </a:extLst>
            </p:cNvPr>
            <p:cNvSpPr/>
            <p:nvPr>
              <p:custDataLst>
                <p:tags r:id="rId67"/>
              </p:custDataLst>
            </p:nvPr>
          </p:nvSpPr>
          <p:spPr>
            <a:xfrm>
              <a:off x="8670795" y="6207995"/>
              <a:ext cx="129251" cy="213048"/>
            </a:xfrm>
            <a:custGeom>
              <a:avLst/>
              <a:gdLst>
                <a:gd name="connsiteX0" fmla="*/ 129407 w 129251"/>
                <a:gd name="connsiteY0" fmla="*/ 32497 h 213048"/>
                <a:gd name="connsiteX1" fmla="*/ 97161 w 129251"/>
                <a:gd name="connsiteY1" fmla="*/ 66 h 213048"/>
                <a:gd name="connsiteX2" fmla="*/ 68472 w 129251"/>
                <a:gd name="connsiteY2" fmla="*/ 10009 h 213048"/>
                <a:gd name="connsiteX3" fmla="*/ 37885 w 129251"/>
                <a:gd name="connsiteY3" fmla="*/ 60430 h 213048"/>
                <a:gd name="connsiteX4" fmla="*/ 186 w 129251"/>
                <a:gd name="connsiteY4" fmla="*/ 210747 h 213048"/>
                <a:gd name="connsiteX5" fmla="*/ 3031 w 129251"/>
                <a:gd name="connsiteY5" fmla="*/ 213115 h 213048"/>
                <a:gd name="connsiteX6" fmla="*/ 5876 w 129251"/>
                <a:gd name="connsiteY6" fmla="*/ 211931 h 213048"/>
                <a:gd name="connsiteX7" fmla="*/ 22474 w 129251"/>
                <a:gd name="connsiteY7" fmla="*/ 146596 h 213048"/>
                <a:gd name="connsiteX8" fmla="*/ 54720 w 129251"/>
                <a:gd name="connsiteY8" fmla="*/ 169558 h 213048"/>
                <a:gd name="connsiteX9" fmla="*/ 100480 w 129251"/>
                <a:gd name="connsiteY9" fmla="*/ 150857 h 213048"/>
                <a:gd name="connsiteX10" fmla="*/ 119449 w 129251"/>
                <a:gd name="connsiteY10" fmla="*/ 107301 h 213048"/>
                <a:gd name="connsiteX11" fmla="*/ 102140 w 129251"/>
                <a:gd name="connsiteY11" fmla="*/ 72029 h 213048"/>
                <a:gd name="connsiteX12" fmla="*/ 129407 w 129251"/>
                <a:gd name="connsiteY12" fmla="*/ 32497 h 213048"/>
                <a:gd name="connsiteX13" fmla="*/ 86728 w 129251"/>
                <a:gd name="connsiteY13" fmla="*/ 71793 h 213048"/>
                <a:gd name="connsiteX14" fmla="*/ 75348 w 129251"/>
                <a:gd name="connsiteY14" fmla="*/ 73450 h 213048"/>
                <a:gd name="connsiteX15" fmla="*/ 64915 w 129251"/>
                <a:gd name="connsiteY15" fmla="*/ 72503 h 213048"/>
                <a:gd name="connsiteX16" fmla="*/ 76533 w 129251"/>
                <a:gd name="connsiteY16" fmla="*/ 70609 h 213048"/>
                <a:gd name="connsiteX17" fmla="*/ 86728 w 129251"/>
                <a:gd name="connsiteY17" fmla="*/ 71793 h 213048"/>
                <a:gd name="connsiteX18" fmla="*/ 116129 w 129251"/>
                <a:gd name="connsiteY18" fmla="*/ 27052 h 213048"/>
                <a:gd name="connsiteX19" fmla="*/ 94790 w 129251"/>
                <a:gd name="connsiteY19" fmla="*/ 68005 h 213048"/>
                <a:gd name="connsiteX20" fmla="*/ 76533 w 129251"/>
                <a:gd name="connsiteY20" fmla="*/ 65164 h 213048"/>
                <a:gd name="connsiteX21" fmla="*/ 58276 w 129251"/>
                <a:gd name="connsiteY21" fmla="*/ 72739 h 213048"/>
                <a:gd name="connsiteX22" fmla="*/ 74636 w 129251"/>
                <a:gd name="connsiteY22" fmla="*/ 78657 h 213048"/>
                <a:gd name="connsiteX23" fmla="*/ 94079 w 129251"/>
                <a:gd name="connsiteY23" fmla="*/ 75580 h 213048"/>
                <a:gd name="connsiteX24" fmla="*/ 104511 w 129251"/>
                <a:gd name="connsiteY24" fmla="*/ 102329 h 213048"/>
                <a:gd name="connsiteX25" fmla="*/ 92656 w 129251"/>
                <a:gd name="connsiteY25" fmla="*/ 143045 h 213048"/>
                <a:gd name="connsiteX26" fmla="*/ 54008 w 129251"/>
                <a:gd name="connsiteY26" fmla="*/ 164350 h 213048"/>
                <a:gd name="connsiteX27" fmla="*/ 26979 w 129251"/>
                <a:gd name="connsiteY27" fmla="*/ 133813 h 213048"/>
                <a:gd name="connsiteX28" fmla="*/ 28164 w 129251"/>
                <a:gd name="connsiteY28" fmla="*/ 123398 h 213048"/>
                <a:gd name="connsiteX29" fmla="*/ 43339 w 129251"/>
                <a:gd name="connsiteY29" fmla="*/ 63507 h 213048"/>
                <a:gd name="connsiteX30" fmla="*/ 94079 w 129251"/>
                <a:gd name="connsiteY30" fmla="*/ 5511 h 213048"/>
                <a:gd name="connsiteX31" fmla="*/ 116129 w 129251"/>
                <a:gd name="connsiteY31" fmla="*/ 27052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251" h="213048">
                  <a:moveTo>
                    <a:pt x="129407" y="32497"/>
                  </a:moveTo>
                  <a:cubicBezTo>
                    <a:pt x="129407" y="14743"/>
                    <a:pt x="116366" y="66"/>
                    <a:pt x="97161" y="66"/>
                  </a:cubicBezTo>
                  <a:cubicBezTo>
                    <a:pt x="83409" y="66"/>
                    <a:pt x="76770" y="3854"/>
                    <a:pt x="68472" y="10009"/>
                  </a:cubicBezTo>
                  <a:cubicBezTo>
                    <a:pt x="55431" y="19477"/>
                    <a:pt x="42390" y="42439"/>
                    <a:pt x="37885" y="60430"/>
                  </a:cubicBezTo>
                  <a:lnTo>
                    <a:pt x="186" y="210747"/>
                  </a:lnTo>
                  <a:cubicBezTo>
                    <a:pt x="-51" y="211694"/>
                    <a:pt x="1134" y="213115"/>
                    <a:pt x="3031" y="213115"/>
                  </a:cubicBezTo>
                  <a:cubicBezTo>
                    <a:pt x="4928" y="213115"/>
                    <a:pt x="5639" y="212641"/>
                    <a:pt x="5876" y="211931"/>
                  </a:cubicBezTo>
                  <a:lnTo>
                    <a:pt x="22474" y="146596"/>
                  </a:lnTo>
                  <a:cubicBezTo>
                    <a:pt x="26979" y="160799"/>
                    <a:pt x="37411" y="169558"/>
                    <a:pt x="54720" y="169558"/>
                  </a:cubicBezTo>
                  <a:cubicBezTo>
                    <a:pt x="72028" y="169558"/>
                    <a:pt x="89811" y="161273"/>
                    <a:pt x="100480" y="150857"/>
                  </a:cubicBezTo>
                  <a:cubicBezTo>
                    <a:pt x="111861" y="139968"/>
                    <a:pt x="119449" y="124818"/>
                    <a:pt x="119449" y="107301"/>
                  </a:cubicBezTo>
                  <a:cubicBezTo>
                    <a:pt x="119449" y="90257"/>
                    <a:pt x="110676" y="77947"/>
                    <a:pt x="102140" y="72029"/>
                  </a:cubicBezTo>
                  <a:cubicBezTo>
                    <a:pt x="115892" y="64218"/>
                    <a:pt x="129407" y="49541"/>
                    <a:pt x="129407" y="32497"/>
                  </a:cubicBezTo>
                  <a:close/>
                  <a:moveTo>
                    <a:pt x="86728" y="71793"/>
                  </a:moveTo>
                  <a:cubicBezTo>
                    <a:pt x="83646" y="72976"/>
                    <a:pt x="81038" y="73450"/>
                    <a:pt x="75348" y="73450"/>
                  </a:cubicBezTo>
                  <a:cubicBezTo>
                    <a:pt x="72028" y="73450"/>
                    <a:pt x="67286" y="73686"/>
                    <a:pt x="64915" y="72503"/>
                  </a:cubicBezTo>
                  <a:cubicBezTo>
                    <a:pt x="65389" y="70136"/>
                    <a:pt x="73925" y="70609"/>
                    <a:pt x="76533" y="70609"/>
                  </a:cubicBezTo>
                  <a:cubicBezTo>
                    <a:pt x="81512" y="70609"/>
                    <a:pt x="83646" y="70609"/>
                    <a:pt x="86728" y="71793"/>
                  </a:cubicBezTo>
                  <a:close/>
                  <a:moveTo>
                    <a:pt x="116129" y="27052"/>
                  </a:moveTo>
                  <a:cubicBezTo>
                    <a:pt x="116129" y="43623"/>
                    <a:pt x="107119" y="60667"/>
                    <a:pt x="94790" y="68005"/>
                  </a:cubicBezTo>
                  <a:cubicBezTo>
                    <a:pt x="88388" y="65638"/>
                    <a:pt x="83646" y="65164"/>
                    <a:pt x="76533" y="65164"/>
                  </a:cubicBezTo>
                  <a:cubicBezTo>
                    <a:pt x="71554" y="65164"/>
                    <a:pt x="58276" y="64928"/>
                    <a:pt x="58276" y="72739"/>
                  </a:cubicBezTo>
                  <a:cubicBezTo>
                    <a:pt x="58039" y="79368"/>
                    <a:pt x="70368" y="78657"/>
                    <a:pt x="74636" y="78657"/>
                  </a:cubicBezTo>
                  <a:cubicBezTo>
                    <a:pt x="83409" y="78657"/>
                    <a:pt x="86966" y="78421"/>
                    <a:pt x="94079" y="75580"/>
                  </a:cubicBezTo>
                  <a:cubicBezTo>
                    <a:pt x="103089" y="84102"/>
                    <a:pt x="104274" y="91440"/>
                    <a:pt x="104511" y="102329"/>
                  </a:cubicBezTo>
                  <a:cubicBezTo>
                    <a:pt x="104985" y="116059"/>
                    <a:pt x="99295" y="133813"/>
                    <a:pt x="92656" y="143045"/>
                  </a:cubicBezTo>
                  <a:cubicBezTo>
                    <a:pt x="83409" y="155828"/>
                    <a:pt x="67523" y="164350"/>
                    <a:pt x="54008" y="164350"/>
                  </a:cubicBezTo>
                  <a:cubicBezTo>
                    <a:pt x="35988" y="164350"/>
                    <a:pt x="26979" y="150620"/>
                    <a:pt x="26979" y="133813"/>
                  </a:cubicBezTo>
                  <a:cubicBezTo>
                    <a:pt x="26979" y="131446"/>
                    <a:pt x="26979" y="127895"/>
                    <a:pt x="28164" y="123398"/>
                  </a:cubicBezTo>
                  <a:lnTo>
                    <a:pt x="43339" y="63507"/>
                  </a:lnTo>
                  <a:cubicBezTo>
                    <a:pt x="48555" y="43149"/>
                    <a:pt x="65626" y="5511"/>
                    <a:pt x="94079" y="5511"/>
                  </a:cubicBezTo>
                  <a:cubicBezTo>
                    <a:pt x="107831" y="5511"/>
                    <a:pt x="116129" y="12849"/>
                    <a:pt x="116129" y="27052"/>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8" name="Freeform: Shape 647">
              <a:extLst>
                <a:ext uri="{FF2B5EF4-FFF2-40B4-BE49-F238E27FC236}">
                  <a16:creationId xmlns:a16="http://schemas.microsoft.com/office/drawing/2014/main" id="{FA24AC95-0E0F-C80D-14CA-8373F874BEAB}"/>
                </a:ext>
              </a:extLst>
            </p:cNvPr>
            <p:cNvSpPr/>
            <p:nvPr>
              <p:custDataLst>
                <p:tags r:id="rId68"/>
              </p:custDataLst>
            </p:nvPr>
          </p:nvSpPr>
          <p:spPr>
            <a:xfrm>
              <a:off x="8815914" y="6300600"/>
              <a:ext cx="60413" cy="110027"/>
            </a:xfrm>
            <a:custGeom>
              <a:avLst/>
              <a:gdLst>
                <a:gd name="connsiteX0" fmla="*/ 37671 w 60413"/>
                <a:gd name="connsiteY0" fmla="*/ 4707 h 110027"/>
                <a:gd name="connsiteX1" fmla="*/ 32692 w 60413"/>
                <a:gd name="connsiteY1" fmla="*/ 68 h 110027"/>
                <a:gd name="connsiteX2" fmla="*/ 162 w 60413"/>
                <a:gd name="connsiteY2" fmla="*/ 10673 h 110027"/>
                <a:gd name="connsiteX3" fmla="*/ 162 w 60413"/>
                <a:gd name="connsiteY3" fmla="*/ 16638 h 110027"/>
                <a:gd name="connsiteX4" fmla="*/ 24227 w 60413"/>
                <a:gd name="connsiteY4" fmla="*/ 11998 h 110027"/>
                <a:gd name="connsiteX5" fmla="*/ 24227 w 60413"/>
                <a:gd name="connsiteY5" fmla="*/ 96508 h 110027"/>
                <a:gd name="connsiteX6" fmla="*/ 7630 w 60413"/>
                <a:gd name="connsiteY6" fmla="*/ 104130 h 110027"/>
                <a:gd name="connsiteX7" fmla="*/ 1323 w 60413"/>
                <a:gd name="connsiteY7" fmla="*/ 104130 h 110027"/>
                <a:gd name="connsiteX8" fmla="*/ 1323 w 60413"/>
                <a:gd name="connsiteY8" fmla="*/ 110095 h 110027"/>
                <a:gd name="connsiteX9" fmla="*/ 30866 w 60413"/>
                <a:gd name="connsiteY9" fmla="*/ 109433 h 110027"/>
                <a:gd name="connsiteX10" fmla="*/ 60575 w 60413"/>
                <a:gd name="connsiteY10" fmla="*/ 110095 h 110027"/>
                <a:gd name="connsiteX11" fmla="*/ 60575 w 60413"/>
                <a:gd name="connsiteY11" fmla="*/ 104130 h 110027"/>
                <a:gd name="connsiteX12" fmla="*/ 54268 w 60413"/>
                <a:gd name="connsiteY12" fmla="*/ 104130 h 110027"/>
                <a:gd name="connsiteX13" fmla="*/ 37671 w 60413"/>
                <a:gd name="connsiteY13" fmla="*/ 96508 h 110027"/>
                <a:gd name="connsiteX14" fmla="*/ 37671 w 60413"/>
                <a:gd name="connsiteY14" fmla="*/ 4707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71" y="4707"/>
                  </a:moveTo>
                  <a:cubicBezTo>
                    <a:pt x="37671" y="233"/>
                    <a:pt x="37339" y="68"/>
                    <a:pt x="32692" y="68"/>
                  </a:cubicBezTo>
                  <a:cubicBezTo>
                    <a:pt x="22070" y="10507"/>
                    <a:pt x="6966" y="10673"/>
                    <a:pt x="162" y="10673"/>
                  </a:cubicBezTo>
                  <a:lnTo>
                    <a:pt x="162" y="16638"/>
                  </a:lnTo>
                  <a:cubicBezTo>
                    <a:pt x="4145" y="16638"/>
                    <a:pt x="15099" y="16638"/>
                    <a:pt x="24227" y="11998"/>
                  </a:cubicBezTo>
                  <a:lnTo>
                    <a:pt x="24227" y="96508"/>
                  </a:lnTo>
                  <a:cubicBezTo>
                    <a:pt x="24227" y="101976"/>
                    <a:pt x="24227" y="104130"/>
                    <a:pt x="7630" y="104130"/>
                  </a:cubicBezTo>
                  <a:lnTo>
                    <a:pt x="1323" y="104130"/>
                  </a:lnTo>
                  <a:lnTo>
                    <a:pt x="1323" y="110095"/>
                  </a:lnTo>
                  <a:cubicBezTo>
                    <a:pt x="4311" y="109930"/>
                    <a:pt x="24725" y="109433"/>
                    <a:pt x="30866" y="109433"/>
                  </a:cubicBezTo>
                  <a:cubicBezTo>
                    <a:pt x="36011" y="109433"/>
                    <a:pt x="56924" y="109930"/>
                    <a:pt x="60575" y="110095"/>
                  </a:cubicBezTo>
                  <a:lnTo>
                    <a:pt x="60575" y="104130"/>
                  </a:lnTo>
                  <a:lnTo>
                    <a:pt x="54268" y="104130"/>
                  </a:lnTo>
                  <a:cubicBezTo>
                    <a:pt x="37671" y="104130"/>
                    <a:pt x="37671" y="101976"/>
                    <a:pt x="37671" y="96508"/>
                  </a:cubicBezTo>
                  <a:lnTo>
                    <a:pt x="37671" y="47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49" name="Freeform: Shape 648">
              <a:extLst>
                <a:ext uri="{FF2B5EF4-FFF2-40B4-BE49-F238E27FC236}">
                  <a16:creationId xmlns:a16="http://schemas.microsoft.com/office/drawing/2014/main" id="{BD6AB63C-BB29-4F49-9267-DDB3C39803CD}"/>
                </a:ext>
              </a:extLst>
            </p:cNvPr>
            <p:cNvSpPr/>
            <p:nvPr>
              <p:custDataLst>
                <p:tags r:id="rId69"/>
              </p:custDataLst>
            </p:nvPr>
          </p:nvSpPr>
          <p:spPr>
            <a:xfrm>
              <a:off x="8962082" y="6171888"/>
              <a:ext cx="60413" cy="110027"/>
            </a:xfrm>
            <a:custGeom>
              <a:avLst/>
              <a:gdLst>
                <a:gd name="connsiteX0" fmla="*/ 37677 w 60413"/>
                <a:gd name="connsiteY0" fmla="*/ 4702 h 110027"/>
                <a:gd name="connsiteX1" fmla="*/ 32698 w 60413"/>
                <a:gd name="connsiteY1" fmla="*/ 62 h 110027"/>
                <a:gd name="connsiteX2" fmla="*/ 168 w 60413"/>
                <a:gd name="connsiteY2" fmla="*/ 10667 h 110027"/>
                <a:gd name="connsiteX3" fmla="*/ 168 w 60413"/>
                <a:gd name="connsiteY3" fmla="*/ 16633 h 110027"/>
                <a:gd name="connsiteX4" fmla="*/ 24234 w 60413"/>
                <a:gd name="connsiteY4" fmla="*/ 11993 h 110027"/>
                <a:gd name="connsiteX5" fmla="*/ 24234 w 60413"/>
                <a:gd name="connsiteY5" fmla="*/ 96502 h 110027"/>
                <a:gd name="connsiteX6" fmla="*/ 7636 w 60413"/>
                <a:gd name="connsiteY6" fmla="*/ 104125 h 110027"/>
                <a:gd name="connsiteX7" fmla="*/ 1329 w 60413"/>
                <a:gd name="connsiteY7" fmla="*/ 104125 h 110027"/>
                <a:gd name="connsiteX8" fmla="*/ 1329 w 60413"/>
                <a:gd name="connsiteY8" fmla="*/ 110090 h 110027"/>
                <a:gd name="connsiteX9" fmla="*/ 30872 w 60413"/>
                <a:gd name="connsiteY9" fmla="*/ 109427 h 110027"/>
                <a:gd name="connsiteX10" fmla="*/ 60581 w 60413"/>
                <a:gd name="connsiteY10" fmla="*/ 110090 h 110027"/>
                <a:gd name="connsiteX11" fmla="*/ 60581 w 60413"/>
                <a:gd name="connsiteY11" fmla="*/ 104125 h 110027"/>
                <a:gd name="connsiteX12" fmla="*/ 54275 w 60413"/>
                <a:gd name="connsiteY12" fmla="*/ 104125 h 110027"/>
                <a:gd name="connsiteX13" fmla="*/ 37677 w 60413"/>
                <a:gd name="connsiteY13" fmla="*/ 96502 h 110027"/>
                <a:gd name="connsiteX14" fmla="*/ 37677 w 60413"/>
                <a:gd name="connsiteY14" fmla="*/ 4702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77" y="4702"/>
                  </a:moveTo>
                  <a:cubicBezTo>
                    <a:pt x="37677" y="228"/>
                    <a:pt x="37345" y="62"/>
                    <a:pt x="32698" y="62"/>
                  </a:cubicBezTo>
                  <a:cubicBezTo>
                    <a:pt x="22076" y="10502"/>
                    <a:pt x="6973" y="10667"/>
                    <a:pt x="168" y="10667"/>
                  </a:cubicBezTo>
                  <a:lnTo>
                    <a:pt x="168" y="16633"/>
                  </a:lnTo>
                  <a:cubicBezTo>
                    <a:pt x="4151" y="16633"/>
                    <a:pt x="15105" y="16633"/>
                    <a:pt x="24234" y="11993"/>
                  </a:cubicBezTo>
                  <a:lnTo>
                    <a:pt x="24234" y="96502"/>
                  </a:lnTo>
                  <a:cubicBezTo>
                    <a:pt x="24234" y="101970"/>
                    <a:pt x="24234" y="104125"/>
                    <a:pt x="7636" y="104125"/>
                  </a:cubicBezTo>
                  <a:lnTo>
                    <a:pt x="1329" y="104125"/>
                  </a:lnTo>
                  <a:lnTo>
                    <a:pt x="1329" y="110090"/>
                  </a:lnTo>
                  <a:cubicBezTo>
                    <a:pt x="4317" y="109924"/>
                    <a:pt x="24732" y="109427"/>
                    <a:pt x="30872" y="109427"/>
                  </a:cubicBezTo>
                  <a:cubicBezTo>
                    <a:pt x="36018" y="109427"/>
                    <a:pt x="56930" y="109924"/>
                    <a:pt x="60581" y="110090"/>
                  </a:cubicBezTo>
                  <a:lnTo>
                    <a:pt x="60581" y="104125"/>
                  </a:lnTo>
                  <a:lnTo>
                    <a:pt x="54275" y="104125"/>
                  </a:lnTo>
                  <a:cubicBezTo>
                    <a:pt x="37677" y="104125"/>
                    <a:pt x="37677" y="101970"/>
                    <a:pt x="37677" y="96502"/>
                  </a:cubicBezTo>
                  <a:lnTo>
                    <a:pt x="37677" y="470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0" name="Freeform: Shape 649">
              <a:extLst>
                <a:ext uri="{FF2B5EF4-FFF2-40B4-BE49-F238E27FC236}">
                  <a16:creationId xmlns:a16="http://schemas.microsoft.com/office/drawing/2014/main" id="{761EB279-F010-02B1-240A-587022FC6FEC}"/>
                </a:ext>
              </a:extLst>
            </p:cNvPr>
            <p:cNvSpPr/>
            <p:nvPr>
              <p:custDataLst>
                <p:tags r:id="rId70"/>
              </p:custDataLst>
            </p:nvPr>
          </p:nvSpPr>
          <p:spPr>
            <a:xfrm>
              <a:off x="8932643" y="6311205"/>
              <a:ext cx="117207" cy="9468"/>
            </a:xfrm>
            <a:custGeom>
              <a:avLst/>
              <a:gdLst>
                <a:gd name="connsiteX0" fmla="*/ 0 w 117207"/>
                <a:gd name="connsiteY0" fmla="*/ 0 h 9468"/>
                <a:gd name="connsiteX1" fmla="*/ 117208 w 117207"/>
                <a:gd name="connsiteY1" fmla="*/ 0 h 9468"/>
                <a:gd name="connsiteX2" fmla="*/ 117208 w 117207"/>
                <a:gd name="connsiteY2" fmla="*/ 9468 h 9468"/>
                <a:gd name="connsiteX3" fmla="*/ 0 w 117207"/>
                <a:gd name="connsiteY3" fmla="*/ 9468 h 9468"/>
              </a:gdLst>
              <a:ahLst/>
              <a:cxnLst>
                <a:cxn ang="0">
                  <a:pos x="connsiteX0" y="connsiteY0"/>
                </a:cxn>
                <a:cxn ang="0">
                  <a:pos x="connsiteX1" y="connsiteY1"/>
                </a:cxn>
                <a:cxn ang="0">
                  <a:pos x="connsiteX2" y="connsiteY2"/>
                </a:cxn>
                <a:cxn ang="0">
                  <a:pos x="connsiteX3" y="connsiteY3"/>
                </a:cxn>
              </a:cxnLst>
              <a:rect l="l" t="t" r="r" b="b"/>
              <a:pathLst>
                <a:path w="117207" h="9468">
                  <a:moveTo>
                    <a:pt x="0" y="0"/>
                  </a:moveTo>
                  <a:lnTo>
                    <a:pt x="117208" y="0"/>
                  </a:lnTo>
                  <a:lnTo>
                    <a:pt x="117208" y="9468"/>
                  </a:lnTo>
                  <a:lnTo>
                    <a:pt x="0" y="9468"/>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1" name="Freeform: Shape 650">
              <a:extLst>
                <a:ext uri="{FF2B5EF4-FFF2-40B4-BE49-F238E27FC236}">
                  <a16:creationId xmlns:a16="http://schemas.microsoft.com/office/drawing/2014/main" id="{144A2DDB-1BB8-2208-96B5-953F467A40AA}"/>
                </a:ext>
              </a:extLst>
            </p:cNvPr>
            <p:cNvSpPr/>
            <p:nvPr>
              <p:custDataLst>
                <p:tags r:id="rId71"/>
              </p:custDataLst>
            </p:nvPr>
          </p:nvSpPr>
          <p:spPr>
            <a:xfrm>
              <a:off x="8940443" y="6383675"/>
              <a:ext cx="101408" cy="74732"/>
            </a:xfrm>
            <a:custGeom>
              <a:avLst/>
              <a:gdLst>
                <a:gd name="connsiteX0" fmla="*/ 12615 w 101408"/>
                <a:gd name="connsiteY0" fmla="*/ 62706 h 74732"/>
                <a:gd name="connsiteX1" fmla="*/ 10955 w 101408"/>
                <a:gd name="connsiteY1" fmla="*/ 69500 h 74732"/>
                <a:gd name="connsiteX2" fmla="*/ 16598 w 101408"/>
                <a:gd name="connsiteY2" fmla="*/ 74802 h 74732"/>
                <a:gd name="connsiteX3" fmla="*/ 23071 w 101408"/>
                <a:gd name="connsiteY3" fmla="*/ 71157 h 74732"/>
                <a:gd name="connsiteX4" fmla="*/ 26059 w 101408"/>
                <a:gd name="connsiteY4" fmla="*/ 60883 h 74732"/>
                <a:gd name="connsiteX5" fmla="*/ 29710 w 101408"/>
                <a:gd name="connsiteY5" fmla="*/ 45970 h 74732"/>
                <a:gd name="connsiteX6" fmla="*/ 32532 w 101408"/>
                <a:gd name="connsiteY6" fmla="*/ 34868 h 74732"/>
                <a:gd name="connsiteX7" fmla="*/ 39503 w 101408"/>
                <a:gd name="connsiteY7" fmla="*/ 19954 h 74732"/>
                <a:gd name="connsiteX8" fmla="*/ 64398 w 101408"/>
                <a:gd name="connsiteY8" fmla="*/ 4709 h 74732"/>
                <a:gd name="connsiteX9" fmla="*/ 74191 w 101408"/>
                <a:gd name="connsiteY9" fmla="*/ 16309 h 74732"/>
                <a:gd name="connsiteX10" fmla="*/ 64398 w 101408"/>
                <a:gd name="connsiteY10" fmla="*/ 51604 h 74732"/>
                <a:gd name="connsiteX11" fmla="*/ 61909 w 101408"/>
                <a:gd name="connsiteY11" fmla="*/ 60552 h 74732"/>
                <a:gd name="connsiteX12" fmla="*/ 77676 w 101408"/>
                <a:gd name="connsiteY12" fmla="*/ 74802 h 74732"/>
                <a:gd name="connsiteX13" fmla="*/ 101576 w 101408"/>
                <a:gd name="connsiteY13" fmla="*/ 49450 h 74732"/>
                <a:gd name="connsiteX14" fmla="*/ 98920 w 101408"/>
                <a:gd name="connsiteY14" fmla="*/ 47295 h 74732"/>
                <a:gd name="connsiteX15" fmla="*/ 95767 w 101408"/>
                <a:gd name="connsiteY15" fmla="*/ 50112 h 74732"/>
                <a:gd name="connsiteX16" fmla="*/ 78174 w 101408"/>
                <a:gd name="connsiteY16" fmla="*/ 70163 h 74732"/>
                <a:gd name="connsiteX17" fmla="*/ 74025 w 101408"/>
                <a:gd name="connsiteY17" fmla="*/ 64363 h 74732"/>
                <a:gd name="connsiteX18" fmla="*/ 77842 w 101408"/>
                <a:gd name="connsiteY18" fmla="*/ 50941 h 74732"/>
                <a:gd name="connsiteX19" fmla="*/ 86639 w 101408"/>
                <a:gd name="connsiteY19" fmla="*/ 18960 h 74732"/>
                <a:gd name="connsiteX20" fmla="*/ 65062 w 101408"/>
                <a:gd name="connsiteY20" fmla="*/ 70 h 74732"/>
                <a:gd name="connsiteX21" fmla="*/ 37013 w 101408"/>
                <a:gd name="connsiteY21" fmla="*/ 15149 h 74732"/>
                <a:gd name="connsiteX22" fmla="*/ 19254 w 101408"/>
                <a:gd name="connsiteY22" fmla="*/ 70 h 74732"/>
                <a:gd name="connsiteX23" fmla="*/ 6142 w 101408"/>
                <a:gd name="connsiteY23" fmla="*/ 9018 h 74732"/>
                <a:gd name="connsiteX24" fmla="*/ 167 w 101408"/>
                <a:gd name="connsiteY24" fmla="*/ 25422 h 74732"/>
                <a:gd name="connsiteX25" fmla="*/ 2989 w 101408"/>
                <a:gd name="connsiteY25" fmla="*/ 27577 h 74732"/>
                <a:gd name="connsiteX26" fmla="*/ 6640 w 101408"/>
                <a:gd name="connsiteY26" fmla="*/ 22605 h 74732"/>
                <a:gd name="connsiteX27" fmla="*/ 18756 w 101408"/>
                <a:gd name="connsiteY27" fmla="*/ 4709 h 74732"/>
                <a:gd name="connsiteX28" fmla="*/ 24233 w 101408"/>
                <a:gd name="connsiteY28" fmla="*/ 12829 h 74732"/>
                <a:gd name="connsiteX29" fmla="*/ 21578 w 101408"/>
                <a:gd name="connsiteY29" fmla="*/ 26582 h 74732"/>
                <a:gd name="connsiteX30" fmla="*/ 17926 w 101408"/>
                <a:gd name="connsiteY30" fmla="*/ 41496 h 74732"/>
                <a:gd name="connsiteX31" fmla="*/ 12615 w 101408"/>
                <a:gd name="connsiteY31" fmla="*/ 62706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615" y="62706"/>
                  </a:moveTo>
                  <a:cubicBezTo>
                    <a:pt x="11951" y="64860"/>
                    <a:pt x="10955" y="69003"/>
                    <a:pt x="10955" y="69500"/>
                  </a:cubicBezTo>
                  <a:cubicBezTo>
                    <a:pt x="10955" y="73145"/>
                    <a:pt x="13943" y="74802"/>
                    <a:pt x="16598" y="74802"/>
                  </a:cubicBezTo>
                  <a:cubicBezTo>
                    <a:pt x="19586" y="74802"/>
                    <a:pt x="22241" y="72648"/>
                    <a:pt x="23071" y="71157"/>
                  </a:cubicBezTo>
                  <a:cubicBezTo>
                    <a:pt x="23901" y="69666"/>
                    <a:pt x="25229" y="64363"/>
                    <a:pt x="26059" y="60883"/>
                  </a:cubicBezTo>
                  <a:cubicBezTo>
                    <a:pt x="26889" y="57735"/>
                    <a:pt x="28714" y="50112"/>
                    <a:pt x="29710" y="45970"/>
                  </a:cubicBezTo>
                  <a:cubicBezTo>
                    <a:pt x="30706" y="42324"/>
                    <a:pt x="31702" y="38679"/>
                    <a:pt x="32532" y="34868"/>
                  </a:cubicBezTo>
                  <a:cubicBezTo>
                    <a:pt x="34357" y="28074"/>
                    <a:pt x="34689" y="26748"/>
                    <a:pt x="39503" y="19954"/>
                  </a:cubicBezTo>
                  <a:cubicBezTo>
                    <a:pt x="44150" y="13326"/>
                    <a:pt x="51950" y="4709"/>
                    <a:pt x="64398" y="4709"/>
                  </a:cubicBezTo>
                  <a:cubicBezTo>
                    <a:pt x="74025" y="4709"/>
                    <a:pt x="74191" y="13160"/>
                    <a:pt x="74191" y="16309"/>
                  </a:cubicBezTo>
                  <a:cubicBezTo>
                    <a:pt x="74191" y="26251"/>
                    <a:pt x="67054" y="44644"/>
                    <a:pt x="64398" y="51604"/>
                  </a:cubicBezTo>
                  <a:cubicBezTo>
                    <a:pt x="62573" y="56243"/>
                    <a:pt x="61909" y="57735"/>
                    <a:pt x="61909" y="60552"/>
                  </a:cubicBezTo>
                  <a:cubicBezTo>
                    <a:pt x="61909" y="69334"/>
                    <a:pt x="69212" y="74802"/>
                    <a:pt x="77676" y="74802"/>
                  </a:cubicBezTo>
                  <a:cubicBezTo>
                    <a:pt x="94273" y="74802"/>
                    <a:pt x="101576" y="51935"/>
                    <a:pt x="101576" y="49450"/>
                  </a:cubicBezTo>
                  <a:cubicBezTo>
                    <a:pt x="101576" y="47295"/>
                    <a:pt x="99418" y="47295"/>
                    <a:pt x="98920" y="47295"/>
                  </a:cubicBezTo>
                  <a:cubicBezTo>
                    <a:pt x="96597" y="47295"/>
                    <a:pt x="96431" y="48290"/>
                    <a:pt x="95767" y="50112"/>
                  </a:cubicBezTo>
                  <a:cubicBezTo>
                    <a:pt x="91950" y="63369"/>
                    <a:pt x="84813" y="70163"/>
                    <a:pt x="78174" y="70163"/>
                  </a:cubicBezTo>
                  <a:cubicBezTo>
                    <a:pt x="74689" y="70163"/>
                    <a:pt x="74025" y="67843"/>
                    <a:pt x="74025" y="64363"/>
                  </a:cubicBezTo>
                  <a:cubicBezTo>
                    <a:pt x="74025" y="60552"/>
                    <a:pt x="74855" y="58398"/>
                    <a:pt x="77842" y="50941"/>
                  </a:cubicBezTo>
                  <a:cubicBezTo>
                    <a:pt x="79834" y="45804"/>
                    <a:pt x="86639" y="28239"/>
                    <a:pt x="86639" y="18960"/>
                  </a:cubicBezTo>
                  <a:cubicBezTo>
                    <a:pt x="86639" y="2887"/>
                    <a:pt x="73859" y="70"/>
                    <a:pt x="65062" y="70"/>
                  </a:cubicBezTo>
                  <a:cubicBezTo>
                    <a:pt x="51287" y="70"/>
                    <a:pt x="41992" y="8521"/>
                    <a:pt x="37013" y="15149"/>
                  </a:cubicBezTo>
                  <a:cubicBezTo>
                    <a:pt x="35851" y="3715"/>
                    <a:pt x="26059" y="70"/>
                    <a:pt x="19254" y="70"/>
                  </a:cubicBezTo>
                  <a:cubicBezTo>
                    <a:pt x="12117" y="70"/>
                    <a:pt x="8300" y="5207"/>
                    <a:pt x="6142" y="9018"/>
                  </a:cubicBezTo>
                  <a:cubicBezTo>
                    <a:pt x="2491" y="15149"/>
                    <a:pt x="167" y="24594"/>
                    <a:pt x="167" y="25422"/>
                  </a:cubicBezTo>
                  <a:cubicBezTo>
                    <a:pt x="167" y="27577"/>
                    <a:pt x="2491" y="27577"/>
                    <a:pt x="2989" y="27577"/>
                  </a:cubicBezTo>
                  <a:cubicBezTo>
                    <a:pt x="5312" y="27577"/>
                    <a:pt x="5478" y="27079"/>
                    <a:pt x="6640" y="22605"/>
                  </a:cubicBezTo>
                  <a:cubicBezTo>
                    <a:pt x="9130" y="12829"/>
                    <a:pt x="12283" y="4709"/>
                    <a:pt x="18756" y="4709"/>
                  </a:cubicBezTo>
                  <a:cubicBezTo>
                    <a:pt x="23071" y="4709"/>
                    <a:pt x="24233" y="8355"/>
                    <a:pt x="24233" y="12829"/>
                  </a:cubicBezTo>
                  <a:cubicBezTo>
                    <a:pt x="24233" y="15977"/>
                    <a:pt x="22739" y="22108"/>
                    <a:pt x="21578" y="26582"/>
                  </a:cubicBezTo>
                  <a:cubicBezTo>
                    <a:pt x="20416" y="31056"/>
                    <a:pt x="18756" y="37850"/>
                    <a:pt x="17926" y="41496"/>
                  </a:cubicBezTo>
                  <a:lnTo>
                    <a:pt x="12615" y="62706"/>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2" name="Freeform: Shape 651">
              <a:extLst>
                <a:ext uri="{FF2B5EF4-FFF2-40B4-BE49-F238E27FC236}">
                  <a16:creationId xmlns:a16="http://schemas.microsoft.com/office/drawing/2014/main" id="{5A15FCCF-1046-BCB4-EE22-BF25BDA1637E}"/>
                </a:ext>
              </a:extLst>
            </p:cNvPr>
            <p:cNvSpPr/>
            <p:nvPr>
              <p:custDataLst>
                <p:tags r:id="rId72"/>
              </p:custDataLst>
            </p:nvPr>
          </p:nvSpPr>
          <p:spPr>
            <a:xfrm>
              <a:off x="9220591" y="6077159"/>
              <a:ext cx="101408" cy="74732"/>
            </a:xfrm>
            <a:custGeom>
              <a:avLst/>
              <a:gdLst>
                <a:gd name="connsiteX0" fmla="*/ 12627 w 101408"/>
                <a:gd name="connsiteY0" fmla="*/ 62693 h 74732"/>
                <a:gd name="connsiteX1" fmla="*/ 10967 w 101408"/>
                <a:gd name="connsiteY1" fmla="*/ 69487 h 74732"/>
                <a:gd name="connsiteX2" fmla="*/ 16610 w 101408"/>
                <a:gd name="connsiteY2" fmla="*/ 74789 h 74732"/>
                <a:gd name="connsiteX3" fmla="*/ 23083 w 101408"/>
                <a:gd name="connsiteY3" fmla="*/ 71144 h 74732"/>
                <a:gd name="connsiteX4" fmla="*/ 26071 w 101408"/>
                <a:gd name="connsiteY4" fmla="*/ 60870 h 74732"/>
                <a:gd name="connsiteX5" fmla="*/ 29722 w 101408"/>
                <a:gd name="connsiteY5" fmla="*/ 45957 h 74732"/>
                <a:gd name="connsiteX6" fmla="*/ 32543 w 101408"/>
                <a:gd name="connsiteY6" fmla="*/ 34855 h 74732"/>
                <a:gd name="connsiteX7" fmla="*/ 39514 w 101408"/>
                <a:gd name="connsiteY7" fmla="*/ 19941 h 74732"/>
                <a:gd name="connsiteX8" fmla="*/ 64410 w 101408"/>
                <a:gd name="connsiteY8" fmla="*/ 4697 h 74732"/>
                <a:gd name="connsiteX9" fmla="*/ 74202 w 101408"/>
                <a:gd name="connsiteY9" fmla="*/ 16296 h 74732"/>
                <a:gd name="connsiteX10" fmla="*/ 64410 w 101408"/>
                <a:gd name="connsiteY10" fmla="*/ 51591 h 74732"/>
                <a:gd name="connsiteX11" fmla="*/ 61921 w 101408"/>
                <a:gd name="connsiteY11" fmla="*/ 60539 h 74732"/>
                <a:gd name="connsiteX12" fmla="*/ 77688 w 101408"/>
                <a:gd name="connsiteY12" fmla="*/ 74789 h 74732"/>
                <a:gd name="connsiteX13" fmla="*/ 101588 w 101408"/>
                <a:gd name="connsiteY13" fmla="*/ 49437 h 74732"/>
                <a:gd name="connsiteX14" fmla="*/ 98932 w 101408"/>
                <a:gd name="connsiteY14" fmla="*/ 47283 h 74732"/>
                <a:gd name="connsiteX15" fmla="*/ 95779 w 101408"/>
                <a:gd name="connsiteY15" fmla="*/ 50099 h 74732"/>
                <a:gd name="connsiteX16" fmla="*/ 78186 w 101408"/>
                <a:gd name="connsiteY16" fmla="*/ 70150 h 74732"/>
                <a:gd name="connsiteX17" fmla="*/ 74036 w 101408"/>
                <a:gd name="connsiteY17" fmla="*/ 64350 h 74732"/>
                <a:gd name="connsiteX18" fmla="*/ 77854 w 101408"/>
                <a:gd name="connsiteY18" fmla="*/ 50928 h 74732"/>
                <a:gd name="connsiteX19" fmla="*/ 86650 w 101408"/>
                <a:gd name="connsiteY19" fmla="*/ 18947 h 74732"/>
                <a:gd name="connsiteX20" fmla="*/ 65074 w 101408"/>
                <a:gd name="connsiteY20" fmla="*/ 57 h 74732"/>
                <a:gd name="connsiteX21" fmla="*/ 37025 w 101408"/>
                <a:gd name="connsiteY21" fmla="*/ 15136 h 74732"/>
                <a:gd name="connsiteX22" fmla="*/ 19266 w 101408"/>
                <a:gd name="connsiteY22" fmla="*/ 57 h 74732"/>
                <a:gd name="connsiteX23" fmla="*/ 6154 w 101408"/>
                <a:gd name="connsiteY23" fmla="*/ 9005 h 74732"/>
                <a:gd name="connsiteX24" fmla="*/ 179 w 101408"/>
                <a:gd name="connsiteY24" fmla="*/ 25410 h 74732"/>
                <a:gd name="connsiteX25" fmla="*/ 3001 w 101408"/>
                <a:gd name="connsiteY25" fmla="*/ 27564 h 74732"/>
                <a:gd name="connsiteX26" fmla="*/ 6652 w 101408"/>
                <a:gd name="connsiteY26" fmla="*/ 22593 h 74732"/>
                <a:gd name="connsiteX27" fmla="*/ 18768 w 101408"/>
                <a:gd name="connsiteY27" fmla="*/ 4697 h 74732"/>
                <a:gd name="connsiteX28" fmla="*/ 24245 w 101408"/>
                <a:gd name="connsiteY28" fmla="*/ 12816 h 74732"/>
                <a:gd name="connsiteX29" fmla="*/ 21589 w 101408"/>
                <a:gd name="connsiteY29" fmla="*/ 26569 h 74732"/>
                <a:gd name="connsiteX30" fmla="*/ 17938 w 101408"/>
                <a:gd name="connsiteY30" fmla="*/ 41483 h 74732"/>
                <a:gd name="connsiteX31" fmla="*/ 12627 w 101408"/>
                <a:gd name="connsiteY31" fmla="*/ 62693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408" h="74732">
                  <a:moveTo>
                    <a:pt x="12627" y="62693"/>
                  </a:moveTo>
                  <a:cubicBezTo>
                    <a:pt x="11963" y="64847"/>
                    <a:pt x="10967" y="68990"/>
                    <a:pt x="10967" y="69487"/>
                  </a:cubicBezTo>
                  <a:cubicBezTo>
                    <a:pt x="10967" y="73132"/>
                    <a:pt x="13955" y="74789"/>
                    <a:pt x="16610" y="74789"/>
                  </a:cubicBezTo>
                  <a:cubicBezTo>
                    <a:pt x="19598" y="74789"/>
                    <a:pt x="22253" y="72635"/>
                    <a:pt x="23083" y="71144"/>
                  </a:cubicBezTo>
                  <a:cubicBezTo>
                    <a:pt x="23913" y="69653"/>
                    <a:pt x="25241" y="64350"/>
                    <a:pt x="26071" y="60870"/>
                  </a:cubicBezTo>
                  <a:cubicBezTo>
                    <a:pt x="26900" y="57722"/>
                    <a:pt x="28726" y="50099"/>
                    <a:pt x="29722" y="45957"/>
                  </a:cubicBezTo>
                  <a:cubicBezTo>
                    <a:pt x="30718" y="42311"/>
                    <a:pt x="31714" y="38666"/>
                    <a:pt x="32543" y="34855"/>
                  </a:cubicBezTo>
                  <a:cubicBezTo>
                    <a:pt x="34369" y="28061"/>
                    <a:pt x="34701" y="26735"/>
                    <a:pt x="39514" y="19941"/>
                  </a:cubicBezTo>
                  <a:cubicBezTo>
                    <a:pt x="44162" y="13313"/>
                    <a:pt x="51962" y="4697"/>
                    <a:pt x="64410" y="4697"/>
                  </a:cubicBezTo>
                  <a:cubicBezTo>
                    <a:pt x="74036" y="4697"/>
                    <a:pt x="74202" y="13147"/>
                    <a:pt x="74202" y="16296"/>
                  </a:cubicBezTo>
                  <a:cubicBezTo>
                    <a:pt x="74202" y="26238"/>
                    <a:pt x="67066" y="44631"/>
                    <a:pt x="64410" y="51591"/>
                  </a:cubicBezTo>
                  <a:cubicBezTo>
                    <a:pt x="62584" y="56231"/>
                    <a:pt x="61921" y="57722"/>
                    <a:pt x="61921" y="60539"/>
                  </a:cubicBezTo>
                  <a:cubicBezTo>
                    <a:pt x="61921" y="69321"/>
                    <a:pt x="69223" y="74789"/>
                    <a:pt x="77688" y="74789"/>
                  </a:cubicBezTo>
                  <a:cubicBezTo>
                    <a:pt x="94285" y="74789"/>
                    <a:pt x="101588" y="51922"/>
                    <a:pt x="101588" y="49437"/>
                  </a:cubicBezTo>
                  <a:cubicBezTo>
                    <a:pt x="101588" y="47283"/>
                    <a:pt x="99430" y="47283"/>
                    <a:pt x="98932" y="47283"/>
                  </a:cubicBezTo>
                  <a:cubicBezTo>
                    <a:pt x="96609" y="47283"/>
                    <a:pt x="96443" y="48277"/>
                    <a:pt x="95779" y="50099"/>
                  </a:cubicBezTo>
                  <a:cubicBezTo>
                    <a:pt x="91961" y="63356"/>
                    <a:pt x="84825" y="70150"/>
                    <a:pt x="78186" y="70150"/>
                  </a:cubicBezTo>
                  <a:cubicBezTo>
                    <a:pt x="74700" y="70150"/>
                    <a:pt x="74036" y="67830"/>
                    <a:pt x="74036" y="64350"/>
                  </a:cubicBezTo>
                  <a:cubicBezTo>
                    <a:pt x="74036" y="60539"/>
                    <a:pt x="74866" y="58385"/>
                    <a:pt x="77854" y="50928"/>
                  </a:cubicBezTo>
                  <a:cubicBezTo>
                    <a:pt x="79845" y="45791"/>
                    <a:pt x="86650" y="28227"/>
                    <a:pt x="86650" y="18947"/>
                  </a:cubicBezTo>
                  <a:cubicBezTo>
                    <a:pt x="86650" y="2874"/>
                    <a:pt x="73870" y="57"/>
                    <a:pt x="65074" y="57"/>
                  </a:cubicBezTo>
                  <a:cubicBezTo>
                    <a:pt x="51298" y="57"/>
                    <a:pt x="42004" y="8508"/>
                    <a:pt x="37025" y="15136"/>
                  </a:cubicBezTo>
                  <a:cubicBezTo>
                    <a:pt x="35863" y="3702"/>
                    <a:pt x="26071" y="57"/>
                    <a:pt x="19266" y="57"/>
                  </a:cubicBezTo>
                  <a:cubicBezTo>
                    <a:pt x="12129" y="57"/>
                    <a:pt x="8312" y="5194"/>
                    <a:pt x="6154" y="9005"/>
                  </a:cubicBezTo>
                  <a:cubicBezTo>
                    <a:pt x="2503" y="15136"/>
                    <a:pt x="179" y="24581"/>
                    <a:pt x="179" y="25410"/>
                  </a:cubicBezTo>
                  <a:cubicBezTo>
                    <a:pt x="179" y="27564"/>
                    <a:pt x="2503" y="27564"/>
                    <a:pt x="3001" y="27564"/>
                  </a:cubicBezTo>
                  <a:cubicBezTo>
                    <a:pt x="5324" y="27564"/>
                    <a:pt x="5490" y="27067"/>
                    <a:pt x="6652" y="22593"/>
                  </a:cubicBezTo>
                  <a:cubicBezTo>
                    <a:pt x="9141" y="12816"/>
                    <a:pt x="12295" y="4697"/>
                    <a:pt x="18768" y="4697"/>
                  </a:cubicBezTo>
                  <a:cubicBezTo>
                    <a:pt x="23083" y="4697"/>
                    <a:pt x="24245" y="8342"/>
                    <a:pt x="24245" y="12816"/>
                  </a:cubicBezTo>
                  <a:cubicBezTo>
                    <a:pt x="24245" y="15964"/>
                    <a:pt x="22751" y="22095"/>
                    <a:pt x="21589" y="26569"/>
                  </a:cubicBezTo>
                  <a:cubicBezTo>
                    <a:pt x="20428" y="31044"/>
                    <a:pt x="18768" y="37837"/>
                    <a:pt x="17938" y="41483"/>
                  </a:cubicBezTo>
                  <a:lnTo>
                    <a:pt x="12627" y="62693"/>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3" name="Freeform: Shape 652">
              <a:extLst>
                <a:ext uri="{FF2B5EF4-FFF2-40B4-BE49-F238E27FC236}">
                  <a16:creationId xmlns:a16="http://schemas.microsoft.com/office/drawing/2014/main" id="{F8D99CC2-2BE5-B5B5-A3C8-64DF24CA4686}"/>
                </a:ext>
              </a:extLst>
            </p:cNvPr>
            <p:cNvSpPr/>
            <p:nvPr>
              <p:custDataLst>
                <p:tags r:id="rId73"/>
              </p:custDataLst>
            </p:nvPr>
          </p:nvSpPr>
          <p:spPr>
            <a:xfrm>
              <a:off x="9159534" y="6197578"/>
              <a:ext cx="223587" cy="236720"/>
            </a:xfrm>
            <a:custGeom>
              <a:avLst/>
              <a:gdLst>
                <a:gd name="connsiteX0" fmla="*/ 86719 w 223587"/>
                <a:gd name="connsiteY0" fmla="*/ 126467 h 236720"/>
                <a:gd name="connsiteX1" fmla="*/ 2547 w 223587"/>
                <a:gd name="connsiteY1" fmla="*/ 230388 h 236720"/>
                <a:gd name="connsiteX2" fmla="*/ 413 w 223587"/>
                <a:gd name="connsiteY2" fmla="*/ 234175 h 236720"/>
                <a:gd name="connsiteX3" fmla="*/ 6815 w 223587"/>
                <a:gd name="connsiteY3" fmla="*/ 236779 h 236720"/>
                <a:gd name="connsiteX4" fmla="*/ 203373 w 223587"/>
                <a:gd name="connsiteY4" fmla="*/ 236779 h 236720"/>
                <a:gd name="connsiteX5" fmla="*/ 223764 w 223587"/>
                <a:gd name="connsiteY5" fmla="*/ 177836 h 236720"/>
                <a:gd name="connsiteX6" fmla="*/ 217836 w 223587"/>
                <a:gd name="connsiteY6" fmla="*/ 177836 h 236720"/>
                <a:gd name="connsiteX7" fmla="*/ 175869 w 223587"/>
                <a:gd name="connsiteY7" fmla="*/ 216895 h 236720"/>
                <a:gd name="connsiteX8" fmla="*/ 120861 w 223587"/>
                <a:gd name="connsiteY8" fmla="*/ 223760 h 236720"/>
                <a:gd name="connsiteX9" fmla="*/ 20093 w 223587"/>
                <a:gd name="connsiteY9" fmla="*/ 223760 h 236720"/>
                <a:gd name="connsiteX10" fmla="*/ 102367 w 223587"/>
                <a:gd name="connsiteY10" fmla="*/ 122207 h 236720"/>
                <a:gd name="connsiteX11" fmla="*/ 104501 w 223587"/>
                <a:gd name="connsiteY11" fmla="*/ 118419 h 236720"/>
                <a:gd name="connsiteX12" fmla="*/ 102842 w 223587"/>
                <a:gd name="connsiteY12" fmla="*/ 115105 h 236720"/>
                <a:gd name="connsiteX13" fmla="*/ 25783 w 223587"/>
                <a:gd name="connsiteY13" fmla="*/ 9528 h 236720"/>
                <a:gd name="connsiteX14" fmla="*/ 119676 w 223587"/>
                <a:gd name="connsiteY14" fmla="*/ 9528 h 236720"/>
                <a:gd name="connsiteX15" fmla="*/ 217836 w 223587"/>
                <a:gd name="connsiteY15" fmla="*/ 55451 h 236720"/>
                <a:gd name="connsiteX16" fmla="*/ 223764 w 223587"/>
                <a:gd name="connsiteY16" fmla="*/ 55451 h 236720"/>
                <a:gd name="connsiteX17" fmla="*/ 203373 w 223587"/>
                <a:gd name="connsiteY17" fmla="*/ 59 h 236720"/>
                <a:gd name="connsiteX18" fmla="*/ 6815 w 223587"/>
                <a:gd name="connsiteY18" fmla="*/ 59 h 236720"/>
                <a:gd name="connsiteX19" fmla="*/ 176 w 223587"/>
                <a:gd name="connsiteY19" fmla="*/ 7634 h 236720"/>
                <a:gd name="connsiteX20" fmla="*/ 86719 w 223587"/>
                <a:gd name="connsiteY20" fmla="*/ 126467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3587" h="236720">
                  <a:moveTo>
                    <a:pt x="86719" y="126467"/>
                  </a:moveTo>
                  <a:lnTo>
                    <a:pt x="2547" y="230388"/>
                  </a:lnTo>
                  <a:cubicBezTo>
                    <a:pt x="650" y="232755"/>
                    <a:pt x="413" y="233228"/>
                    <a:pt x="413" y="234175"/>
                  </a:cubicBezTo>
                  <a:cubicBezTo>
                    <a:pt x="413" y="236779"/>
                    <a:pt x="2547" y="236779"/>
                    <a:pt x="6815" y="236779"/>
                  </a:cubicBezTo>
                  <a:lnTo>
                    <a:pt x="203373" y="236779"/>
                  </a:lnTo>
                  <a:lnTo>
                    <a:pt x="223764" y="177836"/>
                  </a:lnTo>
                  <a:lnTo>
                    <a:pt x="217836" y="177836"/>
                  </a:lnTo>
                  <a:cubicBezTo>
                    <a:pt x="211909" y="195590"/>
                    <a:pt x="196023" y="210030"/>
                    <a:pt x="175869" y="216895"/>
                  </a:cubicBezTo>
                  <a:cubicBezTo>
                    <a:pt x="172076" y="218078"/>
                    <a:pt x="155716" y="223760"/>
                    <a:pt x="120861" y="223760"/>
                  </a:cubicBezTo>
                  <a:lnTo>
                    <a:pt x="20093" y="223760"/>
                  </a:lnTo>
                  <a:lnTo>
                    <a:pt x="102367" y="122207"/>
                  </a:lnTo>
                  <a:cubicBezTo>
                    <a:pt x="104027" y="120076"/>
                    <a:pt x="104501" y="119366"/>
                    <a:pt x="104501" y="118419"/>
                  </a:cubicBezTo>
                  <a:cubicBezTo>
                    <a:pt x="104501" y="117472"/>
                    <a:pt x="104264" y="117235"/>
                    <a:pt x="102842" y="115105"/>
                  </a:cubicBezTo>
                  <a:lnTo>
                    <a:pt x="25783" y="9528"/>
                  </a:lnTo>
                  <a:lnTo>
                    <a:pt x="119676" y="9528"/>
                  </a:lnTo>
                  <a:cubicBezTo>
                    <a:pt x="146706" y="9528"/>
                    <a:pt x="201239" y="11185"/>
                    <a:pt x="217836" y="55451"/>
                  </a:cubicBezTo>
                  <a:lnTo>
                    <a:pt x="223764" y="55451"/>
                  </a:lnTo>
                  <a:lnTo>
                    <a:pt x="203373" y="59"/>
                  </a:lnTo>
                  <a:lnTo>
                    <a:pt x="6815" y="59"/>
                  </a:lnTo>
                  <a:cubicBezTo>
                    <a:pt x="413" y="59"/>
                    <a:pt x="176" y="296"/>
                    <a:pt x="176" y="7634"/>
                  </a:cubicBezTo>
                  <a:lnTo>
                    <a:pt x="86719" y="12646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4" name="Freeform: Shape 653">
              <a:extLst>
                <a:ext uri="{FF2B5EF4-FFF2-40B4-BE49-F238E27FC236}">
                  <a16:creationId xmlns:a16="http://schemas.microsoft.com/office/drawing/2014/main" id="{6541A6C8-ACBD-5DDC-8C95-559E7052C039}"/>
                </a:ext>
              </a:extLst>
            </p:cNvPr>
            <p:cNvSpPr/>
            <p:nvPr>
              <p:custDataLst>
                <p:tags r:id="rId74"/>
              </p:custDataLst>
            </p:nvPr>
          </p:nvSpPr>
          <p:spPr>
            <a:xfrm>
              <a:off x="9125619" y="6473540"/>
              <a:ext cx="50289" cy="111518"/>
            </a:xfrm>
            <a:custGeom>
              <a:avLst/>
              <a:gdLst>
                <a:gd name="connsiteX0" fmla="*/ 46149 w 50289"/>
                <a:gd name="connsiteY0" fmla="*/ 6372 h 111518"/>
                <a:gd name="connsiteX1" fmla="*/ 39510 w 50289"/>
                <a:gd name="connsiteY1" fmla="*/ 75 h 111518"/>
                <a:gd name="connsiteX2" fmla="*/ 30216 w 50289"/>
                <a:gd name="connsiteY2" fmla="*/ 9189 h 111518"/>
                <a:gd name="connsiteX3" fmla="*/ 36855 w 50289"/>
                <a:gd name="connsiteY3" fmla="*/ 15486 h 111518"/>
                <a:gd name="connsiteX4" fmla="*/ 46149 w 50289"/>
                <a:gd name="connsiteY4" fmla="*/ 6372 h 111518"/>
                <a:gd name="connsiteX5" fmla="*/ 12291 w 50289"/>
                <a:gd name="connsiteY5" fmla="*/ 90550 h 111518"/>
                <a:gd name="connsiteX6" fmla="*/ 10797 w 50289"/>
                <a:gd name="connsiteY6" fmla="*/ 97509 h 111518"/>
                <a:gd name="connsiteX7" fmla="*/ 26565 w 50289"/>
                <a:gd name="connsiteY7" fmla="*/ 111594 h 111518"/>
                <a:gd name="connsiteX8" fmla="*/ 50464 w 50289"/>
                <a:gd name="connsiteY8" fmla="*/ 86241 h 111518"/>
                <a:gd name="connsiteX9" fmla="*/ 47809 w 50289"/>
                <a:gd name="connsiteY9" fmla="*/ 84087 h 111518"/>
                <a:gd name="connsiteX10" fmla="*/ 44655 w 50289"/>
                <a:gd name="connsiteY10" fmla="*/ 86904 h 111518"/>
                <a:gd name="connsiteX11" fmla="*/ 27062 w 50289"/>
                <a:gd name="connsiteY11" fmla="*/ 106954 h 111518"/>
                <a:gd name="connsiteX12" fmla="*/ 22913 w 50289"/>
                <a:gd name="connsiteY12" fmla="*/ 101155 h 111518"/>
                <a:gd name="connsiteX13" fmla="*/ 25569 w 50289"/>
                <a:gd name="connsiteY13" fmla="*/ 90550 h 111518"/>
                <a:gd name="connsiteX14" fmla="*/ 30880 w 50289"/>
                <a:gd name="connsiteY14" fmla="*/ 77293 h 111518"/>
                <a:gd name="connsiteX15" fmla="*/ 39012 w 50289"/>
                <a:gd name="connsiteY15" fmla="*/ 56249 h 111518"/>
                <a:gd name="connsiteX16" fmla="*/ 40008 w 50289"/>
                <a:gd name="connsiteY16" fmla="*/ 50946 h 111518"/>
                <a:gd name="connsiteX17" fmla="*/ 24241 w 50289"/>
                <a:gd name="connsiteY17" fmla="*/ 36861 h 111518"/>
                <a:gd name="connsiteX18" fmla="*/ 175 w 50289"/>
                <a:gd name="connsiteY18" fmla="*/ 62214 h 111518"/>
                <a:gd name="connsiteX19" fmla="*/ 2997 w 50289"/>
                <a:gd name="connsiteY19" fmla="*/ 64368 h 111518"/>
                <a:gd name="connsiteX20" fmla="*/ 5984 w 50289"/>
                <a:gd name="connsiteY20" fmla="*/ 61717 h 111518"/>
                <a:gd name="connsiteX21" fmla="*/ 23743 w 50289"/>
                <a:gd name="connsiteY21" fmla="*/ 41501 h 111518"/>
                <a:gd name="connsiteX22" fmla="*/ 27892 w 50289"/>
                <a:gd name="connsiteY22" fmla="*/ 47301 h 111518"/>
                <a:gd name="connsiteX23" fmla="*/ 22747 w 50289"/>
                <a:gd name="connsiteY23" fmla="*/ 63871 h 111518"/>
                <a:gd name="connsiteX24" fmla="*/ 12291 w 50289"/>
                <a:gd name="connsiteY24" fmla="*/ 90550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149" y="6372"/>
                  </a:moveTo>
                  <a:cubicBezTo>
                    <a:pt x="46149" y="3721"/>
                    <a:pt x="44158" y="75"/>
                    <a:pt x="39510" y="75"/>
                  </a:cubicBezTo>
                  <a:cubicBezTo>
                    <a:pt x="35029" y="75"/>
                    <a:pt x="30216" y="4383"/>
                    <a:pt x="30216" y="9189"/>
                  </a:cubicBezTo>
                  <a:cubicBezTo>
                    <a:pt x="30216" y="12006"/>
                    <a:pt x="32374" y="15486"/>
                    <a:pt x="36855" y="15486"/>
                  </a:cubicBezTo>
                  <a:cubicBezTo>
                    <a:pt x="41668" y="15486"/>
                    <a:pt x="46149" y="10846"/>
                    <a:pt x="46149" y="6372"/>
                  </a:cubicBezTo>
                  <a:close/>
                  <a:moveTo>
                    <a:pt x="12291" y="90550"/>
                  </a:moveTo>
                  <a:cubicBezTo>
                    <a:pt x="11627" y="92704"/>
                    <a:pt x="10797" y="94692"/>
                    <a:pt x="10797" y="97509"/>
                  </a:cubicBezTo>
                  <a:cubicBezTo>
                    <a:pt x="10797" y="105297"/>
                    <a:pt x="17436" y="111594"/>
                    <a:pt x="26565" y="111594"/>
                  </a:cubicBezTo>
                  <a:cubicBezTo>
                    <a:pt x="43162" y="111594"/>
                    <a:pt x="50464" y="88727"/>
                    <a:pt x="50464" y="86241"/>
                  </a:cubicBezTo>
                  <a:cubicBezTo>
                    <a:pt x="50464" y="84087"/>
                    <a:pt x="48307" y="84087"/>
                    <a:pt x="47809" y="84087"/>
                  </a:cubicBezTo>
                  <a:cubicBezTo>
                    <a:pt x="45485" y="84087"/>
                    <a:pt x="45319" y="85081"/>
                    <a:pt x="44655" y="86904"/>
                  </a:cubicBezTo>
                  <a:cubicBezTo>
                    <a:pt x="40838" y="100160"/>
                    <a:pt x="33535" y="106954"/>
                    <a:pt x="27062" y="106954"/>
                  </a:cubicBezTo>
                  <a:cubicBezTo>
                    <a:pt x="23743" y="106954"/>
                    <a:pt x="22913" y="104800"/>
                    <a:pt x="22913" y="101155"/>
                  </a:cubicBezTo>
                  <a:cubicBezTo>
                    <a:pt x="22913" y="97343"/>
                    <a:pt x="24075" y="94195"/>
                    <a:pt x="25569" y="90550"/>
                  </a:cubicBezTo>
                  <a:cubicBezTo>
                    <a:pt x="27228" y="86076"/>
                    <a:pt x="29054" y="81602"/>
                    <a:pt x="30880" y="77293"/>
                  </a:cubicBezTo>
                  <a:cubicBezTo>
                    <a:pt x="32374" y="73316"/>
                    <a:pt x="38349" y="58237"/>
                    <a:pt x="39012" y="56249"/>
                  </a:cubicBezTo>
                  <a:cubicBezTo>
                    <a:pt x="39510" y="54592"/>
                    <a:pt x="40008" y="52603"/>
                    <a:pt x="40008" y="50946"/>
                  </a:cubicBezTo>
                  <a:cubicBezTo>
                    <a:pt x="40008" y="43158"/>
                    <a:pt x="33369" y="36861"/>
                    <a:pt x="24241" y="36861"/>
                  </a:cubicBezTo>
                  <a:cubicBezTo>
                    <a:pt x="7810" y="36861"/>
                    <a:pt x="175" y="59397"/>
                    <a:pt x="175" y="62214"/>
                  </a:cubicBezTo>
                  <a:cubicBezTo>
                    <a:pt x="175" y="64368"/>
                    <a:pt x="2499" y="64368"/>
                    <a:pt x="2997" y="64368"/>
                  </a:cubicBezTo>
                  <a:cubicBezTo>
                    <a:pt x="5320" y="64368"/>
                    <a:pt x="5486" y="63540"/>
                    <a:pt x="5984" y="61717"/>
                  </a:cubicBezTo>
                  <a:cubicBezTo>
                    <a:pt x="10299" y="47466"/>
                    <a:pt x="17602" y="41501"/>
                    <a:pt x="23743" y="41501"/>
                  </a:cubicBezTo>
                  <a:cubicBezTo>
                    <a:pt x="26399" y="41501"/>
                    <a:pt x="27892" y="42827"/>
                    <a:pt x="27892" y="47301"/>
                  </a:cubicBezTo>
                  <a:cubicBezTo>
                    <a:pt x="27892" y="51112"/>
                    <a:pt x="26896" y="53598"/>
                    <a:pt x="22747" y="63871"/>
                  </a:cubicBezTo>
                  <a:lnTo>
                    <a:pt x="12291" y="905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5" name="Freeform: Shape 654">
              <a:extLst>
                <a:ext uri="{FF2B5EF4-FFF2-40B4-BE49-F238E27FC236}">
                  <a16:creationId xmlns:a16="http://schemas.microsoft.com/office/drawing/2014/main" id="{FF4581CD-7F08-6011-75E6-C0B79DBC1513}"/>
                </a:ext>
              </a:extLst>
            </p:cNvPr>
            <p:cNvSpPr/>
            <p:nvPr>
              <p:custDataLst>
                <p:tags r:id="rId75"/>
              </p:custDataLst>
            </p:nvPr>
          </p:nvSpPr>
          <p:spPr>
            <a:xfrm>
              <a:off x="9196520" y="6519606"/>
              <a:ext cx="122155" cy="44574"/>
            </a:xfrm>
            <a:custGeom>
              <a:avLst/>
              <a:gdLst>
                <a:gd name="connsiteX0" fmla="*/ 116026 w 122155"/>
                <a:gd name="connsiteY0" fmla="*/ 8195 h 44574"/>
                <a:gd name="connsiteX1" fmla="*/ 122333 w 122155"/>
                <a:gd name="connsiteY1" fmla="*/ 4052 h 44574"/>
                <a:gd name="connsiteX2" fmla="*/ 116192 w 122155"/>
                <a:gd name="connsiteY2" fmla="*/ 75 h 44574"/>
                <a:gd name="connsiteX3" fmla="*/ 6319 w 122155"/>
                <a:gd name="connsiteY3" fmla="*/ 75 h 44574"/>
                <a:gd name="connsiteX4" fmla="*/ 178 w 122155"/>
                <a:gd name="connsiteY4" fmla="*/ 4052 h 44574"/>
                <a:gd name="connsiteX5" fmla="*/ 6485 w 122155"/>
                <a:gd name="connsiteY5" fmla="*/ 8195 h 44574"/>
                <a:gd name="connsiteX6" fmla="*/ 116026 w 122155"/>
                <a:gd name="connsiteY6" fmla="*/ 8195 h 44574"/>
                <a:gd name="connsiteX7" fmla="*/ 116192 w 122155"/>
                <a:gd name="connsiteY7" fmla="*/ 44650 h 44574"/>
                <a:gd name="connsiteX8" fmla="*/ 122333 w 122155"/>
                <a:gd name="connsiteY8" fmla="*/ 40673 h 44574"/>
                <a:gd name="connsiteX9" fmla="*/ 116026 w 122155"/>
                <a:gd name="connsiteY9" fmla="*/ 36530 h 44574"/>
                <a:gd name="connsiteX10" fmla="*/ 6485 w 122155"/>
                <a:gd name="connsiteY10" fmla="*/ 36530 h 44574"/>
                <a:gd name="connsiteX11" fmla="*/ 178 w 122155"/>
                <a:gd name="connsiteY11" fmla="*/ 40673 h 44574"/>
                <a:gd name="connsiteX12" fmla="*/ 6319 w 122155"/>
                <a:gd name="connsiteY12" fmla="*/ 44650 h 44574"/>
                <a:gd name="connsiteX13" fmla="*/ 116192 w 122155"/>
                <a:gd name="connsiteY13" fmla="*/ 44650 h 4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155" h="44574">
                  <a:moveTo>
                    <a:pt x="116026" y="8195"/>
                  </a:moveTo>
                  <a:cubicBezTo>
                    <a:pt x="118516" y="8195"/>
                    <a:pt x="122333" y="8195"/>
                    <a:pt x="122333" y="4052"/>
                  </a:cubicBezTo>
                  <a:cubicBezTo>
                    <a:pt x="122333" y="75"/>
                    <a:pt x="118350" y="75"/>
                    <a:pt x="116192" y="75"/>
                  </a:cubicBezTo>
                  <a:lnTo>
                    <a:pt x="6319" y="75"/>
                  </a:lnTo>
                  <a:cubicBezTo>
                    <a:pt x="4161" y="75"/>
                    <a:pt x="178" y="75"/>
                    <a:pt x="178" y="4052"/>
                  </a:cubicBezTo>
                  <a:cubicBezTo>
                    <a:pt x="178" y="8195"/>
                    <a:pt x="3995" y="8195"/>
                    <a:pt x="6485" y="8195"/>
                  </a:cubicBezTo>
                  <a:lnTo>
                    <a:pt x="116026" y="8195"/>
                  </a:lnTo>
                  <a:close/>
                  <a:moveTo>
                    <a:pt x="116192" y="44650"/>
                  </a:moveTo>
                  <a:cubicBezTo>
                    <a:pt x="118350" y="44650"/>
                    <a:pt x="122333" y="44650"/>
                    <a:pt x="122333" y="40673"/>
                  </a:cubicBezTo>
                  <a:cubicBezTo>
                    <a:pt x="122333" y="36530"/>
                    <a:pt x="118516" y="36530"/>
                    <a:pt x="116026" y="36530"/>
                  </a:cubicBezTo>
                  <a:lnTo>
                    <a:pt x="6485" y="36530"/>
                  </a:lnTo>
                  <a:cubicBezTo>
                    <a:pt x="3995" y="36530"/>
                    <a:pt x="178" y="36530"/>
                    <a:pt x="178" y="40673"/>
                  </a:cubicBezTo>
                  <a:cubicBezTo>
                    <a:pt x="178" y="44650"/>
                    <a:pt x="4161" y="44650"/>
                    <a:pt x="6319" y="44650"/>
                  </a:cubicBezTo>
                  <a:lnTo>
                    <a:pt x="116192" y="44650"/>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6" name="Freeform: Shape 655">
              <a:extLst>
                <a:ext uri="{FF2B5EF4-FFF2-40B4-BE49-F238E27FC236}">
                  <a16:creationId xmlns:a16="http://schemas.microsoft.com/office/drawing/2014/main" id="{14263411-A95B-61A9-008C-7BBFFC396B5F}"/>
                </a:ext>
              </a:extLst>
            </p:cNvPr>
            <p:cNvSpPr/>
            <p:nvPr>
              <p:custDataLst>
                <p:tags r:id="rId76"/>
              </p:custDataLst>
            </p:nvPr>
          </p:nvSpPr>
          <p:spPr>
            <a:xfrm>
              <a:off x="9348549" y="6473374"/>
              <a:ext cx="60413" cy="110027"/>
            </a:xfrm>
            <a:custGeom>
              <a:avLst/>
              <a:gdLst>
                <a:gd name="connsiteX0" fmla="*/ 37694 w 60413"/>
                <a:gd name="connsiteY0" fmla="*/ 4715 h 110027"/>
                <a:gd name="connsiteX1" fmla="*/ 32714 w 60413"/>
                <a:gd name="connsiteY1" fmla="*/ 75 h 110027"/>
                <a:gd name="connsiteX2" fmla="*/ 184 w 60413"/>
                <a:gd name="connsiteY2" fmla="*/ 10680 h 110027"/>
                <a:gd name="connsiteX3" fmla="*/ 184 w 60413"/>
                <a:gd name="connsiteY3" fmla="*/ 16645 h 110027"/>
                <a:gd name="connsiteX4" fmla="*/ 24250 w 60413"/>
                <a:gd name="connsiteY4" fmla="*/ 12006 h 110027"/>
                <a:gd name="connsiteX5" fmla="*/ 24250 w 60413"/>
                <a:gd name="connsiteY5" fmla="*/ 96515 h 110027"/>
                <a:gd name="connsiteX6" fmla="*/ 7653 w 60413"/>
                <a:gd name="connsiteY6" fmla="*/ 104137 h 110027"/>
                <a:gd name="connsiteX7" fmla="*/ 1346 w 60413"/>
                <a:gd name="connsiteY7" fmla="*/ 104137 h 110027"/>
                <a:gd name="connsiteX8" fmla="*/ 1346 w 60413"/>
                <a:gd name="connsiteY8" fmla="*/ 110103 h 110027"/>
                <a:gd name="connsiteX9" fmla="*/ 30889 w 60413"/>
                <a:gd name="connsiteY9" fmla="*/ 109440 h 110027"/>
                <a:gd name="connsiteX10" fmla="*/ 60598 w 60413"/>
                <a:gd name="connsiteY10" fmla="*/ 110103 h 110027"/>
                <a:gd name="connsiteX11" fmla="*/ 60598 w 60413"/>
                <a:gd name="connsiteY11" fmla="*/ 104137 h 110027"/>
                <a:gd name="connsiteX12" fmla="*/ 54291 w 60413"/>
                <a:gd name="connsiteY12" fmla="*/ 104137 h 110027"/>
                <a:gd name="connsiteX13" fmla="*/ 37694 w 60413"/>
                <a:gd name="connsiteY13" fmla="*/ 96515 h 110027"/>
                <a:gd name="connsiteX14" fmla="*/ 37694 w 60413"/>
                <a:gd name="connsiteY14" fmla="*/ 4715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3" h="110027">
                  <a:moveTo>
                    <a:pt x="37694" y="4715"/>
                  </a:moveTo>
                  <a:cubicBezTo>
                    <a:pt x="37694" y="241"/>
                    <a:pt x="37362" y="75"/>
                    <a:pt x="32714" y="75"/>
                  </a:cubicBezTo>
                  <a:cubicBezTo>
                    <a:pt x="22092" y="10514"/>
                    <a:pt x="6989" y="10680"/>
                    <a:pt x="184" y="10680"/>
                  </a:cubicBezTo>
                  <a:lnTo>
                    <a:pt x="184" y="16645"/>
                  </a:lnTo>
                  <a:cubicBezTo>
                    <a:pt x="4167" y="16645"/>
                    <a:pt x="15121" y="16645"/>
                    <a:pt x="24250" y="12006"/>
                  </a:cubicBezTo>
                  <a:lnTo>
                    <a:pt x="24250" y="96515"/>
                  </a:lnTo>
                  <a:cubicBezTo>
                    <a:pt x="24250" y="101983"/>
                    <a:pt x="24250" y="104137"/>
                    <a:pt x="7653" y="104137"/>
                  </a:cubicBezTo>
                  <a:lnTo>
                    <a:pt x="1346" y="104137"/>
                  </a:lnTo>
                  <a:lnTo>
                    <a:pt x="1346" y="110103"/>
                  </a:lnTo>
                  <a:cubicBezTo>
                    <a:pt x="4333" y="109937"/>
                    <a:pt x="24748" y="109440"/>
                    <a:pt x="30889" y="109440"/>
                  </a:cubicBezTo>
                  <a:cubicBezTo>
                    <a:pt x="36034" y="109440"/>
                    <a:pt x="56946" y="109937"/>
                    <a:pt x="60598" y="110103"/>
                  </a:cubicBezTo>
                  <a:lnTo>
                    <a:pt x="60598" y="104137"/>
                  </a:lnTo>
                  <a:lnTo>
                    <a:pt x="54291" y="104137"/>
                  </a:lnTo>
                  <a:cubicBezTo>
                    <a:pt x="37694" y="104137"/>
                    <a:pt x="37694" y="101983"/>
                    <a:pt x="37694" y="96515"/>
                  </a:cubicBezTo>
                  <a:lnTo>
                    <a:pt x="37694" y="471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7" name="Freeform: Shape 656">
              <a:extLst>
                <a:ext uri="{FF2B5EF4-FFF2-40B4-BE49-F238E27FC236}">
                  <a16:creationId xmlns:a16="http://schemas.microsoft.com/office/drawing/2014/main" id="{98A3FD83-945D-4464-CE1C-59C9B1821300}"/>
                </a:ext>
              </a:extLst>
            </p:cNvPr>
            <p:cNvSpPr/>
            <p:nvPr>
              <p:custDataLst>
                <p:tags r:id="rId77"/>
              </p:custDataLst>
            </p:nvPr>
          </p:nvSpPr>
          <p:spPr>
            <a:xfrm>
              <a:off x="9471362" y="6270489"/>
              <a:ext cx="118077" cy="107234"/>
            </a:xfrm>
            <a:custGeom>
              <a:avLst/>
              <a:gdLst>
                <a:gd name="connsiteX0" fmla="*/ 72506 w 118077"/>
                <a:gd name="connsiteY0" fmla="*/ 33207 h 107234"/>
                <a:gd name="connsiteX1" fmla="*/ 95979 w 118077"/>
                <a:gd name="connsiteY1" fmla="*/ 5274 h 107234"/>
                <a:gd name="connsiteX2" fmla="*/ 107834 w 118077"/>
                <a:gd name="connsiteY2" fmla="*/ 8351 h 107234"/>
                <a:gd name="connsiteX3" fmla="*/ 96453 w 118077"/>
                <a:gd name="connsiteY3" fmla="*/ 21134 h 107234"/>
                <a:gd name="connsiteX4" fmla="*/ 105463 w 118077"/>
                <a:gd name="connsiteY4" fmla="*/ 29420 h 107234"/>
                <a:gd name="connsiteX5" fmla="*/ 118267 w 118077"/>
                <a:gd name="connsiteY5" fmla="*/ 15690 h 107234"/>
                <a:gd name="connsiteX6" fmla="*/ 96216 w 118077"/>
                <a:gd name="connsiteY6" fmla="*/ 66 h 107234"/>
                <a:gd name="connsiteX7" fmla="*/ 71320 w 118077"/>
                <a:gd name="connsiteY7" fmla="*/ 18057 h 107234"/>
                <a:gd name="connsiteX8" fmla="*/ 45713 w 118077"/>
                <a:gd name="connsiteY8" fmla="*/ 66 h 107234"/>
                <a:gd name="connsiteX9" fmla="*/ 7540 w 118077"/>
                <a:gd name="connsiteY9" fmla="*/ 36521 h 107234"/>
                <a:gd name="connsiteX10" fmla="*/ 10385 w 118077"/>
                <a:gd name="connsiteY10" fmla="*/ 38888 h 107234"/>
                <a:gd name="connsiteX11" fmla="*/ 13467 w 118077"/>
                <a:gd name="connsiteY11" fmla="*/ 36284 h 107234"/>
                <a:gd name="connsiteX12" fmla="*/ 45239 w 118077"/>
                <a:gd name="connsiteY12" fmla="*/ 5274 h 107234"/>
                <a:gd name="connsiteX13" fmla="*/ 58043 w 118077"/>
                <a:gd name="connsiteY13" fmla="*/ 21134 h 107234"/>
                <a:gd name="connsiteX14" fmla="*/ 45239 w 118077"/>
                <a:gd name="connsiteY14" fmla="*/ 77474 h 107234"/>
                <a:gd name="connsiteX15" fmla="*/ 22714 w 118077"/>
                <a:gd name="connsiteY15" fmla="*/ 102093 h 107234"/>
                <a:gd name="connsiteX16" fmla="*/ 10859 w 118077"/>
                <a:gd name="connsiteY16" fmla="*/ 99015 h 107234"/>
                <a:gd name="connsiteX17" fmla="*/ 22003 w 118077"/>
                <a:gd name="connsiteY17" fmla="*/ 86232 h 107234"/>
                <a:gd name="connsiteX18" fmla="*/ 13230 w 118077"/>
                <a:gd name="connsiteY18" fmla="*/ 77947 h 107234"/>
                <a:gd name="connsiteX19" fmla="*/ 190 w 118077"/>
                <a:gd name="connsiteY19" fmla="*/ 91677 h 107234"/>
                <a:gd name="connsiteX20" fmla="*/ 22477 w 118077"/>
                <a:gd name="connsiteY20" fmla="*/ 107301 h 107234"/>
                <a:gd name="connsiteX21" fmla="*/ 47373 w 118077"/>
                <a:gd name="connsiteY21" fmla="*/ 89310 h 107234"/>
                <a:gd name="connsiteX22" fmla="*/ 72980 w 118077"/>
                <a:gd name="connsiteY22" fmla="*/ 107301 h 107234"/>
                <a:gd name="connsiteX23" fmla="*/ 110916 w 118077"/>
                <a:gd name="connsiteY23" fmla="*/ 70846 h 107234"/>
                <a:gd name="connsiteX24" fmla="*/ 108071 w 118077"/>
                <a:gd name="connsiteY24" fmla="*/ 68478 h 107234"/>
                <a:gd name="connsiteX25" fmla="*/ 104989 w 118077"/>
                <a:gd name="connsiteY25" fmla="*/ 71082 h 107234"/>
                <a:gd name="connsiteX26" fmla="*/ 73454 w 118077"/>
                <a:gd name="connsiteY26" fmla="*/ 102093 h 107234"/>
                <a:gd name="connsiteX27" fmla="*/ 60414 w 118077"/>
                <a:gd name="connsiteY27" fmla="*/ 86469 h 107234"/>
                <a:gd name="connsiteX28" fmla="*/ 64444 w 118077"/>
                <a:gd name="connsiteY28" fmla="*/ 65638 h 107234"/>
                <a:gd name="connsiteX29" fmla="*/ 72506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06" y="33207"/>
                  </a:moveTo>
                  <a:cubicBezTo>
                    <a:pt x="73929" y="27052"/>
                    <a:pt x="79382" y="5274"/>
                    <a:pt x="95979" y="5274"/>
                  </a:cubicBezTo>
                  <a:cubicBezTo>
                    <a:pt x="97165" y="5274"/>
                    <a:pt x="102855" y="5274"/>
                    <a:pt x="107834" y="8351"/>
                  </a:cubicBezTo>
                  <a:cubicBezTo>
                    <a:pt x="101195" y="9535"/>
                    <a:pt x="96453" y="15453"/>
                    <a:pt x="96453" y="21134"/>
                  </a:cubicBezTo>
                  <a:cubicBezTo>
                    <a:pt x="96453" y="24922"/>
                    <a:pt x="99061" y="29420"/>
                    <a:pt x="105463" y="29420"/>
                  </a:cubicBezTo>
                  <a:cubicBezTo>
                    <a:pt x="110679" y="29420"/>
                    <a:pt x="118267" y="25159"/>
                    <a:pt x="118267" y="15690"/>
                  </a:cubicBezTo>
                  <a:cubicBezTo>
                    <a:pt x="118267" y="3380"/>
                    <a:pt x="104278" y="66"/>
                    <a:pt x="96216" y="66"/>
                  </a:cubicBezTo>
                  <a:cubicBezTo>
                    <a:pt x="82464" y="66"/>
                    <a:pt x="74166" y="12612"/>
                    <a:pt x="71320" y="18057"/>
                  </a:cubicBezTo>
                  <a:cubicBezTo>
                    <a:pt x="65393" y="2433"/>
                    <a:pt x="52589" y="66"/>
                    <a:pt x="45713" y="66"/>
                  </a:cubicBezTo>
                  <a:cubicBezTo>
                    <a:pt x="21055" y="66"/>
                    <a:pt x="7540" y="30603"/>
                    <a:pt x="7540" y="36521"/>
                  </a:cubicBezTo>
                  <a:cubicBezTo>
                    <a:pt x="7540" y="38888"/>
                    <a:pt x="9911" y="38888"/>
                    <a:pt x="10385" y="38888"/>
                  </a:cubicBezTo>
                  <a:cubicBezTo>
                    <a:pt x="12282" y="38888"/>
                    <a:pt x="12993" y="38415"/>
                    <a:pt x="13467" y="36284"/>
                  </a:cubicBezTo>
                  <a:cubicBezTo>
                    <a:pt x="21529" y="11192"/>
                    <a:pt x="37178" y="5274"/>
                    <a:pt x="45239" y="5274"/>
                  </a:cubicBezTo>
                  <a:cubicBezTo>
                    <a:pt x="49744" y="5274"/>
                    <a:pt x="58043" y="7405"/>
                    <a:pt x="58043" y="21134"/>
                  </a:cubicBezTo>
                  <a:cubicBezTo>
                    <a:pt x="58043" y="28473"/>
                    <a:pt x="54012" y="44333"/>
                    <a:pt x="45239" y="77474"/>
                  </a:cubicBezTo>
                  <a:cubicBezTo>
                    <a:pt x="41445" y="92151"/>
                    <a:pt x="33147" y="102093"/>
                    <a:pt x="22714" y="102093"/>
                  </a:cubicBezTo>
                  <a:cubicBezTo>
                    <a:pt x="21292" y="102093"/>
                    <a:pt x="15838" y="102093"/>
                    <a:pt x="10859" y="99015"/>
                  </a:cubicBezTo>
                  <a:cubicBezTo>
                    <a:pt x="16787" y="97832"/>
                    <a:pt x="22003" y="92861"/>
                    <a:pt x="22003" y="86232"/>
                  </a:cubicBezTo>
                  <a:cubicBezTo>
                    <a:pt x="22003" y="79841"/>
                    <a:pt x="16787" y="77947"/>
                    <a:pt x="13230" y="77947"/>
                  </a:cubicBezTo>
                  <a:cubicBezTo>
                    <a:pt x="6117" y="77947"/>
                    <a:pt x="190" y="84102"/>
                    <a:pt x="190" y="91677"/>
                  </a:cubicBezTo>
                  <a:cubicBezTo>
                    <a:pt x="190" y="102566"/>
                    <a:pt x="12045" y="107301"/>
                    <a:pt x="22477" y="107301"/>
                  </a:cubicBezTo>
                  <a:cubicBezTo>
                    <a:pt x="38126" y="107301"/>
                    <a:pt x="46662" y="90730"/>
                    <a:pt x="47373" y="89310"/>
                  </a:cubicBezTo>
                  <a:cubicBezTo>
                    <a:pt x="50218" y="98069"/>
                    <a:pt x="58754" y="107301"/>
                    <a:pt x="72980" y="107301"/>
                  </a:cubicBezTo>
                  <a:cubicBezTo>
                    <a:pt x="97402" y="107301"/>
                    <a:pt x="110916" y="76764"/>
                    <a:pt x="110916" y="70846"/>
                  </a:cubicBezTo>
                  <a:cubicBezTo>
                    <a:pt x="110916" y="68478"/>
                    <a:pt x="108783" y="68478"/>
                    <a:pt x="108071" y="68478"/>
                  </a:cubicBezTo>
                  <a:cubicBezTo>
                    <a:pt x="105937" y="68478"/>
                    <a:pt x="105463" y="69425"/>
                    <a:pt x="104989" y="71082"/>
                  </a:cubicBezTo>
                  <a:cubicBezTo>
                    <a:pt x="97165" y="96411"/>
                    <a:pt x="81042" y="102093"/>
                    <a:pt x="73454" y="102093"/>
                  </a:cubicBezTo>
                  <a:cubicBezTo>
                    <a:pt x="64207" y="102093"/>
                    <a:pt x="60414" y="94518"/>
                    <a:pt x="60414" y="86469"/>
                  </a:cubicBezTo>
                  <a:cubicBezTo>
                    <a:pt x="60414" y="81261"/>
                    <a:pt x="61836" y="76054"/>
                    <a:pt x="64444" y="65638"/>
                  </a:cubicBezTo>
                  <a:lnTo>
                    <a:pt x="72506"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8" name="Freeform: Shape 657">
              <a:extLst>
                <a:ext uri="{FF2B5EF4-FFF2-40B4-BE49-F238E27FC236}">
                  <a16:creationId xmlns:a16="http://schemas.microsoft.com/office/drawing/2014/main" id="{25BCCA5B-A032-B2CE-8838-D24DE69041F8}"/>
                </a:ext>
              </a:extLst>
            </p:cNvPr>
            <p:cNvSpPr/>
            <p:nvPr>
              <p:custDataLst>
                <p:tags r:id="rId78"/>
              </p:custDataLst>
            </p:nvPr>
          </p:nvSpPr>
          <p:spPr>
            <a:xfrm>
              <a:off x="9607797" y="6300766"/>
              <a:ext cx="50289" cy="111518"/>
            </a:xfrm>
            <a:custGeom>
              <a:avLst/>
              <a:gdLst>
                <a:gd name="connsiteX0" fmla="*/ 46169 w 50289"/>
                <a:gd name="connsiteY0" fmla="*/ 6365 h 111518"/>
                <a:gd name="connsiteX1" fmla="*/ 39531 w 50289"/>
                <a:gd name="connsiteY1" fmla="*/ 68 h 111518"/>
                <a:gd name="connsiteX2" fmla="*/ 30236 w 50289"/>
                <a:gd name="connsiteY2" fmla="*/ 9181 h 111518"/>
                <a:gd name="connsiteX3" fmla="*/ 36875 w 50289"/>
                <a:gd name="connsiteY3" fmla="*/ 15478 h 111518"/>
                <a:gd name="connsiteX4" fmla="*/ 46169 w 50289"/>
                <a:gd name="connsiteY4" fmla="*/ 6365 h 111518"/>
                <a:gd name="connsiteX5" fmla="*/ 12311 w 50289"/>
                <a:gd name="connsiteY5" fmla="*/ 90542 h 111518"/>
                <a:gd name="connsiteX6" fmla="*/ 10817 w 50289"/>
                <a:gd name="connsiteY6" fmla="*/ 97502 h 111518"/>
                <a:gd name="connsiteX7" fmla="*/ 26585 w 50289"/>
                <a:gd name="connsiteY7" fmla="*/ 111587 h 111518"/>
                <a:gd name="connsiteX8" fmla="*/ 50485 w 50289"/>
                <a:gd name="connsiteY8" fmla="*/ 86234 h 111518"/>
                <a:gd name="connsiteX9" fmla="*/ 47829 w 50289"/>
                <a:gd name="connsiteY9" fmla="*/ 84080 h 111518"/>
                <a:gd name="connsiteX10" fmla="*/ 44676 w 50289"/>
                <a:gd name="connsiteY10" fmla="*/ 86897 h 111518"/>
                <a:gd name="connsiteX11" fmla="*/ 27083 w 50289"/>
                <a:gd name="connsiteY11" fmla="*/ 106947 h 111518"/>
                <a:gd name="connsiteX12" fmla="*/ 22933 w 50289"/>
                <a:gd name="connsiteY12" fmla="*/ 101147 h 111518"/>
                <a:gd name="connsiteX13" fmla="*/ 25589 w 50289"/>
                <a:gd name="connsiteY13" fmla="*/ 90542 h 111518"/>
                <a:gd name="connsiteX14" fmla="*/ 30900 w 50289"/>
                <a:gd name="connsiteY14" fmla="*/ 77286 h 111518"/>
                <a:gd name="connsiteX15" fmla="*/ 39033 w 50289"/>
                <a:gd name="connsiteY15" fmla="*/ 56242 h 111518"/>
                <a:gd name="connsiteX16" fmla="*/ 40028 w 50289"/>
                <a:gd name="connsiteY16" fmla="*/ 50939 h 111518"/>
                <a:gd name="connsiteX17" fmla="*/ 24261 w 50289"/>
                <a:gd name="connsiteY17" fmla="*/ 36854 h 111518"/>
                <a:gd name="connsiteX18" fmla="*/ 195 w 50289"/>
                <a:gd name="connsiteY18" fmla="*/ 62207 h 111518"/>
                <a:gd name="connsiteX19" fmla="*/ 3017 w 50289"/>
                <a:gd name="connsiteY19" fmla="*/ 64361 h 111518"/>
                <a:gd name="connsiteX20" fmla="*/ 6004 w 50289"/>
                <a:gd name="connsiteY20" fmla="*/ 61710 h 111518"/>
                <a:gd name="connsiteX21" fmla="*/ 23763 w 50289"/>
                <a:gd name="connsiteY21" fmla="*/ 41494 h 111518"/>
                <a:gd name="connsiteX22" fmla="*/ 27913 w 50289"/>
                <a:gd name="connsiteY22" fmla="*/ 47293 h 111518"/>
                <a:gd name="connsiteX23" fmla="*/ 22767 w 50289"/>
                <a:gd name="connsiteY23" fmla="*/ 63864 h 111518"/>
                <a:gd name="connsiteX24" fmla="*/ 12311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169" y="6365"/>
                  </a:moveTo>
                  <a:cubicBezTo>
                    <a:pt x="46169" y="3713"/>
                    <a:pt x="44178" y="68"/>
                    <a:pt x="39531" y="68"/>
                  </a:cubicBezTo>
                  <a:cubicBezTo>
                    <a:pt x="35049" y="68"/>
                    <a:pt x="30236" y="4376"/>
                    <a:pt x="30236" y="9181"/>
                  </a:cubicBezTo>
                  <a:cubicBezTo>
                    <a:pt x="30236" y="11998"/>
                    <a:pt x="32394" y="15478"/>
                    <a:pt x="36875" y="15478"/>
                  </a:cubicBezTo>
                  <a:cubicBezTo>
                    <a:pt x="41688" y="15478"/>
                    <a:pt x="46169" y="10839"/>
                    <a:pt x="46169" y="6365"/>
                  </a:cubicBezTo>
                  <a:close/>
                  <a:moveTo>
                    <a:pt x="12311" y="90542"/>
                  </a:moveTo>
                  <a:cubicBezTo>
                    <a:pt x="11647" y="92696"/>
                    <a:pt x="10817" y="94685"/>
                    <a:pt x="10817" y="97502"/>
                  </a:cubicBezTo>
                  <a:cubicBezTo>
                    <a:pt x="10817" y="105290"/>
                    <a:pt x="17456" y="111587"/>
                    <a:pt x="26585" y="111587"/>
                  </a:cubicBezTo>
                  <a:cubicBezTo>
                    <a:pt x="43182" y="111587"/>
                    <a:pt x="50485" y="88720"/>
                    <a:pt x="50485" y="86234"/>
                  </a:cubicBezTo>
                  <a:cubicBezTo>
                    <a:pt x="50485" y="84080"/>
                    <a:pt x="48327" y="84080"/>
                    <a:pt x="47829" y="84080"/>
                  </a:cubicBezTo>
                  <a:cubicBezTo>
                    <a:pt x="45506" y="84080"/>
                    <a:pt x="45340" y="85074"/>
                    <a:pt x="44676" y="86897"/>
                  </a:cubicBezTo>
                  <a:cubicBezTo>
                    <a:pt x="40858" y="100153"/>
                    <a:pt x="33556" y="106947"/>
                    <a:pt x="27083" y="106947"/>
                  </a:cubicBezTo>
                  <a:cubicBezTo>
                    <a:pt x="23763" y="106947"/>
                    <a:pt x="22933" y="104793"/>
                    <a:pt x="22933" y="101147"/>
                  </a:cubicBezTo>
                  <a:cubicBezTo>
                    <a:pt x="22933" y="97336"/>
                    <a:pt x="24095" y="94188"/>
                    <a:pt x="25589" y="90542"/>
                  </a:cubicBezTo>
                  <a:cubicBezTo>
                    <a:pt x="27249" y="86068"/>
                    <a:pt x="29074" y="81594"/>
                    <a:pt x="30900" y="77286"/>
                  </a:cubicBezTo>
                  <a:cubicBezTo>
                    <a:pt x="32394" y="73309"/>
                    <a:pt x="38369" y="58230"/>
                    <a:pt x="39033" y="56242"/>
                  </a:cubicBezTo>
                  <a:cubicBezTo>
                    <a:pt x="39531" y="54584"/>
                    <a:pt x="40028" y="52596"/>
                    <a:pt x="40028" y="50939"/>
                  </a:cubicBezTo>
                  <a:cubicBezTo>
                    <a:pt x="40028" y="43151"/>
                    <a:pt x="33390" y="36854"/>
                    <a:pt x="24261" y="36854"/>
                  </a:cubicBezTo>
                  <a:cubicBezTo>
                    <a:pt x="7830" y="36854"/>
                    <a:pt x="195" y="59390"/>
                    <a:pt x="195" y="62207"/>
                  </a:cubicBezTo>
                  <a:cubicBezTo>
                    <a:pt x="195" y="64361"/>
                    <a:pt x="2519" y="64361"/>
                    <a:pt x="3017" y="64361"/>
                  </a:cubicBezTo>
                  <a:cubicBezTo>
                    <a:pt x="5340" y="64361"/>
                    <a:pt x="5506" y="63533"/>
                    <a:pt x="6004" y="61710"/>
                  </a:cubicBezTo>
                  <a:cubicBezTo>
                    <a:pt x="10320" y="47459"/>
                    <a:pt x="17622" y="41494"/>
                    <a:pt x="23763" y="41494"/>
                  </a:cubicBezTo>
                  <a:cubicBezTo>
                    <a:pt x="26419" y="41494"/>
                    <a:pt x="27913" y="42819"/>
                    <a:pt x="27913" y="47293"/>
                  </a:cubicBezTo>
                  <a:cubicBezTo>
                    <a:pt x="27913" y="51105"/>
                    <a:pt x="26917" y="53590"/>
                    <a:pt x="22767" y="63864"/>
                  </a:cubicBezTo>
                  <a:lnTo>
                    <a:pt x="12311"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59" name="Freeform: Shape 658">
              <a:extLst>
                <a:ext uri="{FF2B5EF4-FFF2-40B4-BE49-F238E27FC236}">
                  <a16:creationId xmlns:a16="http://schemas.microsoft.com/office/drawing/2014/main" id="{53223B8A-6F87-BB4B-36B1-E5B9262D0E94}"/>
                </a:ext>
              </a:extLst>
            </p:cNvPr>
            <p:cNvSpPr/>
            <p:nvPr>
              <p:custDataLst>
                <p:tags r:id="rId79"/>
              </p:custDataLst>
            </p:nvPr>
          </p:nvSpPr>
          <p:spPr>
            <a:xfrm>
              <a:off x="9702408" y="6197580"/>
              <a:ext cx="55007" cy="236720"/>
            </a:xfrm>
            <a:custGeom>
              <a:avLst/>
              <a:gdLst>
                <a:gd name="connsiteX0" fmla="*/ 55206 w 55007"/>
                <a:gd name="connsiteY0" fmla="*/ 234419 h 236720"/>
                <a:gd name="connsiteX1" fmla="*/ 51176 w 55007"/>
                <a:gd name="connsiteY1" fmla="*/ 229212 h 236720"/>
                <a:gd name="connsiteX2" fmla="*/ 13951 w 55007"/>
                <a:gd name="connsiteY2" fmla="*/ 118426 h 236720"/>
                <a:gd name="connsiteX3" fmla="*/ 52124 w 55007"/>
                <a:gd name="connsiteY3" fmla="*/ 6458 h 236720"/>
                <a:gd name="connsiteX4" fmla="*/ 55206 w 55007"/>
                <a:gd name="connsiteY4" fmla="*/ 2433 h 236720"/>
                <a:gd name="connsiteX5" fmla="*/ 52835 w 55007"/>
                <a:gd name="connsiteY5" fmla="*/ 66 h 236720"/>
                <a:gd name="connsiteX6" fmla="*/ 15136 w 55007"/>
                <a:gd name="connsiteY6" fmla="*/ 46227 h 236720"/>
                <a:gd name="connsiteX7" fmla="*/ 199 w 55007"/>
                <a:gd name="connsiteY7" fmla="*/ 118426 h 236720"/>
                <a:gd name="connsiteX8" fmla="*/ 15847 w 55007"/>
                <a:gd name="connsiteY8" fmla="*/ 192283 h 236720"/>
                <a:gd name="connsiteX9" fmla="*/ 52835 w 55007"/>
                <a:gd name="connsiteY9" fmla="*/ 236787 h 236720"/>
                <a:gd name="connsiteX10" fmla="*/ 55206 w 55007"/>
                <a:gd name="connsiteY10" fmla="*/ 234419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206" y="234419"/>
                  </a:moveTo>
                  <a:cubicBezTo>
                    <a:pt x="55206" y="233709"/>
                    <a:pt x="55206" y="233236"/>
                    <a:pt x="51176" y="229212"/>
                  </a:cubicBezTo>
                  <a:cubicBezTo>
                    <a:pt x="21538" y="199385"/>
                    <a:pt x="13951" y="154645"/>
                    <a:pt x="13951" y="118426"/>
                  </a:cubicBezTo>
                  <a:cubicBezTo>
                    <a:pt x="13951" y="77237"/>
                    <a:pt x="22960" y="36048"/>
                    <a:pt x="52124" y="6458"/>
                  </a:cubicBezTo>
                  <a:cubicBezTo>
                    <a:pt x="55206" y="3617"/>
                    <a:pt x="55206" y="3144"/>
                    <a:pt x="55206" y="2433"/>
                  </a:cubicBezTo>
                  <a:cubicBezTo>
                    <a:pt x="55206" y="776"/>
                    <a:pt x="54258" y="66"/>
                    <a:pt x="52835" y="66"/>
                  </a:cubicBezTo>
                  <a:cubicBezTo>
                    <a:pt x="50464" y="66"/>
                    <a:pt x="29125" y="16163"/>
                    <a:pt x="15136" y="46227"/>
                  </a:cubicBezTo>
                  <a:cubicBezTo>
                    <a:pt x="3044" y="72266"/>
                    <a:pt x="199" y="98542"/>
                    <a:pt x="199" y="118426"/>
                  </a:cubicBezTo>
                  <a:cubicBezTo>
                    <a:pt x="199" y="136891"/>
                    <a:pt x="2807" y="165534"/>
                    <a:pt x="15847" y="192283"/>
                  </a:cubicBezTo>
                  <a:cubicBezTo>
                    <a:pt x="30074" y="221400"/>
                    <a:pt x="50464" y="236787"/>
                    <a:pt x="52835" y="236787"/>
                  </a:cubicBezTo>
                  <a:cubicBezTo>
                    <a:pt x="54258" y="236787"/>
                    <a:pt x="55206" y="236077"/>
                    <a:pt x="55206" y="234419"/>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0" name="Freeform: Shape 659">
              <a:extLst>
                <a:ext uri="{FF2B5EF4-FFF2-40B4-BE49-F238E27FC236}">
                  <a16:creationId xmlns:a16="http://schemas.microsoft.com/office/drawing/2014/main" id="{35DEB102-8D68-738E-6FC3-5734CF6D54FE}"/>
                </a:ext>
              </a:extLst>
            </p:cNvPr>
            <p:cNvSpPr/>
            <p:nvPr>
              <p:custDataLst>
                <p:tags r:id="rId80"/>
              </p:custDataLst>
            </p:nvPr>
          </p:nvSpPr>
          <p:spPr>
            <a:xfrm>
              <a:off x="9802568" y="6235455"/>
              <a:ext cx="85594" cy="7338"/>
            </a:xfrm>
            <a:custGeom>
              <a:avLst/>
              <a:gdLst>
                <a:gd name="connsiteX0" fmla="*/ 85797 w 85594"/>
                <a:gd name="connsiteY0" fmla="*/ 7405 h 7338"/>
                <a:gd name="connsiteX1" fmla="*/ 85797 w 85594"/>
                <a:gd name="connsiteY1" fmla="*/ 66 h 7338"/>
                <a:gd name="connsiteX2" fmla="*/ 203 w 85594"/>
                <a:gd name="connsiteY2" fmla="*/ 66 h 7338"/>
                <a:gd name="connsiteX3" fmla="*/ 203 w 85594"/>
                <a:gd name="connsiteY3" fmla="*/ 7405 h 7338"/>
                <a:gd name="connsiteX4" fmla="*/ 85797 w 85594"/>
                <a:gd name="connsiteY4" fmla="*/ 7405 h 7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94" h="7338">
                  <a:moveTo>
                    <a:pt x="85797" y="7405"/>
                  </a:moveTo>
                  <a:lnTo>
                    <a:pt x="85797" y="66"/>
                  </a:lnTo>
                  <a:lnTo>
                    <a:pt x="203" y="66"/>
                  </a:lnTo>
                  <a:lnTo>
                    <a:pt x="203" y="7405"/>
                  </a:lnTo>
                  <a:lnTo>
                    <a:pt x="85797" y="740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1" name="Freeform: Shape 660">
              <a:extLst>
                <a:ext uri="{FF2B5EF4-FFF2-40B4-BE49-F238E27FC236}">
                  <a16:creationId xmlns:a16="http://schemas.microsoft.com/office/drawing/2014/main" id="{B7B43423-285B-3DFE-FE63-BBCA2D721FA5}"/>
                </a:ext>
              </a:extLst>
            </p:cNvPr>
            <p:cNvSpPr/>
            <p:nvPr>
              <p:custDataLst>
                <p:tags r:id="rId81"/>
              </p:custDataLst>
            </p:nvPr>
          </p:nvSpPr>
          <p:spPr>
            <a:xfrm>
              <a:off x="9778018" y="6270489"/>
              <a:ext cx="118077" cy="107234"/>
            </a:xfrm>
            <a:custGeom>
              <a:avLst/>
              <a:gdLst>
                <a:gd name="connsiteX0" fmla="*/ 72519 w 118077"/>
                <a:gd name="connsiteY0" fmla="*/ 33207 h 107234"/>
                <a:gd name="connsiteX1" fmla="*/ 95992 w 118077"/>
                <a:gd name="connsiteY1" fmla="*/ 5274 h 107234"/>
                <a:gd name="connsiteX2" fmla="*/ 107847 w 118077"/>
                <a:gd name="connsiteY2" fmla="*/ 8351 h 107234"/>
                <a:gd name="connsiteX3" fmla="*/ 96466 w 118077"/>
                <a:gd name="connsiteY3" fmla="*/ 21134 h 107234"/>
                <a:gd name="connsiteX4" fmla="*/ 105476 w 118077"/>
                <a:gd name="connsiteY4" fmla="*/ 29420 h 107234"/>
                <a:gd name="connsiteX5" fmla="*/ 118280 w 118077"/>
                <a:gd name="connsiteY5" fmla="*/ 15690 h 107234"/>
                <a:gd name="connsiteX6" fmla="*/ 96229 w 118077"/>
                <a:gd name="connsiteY6" fmla="*/ 66 h 107234"/>
                <a:gd name="connsiteX7" fmla="*/ 71333 w 118077"/>
                <a:gd name="connsiteY7" fmla="*/ 18057 h 107234"/>
                <a:gd name="connsiteX8" fmla="*/ 45726 w 118077"/>
                <a:gd name="connsiteY8" fmla="*/ 66 h 107234"/>
                <a:gd name="connsiteX9" fmla="*/ 7553 w 118077"/>
                <a:gd name="connsiteY9" fmla="*/ 36521 h 107234"/>
                <a:gd name="connsiteX10" fmla="*/ 10398 w 118077"/>
                <a:gd name="connsiteY10" fmla="*/ 38888 h 107234"/>
                <a:gd name="connsiteX11" fmla="*/ 13480 w 118077"/>
                <a:gd name="connsiteY11" fmla="*/ 36284 h 107234"/>
                <a:gd name="connsiteX12" fmla="*/ 45252 w 118077"/>
                <a:gd name="connsiteY12" fmla="*/ 5274 h 107234"/>
                <a:gd name="connsiteX13" fmla="*/ 58055 w 118077"/>
                <a:gd name="connsiteY13" fmla="*/ 21134 h 107234"/>
                <a:gd name="connsiteX14" fmla="*/ 45252 w 118077"/>
                <a:gd name="connsiteY14" fmla="*/ 77474 h 107234"/>
                <a:gd name="connsiteX15" fmla="*/ 22727 w 118077"/>
                <a:gd name="connsiteY15" fmla="*/ 102093 h 107234"/>
                <a:gd name="connsiteX16" fmla="*/ 10872 w 118077"/>
                <a:gd name="connsiteY16" fmla="*/ 99015 h 107234"/>
                <a:gd name="connsiteX17" fmla="*/ 22016 w 118077"/>
                <a:gd name="connsiteY17" fmla="*/ 86232 h 107234"/>
                <a:gd name="connsiteX18" fmla="*/ 13243 w 118077"/>
                <a:gd name="connsiteY18" fmla="*/ 77947 h 107234"/>
                <a:gd name="connsiteX19" fmla="*/ 202 w 118077"/>
                <a:gd name="connsiteY19" fmla="*/ 91677 h 107234"/>
                <a:gd name="connsiteX20" fmla="*/ 22490 w 118077"/>
                <a:gd name="connsiteY20" fmla="*/ 107301 h 107234"/>
                <a:gd name="connsiteX21" fmla="*/ 47386 w 118077"/>
                <a:gd name="connsiteY21" fmla="*/ 89310 h 107234"/>
                <a:gd name="connsiteX22" fmla="*/ 72993 w 118077"/>
                <a:gd name="connsiteY22" fmla="*/ 107301 h 107234"/>
                <a:gd name="connsiteX23" fmla="*/ 110929 w 118077"/>
                <a:gd name="connsiteY23" fmla="*/ 70846 h 107234"/>
                <a:gd name="connsiteX24" fmla="*/ 108084 w 118077"/>
                <a:gd name="connsiteY24" fmla="*/ 68478 h 107234"/>
                <a:gd name="connsiteX25" fmla="*/ 105002 w 118077"/>
                <a:gd name="connsiteY25" fmla="*/ 71082 h 107234"/>
                <a:gd name="connsiteX26" fmla="*/ 73467 w 118077"/>
                <a:gd name="connsiteY26" fmla="*/ 102093 h 107234"/>
                <a:gd name="connsiteX27" fmla="*/ 60427 w 118077"/>
                <a:gd name="connsiteY27" fmla="*/ 86469 h 107234"/>
                <a:gd name="connsiteX28" fmla="*/ 64457 w 118077"/>
                <a:gd name="connsiteY28" fmla="*/ 65638 h 107234"/>
                <a:gd name="connsiteX29" fmla="*/ 72519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19" y="33207"/>
                  </a:moveTo>
                  <a:cubicBezTo>
                    <a:pt x="73941" y="27052"/>
                    <a:pt x="79395" y="5274"/>
                    <a:pt x="95992" y="5274"/>
                  </a:cubicBezTo>
                  <a:cubicBezTo>
                    <a:pt x="97177" y="5274"/>
                    <a:pt x="102868" y="5274"/>
                    <a:pt x="107847" y="8351"/>
                  </a:cubicBezTo>
                  <a:cubicBezTo>
                    <a:pt x="101208" y="9535"/>
                    <a:pt x="96466" y="15453"/>
                    <a:pt x="96466" y="21134"/>
                  </a:cubicBezTo>
                  <a:cubicBezTo>
                    <a:pt x="96466" y="24922"/>
                    <a:pt x="99074" y="29420"/>
                    <a:pt x="105476" y="29420"/>
                  </a:cubicBezTo>
                  <a:cubicBezTo>
                    <a:pt x="110692" y="29420"/>
                    <a:pt x="118280" y="25159"/>
                    <a:pt x="118280" y="15690"/>
                  </a:cubicBezTo>
                  <a:cubicBezTo>
                    <a:pt x="118280" y="3380"/>
                    <a:pt x="104291" y="66"/>
                    <a:pt x="96229" y="66"/>
                  </a:cubicBezTo>
                  <a:cubicBezTo>
                    <a:pt x="82477" y="66"/>
                    <a:pt x="74178" y="12612"/>
                    <a:pt x="71333" y="18057"/>
                  </a:cubicBezTo>
                  <a:cubicBezTo>
                    <a:pt x="65406" y="2433"/>
                    <a:pt x="52602" y="66"/>
                    <a:pt x="45726" y="66"/>
                  </a:cubicBezTo>
                  <a:cubicBezTo>
                    <a:pt x="21067" y="66"/>
                    <a:pt x="7553" y="30603"/>
                    <a:pt x="7553" y="36521"/>
                  </a:cubicBezTo>
                  <a:cubicBezTo>
                    <a:pt x="7553" y="38888"/>
                    <a:pt x="9924" y="38888"/>
                    <a:pt x="10398" y="38888"/>
                  </a:cubicBezTo>
                  <a:cubicBezTo>
                    <a:pt x="12295" y="38888"/>
                    <a:pt x="13006" y="38415"/>
                    <a:pt x="13480" y="36284"/>
                  </a:cubicBezTo>
                  <a:cubicBezTo>
                    <a:pt x="21542" y="11192"/>
                    <a:pt x="37190" y="5274"/>
                    <a:pt x="45252" y="5274"/>
                  </a:cubicBezTo>
                  <a:cubicBezTo>
                    <a:pt x="49757" y="5274"/>
                    <a:pt x="58055" y="7405"/>
                    <a:pt x="58055" y="21134"/>
                  </a:cubicBezTo>
                  <a:cubicBezTo>
                    <a:pt x="58055" y="28473"/>
                    <a:pt x="54025" y="44333"/>
                    <a:pt x="45252" y="77474"/>
                  </a:cubicBezTo>
                  <a:cubicBezTo>
                    <a:pt x="41458" y="92151"/>
                    <a:pt x="33160" y="102093"/>
                    <a:pt x="22727" y="102093"/>
                  </a:cubicBezTo>
                  <a:cubicBezTo>
                    <a:pt x="21305" y="102093"/>
                    <a:pt x="15851" y="102093"/>
                    <a:pt x="10872" y="99015"/>
                  </a:cubicBezTo>
                  <a:cubicBezTo>
                    <a:pt x="16800" y="97832"/>
                    <a:pt x="22016" y="92861"/>
                    <a:pt x="22016" y="86232"/>
                  </a:cubicBezTo>
                  <a:cubicBezTo>
                    <a:pt x="22016" y="79841"/>
                    <a:pt x="16800" y="77947"/>
                    <a:pt x="13243" y="77947"/>
                  </a:cubicBezTo>
                  <a:cubicBezTo>
                    <a:pt x="6130" y="77947"/>
                    <a:pt x="202" y="84102"/>
                    <a:pt x="202" y="91677"/>
                  </a:cubicBezTo>
                  <a:cubicBezTo>
                    <a:pt x="202" y="102566"/>
                    <a:pt x="12058" y="107301"/>
                    <a:pt x="22490" y="107301"/>
                  </a:cubicBezTo>
                  <a:cubicBezTo>
                    <a:pt x="38139" y="107301"/>
                    <a:pt x="46675" y="90730"/>
                    <a:pt x="47386" y="89310"/>
                  </a:cubicBezTo>
                  <a:cubicBezTo>
                    <a:pt x="50231" y="98069"/>
                    <a:pt x="58767" y="107301"/>
                    <a:pt x="72993" y="107301"/>
                  </a:cubicBezTo>
                  <a:cubicBezTo>
                    <a:pt x="97415" y="107301"/>
                    <a:pt x="110929" y="76764"/>
                    <a:pt x="110929" y="70846"/>
                  </a:cubicBezTo>
                  <a:cubicBezTo>
                    <a:pt x="110929" y="68478"/>
                    <a:pt x="108795" y="68478"/>
                    <a:pt x="108084" y="68478"/>
                  </a:cubicBezTo>
                  <a:cubicBezTo>
                    <a:pt x="105950" y="68478"/>
                    <a:pt x="105476" y="69425"/>
                    <a:pt x="105002" y="71082"/>
                  </a:cubicBezTo>
                  <a:cubicBezTo>
                    <a:pt x="97177" y="96411"/>
                    <a:pt x="81054" y="102093"/>
                    <a:pt x="73467" y="102093"/>
                  </a:cubicBezTo>
                  <a:cubicBezTo>
                    <a:pt x="64220" y="102093"/>
                    <a:pt x="60427" y="94518"/>
                    <a:pt x="60427" y="86469"/>
                  </a:cubicBezTo>
                  <a:cubicBezTo>
                    <a:pt x="60427" y="81261"/>
                    <a:pt x="61849" y="76054"/>
                    <a:pt x="64457" y="65638"/>
                  </a:cubicBezTo>
                  <a:lnTo>
                    <a:pt x="72519"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2" name="Freeform: Shape 661">
              <a:extLst>
                <a:ext uri="{FF2B5EF4-FFF2-40B4-BE49-F238E27FC236}">
                  <a16:creationId xmlns:a16="http://schemas.microsoft.com/office/drawing/2014/main" id="{05066007-4438-E957-F854-3F0B6161D1E4}"/>
                </a:ext>
              </a:extLst>
            </p:cNvPr>
            <p:cNvSpPr/>
            <p:nvPr>
              <p:custDataLst>
                <p:tags r:id="rId82"/>
              </p:custDataLst>
            </p:nvPr>
          </p:nvSpPr>
          <p:spPr>
            <a:xfrm>
              <a:off x="9979020" y="6311205"/>
              <a:ext cx="144869" cy="9468"/>
            </a:xfrm>
            <a:custGeom>
              <a:avLst/>
              <a:gdLst>
                <a:gd name="connsiteX0" fmla="*/ 136782 w 144869"/>
                <a:gd name="connsiteY0" fmla="*/ 9535 h 9468"/>
                <a:gd name="connsiteX1" fmla="*/ 145080 w 144869"/>
                <a:gd name="connsiteY1" fmla="*/ 4801 h 9468"/>
                <a:gd name="connsiteX2" fmla="*/ 136782 w 144869"/>
                <a:gd name="connsiteY2" fmla="*/ 66 h 9468"/>
                <a:gd name="connsiteX3" fmla="*/ 8509 w 144869"/>
                <a:gd name="connsiteY3" fmla="*/ 66 h 9468"/>
                <a:gd name="connsiteX4" fmla="*/ 210 w 144869"/>
                <a:gd name="connsiteY4" fmla="*/ 4801 h 9468"/>
                <a:gd name="connsiteX5" fmla="*/ 8509 w 144869"/>
                <a:gd name="connsiteY5" fmla="*/ 9535 h 9468"/>
                <a:gd name="connsiteX6" fmla="*/ 136782 w 144869"/>
                <a:gd name="connsiteY6" fmla="*/ 9535 h 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869" h="9468">
                  <a:moveTo>
                    <a:pt x="136782" y="9535"/>
                  </a:moveTo>
                  <a:cubicBezTo>
                    <a:pt x="140812" y="9535"/>
                    <a:pt x="145080" y="9535"/>
                    <a:pt x="145080" y="4801"/>
                  </a:cubicBezTo>
                  <a:cubicBezTo>
                    <a:pt x="145080" y="66"/>
                    <a:pt x="140812" y="66"/>
                    <a:pt x="136782" y="66"/>
                  </a:cubicBezTo>
                  <a:lnTo>
                    <a:pt x="8509" y="66"/>
                  </a:lnTo>
                  <a:cubicBezTo>
                    <a:pt x="4478" y="66"/>
                    <a:pt x="210" y="66"/>
                    <a:pt x="210" y="4801"/>
                  </a:cubicBezTo>
                  <a:cubicBezTo>
                    <a:pt x="210" y="9535"/>
                    <a:pt x="4478" y="9535"/>
                    <a:pt x="8509" y="9535"/>
                  </a:cubicBezTo>
                  <a:lnTo>
                    <a:pt x="136782" y="9535"/>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3" name="Freeform: Shape 662">
              <a:extLst>
                <a:ext uri="{FF2B5EF4-FFF2-40B4-BE49-F238E27FC236}">
                  <a16:creationId xmlns:a16="http://schemas.microsoft.com/office/drawing/2014/main" id="{BB6377DC-88FB-B907-D6DB-8627FEA078E3}"/>
                </a:ext>
              </a:extLst>
            </p:cNvPr>
            <p:cNvSpPr/>
            <p:nvPr>
              <p:custDataLst>
                <p:tags r:id="rId83"/>
              </p:custDataLst>
            </p:nvPr>
          </p:nvSpPr>
          <p:spPr>
            <a:xfrm>
              <a:off x="10203318" y="6270489"/>
              <a:ext cx="118077" cy="107234"/>
            </a:xfrm>
            <a:custGeom>
              <a:avLst/>
              <a:gdLst>
                <a:gd name="connsiteX0" fmla="*/ 72537 w 118077"/>
                <a:gd name="connsiteY0" fmla="*/ 33207 h 107234"/>
                <a:gd name="connsiteX1" fmla="*/ 96010 w 118077"/>
                <a:gd name="connsiteY1" fmla="*/ 5274 h 107234"/>
                <a:gd name="connsiteX2" fmla="*/ 107865 w 118077"/>
                <a:gd name="connsiteY2" fmla="*/ 8351 h 107234"/>
                <a:gd name="connsiteX3" fmla="*/ 96484 w 118077"/>
                <a:gd name="connsiteY3" fmla="*/ 21134 h 107234"/>
                <a:gd name="connsiteX4" fmla="*/ 105494 w 118077"/>
                <a:gd name="connsiteY4" fmla="*/ 29420 h 107234"/>
                <a:gd name="connsiteX5" fmla="*/ 118297 w 118077"/>
                <a:gd name="connsiteY5" fmla="*/ 15690 h 107234"/>
                <a:gd name="connsiteX6" fmla="*/ 96247 w 118077"/>
                <a:gd name="connsiteY6" fmla="*/ 66 h 107234"/>
                <a:gd name="connsiteX7" fmla="*/ 71351 w 118077"/>
                <a:gd name="connsiteY7" fmla="*/ 18057 h 107234"/>
                <a:gd name="connsiteX8" fmla="*/ 45744 w 118077"/>
                <a:gd name="connsiteY8" fmla="*/ 66 h 107234"/>
                <a:gd name="connsiteX9" fmla="*/ 7570 w 118077"/>
                <a:gd name="connsiteY9" fmla="*/ 36521 h 107234"/>
                <a:gd name="connsiteX10" fmla="*/ 10416 w 118077"/>
                <a:gd name="connsiteY10" fmla="*/ 38888 h 107234"/>
                <a:gd name="connsiteX11" fmla="*/ 13498 w 118077"/>
                <a:gd name="connsiteY11" fmla="*/ 36284 h 107234"/>
                <a:gd name="connsiteX12" fmla="*/ 45270 w 118077"/>
                <a:gd name="connsiteY12" fmla="*/ 5274 h 107234"/>
                <a:gd name="connsiteX13" fmla="*/ 58073 w 118077"/>
                <a:gd name="connsiteY13" fmla="*/ 21134 h 107234"/>
                <a:gd name="connsiteX14" fmla="*/ 45270 w 118077"/>
                <a:gd name="connsiteY14" fmla="*/ 77474 h 107234"/>
                <a:gd name="connsiteX15" fmla="*/ 22745 w 118077"/>
                <a:gd name="connsiteY15" fmla="*/ 102093 h 107234"/>
                <a:gd name="connsiteX16" fmla="*/ 10890 w 118077"/>
                <a:gd name="connsiteY16" fmla="*/ 99015 h 107234"/>
                <a:gd name="connsiteX17" fmla="*/ 22034 w 118077"/>
                <a:gd name="connsiteY17" fmla="*/ 86232 h 107234"/>
                <a:gd name="connsiteX18" fmla="*/ 13261 w 118077"/>
                <a:gd name="connsiteY18" fmla="*/ 77947 h 107234"/>
                <a:gd name="connsiteX19" fmla="*/ 220 w 118077"/>
                <a:gd name="connsiteY19" fmla="*/ 91677 h 107234"/>
                <a:gd name="connsiteX20" fmla="*/ 22508 w 118077"/>
                <a:gd name="connsiteY20" fmla="*/ 107301 h 107234"/>
                <a:gd name="connsiteX21" fmla="*/ 47404 w 118077"/>
                <a:gd name="connsiteY21" fmla="*/ 89310 h 107234"/>
                <a:gd name="connsiteX22" fmla="*/ 73011 w 118077"/>
                <a:gd name="connsiteY22" fmla="*/ 107301 h 107234"/>
                <a:gd name="connsiteX23" fmla="*/ 110947 w 118077"/>
                <a:gd name="connsiteY23" fmla="*/ 70846 h 107234"/>
                <a:gd name="connsiteX24" fmla="*/ 108102 w 118077"/>
                <a:gd name="connsiteY24" fmla="*/ 68478 h 107234"/>
                <a:gd name="connsiteX25" fmla="*/ 105020 w 118077"/>
                <a:gd name="connsiteY25" fmla="*/ 71082 h 107234"/>
                <a:gd name="connsiteX26" fmla="*/ 73485 w 118077"/>
                <a:gd name="connsiteY26" fmla="*/ 102093 h 107234"/>
                <a:gd name="connsiteX27" fmla="*/ 60444 w 118077"/>
                <a:gd name="connsiteY27" fmla="*/ 86469 h 107234"/>
                <a:gd name="connsiteX28" fmla="*/ 64475 w 118077"/>
                <a:gd name="connsiteY28" fmla="*/ 65638 h 107234"/>
                <a:gd name="connsiteX29" fmla="*/ 72537 w 118077"/>
                <a:gd name="connsiteY29" fmla="*/ 33207 h 1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077" h="107234">
                  <a:moveTo>
                    <a:pt x="72537" y="33207"/>
                  </a:moveTo>
                  <a:cubicBezTo>
                    <a:pt x="73959" y="27052"/>
                    <a:pt x="79413" y="5274"/>
                    <a:pt x="96010" y="5274"/>
                  </a:cubicBezTo>
                  <a:cubicBezTo>
                    <a:pt x="97195" y="5274"/>
                    <a:pt x="102886" y="5274"/>
                    <a:pt x="107865" y="8351"/>
                  </a:cubicBezTo>
                  <a:cubicBezTo>
                    <a:pt x="101226" y="9535"/>
                    <a:pt x="96484" y="15453"/>
                    <a:pt x="96484" y="21134"/>
                  </a:cubicBezTo>
                  <a:cubicBezTo>
                    <a:pt x="96484" y="24922"/>
                    <a:pt x="99092" y="29420"/>
                    <a:pt x="105494" y="29420"/>
                  </a:cubicBezTo>
                  <a:cubicBezTo>
                    <a:pt x="110710" y="29420"/>
                    <a:pt x="118297" y="25159"/>
                    <a:pt x="118297" y="15690"/>
                  </a:cubicBezTo>
                  <a:cubicBezTo>
                    <a:pt x="118297" y="3380"/>
                    <a:pt x="104308" y="66"/>
                    <a:pt x="96247" y="66"/>
                  </a:cubicBezTo>
                  <a:cubicBezTo>
                    <a:pt x="82495" y="66"/>
                    <a:pt x="74196" y="12612"/>
                    <a:pt x="71351" y="18057"/>
                  </a:cubicBezTo>
                  <a:cubicBezTo>
                    <a:pt x="65424" y="2433"/>
                    <a:pt x="52620" y="66"/>
                    <a:pt x="45744" y="66"/>
                  </a:cubicBezTo>
                  <a:cubicBezTo>
                    <a:pt x="21085" y="66"/>
                    <a:pt x="7570" y="30603"/>
                    <a:pt x="7570" y="36521"/>
                  </a:cubicBezTo>
                  <a:cubicBezTo>
                    <a:pt x="7570" y="38888"/>
                    <a:pt x="9942" y="38888"/>
                    <a:pt x="10416" y="38888"/>
                  </a:cubicBezTo>
                  <a:cubicBezTo>
                    <a:pt x="12313" y="38888"/>
                    <a:pt x="13024" y="38415"/>
                    <a:pt x="13498" y="36284"/>
                  </a:cubicBezTo>
                  <a:cubicBezTo>
                    <a:pt x="21560" y="11192"/>
                    <a:pt x="37208" y="5274"/>
                    <a:pt x="45270" y="5274"/>
                  </a:cubicBezTo>
                  <a:cubicBezTo>
                    <a:pt x="49775" y="5274"/>
                    <a:pt x="58073" y="7405"/>
                    <a:pt x="58073" y="21134"/>
                  </a:cubicBezTo>
                  <a:cubicBezTo>
                    <a:pt x="58073" y="28473"/>
                    <a:pt x="54043" y="44333"/>
                    <a:pt x="45270" y="77474"/>
                  </a:cubicBezTo>
                  <a:cubicBezTo>
                    <a:pt x="41476" y="92151"/>
                    <a:pt x="33178" y="102093"/>
                    <a:pt x="22745" y="102093"/>
                  </a:cubicBezTo>
                  <a:cubicBezTo>
                    <a:pt x="21322" y="102093"/>
                    <a:pt x="15869" y="102093"/>
                    <a:pt x="10890" y="99015"/>
                  </a:cubicBezTo>
                  <a:cubicBezTo>
                    <a:pt x="16817" y="97832"/>
                    <a:pt x="22034" y="92861"/>
                    <a:pt x="22034" y="86232"/>
                  </a:cubicBezTo>
                  <a:cubicBezTo>
                    <a:pt x="22034" y="79841"/>
                    <a:pt x="16817" y="77947"/>
                    <a:pt x="13261" y="77947"/>
                  </a:cubicBezTo>
                  <a:cubicBezTo>
                    <a:pt x="6148" y="77947"/>
                    <a:pt x="220" y="84102"/>
                    <a:pt x="220" y="91677"/>
                  </a:cubicBezTo>
                  <a:cubicBezTo>
                    <a:pt x="220" y="102566"/>
                    <a:pt x="12075" y="107301"/>
                    <a:pt x="22508" y="107301"/>
                  </a:cubicBezTo>
                  <a:cubicBezTo>
                    <a:pt x="38157" y="107301"/>
                    <a:pt x="46692" y="90730"/>
                    <a:pt x="47404" y="89310"/>
                  </a:cubicBezTo>
                  <a:cubicBezTo>
                    <a:pt x="50249" y="98069"/>
                    <a:pt x="58785" y="107301"/>
                    <a:pt x="73011" y="107301"/>
                  </a:cubicBezTo>
                  <a:cubicBezTo>
                    <a:pt x="97432" y="107301"/>
                    <a:pt x="110947" y="76764"/>
                    <a:pt x="110947" y="70846"/>
                  </a:cubicBezTo>
                  <a:cubicBezTo>
                    <a:pt x="110947" y="68478"/>
                    <a:pt x="108813" y="68478"/>
                    <a:pt x="108102" y="68478"/>
                  </a:cubicBezTo>
                  <a:cubicBezTo>
                    <a:pt x="105968" y="68478"/>
                    <a:pt x="105494" y="69425"/>
                    <a:pt x="105020" y="71082"/>
                  </a:cubicBezTo>
                  <a:cubicBezTo>
                    <a:pt x="97195" y="96411"/>
                    <a:pt x="81072" y="102093"/>
                    <a:pt x="73485" y="102093"/>
                  </a:cubicBezTo>
                  <a:cubicBezTo>
                    <a:pt x="64238" y="102093"/>
                    <a:pt x="60444" y="94518"/>
                    <a:pt x="60444" y="86469"/>
                  </a:cubicBezTo>
                  <a:cubicBezTo>
                    <a:pt x="60444" y="81261"/>
                    <a:pt x="61867" y="76054"/>
                    <a:pt x="64475" y="65638"/>
                  </a:cubicBezTo>
                  <a:lnTo>
                    <a:pt x="72537" y="33207"/>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4" name="Freeform: Shape 663">
              <a:extLst>
                <a:ext uri="{FF2B5EF4-FFF2-40B4-BE49-F238E27FC236}">
                  <a16:creationId xmlns:a16="http://schemas.microsoft.com/office/drawing/2014/main" id="{E5AF20E5-5925-0825-6A29-5D87BAC03B51}"/>
                </a:ext>
              </a:extLst>
            </p:cNvPr>
            <p:cNvSpPr/>
            <p:nvPr>
              <p:custDataLst>
                <p:tags r:id="rId84"/>
              </p:custDataLst>
            </p:nvPr>
          </p:nvSpPr>
          <p:spPr>
            <a:xfrm>
              <a:off x="10339754" y="6300766"/>
              <a:ext cx="50289" cy="111518"/>
            </a:xfrm>
            <a:custGeom>
              <a:avLst/>
              <a:gdLst>
                <a:gd name="connsiteX0" fmla="*/ 46200 w 50289"/>
                <a:gd name="connsiteY0" fmla="*/ 6365 h 111518"/>
                <a:gd name="connsiteX1" fmla="*/ 39561 w 50289"/>
                <a:gd name="connsiteY1" fmla="*/ 68 h 111518"/>
                <a:gd name="connsiteX2" fmla="*/ 30267 w 50289"/>
                <a:gd name="connsiteY2" fmla="*/ 9181 h 111518"/>
                <a:gd name="connsiteX3" fmla="*/ 36906 w 50289"/>
                <a:gd name="connsiteY3" fmla="*/ 15478 h 111518"/>
                <a:gd name="connsiteX4" fmla="*/ 46200 w 50289"/>
                <a:gd name="connsiteY4" fmla="*/ 6365 h 111518"/>
                <a:gd name="connsiteX5" fmla="*/ 12342 w 50289"/>
                <a:gd name="connsiteY5" fmla="*/ 90542 h 111518"/>
                <a:gd name="connsiteX6" fmla="*/ 10848 w 50289"/>
                <a:gd name="connsiteY6" fmla="*/ 97502 h 111518"/>
                <a:gd name="connsiteX7" fmla="*/ 26616 w 50289"/>
                <a:gd name="connsiteY7" fmla="*/ 111587 h 111518"/>
                <a:gd name="connsiteX8" fmla="*/ 50515 w 50289"/>
                <a:gd name="connsiteY8" fmla="*/ 86234 h 111518"/>
                <a:gd name="connsiteX9" fmla="*/ 47860 w 50289"/>
                <a:gd name="connsiteY9" fmla="*/ 84080 h 111518"/>
                <a:gd name="connsiteX10" fmla="*/ 44706 w 50289"/>
                <a:gd name="connsiteY10" fmla="*/ 86897 h 111518"/>
                <a:gd name="connsiteX11" fmla="*/ 27113 w 50289"/>
                <a:gd name="connsiteY11" fmla="*/ 106947 h 111518"/>
                <a:gd name="connsiteX12" fmla="*/ 22964 w 50289"/>
                <a:gd name="connsiteY12" fmla="*/ 101147 h 111518"/>
                <a:gd name="connsiteX13" fmla="*/ 25620 w 50289"/>
                <a:gd name="connsiteY13" fmla="*/ 90542 h 111518"/>
                <a:gd name="connsiteX14" fmla="*/ 30931 w 50289"/>
                <a:gd name="connsiteY14" fmla="*/ 77286 h 111518"/>
                <a:gd name="connsiteX15" fmla="*/ 39063 w 50289"/>
                <a:gd name="connsiteY15" fmla="*/ 56242 h 111518"/>
                <a:gd name="connsiteX16" fmla="*/ 40059 w 50289"/>
                <a:gd name="connsiteY16" fmla="*/ 50939 h 111518"/>
                <a:gd name="connsiteX17" fmla="*/ 24292 w 50289"/>
                <a:gd name="connsiteY17" fmla="*/ 36854 h 111518"/>
                <a:gd name="connsiteX18" fmla="*/ 226 w 50289"/>
                <a:gd name="connsiteY18" fmla="*/ 62207 h 111518"/>
                <a:gd name="connsiteX19" fmla="*/ 3048 w 50289"/>
                <a:gd name="connsiteY19" fmla="*/ 64361 h 111518"/>
                <a:gd name="connsiteX20" fmla="*/ 6035 w 50289"/>
                <a:gd name="connsiteY20" fmla="*/ 61710 h 111518"/>
                <a:gd name="connsiteX21" fmla="*/ 23794 w 50289"/>
                <a:gd name="connsiteY21" fmla="*/ 41494 h 111518"/>
                <a:gd name="connsiteX22" fmla="*/ 27943 w 50289"/>
                <a:gd name="connsiteY22" fmla="*/ 47293 h 111518"/>
                <a:gd name="connsiteX23" fmla="*/ 22798 w 50289"/>
                <a:gd name="connsiteY23" fmla="*/ 63864 h 111518"/>
                <a:gd name="connsiteX24" fmla="*/ 12342 w 50289"/>
                <a:gd name="connsiteY24" fmla="*/ 90542 h 11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0289" h="111518">
                  <a:moveTo>
                    <a:pt x="46200" y="6365"/>
                  </a:moveTo>
                  <a:cubicBezTo>
                    <a:pt x="46200" y="3713"/>
                    <a:pt x="44209" y="68"/>
                    <a:pt x="39561" y="68"/>
                  </a:cubicBezTo>
                  <a:cubicBezTo>
                    <a:pt x="35080" y="68"/>
                    <a:pt x="30267" y="4376"/>
                    <a:pt x="30267" y="9181"/>
                  </a:cubicBezTo>
                  <a:cubicBezTo>
                    <a:pt x="30267" y="11998"/>
                    <a:pt x="32425" y="15478"/>
                    <a:pt x="36906" y="15478"/>
                  </a:cubicBezTo>
                  <a:cubicBezTo>
                    <a:pt x="41719" y="15478"/>
                    <a:pt x="46200" y="10839"/>
                    <a:pt x="46200" y="6365"/>
                  </a:cubicBezTo>
                  <a:close/>
                  <a:moveTo>
                    <a:pt x="12342" y="90542"/>
                  </a:moveTo>
                  <a:cubicBezTo>
                    <a:pt x="11678" y="92696"/>
                    <a:pt x="10848" y="94685"/>
                    <a:pt x="10848" y="97502"/>
                  </a:cubicBezTo>
                  <a:cubicBezTo>
                    <a:pt x="10848" y="105290"/>
                    <a:pt x="17487" y="111587"/>
                    <a:pt x="26616" y="111587"/>
                  </a:cubicBezTo>
                  <a:cubicBezTo>
                    <a:pt x="43213" y="111587"/>
                    <a:pt x="50515" y="88720"/>
                    <a:pt x="50515" y="86234"/>
                  </a:cubicBezTo>
                  <a:cubicBezTo>
                    <a:pt x="50515" y="84080"/>
                    <a:pt x="48358" y="84080"/>
                    <a:pt x="47860" y="84080"/>
                  </a:cubicBezTo>
                  <a:cubicBezTo>
                    <a:pt x="45536" y="84080"/>
                    <a:pt x="45370" y="85074"/>
                    <a:pt x="44706" y="86897"/>
                  </a:cubicBezTo>
                  <a:cubicBezTo>
                    <a:pt x="40889" y="100153"/>
                    <a:pt x="33586" y="106947"/>
                    <a:pt x="27113" y="106947"/>
                  </a:cubicBezTo>
                  <a:cubicBezTo>
                    <a:pt x="23794" y="106947"/>
                    <a:pt x="22964" y="104793"/>
                    <a:pt x="22964" y="101147"/>
                  </a:cubicBezTo>
                  <a:cubicBezTo>
                    <a:pt x="22964" y="97336"/>
                    <a:pt x="24126" y="94188"/>
                    <a:pt x="25620" y="90542"/>
                  </a:cubicBezTo>
                  <a:cubicBezTo>
                    <a:pt x="27279" y="86068"/>
                    <a:pt x="29105" y="81594"/>
                    <a:pt x="30931" y="77286"/>
                  </a:cubicBezTo>
                  <a:cubicBezTo>
                    <a:pt x="32425" y="73309"/>
                    <a:pt x="38400" y="58230"/>
                    <a:pt x="39063" y="56242"/>
                  </a:cubicBezTo>
                  <a:cubicBezTo>
                    <a:pt x="39561" y="54584"/>
                    <a:pt x="40059" y="52596"/>
                    <a:pt x="40059" y="50939"/>
                  </a:cubicBezTo>
                  <a:cubicBezTo>
                    <a:pt x="40059" y="43151"/>
                    <a:pt x="33420" y="36854"/>
                    <a:pt x="24292" y="36854"/>
                  </a:cubicBezTo>
                  <a:cubicBezTo>
                    <a:pt x="7861" y="36854"/>
                    <a:pt x="226" y="59390"/>
                    <a:pt x="226" y="62207"/>
                  </a:cubicBezTo>
                  <a:cubicBezTo>
                    <a:pt x="226" y="64361"/>
                    <a:pt x="2550" y="64361"/>
                    <a:pt x="3048" y="64361"/>
                  </a:cubicBezTo>
                  <a:cubicBezTo>
                    <a:pt x="5371" y="64361"/>
                    <a:pt x="5537" y="63533"/>
                    <a:pt x="6035" y="61710"/>
                  </a:cubicBezTo>
                  <a:cubicBezTo>
                    <a:pt x="10350" y="47459"/>
                    <a:pt x="17653" y="41494"/>
                    <a:pt x="23794" y="41494"/>
                  </a:cubicBezTo>
                  <a:cubicBezTo>
                    <a:pt x="26450" y="41494"/>
                    <a:pt x="27943" y="42819"/>
                    <a:pt x="27943" y="47293"/>
                  </a:cubicBezTo>
                  <a:cubicBezTo>
                    <a:pt x="27943" y="51105"/>
                    <a:pt x="26947" y="53590"/>
                    <a:pt x="22798" y="63864"/>
                  </a:cubicBezTo>
                  <a:lnTo>
                    <a:pt x="12342" y="90542"/>
                  </a:ln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665" name="Freeform: Shape 664">
              <a:extLst>
                <a:ext uri="{FF2B5EF4-FFF2-40B4-BE49-F238E27FC236}">
                  <a16:creationId xmlns:a16="http://schemas.microsoft.com/office/drawing/2014/main" id="{EA31800C-EDD2-E240-77CF-C382D9C2A548}"/>
                </a:ext>
              </a:extLst>
            </p:cNvPr>
            <p:cNvSpPr/>
            <p:nvPr>
              <p:custDataLst>
                <p:tags r:id="rId85"/>
              </p:custDataLst>
            </p:nvPr>
          </p:nvSpPr>
          <p:spPr>
            <a:xfrm>
              <a:off x="10424406" y="6197580"/>
              <a:ext cx="55007" cy="236720"/>
            </a:xfrm>
            <a:custGeom>
              <a:avLst/>
              <a:gdLst>
                <a:gd name="connsiteX0" fmla="*/ 55237 w 55007"/>
                <a:gd name="connsiteY0" fmla="*/ 118426 h 236720"/>
                <a:gd name="connsiteX1" fmla="*/ 39588 w 55007"/>
                <a:gd name="connsiteY1" fmla="*/ 44570 h 236720"/>
                <a:gd name="connsiteX2" fmla="*/ 2600 w 55007"/>
                <a:gd name="connsiteY2" fmla="*/ 66 h 236720"/>
                <a:gd name="connsiteX3" fmla="*/ 229 w 55007"/>
                <a:gd name="connsiteY3" fmla="*/ 2433 h 236720"/>
                <a:gd name="connsiteX4" fmla="*/ 4734 w 55007"/>
                <a:gd name="connsiteY4" fmla="*/ 7878 h 236720"/>
                <a:gd name="connsiteX5" fmla="*/ 41485 w 55007"/>
                <a:gd name="connsiteY5" fmla="*/ 118426 h 236720"/>
                <a:gd name="connsiteX6" fmla="*/ 3312 w 55007"/>
                <a:gd name="connsiteY6" fmla="*/ 230395 h 236720"/>
                <a:gd name="connsiteX7" fmla="*/ 229 w 55007"/>
                <a:gd name="connsiteY7" fmla="*/ 234419 h 236720"/>
                <a:gd name="connsiteX8" fmla="*/ 2600 w 55007"/>
                <a:gd name="connsiteY8" fmla="*/ 236787 h 236720"/>
                <a:gd name="connsiteX9" fmla="*/ 40300 w 55007"/>
                <a:gd name="connsiteY9" fmla="*/ 190626 h 236720"/>
                <a:gd name="connsiteX10" fmla="*/ 55237 w 55007"/>
                <a:gd name="connsiteY10" fmla="*/ 118426 h 23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7" h="236720">
                  <a:moveTo>
                    <a:pt x="55237" y="118426"/>
                  </a:moveTo>
                  <a:cubicBezTo>
                    <a:pt x="55237" y="99962"/>
                    <a:pt x="52629" y="71319"/>
                    <a:pt x="39588" y="44570"/>
                  </a:cubicBezTo>
                  <a:cubicBezTo>
                    <a:pt x="25362" y="15453"/>
                    <a:pt x="4971" y="66"/>
                    <a:pt x="2600" y="66"/>
                  </a:cubicBezTo>
                  <a:cubicBezTo>
                    <a:pt x="1178" y="66"/>
                    <a:pt x="229" y="1013"/>
                    <a:pt x="229" y="2433"/>
                  </a:cubicBezTo>
                  <a:cubicBezTo>
                    <a:pt x="229" y="3144"/>
                    <a:pt x="229" y="3617"/>
                    <a:pt x="4734" y="7878"/>
                  </a:cubicBezTo>
                  <a:cubicBezTo>
                    <a:pt x="27970" y="31313"/>
                    <a:pt x="41485" y="68952"/>
                    <a:pt x="41485" y="118426"/>
                  </a:cubicBezTo>
                  <a:cubicBezTo>
                    <a:pt x="41485" y="158906"/>
                    <a:pt x="32712" y="200568"/>
                    <a:pt x="3312" y="230395"/>
                  </a:cubicBezTo>
                  <a:cubicBezTo>
                    <a:pt x="229" y="233236"/>
                    <a:pt x="229" y="233709"/>
                    <a:pt x="229" y="234419"/>
                  </a:cubicBezTo>
                  <a:cubicBezTo>
                    <a:pt x="229" y="235840"/>
                    <a:pt x="1178" y="236787"/>
                    <a:pt x="2600" y="236787"/>
                  </a:cubicBezTo>
                  <a:cubicBezTo>
                    <a:pt x="4971" y="236787"/>
                    <a:pt x="26311" y="220690"/>
                    <a:pt x="40300" y="190626"/>
                  </a:cubicBezTo>
                  <a:cubicBezTo>
                    <a:pt x="52392" y="164587"/>
                    <a:pt x="55237" y="138311"/>
                    <a:pt x="55237" y="118426"/>
                  </a:cubicBezTo>
                  <a:close/>
                </a:path>
              </a:pathLst>
            </a:custGeom>
            <a:solidFill>
              <a:schemeClr val="tx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grpSp>
        <p:nvGrpSpPr>
          <p:cNvPr id="831" name="Group 830" descr="\documentclass{article}&#10;\usepackage{amsmath}&#10;\pagestyle{empty}&#10;\begin{document}&#10;&#10;&#10;$\hat{\beta_1} =&#10;\frac{\sum\limits_{i=1}^{n} (x_i - \bar{x})( y_i - \bar{y})}{\sum\limits_{i=1}^{n} ( \bar{x} - x_i)^2}$&#10;\end{document}" title="IguanaTex Shape Display">
            <a:extLst>
              <a:ext uri="{FF2B5EF4-FFF2-40B4-BE49-F238E27FC236}">
                <a16:creationId xmlns:a16="http://schemas.microsoft.com/office/drawing/2014/main" id="{5402A0F8-BE22-D30C-854C-7F50882F566C}"/>
              </a:ext>
            </a:extLst>
          </p:cNvPr>
          <p:cNvGrpSpPr>
            <a:grpSpLocks noChangeAspect="1"/>
          </p:cNvGrpSpPr>
          <p:nvPr>
            <p:custDataLst>
              <p:tags r:id="rId10"/>
            </p:custDataLst>
          </p:nvPr>
        </p:nvGrpSpPr>
        <p:grpSpPr>
          <a:xfrm>
            <a:off x="8915399" y="3565049"/>
            <a:ext cx="1460627" cy="578609"/>
            <a:chOff x="8878321" y="4730886"/>
            <a:chExt cx="1996836" cy="791021"/>
          </a:xfrm>
          <a:solidFill>
            <a:schemeClr val="bg1"/>
          </a:solidFill>
        </p:grpSpPr>
        <p:sp>
          <p:nvSpPr>
            <p:cNvPr id="794" name="Freeform: Shape 793">
              <a:extLst>
                <a:ext uri="{FF2B5EF4-FFF2-40B4-BE49-F238E27FC236}">
                  <a16:creationId xmlns:a16="http://schemas.microsoft.com/office/drawing/2014/main" id="{036AAC35-90E1-9425-B988-89A6A7B5DA3E}"/>
                </a:ext>
              </a:extLst>
            </p:cNvPr>
            <p:cNvSpPr/>
            <p:nvPr>
              <p:custDataLst>
                <p:tags r:id="rId11"/>
              </p:custDataLst>
            </p:nvPr>
          </p:nvSpPr>
          <p:spPr>
            <a:xfrm>
              <a:off x="8959574" y="4958851"/>
              <a:ext cx="63204" cy="36454"/>
            </a:xfrm>
            <a:custGeom>
              <a:avLst/>
              <a:gdLst>
                <a:gd name="csX0" fmla="*/ 31800 w 63204"/>
                <a:gd name="csY0" fmla="*/ 70 h 36454"/>
                <a:gd name="csX1" fmla="*/ 79 w 63204"/>
                <a:gd name="csY1" fmla="*/ 32264 h 36454"/>
                <a:gd name="csX2" fmla="*/ 4340 w 63204"/>
                <a:gd name="csY2" fmla="*/ 36525 h 36454"/>
                <a:gd name="csX3" fmla="*/ 31800 w 63204"/>
                <a:gd name="csY3" fmla="*/ 12380 h 36454"/>
                <a:gd name="csX4" fmla="*/ 59023 w 63204"/>
                <a:gd name="csY4" fmla="*/ 36525 h 36454"/>
                <a:gd name="csX5" fmla="*/ 63284 w 63204"/>
                <a:gd name="csY5" fmla="*/ 32264 h 36454"/>
                <a:gd name="csX6" fmla="*/ 31800 w 63204"/>
                <a:gd name="csY6" fmla="*/ 70 h 364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3204" h="36454">
                  <a:moveTo>
                    <a:pt x="31800" y="70"/>
                  </a:moveTo>
                  <a:lnTo>
                    <a:pt x="79" y="32264"/>
                  </a:lnTo>
                  <a:lnTo>
                    <a:pt x="4340" y="36525"/>
                  </a:lnTo>
                  <a:lnTo>
                    <a:pt x="31800" y="12380"/>
                  </a:lnTo>
                  <a:lnTo>
                    <a:pt x="59023" y="36525"/>
                  </a:lnTo>
                  <a:lnTo>
                    <a:pt x="63284" y="32264"/>
                  </a:lnTo>
                  <a:lnTo>
                    <a:pt x="31800" y="70"/>
                  </a:lnTo>
                  <a:close/>
                </a:path>
              </a:pathLst>
            </a:custGeom>
            <a:grpFill/>
            <a:ln w="22911" cap="flat">
              <a:noFill/>
              <a:prstDash val="solid"/>
              <a:miter/>
            </a:ln>
          </p:spPr>
          <p:txBody>
            <a:bodyPr/>
            <a:lstStyle/>
            <a:p>
              <a:endParaRPr lang="en-US"/>
            </a:p>
          </p:txBody>
        </p:sp>
        <p:sp>
          <p:nvSpPr>
            <p:cNvPr id="795" name="Freeform: Shape 794">
              <a:extLst>
                <a:ext uri="{FF2B5EF4-FFF2-40B4-BE49-F238E27FC236}">
                  <a16:creationId xmlns:a16="http://schemas.microsoft.com/office/drawing/2014/main" id="{F2D78321-6C51-59A7-9F3D-C2906DA3A003}"/>
                </a:ext>
              </a:extLst>
            </p:cNvPr>
            <p:cNvSpPr/>
            <p:nvPr>
              <p:custDataLst>
                <p:tags r:id="rId12"/>
              </p:custDataLst>
            </p:nvPr>
          </p:nvSpPr>
          <p:spPr>
            <a:xfrm>
              <a:off x="8878321" y="5018479"/>
              <a:ext cx="129042" cy="213048"/>
            </a:xfrm>
            <a:custGeom>
              <a:avLst/>
              <a:gdLst>
                <a:gd name="csX0" fmla="*/ 129120 w 129042"/>
                <a:gd name="csY0" fmla="*/ 32504 h 213048"/>
                <a:gd name="csX1" fmla="*/ 96926 w 129042"/>
                <a:gd name="csY1" fmla="*/ 73 h 213048"/>
                <a:gd name="csX2" fmla="*/ 68282 w 129042"/>
                <a:gd name="csY2" fmla="*/ 10015 h 213048"/>
                <a:gd name="csX3" fmla="*/ 37745 w 129042"/>
                <a:gd name="csY3" fmla="*/ 60437 h 213048"/>
                <a:gd name="csX4" fmla="*/ 107 w 129042"/>
                <a:gd name="csY4" fmla="*/ 210754 h 213048"/>
                <a:gd name="csX5" fmla="*/ 2947 w 129042"/>
                <a:gd name="csY5" fmla="*/ 213121 h 213048"/>
                <a:gd name="csX6" fmla="*/ 5788 w 129042"/>
                <a:gd name="csY6" fmla="*/ 211938 h 213048"/>
                <a:gd name="csX7" fmla="*/ 22358 w 129042"/>
                <a:gd name="csY7" fmla="*/ 146603 h 213048"/>
                <a:gd name="csX8" fmla="*/ 54552 w 129042"/>
                <a:gd name="csY8" fmla="*/ 169565 h 213048"/>
                <a:gd name="csX9" fmla="*/ 100240 w 129042"/>
                <a:gd name="csY9" fmla="*/ 150864 h 213048"/>
                <a:gd name="csX10" fmla="*/ 119177 w 129042"/>
                <a:gd name="csY10" fmla="*/ 107307 h 213048"/>
                <a:gd name="csX11" fmla="*/ 101897 w 129042"/>
                <a:gd name="csY11" fmla="*/ 72036 h 213048"/>
                <a:gd name="csX12" fmla="*/ 129120 w 129042"/>
                <a:gd name="csY12" fmla="*/ 32504 h 213048"/>
                <a:gd name="csX13" fmla="*/ 86510 w 129042"/>
                <a:gd name="csY13" fmla="*/ 71799 h 213048"/>
                <a:gd name="csX14" fmla="*/ 75147 w 129042"/>
                <a:gd name="csY14" fmla="*/ 73456 h 213048"/>
                <a:gd name="csX15" fmla="*/ 64731 w 129042"/>
                <a:gd name="csY15" fmla="*/ 72509 h 213048"/>
                <a:gd name="csX16" fmla="*/ 76331 w 129042"/>
                <a:gd name="csY16" fmla="*/ 70616 h 213048"/>
                <a:gd name="csX17" fmla="*/ 86510 w 129042"/>
                <a:gd name="csY17" fmla="*/ 71799 h 213048"/>
                <a:gd name="csX18" fmla="*/ 115863 w 129042"/>
                <a:gd name="csY18" fmla="*/ 27059 h 213048"/>
                <a:gd name="csX19" fmla="*/ 94558 w 129042"/>
                <a:gd name="csY19" fmla="*/ 68012 h 213048"/>
                <a:gd name="csX20" fmla="*/ 76331 w 129042"/>
                <a:gd name="csY20" fmla="*/ 65171 h 213048"/>
                <a:gd name="csX21" fmla="*/ 58103 w 129042"/>
                <a:gd name="csY21" fmla="*/ 72746 h 213048"/>
                <a:gd name="csX22" fmla="*/ 74437 w 129042"/>
                <a:gd name="csY22" fmla="*/ 78664 h 213048"/>
                <a:gd name="csX23" fmla="*/ 93848 w 129042"/>
                <a:gd name="csY23" fmla="*/ 75587 h 213048"/>
                <a:gd name="csX24" fmla="*/ 104264 w 129042"/>
                <a:gd name="csY24" fmla="*/ 102336 h 213048"/>
                <a:gd name="csX25" fmla="*/ 92428 w 129042"/>
                <a:gd name="csY25" fmla="*/ 143052 h 213048"/>
                <a:gd name="csX26" fmla="*/ 53842 w 129042"/>
                <a:gd name="csY26" fmla="*/ 164357 h 213048"/>
                <a:gd name="csX27" fmla="*/ 26856 w 129042"/>
                <a:gd name="csY27" fmla="*/ 133820 h 213048"/>
                <a:gd name="csX28" fmla="*/ 28040 w 129042"/>
                <a:gd name="csY28" fmla="*/ 123404 h 213048"/>
                <a:gd name="csX29" fmla="*/ 43190 w 129042"/>
                <a:gd name="csY29" fmla="*/ 63514 h 213048"/>
                <a:gd name="csX30" fmla="*/ 93848 w 129042"/>
                <a:gd name="csY30" fmla="*/ 5517 h 213048"/>
                <a:gd name="csX31" fmla="*/ 115863 w 129042"/>
                <a:gd name="csY31" fmla="*/ 27059 h 213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9042" h="213048">
                  <a:moveTo>
                    <a:pt x="129120" y="32504"/>
                  </a:moveTo>
                  <a:cubicBezTo>
                    <a:pt x="129120" y="14750"/>
                    <a:pt x="116100" y="73"/>
                    <a:pt x="96926" y="73"/>
                  </a:cubicBezTo>
                  <a:cubicBezTo>
                    <a:pt x="83196" y="73"/>
                    <a:pt x="76568" y="3860"/>
                    <a:pt x="68282" y="10015"/>
                  </a:cubicBezTo>
                  <a:cubicBezTo>
                    <a:pt x="55263" y="19484"/>
                    <a:pt x="42243" y="42446"/>
                    <a:pt x="37745" y="60437"/>
                  </a:cubicBezTo>
                  <a:lnTo>
                    <a:pt x="107" y="210754"/>
                  </a:lnTo>
                  <a:cubicBezTo>
                    <a:pt x="-130" y="211701"/>
                    <a:pt x="1054" y="213121"/>
                    <a:pt x="2947" y="213121"/>
                  </a:cubicBezTo>
                  <a:cubicBezTo>
                    <a:pt x="4841" y="213121"/>
                    <a:pt x="5551" y="212648"/>
                    <a:pt x="5788" y="211938"/>
                  </a:cubicBezTo>
                  <a:lnTo>
                    <a:pt x="22358" y="146603"/>
                  </a:lnTo>
                  <a:cubicBezTo>
                    <a:pt x="26856" y="160806"/>
                    <a:pt x="37272" y="169565"/>
                    <a:pt x="54552" y="169565"/>
                  </a:cubicBezTo>
                  <a:cubicBezTo>
                    <a:pt x="71833" y="169565"/>
                    <a:pt x="89587" y="161280"/>
                    <a:pt x="100240" y="150864"/>
                  </a:cubicBezTo>
                  <a:cubicBezTo>
                    <a:pt x="111602" y="139975"/>
                    <a:pt x="119177" y="124825"/>
                    <a:pt x="119177" y="107307"/>
                  </a:cubicBezTo>
                  <a:cubicBezTo>
                    <a:pt x="119177" y="90263"/>
                    <a:pt x="110419" y="77954"/>
                    <a:pt x="101897" y="72036"/>
                  </a:cubicBezTo>
                  <a:cubicBezTo>
                    <a:pt x="115626" y="64224"/>
                    <a:pt x="129120" y="49547"/>
                    <a:pt x="129120" y="32504"/>
                  </a:cubicBezTo>
                  <a:close/>
                  <a:moveTo>
                    <a:pt x="86510" y="71799"/>
                  </a:moveTo>
                  <a:cubicBezTo>
                    <a:pt x="83432" y="72983"/>
                    <a:pt x="80828" y="73456"/>
                    <a:pt x="75147" y="73456"/>
                  </a:cubicBezTo>
                  <a:cubicBezTo>
                    <a:pt x="71833" y="73456"/>
                    <a:pt x="67099" y="73693"/>
                    <a:pt x="64731" y="72509"/>
                  </a:cubicBezTo>
                  <a:cubicBezTo>
                    <a:pt x="65205" y="70142"/>
                    <a:pt x="73727" y="70616"/>
                    <a:pt x="76331" y="70616"/>
                  </a:cubicBezTo>
                  <a:cubicBezTo>
                    <a:pt x="81302" y="70616"/>
                    <a:pt x="83432" y="70616"/>
                    <a:pt x="86510" y="71799"/>
                  </a:cubicBezTo>
                  <a:close/>
                  <a:moveTo>
                    <a:pt x="115863" y="27059"/>
                  </a:moveTo>
                  <a:cubicBezTo>
                    <a:pt x="115863" y="43629"/>
                    <a:pt x="106868" y="60673"/>
                    <a:pt x="94558" y="68012"/>
                  </a:cubicBezTo>
                  <a:cubicBezTo>
                    <a:pt x="88167" y="65644"/>
                    <a:pt x="83432" y="65171"/>
                    <a:pt x="76331" y="65171"/>
                  </a:cubicBezTo>
                  <a:cubicBezTo>
                    <a:pt x="71360" y="65171"/>
                    <a:pt x="58103" y="64934"/>
                    <a:pt x="58103" y="72746"/>
                  </a:cubicBezTo>
                  <a:cubicBezTo>
                    <a:pt x="57867" y="79374"/>
                    <a:pt x="70176" y="78664"/>
                    <a:pt x="74437" y="78664"/>
                  </a:cubicBezTo>
                  <a:cubicBezTo>
                    <a:pt x="83196" y="78664"/>
                    <a:pt x="86747" y="78427"/>
                    <a:pt x="93848" y="75587"/>
                  </a:cubicBezTo>
                  <a:cubicBezTo>
                    <a:pt x="102844" y="84109"/>
                    <a:pt x="104027" y="91447"/>
                    <a:pt x="104264" y="102336"/>
                  </a:cubicBezTo>
                  <a:cubicBezTo>
                    <a:pt x="104737" y="116066"/>
                    <a:pt x="99056" y="133820"/>
                    <a:pt x="92428" y="143052"/>
                  </a:cubicBezTo>
                  <a:cubicBezTo>
                    <a:pt x="83196" y="155835"/>
                    <a:pt x="67335" y="164357"/>
                    <a:pt x="53842" y="164357"/>
                  </a:cubicBezTo>
                  <a:cubicBezTo>
                    <a:pt x="35852" y="164357"/>
                    <a:pt x="26856" y="150627"/>
                    <a:pt x="26856" y="133820"/>
                  </a:cubicBezTo>
                  <a:cubicBezTo>
                    <a:pt x="26856" y="131453"/>
                    <a:pt x="26856" y="127902"/>
                    <a:pt x="28040" y="123404"/>
                  </a:cubicBezTo>
                  <a:lnTo>
                    <a:pt x="43190" y="63514"/>
                  </a:lnTo>
                  <a:cubicBezTo>
                    <a:pt x="48398" y="43156"/>
                    <a:pt x="65442" y="5517"/>
                    <a:pt x="93848" y="5517"/>
                  </a:cubicBezTo>
                  <a:cubicBezTo>
                    <a:pt x="107578" y="5517"/>
                    <a:pt x="115863" y="12856"/>
                    <a:pt x="115863" y="27059"/>
                  </a:cubicBezTo>
                  <a:close/>
                </a:path>
              </a:pathLst>
            </a:custGeom>
            <a:grpFill/>
            <a:ln w="22911" cap="flat">
              <a:noFill/>
              <a:prstDash val="solid"/>
              <a:miter/>
            </a:ln>
          </p:spPr>
          <p:txBody>
            <a:bodyPr/>
            <a:lstStyle/>
            <a:p>
              <a:endParaRPr lang="en-US"/>
            </a:p>
          </p:txBody>
        </p:sp>
        <p:sp>
          <p:nvSpPr>
            <p:cNvPr id="796" name="Freeform: Shape 795">
              <a:extLst>
                <a:ext uri="{FF2B5EF4-FFF2-40B4-BE49-F238E27FC236}">
                  <a16:creationId xmlns:a16="http://schemas.microsoft.com/office/drawing/2014/main" id="{BE6B948E-7E9C-874B-9C6C-CD18E691C399}"/>
                </a:ext>
              </a:extLst>
            </p:cNvPr>
            <p:cNvSpPr/>
            <p:nvPr>
              <p:custDataLst>
                <p:tags r:id="rId13"/>
              </p:custDataLst>
            </p:nvPr>
          </p:nvSpPr>
          <p:spPr>
            <a:xfrm>
              <a:off x="9023206" y="5111084"/>
              <a:ext cx="60316" cy="110027"/>
            </a:xfrm>
            <a:custGeom>
              <a:avLst/>
              <a:gdLst>
                <a:gd name="csX0" fmla="*/ 37532 w 60316"/>
                <a:gd name="csY0" fmla="*/ 4714 h 110027"/>
                <a:gd name="csX1" fmla="*/ 32560 w 60316"/>
                <a:gd name="csY1" fmla="*/ 74 h 110027"/>
                <a:gd name="csX2" fmla="*/ 82 w 60316"/>
                <a:gd name="csY2" fmla="*/ 10679 h 110027"/>
                <a:gd name="csX3" fmla="*/ 82 w 60316"/>
                <a:gd name="csY3" fmla="*/ 16645 h 110027"/>
                <a:gd name="csX4" fmla="*/ 24110 w 60316"/>
                <a:gd name="csY4" fmla="*/ 12005 h 110027"/>
                <a:gd name="csX5" fmla="*/ 24110 w 60316"/>
                <a:gd name="csY5" fmla="*/ 96514 h 110027"/>
                <a:gd name="csX6" fmla="*/ 7539 w 60316"/>
                <a:gd name="csY6" fmla="*/ 104137 h 110027"/>
                <a:gd name="csX7" fmla="*/ 1242 w 60316"/>
                <a:gd name="csY7" fmla="*/ 104137 h 110027"/>
                <a:gd name="csX8" fmla="*/ 1242 w 60316"/>
                <a:gd name="csY8" fmla="*/ 110102 h 110027"/>
                <a:gd name="csX9" fmla="*/ 30738 w 60316"/>
                <a:gd name="csY9" fmla="*/ 109439 h 110027"/>
                <a:gd name="csX10" fmla="*/ 60399 w 60316"/>
                <a:gd name="csY10" fmla="*/ 110102 h 110027"/>
                <a:gd name="csX11" fmla="*/ 60399 w 60316"/>
                <a:gd name="csY11" fmla="*/ 104137 h 110027"/>
                <a:gd name="csX12" fmla="*/ 54102 w 60316"/>
                <a:gd name="csY12" fmla="*/ 104137 h 110027"/>
                <a:gd name="csX13" fmla="*/ 37532 w 60316"/>
                <a:gd name="csY13" fmla="*/ 96514 h 110027"/>
                <a:gd name="csX14" fmla="*/ 37532 w 60316"/>
                <a:gd name="csY14" fmla="*/ 4714 h 1100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0316" h="110027">
                  <a:moveTo>
                    <a:pt x="37532" y="4714"/>
                  </a:moveTo>
                  <a:cubicBezTo>
                    <a:pt x="37532" y="240"/>
                    <a:pt x="37200" y="74"/>
                    <a:pt x="32560" y="74"/>
                  </a:cubicBezTo>
                  <a:cubicBezTo>
                    <a:pt x="21955" y="10514"/>
                    <a:pt x="6876" y="10679"/>
                    <a:pt x="82" y="10679"/>
                  </a:cubicBezTo>
                  <a:lnTo>
                    <a:pt x="82" y="16645"/>
                  </a:lnTo>
                  <a:cubicBezTo>
                    <a:pt x="4059" y="16645"/>
                    <a:pt x="14996" y="16645"/>
                    <a:pt x="24110" y="12005"/>
                  </a:cubicBezTo>
                  <a:lnTo>
                    <a:pt x="24110" y="96514"/>
                  </a:lnTo>
                  <a:cubicBezTo>
                    <a:pt x="24110" y="101983"/>
                    <a:pt x="24110" y="104137"/>
                    <a:pt x="7539" y="104137"/>
                  </a:cubicBezTo>
                  <a:lnTo>
                    <a:pt x="1242" y="104137"/>
                  </a:lnTo>
                  <a:lnTo>
                    <a:pt x="1242" y="110102"/>
                  </a:lnTo>
                  <a:cubicBezTo>
                    <a:pt x="4225" y="109936"/>
                    <a:pt x="24607" y="109439"/>
                    <a:pt x="30738" y="109439"/>
                  </a:cubicBezTo>
                  <a:cubicBezTo>
                    <a:pt x="35875" y="109439"/>
                    <a:pt x="56753" y="109936"/>
                    <a:pt x="60399" y="110102"/>
                  </a:cubicBezTo>
                  <a:lnTo>
                    <a:pt x="60399" y="104137"/>
                  </a:lnTo>
                  <a:lnTo>
                    <a:pt x="54102" y="104137"/>
                  </a:lnTo>
                  <a:cubicBezTo>
                    <a:pt x="37532" y="104137"/>
                    <a:pt x="37532" y="101983"/>
                    <a:pt x="37532" y="96514"/>
                  </a:cubicBezTo>
                  <a:lnTo>
                    <a:pt x="37532" y="4714"/>
                  </a:lnTo>
                  <a:close/>
                </a:path>
              </a:pathLst>
            </a:custGeom>
            <a:grpFill/>
            <a:ln w="22911" cap="flat">
              <a:noFill/>
              <a:prstDash val="solid"/>
              <a:miter/>
            </a:ln>
          </p:spPr>
          <p:txBody>
            <a:bodyPr/>
            <a:lstStyle/>
            <a:p>
              <a:endParaRPr lang="en-US"/>
            </a:p>
          </p:txBody>
        </p:sp>
        <p:sp>
          <p:nvSpPr>
            <p:cNvPr id="797" name="Freeform: Shape 796">
              <a:extLst>
                <a:ext uri="{FF2B5EF4-FFF2-40B4-BE49-F238E27FC236}">
                  <a16:creationId xmlns:a16="http://schemas.microsoft.com/office/drawing/2014/main" id="{89E8BD32-D7A0-E060-DC2F-5F981A781732}"/>
                </a:ext>
              </a:extLst>
            </p:cNvPr>
            <p:cNvSpPr/>
            <p:nvPr>
              <p:custDataLst>
                <p:tags r:id="rId14"/>
              </p:custDataLst>
            </p:nvPr>
          </p:nvSpPr>
          <p:spPr>
            <a:xfrm>
              <a:off x="9190351" y="5098727"/>
              <a:ext cx="157419" cy="55392"/>
            </a:xfrm>
            <a:custGeom>
              <a:avLst/>
              <a:gdLst>
                <a:gd name="csX0" fmla="*/ 149460 w 157419"/>
                <a:gd name="csY0" fmla="*/ 9542 h 55392"/>
                <a:gd name="csX1" fmla="*/ 157509 w 157419"/>
                <a:gd name="csY1" fmla="*/ 4807 h 55392"/>
                <a:gd name="csX2" fmla="*/ 149697 w 157419"/>
                <a:gd name="csY2" fmla="*/ 73 h 55392"/>
                <a:gd name="csX3" fmla="*/ 7901 w 157419"/>
                <a:gd name="csY3" fmla="*/ 73 h 55392"/>
                <a:gd name="csX4" fmla="*/ 90 w 157419"/>
                <a:gd name="csY4" fmla="*/ 4807 h 55392"/>
                <a:gd name="csX5" fmla="*/ 8138 w 157419"/>
                <a:gd name="csY5" fmla="*/ 9542 h 55392"/>
                <a:gd name="csX6" fmla="*/ 149460 w 157419"/>
                <a:gd name="csY6" fmla="*/ 9542 h 55392"/>
                <a:gd name="csX7" fmla="*/ 149697 w 157419"/>
                <a:gd name="csY7" fmla="*/ 55465 h 55392"/>
                <a:gd name="csX8" fmla="*/ 157509 w 157419"/>
                <a:gd name="csY8" fmla="*/ 50731 h 55392"/>
                <a:gd name="csX9" fmla="*/ 149460 w 157419"/>
                <a:gd name="csY9" fmla="*/ 45997 h 55392"/>
                <a:gd name="csX10" fmla="*/ 8138 w 157419"/>
                <a:gd name="csY10" fmla="*/ 45997 h 55392"/>
                <a:gd name="csX11" fmla="*/ 90 w 157419"/>
                <a:gd name="csY11" fmla="*/ 50731 h 55392"/>
                <a:gd name="csX12" fmla="*/ 7901 w 157419"/>
                <a:gd name="csY12" fmla="*/ 55465 h 55392"/>
                <a:gd name="csX13" fmla="*/ 149697 w 157419"/>
                <a:gd name="csY13" fmla="*/ 55465 h 55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7419" h="55392">
                  <a:moveTo>
                    <a:pt x="149460" y="9542"/>
                  </a:moveTo>
                  <a:cubicBezTo>
                    <a:pt x="153011" y="9542"/>
                    <a:pt x="157509" y="9542"/>
                    <a:pt x="157509" y="4807"/>
                  </a:cubicBezTo>
                  <a:cubicBezTo>
                    <a:pt x="157509" y="73"/>
                    <a:pt x="153011" y="73"/>
                    <a:pt x="149697" y="73"/>
                  </a:cubicBezTo>
                  <a:lnTo>
                    <a:pt x="7901" y="73"/>
                  </a:lnTo>
                  <a:cubicBezTo>
                    <a:pt x="4587" y="73"/>
                    <a:pt x="90" y="73"/>
                    <a:pt x="90" y="4807"/>
                  </a:cubicBezTo>
                  <a:cubicBezTo>
                    <a:pt x="90" y="9542"/>
                    <a:pt x="4587" y="9542"/>
                    <a:pt x="8138" y="9542"/>
                  </a:cubicBezTo>
                  <a:lnTo>
                    <a:pt x="149460" y="9542"/>
                  </a:lnTo>
                  <a:close/>
                  <a:moveTo>
                    <a:pt x="149697" y="55465"/>
                  </a:moveTo>
                  <a:cubicBezTo>
                    <a:pt x="153011" y="55465"/>
                    <a:pt x="157509" y="55465"/>
                    <a:pt x="157509" y="50731"/>
                  </a:cubicBezTo>
                  <a:cubicBezTo>
                    <a:pt x="157509" y="45997"/>
                    <a:pt x="153011" y="45997"/>
                    <a:pt x="149460" y="45997"/>
                  </a:cubicBezTo>
                  <a:lnTo>
                    <a:pt x="8138" y="45997"/>
                  </a:lnTo>
                  <a:cubicBezTo>
                    <a:pt x="4587" y="45997"/>
                    <a:pt x="90" y="45997"/>
                    <a:pt x="90" y="50731"/>
                  </a:cubicBezTo>
                  <a:cubicBezTo>
                    <a:pt x="90" y="55465"/>
                    <a:pt x="4587" y="55465"/>
                    <a:pt x="7901" y="55465"/>
                  </a:cubicBezTo>
                  <a:lnTo>
                    <a:pt x="149697" y="55465"/>
                  </a:lnTo>
                  <a:close/>
                </a:path>
              </a:pathLst>
            </a:custGeom>
            <a:grpFill/>
            <a:ln w="22911" cap="flat">
              <a:noFill/>
              <a:prstDash val="solid"/>
              <a:miter/>
            </a:ln>
          </p:spPr>
          <p:txBody>
            <a:bodyPr/>
            <a:lstStyle/>
            <a:p>
              <a:endParaRPr lang="en-US"/>
            </a:p>
          </p:txBody>
        </p:sp>
        <p:sp>
          <p:nvSpPr>
            <p:cNvPr id="798" name="Freeform: Shape 797">
              <a:extLst>
                <a:ext uri="{FF2B5EF4-FFF2-40B4-BE49-F238E27FC236}">
                  <a16:creationId xmlns:a16="http://schemas.microsoft.com/office/drawing/2014/main" id="{8A569E46-A970-78D0-BF8D-551003123AF5}"/>
                </a:ext>
              </a:extLst>
            </p:cNvPr>
            <p:cNvSpPr/>
            <p:nvPr>
              <p:custDataLst>
                <p:tags r:id="rId15"/>
              </p:custDataLst>
            </p:nvPr>
          </p:nvSpPr>
          <p:spPr>
            <a:xfrm>
              <a:off x="9546695" y="4730886"/>
              <a:ext cx="82852" cy="53617"/>
            </a:xfrm>
            <a:custGeom>
              <a:avLst/>
              <a:gdLst>
                <a:gd name="csX0" fmla="*/ 12414 w 82852"/>
                <a:gd name="csY0" fmla="*/ 40772 h 53617"/>
                <a:gd name="csX1" fmla="*/ 10402 w 82852"/>
                <a:gd name="csY1" fmla="*/ 49531 h 53617"/>
                <a:gd name="csX2" fmla="*/ 14781 w 82852"/>
                <a:gd name="csY2" fmla="*/ 53673 h 53617"/>
                <a:gd name="csX3" fmla="*/ 20463 w 82852"/>
                <a:gd name="csY3" fmla="*/ 49767 h 53617"/>
                <a:gd name="csX4" fmla="*/ 22712 w 82852"/>
                <a:gd name="csY4" fmla="*/ 40535 h 53617"/>
                <a:gd name="csX5" fmla="*/ 26972 w 82852"/>
                <a:gd name="csY5" fmla="*/ 23846 h 53617"/>
                <a:gd name="csX6" fmla="*/ 51473 w 82852"/>
                <a:gd name="csY6" fmla="*/ 4080 h 53617"/>
                <a:gd name="csX7" fmla="*/ 59758 w 82852"/>
                <a:gd name="csY7" fmla="*/ 12602 h 53617"/>
                <a:gd name="csX8" fmla="*/ 52065 w 82852"/>
                <a:gd name="csY8" fmla="*/ 38286 h 53617"/>
                <a:gd name="csX9" fmla="*/ 50881 w 82852"/>
                <a:gd name="csY9" fmla="*/ 43257 h 53617"/>
                <a:gd name="csX10" fmla="*/ 63783 w 82852"/>
                <a:gd name="csY10" fmla="*/ 53673 h 53617"/>
                <a:gd name="csX11" fmla="*/ 82957 w 82852"/>
                <a:gd name="csY11" fmla="*/ 35327 h 53617"/>
                <a:gd name="csX12" fmla="*/ 80471 w 82852"/>
                <a:gd name="csY12" fmla="*/ 33670 h 53617"/>
                <a:gd name="csX13" fmla="*/ 77631 w 82852"/>
                <a:gd name="csY13" fmla="*/ 36393 h 53617"/>
                <a:gd name="csX14" fmla="*/ 64256 w 82852"/>
                <a:gd name="csY14" fmla="*/ 49649 h 53617"/>
                <a:gd name="csX15" fmla="*/ 60705 w 82852"/>
                <a:gd name="csY15" fmla="*/ 45151 h 53617"/>
                <a:gd name="csX16" fmla="*/ 62244 w 82852"/>
                <a:gd name="csY16" fmla="*/ 38878 h 53617"/>
                <a:gd name="csX17" fmla="*/ 69701 w 82852"/>
                <a:gd name="csY17" fmla="*/ 14141 h 53617"/>
                <a:gd name="csX18" fmla="*/ 52183 w 82852"/>
                <a:gd name="csY18" fmla="*/ 56 h 53617"/>
                <a:gd name="csX19" fmla="*/ 29813 w 82852"/>
                <a:gd name="csY19" fmla="*/ 11774 h 53617"/>
                <a:gd name="csX20" fmla="*/ 15373 w 82852"/>
                <a:gd name="csY20" fmla="*/ 56 h 53617"/>
                <a:gd name="csX21" fmla="*/ 105 w 82852"/>
                <a:gd name="csY21" fmla="*/ 18402 h 53617"/>
                <a:gd name="csX22" fmla="*/ 2590 w 82852"/>
                <a:gd name="csY22" fmla="*/ 20059 h 53617"/>
                <a:gd name="csX23" fmla="*/ 5313 w 82852"/>
                <a:gd name="csY23" fmla="*/ 17810 h 53617"/>
                <a:gd name="csX24" fmla="*/ 14781 w 82852"/>
                <a:gd name="csY24" fmla="*/ 4080 h 53617"/>
                <a:gd name="csX25" fmla="*/ 19634 w 82852"/>
                <a:gd name="csY25" fmla="*/ 10353 h 53617"/>
                <a:gd name="csX26" fmla="*/ 17740 w 82852"/>
                <a:gd name="csY26" fmla="*/ 19585 h 53617"/>
                <a:gd name="csX27" fmla="*/ 15136 w 82852"/>
                <a:gd name="csY27" fmla="*/ 30238 h 53617"/>
                <a:gd name="csX28" fmla="*/ 12414 w 82852"/>
                <a:gd name="csY28" fmla="*/ 40772 h 536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2852" h="53617">
                  <a:moveTo>
                    <a:pt x="12414" y="40772"/>
                  </a:moveTo>
                  <a:cubicBezTo>
                    <a:pt x="11704" y="43731"/>
                    <a:pt x="10402" y="48939"/>
                    <a:pt x="10402" y="49531"/>
                  </a:cubicBezTo>
                  <a:cubicBezTo>
                    <a:pt x="10402" y="52134"/>
                    <a:pt x="12533" y="53673"/>
                    <a:pt x="14781" y="53673"/>
                  </a:cubicBezTo>
                  <a:cubicBezTo>
                    <a:pt x="16557" y="53673"/>
                    <a:pt x="19161" y="52726"/>
                    <a:pt x="20463" y="49767"/>
                  </a:cubicBezTo>
                  <a:cubicBezTo>
                    <a:pt x="20581" y="49175"/>
                    <a:pt x="22001" y="43612"/>
                    <a:pt x="22712" y="40535"/>
                  </a:cubicBezTo>
                  <a:cubicBezTo>
                    <a:pt x="26736" y="24557"/>
                    <a:pt x="26736" y="24320"/>
                    <a:pt x="26972" y="23846"/>
                  </a:cubicBezTo>
                  <a:cubicBezTo>
                    <a:pt x="28511" y="20651"/>
                    <a:pt x="37033" y="4080"/>
                    <a:pt x="51473" y="4080"/>
                  </a:cubicBezTo>
                  <a:cubicBezTo>
                    <a:pt x="57273" y="4080"/>
                    <a:pt x="59758" y="7276"/>
                    <a:pt x="59758" y="12602"/>
                  </a:cubicBezTo>
                  <a:cubicBezTo>
                    <a:pt x="59758" y="19349"/>
                    <a:pt x="54787" y="31540"/>
                    <a:pt x="52065" y="38286"/>
                  </a:cubicBezTo>
                  <a:cubicBezTo>
                    <a:pt x="51473" y="39707"/>
                    <a:pt x="50881" y="41245"/>
                    <a:pt x="50881" y="43257"/>
                  </a:cubicBezTo>
                  <a:cubicBezTo>
                    <a:pt x="50881" y="49412"/>
                    <a:pt x="56799" y="53673"/>
                    <a:pt x="63783" y="53673"/>
                  </a:cubicBezTo>
                  <a:cubicBezTo>
                    <a:pt x="76447" y="53673"/>
                    <a:pt x="82957" y="38286"/>
                    <a:pt x="82957" y="35327"/>
                  </a:cubicBezTo>
                  <a:cubicBezTo>
                    <a:pt x="82957" y="33670"/>
                    <a:pt x="80945" y="33670"/>
                    <a:pt x="80471" y="33670"/>
                  </a:cubicBezTo>
                  <a:cubicBezTo>
                    <a:pt x="78459" y="33670"/>
                    <a:pt x="78341" y="34144"/>
                    <a:pt x="77631" y="36393"/>
                  </a:cubicBezTo>
                  <a:cubicBezTo>
                    <a:pt x="75382" y="43494"/>
                    <a:pt x="69937" y="49649"/>
                    <a:pt x="64256" y="49649"/>
                  </a:cubicBezTo>
                  <a:cubicBezTo>
                    <a:pt x="61534" y="49649"/>
                    <a:pt x="60705" y="47755"/>
                    <a:pt x="60705" y="45151"/>
                  </a:cubicBezTo>
                  <a:cubicBezTo>
                    <a:pt x="60705" y="42666"/>
                    <a:pt x="61179" y="41482"/>
                    <a:pt x="62244" y="38878"/>
                  </a:cubicBezTo>
                  <a:cubicBezTo>
                    <a:pt x="64256" y="34144"/>
                    <a:pt x="69701" y="20651"/>
                    <a:pt x="69701" y="14141"/>
                  </a:cubicBezTo>
                  <a:cubicBezTo>
                    <a:pt x="69701" y="5382"/>
                    <a:pt x="63427" y="56"/>
                    <a:pt x="52183" y="56"/>
                  </a:cubicBezTo>
                  <a:cubicBezTo>
                    <a:pt x="41412" y="56"/>
                    <a:pt x="33956" y="6566"/>
                    <a:pt x="29813" y="11774"/>
                  </a:cubicBezTo>
                  <a:cubicBezTo>
                    <a:pt x="29221" y="2068"/>
                    <a:pt x="19753" y="56"/>
                    <a:pt x="15373" y="56"/>
                  </a:cubicBezTo>
                  <a:cubicBezTo>
                    <a:pt x="3537" y="56"/>
                    <a:pt x="105" y="18165"/>
                    <a:pt x="105" y="18402"/>
                  </a:cubicBezTo>
                  <a:cubicBezTo>
                    <a:pt x="105" y="20059"/>
                    <a:pt x="1998" y="20059"/>
                    <a:pt x="2590" y="20059"/>
                  </a:cubicBezTo>
                  <a:cubicBezTo>
                    <a:pt x="4602" y="20059"/>
                    <a:pt x="4839" y="19349"/>
                    <a:pt x="5313" y="17810"/>
                  </a:cubicBezTo>
                  <a:cubicBezTo>
                    <a:pt x="7088" y="10945"/>
                    <a:pt x="9810" y="4080"/>
                    <a:pt x="14781" y="4080"/>
                  </a:cubicBezTo>
                  <a:cubicBezTo>
                    <a:pt x="18806" y="4080"/>
                    <a:pt x="19634" y="7868"/>
                    <a:pt x="19634" y="10353"/>
                  </a:cubicBezTo>
                  <a:cubicBezTo>
                    <a:pt x="19634" y="12010"/>
                    <a:pt x="18451" y="16508"/>
                    <a:pt x="17740" y="19585"/>
                  </a:cubicBezTo>
                  <a:cubicBezTo>
                    <a:pt x="16912" y="22781"/>
                    <a:pt x="15728" y="27634"/>
                    <a:pt x="15136" y="30238"/>
                  </a:cubicBezTo>
                  <a:lnTo>
                    <a:pt x="12414" y="40772"/>
                  </a:lnTo>
                  <a:close/>
                </a:path>
              </a:pathLst>
            </a:custGeom>
            <a:grpFill/>
            <a:ln w="22911" cap="flat">
              <a:noFill/>
              <a:prstDash val="solid"/>
              <a:miter/>
            </a:ln>
          </p:spPr>
          <p:txBody>
            <a:bodyPr/>
            <a:lstStyle/>
            <a:p>
              <a:endParaRPr lang="en-US"/>
            </a:p>
          </p:txBody>
        </p:sp>
        <p:sp>
          <p:nvSpPr>
            <p:cNvPr id="799" name="Freeform: Shape 798">
              <a:extLst>
                <a:ext uri="{FF2B5EF4-FFF2-40B4-BE49-F238E27FC236}">
                  <a16:creationId xmlns:a16="http://schemas.microsoft.com/office/drawing/2014/main" id="{7A4F128F-7B62-8774-5DF7-DC6FA48835D3}"/>
                </a:ext>
              </a:extLst>
            </p:cNvPr>
            <p:cNvSpPr/>
            <p:nvPr>
              <p:custDataLst>
                <p:tags r:id="rId16"/>
              </p:custDataLst>
            </p:nvPr>
          </p:nvSpPr>
          <p:spPr>
            <a:xfrm>
              <a:off x="9501353" y="4816342"/>
              <a:ext cx="173161" cy="165704"/>
            </a:xfrm>
            <a:custGeom>
              <a:avLst/>
              <a:gdLst>
                <a:gd name="csX0" fmla="*/ 79144 w 173161"/>
                <a:gd name="csY0" fmla="*/ 85892 h 165704"/>
                <a:gd name="csX1" fmla="*/ 81132 w 173161"/>
                <a:gd name="csY1" fmla="*/ 82910 h 165704"/>
                <a:gd name="csX2" fmla="*/ 79641 w 173161"/>
                <a:gd name="csY2" fmla="*/ 80424 h 165704"/>
                <a:gd name="csX3" fmla="*/ 20816 w 173161"/>
                <a:gd name="csY3" fmla="*/ 8177 h 165704"/>
                <a:gd name="csX4" fmla="*/ 92732 w 173161"/>
                <a:gd name="csY4" fmla="*/ 8177 h 165704"/>
                <a:gd name="csX5" fmla="*/ 132832 w 173161"/>
                <a:gd name="csY5" fmla="*/ 12319 h 165704"/>
                <a:gd name="csX6" fmla="*/ 167630 w 173161"/>
                <a:gd name="csY6" fmla="*/ 40323 h 165704"/>
                <a:gd name="csX7" fmla="*/ 173264 w 173161"/>
                <a:gd name="csY7" fmla="*/ 40323 h 165704"/>
                <a:gd name="csX8" fmla="*/ 157522 w 173161"/>
                <a:gd name="csY8" fmla="*/ 57 h 165704"/>
                <a:gd name="csX9" fmla="*/ 5240 w 173161"/>
                <a:gd name="csY9" fmla="*/ 57 h 165704"/>
                <a:gd name="csX10" fmla="*/ 600 w 173161"/>
                <a:gd name="csY10" fmla="*/ 1052 h 165704"/>
                <a:gd name="csX11" fmla="*/ 103 w 173161"/>
                <a:gd name="csY11" fmla="*/ 6520 h 165704"/>
                <a:gd name="csX12" fmla="*/ 66550 w 173161"/>
                <a:gd name="csY12" fmla="*/ 88046 h 165704"/>
                <a:gd name="csX13" fmla="*/ 2091 w 173161"/>
                <a:gd name="csY13" fmla="*/ 160459 h 165704"/>
                <a:gd name="csX14" fmla="*/ 103 w 173161"/>
                <a:gd name="csY14" fmla="*/ 163442 h 165704"/>
                <a:gd name="csX15" fmla="*/ 5240 w 173161"/>
                <a:gd name="csY15" fmla="*/ 165762 h 165704"/>
                <a:gd name="csX16" fmla="*/ 157522 w 173161"/>
                <a:gd name="csY16" fmla="*/ 165762 h 165704"/>
                <a:gd name="csX17" fmla="*/ 173264 w 173161"/>
                <a:gd name="csY17" fmla="*/ 123176 h 165704"/>
                <a:gd name="csX18" fmla="*/ 167630 w 173161"/>
                <a:gd name="csY18" fmla="*/ 123176 h 165704"/>
                <a:gd name="csX19" fmla="*/ 135649 w 173161"/>
                <a:gd name="csY19" fmla="*/ 150517 h 165704"/>
                <a:gd name="csX20" fmla="*/ 94057 w 173161"/>
                <a:gd name="csY20" fmla="*/ 155322 h 165704"/>
                <a:gd name="csX21" fmla="*/ 17336 w 173161"/>
                <a:gd name="csY21" fmla="*/ 155322 h 165704"/>
                <a:gd name="csX22" fmla="*/ 79144 w 173161"/>
                <a:gd name="csY22" fmla="*/ 85892 h 16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161" h="165704">
                  <a:moveTo>
                    <a:pt x="79144" y="85892"/>
                  </a:moveTo>
                  <a:cubicBezTo>
                    <a:pt x="81132" y="83904"/>
                    <a:pt x="81132" y="83572"/>
                    <a:pt x="81132" y="82910"/>
                  </a:cubicBezTo>
                  <a:cubicBezTo>
                    <a:pt x="81132" y="82412"/>
                    <a:pt x="81132" y="82081"/>
                    <a:pt x="79641" y="80424"/>
                  </a:cubicBezTo>
                  <a:lnTo>
                    <a:pt x="20816" y="8177"/>
                  </a:lnTo>
                  <a:lnTo>
                    <a:pt x="92732" y="8177"/>
                  </a:lnTo>
                  <a:cubicBezTo>
                    <a:pt x="117090" y="8177"/>
                    <a:pt x="129849" y="11657"/>
                    <a:pt x="132832" y="12319"/>
                  </a:cubicBezTo>
                  <a:cubicBezTo>
                    <a:pt x="147414" y="16296"/>
                    <a:pt x="161996" y="25907"/>
                    <a:pt x="167630" y="40323"/>
                  </a:cubicBezTo>
                  <a:lnTo>
                    <a:pt x="173264" y="40323"/>
                  </a:lnTo>
                  <a:lnTo>
                    <a:pt x="157522" y="57"/>
                  </a:lnTo>
                  <a:lnTo>
                    <a:pt x="5240" y="57"/>
                  </a:lnTo>
                  <a:cubicBezTo>
                    <a:pt x="1594" y="57"/>
                    <a:pt x="1428" y="223"/>
                    <a:pt x="600" y="1052"/>
                  </a:cubicBezTo>
                  <a:cubicBezTo>
                    <a:pt x="103" y="1549"/>
                    <a:pt x="103" y="1880"/>
                    <a:pt x="103" y="6520"/>
                  </a:cubicBezTo>
                  <a:lnTo>
                    <a:pt x="66550" y="88046"/>
                  </a:lnTo>
                  <a:lnTo>
                    <a:pt x="2091" y="160459"/>
                  </a:lnTo>
                  <a:cubicBezTo>
                    <a:pt x="103" y="162448"/>
                    <a:pt x="103" y="162779"/>
                    <a:pt x="103" y="163442"/>
                  </a:cubicBezTo>
                  <a:cubicBezTo>
                    <a:pt x="103" y="165762"/>
                    <a:pt x="2257" y="165762"/>
                    <a:pt x="5240" y="165762"/>
                  </a:cubicBezTo>
                  <a:lnTo>
                    <a:pt x="157522" y="165762"/>
                  </a:lnTo>
                  <a:lnTo>
                    <a:pt x="173264" y="123176"/>
                  </a:lnTo>
                  <a:lnTo>
                    <a:pt x="167630" y="123176"/>
                  </a:lnTo>
                  <a:cubicBezTo>
                    <a:pt x="161996" y="138255"/>
                    <a:pt x="147414" y="147037"/>
                    <a:pt x="135649" y="150517"/>
                  </a:cubicBezTo>
                  <a:cubicBezTo>
                    <a:pt x="132335" y="151511"/>
                    <a:pt x="119741" y="155322"/>
                    <a:pt x="94057" y="155322"/>
                  </a:cubicBezTo>
                  <a:lnTo>
                    <a:pt x="17336" y="155322"/>
                  </a:lnTo>
                  <a:lnTo>
                    <a:pt x="79144" y="85892"/>
                  </a:lnTo>
                  <a:close/>
                </a:path>
              </a:pathLst>
            </a:custGeom>
            <a:grpFill/>
            <a:ln w="22911" cap="flat">
              <a:noFill/>
              <a:prstDash val="solid"/>
              <a:miter/>
            </a:ln>
          </p:spPr>
          <p:txBody>
            <a:bodyPr/>
            <a:lstStyle/>
            <a:p>
              <a:endParaRPr lang="en-US"/>
            </a:p>
          </p:txBody>
        </p:sp>
        <p:sp>
          <p:nvSpPr>
            <p:cNvPr id="800" name="Freeform: Shape 799">
              <a:extLst>
                <a:ext uri="{FF2B5EF4-FFF2-40B4-BE49-F238E27FC236}">
                  <a16:creationId xmlns:a16="http://schemas.microsoft.com/office/drawing/2014/main" id="{B3557858-1261-CD53-E41F-86D037CA6834}"/>
                </a:ext>
              </a:extLst>
            </p:cNvPr>
            <p:cNvSpPr/>
            <p:nvPr>
              <p:custDataLst>
                <p:tags r:id="rId17"/>
              </p:custDataLst>
            </p:nvPr>
          </p:nvSpPr>
          <p:spPr>
            <a:xfrm>
              <a:off x="9466143" y="5009603"/>
              <a:ext cx="41662" cy="80248"/>
            </a:xfrm>
            <a:custGeom>
              <a:avLst/>
              <a:gdLst>
                <a:gd name="csX0" fmla="*/ 36201 w 41662"/>
                <a:gd name="csY0" fmla="*/ 5158 h 80248"/>
                <a:gd name="csX1" fmla="*/ 30993 w 41662"/>
                <a:gd name="csY1" fmla="*/ 69 h 80248"/>
                <a:gd name="csX2" fmla="*/ 23773 w 41662"/>
                <a:gd name="csY2" fmla="*/ 7170 h 80248"/>
                <a:gd name="csX3" fmla="*/ 28863 w 41662"/>
                <a:gd name="csY3" fmla="*/ 12260 h 80248"/>
                <a:gd name="csX4" fmla="*/ 36201 w 41662"/>
                <a:gd name="csY4" fmla="*/ 5158 h 80248"/>
                <a:gd name="csX5" fmla="*/ 41764 w 41662"/>
                <a:gd name="csY5" fmla="*/ 61971 h 80248"/>
                <a:gd name="csX6" fmla="*/ 39279 w 41662"/>
                <a:gd name="csY6" fmla="*/ 60314 h 80248"/>
                <a:gd name="csX7" fmla="*/ 36438 w 41662"/>
                <a:gd name="csY7" fmla="*/ 63036 h 80248"/>
                <a:gd name="csX8" fmla="*/ 23182 w 41662"/>
                <a:gd name="csY8" fmla="*/ 76293 h 80248"/>
                <a:gd name="csX9" fmla="*/ 19631 w 41662"/>
                <a:gd name="csY9" fmla="*/ 71795 h 80248"/>
                <a:gd name="csX10" fmla="*/ 21169 w 41662"/>
                <a:gd name="csY10" fmla="*/ 65759 h 80248"/>
                <a:gd name="csX11" fmla="*/ 23655 w 41662"/>
                <a:gd name="csY11" fmla="*/ 59367 h 80248"/>
                <a:gd name="csX12" fmla="*/ 30402 w 41662"/>
                <a:gd name="csY12" fmla="*/ 43034 h 80248"/>
                <a:gd name="csX13" fmla="*/ 32059 w 41662"/>
                <a:gd name="csY13" fmla="*/ 37116 h 80248"/>
                <a:gd name="csX14" fmla="*/ 19157 w 41662"/>
                <a:gd name="csY14" fmla="*/ 26700 h 80248"/>
                <a:gd name="csX15" fmla="*/ 101 w 41662"/>
                <a:gd name="csY15" fmla="*/ 45046 h 80248"/>
                <a:gd name="csX16" fmla="*/ 2587 w 41662"/>
                <a:gd name="csY16" fmla="*/ 46703 h 80248"/>
                <a:gd name="csX17" fmla="*/ 5309 w 41662"/>
                <a:gd name="csY17" fmla="*/ 44336 h 80248"/>
                <a:gd name="csX18" fmla="*/ 18684 w 41662"/>
                <a:gd name="csY18" fmla="*/ 30724 h 80248"/>
                <a:gd name="csX19" fmla="*/ 22235 w 41662"/>
                <a:gd name="csY19" fmla="*/ 35222 h 80248"/>
                <a:gd name="csX20" fmla="*/ 21525 w 41662"/>
                <a:gd name="csY20" fmla="*/ 39483 h 80248"/>
                <a:gd name="csX21" fmla="*/ 13713 w 41662"/>
                <a:gd name="csY21" fmla="*/ 58302 h 80248"/>
                <a:gd name="csX22" fmla="*/ 11109 w 41662"/>
                <a:gd name="csY22" fmla="*/ 64575 h 80248"/>
                <a:gd name="csX23" fmla="*/ 9807 w 41662"/>
                <a:gd name="csY23" fmla="*/ 69901 h 80248"/>
                <a:gd name="csX24" fmla="*/ 22708 w 41662"/>
                <a:gd name="csY24" fmla="*/ 80317 h 80248"/>
                <a:gd name="csX25" fmla="*/ 41764 w 41662"/>
                <a:gd name="csY25" fmla="*/ 61971 h 80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1662" h="80248">
                  <a:moveTo>
                    <a:pt x="36201" y="5158"/>
                  </a:moveTo>
                  <a:cubicBezTo>
                    <a:pt x="36201" y="2318"/>
                    <a:pt x="34071" y="69"/>
                    <a:pt x="30993" y="69"/>
                  </a:cubicBezTo>
                  <a:cubicBezTo>
                    <a:pt x="27679" y="69"/>
                    <a:pt x="23773" y="3265"/>
                    <a:pt x="23773" y="7170"/>
                  </a:cubicBezTo>
                  <a:cubicBezTo>
                    <a:pt x="23773" y="10484"/>
                    <a:pt x="26377" y="12260"/>
                    <a:pt x="28863" y="12260"/>
                  </a:cubicBezTo>
                  <a:cubicBezTo>
                    <a:pt x="32769" y="12260"/>
                    <a:pt x="36201" y="8709"/>
                    <a:pt x="36201" y="5158"/>
                  </a:cubicBezTo>
                  <a:close/>
                  <a:moveTo>
                    <a:pt x="41764" y="61971"/>
                  </a:moveTo>
                  <a:cubicBezTo>
                    <a:pt x="41764" y="60314"/>
                    <a:pt x="39752" y="60314"/>
                    <a:pt x="39279" y="60314"/>
                  </a:cubicBezTo>
                  <a:cubicBezTo>
                    <a:pt x="37266" y="60314"/>
                    <a:pt x="37148" y="60788"/>
                    <a:pt x="36438" y="63036"/>
                  </a:cubicBezTo>
                  <a:cubicBezTo>
                    <a:pt x="34426" y="69546"/>
                    <a:pt x="29100" y="76293"/>
                    <a:pt x="23182" y="76293"/>
                  </a:cubicBezTo>
                  <a:cubicBezTo>
                    <a:pt x="20459" y="76293"/>
                    <a:pt x="19631" y="74399"/>
                    <a:pt x="19631" y="71795"/>
                  </a:cubicBezTo>
                  <a:cubicBezTo>
                    <a:pt x="19631" y="69310"/>
                    <a:pt x="20223" y="68008"/>
                    <a:pt x="21169" y="65759"/>
                  </a:cubicBezTo>
                  <a:cubicBezTo>
                    <a:pt x="22116" y="63392"/>
                    <a:pt x="23063" y="61024"/>
                    <a:pt x="23655" y="59367"/>
                  </a:cubicBezTo>
                  <a:cubicBezTo>
                    <a:pt x="24128" y="58302"/>
                    <a:pt x="28745" y="47295"/>
                    <a:pt x="30402" y="43034"/>
                  </a:cubicBezTo>
                  <a:cubicBezTo>
                    <a:pt x="31348" y="40666"/>
                    <a:pt x="32059" y="39128"/>
                    <a:pt x="32059" y="37116"/>
                  </a:cubicBezTo>
                  <a:cubicBezTo>
                    <a:pt x="32059" y="31434"/>
                    <a:pt x="26614" y="26700"/>
                    <a:pt x="19157" y="26700"/>
                  </a:cubicBezTo>
                  <a:cubicBezTo>
                    <a:pt x="6729" y="26700"/>
                    <a:pt x="101" y="41850"/>
                    <a:pt x="101" y="45046"/>
                  </a:cubicBezTo>
                  <a:cubicBezTo>
                    <a:pt x="101" y="46703"/>
                    <a:pt x="1995" y="46703"/>
                    <a:pt x="2587" y="46703"/>
                  </a:cubicBezTo>
                  <a:cubicBezTo>
                    <a:pt x="4599" y="46703"/>
                    <a:pt x="4717" y="46111"/>
                    <a:pt x="5309" y="44336"/>
                  </a:cubicBezTo>
                  <a:cubicBezTo>
                    <a:pt x="7913" y="35932"/>
                    <a:pt x="13594" y="30724"/>
                    <a:pt x="18684" y="30724"/>
                  </a:cubicBezTo>
                  <a:cubicBezTo>
                    <a:pt x="20933" y="30724"/>
                    <a:pt x="22235" y="32026"/>
                    <a:pt x="22235" y="35222"/>
                  </a:cubicBezTo>
                  <a:cubicBezTo>
                    <a:pt x="22235" y="35695"/>
                    <a:pt x="22235" y="37234"/>
                    <a:pt x="21525" y="39483"/>
                  </a:cubicBezTo>
                  <a:cubicBezTo>
                    <a:pt x="20696" y="41613"/>
                    <a:pt x="15370" y="54278"/>
                    <a:pt x="13713" y="58302"/>
                  </a:cubicBezTo>
                  <a:cubicBezTo>
                    <a:pt x="12884" y="60314"/>
                    <a:pt x="12884" y="60551"/>
                    <a:pt x="11109" y="64575"/>
                  </a:cubicBezTo>
                  <a:cubicBezTo>
                    <a:pt x="10517" y="66232"/>
                    <a:pt x="9807" y="67889"/>
                    <a:pt x="9807" y="69901"/>
                  </a:cubicBezTo>
                  <a:cubicBezTo>
                    <a:pt x="9807" y="76056"/>
                    <a:pt x="15607" y="80317"/>
                    <a:pt x="22708" y="80317"/>
                  </a:cubicBezTo>
                  <a:cubicBezTo>
                    <a:pt x="35136" y="80317"/>
                    <a:pt x="41764" y="64930"/>
                    <a:pt x="41764" y="61971"/>
                  </a:cubicBezTo>
                  <a:close/>
                </a:path>
              </a:pathLst>
            </a:custGeom>
            <a:grpFill/>
            <a:ln w="22911" cap="flat">
              <a:noFill/>
              <a:prstDash val="solid"/>
              <a:miter/>
            </a:ln>
          </p:spPr>
          <p:txBody>
            <a:bodyPr/>
            <a:lstStyle/>
            <a:p>
              <a:endParaRPr lang="en-US"/>
            </a:p>
          </p:txBody>
        </p:sp>
        <p:sp>
          <p:nvSpPr>
            <p:cNvPr id="801" name="Freeform: Shape 800">
              <a:extLst>
                <a:ext uri="{FF2B5EF4-FFF2-40B4-BE49-F238E27FC236}">
                  <a16:creationId xmlns:a16="http://schemas.microsoft.com/office/drawing/2014/main" id="{8D981450-E3C6-AFAE-E968-16A2D1A91E7E}"/>
                </a:ext>
              </a:extLst>
            </p:cNvPr>
            <p:cNvSpPr/>
            <p:nvPr>
              <p:custDataLst>
                <p:tags r:id="rId18"/>
              </p:custDataLst>
            </p:nvPr>
          </p:nvSpPr>
          <p:spPr>
            <a:xfrm>
              <a:off x="9530007" y="5041560"/>
              <a:ext cx="98594" cy="34797"/>
            </a:xfrm>
            <a:custGeom>
              <a:avLst/>
              <a:gdLst>
                <a:gd name="csX0" fmla="*/ 94082 w 98594"/>
                <a:gd name="csY0" fmla="*/ 6697 h 34797"/>
                <a:gd name="csX1" fmla="*/ 98698 w 98594"/>
                <a:gd name="csY1" fmla="*/ 3383 h 34797"/>
                <a:gd name="csX2" fmla="*/ 93490 w 98594"/>
                <a:gd name="csY2" fmla="*/ 69 h 34797"/>
                <a:gd name="csX3" fmla="*/ 5312 w 98594"/>
                <a:gd name="csY3" fmla="*/ 69 h 34797"/>
                <a:gd name="csX4" fmla="*/ 104 w 98594"/>
                <a:gd name="csY4" fmla="*/ 3383 h 34797"/>
                <a:gd name="csX5" fmla="*/ 4720 w 98594"/>
                <a:gd name="csY5" fmla="*/ 6697 h 34797"/>
                <a:gd name="csX6" fmla="*/ 94082 w 98594"/>
                <a:gd name="csY6" fmla="*/ 6697 h 34797"/>
                <a:gd name="csX7" fmla="*/ 93490 w 98594"/>
                <a:gd name="csY7" fmla="*/ 34867 h 34797"/>
                <a:gd name="csX8" fmla="*/ 98698 w 98594"/>
                <a:gd name="csY8" fmla="*/ 31553 h 34797"/>
                <a:gd name="csX9" fmla="*/ 94082 w 98594"/>
                <a:gd name="csY9" fmla="*/ 28239 h 34797"/>
                <a:gd name="csX10" fmla="*/ 4720 w 98594"/>
                <a:gd name="csY10" fmla="*/ 28239 h 34797"/>
                <a:gd name="csX11" fmla="*/ 104 w 98594"/>
                <a:gd name="csY11" fmla="*/ 31553 h 34797"/>
                <a:gd name="csX12" fmla="*/ 5312 w 98594"/>
                <a:gd name="csY12" fmla="*/ 34867 h 34797"/>
                <a:gd name="csX13" fmla="*/ 93490 w 98594"/>
                <a:gd name="csY13" fmla="*/ 34867 h 34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98594" h="34797">
                  <a:moveTo>
                    <a:pt x="94082" y="6697"/>
                  </a:moveTo>
                  <a:cubicBezTo>
                    <a:pt x="95739" y="6697"/>
                    <a:pt x="98698" y="6697"/>
                    <a:pt x="98698" y="3383"/>
                  </a:cubicBezTo>
                  <a:cubicBezTo>
                    <a:pt x="98698" y="69"/>
                    <a:pt x="95266" y="69"/>
                    <a:pt x="93490" y="69"/>
                  </a:cubicBezTo>
                  <a:lnTo>
                    <a:pt x="5312" y="69"/>
                  </a:lnTo>
                  <a:cubicBezTo>
                    <a:pt x="3536" y="69"/>
                    <a:pt x="104" y="69"/>
                    <a:pt x="104" y="3383"/>
                  </a:cubicBezTo>
                  <a:cubicBezTo>
                    <a:pt x="104" y="6697"/>
                    <a:pt x="3181" y="6697"/>
                    <a:pt x="4720" y="6697"/>
                  </a:cubicBezTo>
                  <a:lnTo>
                    <a:pt x="94082" y="6697"/>
                  </a:lnTo>
                  <a:close/>
                  <a:moveTo>
                    <a:pt x="93490" y="34867"/>
                  </a:moveTo>
                  <a:cubicBezTo>
                    <a:pt x="95266" y="34867"/>
                    <a:pt x="98698" y="34867"/>
                    <a:pt x="98698" y="31553"/>
                  </a:cubicBezTo>
                  <a:cubicBezTo>
                    <a:pt x="98698" y="28239"/>
                    <a:pt x="95739" y="28239"/>
                    <a:pt x="94082" y="28239"/>
                  </a:cubicBezTo>
                  <a:lnTo>
                    <a:pt x="4720" y="28239"/>
                  </a:lnTo>
                  <a:cubicBezTo>
                    <a:pt x="3063" y="28239"/>
                    <a:pt x="104" y="28239"/>
                    <a:pt x="104" y="31553"/>
                  </a:cubicBezTo>
                  <a:cubicBezTo>
                    <a:pt x="104" y="34867"/>
                    <a:pt x="3536" y="34867"/>
                    <a:pt x="5312" y="34867"/>
                  </a:cubicBezTo>
                  <a:lnTo>
                    <a:pt x="93490" y="34867"/>
                  </a:lnTo>
                  <a:close/>
                </a:path>
              </a:pathLst>
            </a:custGeom>
            <a:grpFill/>
            <a:ln w="22911" cap="flat">
              <a:noFill/>
              <a:prstDash val="solid"/>
              <a:miter/>
            </a:ln>
          </p:spPr>
          <p:txBody>
            <a:bodyPr/>
            <a:lstStyle/>
            <a:p>
              <a:endParaRPr lang="en-US"/>
            </a:p>
          </p:txBody>
        </p:sp>
        <p:sp>
          <p:nvSpPr>
            <p:cNvPr id="802" name="Freeform: Shape 801">
              <a:extLst>
                <a:ext uri="{FF2B5EF4-FFF2-40B4-BE49-F238E27FC236}">
                  <a16:creationId xmlns:a16="http://schemas.microsoft.com/office/drawing/2014/main" id="{CCA55109-4422-ED9B-E3CB-37FBE70DB704}"/>
                </a:ext>
              </a:extLst>
            </p:cNvPr>
            <p:cNvSpPr/>
            <p:nvPr>
              <p:custDataLst>
                <p:tags r:id="rId19"/>
              </p:custDataLst>
            </p:nvPr>
          </p:nvSpPr>
          <p:spPr>
            <a:xfrm>
              <a:off x="9657102" y="5009721"/>
              <a:ext cx="48646" cy="78827"/>
            </a:xfrm>
            <a:custGeom>
              <a:avLst/>
              <a:gdLst>
                <a:gd name="csX0" fmla="*/ 30291 w 48646"/>
                <a:gd name="csY0" fmla="*/ 3620 h 78827"/>
                <a:gd name="csX1" fmla="*/ 26030 w 48646"/>
                <a:gd name="csY1" fmla="*/ 69 h 78827"/>
                <a:gd name="csX2" fmla="*/ 2121 w 48646"/>
                <a:gd name="csY2" fmla="*/ 7644 h 78827"/>
                <a:gd name="csX3" fmla="*/ 109 w 48646"/>
                <a:gd name="csY3" fmla="*/ 7644 h 78827"/>
                <a:gd name="csX4" fmla="*/ 109 w 48646"/>
                <a:gd name="csY4" fmla="*/ 12852 h 78827"/>
                <a:gd name="csX5" fmla="*/ 2121 w 48646"/>
                <a:gd name="csY5" fmla="*/ 12852 h 78827"/>
                <a:gd name="csX6" fmla="*/ 19402 w 48646"/>
                <a:gd name="csY6" fmla="*/ 9538 h 78827"/>
                <a:gd name="csX7" fmla="*/ 19402 w 48646"/>
                <a:gd name="csY7" fmla="*/ 68718 h 78827"/>
                <a:gd name="csX8" fmla="*/ 6856 w 48646"/>
                <a:gd name="csY8" fmla="*/ 73689 h 78827"/>
                <a:gd name="csX9" fmla="*/ 938 w 48646"/>
                <a:gd name="csY9" fmla="*/ 73689 h 78827"/>
                <a:gd name="csX10" fmla="*/ 938 w 48646"/>
                <a:gd name="csY10" fmla="*/ 78897 h 78827"/>
                <a:gd name="csX11" fmla="*/ 24846 w 48646"/>
                <a:gd name="csY11" fmla="*/ 78423 h 78827"/>
                <a:gd name="csX12" fmla="*/ 48755 w 48646"/>
                <a:gd name="csY12" fmla="*/ 78897 h 78827"/>
                <a:gd name="csX13" fmla="*/ 48755 w 48646"/>
                <a:gd name="csY13" fmla="*/ 73689 h 78827"/>
                <a:gd name="csX14" fmla="*/ 42837 w 48646"/>
                <a:gd name="csY14" fmla="*/ 73689 h 78827"/>
                <a:gd name="csX15" fmla="*/ 30291 w 48646"/>
                <a:gd name="csY15" fmla="*/ 68718 h 78827"/>
                <a:gd name="csX16" fmla="*/ 30291 w 48646"/>
                <a:gd name="csY16" fmla="*/ 3620 h 788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8646" h="78827">
                  <a:moveTo>
                    <a:pt x="30291" y="3620"/>
                  </a:moveTo>
                  <a:cubicBezTo>
                    <a:pt x="30291" y="69"/>
                    <a:pt x="29936" y="69"/>
                    <a:pt x="26030" y="69"/>
                  </a:cubicBezTo>
                  <a:cubicBezTo>
                    <a:pt x="17626" y="7644"/>
                    <a:pt x="4488" y="7644"/>
                    <a:pt x="2121" y="7644"/>
                  </a:cubicBezTo>
                  <a:lnTo>
                    <a:pt x="109" y="7644"/>
                  </a:lnTo>
                  <a:lnTo>
                    <a:pt x="109" y="12852"/>
                  </a:lnTo>
                  <a:lnTo>
                    <a:pt x="2121" y="12852"/>
                  </a:lnTo>
                  <a:cubicBezTo>
                    <a:pt x="4843" y="12852"/>
                    <a:pt x="12537" y="12497"/>
                    <a:pt x="19402" y="9538"/>
                  </a:cubicBezTo>
                  <a:lnTo>
                    <a:pt x="19402" y="68718"/>
                  </a:lnTo>
                  <a:cubicBezTo>
                    <a:pt x="19402" y="72387"/>
                    <a:pt x="19402" y="73689"/>
                    <a:pt x="6856" y="73689"/>
                  </a:cubicBezTo>
                  <a:lnTo>
                    <a:pt x="938" y="73689"/>
                  </a:lnTo>
                  <a:lnTo>
                    <a:pt x="938" y="78897"/>
                  </a:lnTo>
                  <a:cubicBezTo>
                    <a:pt x="7447" y="78423"/>
                    <a:pt x="17981" y="78423"/>
                    <a:pt x="24846" y="78423"/>
                  </a:cubicBezTo>
                  <a:cubicBezTo>
                    <a:pt x="31711" y="78423"/>
                    <a:pt x="42245" y="78423"/>
                    <a:pt x="48755" y="78897"/>
                  </a:cubicBezTo>
                  <a:lnTo>
                    <a:pt x="48755" y="73689"/>
                  </a:lnTo>
                  <a:lnTo>
                    <a:pt x="42837" y="73689"/>
                  </a:lnTo>
                  <a:cubicBezTo>
                    <a:pt x="30291" y="73689"/>
                    <a:pt x="30291" y="72387"/>
                    <a:pt x="30291" y="68718"/>
                  </a:cubicBezTo>
                  <a:lnTo>
                    <a:pt x="30291" y="3620"/>
                  </a:lnTo>
                  <a:close/>
                </a:path>
              </a:pathLst>
            </a:custGeom>
            <a:grpFill/>
            <a:ln w="22911" cap="flat">
              <a:noFill/>
              <a:prstDash val="solid"/>
              <a:miter/>
            </a:ln>
          </p:spPr>
          <p:txBody>
            <a:bodyPr/>
            <a:lstStyle/>
            <a:p>
              <a:endParaRPr lang="en-US"/>
            </a:p>
          </p:txBody>
        </p:sp>
        <p:sp>
          <p:nvSpPr>
            <p:cNvPr id="803" name="Freeform: Shape 802">
              <a:extLst>
                <a:ext uri="{FF2B5EF4-FFF2-40B4-BE49-F238E27FC236}">
                  <a16:creationId xmlns:a16="http://schemas.microsoft.com/office/drawing/2014/main" id="{70A01A38-6190-5EF8-5BBE-B582A708ECB3}"/>
                </a:ext>
              </a:extLst>
            </p:cNvPr>
            <p:cNvSpPr/>
            <p:nvPr>
              <p:custDataLst>
                <p:tags r:id="rId20"/>
              </p:custDataLst>
            </p:nvPr>
          </p:nvSpPr>
          <p:spPr>
            <a:xfrm>
              <a:off x="9739784" y="4816343"/>
              <a:ext cx="43083" cy="165538"/>
            </a:xfrm>
            <a:custGeom>
              <a:avLst/>
              <a:gdLst>
                <a:gd name="csX0" fmla="*/ 39882 w 43083"/>
                <a:gd name="csY0" fmla="*/ 63 h 165538"/>
                <a:gd name="csX1" fmla="*/ 112 w 43083"/>
                <a:gd name="csY1" fmla="*/ 82749 h 165538"/>
                <a:gd name="csX2" fmla="*/ 39882 w 43083"/>
                <a:gd name="csY2" fmla="*/ 165601 h 165538"/>
                <a:gd name="csX3" fmla="*/ 43196 w 43083"/>
                <a:gd name="csY3" fmla="*/ 163613 h 165538"/>
                <a:gd name="csX4" fmla="*/ 41539 w 43083"/>
                <a:gd name="csY4" fmla="*/ 161127 h 165538"/>
                <a:gd name="csX5" fmla="*/ 11380 w 43083"/>
                <a:gd name="csY5" fmla="*/ 82915 h 165538"/>
                <a:gd name="csX6" fmla="*/ 42036 w 43083"/>
                <a:gd name="csY6" fmla="*/ 4039 h 165538"/>
                <a:gd name="csX7" fmla="*/ 43196 w 43083"/>
                <a:gd name="csY7" fmla="*/ 2051 h 165538"/>
                <a:gd name="csX8" fmla="*/ 39882 w 43083"/>
                <a:gd name="csY8" fmla="*/ 63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083" h="165538">
                  <a:moveTo>
                    <a:pt x="39882" y="63"/>
                  </a:moveTo>
                  <a:cubicBezTo>
                    <a:pt x="8398" y="22267"/>
                    <a:pt x="112" y="57396"/>
                    <a:pt x="112" y="82749"/>
                  </a:cubicBezTo>
                  <a:cubicBezTo>
                    <a:pt x="112" y="106113"/>
                    <a:pt x="7072" y="142403"/>
                    <a:pt x="39882" y="165601"/>
                  </a:cubicBezTo>
                  <a:cubicBezTo>
                    <a:pt x="41207" y="165601"/>
                    <a:pt x="43196" y="165601"/>
                    <a:pt x="43196" y="163613"/>
                  </a:cubicBezTo>
                  <a:cubicBezTo>
                    <a:pt x="43196" y="162619"/>
                    <a:pt x="42699" y="162287"/>
                    <a:pt x="41539" y="161127"/>
                  </a:cubicBezTo>
                  <a:cubicBezTo>
                    <a:pt x="19500" y="141243"/>
                    <a:pt x="11380" y="113073"/>
                    <a:pt x="11380" y="82915"/>
                  </a:cubicBezTo>
                  <a:cubicBezTo>
                    <a:pt x="11380" y="38175"/>
                    <a:pt x="28448" y="16302"/>
                    <a:pt x="42036" y="4039"/>
                  </a:cubicBezTo>
                  <a:cubicBezTo>
                    <a:pt x="42699" y="3377"/>
                    <a:pt x="43196" y="2880"/>
                    <a:pt x="43196" y="2051"/>
                  </a:cubicBezTo>
                  <a:cubicBezTo>
                    <a:pt x="43196" y="63"/>
                    <a:pt x="41207" y="63"/>
                    <a:pt x="39882" y="63"/>
                  </a:cubicBezTo>
                  <a:close/>
                </a:path>
              </a:pathLst>
            </a:custGeom>
            <a:grpFill/>
            <a:ln w="22911" cap="flat">
              <a:noFill/>
              <a:prstDash val="solid"/>
              <a:miter/>
            </a:ln>
          </p:spPr>
          <p:txBody>
            <a:bodyPr/>
            <a:lstStyle/>
            <a:p>
              <a:endParaRPr lang="en-US"/>
            </a:p>
          </p:txBody>
        </p:sp>
        <p:sp>
          <p:nvSpPr>
            <p:cNvPr id="804" name="Freeform: Shape 803">
              <a:extLst>
                <a:ext uri="{FF2B5EF4-FFF2-40B4-BE49-F238E27FC236}">
                  <a16:creationId xmlns:a16="http://schemas.microsoft.com/office/drawing/2014/main" id="{124501A9-C671-6C34-9CD6-D0CA0B54125A}"/>
                </a:ext>
              </a:extLst>
            </p:cNvPr>
            <p:cNvSpPr/>
            <p:nvPr>
              <p:custDataLst>
                <p:tags r:id="rId21"/>
              </p:custDataLst>
            </p:nvPr>
          </p:nvSpPr>
          <p:spPr>
            <a:xfrm>
              <a:off x="9802657" y="4867546"/>
              <a:ext cx="88651" cy="74732"/>
            </a:xfrm>
            <a:custGeom>
              <a:avLst/>
              <a:gdLst>
                <a:gd name="csX0" fmla="*/ 33422 w 88651"/>
                <a:gd name="csY0" fmla="*/ 55574 h 74732"/>
                <a:gd name="csX1" fmla="*/ 17846 w 88651"/>
                <a:gd name="csY1" fmla="*/ 70156 h 74732"/>
                <a:gd name="csX2" fmla="*/ 8898 w 88651"/>
                <a:gd name="csY2" fmla="*/ 67836 h 74732"/>
                <a:gd name="csX3" fmla="*/ 16189 w 88651"/>
                <a:gd name="csY3" fmla="*/ 58722 h 74732"/>
                <a:gd name="csX4" fmla="*/ 9561 w 88651"/>
                <a:gd name="csY4" fmla="*/ 52591 h 74732"/>
                <a:gd name="csX5" fmla="*/ 116 w 88651"/>
                <a:gd name="csY5" fmla="*/ 62699 h 74732"/>
                <a:gd name="csX6" fmla="*/ 17515 w 88651"/>
                <a:gd name="csY6" fmla="*/ 74795 h 74732"/>
                <a:gd name="csX7" fmla="*/ 36073 w 88651"/>
                <a:gd name="csY7" fmla="*/ 63030 h 74732"/>
                <a:gd name="csX8" fmla="*/ 55792 w 88651"/>
                <a:gd name="csY8" fmla="*/ 74795 h 74732"/>
                <a:gd name="csX9" fmla="*/ 84956 w 88651"/>
                <a:gd name="csY9" fmla="*/ 49442 h 74732"/>
                <a:gd name="csX10" fmla="*/ 82305 w 88651"/>
                <a:gd name="csY10" fmla="*/ 47288 h 74732"/>
                <a:gd name="csX11" fmla="*/ 79157 w 88651"/>
                <a:gd name="csY11" fmla="*/ 50105 h 74732"/>
                <a:gd name="csX12" fmla="*/ 56455 w 88651"/>
                <a:gd name="csY12" fmla="*/ 70156 h 74732"/>
                <a:gd name="csX13" fmla="*/ 46347 w 88651"/>
                <a:gd name="csY13" fmla="*/ 59385 h 74732"/>
                <a:gd name="csX14" fmla="*/ 54964 w 88651"/>
                <a:gd name="csY14" fmla="*/ 21604 h 74732"/>
                <a:gd name="csX15" fmla="*/ 71203 w 88651"/>
                <a:gd name="csY15" fmla="*/ 4702 h 74732"/>
                <a:gd name="csX16" fmla="*/ 80151 w 88651"/>
                <a:gd name="csY16" fmla="*/ 7022 h 74732"/>
                <a:gd name="csX17" fmla="*/ 72860 w 88651"/>
                <a:gd name="csY17" fmla="*/ 16136 h 74732"/>
                <a:gd name="csX18" fmla="*/ 79488 w 88651"/>
                <a:gd name="csY18" fmla="*/ 22267 h 74732"/>
                <a:gd name="csX19" fmla="*/ 88767 w 88651"/>
                <a:gd name="csY19" fmla="*/ 12159 h 74732"/>
                <a:gd name="csX20" fmla="*/ 71534 w 88651"/>
                <a:gd name="csY20" fmla="*/ 63 h 74732"/>
                <a:gd name="csX21" fmla="*/ 52975 w 88651"/>
                <a:gd name="csY21" fmla="*/ 11828 h 74732"/>
                <a:gd name="csX22" fmla="*/ 33091 w 88651"/>
                <a:gd name="csY22" fmla="*/ 63 h 74732"/>
                <a:gd name="csX23" fmla="*/ 3927 w 88651"/>
                <a:gd name="csY23" fmla="*/ 25415 h 74732"/>
                <a:gd name="csX24" fmla="*/ 6744 w 88651"/>
                <a:gd name="csY24" fmla="*/ 27569 h 74732"/>
                <a:gd name="csX25" fmla="*/ 9892 w 88651"/>
                <a:gd name="csY25" fmla="*/ 24753 h 74732"/>
                <a:gd name="csX26" fmla="*/ 32594 w 88651"/>
                <a:gd name="csY26" fmla="*/ 4702 h 74732"/>
                <a:gd name="csX27" fmla="*/ 42536 w 88651"/>
                <a:gd name="csY27" fmla="*/ 15639 h 74732"/>
                <a:gd name="csX28" fmla="*/ 39056 w 88651"/>
                <a:gd name="csY28" fmla="*/ 32872 h 74732"/>
                <a:gd name="csX29" fmla="*/ 33422 w 88651"/>
                <a:gd name="csY29" fmla="*/ 55574 h 747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8651" h="74732">
                  <a:moveTo>
                    <a:pt x="33422" y="55574"/>
                  </a:moveTo>
                  <a:cubicBezTo>
                    <a:pt x="31765" y="61207"/>
                    <a:pt x="26297" y="70156"/>
                    <a:pt x="17846" y="70156"/>
                  </a:cubicBezTo>
                  <a:cubicBezTo>
                    <a:pt x="17349" y="70156"/>
                    <a:pt x="12378" y="70156"/>
                    <a:pt x="8898" y="67836"/>
                  </a:cubicBezTo>
                  <a:cubicBezTo>
                    <a:pt x="15692" y="65681"/>
                    <a:pt x="16189" y="59716"/>
                    <a:pt x="16189" y="58722"/>
                  </a:cubicBezTo>
                  <a:cubicBezTo>
                    <a:pt x="16189" y="55076"/>
                    <a:pt x="13372" y="52591"/>
                    <a:pt x="9561" y="52591"/>
                  </a:cubicBezTo>
                  <a:cubicBezTo>
                    <a:pt x="4921" y="52591"/>
                    <a:pt x="116" y="56568"/>
                    <a:pt x="116" y="62699"/>
                  </a:cubicBezTo>
                  <a:cubicBezTo>
                    <a:pt x="116" y="70984"/>
                    <a:pt x="9395" y="74795"/>
                    <a:pt x="17515" y="74795"/>
                  </a:cubicBezTo>
                  <a:cubicBezTo>
                    <a:pt x="25137" y="74795"/>
                    <a:pt x="31931" y="69990"/>
                    <a:pt x="36073" y="63030"/>
                  </a:cubicBezTo>
                  <a:cubicBezTo>
                    <a:pt x="40050" y="71813"/>
                    <a:pt x="49164" y="74795"/>
                    <a:pt x="55792" y="74795"/>
                  </a:cubicBezTo>
                  <a:cubicBezTo>
                    <a:pt x="74848" y="74795"/>
                    <a:pt x="84956" y="54082"/>
                    <a:pt x="84956" y="49442"/>
                  </a:cubicBezTo>
                  <a:cubicBezTo>
                    <a:pt x="84956" y="47288"/>
                    <a:pt x="82802" y="47288"/>
                    <a:pt x="82305" y="47288"/>
                  </a:cubicBezTo>
                  <a:cubicBezTo>
                    <a:pt x="79985" y="47288"/>
                    <a:pt x="79819" y="48117"/>
                    <a:pt x="79157" y="50105"/>
                  </a:cubicBezTo>
                  <a:cubicBezTo>
                    <a:pt x="75677" y="61539"/>
                    <a:pt x="65735" y="70156"/>
                    <a:pt x="56455" y="70156"/>
                  </a:cubicBezTo>
                  <a:cubicBezTo>
                    <a:pt x="49827" y="70156"/>
                    <a:pt x="46347" y="65681"/>
                    <a:pt x="46347" y="59385"/>
                  </a:cubicBezTo>
                  <a:cubicBezTo>
                    <a:pt x="46347" y="55076"/>
                    <a:pt x="50324" y="39997"/>
                    <a:pt x="54964" y="21604"/>
                  </a:cubicBezTo>
                  <a:cubicBezTo>
                    <a:pt x="58278" y="8845"/>
                    <a:pt x="65735" y="4702"/>
                    <a:pt x="71203" y="4702"/>
                  </a:cubicBezTo>
                  <a:cubicBezTo>
                    <a:pt x="71534" y="4702"/>
                    <a:pt x="76671" y="4702"/>
                    <a:pt x="80151" y="7022"/>
                  </a:cubicBezTo>
                  <a:cubicBezTo>
                    <a:pt x="74848" y="8513"/>
                    <a:pt x="72860" y="13153"/>
                    <a:pt x="72860" y="16136"/>
                  </a:cubicBezTo>
                  <a:cubicBezTo>
                    <a:pt x="72860" y="19781"/>
                    <a:pt x="75677" y="22267"/>
                    <a:pt x="79488" y="22267"/>
                  </a:cubicBezTo>
                  <a:cubicBezTo>
                    <a:pt x="83299" y="22267"/>
                    <a:pt x="88767" y="19119"/>
                    <a:pt x="88767" y="12159"/>
                  </a:cubicBezTo>
                  <a:cubicBezTo>
                    <a:pt x="88767" y="2880"/>
                    <a:pt x="78162" y="63"/>
                    <a:pt x="71534" y="63"/>
                  </a:cubicBezTo>
                  <a:cubicBezTo>
                    <a:pt x="63249" y="63"/>
                    <a:pt x="56621" y="5531"/>
                    <a:pt x="52975" y="11828"/>
                  </a:cubicBezTo>
                  <a:cubicBezTo>
                    <a:pt x="49993" y="5034"/>
                    <a:pt x="42370" y="63"/>
                    <a:pt x="33091" y="63"/>
                  </a:cubicBezTo>
                  <a:cubicBezTo>
                    <a:pt x="14532" y="63"/>
                    <a:pt x="3927" y="20444"/>
                    <a:pt x="3927" y="25415"/>
                  </a:cubicBezTo>
                  <a:cubicBezTo>
                    <a:pt x="3927" y="27569"/>
                    <a:pt x="6247" y="27569"/>
                    <a:pt x="6744" y="27569"/>
                  </a:cubicBezTo>
                  <a:cubicBezTo>
                    <a:pt x="8898" y="27569"/>
                    <a:pt x="9064" y="26907"/>
                    <a:pt x="9892" y="24753"/>
                  </a:cubicBezTo>
                  <a:cubicBezTo>
                    <a:pt x="14035" y="11828"/>
                    <a:pt x="24474" y="4702"/>
                    <a:pt x="32594" y="4702"/>
                  </a:cubicBezTo>
                  <a:cubicBezTo>
                    <a:pt x="38062" y="4702"/>
                    <a:pt x="42536" y="7685"/>
                    <a:pt x="42536" y="15639"/>
                  </a:cubicBezTo>
                  <a:cubicBezTo>
                    <a:pt x="42536" y="18953"/>
                    <a:pt x="40547" y="27238"/>
                    <a:pt x="39056" y="32872"/>
                  </a:cubicBezTo>
                  <a:lnTo>
                    <a:pt x="33422" y="55574"/>
                  </a:lnTo>
                  <a:close/>
                </a:path>
              </a:pathLst>
            </a:custGeom>
            <a:grpFill/>
            <a:ln w="22911" cap="flat">
              <a:noFill/>
              <a:prstDash val="solid"/>
              <a:miter/>
            </a:ln>
          </p:spPr>
          <p:txBody>
            <a:bodyPr/>
            <a:lstStyle/>
            <a:p>
              <a:endParaRPr lang="en-US"/>
            </a:p>
          </p:txBody>
        </p:sp>
        <p:sp>
          <p:nvSpPr>
            <p:cNvPr id="805" name="Freeform: Shape 804">
              <a:extLst>
                <a:ext uri="{FF2B5EF4-FFF2-40B4-BE49-F238E27FC236}">
                  <a16:creationId xmlns:a16="http://schemas.microsoft.com/office/drawing/2014/main" id="{C8EA731C-DAC0-D494-3A01-B4B264E9653D}"/>
                </a:ext>
              </a:extLst>
            </p:cNvPr>
            <p:cNvSpPr/>
            <p:nvPr>
              <p:custDataLst>
                <p:tags r:id="rId22"/>
              </p:custDataLst>
            </p:nvPr>
          </p:nvSpPr>
          <p:spPr>
            <a:xfrm>
              <a:off x="9912821" y="4885347"/>
              <a:ext cx="41662" cy="80248"/>
            </a:xfrm>
            <a:custGeom>
              <a:avLst/>
              <a:gdLst>
                <a:gd name="csX0" fmla="*/ 36220 w 41662"/>
                <a:gd name="csY0" fmla="*/ 5153 h 80248"/>
                <a:gd name="csX1" fmla="*/ 31012 w 41662"/>
                <a:gd name="csY1" fmla="*/ 64 h 80248"/>
                <a:gd name="csX2" fmla="*/ 23792 w 41662"/>
                <a:gd name="csY2" fmla="*/ 7165 h 80248"/>
                <a:gd name="csX3" fmla="*/ 28882 w 41662"/>
                <a:gd name="csY3" fmla="*/ 12255 h 80248"/>
                <a:gd name="csX4" fmla="*/ 36220 w 41662"/>
                <a:gd name="csY4" fmla="*/ 5153 h 80248"/>
                <a:gd name="csX5" fmla="*/ 41783 w 41662"/>
                <a:gd name="csY5" fmla="*/ 61966 h 80248"/>
                <a:gd name="csX6" fmla="*/ 39297 w 41662"/>
                <a:gd name="csY6" fmla="*/ 60309 h 80248"/>
                <a:gd name="csX7" fmla="*/ 36457 w 41662"/>
                <a:gd name="csY7" fmla="*/ 63031 h 80248"/>
                <a:gd name="csX8" fmla="*/ 23200 w 41662"/>
                <a:gd name="csY8" fmla="*/ 76288 h 80248"/>
                <a:gd name="csX9" fmla="*/ 19650 w 41662"/>
                <a:gd name="csY9" fmla="*/ 71790 h 80248"/>
                <a:gd name="csX10" fmla="*/ 21188 w 41662"/>
                <a:gd name="csY10" fmla="*/ 65753 h 80248"/>
                <a:gd name="csX11" fmla="*/ 23674 w 41662"/>
                <a:gd name="csY11" fmla="*/ 59362 h 80248"/>
                <a:gd name="csX12" fmla="*/ 30420 w 41662"/>
                <a:gd name="csY12" fmla="*/ 43028 h 80248"/>
                <a:gd name="csX13" fmla="*/ 32077 w 41662"/>
                <a:gd name="csY13" fmla="*/ 37110 h 80248"/>
                <a:gd name="csX14" fmla="*/ 19176 w 41662"/>
                <a:gd name="csY14" fmla="*/ 26695 h 80248"/>
                <a:gd name="csX15" fmla="*/ 120 w 41662"/>
                <a:gd name="csY15" fmla="*/ 45040 h 80248"/>
                <a:gd name="csX16" fmla="*/ 2606 w 41662"/>
                <a:gd name="csY16" fmla="*/ 46697 h 80248"/>
                <a:gd name="csX17" fmla="*/ 5328 w 41662"/>
                <a:gd name="csY17" fmla="*/ 44330 h 80248"/>
                <a:gd name="csX18" fmla="*/ 18703 w 41662"/>
                <a:gd name="csY18" fmla="*/ 30719 h 80248"/>
                <a:gd name="csX19" fmla="*/ 22253 w 41662"/>
                <a:gd name="csY19" fmla="*/ 35217 h 80248"/>
                <a:gd name="csX20" fmla="*/ 21543 w 41662"/>
                <a:gd name="csY20" fmla="*/ 39478 h 80248"/>
                <a:gd name="csX21" fmla="*/ 13732 w 41662"/>
                <a:gd name="csY21" fmla="*/ 58297 h 80248"/>
                <a:gd name="csX22" fmla="*/ 11128 w 41662"/>
                <a:gd name="csY22" fmla="*/ 64570 h 80248"/>
                <a:gd name="csX23" fmla="*/ 9826 w 41662"/>
                <a:gd name="csY23" fmla="*/ 69896 h 80248"/>
                <a:gd name="csX24" fmla="*/ 22727 w 41662"/>
                <a:gd name="csY24" fmla="*/ 80312 h 80248"/>
                <a:gd name="csX25" fmla="*/ 41783 w 41662"/>
                <a:gd name="csY25" fmla="*/ 61966 h 80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1662" h="80248">
                  <a:moveTo>
                    <a:pt x="36220" y="5153"/>
                  </a:moveTo>
                  <a:cubicBezTo>
                    <a:pt x="36220" y="2312"/>
                    <a:pt x="34090" y="64"/>
                    <a:pt x="31012" y="64"/>
                  </a:cubicBezTo>
                  <a:cubicBezTo>
                    <a:pt x="27698" y="64"/>
                    <a:pt x="23792" y="3259"/>
                    <a:pt x="23792" y="7165"/>
                  </a:cubicBezTo>
                  <a:cubicBezTo>
                    <a:pt x="23792" y="10479"/>
                    <a:pt x="26396" y="12255"/>
                    <a:pt x="28882" y="12255"/>
                  </a:cubicBezTo>
                  <a:cubicBezTo>
                    <a:pt x="32788" y="12255"/>
                    <a:pt x="36220" y="8704"/>
                    <a:pt x="36220" y="5153"/>
                  </a:cubicBezTo>
                  <a:close/>
                  <a:moveTo>
                    <a:pt x="41783" y="61966"/>
                  </a:moveTo>
                  <a:cubicBezTo>
                    <a:pt x="41783" y="60309"/>
                    <a:pt x="39771" y="60309"/>
                    <a:pt x="39297" y="60309"/>
                  </a:cubicBezTo>
                  <a:cubicBezTo>
                    <a:pt x="37285" y="60309"/>
                    <a:pt x="37167" y="60782"/>
                    <a:pt x="36457" y="63031"/>
                  </a:cubicBezTo>
                  <a:cubicBezTo>
                    <a:pt x="34445" y="69541"/>
                    <a:pt x="29118" y="76288"/>
                    <a:pt x="23200" y="76288"/>
                  </a:cubicBezTo>
                  <a:cubicBezTo>
                    <a:pt x="20478" y="76288"/>
                    <a:pt x="19650" y="74394"/>
                    <a:pt x="19650" y="71790"/>
                  </a:cubicBezTo>
                  <a:cubicBezTo>
                    <a:pt x="19650" y="69304"/>
                    <a:pt x="20241" y="68002"/>
                    <a:pt x="21188" y="65753"/>
                  </a:cubicBezTo>
                  <a:cubicBezTo>
                    <a:pt x="22135" y="63386"/>
                    <a:pt x="23082" y="61019"/>
                    <a:pt x="23674" y="59362"/>
                  </a:cubicBezTo>
                  <a:cubicBezTo>
                    <a:pt x="24147" y="58297"/>
                    <a:pt x="28763" y="47289"/>
                    <a:pt x="30420" y="43028"/>
                  </a:cubicBezTo>
                  <a:cubicBezTo>
                    <a:pt x="31367" y="40661"/>
                    <a:pt x="32077" y="39122"/>
                    <a:pt x="32077" y="37110"/>
                  </a:cubicBezTo>
                  <a:cubicBezTo>
                    <a:pt x="32077" y="31429"/>
                    <a:pt x="26633" y="26695"/>
                    <a:pt x="19176" y="26695"/>
                  </a:cubicBezTo>
                  <a:cubicBezTo>
                    <a:pt x="6748" y="26695"/>
                    <a:pt x="120" y="41845"/>
                    <a:pt x="120" y="45040"/>
                  </a:cubicBezTo>
                  <a:cubicBezTo>
                    <a:pt x="120" y="46697"/>
                    <a:pt x="2014" y="46697"/>
                    <a:pt x="2606" y="46697"/>
                  </a:cubicBezTo>
                  <a:cubicBezTo>
                    <a:pt x="4618" y="46697"/>
                    <a:pt x="4736" y="46106"/>
                    <a:pt x="5328" y="44330"/>
                  </a:cubicBezTo>
                  <a:cubicBezTo>
                    <a:pt x="7932" y="35927"/>
                    <a:pt x="13613" y="30719"/>
                    <a:pt x="18703" y="30719"/>
                  </a:cubicBezTo>
                  <a:cubicBezTo>
                    <a:pt x="20952" y="30719"/>
                    <a:pt x="22253" y="32021"/>
                    <a:pt x="22253" y="35217"/>
                  </a:cubicBezTo>
                  <a:cubicBezTo>
                    <a:pt x="22253" y="35690"/>
                    <a:pt x="22253" y="37229"/>
                    <a:pt x="21543" y="39478"/>
                  </a:cubicBezTo>
                  <a:cubicBezTo>
                    <a:pt x="20715" y="41608"/>
                    <a:pt x="15389" y="54273"/>
                    <a:pt x="13732" y="58297"/>
                  </a:cubicBezTo>
                  <a:cubicBezTo>
                    <a:pt x="12903" y="60309"/>
                    <a:pt x="12903" y="60546"/>
                    <a:pt x="11128" y="64570"/>
                  </a:cubicBezTo>
                  <a:cubicBezTo>
                    <a:pt x="10536" y="66227"/>
                    <a:pt x="9826" y="67884"/>
                    <a:pt x="9826" y="69896"/>
                  </a:cubicBezTo>
                  <a:cubicBezTo>
                    <a:pt x="9826" y="76051"/>
                    <a:pt x="15625" y="80312"/>
                    <a:pt x="22727" y="80312"/>
                  </a:cubicBezTo>
                  <a:cubicBezTo>
                    <a:pt x="35155" y="80312"/>
                    <a:pt x="41783" y="64925"/>
                    <a:pt x="41783" y="61966"/>
                  </a:cubicBezTo>
                  <a:close/>
                </a:path>
              </a:pathLst>
            </a:custGeom>
            <a:grpFill/>
            <a:ln w="22911" cap="flat">
              <a:noFill/>
              <a:prstDash val="solid"/>
              <a:miter/>
            </a:ln>
          </p:spPr>
          <p:txBody>
            <a:bodyPr/>
            <a:lstStyle/>
            <a:p>
              <a:endParaRPr lang="en-US"/>
            </a:p>
          </p:txBody>
        </p:sp>
        <p:sp>
          <p:nvSpPr>
            <p:cNvPr id="806" name="Freeform: Shape 805">
              <a:extLst>
                <a:ext uri="{FF2B5EF4-FFF2-40B4-BE49-F238E27FC236}">
                  <a16:creationId xmlns:a16="http://schemas.microsoft.com/office/drawing/2014/main" id="{606012D7-53AF-DE63-67EF-930AFADC174F}"/>
                </a:ext>
              </a:extLst>
            </p:cNvPr>
            <p:cNvSpPr/>
            <p:nvPr>
              <p:custDataLst>
                <p:tags r:id="rId23"/>
              </p:custDataLst>
            </p:nvPr>
          </p:nvSpPr>
          <p:spPr>
            <a:xfrm>
              <a:off x="9994936" y="4895053"/>
              <a:ext cx="112016" cy="8119"/>
            </a:xfrm>
            <a:custGeom>
              <a:avLst/>
              <a:gdLst>
                <a:gd name="csX0" fmla="*/ 105511 w 112016"/>
                <a:gd name="csY0" fmla="*/ 8182 h 8119"/>
                <a:gd name="csX1" fmla="*/ 112140 w 112016"/>
                <a:gd name="csY1" fmla="*/ 4205 h 8119"/>
                <a:gd name="csX2" fmla="*/ 105511 w 112016"/>
                <a:gd name="csY2" fmla="*/ 63 h 8119"/>
                <a:gd name="csX3" fmla="*/ 6751 w 112016"/>
                <a:gd name="csY3" fmla="*/ 63 h 8119"/>
                <a:gd name="csX4" fmla="*/ 123 w 112016"/>
                <a:gd name="csY4" fmla="*/ 4039 h 8119"/>
                <a:gd name="csX5" fmla="*/ 6751 w 112016"/>
                <a:gd name="csY5" fmla="*/ 8182 h 8119"/>
                <a:gd name="csX6" fmla="*/ 105511 w 112016"/>
                <a:gd name="csY6" fmla="*/ 8182 h 81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016" h="8119">
                  <a:moveTo>
                    <a:pt x="105511" y="8182"/>
                  </a:moveTo>
                  <a:cubicBezTo>
                    <a:pt x="108163" y="8182"/>
                    <a:pt x="112140" y="8182"/>
                    <a:pt x="112140" y="4205"/>
                  </a:cubicBezTo>
                  <a:cubicBezTo>
                    <a:pt x="112140" y="63"/>
                    <a:pt x="108328" y="63"/>
                    <a:pt x="105511" y="63"/>
                  </a:cubicBezTo>
                  <a:lnTo>
                    <a:pt x="6751" y="63"/>
                  </a:lnTo>
                  <a:cubicBezTo>
                    <a:pt x="4100" y="63"/>
                    <a:pt x="123" y="63"/>
                    <a:pt x="123" y="4039"/>
                  </a:cubicBezTo>
                  <a:cubicBezTo>
                    <a:pt x="123" y="8182"/>
                    <a:pt x="3934" y="8182"/>
                    <a:pt x="6751" y="8182"/>
                  </a:cubicBezTo>
                  <a:lnTo>
                    <a:pt x="105511" y="8182"/>
                  </a:lnTo>
                  <a:close/>
                </a:path>
              </a:pathLst>
            </a:custGeom>
            <a:grpFill/>
            <a:ln w="22911" cap="flat">
              <a:noFill/>
              <a:prstDash val="solid"/>
              <a:miter/>
            </a:ln>
          </p:spPr>
          <p:txBody>
            <a:bodyPr/>
            <a:lstStyle/>
            <a:p>
              <a:endParaRPr lang="en-US"/>
            </a:p>
          </p:txBody>
        </p:sp>
        <p:sp>
          <p:nvSpPr>
            <p:cNvPr id="807" name="Freeform: Shape 806">
              <a:extLst>
                <a:ext uri="{FF2B5EF4-FFF2-40B4-BE49-F238E27FC236}">
                  <a16:creationId xmlns:a16="http://schemas.microsoft.com/office/drawing/2014/main" id="{696186A7-3FD1-087C-9D25-19ED1F243460}"/>
                </a:ext>
              </a:extLst>
            </p:cNvPr>
            <p:cNvSpPr/>
            <p:nvPr>
              <p:custDataLst>
                <p:tags r:id="rId24"/>
              </p:custDataLst>
            </p:nvPr>
          </p:nvSpPr>
          <p:spPr>
            <a:xfrm>
              <a:off x="10150665" y="4842193"/>
              <a:ext cx="65950" cy="6296"/>
            </a:xfrm>
            <a:custGeom>
              <a:avLst/>
              <a:gdLst>
                <a:gd name="csX0" fmla="*/ 66080 w 65950"/>
                <a:gd name="csY0" fmla="*/ 6359 h 6296"/>
                <a:gd name="csX1" fmla="*/ 66080 w 65950"/>
                <a:gd name="csY1" fmla="*/ 63 h 6296"/>
                <a:gd name="csX2" fmla="*/ 130 w 65950"/>
                <a:gd name="csY2" fmla="*/ 63 h 6296"/>
                <a:gd name="csX3" fmla="*/ 130 w 65950"/>
                <a:gd name="csY3" fmla="*/ 6359 h 6296"/>
                <a:gd name="csX4" fmla="*/ 66080 w 65950"/>
                <a:gd name="csY4" fmla="*/ 6359 h 6296"/>
              </a:gdLst>
              <a:ahLst/>
              <a:cxnLst>
                <a:cxn ang="0">
                  <a:pos x="csX0" y="csY0"/>
                </a:cxn>
                <a:cxn ang="0">
                  <a:pos x="csX1" y="csY1"/>
                </a:cxn>
                <a:cxn ang="0">
                  <a:pos x="csX2" y="csY2"/>
                </a:cxn>
                <a:cxn ang="0">
                  <a:pos x="csX3" y="csY3"/>
                </a:cxn>
                <a:cxn ang="0">
                  <a:pos x="csX4" y="csY4"/>
                </a:cxn>
              </a:cxnLst>
              <a:rect l="l" t="t" r="r" b="b"/>
              <a:pathLst>
                <a:path w="65950" h="6296">
                  <a:moveTo>
                    <a:pt x="66080" y="6359"/>
                  </a:moveTo>
                  <a:lnTo>
                    <a:pt x="66080" y="63"/>
                  </a:lnTo>
                  <a:lnTo>
                    <a:pt x="130" y="63"/>
                  </a:lnTo>
                  <a:lnTo>
                    <a:pt x="130" y="6359"/>
                  </a:lnTo>
                  <a:lnTo>
                    <a:pt x="66080" y="6359"/>
                  </a:lnTo>
                  <a:close/>
                </a:path>
              </a:pathLst>
            </a:custGeom>
            <a:grpFill/>
            <a:ln w="22911" cap="flat">
              <a:noFill/>
              <a:prstDash val="solid"/>
              <a:miter/>
            </a:ln>
          </p:spPr>
          <p:txBody>
            <a:bodyPr/>
            <a:lstStyle/>
            <a:p>
              <a:endParaRPr lang="en-US"/>
            </a:p>
          </p:txBody>
        </p:sp>
        <p:sp>
          <p:nvSpPr>
            <p:cNvPr id="808" name="Freeform: Shape 807">
              <a:extLst>
                <a:ext uri="{FF2B5EF4-FFF2-40B4-BE49-F238E27FC236}">
                  <a16:creationId xmlns:a16="http://schemas.microsoft.com/office/drawing/2014/main" id="{7D6C6EF7-3ABE-4BED-078E-D81B2C4BF760}"/>
                </a:ext>
              </a:extLst>
            </p:cNvPr>
            <p:cNvSpPr/>
            <p:nvPr>
              <p:custDataLst>
                <p:tags r:id="rId25"/>
              </p:custDataLst>
            </p:nvPr>
          </p:nvSpPr>
          <p:spPr>
            <a:xfrm>
              <a:off x="10132945" y="4867546"/>
              <a:ext cx="88651" cy="74732"/>
            </a:xfrm>
            <a:custGeom>
              <a:avLst/>
              <a:gdLst>
                <a:gd name="csX0" fmla="*/ 33436 w 88651"/>
                <a:gd name="csY0" fmla="*/ 55574 h 74732"/>
                <a:gd name="csX1" fmla="*/ 17860 w 88651"/>
                <a:gd name="csY1" fmla="*/ 70156 h 74732"/>
                <a:gd name="csX2" fmla="*/ 8912 w 88651"/>
                <a:gd name="csY2" fmla="*/ 67836 h 74732"/>
                <a:gd name="csX3" fmla="*/ 16203 w 88651"/>
                <a:gd name="csY3" fmla="*/ 58722 h 74732"/>
                <a:gd name="csX4" fmla="*/ 9575 w 88651"/>
                <a:gd name="csY4" fmla="*/ 52591 h 74732"/>
                <a:gd name="csX5" fmla="*/ 129 w 88651"/>
                <a:gd name="csY5" fmla="*/ 62699 h 74732"/>
                <a:gd name="csX6" fmla="*/ 17528 w 88651"/>
                <a:gd name="csY6" fmla="*/ 74795 h 74732"/>
                <a:gd name="csX7" fmla="*/ 36087 w 88651"/>
                <a:gd name="csY7" fmla="*/ 63030 h 74732"/>
                <a:gd name="csX8" fmla="*/ 55806 w 88651"/>
                <a:gd name="csY8" fmla="*/ 74795 h 74732"/>
                <a:gd name="csX9" fmla="*/ 84970 w 88651"/>
                <a:gd name="csY9" fmla="*/ 49442 h 74732"/>
                <a:gd name="csX10" fmla="*/ 82319 w 88651"/>
                <a:gd name="csY10" fmla="*/ 47288 h 74732"/>
                <a:gd name="csX11" fmla="*/ 79171 w 88651"/>
                <a:gd name="csY11" fmla="*/ 50105 h 74732"/>
                <a:gd name="csX12" fmla="*/ 56469 w 88651"/>
                <a:gd name="csY12" fmla="*/ 70156 h 74732"/>
                <a:gd name="csX13" fmla="*/ 46361 w 88651"/>
                <a:gd name="csY13" fmla="*/ 59385 h 74732"/>
                <a:gd name="csX14" fmla="*/ 54978 w 88651"/>
                <a:gd name="csY14" fmla="*/ 21604 h 74732"/>
                <a:gd name="csX15" fmla="*/ 71217 w 88651"/>
                <a:gd name="csY15" fmla="*/ 4702 h 74732"/>
                <a:gd name="csX16" fmla="*/ 80165 w 88651"/>
                <a:gd name="csY16" fmla="*/ 7022 h 74732"/>
                <a:gd name="csX17" fmla="*/ 72874 w 88651"/>
                <a:gd name="csY17" fmla="*/ 16136 h 74732"/>
                <a:gd name="csX18" fmla="*/ 79502 w 88651"/>
                <a:gd name="csY18" fmla="*/ 22267 h 74732"/>
                <a:gd name="csX19" fmla="*/ 88781 w 88651"/>
                <a:gd name="csY19" fmla="*/ 12159 h 74732"/>
                <a:gd name="csX20" fmla="*/ 71548 w 88651"/>
                <a:gd name="csY20" fmla="*/ 63 h 74732"/>
                <a:gd name="csX21" fmla="*/ 52989 w 88651"/>
                <a:gd name="csY21" fmla="*/ 11828 h 74732"/>
                <a:gd name="csX22" fmla="*/ 33105 w 88651"/>
                <a:gd name="csY22" fmla="*/ 63 h 74732"/>
                <a:gd name="csX23" fmla="*/ 3941 w 88651"/>
                <a:gd name="csY23" fmla="*/ 25415 h 74732"/>
                <a:gd name="csX24" fmla="*/ 6758 w 88651"/>
                <a:gd name="csY24" fmla="*/ 27569 h 74732"/>
                <a:gd name="csX25" fmla="*/ 9906 w 88651"/>
                <a:gd name="csY25" fmla="*/ 24753 h 74732"/>
                <a:gd name="csX26" fmla="*/ 32608 w 88651"/>
                <a:gd name="csY26" fmla="*/ 4702 h 74732"/>
                <a:gd name="csX27" fmla="*/ 42550 w 88651"/>
                <a:gd name="csY27" fmla="*/ 15639 h 74732"/>
                <a:gd name="csX28" fmla="*/ 39070 w 88651"/>
                <a:gd name="csY28" fmla="*/ 32872 h 74732"/>
                <a:gd name="csX29" fmla="*/ 33436 w 88651"/>
                <a:gd name="csY29" fmla="*/ 55574 h 747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8651" h="74732">
                  <a:moveTo>
                    <a:pt x="33436" y="55574"/>
                  </a:moveTo>
                  <a:cubicBezTo>
                    <a:pt x="31779" y="61207"/>
                    <a:pt x="26311" y="70156"/>
                    <a:pt x="17860" y="70156"/>
                  </a:cubicBezTo>
                  <a:cubicBezTo>
                    <a:pt x="17363" y="70156"/>
                    <a:pt x="12392" y="70156"/>
                    <a:pt x="8912" y="67836"/>
                  </a:cubicBezTo>
                  <a:cubicBezTo>
                    <a:pt x="15706" y="65681"/>
                    <a:pt x="16203" y="59716"/>
                    <a:pt x="16203" y="58722"/>
                  </a:cubicBezTo>
                  <a:cubicBezTo>
                    <a:pt x="16203" y="55076"/>
                    <a:pt x="13386" y="52591"/>
                    <a:pt x="9575" y="52591"/>
                  </a:cubicBezTo>
                  <a:cubicBezTo>
                    <a:pt x="4935" y="52591"/>
                    <a:pt x="129" y="56568"/>
                    <a:pt x="129" y="62699"/>
                  </a:cubicBezTo>
                  <a:cubicBezTo>
                    <a:pt x="129" y="70984"/>
                    <a:pt x="9409" y="74795"/>
                    <a:pt x="17528" y="74795"/>
                  </a:cubicBezTo>
                  <a:cubicBezTo>
                    <a:pt x="25151" y="74795"/>
                    <a:pt x="31945" y="69990"/>
                    <a:pt x="36087" y="63030"/>
                  </a:cubicBezTo>
                  <a:cubicBezTo>
                    <a:pt x="40064" y="71813"/>
                    <a:pt x="49178" y="74795"/>
                    <a:pt x="55806" y="74795"/>
                  </a:cubicBezTo>
                  <a:cubicBezTo>
                    <a:pt x="74862" y="74795"/>
                    <a:pt x="84970" y="54082"/>
                    <a:pt x="84970" y="49442"/>
                  </a:cubicBezTo>
                  <a:cubicBezTo>
                    <a:pt x="84970" y="47288"/>
                    <a:pt x="82816" y="47288"/>
                    <a:pt x="82319" y="47288"/>
                  </a:cubicBezTo>
                  <a:cubicBezTo>
                    <a:pt x="79999" y="47288"/>
                    <a:pt x="79833" y="48117"/>
                    <a:pt x="79171" y="50105"/>
                  </a:cubicBezTo>
                  <a:cubicBezTo>
                    <a:pt x="75691" y="61539"/>
                    <a:pt x="65748" y="70156"/>
                    <a:pt x="56469" y="70156"/>
                  </a:cubicBezTo>
                  <a:cubicBezTo>
                    <a:pt x="49841" y="70156"/>
                    <a:pt x="46361" y="65681"/>
                    <a:pt x="46361" y="59385"/>
                  </a:cubicBezTo>
                  <a:cubicBezTo>
                    <a:pt x="46361" y="55076"/>
                    <a:pt x="50338" y="39997"/>
                    <a:pt x="54978" y="21604"/>
                  </a:cubicBezTo>
                  <a:cubicBezTo>
                    <a:pt x="58292" y="8845"/>
                    <a:pt x="65748" y="4702"/>
                    <a:pt x="71217" y="4702"/>
                  </a:cubicBezTo>
                  <a:cubicBezTo>
                    <a:pt x="71548" y="4702"/>
                    <a:pt x="76685" y="4702"/>
                    <a:pt x="80165" y="7022"/>
                  </a:cubicBezTo>
                  <a:cubicBezTo>
                    <a:pt x="74862" y="8513"/>
                    <a:pt x="72874" y="13153"/>
                    <a:pt x="72874" y="16136"/>
                  </a:cubicBezTo>
                  <a:cubicBezTo>
                    <a:pt x="72874" y="19781"/>
                    <a:pt x="75691" y="22267"/>
                    <a:pt x="79502" y="22267"/>
                  </a:cubicBezTo>
                  <a:cubicBezTo>
                    <a:pt x="83313" y="22267"/>
                    <a:pt x="88781" y="19119"/>
                    <a:pt x="88781" y="12159"/>
                  </a:cubicBezTo>
                  <a:cubicBezTo>
                    <a:pt x="88781" y="2880"/>
                    <a:pt x="78176" y="63"/>
                    <a:pt x="71548" y="63"/>
                  </a:cubicBezTo>
                  <a:cubicBezTo>
                    <a:pt x="63263" y="63"/>
                    <a:pt x="56635" y="5531"/>
                    <a:pt x="52989" y="11828"/>
                  </a:cubicBezTo>
                  <a:cubicBezTo>
                    <a:pt x="50007" y="5034"/>
                    <a:pt x="42384" y="63"/>
                    <a:pt x="33105" y="63"/>
                  </a:cubicBezTo>
                  <a:cubicBezTo>
                    <a:pt x="14546" y="63"/>
                    <a:pt x="3941" y="20444"/>
                    <a:pt x="3941" y="25415"/>
                  </a:cubicBezTo>
                  <a:cubicBezTo>
                    <a:pt x="3941" y="27569"/>
                    <a:pt x="6261" y="27569"/>
                    <a:pt x="6758" y="27569"/>
                  </a:cubicBezTo>
                  <a:cubicBezTo>
                    <a:pt x="8912" y="27569"/>
                    <a:pt x="9078" y="26907"/>
                    <a:pt x="9906" y="24753"/>
                  </a:cubicBezTo>
                  <a:cubicBezTo>
                    <a:pt x="14049" y="11828"/>
                    <a:pt x="24488" y="4702"/>
                    <a:pt x="32608" y="4702"/>
                  </a:cubicBezTo>
                  <a:cubicBezTo>
                    <a:pt x="38076" y="4702"/>
                    <a:pt x="42550" y="7685"/>
                    <a:pt x="42550" y="15639"/>
                  </a:cubicBezTo>
                  <a:cubicBezTo>
                    <a:pt x="42550" y="18953"/>
                    <a:pt x="40561" y="27238"/>
                    <a:pt x="39070" y="32872"/>
                  </a:cubicBezTo>
                  <a:lnTo>
                    <a:pt x="33436" y="55574"/>
                  </a:lnTo>
                  <a:close/>
                </a:path>
              </a:pathLst>
            </a:custGeom>
            <a:grpFill/>
            <a:ln w="22911" cap="flat">
              <a:noFill/>
              <a:prstDash val="solid"/>
              <a:miter/>
            </a:ln>
          </p:spPr>
          <p:txBody>
            <a:bodyPr/>
            <a:lstStyle/>
            <a:p>
              <a:endParaRPr lang="en-US"/>
            </a:p>
          </p:txBody>
        </p:sp>
        <p:sp>
          <p:nvSpPr>
            <p:cNvPr id="809" name="Freeform: Shape 808">
              <a:extLst>
                <a:ext uri="{FF2B5EF4-FFF2-40B4-BE49-F238E27FC236}">
                  <a16:creationId xmlns:a16="http://schemas.microsoft.com/office/drawing/2014/main" id="{F67FB56A-0515-EFA0-51FC-962613197E4B}"/>
                </a:ext>
              </a:extLst>
            </p:cNvPr>
            <p:cNvSpPr/>
            <p:nvPr>
              <p:custDataLst>
                <p:tags r:id="rId26"/>
              </p:custDataLst>
            </p:nvPr>
          </p:nvSpPr>
          <p:spPr>
            <a:xfrm>
              <a:off x="10244102" y="4816343"/>
              <a:ext cx="42917" cy="165538"/>
            </a:xfrm>
            <a:custGeom>
              <a:avLst/>
              <a:gdLst>
                <a:gd name="csX0" fmla="*/ 3282 w 42917"/>
                <a:gd name="csY0" fmla="*/ 63 h 165538"/>
                <a:gd name="csX1" fmla="*/ 134 w 42917"/>
                <a:gd name="csY1" fmla="*/ 2051 h 165538"/>
                <a:gd name="csX2" fmla="*/ 1625 w 42917"/>
                <a:gd name="csY2" fmla="*/ 4537 h 165538"/>
                <a:gd name="csX3" fmla="*/ 31784 w 42917"/>
                <a:gd name="csY3" fmla="*/ 82749 h 165538"/>
                <a:gd name="csX4" fmla="*/ 3117 w 42917"/>
                <a:gd name="csY4" fmla="*/ 159802 h 165538"/>
                <a:gd name="csX5" fmla="*/ 134 w 42917"/>
                <a:gd name="csY5" fmla="*/ 163613 h 165538"/>
                <a:gd name="csX6" fmla="*/ 2288 w 42917"/>
                <a:gd name="csY6" fmla="*/ 165601 h 165538"/>
                <a:gd name="csX7" fmla="*/ 30955 w 42917"/>
                <a:gd name="csY7" fmla="*/ 133952 h 165538"/>
                <a:gd name="csX8" fmla="*/ 43051 w 42917"/>
                <a:gd name="csY8" fmla="*/ 82915 h 165538"/>
                <a:gd name="csX9" fmla="*/ 3282 w 42917"/>
                <a:gd name="csY9" fmla="*/ 63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17" h="165538">
                  <a:moveTo>
                    <a:pt x="3282" y="63"/>
                  </a:moveTo>
                  <a:cubicBezTo>
                    <a:pt x="2122" y="63"/>
                    <a:pt x="134" y="63"/>
                    <a:pt x="134" y="2051"/>
                  </a:cubicBezTo>
                  <a:cubicBezTo>
                    <a:pt x="134" y="2880"/>
                    <a:pt x="631" y="3377"/>
                    <a:pt x="1625" y="4537"/>
                  </a:cubicBezTo>
                  <a:cubicBezTo>
                    <a:pt x="15876" y="17627"/>
                    <a:pt x="31784" y="39997"/>
                    <a:pt x="31784" y="82749"/>
                  </a:cubicBezTo>
                  <a:cubicBezTo>
                    <a:pt x="31784" y="117381"/>
                    <a:pt x="21013" y="143563"/>
                    <a:pt x="3117" y="159802"/>
                  </a:cubicBezTo>
                  <a:cubicBezTo>
                    <a:pt x="300" y="162619"/>
                    <a:pt x="134" y="162784"/>
                    <a:pt x="134" y="163613"/>
                  </a:cubicBezTo>
                  <a:cubicBezTo>
                    <a:pt x="134" y="164441"/>
                    <a:pt x="631" y="165601"/>
                    <a:pt x="2288" y="165601"/>
                  </a:cubicBezTo>
                  <a:cubicBezTo>
                    <a:pt x="4277" y="165601"/>
                    <a:pt x="20019" y="154665"/>
                    <a:pt x="30955" y="133952"/>
                  </a:cubicBezTo>
                  <a:cubicBezTo>
                    <a:pt x="38246" y="120198"/>
                    <a:pt x="43051" y="102302"/>
                    <a:pt x="43051" y="82915"/>
                  </a:cubicBezTo>
                  <a:cubicBezTo>
                    <a:pt x="43051" y="59550"/>
                    <a:pt x="36092" y="23261"/>
                    <a:pt x="3282" y="63"/>
                  </a:cubicBezTo>
                  <a:close/>
                </a:path>
              </a:pathLst>
            </a:custGeom>
            <a:grpFill/>
            <a:ln w="22911" cap="flat">
              <a:noFill/>
              <a:prstDash val="solid"/>
              <a:miter/>
            </a:ln>
          </p:spPr>
          <p:txBody>
            <a:bodyPr/>
            <a:lstStyle/>
            <a:p>
              <a:endParaRPr lang="en-US"/>
            </a:p>
          </p:txBody>
        </p:sp>
        <p:sp>
          <p:nvSpPr>
            <p:cNvPr id="810" name="Freeform: Shape 809">
              <a:extLst>
                <a:ext uri="{FF2B5EF4-FFF2-40B4-BE49-F238E27FC236}">
                  <a16:creationId xmlns:a16="http://schemas.microsoft.com/office/drawing/2014/main" id="{709A5D33-D309-C3AC-03D9-7188FC9B8890}"/>
                </a:ext>
              </a:extLst>
            </p:cNvPr>
            <p:cNvSpPr/>
            <p:nvPr>
              <p:custDataLst>
                <p:tags r:id="rId27"/>
              </p:custDataLst>
            </p:nvPr>
          </p:nvSpPr>
          <p:spPr>
            <a:xfrm>
              <a:off x="10325369" y="4816343"/>
              <a:ext cx="43083" cy="165538"/>
            </a:xfrm>
            <a:custGeom>
              <a:avLst/>
              <a:gdLst>
                <a:gd name="csX0" fmla="*/ 39906 w 43083"/>
                <a:gd name="csY0" fmla="*/ 63 h 165538"/>
                <a:gd name="csX1" fmla="*/ 137 w 43083"/>
                <a:gd name="csY1" fmla="*/ 82749 h 165538"/>
                <a:gd name="csX2" fmla="*/ 39906 w 43083"/>
                <a:gd name="csY2" fmla="*/ 165601 h 165538"/>
                <a:gd name="csX3" fmla="*/ 43220 w 43083"/>
                <a:gd name="csY3" fmla="*/ 163613 h 165538"/>
                <a:gd name="csX4" fmla="*/ 41563 w 43083"/>
                <a:gd name="csY4" fmla="*/ 161127 h 165538"/>
                <a:gd name="csX5" fmla="*/ 11405 w 43083"/>
                <a:gd name="csY5" fmla="*/ 82915 h 165538"/>
                <a:gd name="csX6" fmla="*/ 42060 w 43083"/>
                <a:gd name="csY6" fmla="*/ 4039 h 165538"/>
                <a:gd name="csX7" fmla="*/ 43220 w 43083"/>
                <a:gd name="csY7" fmla="*/ 2051 h 165538"/>
                <a:gd name="csX8" fmla="*/ 39906 w 43083"/>
                <a:gd name="csY8" fmla="*/ 63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083" h="165538">
                  <a:moveTo>
                    <a:pt x="39906" y="63"/>
                  </a:moveTo>
                  <a:cubicBezTo>
                    <a:pt x="8422" y="22267"/>
                    <a:pt x="137" y="57396"/>
                    <a:pt x="137" y="82749"/>
                  </a:cubicBezTo>
                  <a:cubicBezTo>
                    <a:pt x="137" y="106113"/>
                    <a:pt x="7097" y="142403"/>
                    <a:pt x="39906" y="165601"/>
                  </a:cubicBezTo>
                  <a:cubicBezTo>
                    <a:pt x="41232" y="165601"/>
                    <a:pt x="43220" y="165601"/>
                    <a:pt x="43220" y="163613"/>
                  </a:cubicBezTo>
                  <a:cubicBezTo>
                    <a:pt x="43220" y="162619"/>
                    <a:pt x="42723" y="162287"/>
                    <a:pt x="41563" y="161127"/>
                  </a:cubicBezTo>
                  <a:cubicBezTo>
                    <a:pt x="19525" y="141243"/>
                    <a:pt x="11405" y="113073"/>
                    <a:pt x="11405" y="82915"/>
                  </a:cubicBezTo>
                  <a:cubicBezTo>
                    <a:pt x="11405" y="38175"/>
                    <a:pt x="28473" y="16302"/>
                    <a:pt x="42060" y="4039"/>
                  </a:cubicBezTo>
                  <a:cubicBezTo>
                    <a:pt x="42723" y="3377"/>
                    <a:pt x="43220" y="2880"/>
                    <a:pt x="43220" y="2051"/>
                  </a:cubicBezTo>
                  <a:cubicBezTo>
                    <a:pt x="43220" y="63"/>
                    <a:pt x="41232" y="63"/>
                    <a:pt x="39906" y="63"/>
                  </a:cubicBezTo>
                  <a:close/>
                </a:path>
              </a:pathLst>
            </a:custGeom>
            <a:grpFill/>
            <a:ln w="22911" cap="flat">
              <a:noFill/>
              <a:prstDash val="solid"/>
              <a:miter/>
            </a:ln>
          </p:spPr>
          <p:txBody>
            <a:bodyPr/>
            <a:lstStyle/>
            <a:p>
              <a:endParaRPr lang="en-US"/>
            </a:p>
          </p:txBody>
        </p:sp>
        <p:sp>
          <p:nvSpPr>
            <p:cNvPr id="811" name="Freeform: Shape 810">
              <a:extLst>
                <a:ext uri="{FF2B5EF4-FFF2-40B4-BE49-F238E27FC236}">
                  <a16:creationId xmlns:a16="http://schemas.microsoft.com/office/drawing/2014/main" id="{5994E510-D044-F102-8B81-FF0D9611C136}"/>
                </a:ext>
              </a:extLst>
            </p:cNvPr>
            <p:cNvSpPr/>
            <p:nvPr>
              <p:custDataLst>
                <p:tags r:id="rId28"/>
              </p:custDataLst>
            </p:nvPr>
          </p:nvSpPr>
          <p:spPr>
            <a:xfrm>
              <a:off x="10388077" y="4867546"/>
              <a:ext cx="85006" cy="106879"/>
            </a:xfrm>
            <a:custGeom>
              <a:avLst/>
              <a:gdLst>
                <a:gd name="csX0" fmla="*/ 84484 w 85006"/>
                <a:gd name="csY0" fmla="*/ 10668 h 106879"/>
                <a:gd name="csX1" fmla="*/ 85147 w 85006"/>
                <a:gd name="csY1" fmla="*/ 7022 h 106879"/>
                <a:gd name="csX2" fmla="*/ 79678 w 85006"/>
                <a:gd name="csY2" fmla="*/ 1720 h 106879"/>
                <a:gd name="csX3" fmla="*/ 72885 w 85006"/>
                <a:gd name="csY3" fmla="*/ 5697 h 106879"/>
                <a:gd name="csX4" fmla="*/ 70233 w 85006"/>
                <a:gd name="csY4" fmla="*/ 15307 h 106879"/>
                <a:gd name="csX5" fmla="*/ 66753 w 85006"/>
                <a:gd name="csY5" fmla="*/ 29061 h 106879"/>
                <a:gd name="csX6" fmla="*/ 60125 w 85006"/>
                <a:gd name="csY6" fmla="*/ 55739 h 106879"/>
                <a:gd name="csX7" fmla="*/ 39744 w 85006"/>
                <a:gd name="csY7" fmla="*/ 70156 h 106879"/>
                <a:gd name="csX8" fmla="*/ 28476 w 85006"/>
                <a:gd name="csY8" fmla="*/ 56402 h 106879"/>
                <a:gd name="csX9" fmla="*/ 37258 w 85006"/>
                <a:gd name="csY9" fmla="*/ 24255 h 106879"/>
                <a:gd name="csX10" fmla="*/ 40075 w 85006"/>
                <a:gd name="csY10" fmla="*/ 14147 h 106879"/>
                <a:gd name="csX11" fmla="*/ 24333 w 85006"/>
                <a:gd name="csY11" fmla="*/ 63 h 106879"/>
                <a:gd name="csX12" fmla="*/ 140 w 85006"/>
                <a:gd name="csY12" fmla="*/ 25415 h 106879"/>
                <a:gd name="csX13" fmla="*/ 2957 w 85006"/>
                <a:gd name="csY13" fmla="*/ 27569 h 106879"/>
                <a:gd name="csX14" fmla="*/ 5940 w 85006"/>
                <a:gd name="csY14" fmla="*/ 24918 h 106879"/>
                <a:gd name="csX15" fmla="*/ 23836 w 85006"/>
                <a:gd name="csY15" fmla="*/ 4702 h 106879"/>
                <a:gd name="csX16" fmla="*/ 27979 w 85006"/>
                <a:gd name="csY16" fmla="*/ 10502 h 106879"/>
                <a:gd name="csX17" fmla="*/ 25659 w 85006"/>
                <a:gd name="csY17" fmla="*/ 20113 h 106879"/>
                <a:gd name="csX18" fmla="*/ 16048 w 85006"/>
                <a:gd name="csY18" fmla="*/ 53751 h 106879"/>
                <a:gd name="csX19" fmla="*/ 22510 w 85006"/>
                <a:gd name="csY19" fmla="*/ 69658 h 106879"/>
                <a:gd name="csX20" fmla="*/ 39081 w 85006"/>
                <a:gd name="csY20" fmla="*/ 74795 h 106879"/>
                <a:gd name="csX21" fmla="*/ 57143 w 85006"/>
                <a:gd name="csY21" fmla="*/ 67339 h 106879"/>
                <a:gd name="csX22" fmla="*/ 46206 w 85006"/>
                <a:gd name="csY22" fmla="*/ 91697 h 106879"/>
                <a:gd name="csX23" fmla="*/ 26322 w 85006"/>
                <a:gd name="csY23" fmla="*/ 102302 h 106879"/>
                <a:gd name="csX24" fmla="*/ 13894 w 85006"/>
                <a:gd name="csY24" fmla="*/ 96834 h 106879"/>
                <a:gd name="csX25" fmla="*/ 22842 w 85006"/>
                <a:gd name="csY25" fmla="*/ 87720 h 106879"/>
                <a:gd name="csX26" fmla="*/ 16379 w 85006"/>
                <a:gd name="csY26" fmla="*/ 81423 h 106879"/>
                <a:gd name="csX27" fmla="*/ 6768 w 85006"/>
                <a:gd name="csY27" fmla="*/ 92360 h 106879"/>
                <a:gd name="csX28" fmla="*/ 26487 w 85006"/>
                <a:gd name="csY28" fmla="*/ 106942 h 106879"/>
                <a:gd name="csX29" fmla="*/ 68742 w 85006"/>
                <a:gd name="csY29" fmla="*/ 73304 h 106879"/>
                <a:gd name="csX30" fmla="*/ 84484 w 85006"/>
                <a:gd name="csY30" fmla="*/ 10668 h 1068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5006" h="106879">
                  <a:moveTo>
                    <a:pt x="84484" y="10668"/>
                  </a:moveTo>
                  <a:cubicBezTo>
                    <a:pt x="85147" y="8348"/>
                    <a:pt x="85147" y="8016"/>
                    <a:pt x="85147" y="7022"/>
                  </a:cubicBezTo>
                  <a:cubicBezTo>
                    <a:pt x="85147" y="3708"/>
                    <a:pt x="82495" y="1720"/>
                    <a:pt x="79678" y="1720"/>
                  </a:cubicBezTo>
                  <a:cubicBezTo>
                    <a:pt x="77856" y="1720"/>
                    <a:pt x="74707" y="2548"/>
                    <a:pt x="72885" y="5697"/>
                  </a:cubicBezTo>
                  <a:cubicBezTo>
                    <a:pt x="72387" y="6691"/>
                    <a:pt x="71062" y="11993"/>
                    <a:pt x="70233" y="15307"/>
                  </a:cubicBezTo>
                  <a:lnTo>
                    <a:pt x="66753" y="29061"/>
                  </a:lnTo>
                  <a:cubicBezTo>
                    <a:pt x="65759" y="33038"/>
                    <a:pt x="60622" y="53916"/>
                    <a:pt x="60125" y="55739"/>
                  </a:cubicBezTo>
                  <a:cubicBezTo>
                    <a:pt x="59960" y="55739"/>
                    <a:pt x="52669" y="70156"/>
                    <a:pt x="39744" y="70156"/>
                  </a:cubicBezTo>
                  <a:cubicBezTo>
                    <a:pt x="28476" y="70156"/>
                    <a:pt x="28476" y="59385"/>
                    <a:pt x="28476" y="56402"/>
                  </a:cubicBezTo>
                  <a:cubicBezTo>
                    <a:pt x="28476" y="47454"/>
                    <a:pt x="32287" y="37015"/>
                    <a:pt x="37258" y="24255"/>
                  </a:cubicBezTo>
                  <a:cubicBezTo>
                    <a:pt x="39246" y="18953"/>
                    <a:pt x="40075" y="16964"/>
                    <a:pt x="40075" y="14147"/>
                  </a:cubicBezTo>
                  <a:cubicBezTo>
                    <a:pt x="40075" y="6194"/>
                    <a:pt x="33281" y="63"/>
                    <a:pt x="24333" y="63"/>
                  </a:cubicBezTo>
                  <a:cubicBezTo>
                    <a:pt x="7597" y="63"/>
                    <a:pt x="140" y="22598"/>
                    <a:pt x="140" y="25415"/>
                  </a:cubicBezTo>
                  <a:cubicBezTo>
                    <a:pt x="140" y="27569"/>
                    <a:pt x="2460" y="27569"/>
                    <a:pt x="2957" y="27569"/>
                  </a:cubicBezTo>
                  <a:cubicBezTo>
                    <a:pt x="5277" y="27569"/>
                    <a:pt x="5443" y="26741"/>
                    <a:pt x="5940" y="24918"/>
                  </a:cubicBezTo>
                  <a:cubicBezTo>
                    <a:pt x="10082" y="11165"/>
                    <a:pt x="17208" y="4702"/>
                    <a:pt x="23836" y="4702"/>
                  </a:cubicBezTo>
                  <a:cubicBezTo>
                    <a:pt x="26653" y="4702"/>
                    <a:pt x="27979" y="6525"/>
                    <a:pt x="27979" y="10502"/>
                  </a:cubicBezTo>
                  <a:cubicBezTo>
                    <a:pt x="27979" y="14313"/>
                    <a:pt x="26487" y="17959"/>
                    <a:pt x="25659" y="20113"/>
                  </a:cubicBezTo>
                  <a:cubicBezTo>
                    <a:pt x="17705" y="40329"/>
                    <a:pt x="16048" y="46460"/>
                    <a:pt x="16048" y="53751"/>
                  </a:cubicBezTo>
                  <a:cubicBezTo>
                    <a:pt x="16048" y="56568"/>
                    <a:pt x="16048" y="64356"/>
                    <a:pt x="22510" y="69658"/>
                  </a:cubicBezTo>
                  <a:cubicBezTo>
                    <a:pt x="27647" y="73967"/>
                    <a:pt x="34607" y="74795"/>
                    <a:pt x="39081" y="74795"/>
                  </a:cubicBezTo>
                  <a:cubicBezTo>
                    <a:pt x="45709" y="74795"/>
                    <a:pt x="51674" y="72310"/>
                    <a:pt x="57143" y="67339"/>
                  </a:cubicBezTo>
                  <a:cubicBezTo>
                    <a:pt x="54988" y="76452"/>
                    <a:pt x="53166" y="83412"/>
                    <a:pt x="46206" y="91697"/>
                  </a:cubicBezTo>
                  <a:cubicBezTo>
                    <a:pt x="41732" y="96834"/>
                    <a:pt x="35104" y="102302"/>
                    <a:pt x="26322" y="102302"/>
                  </a:cubicBezTo>
                  <a:cubicBezTo>
                    <a:pt x="25162" y="102302"/>
                    <a:pt x="17373" y="102302"/>
                    <a:pt x="13894" y="96834"/>
                  </a:cubicBezTo>
                  <a:cubicBezTo>
                    <a:pt x="22842" y="95840"/>
                    <a:pt x="22842" y="87886"/>
                    <a:pt x="22842" y="87720"/>
                  </a:cubicBezTo>
                  <a:cubicBezTo>
                    <a:pt x="22842" y="82418"/>
                    <a:pt x="18036" y="81423"/>
                    <a:pt x="16379" y="81423"/>
                  </a:cubicBezTo>
                  <a:cubicBezTo>
                    <a:pt x="12237" y="81423"/>
                    <a:pt x="6768" y="84737"/>
                    <a:pt x="6768" y="92360"/>
                  </a:cubicBezTo>
                  <a:cubicBezTo>
                    <a:pt x="6768" y="100811"/>
                    <a:pt x="14722" y="106942"/>
                    <a:pt x="26487" y="106942"/>
                  </a:cubicBezTo>
                  <a:cubicBezTo>
                    <a:pt x="43223" y="106942"/>
                    <a:pt x="63605" y="94017"/>
                    <a:pt x="68742" y="73304"/>
                  </a:cubicBezTo>
                  <a:lnTo>
                    <a:pt x="84484" y="10668"/>
                  </a:lnTo>
                  <a:close/>
                </a:path>
              </a:pathLst>
            </a:custGeom>
            <a:grpFill/>
            <a:ln w="22911" cap="flat">
              <a:noFill/>
              <a:prstDash val="solid"/>
              <a:miter/>
            </a:ln>
          </p:spPr>
          <p:txBody>
            <a:bodyPr/>
            <a:lstStyle/>
            <a:p>
              <a:endParaRPr lang="en-US"/>
            </a:p>
          </p:txBody>
        </p:sp>
        <p:sp>
          <p:nvSpPr>
            <p:cNvPr id="812" name="Freeform: Shape 811">
              <a:extLst>
                <a:ext uri="{FF2B5EF4-FFF2-40B4-BE49-F238E27FC236}">
                  <a16:creationId xmlns:a16="http://schemas.microsoft.com/office/drawing/2014/main" id="{DC1AE1AC-4F79-7E52-CE64-2ECDEF8240FB}"/>
                </a:ext>
              </a:extLst>
            </p:cNvPr>
            <p:cNvSpPr/>
            <p:nvPr>
              <p:custDataLst>
                <p:tags r:id="rId29"/>
              </p:custDataLst>
            </p:nvPr>
          </p:nvSpPr>
          <p:spPr>
            <a:xfrm>
              <a:off x="10487064" y="4885347"/>
              <a:ext cx="41662" cy="80248"/>
            </a:xfrm>
            <a:custGeom>
              <a:avLst/>
              <a:gdLst>
                <a:gd name="csX0" fmla="*/ 36244 w 41662"/>
                <a:gd name="csY0" fmla="*/ 5153 h 80248"/>
                <a:gd name="csX1" fmla="*/ 31036 w 41662"/>
                <a:gd name="csY1" fmla="*/ 64 h 80248"/>
                <a:gd name="csX2" fmla="*/ 23816 w 41662"/>
                <a:gd name="csY2" fmla="*/ 7165 h 80248"/>
                <a:gd name="csX3" fmla="*/ 28906 w 41662"/>
                <a:gd name="csY3" fmla="*/ 12255 h 80248"/>
                <a:gd name="csX4" fmla="*/ 36244 w 41662"/>
                <a:gd name="csY4" fmla="*/ 5153 h 80248"/>
                <a:gd name="csX5" fmla="*/ 41807 w 41662"/>
                <a:gd name="csY5" fmla="*/ 61966 h 80248"/>
                <a:gd name="csX6" fmla="*/ 39322 w 41662"/>
                <a:gd name="csY6" fmla="*/ 60309 h 80248"/>
                <a:gd name="csX7" fmla="*/ 36481 w 41662"/>
                <a:gd name="csY7" fmla="*/ 63031 h 80248"/>
                <a:gd name="csX8" fmla="*/ 23225 w 41662"/>
                <a:gd name="csY8" fmla="*/ 76288 h 80248"/>
                <a:gd name="csX9" fmla="*/ 19674 w 41662"/>
                <a:gd name="csY9" fmla="*/ 71790 h 80248"/>
                <a:gd name="csX10" fmla="*/ 21212 w 41662"/>
                <a:gd name="csY10" fmla="*/ 65753 h 80248"/>
                <a:gd name="csX11" fmla="*/ 23698 w 41662"/>
                <a:gd name="csY11" fmla="*/ 59362 h 80248"/>
                <a:gd name="csX12" fmla="*/ 30445 w 41662"/>
                <a:gd name="csY12" fmla="*/ 43028 h 80248"/>
                <a:gd name="csX13" fmla="*/ 32102 w 41662"/>
                <a:gd name="csY13" fmla="*/ 37110 h 80248"/>
                <a:gd name="csX14" fmla="*/ 19200 w 41662"/>
                <a:gd name="csY14" fmla="*/ 26695 h 80248"/>
                <a:gd name="csX15" fmla="*/ 144 w 41662"/>
                <a:gd name="csY15" fmla="*/ 45040 h 80248"/>
                <a:gd name="csX16" fmla="*/ 2630 w 41662"/>
                <a:gd name="csY16" fmla="*/ 46697 h 80248"/>
                <a:gd name="csX17" fmla="*/ 5352 w 41662"/>
                <a:gd name="csY17" fmla="*/ 44330 h 80248"/>
                <a:gd name="csX18" fmla="*/ 18727 w 41662"/>
                <a:gd name="csY18" fmla="*/ 30719 h 80248"/>
                <a:gd name="csX19" fmla="*/ 22278 w 41662"/>
                <a:gd name="csY19" fmla="*/ 35217 h 80248"/>
                <a:gd name="csX20" fmla="*/ 21567 w 41662"/>
                <a:gd name="csY20" fmla="*/ 39478 h 80248"/>
                <a:gd name="csX21" fmla="*/ 13756 w 41662"/>
                <a:gd name="csY21" fmla="*/ 58297 h 80248"/>
                <a:gd name="csX22" fmla="*/ 11152 w 41662"/>
                <a:gd name="csY22" fmla="*/ 64570 h 80248"/>
                <a:gd name="csX23" fmla="*/ 9850 w 41662"/>
                <a:gd name="csY23" fmla="*/ 69896 h 80248"/>
                <a:gd name="csX24" fmla="*/ 22751 w 41662"/>
                <a:gd name="csY24" fmla="*/ 80312 h 80248"/>
                <a:gd name="csX25" fmla="*/ 41807 w 41662"/>
                <a:gd name="csY25" fmla="*/ 61966 h 80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1662" h="80248">
                  <a:moveTo>
                    <a:pt x="36244" y="5153"/>
                  </a:moveTo>
                  <a:cubicBezTo>
                    <a:pt x="36244" y="2312"/>
                    <a:pt x="34114" y="64"/>
                    <a:pt x="31036" y="64"/>
                  </a:cubicBezTo>
                  <a:cubicBezTo>
                    <a:pt x="27722" y="64"/>
                    <a:pt x="23816" y="3259"/>
                    <a:pt x="23816" y="7165"/>
                  </a:cubicBezTo>
                  <a:cubicBezTo>
                    <a:pt x="23816" y="10479"/>
                    <a:pt x="26420" y="12255"/>
                    <a:pt x="28906" y="12255"/>
                  </a:cubicBezTo>
                  <a:cubicBezTo>
                    <a:pt x="32812" y="12255"/>
                    <a:pt x="36244" y="8704"/>
                    <a:pt x="36244" y="5153"/>
                  </a:cubicBezTo>
                  <a:close/>
                  <a:moveTo>
                    <a:pt x="41807" y="61966"/>
                  </a:moveTo>
                  <a:cubicBezTo>
                    <a:pt x="41807" y="60309"/>
                    <a:pt x="39795" y="60309"/>
                    <a:pt x="39322" y="60309"/>
                  </a:cubicBezTo>
                  <a:cubicBezTo>
                    <a:pt x="37309" y="60309"/>
                    <a:pt x="37191" y="60782"/>
                    <a:pt x="36481" y="63031"/>
                  </a:cubicBezTo>
                  <a:cubicBezTo>
                    <a:pt x="34469" y="69541"/>
                    <a:pt x="29143" y="76288"/>
                    <a:pt x="23225" y="76288"/>
                  </a:cubicBezTo>
                  <a:cubicBezTo>
                    <a:pt x="20502" y="76288"/>
                    <a:pt x="19674" y="74394"/>
                    <a:pt x="19674" y="71790"/>
                  </a:cubicBezTo>
                  <a:cubicBezTo>
                    <a:pt x="19674" y="69304"/>
                    <a:pt x="20266" y="68002"/>
                    <a:pt x="21212" y="65753"/>
                  </a:cubicBezTo>
                  <a:cubicBezTo>
                    <a:pt x="22159" y="63386"/>
                    <a:pt x="23106" y="61019"/>
                    <a:pt x="23698" y="59362"/>
                  </a:cubicBezTo>
                  <a:cubicBezTo>
                    <a:pt x="24171" y="58297"/>
                    <a:pt x="28787" y="47289"/>
                    <a:pt x="30445" y="43028"/>
                  </a:cubicBezTo>
                  <a:cubicBezTo>
                    <a:pt x="31391" y="40661"/>
                    <a:pt x="32102" y="39122"/>
                    <a:pt x="32102" y="37110"/>
                  </a:cubicBezTo>
                  <a:cubicBezTo>
                    <a:pt x="32102" y="31429"/>
                    <a:pt x="26657" y="26695"/>
                    <a:pt x="19200" y="26695"/>
                  </a:cubicBezTo>
                  <a:cubicBezTo>
                    <a:pt x="6772" y="26695"/>
                    <a:pt x="144" y="41845"/>
                    <a:pt x="144" y="45040"/>
                  </a:cubicBezTo>
                  <a:cubicBezTo>
                    <a:pt x="144" y="46697"/>
                    <a:pt x="2038" y="46697"/>
                    <a:pt x="2630" y="46697"/>
                  </a:cubicBezTo>
                  <a:cubicBezTo>
                    <a:pt x="4642" y="46697"/>
                    <a:pt x="4760" y="46106"/>
                    <a:pt x="5352" y="44330"/>
                  </a:cubicBezTo>
                  <a:cubicBezTo>
                    <a:pt x="7956" y="35927"/>
                    <a:pt x="13637" y="30719"/>
                    <a:pt x="18727" y="30719"/>
                  </a:cubicBezTo>
                  <a:cubicBezTo>
                    <a:pt x="20976" y="30719"/>
                    <a:pt x="22278" y="32021"/>
                    <a:pt x="22278" y="35217"/>
                  </a:cubicBezTo>
                  <a:cubicBezTo>
                    <a:pt x="22278" y="35690"/>
                    <a:pt x="22278" y="37229"/>
                    <a:pt x="21567" y="39478"/>
                  </a:cubicBezTo>
                  <a:cubicBezTo>
                    <a:pt x="20739" y="41608"/>
                    <a:pt x="15413" y="54273"/>
                    <a:pt x="13756" y="58297"/>
                  </a:cubicBezTo>
                  <a:cubicBezTo>
                    <a:pt x="12927" y="60309"/>
                    <a:pt x="12927" y="60546"/>
                    <a:pt x="11152" y="64570"/>
                  </a:cubicBezTo>
                  <a:cubicBezTo>
                    <a:pt x="10560" y="66227"/>
                    <a:pt x="9850" y="67884"/>
                    <a:pt x="9850" y="69896"/>
                  </a:cubicBezTo>
                  <a:cubicBezTo>
                    <a:pt x="9850" y="76051"/>
                    <a:pt x="15649" y="80312"/>
                    <a:pt x="22751" y="80312"/>
                  </a:cubicBezTo>
                  <a:cubicBezTo>
                    <a:pt x="35179" y="80312"/>
                    <a:pt x="41807" y="64925"/>
                    <a:pt x="41807" y="61966"/>
                  </a:cubicBezTo>
                  <a:close/>
                </a:path>
              </a:pathLst>
            </a:custGeom>
            <a:grpFill/>
            <a:ln w="22911" cap="flat">
              <a:noFill/>
              <a:prstDash val="solid"/>
              <a:miter/>
            </a:ln>
          </p:spPr>
          <p:txBody>
            <a:bodyPr/>
            <a:lstStyle/>
            <a:p>
              <a:endParaRPr lang="en-US"/>
            </a:p>
          </p:txBody>
        </p:sp>
        <p:sp>
          <p:nvSpPr>
            <p:cNvPr id="813" name="Freeform: Shape 812">
              <a:extLst>
                <a:ext uri="{FF2B5EF4-FFF2-40B4-BE49-F238E27FC236}">
                  <a16:creationId xmlns:a16="http://schemas.microsoft.com/office/drawing/2014/main" id="{79FA575B-AABA-E3A4-E642-821E7D97D995}"/>
                </a:ext>
              </a:extLst>
            </p:cNvPr>
            <p:cNvSpPr/>
            <p:nvPr>
              <p:custDataLst>
                <p:tags r:id="rId30"/>
              </p:custDataLst>
            </p:nvPr>
          </p:nvSpPr>
          <p:spPr>
            <a:xfrm>
              <a:off x="10569179" y="4895053"/>
              <a:ext cx="112016" cy="8119"/>
            </a:xfrm>
            <a:custGeom>
              <a:avLst/>
              <a:gdLst>
                <a:gd name="csX0" fmla="*/ 105535 w 112016"/>
                <a:gd name="csY0" fmla="*/ 8182 h 8119"/>
                <a:gd name="csX1" fmla="*/ 112164 w 112016"/>
                <a:gd name="csY1" fmla="*/ 4205 h 8119"/>
                <a:gd name="csX2" fmla="*/ 105535 w 112016"/>
                <a:gd name="csY2" fmla="*/ 63 h 8119"/>
                <a:gd name="csX3" fmla="*/ 6776 w 112016"/>
                <a:gd name="csY3" fmla="*/ 63 h 8119"/>
                <a:gd name="csX4" fmla="*/ 147 w 112016"/>
                <a:gd name="csY4" fmla="*/ 4039 h 8119"/>
                <a:gd name="csX5" fmla="*/ 6776 w 112016"/>
                <a:gd name="csY5" fmla="*/ 8182 h 8119"/>
                <a:gd name="csX6" fmla="*/ 105535 w 112016"/>
                <a:gd name="csY6" fmla="*/ 8182 h 81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016" h="8119">
                  <a:moveTo>
                    <a:pt x="105535" y="8182"/>
                  </a:moveTo>
                  <a:cubicBezTo>
                    <a:pt x="108187" y="8182"/>
                    <a:pt x="112164" y="8182"/>
                    <a:pt x="112164" y="4205"/>
                  </a:cubicBezTo>
                  <a:cubicBezTo>
                    <a:pt x="112164" y="63"/>
                    <a:pt x="108352" y="63"/>
                    <a:pt x="105535" y="63"/>
                  </a:cubicBezTo>
                  <a:lnTo>
                    <a:pt x="6776" y="63"/>
                  </a:lnTo>
                  <a:cubicBezTo>
                    <a:pt x="4124" y="63"/>
                    <a:pt x="147" y="63"/>
                    <a:pt x="147" y="4039"/>
                  </a:cubicBezTo>
                  <a:cubicBezTo>
                    <a:pt x="147" y="8182"/>
                    <a:pt x="3959" y="8182"/>
                    <a:pt x="6776" y="8182"/>
                  </a:cubicBezTo>
                  <a:lnTo>
                    <a:pt x="105535" y="8182"/>
                  </a:lnTo>
                  <a:close/>
                </a:path>
              </a:pathLst>
            </a:custGeom>
            <a:grpFill/>
            <a:ln w="22911" cap="flat">
              <a:noFill/>
              <a:prstDash val="solid"/>
              <a:miter/>
            </a:ln>
          </p:spPr>
          <p:txBody>
            <a:bodyPr/>
            <a:lstStyle/>
            <a:p>
              <a:endParaRPr lang="en-US"/>
            </a:p>
          </p:txBody>
        </p:sp>
        <p:sp>
          <p:nvSpPr>
            <p:cNvPr id="814" name="Freeform: Shape 813">
              <a:extLst>
                <a:ext uri="{FF2B5EF4-FFF2-40B4-BE49-F238E27FC236}">
                  <a16:creationId xmlns:a16="http://schemas.microsoft.com/office/drawing/2014/main" id="{BEA52A7A-CBAE-BA21-A508-DBB7A773AECE}"/>
                </a:ext>
              </a:extLst>
            </p:cNvPr>
            <p:cNvSpPr/>
            <p:nvPr>
              <p:custDataLst>
                <p:tags r:id="rId31"/>
              </p:custDataLst>
            </p:nvPr>
          </p:nvSpPr>
          <p:spPr>
            <a:xfrm>
              <a:off x="10727306" y="4842193"/>
              <a:ext cx="65950" cy="6296"/>
            </a:xfrm>
            <a:custGeom>
              <a:avLst/>
              <a:gdLst>
                <a:gd name="csX0" fmla="*/ 66105 w 65950"/>
                <a:gd name="csY0" fmla="*/ 6359 h 6296"/>
                <a:gd name="csX1" fmla="*/ 66105 w 65950"/>
                <a:gd name="csY1" fmla="*/ 63 h 6296"/>
                <a:gd name="csX2" fmla="*/ 154 w 65950"/>
                <a:gd name="csY2" fmla="*/ 63 h 6296"/>
                <a:gd name="csX3" fmla="*/ 154 w 65950"/>
                <a:gd name="csY3" fmla="*/ 6359 h 6296"/>
                <a:gd name="csX4" fmla="*/ 66105 w 65950"/>
                <a:gd name="csY4" fmla="*/ 6359 h 6296"/>
              </a:gdLst>
              <a:ahLst/>
              <a:cxnLst>
                <a:cxn ang="0">
                  <a:pos x="csX0" y="csY0"/>
                </a:cxn>
                <a:cxn ang="0">
                  <a:pos x="csX1" y="csY1"/>
                </a:cxn>
                <a:cxn ang="0">
                  <a:pos x="csX2" y="csY2"/>
                </a:cxn>
                <a:cxn ang="0">
                  <a:pos x="csX3" y="csY3"/>
                </a:cxn>
                <a:cxn ang="0">
                  <a:pos x="csX4" y="csY4"/>
                </a:cxn>
              </a:cxnLst>
              <a:rect l="l" t="t" r="r" b="b"/>
              <a:pathLst>
                <a:path w="65950" h="6296">
                  <a:moveTo>
                    <a:pt x="66105" y="6359"/>
                  </a:moveTo>
                  <a:lnTo>
                    <a:pt x="66105" y="63"/>
                  </a:lnTo>
                  <a:lnTo>
                    <a:pt x="154" y="63"/>
                  </a:lnTo>
                  <a:lnTo>
                    <a:pt x="154" y="6359"/>
                  </a:lnTo>
                  <a:lnTo>
                    <a:pt x="66105" y="6359"/>
                  </a:lnTo>
                  <a:close/>
                </a:path>
              </a:pathLst>
            </a:custGeom>
            <a:grpFill/>
            <a:ln w="22911" cap="flat">
              <a:noFill/>
              <a:prstDash val="solid"/>
              <a:miter/>
            </a:ln>
          </p:spPr>
          <p:txBody>
            <a:bodyPr/>
            <a:lstStyle/>
            <a:p>
              <a:endParaRPr lang="en-US"/>
            </a:p>
          </p:txBody>
        </p:sp>
        <p:sp>
          <p:nvSpPr>
            <p:cNvPr id="815" name="Freeform: Shape 814">
              <a:extLst>
                <a:ext uri="{FF2B5EF4-FFF2-40B4-BE49-F238E27FC236}">
                  <a16:creationId xmlns:a16="http://schemas.microsoft.com/office/drawing/2014/main" id="{E5181C42-FDB2-039A-24AD-48AACA789F2C}"/>
                </a:ext>
              </a:extLst>
            </p:cNvPr>
            <p:cNvSpPr/>
            <p:nvPr>
              <p:custDataLst>
                <p:tags r:id="rId32"/>
              </p:custDataLst>
            </p:nvPr>
          </p:nvSpPr>
          <p:spPr>
            <a:xfrm>
              <a:off x="10707022" y="4867546"/>
              <a:ext cx="85006" cy="106879"/>
            </a:xfrm>
            <a:custGeom>
              <a:avLst/>
              <a:gdLst>
                <a:gd name="csX0" fmla="*/ 84497 w 85006"/>
                <a:gd name="csY0" fmla="*/ 10668 h 106879"/>
                <a:gd name="csX1" fmla="*/ 85160 w 85006"/>
                <a:gd name="csY1" fmla="*/ 7022 h 106879"/>
                <a:gd name="csX2" fmla="*/ 79692 w 85006"/>
                <a:gd name="csY2" fmla="*/ 1720 h 106879"/>
                <a:gd name="csX3" fmla="*/ 72898 w 85006"/>
                <a:gd name="csY3" fmla="*/ 5697 h 106879"/>
                <a:gd name="csX4" fmla="*/ 70247 w 85006"/>
                <a:gd name="csY4" fmla="*/ 15307 h 106879"/>
                <a:gd name="csX5" fmla="*/ 66767 w 85006"/>
                <a:gd name="csY5" fmla="*/ 29061 h 106879"/>
                <a:gd name="csX6" fmla="*/ 60139 w 85006"/>
                <a:gd name="csY6" fmla="*/ 55739 h 106879"/>
                <a:gd name="csX7" fmla="*/ 39757 w 85006"/>
                <a:gd name="csY7" fmla="*/ 70156 h 106879"/>
                <a:gd name="csX8" fmla="*/ 28489 w 85006"/>
                <a:gd name="csY8" fmla="*/ 56402 h 106879"/>
                <a:gd name="csX9" fmla="*/ 37271 w 85006"/>
                <a:gd name="csY9" fmla="*/ 24255 h 106879"/>
                <a:gd name="csX10" fmla="*/ 40088 w 85006"/>
                <a:gd name="csY10" fmla="*/ 14147 h 106879"/>
                <a:gd name="csX11" fmla="*/ 24347 w 85006"/>
                <a:gd name="csY11" fmla="*/ 63 h 106879"/>
                <a:gd name="csX12" fmla="*/ 154 w 85006"/>
                <a:gd name="csY12" fmla="*/ 25415 h 106879"/>
                <a:gd name="csX13" fmla="*/ 2971 w 85006"/>
                <a:gd name="csY13" fmla="*/ 27569 h 106879"/>
                <a:gd name="csX14" fmla="*/ 5953 w 85006"/>
                <a:gd name="csY14" fmla="*/ 24918 h 106879"/>
                <a:gd name="csX15" fmla="*/ 23849 w 85006"/>
                <a:gd name="csY15" fmla="*/ 4702 h 106879"/>
                <a:gd name="csX16" fmla="*/ 27992 w 85006"/>
                <a:gd name="csY16" fmla="*/ 10502 h 106879"/>
                <a:gd name="csX17" fmla="*/ 25672 w 85006"/>
                <a:gd name="csY17" fmla="*/ 20113 h 106879"/>
                <a:gd name="csX18" fmla="*/ 16061 w 85006"/>
                <a:gd name="csY18" fmla="*/ 53751 h 106879"/>
                <a:gd name="csX19" fmla="*/ 22524 w 85006"/>
                <a:gd name="csY19" fmla="*/ 69658 h 106879"/>
                <a:gd name="csX20" fmla="*/ 39094 w 85006"/>
                <a:gd name="csY20" fmla="*/ 74795 h 106879"/>
                <a:gd name="csX21" fmla="*/ 57156 w 85006"/>
                <a:gd name="csY21" fmla="*/ 67339 h 106879"/>
                <a:gd name="csX22" fmla="*/ 46220 w 85006"/>
                <a:gd name="csY22" fmla="*/ 91697 h 106879"/>
                <a:gd name="csX23" fmla="*/ 26335 w 85006"/>
                <a:gd name="csY23" fmla="*/ 102302 h 106879"/>
                <a:gd name="csX24" fmla="*/ 13907 w 85006"/>
                <a:gd name="csY24" fmla="*/ 96834 h 106879"/>
                <a:gd name="csX25" fmla="*/ 22855 w 85006"/>
                <a:gd name="csY25" fmla="*/ 87720 h 106879"/>
                <a:gd name="csX26" fmla="*/ 16393 w 85006"/>
                <a:gd name="csY26" fmla="*/ 81423 h 106879"/>
                <a:gd name="csX27" fmla="*/ 6782 w 85006"/>
                <a:gd name="csY27" fmla="*/ 92360 h 106879"/>
                <a:gd name="csX28" fmla="*/ 26501 w 85006"/>
                <a:gd name="csY28" fmla="*/ 106942 h 106879"/>
                <a:gd name="csX29" fmla="*/ 68755 w 85006"/>
                <a:gd name="csY29" fmla="*/ 73304 h 106879"/>
                <a:gd name="csX30" fmla="*/ 84497 w 85006"/>
                <a:gd name="csY30" fmla="*/ 10668 h 1068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5006" h="106879">
                  <a:moveTo>
                    <a:pt x="84497" y="10668"/>
                  </a:moveTo>
                  <a:cubicBezTo>
                    <a:pt x="85160" y="8348"/>
                    <a:pt x="85160" y="8016"/>
                    <a:pt x="85160" y="7022"/>
                  </a:cubicBezTo>
                  <a:cubicBezTo>
                    <a:pt x="85160" y="3708"/>
                    <a:pt x="82509" y="1720"/>
                    <a:pt x="79692" y="1720"/>
                  </a:cubicBezTo>
                  <a:cubicBezTo>
                    <a:pt x="77869" y="1720"/>
                    <a:pt x="74721" y="2548"/>
                    <a:pt x="72898" y="5697"/>
                  </a:cubicBezTo>
                  <a:cubicBezTo>
                    <a:pt x="72401" y="6691"/>
                    <a:pt x="71075" y="11993"/>
                    <a:pt x="70247" y="15307"/>
                  </a:cubicBezTo>
                  <a:lnTo>
                    <a:pt x="66767" y="29061"/>
                  </a:lnTo>
                  <a:cubicBezTo>
                    <a:pt x="65773" y="33038"/>
                    <a:pt x="60636" y="53916"/>
                    <a:pt x="60139" y="55739"/>
                  </a:cubicBezTo>
                  <a:cubicBezTo>
                    <a:pt x="59973" y="55739"/>
                    <a:pt x="52682" y="70156"/>
                    <a:pt x="39757" y="70156"/>
                  </a:cubicBezTo>
                  <a:cubicBezTo>
                    <a:pt x="28489" y="70156"/>
                    <a:pt x="28489" y="59385"/>
                    <a:pt x="28489" y="56402"/>
                  </a:cubicBezTo>
                  <a:cubicBezTo>
                    <a:pt x="28489" y="47454"/>
                    <a:pt x="32300" y="37015"/>
                    <a:pt x="37271" y="24255"/>
                  </a:cubicBezTo>
                  <a:cubicBezTo>
                    <a:pt x="39260" y="18953"/>
                    <a:pt x="40088" y="16964"/>
                    <a:pt x="40088" y="14147"/>
                  </a:cubicBezTo>
                  <a:cubicBezTo>
                    <a:pt x="40088" y="6194"/>
                    <a:pt x="33295" y="63"/>
                    <a:pt x="24347" y="63"/>
                  </a:cubicBezTo>
                  <a:cubicBezTo>
                    <a:pt x="7610" y="63"/>
                    <a:pt x="154" y="22598"/>
                    <a:pt x="154" y="25415"/>
                  </a:cubicBezTo>
                  <a:cubicBezTo>
                    <a:pt x="154" y="27569"/>
                    <a:pt x="2474" y="27569"/>
                    <a:pt x="2971" y="27569"/>
                  </a:cubicBezTo>
                  <a:cubicBezTo>
                    <a:pt x="5290" y="27569"/>
                    <a:pt x="5456" y="26741"/>
                    <a:pt x="5953" y="24918"/>
                  </a:cubicBezTo>
                  <a:cubicBezTo>
                    <a:pt x="10096" y="11165"/>
                    <a:pt x="17221" y="4702"/>
                    <a:pt x="23849" y="4702"/>
                  </a:cubicBezTo>
                  <a:cubicBezTo>
                    <a:pt x="26666" y="4702"/>
                    <a:pt x="27992" y="6525"/>
                    <a:pt x="27992" y="10502"/>
                  </a:cubicBezTo>
                  <a:cubicBezTo>
                    <a:pt x="27992" y="14313"/>
                    <a:pt x="26501" y="17959"/>
                    <a:pt x="25672" y="20113"/>
                  </a:cubicBezTo>
                  <a:cubicBezTo>
                    <a:pt x="17718" y="40329"/>
                    <a:pt x="16061" y="46460"/>
                    <a:pt x="16061" y="53751"/>
                  </a:cubicBezTo>
                  <a:cubicBezTo>
                    <a:pt x="16061" y="56568"/>
                    <a:pt x="16061" y="64356"/>
                    <a:pt x="22524" y="69658"/>
                  </a:cubicBezTo>
                  <a:cubicBezTo>
                    <a:pt x="27661" y="73967"/>
                    <a:pt x="34620" y="74795"/>
                    <a:pt x="39094" y="74795"/>
                  </a:cubicBezTo>
                  <a:cubicBezTo>
                    <a:pt x="45722" y="74795"/>
                    <a:pt x="51688" y="72310"/>
                    <a:pt x="57156" y="67339"/>
                  </a:cubicBezTo>
                  <a:cubicBezTo>
                    <a:pt x="55002" y="76452"/>
                    <a:pt x="53179" y="83412"/>
                    <a:pt x="46220" y="91697"/>
                  </a:cubicBezTo>
                  <a:cubicBezTo>
                    <a:pt x="41745" y="96834"/>
                    <a:pt x="35117" y="102302"/>
                    <a:pt x="26335" y="102302"/>
                  </a:cubicBezTo>
                  <a:cubicBezTo>
                    <a:pt x="25175" y="102302"/>
                    <a:pt x="17387" y="102302"/>
                    <a:pt x="13907" y="96834"/>
                  </a:cubicBezTo>
                  <a:cubicBezTo>
                    <a:pt x="22855" y="95840"/>
                    <a:pt x="22855" y="87886"/>
                    <a:pt x="22855" y="87720"/>
                  </a:cubicBezTo>
                  <a:cubicBezTo>
                    <a:pt x="22855" y="82418"/>
                    <a:pt x="18050" y="81423"/>
                    <a:pt x="16393" y="81423"/>
                  </a:cubicBezTo>
                  <a:cubicBezTo>
                    <a:pt x="12250" y="81423"/>
                    <a:pt x="6782" y="84737"/>
                    <a:pt x="6782" y="92360"/>
                  </a:cubicBezTo>
                  <a:cubicBezTo>
                    <a:pt x="6782" y="100811"/>
                    <a:pt x="14736" y="106942"/>
                    <a:pt x="26501" y="106942"/>
                  </a:cubicBezTo>
                  <a:cubicBezTo>
                    <a:pt x="43237" y="106942"/>
                    <a:pt x="63618" y="94017"/>
                    <a:pt x="68755" y="73304"/>
                  </a:cubicBezTo>
                  <a:lnTo>
                    <a:pt x="84497" y="10668"/>
                  </a:lnTo>
                  <a:close/>
                </a:path>
              </a:pathLst>
            </a:custGeom>
            <a:grpFill/>
            <a:ln w="22911" cap="flat">
              <a:noFill/>
              <a:prstDash val="solid"/>
              <a:miter/>
            </a:ln>
          </p:spPr>
          <p:txBody>
            <a:bodyPr/>
            <a:lstStyle/>
            <a:p>
              <a:endParaRPr lang="en-US"/>
            </a:p>
          </p:txBody>
        </p:sp>
        <p:sp>
          <p:nvSpPr>
            <p:cNvPr id="816" name="Freeform: Shape 815">
              <a:extLst>
                <a:ext uri="{FF2B5EF4-FFF2-40B4-BE49-F238E27FC236}">
                  <a16:creationId xmlns:a16="http://schemas.microsoft.com/office/drawing/2014/main" id="{5F99A170-D920-A95A-F6EE-80271CFA2B8F}"/>
                </a:ext>
              </a:extLst>
            </p:cNvPr>
            <p:cNvSpPr/>
            <p:nvPr>
              <p:custDataLst>
                <p:tags r:id="rId33"/>
              </p:custDataLst>
            </p:nvPr>
          </p:nvSpPr>
          <p:spPr>
            <a:xfrm>
              <a:off x="10812948" y="4816343"/>
              <a:ext cx="42917" cy="165538"/>
            </a:xfrm>
            <a:custGeom>
              <a:avLst/>
              <a:gdLst>
                <a:gd name="csX0" fmla="*/ 3306 w 42917"/>
                <a:gd name="csY0" fmla="*/ 63 h 165538"/>
                <a:gd name="csX1" fmla="*/ 158 w 42917"/>
                <a:gd name="csY1" fmla="*/ 2051 h 165538"/>
                <a:gd name="csX2" fmla="*/ 1649 w 42917"/>
                <a:gd name="csY2" fmla="*/ 4537 h 165538"/>
                <a:gd name="csX3" fmla="*/ 31808 w 42917"/>
                <a:gd name="csY3" fmla="*/ 82749 h 165538"/>
                <a:gd name="csX4" fmla="*/ 3141 w 42917"/>
                <a:gd name="csY4" fmla="*/ 159802 h 165538"/>
                <a:gd name="csX5" fmla="*/ 158 w 42917"/>
                <a:gd name="csY5" fmla="*/ 163613 h 165538"/>
                <a:gd name="csX6" fmla="*/ 2312 w 42917"/>
                <a:gd name="csY6" fmla="*/ 165601 h 165538"/>
                <a:gd name="csX7" fmla="*/ 30979 w 42917"/>
                <a:gd name="csY7" fmla="*/ 133952 h 165538"/>
                <a:gd name="csX8" fmla="*/ 43075 w 42917"/>
                <a:gd name="csY8" fmla="*/ 82915 h 165538"/>
                <a:gd name="csX9" fmla="*/ 3306 w 42917"/>
                <a:gd name="csY9" fmla="*/ 63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17" h="165538">
                  <a:moveTo>
                    <a:pt x="3306" y="63"/>
                  </a:moveTo>
                  <a:cubicBezTo>
                    <a:pt x="2146" y="63"/>
                    <a:pt x="158" y="63"/>
                    <a:pt x="158" y="2051"/>
                  </a:cubicBezTo>
                  <a:cubicBezTo>
                    <a:pt x="158" y="2880"/>
                    <a:pt x="655" y="3377"/>
                    <a:pt x="1649" y="4537"/>
                  </a:cubicBezTo>
                  <a:cubicBezTo>
                    <a:pt x="15900" y="17627"/>
                    <a:pt x="31808" y="39997"/>
                    <a:pt x="31808" y="82749"/>
                  </a:cubicBezTo>
                  <a:cubicBezTo>
                    <a:pt x="31808" y="117381"/>
                    <a:pt x="21037" y="143563"/>
                    <a:pt x="3141" y="159802"/>
                  </a:cubicBezTo>
                  <a:cubicBezTo>
                    <a:pt x="324" y="162619"/>
                    <a:pt x="158" y="162784"/>
                    <a:pt x="158" y="163613"/>
                  </a:cubicBezTo>
                  <a:cubicBezTo>
                    <a:pt x="158" y="164441"/>
                    <a:pt x="655" y="165601"/>
                    <a:pt x="2312" y="165601"/>
                  </a:cubicBezTo>
                  <a:cubicBezTo>
                    <a:pt x="4301" y="165601"/>
                    <a:pt x="20042" y="154665"/>
                    <a:pt x="30979" y="133952"/>
                  </a:cubicBezTo>
                  <a:cubicBezTo>
                    <a:pt x="38270" y="120198"/>
                    <a:pt x="43075" y="102302"/>
                    <a:pt x="43075" y="82915"/>
                  </a:cubicBezTo>
                  <a:cubicBezTo>
                    <a:pt x="43075" y="59550"/>
                    <a:pt x="36116" y="23261"/>
                    <a:pt x="3306" y="63"/>
                  </a:cubicBezTo>
                  <a:close/>
                </a:path>
              </a:pathLst>
            </a:custGeom>
            <a:grpFill/>
            <a:ln w="22911" cap="flat">
              <a:noFill/>
              <a:prstDash val="solid"/>
              <a:miter/>
            </a:ln>
          </p:spPr>
          <p:txBody>
            <a:bodyPr/>
            <a:lstStyle/>
            <a:p>
              <a:endParaRPr lang="en-US"/>
            </a:p>
          </p:txBody>
        </p:sp>
        <p:sp>
          <p:nvSpPr>
            <p:cNvPr id="817" name="Rectangle 816">
              <a:extLst>
                <a:ext uri="{FF2B5EF4-FFF2-40B4-BE49-F238E27FC236}">
                  <a16:creationId xmlns:a16="http://schemas.microsoft.com/office/drawing/2014/main" id="{4FA05309-2B1A-E4A3-9DE4-C7DE6578A0B0}"/>
                </a:ext>
              </a:extLst>
            </p:cNvPr>
            <p:cNvSpPr/>
            <p:nvPr>
              <p:custDataLst>
                <p:tags r:id="rId34"/>
              </p:custDataLst>
            </p:nvPr>
          </p:nvSpPr>
          <p:spPr>
            <a:xfrm>
              <a:off x="9455372" y="5121689"/>
              <a:ext cx="1419785" cy="9468"/>
            </a:xfrm>
            <a:prstGeom prst="rect">
              <a:avLst/>
            </a:prstGeom>
            <a:grpFill/>
            <a:ln w="22911" cap="flat">
              <a:noFill/>
              <a:prstDash val="solid"/>
              <a:miter/>
            </a:ln>
          </p:spPr>
          <p:txBody>
            <a:bodyPr/>
            <a:lstStyle/>
            <a:p>
              <a:endParaRPr lang="en-US"/>
            </a:p>
          </p:txBody>
        </p:sp>
        <p:sp>
          <p:nvSpPr>
            <p:cNvPr id="818" name="Freeform: Shape 817">
              <a:extLst>
                <a:ext uri="{FF2B5EF4-FFF2-40B4-BE49-F238E27FC236}">
                  <a16:creationId xmlns:a16="http://schemas.microsoft.com/office/drawing/2014/main" id="{AB9FABC1-38AA-5F04-7502-3951D319325F}"/>
                </a:ext>
              </a:extLst>
            </p:cNvPr>
            <p:cNvSpPr/>
            <p:nvPr>
              <p:custDataLst>
                <p:tags r:id="rId35"/>
              </p:custDataLst>
            </p:nvPr>
          </p:nvSpPr>
          <p:spPr>
            <a:xfrm>
              <a:off x="9784924" y="5162943"/>
              <a:ext cx="82852" cy="53617"/>
            </a:xfrm>
            <a:custGeom>
              <a:avLst/>
              <a:gdLst>
                <a:gd name="csX0" fmla="*/ 12424 w 82852"/>
                <a:gd name="csY0" fmla="*/ 40790 h 53617"/>
                <a:gd name="csX1" fmla="*/ 10412 w 82852"/>
                <a:gd name="csY1" fmla="*/ 49549 h 53617"/>
                <a:gd name="csX2" fmla="*/ 14791 w 82852"/>
                <a:gd name="csY2" fmla="*/ 53691 h 53617"/>
                <a:gd name="csX3" fmla="*/ 20473 w 82852"/>
                <a:gd name="csY3" fmla="*/ 49785 h 53617"/>
                <a:gd name="csX4" fmla="*/ 22722 w 82852"/>
                <a:gd name="csY4" fmla="*/ 40553 h 53617"/>
                <a:gd name="csX5" fmla="*/ 26983 w 82852"/>
                <a:gd name="csY5" fmla="*/ 23865 h 53617"/>
                <a:gd name="csX6" fmla="*/ 51483 w 82852"/>
                <a:gd name="csY6" fmla="*/ 4098 h 53617"/>
                <a:gd name="csX7" fmla="*/ 59768 w 82852"/>
                <a:gd name="csY7" fmla="*/ 12620 h 53617"/>
                <a:gd name="csX8" fmla="*/ 52075 w 82852"/>
                <a:gd name="csY8" fmla="*/ 38304 h 53617"/>
                <a:gd name="csX9" fmla="*/ 50891 w 82852"/>
                <a:gd name="csY9" fmla="*/ 43276 h 53617"/>
                <a:gd name="csX10" fmla="*/ 63793 w 82852"/>
                <a:gd name="csY10" fmla="*/ 53691 h 53617"/>
                <a:gd name="csX11" fmla="*/ 82967 w 82852"/>
                <a:gd name="csY11" fmla="*/ 35345 h 53617"/>
                <a:gd name="csX12" fmla="*/ 80481 w 82852"/>
                <a:gd name="csY12" fmla="*/ 33688 h 53617"/>
                <a:gd name="csX13" fmla="*/ 77641 w 82852"/>
                <a:gd name="csY13" fmla="*/ 36411 h 53617"/>
                <a:gd name="csX14" fmla="*/ 64266 w 82852"/>
                <a:gd name="csY14" fmla="*/ 49667 h 53617"/>
                <a:gd name="csX15" fmla="*/ 60715 w 82852"/>
                <a:gd name="csY15" fmla="*/ 45169 h 53617"/>
                <a:gd name="csX16" fmla="*/ 62254 w 82852"/>
                <a:gd name="csY16" fmla="*/ 38896 h 53617"/>
                <a:gd name="csX17" fmla="*/ 69711 w 82852"/>
                <a:gd name="csY17" fmla="*/ 14159 h 53617"/>
                <a:gd name="csX18" fmla="*/ 52193 w 82852"/>
                <a:gd name="csY18" fmla="*/ 74 h 53617"/>
                <a:gd name="csX19" fmla="*/ 29823 w 82852"/>
                <a:gd name="csY19" fmla="*/ 11792 h 53617"/>
                <a:gd name="csX20" fmla="*/ 15383 w 82852"/>
                <a:gd name="csY20" fmla="*/ 74 h 53617"/>
                <a:gd name="csX21" fmla="*/ 115 w 82852"/>
                <a:gd name="csY21" fmla="*/ 18420 h 53617"/>
                <a:gd name="csX22" fmla="*/ 2600 w 82852"/>
                <a:gd name="csY22" fmla="*/ 20077 h 53617"/>
                <a:gd name="csX23" fmla="*/ 5323 w 82852"/>
                <a:gd name="csY23" fmla="*/ 17828 h 53617"/>
                <a:gd name="csX24" fmla="*/ 14791 w 82852"/>
                <a:gd name="csY24" fmla="*/ 4098 h 53617"/>
                <a:gd name="csX25" fmla="*/ 19644 w 82852"/>
                <a:gd name="csY25" fmla="*/ 10371 h 53617"/>
                <a:gd name="csX26" fmla="*/ 17750 w 82852"/>
                <a:gd name="csY26" fmla="*/ 19604 h 53617"/>
                <a:gd name="csX27" fmla="*/ 15146 w 82852"/>
                <a:gd name="csY27" fmla="*/ 30256 h 53617"/>
                <a:gd name="csX28" fmla="*/ 12424 w 82852"/>
                <a:gd name="csY28" fmla="*/ 40790 h 536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2852" h="53617">
                  <a:moveTo>
                    <a:pt x="12424" y="40790"/>
                  </a:moveTo>
                  <a:cubicBezTo>
                    <a:pt x="11714" y="43749"/>
                    <a:pt x="10412" y="48957"/>
                    <a:pt x="10412" y="49549"/>
                  </a:cubicBezTo>
                  <a:cubicBezTo>
                    <a:pt x="10412" y="52153"/>
                    <a:pt x="12543" y="53691"/>
                    <a:pt x="14791" y="53691"/>
                  </a:cubicBezTo>
                  <a:cubicBezTo>
                    <a:pt x="16567" y="53691"/>
                    <a:pt x="19171" y="52744"/>
                    <a:pt x="20473" y="49785"/>
                  </a:cubicBezTo>
                  <a:cubicBezTo>
                    <a:pt x="20591" y="49194"/>
                    <a:pt x="22011" y="43631"/>
                    <a:pt x="22722" y="40553"/>
                  </a:cubicBezTo>
                  <a:cubicBezTo>
                    <a:pt x="26746" y="24575"/>
                    <a:pt x="26746" y="24338"/>
                    <a:pt x="26983" y="23865"/>
                  </a:cubicBezTo>
                  <a:cubicBezTo>
                    <a:pt x="28521" y="20669"/>
                    <a:pt x="37043" y="4098"/>
                    <a:pt x="51483" y="4098"/>
                  </a:cubicBezTo>
                  <a:cubicBezTo>
                    <a:pt x="57283" y="4098"/>
                    <a:pt x="59768" y="7294"/>
                    <a:pt x="59768" y="12620"/>
                  </a:cubicBezTo>
                  <a:cubicBezTo>
                    <a:pt x="59768" y="19367"/>
                    <a:pt x="54797" y="31558"/>
                    <a:pt x="52075" y="38304"/>
                  </a:cubicBezTo>
                  <a:cubicBezTo>
                    <a:pt x="51483" y="39725"/>
                    <a:pt x="50891" y="41263"/>
                    <a:pt x="50891" y="43276"/>
                  </a:cubicBezTo>
                  <a:cubicBezTo>
                    <a:pt x="50891" y="49430"/>
                    <a:pt x="56809" y="53691"/>
                    <a:pt x="63793" y="53691"/>
                  </a:cubicBezTo>
                  <a:cubicBezTo>
                    <a:pt x="76457" y="53691"/>
                    <a:pt x="82967" y="38304"/>
                    <a:pt x="82967" y="35345"/>
                  </a:cubicBezTo>
                  <a:cubicBezTo>
                    <a:pt x="82967" y="33688"/>
                    <a:pt x="80955" y="33688"/>
                    <a:pt x="80481" y="33688"/>
                  </a:cubicBezTo>
                  <a:cubicBezTo>
                    <a:pt x="78469" y="33688"/>
                    <a:pt x="78351" y="34162"/>
                    <a:pt x="77641" y="36411"/>
                  </a:cubicBezTo>
                  <a:cubicBezTo>
                    <a:pt x="75392" y="43512"/>
                    <a:pt x="69947" y="49667"/>
                    <a:pt x="64266" y="49667"/>
                  </a:cubicBezTo>
                  <a:cubicBezTo>
                    <a:pt x="61544" y="49667"/>
                    <a:pt x="60715" y="47773"/>
                    <a:pt x="60715" y="45169"/>
                  </a:cubicBezTo>
                  <a:cubicBezTo>
                    <a:pt x="60715" y="42684"/>
                    <a:pt x="61189" y="41500"/>
                    <a:pt x="62254" y="38896"/>
                  </a:cubicBezTo>
                  <a:cubicBezTo>
                    <a:pt x="64266" y="34162"/>
                    <a:pt x="69711" y="20669"/>
                    <a:pt x="69711" y="14159"/>
                  </a:cubicBezTo>
                  <a:cubicBezTo>
                    <a:pt x="69711" y="5400"/>
                    <a:pt x="63438" y="74"/>
                    <a:pt x="52193" y="74"/>
                  </a:cubicBezTo>
                  <a:cubicBezTo>
                    <a:pt x="41422" y="74"/>
                    <a:pt x="33966" y="6584"/>
                    <a:pt x="29823" y="11792"/>
                  </a:cubicBezTo>
                  <a:cubicBezTo>
                    <a:pt x="29231" y="2086"/>
                    <a:pt x="19763" y="74"/>
                    <a:pt x="15383" y="74"/>
                  </a:cubicBezTo>
                  <a:cubicBezTo>
                    <a:pt x="3547" y="74"/>
                    <a:pt x="115" y="18183"/>
                    <a:pt x="115" y="18420"/>
                  </a:cubicBezTo>
                  <a:cubicBezTo>
                    <a:pt x="115" y="20077"/>
                    <a:pt x="2008" y="20077"/>
                    <a:pt x="2600" y="20077"/>
                  </a:cubicBezTo>
                  <a:cubicBezTo>
                    <a:pt x="4612" y="20077"/>
                    <a:pt x="4849" y="19367"/>
                    <a:pt x="5323" y="17828"/>
                  </a:cubicBezTo>
                  <a:cubicBezTo>
                    <a:pt x="7098" y="10963"/>
                    <a:pt x="9820" y="4098"/>
                    <a:pt x="14791" y="4098"/>
                  </a:cubicBezTo>
                  <a:cubicBezTo>
                    <a:pt x="18816" y="4098"/>
                    <a:pt x="19644" y="7886"/>
                    <a:pt x="19644" y="10371"/>
                  </a:cubicBezTo>
                  <a:cubicBezTo>
                    <a:pt x="19644" y="12029"/>
                    <a:pt x="18461" y="16526"/>
                    <a:pt x="17750" y="19604"/>
                  </a:cubicBezTo>
                  <a:cubicBezTo>
                    <a:pt x="16922" y="22799"/>
                    <a:pt x="15738" y="27652"/>
                    <a:pt x="15146" y="30256"/>
                  </a:cubicBezTo>
                  <a:lnTo>
                    <a:pt x="12424" y="40790"/>
                  </a:lnTo>
                  <a:close/>
                </a:path>
              </a:pathLst>
            </a:custGeom>
            <a:grpFill/>
            <a:ln w="22911" cap="flat">
              <a:noFill/>
              <a:prstDash val="solid"/>
              <a:miter/>
            </a:ln>
          </p:spPr>
          <p:txBody>
            <a:bodyPr/>
            <a:lstStyle/>
            <a:p>
              <a:endParaRPr lang="en-US"/>
            </a:p>
          </p:txBody>
        </p:sp>
        <p:sp>
          <p:nvSpPr>
            <p:cNvPr id="819" name="Freeform: Shape 818">
              <a:extLst>
                <a:ext uri="{FF2B5EF4-FFF2-40B4-BE49-F238E27FC236}">
                  <a16:creationId xmlns:a16="http://schemas.microsoft.com/office/drawing/2014/main" id="{028536D9-644C-CB2B-75DA-866444A5B215}"/>
                </a:ext>
              </a:extLst>
            </p:cNvPr>
            <p:cNvSpPr/>
            <p:nvPr>
              <p:custDataLst>
                <p:tags r:id="rId36"/>
              </p:custDataLst>
            </p:nvPr>
          </p:nvSpPr>
          <p:spPr>
            <a:xfrm>
              <a:off x="9739582" y="5248399"/>
              <a:ext cx="173161" cy="165704"/>
            </a:xfrm>
            <a:custGeom>
              <a:avLst/>
              <a:gdLst>
                <a:gd name="csX0" fmla="*/ 79154 w 173161"/>
                <a:gd name="csY0" fmla="*/ 85910 h 165704"/>
                <a:gd name="csX1" fmla="*/ 81142 w 173161"/>
                <a:gd name="csY1" fmla="*/ 82928 h 165704"/>
                <a:gd name="csX2" fmla="*/ 79651 w 173161"/>
                <a:gd name="csY2" fmla="*/ 80442 h 165704"/>
                <a:gd name="csX3" fmla="*/ 20826 w 173161"/>
                <a:gd name="csY3" fmla="*/ 8195 h 165704"/>
                <a:gd name="csX4" fmla="*/ 92742 w 173161"/>
                <a:gd name="csY4" fmla="*/ 8195 h 165704"/>
                <a:gd name="csX5" fmla="*/ 132842 w 173161"/>
                <a:gd name="csY5" fmla="*/ 12338 h 165704"/>
                <a:gd name="csX6" fmla="*/ 167640 w 173161"/>
                <a:gd name="csY6" fmla="*/ 40342 h 165704"/>
                <a:gd name="csX7" fmla="*/ 173274 w 173161"/>
                <a:gd name="csY7" fmla="*/ 40342 h 165704"/>
                <a:gd name="csX8" fmla="*/ 157532 w 173161"/>
                <a:gd name="csY8" fmla="*/ 76 h 165704"/>
                <a:gd name="csX9" fmla="*/ 5250 w 173161"/>
                <a:gd name="csY9" fmla="*/ 76 h 165704"/>
                <a:gd name="csX10" fmla="*/ 610 w 173161"/>
                <a:gd name="csY10" fmla="*/ 1070 h 165704"/>
                <a:gd name="csX11" fmla="*/ 113 w 173161"/>
                <a:gd name="csY11" fmla="*/ 6538 h 165704"/>
                <a:gd name="csX12" fmla="*/ 66560 w 173161"/>
                <a:gd name="csY12" fmla="*/ 88065 h 165704"/>
                <a:gd name="csX13" fmla="*/ 2101 w 173161"/>
                <a:gd name="csY13" fmla="*/ 160477 h 165704"/>
                <a:gd name="csX14" fmla="*/ 113 w 173161"/>
                <a:gd name="csY14" fmla="*/ 163460 h 165704"/>
                <a:gd name="csX15" fmla="*/ 5250 w 173161"/>
                <a:gd name="csY15" fmla="*/ 165780 h 165704"/>
                <a:gd name="csX16" fmla="*/ 157532 w 173161"/>
                <a:gd name="csY16" fmla="*/ 165780 h 165704"/>
                <a:gd name="csX17" fmla="*/ 173274 w 173161"/>
                <a:gd name="csY17" fmla="*/ 123194 h 165704"/>
                <a:gd name="csX18" fmla="*/ 167640 w 173161"/>
                <a:gd name="csY18" fmla="*/ 123194 h 165704"/>
                <a:gd name="csX19" fmla="*/ 135659 w 173161"/>
                <a:gd name="csY19" fmla="*/ 150535 h 165704"/>
                <a:gd name="csX20" fmla="*/ 94067 w 173161"/>
                <a:gd name="csY20" fmla="*/ 155340 h 165704"/>
                <a:gd name="csX21" fmla="*/ 17346 w 173161"/>
                <a:gd name="csY21" fmla="*/ 155340 h 165704"/>
                <a:gd name="csX22" fmla="*/ 79154 w 173161"/>
                <a:gd name="csY22" fmla="*/ 85910 h 16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73161" h="165704">
                  <a:moveTo>
                    <a:pt x="79154" y="85910"/>
                  </a:moveTo>
                  <a:cubicBezTo>
                    <a:pt x="81142" y="83922"/>
                    <a:pt x="81142" y="83590"/>
                    <a:pt x="81142" y="82928"/>
                  </a:cubicBezTo>
                  <a:cubicBezTo>
                    <a:pt x="81142" y="82431"/>
                    <a:pt x="81142" y="82099"/>
                    <a:pt x="79651" y="80442"/>
                  </a:cubicBezTo>
                  <a:lnTo>
                    <a:pt x="20826" y="8195"/>
                  </a:lnTo>
                  <a:lnTo>
                    <a:pt x="92742" y="8195"/>
                  </a:lnTo>
                  <a:cubicBezTo>
                    <a:pt x="117100" y="8195"/>
                    <a:pt x="129859" y="11675"/>
                    <a:pt x="132842" y="12338"/>
                  </a:cubicBezTo>
                  <a:cubicBezTo>
                    <a:pt x="147424" y="16315"/>
                    <a:pt x="162006" y="25925"/>
                    <a:pt x="167640" y="40342"/>
                  </a:cubicBezTo>
                  <a:lnTo>
                    <a:pt x="173274" y="40342"/>
                  </a:lnTo>
                  <a:lnTo>
                    <a:pt x="157532" y="76"/>
                  </a:lnTo>
                  <a:lnTo>
                    <a:pt x="5250" y="76"/>
                  </a:lnTo>
                  <a:cubicBezTo>
                    <a:pt x="1604" y="76"/>
                    <a:pt x="1438" y="241"/>
                    <a:pt x="610" y="1070"/>
                  </a:cubicBezTo>
                  <a:cubicBezTo>
                    <a:pt x="113" y="1567"/>
                    <a:pt x="113" y="1898"/>
                    <a:pt x="113" y="6538"/>
                  </a:cubicBezTo>
                  <a:lnTo>
                    <a:pt x="66560" y="88065"/>
                  </a:lnTo>
                  <a:lnTo>
                    <a:pt x="2101" y="160477"/>
                  </a:lnTo>
                  <a:cubicBezTo>
                    <a:pt x="113" y="162466"/>
                    <a:pt x="113" y="162797"/>
                    <a:pt x="113" y="163460"/>
                  </a:cubicBezTo>
                  <a:cubicBezTo>
                    <a:pt x="113" y="165780"/>
                    <a:pt x="2267" y="165780"/>
                    <a:pt x="5250" y="165780"/>
                  </a:cubicBezTo>
                  <a:lnTo>
                    <a:pt x="157532" y="165780"/>
                  </a:lnTo>
                  <a:lnTo>
                    <a:pt x="173274" y="123194"/>
                  </a:lnTo>
                  <a:lnTo>
                    <a:pt x="167640" y="123194"/>
                  </a:lnTo>
                  <a:cubicBezTo>
                    <a:pt x="162006" y="138273"/>
                    <a:pt x="147424" y="147055"/>
                    <a:pt x="135659" y="150535"/>
                  </a:cubicBezTo>
                  <a:cubicBezTo>
                    <a:pt x="132345" y="151529"/>
                    <a:pt x="119751" y="155340"/>
                    <a:pt x="94067" y="155340"/>
                  </a:cubicBezTo>
                  <a:lnTo>
                    <a:pt x="17346" y="155340"/>
                  </a:lnTo>
                  <a:lnTo>
                    <a:pt x="79154" y="85910"/>
                  </a:lnTo>
                  <a:close/>
                </a:path>
              </a:pathLst>
            </a:custGeom>
            <a:grpFill/>
            <a:ln w="22911" cap="flat">
              <a:noFill/>
              <a:prstDash val="solid"/>
              <a:miter/>
            </a:ln>
          </p:spPr>
          <p:txBody>
            <a:bodyPr/>
            <a:lstStyle/>
            <a:p>
              <a:endParaRPr lang="en-US"/>
            </a:p>
          </p:txBody>
        </p:sp>
        <p:sp>
          <p:nvSpPr>
            <p:cNvPr id="820" name="Freeform: Shape 819">
              <a:extLst>
                <a:ext uri="{FF2B5EF4-FFF2-40B4-BE49-F238E27FC236}">
                  <a16:creationId xmlns:a16="http://schemas.microsoft.com/office/drawing/2014/main" id="{4BE267D1-0738-1620-C820-4747D656AA1F}"/>
                </a:ext>
              </a:extLst>
            </p:cNvPr>
            <p:cNvSpPr/>
            <p:nvPr>
              <p:custDataLst>
                <p:tags r:id="rId37"/>
              </p:custDataLst>
            </p:nvPr>
          </p:nvSpPr>
          <p:spPr>
            <a:xfrm>
              <a:off x="9704372" y="5441659"/>
              <a:ext cx="41662" cy="80248"/>
            </a:xfrm>
            <a:custGeom>
              <a:avLst/>
              <a:gdLst>
                <a:gd name="csX0" fmla="*/ 36211 w 41662"/>
                <a:gd name="csY0" fmla="*/ 5176 h 80248"/>
                <a:gd name="csX1" fmla="*/ 31003 w 41662"/>
                <a:gd name="csY1" fmla="*/ 87 h 80248"/>
                <a:gd name="csX2" fmla="*/ 23783 w 41662"/>
                <a:gd name="csY2" fmla="*/ 7189 h 80248"/>
                <a:gd name="csX3" fmla="*/ 28873 w 41662"/>
                <a:gd name="csY3" fmla="*/ 12278 h 80248"/>
                <a:gd name="csX4" fmla="*/ 36211 w 41662"/>
                <a:gd name="csY4" fmla="*/ 5176 h 80248"/>
                <a:gd name="csX5" fmla="*/ 41774 w 41662"/>
                <a:gd name="csY5" fmla="*/ 61989 h 80248"/>
                <a:gd name="csX6" fmla="*/ 39289 w 41662"/>
                <a:gd name="csY6" fmla="*/ 60332 h 80248"/>
                <a:gd name="csX7" fmla="*/ 36448 w 41662"/>
                <a:gd name="csY7" fmla="*/ 63055 h 80248"/>
                <a:gd name="csX8" fmla="*/ 23192 w 41662"/>
                <a:gd name="csY8" fmla="*/ 76311 h 80248"/>
                <a:gd name="csX9" fmla="*/ 19641 w 41662"/>
                <a:gd name="csY9" fmla="*/ 71813 h 80248"/>
                <a:gd name="csX10" fmla="*/ 21179 w 41662"/>
                <a:gd name="csY10" fmla="*/ 65777 h 80248"/>
                <a:gd name="csX11" fmla="*/ 23665 w 41662"/>
                <a:gd name="csY11" fmla="*/ 59385 h 80248"/>
                <a:gd name="csX12" fmla="*/ 30412 w 41662"/>
                <a:gd name="csY12" fmla="*/ 43052 h 80248"/>
                <a:gd name="csX13" fmla="*/ 32069 w 41662"/>
                <a:gd name="csY13" fmla="*/ 37134 h 80248"/>
                <a:gd name="csX14" fmla="*/ 19167 w 41662"/>
                <a:gd name="csY14" fmla="*/ 26718 h 80248"/>
                <a:gd name="csX15" fmla="*/ 111 w 41662"/>
                <a:gd name="csY15" fmla="*/ 45064 h 80248"/>
                <a:gd name="csX16" fmla="*/ 2597 w 41662"/>
                <a:gd name="csY16" fmla="*/ 46721 h 80248"/>
                <a:gd name="csX17" fmla="*/ 5319 w 41662"/>
                <a:gd name="csY17" fmla="*/ 44354 h 80248"/>
                <a:gd name="csX18" fmla="*/ 18694 w 41662"/>
                <a:gd name="csY18" fmla="*/ 30742 h 80248"/>
                <a:gd name="csX19" fmla="*/ 22245 w 41662"/>
                <a:gd name="csY19" fmla="*/ 35240 h 80248"/>
                <a:gd name="csX20" fmla="*/ 21535 w 41662"/>
                <a:gd name="csY20" fmla="*/ 39501 h 80248"/>
                <a:gd name="csX21" fmla="*/ 13723 w 41662"/>
                <a:gd name="csY21" fmla="*/ 58320 h 80248"/>
                <a:gd name="csX22" fmla="*/ 11119 w 41662"/>
                <a:gd name="csY22" fmla="*/ 64593 h 80248"/>
                <a:gd name="csX23" fmla="*/ 9817 w 41662"/>
                <a:gd name="csY23" fmla="*/ 69920 h 80248"/>
                <a:gd name="csX24" fmla="*/ 22718 w 41662"/>
                <a:gd name="csY24" fmla="*/ 80335 h 80248"/>
                <a:gd name="csX25" fmla="*/ 41774 w 41662"/>
                <a:gd name="csY25" fmla="*/ 61989 h 80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1662" h="80248">
                  <a:moveTo>
                    <a:pt x="36211" y="5176"/>
                  </a:moveTo>
                  <a:cubicBezTo>
                    <a:pt x="36211" y="2336"/>
                    <a:pt x="34081" y="87"/>
                    <a:pt x="31003" y="87"/>
                  </a:cubicBezTo>
                  <a:cubicBezTo>
                    <a:pt x="27689" y="87"/>
                    <a:pt x="23783" y="3283"/>
                    <a:pt x="23783" y="7189"/>
                  </a:cubicBezTo>
                  <a:cubicBezTo>
                    <a:pt x="23783" y="10503"/>
                    <a:pt x="26387" y="12278"/>
                    <a:pt x="28873" y="12278"/>
                  </a:cubicBezTo>
                  <a:cubicBezTo>
                    <a:pt x="32779" y="12278"/>
                    <a:pt x="36211" y="8727"/>
                    <a:pt x="36211" y="5176"/>
                  </a:cubicBezTo>
                  <a:close/>
                  <a:moveTo>
                    <a:pt x="41774" y="61989"/>
                  </a:moveTo>
                  <a:cubicBezTo>
                    <a:pt x="41774" y="60332"/>
                    <a:pt x="39762" y="60332"/>
                    <a:pt x="39289" y="60332"/>
                  </a:cubicBezTo>
                  <a:cubicBezTo>
                    <a:pt x="37276" y="60332"/>
                    <a:pt x="37158" y="60806"/>
                    <a:pt x="36448" y="63055"/>
                  </a:cubicBezTo>
                  <a:cubicBezTo>
                    <a:pt x="34436" y="69564"/>
                    <a:pt x="29110" y="76311"/>
                    <a:pt x="23192" y="76311"/>
                  </a:cubicBezTo>
                  <a:cubicBezTo>
                    <a:pt x="20469" y="76311"/>
                    <a:pt x="19641" y="74417"/>
                    <a:pt x="19641" y="71813"/>
                  </a:cubicBezTo>
                  <a:cubicBezTo>
                    <a:pt x="19641" y="69328"/>
                    <a:pt x="20233" y="68026"/>
                    <a:pt x="21179" y="65777"/>
                  </a:cubicBezTo>
                  <a:cubicBezTo>
                    <a:pt x="22126" y="63410"/>
                    <a:pt x="23073" y="61042"/>
                    <a:pt x="23665" y="59385"/>
                  </a:cubicBezTo>
                  <a:cubicBezTo>
                    <a:pt x="24138" y="58320"/>
                    <a:pt x="28755" y="47313"/>
                    <a:pt x="30412" y="43052"/>
                  </a:cubicBezTo>
                  <a:cubicBezTo>
                    <a:pt x="31358" y="40685"/>
                    <a:pt x="32069" y="39146"/>
                    <a:pt x="32069" y="37134"/>
                  </a:cubicBezTo>
                  <a:cubicBezTo>
                    <a:pt x="32069" y="31452"/>
                    <a:pt x="26624" y="26718"/>
                    <a:pt x="19167" y="26718"/>
                  </a:cubicBezTo>
                  <a:cubicBezTo>
                    <a:pt x="6740" y="26718"/>
                    <a:pt x="111" y="41868"/>
                    <a:pt x="111" y="45064"/>
                  </a:cubicBezTo>
                  <a:cubicBezTo>
                    <a:pt x="111" y="46721"/>
                    <a:pt x="2005" y="46721"/>
                    <a:pt x="2597" y="46721"/>
                  </a:cubicBezTo>
                  <a:cubicBezTo>
                    <a:pt x="4609" y="46721"/>
                    <a:pt x="4727" y="46129"/>
                    <a:pt x="5319" y="44354"/>
                  </a:cubicBezTo>
                  <a:cubicBezTo>
                    <a:pt x="7923" y="35950"/>
                    <a:pt x="13604" y="30742"/>
                    <a:pt x="18694" y="30742"/>
                  </a:cubicBezTo>
                  <a:cubicBezTo>
                    <a:pt x="20943" y="30742"/>
                    <a:pt x="22245" y="32044"/>
                    <a:pt x="22245" y="35240"/>
                  </a:cubicBezTo>
                  <a:cubicBezTo>
                    <a:pt x="22245" y="35713"/>
                    <a:pt x="22245" y="37252"/>
                    <a:pt x="21535" y="39501"/>
                  </a:cubicBezTo>
                  <a:cubicBezTo>
                    <a:pt x="20706" y="41631"/>
                    <a:pt x="15380" y="54296"/>
                    <a:pt x="13723" y="58320"/>
                  </a:cubicBezTo>
                  <a:cubicBezTo>
                    <a:pt x="12894" y="60332"/>
                    <a:pt x="12894" y="60569"/>
                    <a:pt x="11119" y="64593"/>
                  </a:cubicBezTo>
                  <a:cubicBezTo>
                    <a:pt x="10527" y="66250"/>
                    <a:pt x="9817" y="67907"/>
                    <a:pt x="9817" y="69920"/>
                  </a:cubicBezTo>
                  <a:cubicBezTo>
                    <a:pt x="9817" y="76074"/>
                    <a:pt x="15617" y="80335"/>
                    <a:pt x="22718" y="80335"/>
                  </a:cubicBezTo>
                  <a:cubicBezTo>
                    <a:pt x="35146" y="80335"/>
                    <a:pt x="41774" y="64948"/>
                    <a:pt x="41774" y="61989"/>
                  </a:cubicBezTo>
                  <a:close/>
                </a:path>
              </a:pathLst>
            </a:custGeom>
            <a:grpFill/>
            <a:ln w="22911" cap="flat">
              <a:noFill/>
              <a:prstDash val="solid"/>
              <a:miter/>
            </a:ln>
          </p:spPr>
          <p:txBody>
            <a:bodyPr/>
            <a:lstStyle/>
            <a:p>
              <a:endParaRPr lang="en-US"/>
            </a:p>
          </p:txBody>
        </p:sp>
        <p:sp>
          <p:nvSpPr>
            <p:cNvPr id="821" name="Freeform: Shape 820">
              <a:extLst>
                <a:ext uri="{FF2B5EF4-FFF2-40B4-BE49-F238E27FC236}">
                  <a16:creationId xmlns:a16="http://schemas.microsoft.com/office/drawing/2014/main" id="{132A86D4-C375-9F00-D74B-15198BE5A73D}"/>
                </a:ext>
              </a:extLst>
            </p:cNvPr>
            <p:cNvSpPr/>
            <p:nvPr>
              <p:custDataLst>
                <p:tags r:id="rId38"/>
              </p:custDataLst>
            </p:nvPr>
          </p:nvSpPr>
          <p:spPr>
            <a:xfrm>
              <a:off x="9768236" y="5473617"/>
              <a:ext cx="98594" cy="34797"/>
            </a:xfrm>
            <a:custGeom>
              <a:avLst/>
              <a:gdLst>
                <a:gd name="csX0" fmla="*/ 94092 w 98594"/>
                <a:gd name="csY0" fmla="*/ 6715 h 34797"/>
                <a:gd name="csX1" fmla="*/ 98708 w 98594"/>
                <a:gd name="csY1" fmla="*/ 3401 h 34797"/>
                <a:gd name="csX2" fmla="*/ 93500 w 98594"/>
                <a:gd name="csY2" fmla="*/ 87 h 34797"/>
                <a:gd name="csX3" fmla="*/ 5322 w 98594"/>
                <a:gd name="csY3" fmla="*/ 87 h 34797"/>
                <a:gd name="csX4" fmla="*/ 114 w 98594"/>
                <a:gd name="csY4" fmla="*/ 3401 h 34797"/>
                <a:gd name="csX5" fmla="*/ 4730 w 98594"/>
                <a:gd name="csY5" fmla="*/ 6715 h 34797"/>
                <a:gd name="csX6" fmla="*/ 94092 w 98594"/>
                <a:gd name="csY6" fmla="*/ 6715 h 34797"/>
                <a:gd name="csX7" fmla="*/ 93500 w 98594"/>
                <a:gd name="csY7" fmla="*/ 34885 h 34797"/>
                <a:gd name="csX8" fmla="*/ 98708 w 98594"/>
                <a:gd name="csY8" fmla="*/ 31571 h 34797"/>
                <a:gd name="csX9" fmla="*/ 94092 w 98594"/>
                <a:gd name="csY9" fmla="*/ 28257 h 34797"/>
                <a:gd name="csX10" fmla="*/ 4730 w 98594"/>
                <a:gd name="csY10" fmla="*/ 28257 h 34797"/>
                <a:gd name="csX11" fmla="*/ 114 w 98594"/>
                <a:gd name="csY11" fmla="*/ 31571 h 34797"/>
                <a:gd name="csX12" fmla="*/ 5322 w 98594"/>
                <a:gd name="csY12" fmla="*/ 34885 h 34797"/>
                <a:gd name="csX13" fmla="*/ 93500 w 98594"/>
                <a:gd name="csY13" fmla="*/ 34885 h 34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98594" h="34797">
                  <a:moveTo>
                    <a:pt x="94092" y="6715"/>
                  </a:moveTo>
                  <a:cubicBezTo>
                    <a:pt x="95749" y="6715"/>
                    <a:pt x="98708" y="6715"/>
                    <a:pt x="98708" y="3401"/>
                  </a:cubicBezTo>
                  <a:cubicBezTo>
                    <a:pt x="98708" y="87"/>
                    <a:pt x="95276" y="87"/>
                    <a:pt x="93500" y="87"/>
                  </a:cubicBezTo>
                  <a:lnTo>
                    <a:pt x="5322" y="87"/>
                  </a:lnTo>
                  <a:cubicBezTo>
                    <a:pt x="3546" y="87"/>
                    <a:pt x="114" y="87"/>
                    <a:pt x="114" y="3401"/>
                  </a:cubicBezTo>
                  <a:cubicBezTo>
                    <a:pt x="114" y="6715"/>
                    <a:pt x="3191" y="6715"/>
                    <a:pt x="4730" y="6715"/>
                  </a:cubicBezTo>
                  <a:lnTo>
                    <a:pt x="94092" y="6715"/>
                  </a:lnTo>
                  <a:close/>
                  <a:moveTo>
                    <a:pt x="93500" y="34885"/>
                  </a:moveTo>
                  <a:cubicBezTo>
                    <a:pt x="95276" y="34885"/>
                    <a:pt x="98708" y="34885"/>
                    <a:pt x="98708" y="31571"/>
                  </a:cubicBezTo>
                  <a:cubicBezTo>
                    <a:pt x="98708" y="28257"/>
                    <a:pt x="95749" y="28257"/>
                    <a:pt x="94092" y="28257"/>
                  </a:cubicBezTo>
                  <a:lnTo>
                    <a:pt x="4730" y="28257"/>
                  </a:lnTo>
                  <a:cubicBezTo>
                    <a:pt x="3073" y="28257"/>
                    <a:pt x="114" y="28257"/>
                    <a:pt x="114" y="31571"/>
                  </a:cubicBezTo>
                  <a:cubicBezTo>
                    <a:pt x="114" y="34885"/>
                    <a:pt x="3546" y="34885"/>
                    <a:pt x="5322" y="34885"/>
                  </a:cubicBezTo>
                  <a:lnTo>
                    <a:pt x="93500" y="34885"/>
                  </a:lnTo>
                  <a:close/>
                </a:path>
              </a:pathLst>
            </a:custGeom>
            <a:grpFill/>
            <a:ln w="22911" cap="flat">
              <a:noFill/>
              <a:prstDash val="solid"/>
              <a:miter/>
            </a:ln>
          </p:spPr>
          <p:txBody>
            <a:bodyPr/>
            <a:lstStyle/>
            <a:p>
              <a:endParaRPr lang="en-US"/>
            </a:p>
          </p:txBody>
        </p:sp>
        <p:sp>
          <p:nvSpPr>
            <p:cNvPr id="822" name="Freeform: Shape 821">
              <a:extLst>
                <a:ext uri="{FF2B5EF4-FFF2-40B4-BE49-F238E27FC236}">
                  <a16:creationId xmlns:a16="http://schemas.microsoft.com/office/drawing/2014/main" id="{EF4287E2-7B11-1C7E-1FCC-8C343F40CFB2}"/>
                </a:ext>
              </a:extLst>
            </p:cNvPr>
            <p:cNvSpPr/>
            <p:nvPr>
              <p:custDataLst>
                <p:tags r:id="rId39"/>
              </p:custDataLst>
            </p:nvPr>
          </p:nvSpPr>
          <p:spPr>
            <a:xfrm>
              <a:off x="9895330" y="5441778"/>
              <a:ext cx="48646" cy="78827"/>
            </a:xfrm>
            <a:custGeom>
              <a:avLst/>
              <a:gdLst>
                <a:gd name="csX0" fmla="*/ 30301 w 48646"/>
                <a:gd name="csY0" fmla="*/ 3638 h 78827"/>
                <a:gd name="csX1" fmla="*/ 26040 w 48646"/>
                <a:gd name="csY1" fmla="*/ 87 h 78827"/>
                <a:gd name="csX2" fmla="*/ 2131 w 48646"/>
                <a:gd name="csY2" fmla="*/ 7662 h 78827"/>
                <a:gd name="csX3" fmla="*/ 119 w 48646"/>
                <a:gd name="csY3" fmla="*/ 7662 h 78827"/>
                <a:gd name="csX4" fmla="*/ 119 w 48646"/>
                <a:gd name="csY4" fmla="*/ 12870 h 78827"/>
                <a:gd name="csX5" fmla="*/ 2131 w 48646"/>
                <a:gd name="csY5" fmla="*/ 12870 h 78827"/>
                <a:gd name="csX6" fmla="*/ 19412 w 48646"/>
                <a:gd name="csY6" fmla="*/ 9556 h 78827"/>
                <a:gd name="csX7" fmla="*/ 19412 w 48646"/>
                <a:gd name="csY7" fmla="*/ 68736 h 78827"/>
                <a:gd name="csX8" fmla="*/ 6866 w 48646"/>
                <a:gd name="csY8" fmla="*/ 73707 h 78827"/>
                <a:gd name="csX9" fmla="*/ 948 w 48646"/>
                <a:gd name="csY9" fmla="*/ 73707 h 78827"/>
                <a:gd name="csX10" fmla="*/ 948 w 48646"/>
                <a:gd name="csY10" fmla="*/ 78915 h 78827"/>
                <a:gd name="csX11" fmla="*/ 24856 w 48646"/>
                <a:gd name="csY11" fmla="*/ 78441 h 78827"/>
                <a:gd name="csX12" fmla="*/ 48765 w 48646"/>
                <a:gd name="csY12" fmla="*/ 78915 h 78827"/>
                <a:gd name="csX13" fmla="*/ 48765 w 48646"/>
                <a:gd name="csY13" fmla="*/ 73707 h 78827"/>
                <a:gd name="csX14" fmla="*/ 42847 w 48646"/>
                <a:gd name="csY14" fmla="*/ 73707 h 78827"/>
                <a:gd name="csX15" fmla="*/ 30301 w 48646"/>
                <a:gd name="csY15" fmla="*/ 68736 h 78827"/>
                <a:gd name="csX16" fmla="*/ 30301 w 48646"/>
                <a:gd name="csY16" fmla="*/ 3638 h 788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8646" h="78827">
                  <a:moveTo>
                    <a:pt x="30301" y="3638"/>
                  </a:moveTo>
                  <a:cubicBezTo>
                    <a:pt x="30301" y="87"/>
                    <a:pt x="29946" y="87"/>
                    <a:pt x="26040" y="87"/>
                  </a:cubicBezTo>
                  <a:cubicBezTo>
                    <a:pt x="17636" y="7662"/>
                    <a:pt x="4498" y="7662"/>
                    <a:pt x="2131" y="7662"/>
                  </a:cubicBezTo>
                  <a:lnTo>
                    <a:pt x="119" y="7662"/>
                  </a:lnTo>
                  <a:lnTo>
                    <a:pt x="119" y="12870"/>
                  </a:lnTo>
                  <a:lnTo>
                    <a:pt x="2131" y="12870"/>
                  </a:lnTo>
                  <a:cubicBezTo>
                    <a:pt x="4854" y="12870"/>
                    <a:pt x="12547" y="12515"/>
                    <a:pt x="19412" y="9556"/>
                  </a:cubicBezTo>
                  <a:lnTo>
                    <a:pt x="19412" y="68736"/>
                  </a:lnTo>
                  <a:cubicBezTo>
                    <a:pt x="19412" y="72405"/>
                    <a:pt x="19412" y="73707"/>
                    <a:pt x="6866" y="73707"/>
                  </a:cubicBezTo>
                  <a:lnTo>
                    <a:pt x="948" y="73707"/>
                  </a:lnTo>
                  <a:lnTo>
                    <a:pt x="948" y="78915"/>
                  </a:lnTo>
                  <a:cubicBezTo>
                    <a:pt x="7457" y="78441"/>
                    <a:pt x="17992" y="78441"/>
                    <a:pt x="24856" y="78441"/>
                  </a:cubicBezTo>
                  <a:cubicBezTo>
                    <a:pt x="31721" y="78441"/>
                    <a:pt x="42255" y="78441"/>
                    <a:pt x="48765" y="78915"/>
                  </a:cubicBezTo>
                  <a:lnTo>
                    <a:pt x="48765" y="73707"/>
                  </a:lnTo>
                  <a:lnTo>
                    <a:pt x="42847" y="73707"/>
                  </a:lnTo>
                  <a:cubicBezTo>
                    <a:pt x="30301" y="73707"/>
                    <a:pt x="30301" y="72405"/>
                    <a:pt x="30301" y="68736"/>
                  </a:cubicBezTo>
                  <a:lnTo>
                    <a:pt x="30301" y="3638"/>
                  </a:lnTo>
                  <a:close/>
                </a:path>
              </a:pathLst>
            </a:custGeom>
            <a:grpFill/>
            <a:ln w="22911" cap="flat">
              <a:noFill/>
              <a:prstDash val="solid"/>
              <a:miter/>
            </a:ln>
          </p:spPr>
          <p:txBody>
            <a:bodyPr/>
            <a:lstStyle/>
            <a:p>
              <a:endParaRPr lang="en-US"/>
            </a:p>
          </p:txBody>
        </p:sp>
        <p:sp>
          <p:nvSpPr>
            <p:cNvPr id="823" name="Freeform: Shape 822">
              <a:extLst>
                <a:ext uri="{FF2B5EF4-FFF2-40B4-BE49-F238E27FC236}">
                  <a16:creationId xmlns:a16="http://schemas.microsoft.com/office/drawing/2014/main" id="{129838DA-9C95-F8F9-BA3C-2E8A425C3E52}"/>
                </a:ext>
              </a:extLst>
            </p:cNvPr>
            <p:cNvSpPr/>
            <p:nvPr>
              <p:custDataLst>
                <p:tags r:id="rId40"/>
              </p:custDataLst>
            </p:nvPr>
          </p:nvSpPr>
          <p:spPr>
            <a:xfrm>
              <a:off x="9978013" y="5248400"/>
              <a:ext cx="43083" cy="165538"/>
            </a:xfrm>
            <a:custGeom>
              <a:avLst/>
              <a:gdLst>
                <a:gd name="csX0" fmla="*/ 39892 w 43083"/>
                <a:gd name="csY0" fmla="*/ 81 h 165538"/>
                <a:gd name="csX1" fmla="*/ 122 w 43083"/>
                <a:gd name="csY1" fmla="*/ 82767 h 165538"/>
                <a:gd name="csX2" fmla="*/ 39892 w 43083"/>
                <a:gd name="csY2" fmla="*/ 165619 h 165538"/>
                <a:gd name="csX3" fmla="*/ 43206 w 43083"/>
                <a:gd name="csY3" fmla="*/ 163631 h 165538"/>
                <a:gd name="csX4" fmla="*/ 41549 w 43083"/>
                <a:gd name="csY4" fmla="*/ 161145 h 165538"/>
                <a:gd name="csX5" fmla="*/ 11390 w 43083"/>
                <a:gd name="csY5" fmla="*/ 82933 h 165538"/>
                <a:gd name="csX6" fmla="*/ 42046 w 43083"/>
                <a:gd name="csY6" fmla="*/ 4058 h 165538"/>
                <a:gd name="csX7" fmla="*/ 43206 w 43083"/>
                <a:gd name="csY7" fmla="*/ 2069 h 165538"/>
                <a:gd name="csX8" fmla="*/ 39892 w 43083"/>
                <a:gd name="csY8" fmla="*/ 81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083" h="165538">
                  <a:moveTo>
                    <a:pt x="39892" y="81"/>
                  </a:moveTo>
                  <a:cubicBezTo>
                    <a:pt x="8408" y="22285"/>
                    <a:pt x="122" y="57414"/>
                    <a:pt x="122" y="82767"/>
                  </a:cubicBezTo>
                  <a:cubicBezTo>
                    <a:pt x="122" y="106132"/>
                    <a:pt x="7082" y="142421"/>
                    <a:pt x="39892" y="165619"/>
                  </a:cubicBezTo>
                  <a:cubicBezTo>
                    <a:pt x="41217" y="165619"/>
                    <a:pt x="43206" y="165619"/>
                    <a:pt x="43206" y="163631"/>
                  </a:cubicBezTo>
                  <a:cubicBezTo>
                    <a:pt x="43206" y="162637"/>
                    <a:pt x="42709" y="162305"/>
                    <a:pt x="41549" y="161145"/>
                  </a:cubicBezTo>
                  <a:cubicBezTo>
                    <a:pt x="19510" y="141261"/>
                    <a:pt x="11390" y="113091"/>
                    <a:pt x="11390" y="82933"/>
                  </a:cubicBezTo>
                  <a:cubicBezTo>
                    <a:pt x="11390" y="38193"/>
                    <a:pt x="28458" y="16320"/>
                    <a:pt x="42046" y="4058"/>
                  </a:cubicBezTo>
                  <a:cubicBezTo>
                    <a:pt x="42709" y="3395"/>
                    <a:pt x="43206" y="2898"/>
                    <a:pt x="43206" y="2069"/>
                  </a:cubicBezTo>
                  <a:cubicBezTo>
                    <a:pt x="43206" y="81"/>
                    <a:pt x="41217" y="81"/>
                    <a:pt x="39892" y="81"/>
                  </a:cubicBezTo>
                  <a:close/>
                </a:path>
              </a:pathLst>
            </a:custGeom>
            <a:grpFill/>
            <a:ln w="22911" cap="flat">
              <a:noFill/>
              <a:prstDash val="solid"/>
              <a:miter/>
            </a:ln>
          </p:spPr>
          <p:txBody>
            <a:bodyPr/>
            <a:lstStyle/>
            <a:p>
              <a:endParaRPr lang="en-US"/>
            </a:p>
          </p:txBody>
        </p:sp>
        <p:sp>
          <p:nvSpPr>
            <p:cNvPr id="824" name="Freeform: Shape 823">
              <a:extLst>
                <a:ext uri="{FF2B5EF4-FFF2-40B4-BE49-F238E27FC236}">
                  <a16:creationId xmlns:a16="http://schemas.microsoft.com/office/drawing/2014/main" id="{1EE74F1B-00FF-C25A-A821-D29C0B333705}"/>
                </a:ext>
              </a:extLst>
            </p:cNvPr>
            <p:cNvSpPr/>
            <p:nvPr>
              <p:custDataLst>
                <p:tags r:id="rId41"/>
              </p:custDataLst>
            </p:nvPr>
          </p:nvSpPr>
          <p:spPr>
            <a:xfrm>
              <a:off x="10058606" y="5274250"/>
              <a:ext cx="65950" cy="6296"/>
            </a:xfrm>
            <a:custGeom>
              <a:avLst/>
              <a:gdLst>
                <a:gd name="csX0" fmla="*/ 66077 w 65950"/>
                <a:gd name="csY0" fmla="*/ 6378 h 6296"/>
                <a:gd name="csX1" fmla="*/ 66077 w 65950"/>
                <a:gd name="csY1" fmla="*/ 81 h 6296"/>
                <a:gd name="csX2" fmla="*/ 126 w 65950"/>
                <a:gd name="csY2" fmla="*/ 81 h 6296"/>
                <a:gd name="csX3" fmla="*/ 126 w 65950"/>
                <a:gd name="csY3" fmla="*/ 6378 h 6296"/>
                <a:gd name="csX4" fmla="*/ 66077 w 65950"/>
                <a:gd name="csY4" fmla="*/ 6378 h 6296"/>
              </a:gdLst>
              <a:ahLst/>
              <a:cxnLst>
                <a:cxn ang="0">
                  <a:pos x="csX0" y="csY0"/>
                </a:cxn>
                <a:cxn ang="0">
                  <a:pos x="csX1" y="csY1"/>
                </a:cxn>
                <a:cxn ang="0">
                  <a:pos x="csX2" y="csY2"/>
                </a:cxn>
                <a:cxn ang="0">
                  <a:pos x="csX3" y="csY3"/>
                </a:cxn>
                <a:cxn ang="0">
                  <a:pos x="csX4" y="csY4"/>
                </a:cxn>
              </a:cxnLst>
              <a:rect l="l" t="t" r="r" b="b"/>
              <a:pathLst>
                <a:path w="65950" h="6296">
                  <a:moveTo>
                    <a:pt x="66077" y="6378"/>
                  </a:moveTo>
                  <a:lnTo>
                    <a:pt x="66077" y="81"/>
                  </a:lnTo>
                  <a:lnTo>
                    <a:pt x="126" y="81"/>
                  </a:lnTo>
                  <a:lnTo>
                    <a:pt x="126" y="6378"/>
                  </a:lnTo>
                  <a:lnTo>
                    <a:pt x="66077" y="6378"/>
                  </a:lnTo>
                  <a:close/>
                </a:path>
              </a:pathLst>
            </a:custGeom>
            <a:grpFill/>
            <a:ln w="22911" cap="flat">
              <a:noFill/>
              <a:prstDash val="solid"/>
              <a:miter/>
            </a:ln>
          </p:spPr>
          <p:txBody>
            <a:bodyPr/>
            <a:lstStyle/>
            <a:p>
              <a:endParaRPr lang="en-US"/>
            </a:p>
          </p:txBody>
        </p:sp>
        <p:sp>
          <p:nvSpPr>
            <p:cNvPr id="825" name="Freeform: Shape 824">
              <a:extLst>
                <a:ext uri="{FF2B5EF4-FFF2-40B4-BE49-F238E27FC236}">
                  <a16:creationId xmlns:a16="http://schemas.microsoft.com/office/drawing/2014/main" id="{5D317021-5059-9C99-728B-19E67110DEC9}"/>
                </a:ext>
              </a:extLst>
            </p:cNvPr>
            <p:cNvSpPr/>
            <p:nvPr>
              <p:custDataLst>
                <p:tags r:id="rId42"/>
              </p:custDataLst>
            </p:nvPr>
          </p:nvSpPr>
          <p:spPr>
            <a:xfrm>
              <a:off x="10040886" y="5299602"/>
              <a:ext cx="88651" cy="74732"/>
            </a:xfrm>
            <a:custGeom>
              <a:avLst/>
              <a:gdLst>
                <a:gd name="csX0" fmla="*/ 33432 w 88651"/>
                <a:gd name="csY0" fmla="*/ 55592 h 74732"/>
                <a:gd name="csX1" fmla="*/ 17856 w 88651"/>
                <a:gd name="csY1" fmla="*/ 70174 h 74732"/>
                <a:gd name="csX2" fmla="*/ 8908 w 88651"/>
                <a:gd name="csY2" fmla="*/ 67854 h 74732"/>
                <a:gd name="csX3" fmla="*/ 16199 w 88651"/>
                <a:gd name="csY3" fmla="*/ 58740 h 74732"/>
                <a:gd name="csX4" fmla="*/ 9571 w 88651"/>
                <a:gd name="csY4" fmla="*/ 52609 h 74732"/>
                <a:gd name="csX5" fmla="*/ 126 w 88651"/>
                <a:gd name="csY5" fmla="*/ 62717 h 74732"/>
                <a:gd name="csX6" fmla="*/ 17525 w 88651"/>
                <a:gd name="csY6" fmla="*/ 74813 h 74732"/>
                <a:gd name="csX7" fmla="*/ 36083 w 88651"/>
                <a:gd name="csY7" fmla="*/ 63048 h 74732"/>
                <a:gd name="csX8" fmla="*/ 55802 w 88651"/>
                <a:gd name="csY8" fmla="*/ 74813 h 74732"/>
                <a:gd name="csX9" fmla="*/ 84966 w 88651"/>
                <a:gd name="csY9" fmla="*/ 49461 h 74732"/>
                <a:gd name="csX10" fmla="*/ 82315 w 88651"/>
                <a:gd name="csY10" fmla="*/ 47307 h 74732"/>
                <a:gd name="csX11" fmla="*/ 79167 w 88651"/>
                <a:gd name="csY11" fmla="*/ 50123 h 74732"/>
                <a:gd name="csX12" fmla="*/ 56465 w 88651"/>
                <a:gd name="csY12" fmla="*/ 70174 h 74732"/>
                <a:gd name="csX13" fmla="*/ 46357 w 88651"/>
                <a:gd name="csY13" fmla="*/ 59403 h 74732"/>
                <a:gd name="csX14" fmla="*/ 54974 w 88651"/>
                <a:gd name="csY14" fmla="*/ 21622 h 74732"/>
                <a:gd name="csX15" fmla="*/ 71213 w 88651"/>
                <a:gd name="csY15" fmla="*/ 4720 h 74732"/>
                <a:gd name="csX16" fmla="*/ 80161 w 88651"/>
                <a:gd name="csY16" fmla="*/ 7040 h 74732"/>
                <a:gd name="csX17" fmla="*/ 72870 w 88651"/>
                <a:gd name="csY17" fmla="*/ 16154 h 74732"/>
                <a:gd name="csX18" fmla="*/ 79498 w 88651"/>
                <a:gd name="csY18" fmla="*/ 22285 h 74732"/>
                <a:gd name="csX19" fmla="*/ 88778 w 88651"/>
                <a:gd name="csY19" fmla="*/ 12177 h 74732"/>
                <a:gd name="csX20" fmla="*/ 71544 w 88651"/>
                <a:gd name="csY20" fmla="*/ 81 h 74732"/>
                <a:gd name="csX21" fmla="*/ 52985 w 88651"/>
                <a:gd name="csY21" fmla="*/ 11846 h 74732"/>
                <a:gd name="csX22" fmla="*/ 33101 w 88651"/>
                <a:gd name="csY22" fmla="*/ 81 h 74732"/>
                <a:gd name="csX23" fmla="*/ 3937 w 88651"/>
                <a:gd name="csY23" fmla="*/ 25434 h 74732"/>
                <a:gd name="csX24" fmla="*/ 6754 w 88651"/>
                <a:gd name="csY24" fmla="*/ 27588 h 74732"/>
                <a:gd name="csX25" fmla="*/ 9902 w 88651"/>
                <a:gd name="csY25" fmla="*/ 24771 h 74732"/>
                <a:gd name="csX26" fmla="*/ 32604 w 88651"/>
                <a:gd name="csY26" fmla="*/ 4720 h 74732"/>
                <a:gd name="csX27" fmla="*/ 42546 w 88651"/>
                <a:gd name="csY27" fmla="*/ 15657 h 74732"/>
                <a:gd name="csX28" fmla="*/ 39066 w 88651"/>
                <a:gd name="csY28" fmla="*/ 32890 h 74732"/>
                <a:gd name="csX29" fmla="*/ 33432 w 88651"/>
                <a:gd name="csY29" fmla="*/ 55592 h 747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8651" h="74732">
                  <a:moveTo>
                    <a:pt x="33432" y="55592"/>
                  </a:moveTo>
                  <a:cubicBezTo>
                    <a:pt x="31775" y="61226"/>
                    <a:pt x="26307" y="70174"/>
                    <a:pt x="17856" y="70174"/>
                  </a:cubicBezTo>
                  <a:cubicBezTo>
                    <a:pt x="17359" y="70174"/>
                    <a:pt x="12388" y="70174"/>
                    <a:pt x="8908" y="67854"/>
                  </a:cubicBezTo>
                  <a:cubicBezTo>
                    <a:pt x="15702" y="65700"/>
                    <a:pt x="16199" y="59734"/>
                    <a:pt x="16199" y="58740"/>
                  </a:cubicBezTo>
                  <a:cubicBezTo>
                    <a:pt x="16199" y="55095"/>
                    <a:pt x="13382" y="52609"/>
                    <a:pt x="9571" y="52609"/>
                  </a:cubicBezTo>
                  <a:cubicBezTo>
                    <a:pt x="4931" y="52609"/>
                    <a:pt x="126" y="56586"/>
                    <a:pt x="126" y="62717"/>
                  </a:cubicBezTo>
                  <a:cubicBezTo>
                    <a:pt x="126" y="71002"/>
                    <a:pt x="9405" y="74813"/>
                    <a:pt x="17525" y="74813"/>
                  </a:cubicBezTo>
                  <a:cubicBezTo>
                    <a:pt x="25147" y="74813"/>
                    <a:pt x="31941" y="70008"/>
                    <a:pt x="36083" y="63048"/>
                  </a:cubicBezTo>
                  <a:cubicBezTo>
                    <a:pt x="40060" y="71831"/>
                    <a:pt x="49174" y="74813"/>
                    <a:pt x="55802" y="74813"/>
                  </a:cubicBezTo>
                  <a:cubicBezTo>
                    <a:pt x="74858" y="74813"/>
                    <a:pt x="84966" y="54100"/>
                    <a:pt x="84966" y="49461"/>
                  </a:cubicBezTo>
                  <a:cubicBezTo>
                    <a:pt x="84966" y="47307"/>
                    <a:pt x="82812" y="47307"/>
                    <a:pt x="82315" y="47307"/>
                  </a:cubicBezTo>
                  <a:cubicBezTo>
                    <a:pt x="79995" y="47307"/>
                    <a:pt x="79829" y="48135"/>
                    <a:pt x="79167" y="50123"/>
                  </a:cubicBezTo>
                  <a:cubicBezTo>
                    <a:pt x="75687" y="61557"/>
                    <a:pt x="65745" y="70174"/>
                    <a:pt x="56465" y="70174"/>
                  </a:cubicBezTo>
                  <a:cubicBezTo>
                    <a:pt x="49837" y="70174"/>
                    <a:pt x="46357" y="65700"/>
                    <a:pt x="46357" y="59403"/>
                  </a:cubicBezTo>
                  <a:cubicBezTo>
                    <a:pt x="46357" y="55095"/>
                    <a:pt x="50334" y="40015"/>
                    <a:pt x="54974" y="21622"/>
                  </a:cubicBezTo>
                  <a:cubicBezTo>
                    <a:pt x="58288" y="8863"/>
                    <a:pt x="65745" y="4720"/>
                    <a:pt x="71213" y="4720"/>
                  </a:cubicBezTo>
                  <a:cubicBezTo>
                    <a:pt x="71544" y="4720"/>
                    <a:pt x="76681" y="4720"/>
                    <a:pt x="80161" y="7040"/>
                  </a:cubicBezTo>
                  <a:cubicBezTo>
                    <a:pt x="74858" y="8532"/>
                    <a:pt x="72870" y="13171"/>
                    <a:pt x="72870" y="16154"/>
                  </a:cubicBezTo>
                  <a:cubicBezTo>
                    <a:pt x="72870" y="19800"/>
                    <a:pt x="75687" y="22285"/>
                    <a:pt x="79498" y="22285"/>
                  </a:cubicBezTo>
                  <a:cubicBezTo>
                    <a:pt x="83309" y="22285"/>
                    <a:pt x="88778" y="19137"/>
                    <a:pt x="88778" y="12177"/>
                  </a:cubicBezTo>
                  <a:cubicBezTo>
                    <a:pt x="88778" y="2898"/>
                    <a:pt x="78172" y="81"/>
                    <a:pt x="71544" y="81"/>
                  </a:cubicBezTo>
                  <a:cubicBezTo>
                    <a:pt x="63259" y="81"/>
                    <a:pt x="56631" y="5549"/>
                    <a:pt x="52985" y="11846"/>
                  </a:cubicBezTo>
                  <a:cubicBezTo>
                    <a:pt x="50003" y="5052"/>
                    <a:pt x="42380" y="81"/>
                    <a:pt x="33101" y="81"/>
                  </a:cubicBezTo>
                  <a:cubicBezTo>
                    <a:pt x="14542" y="81"/>
                    <a:pt x="3937" y="20462"/>
                    <a:pt x="3937" y="25434"/>
                  </a:cubicBezTo>
                  <a:cubicBezTo>
                    <a:pt x="3937" y="27588"/>
                    <a:pt x="6257" y="27588"/>
                    <a:pt x="6754" y="27588"/>
                  </a:cubicBezTo>
                  <a:cubicBezTo>
                    <a:pt x="8908" y="27588"/>
                    <a:pt x="9074" y="26925"/>
                    <a:pt x="9902" y="24771"/>
                  </a:cubicBezTo>
                  <a:cubicBezTo>
                    <a:pt x="14045" y="11846"/>
                    <a:pt x="24484" y="4720"/>
                    <a:pt x="32604" y="4720"/>
                  </a:cubicBezTo>
                  <a:cubicBezTo>
                    <a:pt x="38072" y="4720"/>
                    <a:pt x="42546" y="7703"/>
                    <a:pt x="42546" y="15657"/>
                  </a:cubicBezTo>
                  <a:cubicBezTo>
                    <a:pt x="42546" y="18971"/>
                    <a:pt x="40558" y="27256"/>
                    <a:pt x="39066" y="32890"/>
                  </a:cubicBezTo>
                  <a:lnTo>
                    <a:pt x="33432" y="55592"/>
                  </a:lnTo>
                  <a:close/>
                </a:path>
              </a:pathLst>
            </a:custGeom>
            <a:grpFill/>
            <a:ln w="22911" cap="flat">
              <a:noFill/>
              <a:prstDash val="solid"/>
              <a:miter/>
            </a:ln>
          </p:spPr>
          <p:txBody>
            <a:bodyPr/>
            <a:lstStyle/>
            <a:p>
              <a:endParaRPr lang="en-US"/>
            </a:p>
          </p:txBody>
        </p:sp>
        <p:sp>
          <p:nvSpPr>
            <p:cNvPr id="826" name="Freeform: Shape 825">
              <a:extLst>
                <a:ext uri="{FF2B5EF4-FFF2-40B4-BE49-F238E27FC236}">
                  <a16:creationId xmlns:a16="http://schemas.microsoft.com/office/drawing/2014/main" id="{ADD2F399-89F1-1DE2-69B1-C9ACEDF5D89D}"/>
                </a:ext>
              </a:extLst>
            </p:cNvPr>
            <p:cNvSpPr/>
            <p:nvPr>
              <p:custDataLst>
                <p:tags r:id="rId43"/>
              </p:custDataLst>
            </p:nvPr>
          </p:nvSpPr>
          <p:spPr>
            <a:xfrm>
              <a:off x="10158175" y="5327109"/>
              <a:ext cx="112016" cy="8119"/>
            </a:xfrm>
            <a:custGeom>
              <a:avLst/>
              <a:gdLst>
                <a:gd name="csX0" fmla="*/ 105518 w 112016"/>
                <a:gd name="csY0" fmla="*/ 8200 h 8119"/>
                <a:gd name="csX1" fmla="*/ 112146 w 112016"/>
                <a:gd name="csY1" fmla="*/ 4223 h 8119"/>
                <a:gd name="csX2" fmla="*/ 105518 w 112016"/>
                <a:gd name="csY2" fmla="*/ 81 h 8119"/>
                <a:gd name="csX3" fmla="*/ 6758 w 112016"/>
                <a:gd name="csY3" fmla="*/ 81 h 8119"/>
                <a:gd name="csX4" fmla="*/ 130 w 112016"/>
                <a:gd name="csY4" fmla="*/ 4058 h 8119"/>
                <a:gd name="csX5" fmla="*/ 6758 w 112016"/>
                <a:gd name="csY5" fmla="*/ 8200 h 8119"/>
                <a:gd name="csX6" fmla="*/ 105518 w 112016"/>
                <a:gd name="csY6" fmla="*/ 8200 h 81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016" h="8119">
                  <a:moveTo>
                    <a:pt x="105518" y="8200"/>
                  </a:moveTo>
                  <a:cubicBezTo>
                    <a:pt x="108169" y="8200"/>
                    <a:pt x="112146" y="8200"/>
                    <a:pt x="112146" y="4223"/>
                  </a:cubicBezTo>
                  <a:cubicBezTo>
                    <a:pt x="112146" y="81"/>
                    <a:pt x="108335" y="81"/>
                    <a:pt x="105518" y="81"/>
                  </a:cubicBezTo>
                  <a:lnTo>
                    <a:pt x="6758" y="81"/>
                  </a:lnTo>
                  <a:cubicBezTo>
                    <a:pt x="4107" y="81"/>
                    <a:pt x="130" y="81"/>
                    <a:pt x="130" y="4058"/>
                  </a:cubicBezTo>
                  <a:cubicBezTo>
                    <a:pt x="130" y="8200"/>
                    <a:pt x="3941" y="8200"/>
                    <a:pt x="6758" y="8200"/>
                  </a:cubicBezTo>
                  <a:lnTo>
                    <a:pt x="105518" y="8200"/>
                  </a:lnTo>
                  <a:close/>
                </a:path>
              </a:pathLst>
            </a:custGeom>
            <a:grpFill/>
            <a:ln w="22911" cap="flat">
              <a:noFill/>
              <a:prstDash val="solid"/>
              <a:miter/>
            </a:ln>
          </p:spPr>
          <p:txBody>
            <a:bodyPr/>
            <a:lstStyle/>
            <a:p>
              <a:endParaRPr lang="en-US"/>
            </a:p>
          </p:txBody>
        </p:sp>
        <p:sp>
          <p:nvSpPr>
            <p:cNvPr id="827" name="Freeform: Shape 826">
              <a:extLst>
                <a:ext uri="{FF2B5EF4-FFF2-40B4-BE49-F238E27FC236}">
                  <a16:creationId xmlns:a16="http://schemas.microsoft.com/office/drawing/2014/main" id="{5A007498-B1CF-5B69-08CF-8C1505192F3E}"/>
                </a:ext>
              </a:extLst>
            </p:cNvPr>
            <p:cNvSpPr/>
            <p:nvPr>
              <p:custDataLst>
                <p:tags r:id="rId44"/>
              </p:custDataLst>
            </p:nvPr>
          </p:nvSpPr>
          <p:spPr>
            <a:xfrm>
              <a:off x="10296184" y="5299602"/>
              <a:ext cx="88651" cy="74732"/>
            </a:xfrm>
            <a:custGeom>
              <a:avLst/>
              <a:gdLst>
                <a:gd name="csX0" fmla="*/ 33443 w 88651"/>
                <a:gd name="csY0" fmla="*/ 55592 h 74732"/>
                <a:gd name="csX1" fmla="*/ 17867 w 88651"/>
                <a:gd name="csY1" fmla="*/ 70174 h 74732"/>
                <a:gd name="csX2" fmla="*/ 8919 w 88651"/>
                <a:gd name="csY2" fmla="*/ 67854 h 74732"/>
                <a:gd name="csX3" fmla="*/ 16210 w 88651"/>
                <a:gd name="csY3" fmla="*/ 58740 h 74732"/>
                <a:gd name="csX4" fmla="*/ 9581 w 88651"/>
                <a:gd name="csY4" fmla="*/ 52609 h 74732"/>
                <a:gd name="csX5" fmla="*/ 136 w 88651"/>
                <a:gd name="csY5" fmla="*/ 62717 h 74732"/>
                <a:gd name="csX6" fmla="*/ 17535 w 88651"/>
                <a:gd name="csY6" fmla="*/ 74813 h 74732"/>
                <a:gd name="csX7" fmla="*/ 36094 w 88651"/>
                <a:gd name="csY7" fmla="*/ 63048 h 74732"/>
                <a:gd name="csX8" fmla="*/ 55813 w 88651"/>
                <a:gd name="csY8" fmla="*/ 74813 h 74732"/>
                <a:gd name="csX9" fmla="*/ 84977 w 88651"/>
                <a:gd name="csY9" fmla="*/ 49461 h 74732"/>
                <a:gd name="csX10" fmla="*/ 82326 w 88651"/>
                <a:gd name="csY10" fmla="*/ 47307 h 74732"/>
                <a:gd name="csX11" fmla="*/ 79177 w 88651"/>
                <a:gd name="csY11" fmla="*/ 50123 h 74732"/>
                <a:gd name="csX12" fmla="*/ 56476 w 88651"/>
                <a:gd name="csY12" fmla="*/ 70174 h 74732"/>
                <a:gd name="csX13" fmla="*/ 46368 w 88651"/>
                <a:gd name="csY13" fmla="*/ 59403 h 74732"/>
                <a:gd name="csX14" fmla="*/ 54985 w 88651"/>
                <a:gd name="csY14" fmla="*/ 21622 h 74732"/>
                <a:gd name="csX15" fmla="*/ 71224 w 88651"/>
                <a:gd name="csY15" fmla="*/ 4720 h 74732"/>
                <a:gd name="csX16" fmla="*/ 80172 w 88651"/>
                <a:gd name="csY16" fmla="*/ 7040 h 74732"/>
                <a:gd name="csX17" fmla="*/ 72881 w 88651"/>
                <a:gd name="csY17" fmla="*/ 16154 h 74732"/>
                <a:gd name="csX18" fmla="*/ 79509 w 88651"/>
                <a:gd name="csY18" fmla="*/ 22285 h 74732"/>
                <a:gd name="csX19" fmla="*/ 88788 w 88651"/>
                <a:gd name="csY19" fmla="*/ 12177 h 74732"/>
                <a:gd name="csX20" fmla="*/ 71555 w 88651"/>
                <a:gd name="csY20" fmla="*/ 81 h 74732"/>
                <a:gd name="csX21" fmla="*/ 52996 w 88651"/>
                <a:gd name="csY21" fmla="*/ 11846 h 74732"/>
                <a:gd name="csX22" fmla="*/ 33112 w 88651"/>
                <a:gd name="csY22" fmla="*/ 81 h 74732"/>
                <a:gd name="csX23" fmla="*/ 3948 w 88651"/>
                <a:gd name="csY23" fmla="*/ 25434 h 74732"/>
                <a:gd name="csX24" fmla="*/ 6765 w 88651"/>
                <a:gd name="csY24" fmla="*/ 27588 h 74732"/>
                <a:gd name="csX25" fmla="*/ 9913 w 88651"/>
                <a:gd name="csY25" fmla="*/ 24771 h 74732"/>
                <a:gd name="csX26" fmla="*/ 32614 w 88651"/>
                <a:gd name="csY26" fmla="*/ 4720 h 74732"/>
                <a:gd name="csX27" fmla="*/ 42557 w 88651"/>
                <a:gd name="csY27" fmla="*/ 15657 h 74732"/>
                <a:gd name="csX28" fmla="*/ 39077 w 88651"/>
                <a:gd name="csY28" fmla="*/ 32890 h 74732"/>
                <a:gd name="csX29" fmla="*/ 33443 w 88651"/>
                <a:gd name="csY29" fmla="*/ 55592 h 747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8651" h="74732">
                  <a:moveTo>
                    <a:pt x="33443" y="55592"/>
                  </a:moveTo>
                  <a:cubicBezTo>
                    <a:pt x="31786" y="61226"/>
                    <a:pt x="26318" y="70174"/>
                    <a:pt x="17867" y="70174"/>
                  </a:cubicBezTo>
                  <a:cubicBezTo>
                    <a:pt x="17370" y="70174"/>
                    <a:pt x="12398" y="70174"/>
                    <a:pt x="8919" y="67854"/>
                  </a:cubicBezTo>
                  <a:cubicBezTo>
                    <a:pt x="15713" y="65700"/>
                    <a:pt x="16210" y="59734"/>
                    <a:pt x="16210" y="58740"/>
                  </a:cubicBezTo>
                  <a:cubicBezTo>
                    <a:pt x="16210" y="55095"/>
                    <a:pt x="13393" y="52609"/>
                    <a:pt x="9581" y="52609"/>
                  </a:cubicBezTo>
                  <a:cubicBezTo>
                    <a:pt x="4942" y="52609"/>
                    <a:pt x="136" y="56586"/>
                    <a:pt x="136" y="62717"/>
                  </a:cubicBezTo>
                  <a:cubicBezTo>
                    <a:pt x="136" y="71002"/>
                    <a:pt x="9416" y="74813"/>
                    <a:pt x="17535" y="74813"/>
                  </a:cubicBezTo>
                  <a:cubicBezTo>
                    <a:pt x="25158" y="74813"/>
                    <a:pt x="31952" y="70008"/>
                    <a:pt x="36094" y="63048"/>
                  </a:cubicBezTo>
                  <a:cubicBezTo>
                    <a:pt x="40071" y="71831"/>
                    <a:pt x="49185" y="74813"/>
                    <a:pt x="55813" y="74813"/>
                  </a:cubicBezTo>
                  <a:cubicBezTo>
                    <a:pt x="74869" y="74813"/>
                    <a:pt x="84977" y="54100"/>
                    <a:pt x="84977" y="49461"/>
                  </a:cubicBezTo>
                  <a:cubicBezTo>
                    <a:pt x="84977" y="47307"/>
                    <a:pt x="82823" y="47307"/>
                    <a:pt x="82326" y="47307"/>
                  </a:cubicBezTo>
                  <a:cubicBezTo>
                    <a:pt x="80006" y="47307"/>
                    <a:pt x="79840" y="48135"/>
                    <a:pt x="79177" y="50123"/>
                  </a:cubicBezTo>
                  <a:cubicBezTo>
                    <a:pt x="75698" y="61557"/>
                    <a:pt x="65755" y="70174"/>
                    <a:pt x="56476" y="70174"/>
                  </a:cubicBezTo>
                  <a:cubicBezTo>
                    <a:pt x="49848" y="70174"/>
                    <a:pt x="46368" y="65700"/>
                    <a:pt x="46368" y="59403"/>
                  </a:cubicBezTo>
                  <a:cubicBezTo>
                    <a:pt x="46368" y="55095"/>
                    <a:pt x="50345" y="40015"/>
                    <a:pt x="54985" y="21622"/>
                  </a:cubicBezTo>
                  <a:cubicBezTo>
                    <a:pt x="58299" y="8863"/>
                    <a:pt x="65755" y="4720"/>
                    <a:pt x="71224" y="4720"/>
                  </a:cubicBezTo>
                  <a:cubicBezTo>
                    <a:pt x="71555" y="4720"/>
                    <a:pt x="76692" y="4720"/>
                    <a:pt x="80172" y="7040"/>
                  </a:cubicBezTo>
                  <a:cubicBezTo>
                    <a:pt x="74869" y="8532"/>
                    <a:pt x="72881" y="13171"/>
                    <a:pt x="72881" y="16154"/>
                  </a:cubicBezTo>
                  <a:cubicBezTo>
                    <a:pt x="72881" y="19800"/>
                    <a:pt x="75698" y="22285"/>
                    <a:pt x="79509" y="22285"/>
                  </a:cubicBezTo>
                  <a:cubicBezTo>
                    <a:pt x="83320" y="22285"/>
                    <a:pt x="88788" y="19137"/>
                    <a:pt x="88788" y="12177"/>
                  </a:cubicBezTo>
                  <a:cubicBezTo>
                    <a:pt x="88788" y="2898"/>
                    <a:pt x="78183" y="81"/>
                    <a:pt x="71555" y="81"/>
                  </a:cubicBezTo>
                  <a:cubicBezTo>
                    <a:pt x="63270" y="81"/>
                    <a:pt x="56642" y="5549"/>
                    <a:pt x="52996" y="11846"/>
                  </a:cubicBezTo>
                  <a:cubicBezTo>
                    <a:pt x="50013" y="5052"/>
                    <a:pt x="42391" y="81"/>
                    <a:pt x="33112" y="81"/>
                  </a:cubicBezTo>
                  <a:cubicBezTo>
                    <a:pt x="14553" y="81"/>
                    <a:pt x="3948" y="20462"/>
                    <a:pt x="3948" y="25434"/>
                  </a:cubicBezTo>
                  <a:cubicBezTo>
                    <a:pt x="3948" y="27588"/>
                    <a:pt x="6267" y="27588"/>
                    <a:pt x="6765" y="27588"/>
                  </a:cubicBezTo>
                  <a:cubicBezTo>
                    <a:pt x="8919" y="27588"/>
                    <a:pt x="9084" y="26925"/>
                    <a:pt x="9913" y="24771"/>
                  </a:cubicBezTo>
                  <a:cubicBezTo>
                    <a:pt x="14056" y="11846"/>
                    <a:pt x="24495" y="4720"/>
                    <a:pt x="32614" y="4720"/>
                  </a:cubicBezTo>
                  <a:cubicBezTo>
                    <a:pt x="38083" y="4720"/>
                    <a:pt x="42557" y="7703"/>
                    <a:pt x="42557" y="15657"/>
                  </a:cubicBezTo>
                  <a:cubicBezTo>
                    <a:pt x="42557" y="18971"/>
                    <a:pt x="40568" y="27256"/>
                    <a:pt x="39077" y="32890"/>
                  </a:cubicBezTo>
                  <a:lnTo>
                    <a:pt x="33443" y="55592"/>
                  </a:lnTo>
                  <a:close/>
                </a:path>
              </a:pathLst>
            </a:custGeom>
            <a:grpFill/>
            <a:ln w="22911" cap="flat">
              <a:noFill/>
              <a:prstDash val="solid"/>
              <a:miter/>
            </a:ln>
          </p:spPr>
          <p:txBody>
            <a:bodyPr/>
            <a:lstStyle/>
            <a:p>
              <a:endParaRPr lang="en-US"/>
            </a:p>
          </p:txBody>
        </p:sp>
        <p:sp>
          <p:nvSpPr>
            <p:cNvPr id="828" name="Freeform: Shape 827">
              <a:extLst>
                <a:ext uri="{FF2B5EF4-FFF2-40B4-BE49-F238E27FC236}">
                  <a16:creationId xmlns:a16="http://schemas.microsoft.com/office/drawing/2014/main" id="{DEBBCCFA-B4E1-6A65-F111-43F1636B6B4A}"/>
                </a:ext>
              </a:extLst>
            </p:cNvPr>
            <p:cNvSpPr/>
            <p:nvPr>
              <p:custDataLst>
                <p:tags r:id="rId45"/>
              </p:custDataLst>
            </p:nvPr>
          </p:nvSpPr>
          <p:spPr>
            <a:xfrm>
              <a:off x="10406347" y="5317404"/>
              <a:ext cx="41662" cy="80248"/>
            </a:xfrm>
            <a:custGeom>
              <a:avLst/>
              <a:gdLst>
                <a:gd name="csX0" fmla="*/ 36241 w 41662"/>
                <a:gd name="csY0" fmla="*/ 5171 h 80248"/>
                <a:gd name="csX1" fmla="*/ 31033 w 41662"/>
                <a:gd name="csY1" fmla="*/ 82 h 80248"/>
                <a:gd name="csX2" fmla="*/ 23813 w 41662"/>
                <a:gd name="csY2" fmla="*/ 7183 h 80248"/>
                <a:gd name="csX3" fmla="*/ 28902 w 41662"/>
                <a:gd name="csY3" fmla="*/ 12273 h 80248"/>
                <a:gd name="csX4" fmla="*/ 36241 w 41662"/>
                <a:gd name="csY4" fmla="*/ 5171 h 80248"/>
                <a:gd name="csX5" fmla="*/ 41804 w 41662"/>
                <a:gd name="csY5" fmla="*/ 61984 h 80248"/>
                <a:gd name="csX6" fmla="*/ 39318 w 41662"/>
                <a:gd name="csY6" fmla="*/ 60327 h 80248"/>
                <a:gd name="csX7" fmla="*/ 36477 w 41662"/>
                <a:gd name="csY7" fmla="*/ 63049 h 80248"/>
                <a:gd name="csX8" fmla="*/ 23221 w 41662"/>
                <a:gd name="csY8" fmla="*/ 76306 h 80248"/>
                <a:gd name="csX9" fmla="*/ 19670 w 41662"/>
                <a:gd name="csY9" fmla="*/ 71808 h 80248"/>
                <a:gd name="csX10" fmla="*/ 21209 w 41662"/>
                <a:gd name="csY10" fmla="*/ 65772 h 80248"/>
                <a:gd name="csX11" fmla="*/ 23695 w 41662"/>
                <a:gd name="csY11" fmla="*/ 59380 h 80248"/>
                <a:gd name="csX12" fmla="*/ 30441 w 41662"/>
                <a:gd name="csY12" fmla="*/ 43047 h 80248"/>
                <a:gd name="csX13" fmla="*/ 32098 w 41662"/>
                <a:gd name="csY13" fmla="*/ 37129 h 80248"/>
                <a:gd name="csX14" fmla="*/ 19197 w 41662"/>
                <a:gd name="csY14" fmla="*/ 26713 h 80248"/>
                <a:gd name="csX15" fmla="*/ 141 w 41662"/>
                <a:gd name="csY15" fmla="*/ 45059 h 80248"/>
                <a:gd name="csX16" fmla="*/ 2626 w 41662"/>
                <a:gd name="csY16" fmla="*/ 46716 h 80248"/>
                <a:gd name="csX17" fmla="*/ 5349 w 41662"/>
                <a:gd name="csY17" fmla="*/ 44348 h 80248"/>
                <a:gd name="csX18" fmla="*/ 18723 w 41662"/>
                <a:gd name="csY18" fmla="*/ 30737 h 80248"/>
                <a:gd name="csX19" fmla="*/ 22274 w 41662"/>
                <a:gd name="csY19" fmla="*/ 35235 h 80248"/>
                <a:gd name="csX20" fmla="*/ 21564 w 41662"/>
                <a:gd name="csY20" fmla="*/ 39496 h 80248"/>
                <a:gd name="csX21" fmla="*/ 13752 w 41662"/>
                <a:gd name="csY21" fmla="*/ 58315 h 80248"/>
                <a:gd name="csX22" fmla="*/ 11148 w 41662"/>
                <a:gd name="csY22" fmla="*/ 64588 h 80248"/>
                <a:gd name="csX23" fmla="*/ 9846 w 41662"/>
                <a:gd name="csY23" fmla="*/ 69914 h 80248"/>
                <a:gd name="csX24" fmla="*/ 22748 w 41662"/>
                <a:gd name="csY24" fmla="*/ 80330 h 80248"/>
                <a:gd name="csX25" fmla="*/ 41804 w 41662"/>
                <a:gd name="csY25" fmla="*/ 61984 h 802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1662" h="80248">
                  <a:moveTo>
                    <a:pt x="36241" y="5171"/>
                  </a:moveTo>
                  <a:cubicBezTo>
                    <a:pt x="36241" y="2331"/>
                    <a:pt x="34110" y="82"/>
                    <a:pt x="31033" y="82"/>
                  </a:cubicBezTo>
                  <a:cubicBezTo>
                    <a:pt x="27719" y="82"/>
                    <a:pt x="23813" y="3277"/>
                    <a:pt x="23813" y="7183"/>
                  </a:cubicBezTo>
                  <a:cubicBezTo>
                    <a:pt x="23813" y="10497"/>
                    <a:pt x="26417" y="12273"/>
                    <a:pt x="28902" y="12273"/>
                  </a:cubicBezTo>
                  <a:cubicBezTo>
                    <a:pt x="32808" y="12273"/>
                    <a:pt x="36241" y="8722"/>
                    <a:pt x="36241" y="5171"/>
                  </a:cubicBezTo>
                  <a:close/>
                  <a:moveTo>
                    <a:pt x="41804" y="61984"/>
                  </a:moveTo>
                  <a:cubicBezTo>
                    <a:pt x="41804" y="60327"/>
                    <a:pt x="39792" y="60327"/>
                    <a:pt x="39318" y="60327"/>
                  </a:cubicBezTo>
                  <a:cubicBezTo>
                    <a:pt x="37306" y="60327"/>
                    <a:pt x="37188" y="60801"/>
                    <a:pt x="36477" y="63049"/>
                  </a:cubicBezTo>
                  <a:cubicBezTo>
                    <a:pt x="34465" y="69559"/>
                    <a:pt x="29139" y="76306"/>
                    <a:pt x="23221" y="76306"/>
                  </a:cubicBezTo>
                  <a:cubicBezTo>
                    <a:pt x="20499" y="76306"/>
                    <a:pt x="19670" y="74412"/>
                    <a:pt x="19670" y="71808"/>
                  </a:cubicBezTo>
                  <a:cubicBezTo>
                    <a:pt x="19670" y="69322"/>
                    <a:pt x="20262" y="68021"/>
                    <a:pt x="21209" y="65772"/>
                  </a:cubicBezTo>
                  <a:cubicBezTo>
                    <a:pt x="22156" y="63404"/>
                    <a:pt x="23103" y="61037"/>
                    <a:pt x="23695" y="59380"/>
                  </a:cubicBezTo>
                  <a:cubicBezTo>
                    <a:pt x="24168" y="58315"/>
                    <a:pt x="28784" y="47307"/>
                    <a:pt x="30441" y="43047"/>
                  </a:cubicBezTo>
                  <a:cubicBezTo>
                    <a:pt x="31388" y="40679"/>
                    <a:pt x="32098" y="39141"/>
                    <a:pt x="32098" y="37129"/>
                  </a:cubicBezTo>
                  <a:cubicBezTo>
                    <a:pt x="32098" y="31447"/>
                    <a:pt x="26654" y="26713"/>
                    <a:pt x="19197" y="26713"/>
                  </a:cubicBezTo>
                  <a:cubicBezTo>
                    <a:pt x="6769" y="26713"/>
                    <a:pt x="141" y="41863"/>
                    <a:pt x="141" y="45059"/>
                  </a:cubicBezTo>
                  <a:cubicBezTo>
                    <a:pt x="141" y="46716"/>
                    <a:pt x="2035" y="46716"/>
                    <a:pt x="2626" y="46716"/>
                  </a:cubicBezTo>
                  <a:cubicBezTo>
                    <a:pt x="4639" y="46716"/>
                    <a:pt x="4757" y="46124"/>
                    <a:pt x="5349" y="44348"/>
                  </a:cubicBezTo>
                  <a:cubicBezTo>
                    <a:pt x="7953" y="35945"/>
                    <a:pt x="13634" y="30737"/>
                    <a:pt x="18723" y="30737"/>
                  </a:cubicBezTo>
                  <a:cubicBezTo>
                    <a:pt x="20972" y="30737"/>
                    <a:pt x="22274" y="32039"/>
                    <a:pt x="22274" y="35235"/>
                  </a:cubicBezTo>
                  <a:cubicBezTo>
                    <a:pt x="22274" y="35708"/>
                    <a:pt x="22274" y="37247"/>
                    <a:pt x="21564" y="39496"/>
                  </a:cubicBezTo>
                  <a:cubicBezTo>
                    <a:pt x="20736" y="41626"/>
                    <a:pt x="15409" y="54291"/>
                    <a:pt x="13752" y="58315"/>
                  </a:cubicBezTo>
                  <a:cubicBezTo>
                    <a:pt x="12924" y="60327"/>
                    <a:pt x="12924" y="60564"/>
                    <a:pt x="11148" y="64588"/>
                  </a:cubicBezTo>
                  <a:cubicBezTo>
                    <a:pt x="10557" y="66245"/>
                    <a:pt x="9846" y="67902"/>
                    <a:pt x="9846" y="69914"/>
                  </a:cubicBezTo>
                  <a:cubicBezTo>
                    <a:pt x="9846" y="76069"/>
                    <a:pt x="15646" y="80330"/>
                    <a:pt x="22748" y="80330"/>
                  </a:cubicBezTo>
                  <a:cubicBezTo>
                    <a:pt x="35176" y="80330"/>
                    <a:pt x="41804" y="64943"/>
                    <a:pt x="41804" y="61984"/>
                  </a:cubicBezTo>
                  <a:close/>
                </a:path>
              </a:pathLst>
            </a:custGeom>
            <a:grpFill/>
            <a:ln w="22911" cap="flat">
              <a:noFill/>
              <a:prstDash val="solid"/>
              <a:miter/>
            </a:ln>
          </p:spPr>
          <p:txBody>
            <a:bodyPr/>
            <a:lstStyle/>
            <a:p>
              <a:endParaRPr lang="en-US"/>
            </a:p>
          </p:txBody>
        </p:sp>
        <p:sp>
          <p:nvSpPr>
            <p:cNvPr id="829" name="Freeform: Shape 828">
              <a:extLst>
                <a:ext uri="{FF2B5EF4-FFF2-40B4-BE49-F238E27FC236}">
                  <a16:creationId xmlns:a16="http://schemas.microsoft.com/office/drawing/2014/main" id="{05DF66F5-1263-18FC-8B94-F4AC55A006C6}"/>
                </a:ext>
              </a:extLst>
            </p:cNvPr>
            <p:cNvSpPr/>
            <p:nvPr>
              <p:custDataLst>
                <p:tags r:id="rId46"/>
              </p:custDataLst>
            </p:nvPr>
          </p:nvSpPr>
          <p:spPr>
            <a:xfrm>
              <a:off x="10482331" y="5248400"/>
              <a:ext cx="42917" cy="165538"/>
            </a:xfrm>
            <a:custGeom>
              <a:avLst/>
              <a:gdLst>
                <a:gd name="csX0" fmla="*/ 3292 w 42917"/>
                <a:gd name="csY0" fmla="*/ 81 h 165538"/>
                <a:gd name="csX1" fmla="*/ 144 w 42917"/>
                <a:gd name="csY1" fmla="*/ 2069 h 165538"/>
                <a:gd name="csX2" fmla="*/ 1635 w 42917"/>
                <a:gd name="csY2" fmla="*/ 4555 h 165538"/>
                <a:gd name="csX3" fmla="*/ 31794 w 42917"/>
                <a:gd name="csY3" fmla="*/ 82767 h 165538"/>
                <a:gd name="csX4" fmla="*/ 3127 w 42917"/>
                <a:gd name="csY4" fmla="*/ 159820 h 165538"/>
                <a:gd name="csX5" fmla="*/ 144 w 42917"/>
                <a:gd name="csY5" fmla="*/ 163631 h 165538"/>
                <a:gd name="csX6" fmla="*/ 2298 w 42917"/>
                <a:gd name="csY6" fmla="*/ 165619 h 165538"/>
                <a:gd name="csX7" fmla="*/ 30965 w 42917"/>
                <a:gd name="csY7" fmla="*/ 133970 h 165538"/>
                <a:gd name="csX8" fmla="*/ 43062 w 42917"/>
                <a:gd name="csY8" fmla="*/ 82933 h 165538"/>
                <a:gd name="csX9" fmla="*/ 3292 w 42917"/>
                <a:gd name="csY9" fmla="*/ 81 h 1655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17" h="165538">
                  <a:moveTo>
                    <a:pt x="3292" y="81"/>
                  </a:moveTo>
                  <a:cubicBezTo>
                    <a:pt x="2132" y="81"/>
                    <a:pt x="144" y="81"/>
                    <a:pt x="144" y="2069"/>
                  </a:cubicBezTo>
                  <a:cubicBezTo>
                    <a:pt x="144" y="2898"/>
                    <a:pt x="641" y="3395"/>
                    <a:pt x="1635" y="4555"/>
                  </a:cubicBezTo>
                  <a:cubicBezTo>
                    <a:pt x="15886" y="17645"/>
                    <a:pt x="31794" y="40015"/>
                    <a:pt x="31794" y="82767"/>
                  </a:cubicBezTo>
                  <a:cubicBezTo>
                    <a:pt x="31794" y="117399"/>
                    <a:pt x="21023" y="143581"/>
                    <a:pt x="3127" y="159820"/>
                  </a:cubicBezTo>
                  <a:cubicBezTo>
                    <a:pt x="310" y="162637"/>
                    <a:pt x="144" y="162802"/>
                    <a:pt x="144" y="163631"/>
                  </a:cubicBezTo>
                  <a:cubicBezTo>
                    <a:pt x="144" y="164459"/>
                    <a:pt x="641" y="165619"/>
                    <a:pt x="2298" y="165619"/>
                  </a:cubicBezTo>
                  <a:cubicBezTo>
                    <a:pt x="4287" y="165619"/>
                    <a:pt x="20029" y="154683"/>
                    <a:pt x="30965" y="133970"/>
                  </a:cubicBezTo>
                  <a:cubicBezTo>
                    <a:pt x="38256" y="120216"/>
                    <a:pt x="43062" y="102320"/>
                    <a:pt x="43062" y="82933"/>
                  </a:cubicBezTo>
                  <a:cubicBezTo>
                    <a:pt x="43062" y="59569"/>
                    <a:pt x="36102" y="23279"/>
                    <a:pt x="3292" y="81"/>
                  </a:cubicBezTo>
                  <a:close/>
                </a:path>
              </a:pathLst>
            </a:custGeom>
            <a:grpFill/>
            <a:ln w="22911" cap="flat">
              <a:noFill/>
              <a:prstDash val="solid"/>
              <a:miter/>
            </a:ln>
          </p:spPr>
          <p:txBody>
            <a:bodyPr/>
            <a:lstStyle/>
            <a:p>
              <a:endParaRPr lang="en-US"/>
            </a:p>
          </p:txBody>
        </p:sp>
        <p:sp>
          <p:nvSpPr>
            <p:cNvPr id="830" name="Freeform: Shape 829">
              <a:extLst>
                <a:ext uri="{FF2B5EF4-FFF2-40B4-BE49-F238E27FC236}">
                  <a16:creationId xmlns:a16="http://schemas.microsoft.com/office/drawing/2014/main" id="{0BC1154A-BDEC-276E-DD1B-CE5271CF246E}"/>
                </a:ext>
              </a:extLst>
            </p:cNvPr>
            <p:cNvSpPr/>
            <p:nvPr>
              <p:custDataLst>
                <p:tags r:id="rId47"/>
              </p:custDataLst>
            </p:nvPr>
          </p:nvSpPr>
          <p:spPr>
            <a:xfrm>
              <a:off x="10555313" y="5246506"/>
              <a:ext cx="58943" cy="78827"/>
            </a:xfrm>
            <a:custGeom>
              <a:avLst/>
              <a:gdLst>
                <a:gd name="csX0" fmla="*/ 59091 w 58943"/>
                <a:gd name="csY0" fmla="*/ 56063 h 78827"/>
                <a:gd name="csX1" fmla="*/ 54119 w 58943"/>
                <a:gd name="csY1" fmla="*/ 56063 h 78827"/>
                <a:gd name="csX2" fmla="*/ 50687 w 58943"/>
                <a:gd name="csY2" fmla="*/ 66834 h 78827"/>
                <a:gd name="csX3" fmla="*/ 38022 w 58943"/>
                <a:gd name="csY3" fmla="*/ 67544 h 78827"/>
                <a:gd name="csX4" fmla="*/ 14824 w 58943"/>
                <a:gd name="csY4" fmla="*/ 67544 h 78827"/>
                <a:gd name="csX5" fmla="*/ 38496 w 58943"/>
                <a:gd name="csY5" fmla="*/ 50382 h 78827"/>
                <a:gd name="csX6" fmla="*/ 59091 w 58943"/>
                <a:gd name="csY6" fmla="*/ 23632 h 78827"/>
                <a:gd name="csX7" fmla="*/ 27843 w 58943"/>
                <a:gd name="csY7" fmla="*/ 79 h 78827"/>
                <a:gd name="csX8" fmla="*/ 147 w 58943"/>
                <a:gd name="csY8" fmla="*/ 20910 h 78827"/>
                <a:gd name="csX9" fmla="*/ 7012 w 58943"/>
                <a:gd name="csY9" fmla="*/ 28130 h 78827"/>
                <a:gd name="csX10" fmla="*/ 13995 w 58943"/>
                <a:gd name="csY10" fmla="*/ 21147 h 78827"/>
                <a:gd name="csX11" fmla="*/ 7249 w 58943"/>
                <a:gd name="csY11" fmla="*/ 14164 h 78827"/>
                <a:gd name="csX12" fmla="*/ 25358 w 58943"/>
                <a:gd name="csY12" fmla="*/ 5287 h 78827"/>
                <a:gd name="csX13" fmla="*/ 46426 w 58943"/>
                <a:gd name="csY13" fmla="*/ 23751 h 78827"/>
                <a:gd name="csX14" fmla="*/ 30447 w 58943"/>
                <a:gd name="csY14" fmla="*/ 48962 h 78827"/>
                <a:gd name="csX15" fmla="*/ 1567 w 58943"/>
                <a:gd name="csY15" fmla="*/ 73462 h 78827"/>
                <a:gd name="csX16" fmla="*/ 147 w 58943"/>
                <a:gd name="csY16" fmla="*/ 75356 h 78827"/>
                <a:gd name="csX17" fmla="*/ 147 w 58943"/>
                <a:gd name="csY17" fmla="*/ 78907 h 78827"/>
                <a:gd name="csX18" fmla="*/ 55185 w 58943"/>
                <a:gd name="csY18" fmla="*/ 78907 h 78827"/>
                <a:gd name="csX19" fmla="*/ 59091 w 58943"/>
                <a:gd name="csY19" fmla="*/ 56063 h 788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8943" h="78827">
                  <a:moveTo>
                    <a:pt x="59091" y="56063"/>
                  </a:moveTo>
                  <a:lnTo>
                    <a:pt x="54119" y="56063"/>
                  </a:lnTo>
                  <a:cubicBezTo>
                    <a:pt x="53764" y="58312"/>
                    <a:pt x="52581" y="65650"/>
                    <a:pt x="50687" y="66834"/>
                  </a:cubicBezTo>
                  <a:cubicBezTo>
                    <a:pt x="49740" y="67544"/>
                    <a:pt x="39798" y="67544"/>
                    <a:pt x="38022" y="67544"/>
                  </a:cubicBezTo>
                  <a:lnTo>
                    <a:pt x="14824" y="67544"/>
                  </a:lnTo>
                  <a:cubicBezTo>
                    <a:pt x="22636" y="61744"/>
                    <a:pt x="31394" y="55116"/>
                    <a:pt x="38496" y="50382"/>
                  </a:cubicBezTo>
                  <a:cubicBezTo>
                    <a:pt x="49148" y="43044"/>
                    <a:pt x="59091" y="36179"/>
                    <a:pt x="59091" y="23632"/>
                  </a:cubicBezTo>
                  <a:cubicBezTo>
                    <a:pt x="59091" y="8482"/>
                    <a:pt x="44769" y="79"/>
                    <a:pt x="27843" y="79"/>
                  </a:cubicBezTo>
                  <a:cubicBezTo>
                    <a:pt x="11865" y="79"/>
                    <a:pt x="147" y="9311"/>
                    <a:pt x="147" y="20910"/>
                  </a:cubicBezTo>
                  <a:cubicBezTo>
                    <a:pt x="147" y="27065"/>
                    <a:pt x="5355" y="28130"/>
                    <a:pt x="7012" y="28130"/>
                  </a:cubicBezTo>
                  <a:cubicBezTo>
                    <a:pt x="10208" y="28130"/>
                    <a:pt x="13995" y="26000"/>
                    <a:pt x="13995" y="21147"/>
                  </a:cubicBezTo>
                  <a:cubicBezTo>
                    <a:pt x="13995" y="16886"/>
                    <a:pt x="10918" y="14519"/>
                    <a:pt x="7249" y="14164"/>
                  </a:cubicBezTo>
                  <a:cubicBezTo>
                    <a:pt x="10563" y="8837"/>
                    <a:pt x="17428" y="5287"/>
                    <a:pt x="25358" y="5287"/>
                  </a:cubicBezTo>
                  <a:cubicBezTo>
                    <a:pt x="36839" y="5287"/>
                    <a:pt x="46426" y="12151"/>
                    <a:pt x="46426" y="23751"/>
                  </a:cubicBezTo>
                  <a:cubicBezTo>
                    <a:pt x="46426" y="33693"/>
                    <a:pt x="39561" y="41268"/>
                    <a:pt x="30447" y="48962"/>
                  </a:cubicBezTo>
                  <a:lnTo>
                    <a:pt x="1567" y="73462"/>
                  </a:lnTo>
                  <a:cubicBezTo>
                    <a:pt x="384" y="74527"/>
                    <a:pt x="265" y="74527"/>
                    <a:pt x="147" y="75356"/>
                  </a:cubicBezTo>
                  <a:lnTo>
                    <a:pt x="147" y="78907"/>
                  </a:lnTo>
                  <a:lnTo>
                    <a:pt x="55185" y="78907"/>
                  </a:lnTo>
                  <a:lnTo>
                    <a:pt x="59091" y="56063"/>
                  </a:lnTo>
                  <a:close/>
                </a:path>
              </a:pathLst>
            </a:custGeom>
            <a:grpFill/>
            <a:ln w="22911" cap="flat">
              <a:noFill/>
              <a:prstDash val="solid"/>
              <a:miter/>
            </a:ln>
          </p:spPr>
          <p:txBody>
            <a:bodyPr/>
            <a:lstStyle/>
            <a:p>
              <a:endParaRPr lang="en-US"/>
            </a:p>
          </p:txBody>
        </p:sp>
      </p:grpSp>
    </p:spTree>
    <p:extLst>
      <p:ext uri="{BB962C8B-B14F-4D97-AF65-F5344CB8AC3E}">
        <p14:creationId xmlns:p14="http://schemas.microsoft.com/office/powerpoint/2010/main" val="4170635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0634BE58-A8FE-39F6-DC9F-329186661F2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16049EE8-DEE6-27D7-F9C8-7320F13B5A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56FA2324-4C11-B274-955A-BEDA554E7F1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0F64A34D-B875-A9D1-2019-C279F2FB27F1}"/>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7B82AB38-1DB0-053C-2CE1-250BFB7C8C34}"/>
              </a:ext>
            </a:extLst>
          </p:cNvPr>
          <p:cNvPicPr>
            <a:picLocks noChangeAspect="1"/>
          </p:cNvPicPr>
          <p:nvPr/>
        </p:nvPicPr>
        <p:blipFill>
          <a:blip r:embed="rId55"/>
          <a:stretch>
            <a:fillRect/>
          </a:stretch>
        </p:blipFill>
        <p:spPr>
          <a:xfrm>
            <a:off x="295480" y="6230670"/>
            <a:ext cx="5249008" cy="609685"/>
          </a:xfrm>
          <a:prstGeom prst="rect">
            <a:avLst/>
          </a:prstGeom>
        </p:spPr>
      </p:pic>
      <p:sp>
        <p:nvSpPr>
          <p:cNvPr id="26" name="TextBox 25">
            <a:extLst>
              <a:ext uri="{FF2B5EF4-FFF2-40B4-BE49-F238E27FC236}">
                <a16:creationId xmlns:a16="http://schemas.microsoft.com/office/drawing/2014/main" id="{D6F7E3D6-7C39-251A-CA8A-C946D7F4F3DC}"/>
              </a:ext>
            </a:extLst>
          </p:cNvPr>
          <p:cNvSpPr txBox="1"/>
          <p:nvPr/>
        </p:nvSpPr>
        <p:spPr>
          <a:xfrm>
            <a:off x="891590" y="1411740"/>
            <a:ext cx="60971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00"/>
                </a:solidFill>
                <a:latin typeface="Aptos SemiBold" panose="020B0004020202020204" pitchFamily="34" charset="0"/>
              </a:rPr>
              <a:t>Ordinary Least Squares (OLS) Estimates</a:t>
            </a:r>
          </a:p>
        </p:txBody>
      </p:sp>
      <p:grpSp>
        <p:nvGrpSpPr>
          <p:cNvPr id="6" name="Group 5">
            <a:extLst>
              <a:ext uri="{FF2B5EF4-FFF2-40B4-BE49-F238E27FC236}">
                <a16:creationId xmlns:a16="http://schemas.microsoft.com/office/drawing/2014/main" id="{8DDB960C-36EF-D2DC-BA9B-7D34AA8BE07A}"/>
              </a:ext>
            </a:extLst>
          </p:cNvPr>
          <p:cNvGrpSpPr>
            <a:grpSpLocks noChangeAspect="1"/>
          </p:cNvGrpSpPr>
          <p:nvPr>
            <p:custDataLst>
              <p:tags r:id="rId2"/>
            </p:custDataLst>
          </p:nvPr>
        </p:nvGrpSpPr>
        <p:grpSpPr>
          <a:xfrm>
            <a:off x="1133785" y="2648589"/>
            <a:ext cx="3075823" cy="1218448"/>
            <a:chOff x="6757421" y="6839535"/>
            <a:chExt cx="1996836" cy="791021"/>
          </a:xfrm>
          <a:solidFill>
            <a:schemeClr val="bg1"/>
          </a:solidFill>
        </p:grpSpPr>
        <p:sp>
          <p:nvSpPr>
            <p:cNvPr id="7" name="Freeform: Shape 6">
              <a:extLst>
                <a:ext uri="{FF2B5EF4-FFF2-40B4-BE49-F238E27FC236}">
                  <a16:creationId xmlns:a16="http://schemas.microsoft.com/office/drawing/2014/main" id="{EC63656E-CBAB-1F0F-707A-EEEEB4FC95FD}"/>
                </a:ext>
              </a:extLst>
            </p:cNvPr>
            <p:cNvSpPr/>
            <p:nvPr>
              <p:custDataLst>
                <p:tags r:id="rId16"/>
              </p:custDataLst>
            </p:nvPr>
          </p:nvSpPr>
          <p:spPr>
            <a:xfrm>
              <a:off x="6838674" y="7067500"/>
              <a:ext cx="63204" cy="36454"/>
            </a:xfrm>
            <a:custGeom>
              <a:avLst/>
              <a:gdLst>
                <a:gd name="connsiteX0" fmla="*/ 31800 w 63204"/>
                <a:gd name="connsiteY0" fmla="*/ 70 h 36454"/>
                <a:gd name="connsiteX1" fmla="*/ 79 w 63204"/>
                <a:gd name="connsiteY1" fmla="*/ 32264 h 36454"/>
                <a:gd name="connsiteX2" fmla="*/ 4340 w 63204"/>
                <a:gd name="connsiteY2" fmla="*/ 36525 h 36454"/>
                <a:gd name="connsiteX3" fmla="*/ 31800 w 63204"/>
                <a:gd name="connsiteY3" fmla="*/ 12380 h 36454"/>
                <a:gd name="connsiteX4" fmla="*/ 59023 w 63204"/>
                <a:gd name="connsiteY4" fmla="*/ 36525 h 36454"/>
                <a:gd name="connsiteX5" fmla="*/ 63284 w 63204"/>
                <a:gd name="connsiteY5" fmla="*/ 32264 h 36454"/>
                <a:gd name="connsiteX6" fmla="*/ 31800 w 63204"/>
                <a:gd name="connsiteY6" fmla="*/ 70 h 36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04" h="36454">
                  <a:moveTo>
                    <a:pt x="31800" y="70"/>
                  </a:moveTo>
                  <a:lnTo>
                    <a:pt x="79" y="32264"/>
                  </a:lnTo>
                  <a:lnTo>
                    <a:pt x="4340" y="36525"/>
                  </a:lnTo>
                  <a:lnTo>
                    <a:pt x="31800" y="12380"/>
                  </a:lnTo>
                  <a:lnTo>
                    <a:pt x="59023" y="36525"/>
                  </a:lnTo>
                  <a:lnTo>
                    <a:pt x="63284" y="32264"/>
                  </a:lnTo>
                  <a:lnTo>
                    <a:pt x="31800" y="7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8" name="Freeform: Shape 7">
              <a:extLst>
                <a:ext uri="{FF2B5EF4-FFF2-40B4-BE49-F238E27FC236}">
                  <a16:creationId xmlns:a16="http://schemas.microsoft.com/office/drawing/2014/main" id="{3A02E3B9-2451-B3A0-966E-BAE5C96E3771}"/>
                </a:ext>
              </a:extLst>
            </p:cNvPr>
            <p:cNvSpPr/>
            <p:nvPr>
              <p:custDataLst>
                <p:tags r:id="rId17"/>
              </p:custDataLst>
            </p:nvPr>
          </p:nvSpPr>
          <p:spPr>
            <a:xfrm>
              <a:off x="6757421" y="7127128"/>
              <a:ext cx="129042" cy="213048"/>
            </a:xfrm>
            <a:custGeom>
              <a:avLst/>
              <a:gdLst>
                <a:gd name="connsiteX0" fmla="*/ 129120 w 129042"/>
                <a:gd name="connsiteY0" fmla="*/ 32504 h 213048"/>
                <a:gd name="connsiteX1" fmla="*/ 96926 w 129042"/>
                <a:gd name="connsiteY1" fmla="*/ 73 h 213048"/>
                <a:gd name="connsiteX2" fmla="*/ 68282 w 129042"/>
                <a:gd name="connsiteY2" fmla="*/ 10015 h 213048"/>
                <a:gd name="connsiteX3" fmla="*/ 37745 w 129042"/>
                <a:gd name="connsiteY3" fmla="*/ 60437 h 213048"/>
                <a:gd name="connsiteX4" fmla="*/ 107 w 129042"/>
                <a:gd name="connsiteY4" fmla="*/ 210754 h 213048"/>
                <a:gd name="connsiteX5" fmla="*/ 2947 w 129042"/>
                <a:gd name="connsiteY5" fmla="*/ 213121 h 213048"/>
                <a:gd name="connsiteX6" fmla="*/ 5788 w 129042"/>
                <a:gd name="connsiteY6" fmla="*/ 211938 h 213048"/>
                <a:gd name="connsiteX7" fmla="*/ 22358 w 129042"/>
                <a:gd name="connsiteY7" fmla="*/ 146603 h 213048"/>
                <a:gd name="connsiteX8" fmla="*/ 54552 w 129042"/>
                <a:gd name="connsiteY8" fmla="*/ 169565 h 213048"/>
                <a:gd name="connsiteX9" fmla="*/ 100240 w 129042"/>
                <a:gd name="connsiteY9" fmla="*/ 150864 h 213048"/>
                <a:gd name="connsiteX10" fmla="*/ 119177 w 129042"/>
                <a:gd name="connsiteY10" fmla="*/ 107307 h 213048"/>
                <a:gd name="connsiteX11" fmla="*/ 101897 w 129042"/>
                <a:gd name="connsiteY11" fmla="*/ 72036 h 213048"/>
                <a:gd name="connsiteX12" fmla="*/ 129120 w 129042"/>
                <a:gd name="connsiteY12" fmla="*/ 32504 h 213048"/>
                <a:gd name="connsiteX13" fmla="*/ 86510 w 129042"/>
                <a:gd name="connsiteY13" fmla="*/ 71799 h 213048"/>
                <a:gd name="connsiteX14" fmla="*/ 75147 w 129042"/>
                <a:gd name="connsiteY14" fmla="*/ 73456 h 213048"/>
                <a:gd name="connsiteX15" fmla="*/ 64731 w 129042"/>
                <a:gd name="connsiteY15" fmla="*/ 72509 h 213048"/>
                <a:gd name="connsiteX16" fmla="*/ 76331 w 129042"/>
                <a:gd name="connsiteY16" fmla="*/ 70616 h 213048"/>
                <a:gd name="connsiteX17" fmla="*/ 86510 w 129042"/>
                <a:gd name="connsiteY17" fmla="*/ 71799 h 213048"/>
                <a:gd name="connsiteX18" fmla="*/ 115863 w 129042"/>
                <a:gd name="connsiteY18" fmla="*/ 27059 h 213048"/>
                <a:gd name="connsiteX19" fmla="*/ 94558 w 129042"/>
                <a:gd name="connsiteY19" fmla="*/ 68012 h 213048"/>
                <a:gd name="connsiteX20" fmla="*/ 76331 w 129042"/>
                <a:gd name="connsiteY20" fmla="*/ 65171 h 213048"/>
                <a:gd name="connsiteX21" fmla="*/ 58103 w 129042"/>
                <a:gd name="connsiteY21" fmla="*/ 72746 h 213048"/>
                <a:gd name="connsiteX22" fmla="*/ 74437 w 129042"/>
                <a:gd name="connsiteY22" fmla="*/ 78664 h 213048"/>
                <a:gd name="connsiteX23" fmla="*/ 93848 w 129042"/>
                <a:gd name="connsiteY23" fmla="*/ 75587 h 213048"/>
                <a:gd name="connsiteX24" fmla="*/ 104264 w 129042"/>
                <a:gd name="connsiteY24" fmla="*/ 102336 h 213048"/>
                <a:gd name="connsiteX25" fmla="*/ 92428 w 129042"/>
                <a:gd name="connsiteY25" fmla="*/ 143052 h 213048"/>
                <a:gd name="connsiteX26" fmla="*/ 53842 w 129042"/>
                <a:gd name="connsiteY26" fmla="*/ 164357 h 213048"/>
                <a:gd name="connsiteX27" fmla="*/ 26856 w 129042"/>
                <a:gd name="connsiteY27" fmla="*/ 133820 h 213048"/>
                <a:gd name="connsiteX28" fmla="*/ 28040 w 129042"/>
                <a:gd name="connsiteY28" fmla="*/ 123404 h 213048"/>
                <a:gd name="connsiteX29" fmla="*/ 43190 w 129042"/>
                <a:gd name="connsiteY29" fmla="*/ 63514 h 213048"/>
                <a:gd name="connsiteX30" fmla="*/ 93848 w 129042"/>
                <a:gd name="connsiteY30" fmla="*/ 5517 h 213048"/>
                <a:gd name="connsiteX31" fmla="*/ 115863 w 129042"/>
                <a:gd name="connsiteY31" fmla="*/ 27059 h 21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042" h="213048">
                  <a:moveTo>
                    <a:pt x="129120" y="32504"/>
                  </a:moveTo>
                  <a:cubicBezTo>
                    <a:pt x="129120" y="14750"/>
                    <a:pt x="116100" y="73"/>
                    <a:pt x="96926" y="73"/>
                  </a:cubicBezTo>
                  <a:cubicBezTo>
                    <a:pt x="83196" y="73"/>
                    <a:pt x="76568" y="3860"/>
                    <a:pt x="68282" y="10015"/>
                  </a:cubicBezTo>
                  <a:cubicBezTo>
                    <a:pt x="55263" y="19484"/>
                    <a:pt x="42243" y="42446"/>
                    <a:pt x="37745" y="60437"/>
                  </a:cubicBezTo>
                  <a:lnTo>
                    <a:pt x="107" y="210754"/>
                  </a:lnTo>
                  <a:cubicBezTo>
                    <a:pt x="-130" y="211701"/>
                    <a:pt x="1054" y="213121"/>
                    <a:pt x="2947" y="213121"/>
                  </a:cubicBezTo>
                  <a:cubicBezTo>
                    <a:pt x="4841" y="213121"/>
                    <a:pt x="5551" y="212648"/>
                    <a:pt x="5788" y="211938"/>
                  </a:cubicBezTo>
                  <a:lnTo>
                    <a:pt x="22358" y="146603"/>
                  </a:lnTo>
                  <a:cubicBezTo>
                    <a:pt x="26856" y="160806"/>
                    <a:pt x="37272" y="169565"/>
                    <a:pt x="54552" y="169565"/>
                  </a:cubicBezTo>
                  <a:cubicBezTo>
                    <a:pt x="71833" y="169565"/>
                    <a:pt x="89587" y="161280"/>
                    <a:pt x="100240" y="150864"/>
                  </a:cubicBezTo>
                  <a:cubicBezTo>
                    <a:pt x="111602" y="139975"/>
                    <a:pt x="119177" y="124825"/>
                    <a:pt x="119177" y="107307"/>
                  </a:cubicBezTo>
                  <a:cubicBezTo>
                    <a:pt x="119177" y="90263"/>
                    <a:pt x="110419" y="77954"/>
                    <a:pt x="101897" y="72036"/>
                  </a:cubicBezTo>
                  <a:cubicBezTo>
                    <a:pt x="115626" y="64224"/>
                    <a:pt x="129120" y="49547"/>
                    <a:pt x="129120" y="32504"/>
                  </a:cubicBezTo>
                  <a:close/>
                  <a:moveTo>
                    <a:pt x="86510" y="71799"/>
                  </a:moveTo>
                  <a:cubicBezTo>
                    <a:pt x="83432" y="72983"/>
                    <a:pt x="80828" y="73456"/>
                    <a:pt x="75147" y="73456"/>
                  </a:cubicBezTo>
                  <a:cubicBezTo>
                    <a:pt x="71833" y="73456"/>
                    <a:pt x="67099" y="73693"/>
                    <a:pt x="64731" y="72509"/>
                  </a:cubicBezTo>
                  <a:cubicBezTo>
                    <a:pt x="65205" y="70142"/>
                    <a:pt x="73727" y="70616"/>
                    <a:pt x="76331" y="70616"/>
                  </a:cubicBezTo>
                  <a:cubicBezTo>
                    <a:pt x="81302" y="70616"/>
                    <a:pt x="83432" y="70616"/>
                    <a:pt x="86510" y="71799"/>
                  </a:cubicBezTo>
                  <a:close/>
                  <a:moveTo>
                    <a:pt x="115863" y="27059"/>
                  </a:moveTo>
                  <a:cubicBezTo>
                    <a:pt x="115863" y="43629"/>
                    <a:pt x="106868" y="60673"/>
                    <a:pt x="94558" y="68012"/>
                  </a:cubicBezTo>
                  <a:cubicBezTo>
                    <a:pt x="88167" y="65644"/>
                    <a:pt x="83432" y="65171"/>
                    <a:pt x="76331" y="65171"/>
                  </a:cubicBezTo>
                  <a:cubicBezTo>
                    <a:pt x="71360" y="65171"/>
                    <a:pt x="58103" y="64934"/>
                    <a:pt x="58103" y="72746"/>
                  </a:cubicBezTo>
                  <a:cubicBezTo>
                    <a:pt x="57867" y="79374"/>
                    <a:pt x="70176" y="78664"/>
                    <a:pt x="74437" y="78664"/>
                  </a:cubicBezTo>
                  <a:cubicBezTo>
                    <a:pt x="83196" y="78664"/>
                    <a:pt x="86747" y="78427"/>
                    <a:pt x="93848" y="75587"/>
                  </a:cubicBezTo>
                  <a:cubicBezTo>
                    <a:pt x="102844" y="84109"/>
                    <a:pt x="104027" y="91447"/>
                    <a:pt x="104264" y="102336"/>
                  </a:cubicBezTo>
                  <a:cubicBezTo>
                    <a:pt x="104737" y="116066"/>
                    <a:pt x="99056" y="133820"/>
                    <a:pt x="92428" y="143052"/>
                  </a:cubicBezTo>
                  <a:cubicBezTo>
                    <a:pt x="83196" y="155835"/>
                    <a:pt x="67335" y="164357"/>
                    <a:pt x="53842" y="164357"/>
                  </a:cubicBezTo>
                  <a:cubicBezTo>
                    <a:pt x="35852" y="164357"/>
                    <a:pt x="26856" y="150627"/>
                    <a:pt x="26856" y="133820"/>
                  </a:cubicBezTo>
                  <a:cubicBezTo>
                    <a:pt x="26856" y="131453"/>
                    <a:pt x="26856" y="127902"/>
                    <a:pt x="28040" y="123404"/>
                  </a:cubicBezTo>
                  <a:lnTo>
                    <a:pt x="43190" y="63514"/>
                  </a:lnTo>
                  <a:cubicBezTo>
                    <a:pt x="48398" y="43156"/>
                    <a:pt x="65442" y="5517"/>
                    <a:pt x="93848" y="5517"/>
                  </a:cubicBezTo>
                  <a:cubicBezTo>
                    <a:pt x="107578" y="5517"/>
                    <a:pt x="115863" y="12856"/>
                    <a:pt x="115863" y="27059"/>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 name="Freeform: Shape 8">
              <a:extLst>
                <a:ext uri="{FF2B5EF4-FFF2-40B4-BE49-F238E27FC236}">
                  <a16:creationId xmlns:a16="http://schemas.microsoft.com/office/drawing/2014/main" id="{04420595-F5FC-5EA4-7D3B-DB9EBDC5BDC5}"/>
                </a:ext>
              </a:extLst>
            </p:cNvPr>
            <p:cNvSpPr/>
            <p:nvPr>
              <p:custDataLst>
                <p:tags r:id="rId18"/>
              </p:custDataLst>
            </p:nvPr>
          </p:nvSpPr>
          <p:spPr>
            <a:xfrm>
              <a:off x="6902306" y="7219733"/>
              <a:ext cx="60316" cy="110027"/>
            </a:xfrm>
            <a:custGeom>
              <a:avLst/>
              <a:gdLst>
                <a:gd name="connsiteX0" fmla="*/ 37532 w 60316"/>
                <a:gd name="connsiteY0" fmla="*/ 4714 h 110027"/>
                <a:gd name="connsiteX1" fmla="*/ 32560 w 60316"/>
                <a:gd name="connsiteY1" fmla="*/ 74 h 110027"/>
                <a:gd name="connsiteX2" fmla="*/ 82 w 60316"/>
                <a:gd name="connsiteY2" fmla="*/ 10679 h 110027"/>
                <a:gd name="connsiteX3" fmla="*/ 82 w 60316"/>
                <a:gd name="connsiteY3" fmla="*/ 16645 h 110027"/>
                <a:gd name="connsiteX4" fmla="*/ 24110 w 60316"/>
                <a:gd name="connsiteY4" fmla="*/ 12005 h 110027"/>
                <a:gd name="connsiteX5" fmla="*/ 24110 w 60316"/>
                <a:gd name="connsiteY5" fmla="*/ 96514 h 110027"/>
                <a:gd name="connsiteX6" fmla="*/ 7539 w 60316"/>
                <a:gd name="connsiteY6" fmla="*/ 104137 h 110027"/>
                <a:gd name="connsiteX7" fmla="*/ 1242 w 60316"/>
                <a:gd name="connsiteY7" fmla="*/ 104137 h 110027"/>
                <a:gd name="connsiteX8" fmla="*/ 1242 w 60316"/>
                <a:gd name="connsiteY8" fmla="*/ 110102 h 110027"/>
                <a:gd name="connsiteX9" fmla="*/ 30738 w 60316"/>
                <a:gd name="connsiteY9" fmla="*/ 109439 h 110027"/>
                <a:gd name="connsiteX10" fmla="*/ 60399 w 60316"/>
                <a:gd name="connsiteY10" fmla="*/ 110102 h 110027"/>
                <a:gd name="connsiteX11" fmla="*/ 60399 w 60316"/>
                <a:gd name="connsiteY11" fmla="*/ 104137 h 110027"/>
                <a:gd name="connsiteX12" fmla="*/ 54102 w 60316"/>
                <a:gd name="connsiteY12" fmla="*/ 104137 h 110027"/>
                <a:gd name="connsiteX13" fmla="*/ 37532 w 60316"/>
                <a:gd name="connsiteY13" fmla="*/ 96514 h 110027"/>
                <a:gd name="connsiteX14" fmla="*/ 37532 w 60316"/>
                <a:gd name="connsiteY14" fmla="*/ 4714 h 11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316" h="110027">
                  <a:moveTo>
                    <a:pt x="37532" y="4714"/>
                  </a:moveTo>
                  <a:cubicBezTo>
                    <a:pt x="37532" y="240"/>
                    <a:pt x="37200" y="74"/>
                    <a:pt x="32560" y="74"/>
                  </a:cubicBezTo>
                  <a:cubicBezTo>
                    <a:pt x="21955" y="10514"/>
                    <a:pt x="6876" y="10679"/>
                    <a:pt x="82" y="10679"/>
                  </a:cubicBezTo>
                  <a:lnTo>
                    <a:pt x="82" y="16645"/>
                  </a:lnTo>
                  <a:cubicBezTo>
                    <a:pt x="4059" y="16645"/>
                    <a:pt x="14996" y="16645"/>
                    <a:pt x="24110" y="12005"/>
                  </a:cubicBezTo>
                  <a:lnTo>
                    <a:pt x="24110" y="96514"/>
                  </a:lnTo>
                  <a:cubicBezTo>
                    <a:pt x="24110" y="101983"/>
                    <a:pt x="24110" y="104137"/>
                    <a:pt x="7539" y="104137"/>
                  </a:cubicBezTo>
                  <a:lnTo>
                    <a:pt x="1242" y="104137"/>
                  </a:lnTo>
                  <a:lnTo>
                    <a:pt x="1242" y="110102"/>
                  </a:lnTo>
                  <a:cubicBezTo>
                    <a:pt x="4225" y="109936"/>
                    <a:pt x="24607" y="109439"/>
                    <a:pt x="30738" y="109439"/>
                  </a:cubicBezTo>
                  <a:cubicBezTo>
                    <a:pt x="35875" y="109439"/>
                    <a:pt x="56753" y="109936"/>
                    <a:pt x="60399" y="110102"/>
                  </a:cubicBezTo>
                  <a:lnTo>
                    <a:pt x="60399" y="104137"/>
                  </a:lnTo>
                  <a:lnTo>
                    <a:pt x="54102" y="104137"/>
                  </a:lnTo>
                  <a:cubicBezTo>
                    <a:pt x="37532" y="104137"/>
                    <a:pt x="37532" y="101983"/>
                    <a:pt x="37532" y="96514"/>
                  </a:cubicBezTo>
                  <a:lnTo>
                    <a:pt x="37532" y="471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0" name="Freeform: Shape 9">
              <a:extLst>
                <a:ext uri="{FF2B5EF4-FFF2-40B4-BE49-F238E27FC236}">
                  <a16:creationId xmlns:a16="http://schemas.microsoft.com/office/drawing/2014/main" id="{40D9BE86-7DA7-E288-C555-A8B12C28D57D}"/>
                </a:ext>
              </a:extLst>
            </p:cNvPr>
            <p:cNvSpPr/>
            <p:nvPr>
              <p:custDataLst>
                <p:tags r:id="rId19"/>
              </p:custDataLst>
            </p:nvPr>
          </p:nvSpPr>
          <p:spPr>
            <a:xfrm>
              <a:off x="7069451" y="7207376"/>
              <a:ext cx="157419" cy="55392"/>
            </a:xfrm>
            <a:custGeom>
              <a:avLst/>
              <a:gdLst>
                <a:gd name="connsiteX0" fmla="*/ 149460 w 157419"/>
                <a:gd name="connsiteY0" fmla="*/ 9542 h 55392"/>
                <a:gd name="connsiteX1" fmla="*/ 157509 w 157419"/>
                <a:gd name="connsiteY1" fmla="*/ 4807 h 55392"/>
                <a:gd name="connsiteX2" fmla="*/ 149697 w 157419"/>
                <a:gd name="connsiteY2" fmla="*/ 73 h 55392"/>
                <a:gd name="connsiteX3" fmla="*/ 7901 w 157419"/>
                <a:gd name="connsiteY3" fmla="*/ 73 h 55392"/>
                <a:gd name="connsiteX4" fmla="*/ 90 w 157419"/>
                <a:gd name="connsiteY4" fmla="*/ 4807 h 55392"/>
                <a:gd name="connsiteX5" fmla="*/ 8138 w 157419"/>
                <a:gd name="connsiteY5" fmla="*/ 9542 h 55392"/>
                <a:gd name="connsiteX6" fmla="*/ 149460 w 157419"/>
                <a:gd name="connsiteY6" fmla="*/ 9542 h 55392"/>
                <a:gd name="connsiteX7" fmla="*/ 149697 w 157419"/>
                <a:gd name="connsiteY7" fmla="*/ 55465 h 55392"/>
                <a:gd name="connsiteX8" fmla="*/ 157509 w 157419"/>
                <a:gd name="connsiteY8" fmla="*/ 50731 h 55392"/>
                <a:gd name="connsiteX9" fmla="*/ 149460 w 157419"/>
                <a:gd name="connsiteY9" fmla="*/ 45997 h 55392"/>
                <a:gd name="connsiteX10" fmla="*/ 8138 w 157419"/>
                <a:gd name="connsiteY10" fmla="*/ 45997 h 55392"/>
                <a:gd name="connsiteX11" fmla="*/ 90 w 157419"/>
                <a:gd name="connsiteY11" fmla="*/ 50731 h 55392"/>
                <a:gd name="connsiteX12" fmla="*/ 7901 w 157419"/>
                <a:gd name="connsiteY12" fmla="*/ 55465 h 55392"/>
                <a:gd name="connsiteX13" fmla="*/ 149697 w 157419"/>
                <a:gd name="connsiteY13" fmla="*/ 55465 h 5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419" h="55392">
                  <a:moveTo>
                    <a:pt x="149460" y="9542"/>
                  </a:moveTo>
                  <a:cubicBezTo>
                    <a:pt x="153011" y="9542"/>
                    <a:pt x="157509" y="9542"/>
                    <a:pt x="157509" y="4807"/>
                  </a:cubicBezTo>
                  <a:cubicBezTo>
                    <a:pt x="157509" y="73"/>
                    <a:pt x="153011" y="73"/>
                    <a:pt x="149697" y="73"/>
                  </a:cubicBezTo>
                  <a:lnTo>
                    <a:pt x="7901" y="73"/>
                  </a:lnTo>
                  <a:cubicBezTo>
                    <a:pt x="4587" y="73"/>
                    <a:pt x="90" y="73"/>
                    <a:pt x="90" y="4807"/>
                  </a:cubicBezTo>
                  <a:cubicBezTo>
                    <a:pt x="90" y="9542"/>
                    <a:pt x="4587" y="9542"/>
                    <a:pt x="8138" y="9542"/>
                  </a:cubicBezTo>
                  <a:lnTo>
                    <a:pt x="149460" y="9542"/>
                  </a:lnTo>
                  <a:close/>
                  <a:moveTo>
                    <a:pt x="149697" y="55465"/>
                  </a:moveTo>
                  <a:cubicBezTo>
                    <a:pt x="153011" y="55465"/>
                    <a:pt x="157509" y="55465"/>
                    <a:pt x="157509" y="50731"/>
                  </a:cubicBezTo>
                  <a:cubicBezTo>
                    <a:pt x="157509" y="45997"/>
                    <a:pt x="153011" y="45997"/>
                    <a:pt x="149460" y="45997"/>
                  </a:cubicBezTo>
                  <a:lnTo>
                    <a:pt x="8138" y="45997"/>
                  </a:lnTo>
                  <a:cubicBezTo>
                    <a:pt x="4587" y="45997"/>
                    <a:pt x="90" y="45997"/>
                    <a:pt x="90" y="50731"/>
                  </a:cubicBezTo>
                  <a:cubicBezTo>
                    <a:pt x="90" y="55465"/>
                    <a:pt x="4587" y="55465"/>
                    <a:pt x="7901" y="55465"/>
                  </a:cubicBezTo>
                  <a:lnTo>
                    <a:pt x="149697" y="55465"/>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1" name="Freeform: Shape 10">
              <a:extLst>
                <a:ext uri="{FF2B5EF4-FFF2-40B4-BE49-F238E27FC236}">
                  <a16:creationId xmlns:a16="http://schemas.microsoft.com/office/drawing/2014/main" id="{91E6F4D7-E4F8-7995-E5FE-6215C6E0AC02}"/>
                </a:ext>
              </a:extLst>
            </p:cNvPr>
            <p:cNvSpPr/>
            <p:nvPr>
              <p:custDataLst>
                <p:tags r:id="rId20"/>
              </p:custDataLst>
            </p:nvPr>
          </p:nvSpPr>
          <p:spPr>
            <a:xfrm>
              <a:off x="7425795" y="6839535"/>
              <a:ext cx="82852" cy="53617"/>
            </a:xfrm>
            <a:custGeom>
              <a:avLst/>
              <a:gdLst>
                <a:gd name="connsiteX0" fmla="*/ 12414 w 82852"/>
                <a:gd name="connsiteY0" fmla="*/ 40772 h 53617"/>
                <a:gd name="connsiteX1" fmla="*/ 10402 w 82852"/>
                <a:gd name="connsiteY1" fmla="*/ 49531 h 53617"/>
                <a:gd name="connsiteX2" fmla="*/ 14781 w 82852"/>
                <a:gd name="connsiteY2" fmla="*/ 53673 h 53617"/>
                <a:gd name="connsiteX3" fmla="*/ 20463 w 82852"/>
                <a:gd name="connsiteY3" fmla="*/ 49767 h 53617"/>
                <a:gd name="connsiteX4" fmla="*/ 22712 w 82852"/>
                <a:gd name="connsiteY4" fmla="*/ 40535 h 53617"/>
                <a:gd name="connsiteX5" fmla="*/ 26972 w 82852"/>
                <a:gd name="connsiteY5" fmla="*/ 23846 h 53617"/>
                <a:gd name="connsiteX6" fmla="*/ 51473 w 82852"/>
                <a:gd name="connsiteY6" fmla="*/ 4080 h 53617"/>
                <a:gd name="connsiteX7" fmla="*/ 59758 w 82852"/>
                <a:gd name="connsiteY7" fmla="*/ 12602 h 53617"/>
                <a:gd name="connsiteX8" fmla="*/ 52065 w 82852"/>
                <a:gd name="connsiteY8" fmla="*/ 38286 h 53617"/>
                <a:gd name="connsiteX9" fmla="*/ 50881 w 82852"/>
                <a:gd name="connsiteY9" fmla="*/ 43257 h 53617"/>
                <a:gd name="connsiteX10" fmla="*/ 63783 w 82852"/>
                <a:gd name="connsiteY10" fmla="*/ 53673 h 53617"/>
                <a:gd name="connsiteX11" fmla="*/ 82957 w 82852"/>
                <a:gd name="connsiteY11" fmla="*/ 35327 h 53617"/>
                <a:gd name="connsiteX12" fmla="*/ 80471 w 82852"/>
                <a:gd name="connsiteY12" fmla="*/ 33670 h 53617"/>
                <a:gd name="connsiteX13" fmla="*/ 77631 w 82852"/>
                <a:gd name="connsiteY13" fmla="*/ 36393 h 53617"/>
                <a:gd name="connsiteX14" fmla="*/ 64256 w 82852"/>
                <a:gd name="connsiteY14" fmla="*/ 49649 h 53617"/>
                <a:gd name="connsiteX15" fmla="*/ 60705 w 82852"/>
                <a:gd name="connsiteY15" fmla="*/ 45151 h 53617"/>
                <a:gd name="connsiteX16" fmla="*/ 62244 w 82852"/>
                <a:gd name="connsiteY16" fmla="*/ 38878 h 53617"/>
                <a:gd name="connsiteX17" fmla="*/ 69701 w 82852"/>
                <a:gd name="connsiteY17" fmla="*/ 14141 h 53617"/>
                <a:gd name="connsiteX18" fmla="*/ 52183 w 82852"/>
                <a:gd name="connsiteY18" fmla="*/ 56 h 53617"/>
                <a:gd name="connsiteX19" fmla="*/ 29813 w 82852"/>
                <a:gd name="connsiteY19" fmla="*/ 11774 h 53617"/>
                <a:gd name="connsiteX20" fmla="*/ 15373 w 82852"/>
                <a:gd name="connsiteY20" fmla="*/ 56 h 53617"/>
                <a:gd name="connsiteX21" fmla="*/ 105 w 82852"/>
                <a:gd name="connsiteY21" fmla="*/ 18402 h 53617"/>
                <a:gd name="connsiteX22" fmla="*/ 2590 w 82852"/>
                <a:gd name="connsiteY22" fmla="*/ 20059 h 53617"/>
                <a:gd name="connsiteX23" fmla="*/ 5313 w 82852"/>
                <a:gd name="connsiteY23" fmla="*/ 17810 h 53617"/>
                <a:gd name="connsiteX24" fmla="*/ 14781 w 82852"/>
                <a:gd name="connsiteY24" fmla="*/ 4080 h 53617"/>
                <a:gd name="connsiteX25" fmla="*/ 19634 w 82852"/>
                <a:gd name="connsiteY25" fmla="*/ 10353 h 53617"/>
                <a:gd name="connsiteX26" fmla="*/ 17740 w 82852"/>
                <a:gd name="connsiteY26" fmla="*/ 19585 h 53617"/>
                <a:gd name="connsiteX27" fmla="*/ 15136 w 82852"/>
                <a:gd name="connsiteY27" fmla="*/ 30238 h 53617"/>
                <a:gd name="connsiteX28" fmla="*/ 12414 w 82852"/>
                <a:gd name="connsiteY28" fmla="*/ 40772 h 5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2852" h="53617">
                  <a:moveTo>
                    <a:pt x="12414" y="40772"/>
                  </a:moveTo>
                  <a:cubicBezTo>
                    <a:pt x="11704" y="43731"/>
                    <a:pt x="10402" y="48939"/>
                    <a:pt x="10402" y="49531"/>
                  </a:cubicBezTo>
                  <a:cubicBezTo>
                    <a:pt x="10402" y="52134"/>
                    <a:pt x="12533" y="53673"/>
                    <a:pt x="14781" y="53673"/>
                  </a:cubicBezTo>
                  <a:cubicBezTo>
                    <a:pt x="16557" y="53673"/>
                    <a:pt x="19161" y="52726"/>
                    <a:pt x="20463" y="49767"/>
                  </a:cubicBezTo>
                  <a:cubicBezTo>
                    <a:pt x="20581" y="49175"/>
                    <a:pt x="22001" y="43612"/>
                    <a:pt x="22712" y="40535"/>
                  </a:cubicBezTo>
                  <a:cubicBezTo>
                    <a:pt x="26736" y="24557"/>
                    <a:pt x="26736" y="24320"/>
                    <a:pt x="26972" y="23846"/>
                  </a:cubicBezTo>
                  <a:cubicBezTo>
                    <a:pt x="28511" y="20651"/>
                    <a:pt x="37033" y="4080"/>
                    <a:pt x="51473" y="4080"/>
                  </a:cubicBezTo>
                  <a:cubicBezTo>
                    <a:pt x="57273" y="4080"/>
                    <a:pt x="59758" y="7276"/>
                    <a:pt x="59758" y="12602"/>
                  </a:cubicBezTo>
                  <a:cubicBezTo>
                    <a:pt x="59758" y="19349"/>
                    <a:pt x="54787" y="31540"/>
                    <a:pt x="52065" y="38286"/>
                  </a:cubicBezTo>
                  <a:cubicBezTo>
                    <a:pt x="51473" y="39707"/>
                    <a:pt x="50881" y="41245"/>
                    <a:pt x="50881" y="43257"/>
                  </a:cubicBezTo>
                  <a:cubicBezTo>
                    <a:pt x="50881" y="49412"/>
                    <a:pt x="56799" y="53673"/>
                    <a:pt x="63783" y="53673"/>
                  </a:cubicBezTo>
                  <a:cubicBezTo>
                    <a:pt x="76447" y="53673"/>
                    <a:pt x="82957" y="38286"/>
                    <a:pt x="82957" y="35327"/>
                  </a:cubicBezTo>
                  <a:cubicBezTo>
                    <a:pt x="82957" y="33670"/>
                    <a:pt x="80945" y="33670"/>
                    <a:pt x="80471" y="33670"/>
                  </a:cubicBezTo>
                  <a:cubicBezTo>
                    <a:pt x="78459" y="33670"/>
                    <a:pt x="78341" y="34144"/>
                    <a:pt x="77631" y="36393"/>
                  </a:cubicBezTo>
                  <a:cubicBezTo>
                    <a:pt x="75382" y="43494"/>
                    <a:pt x="69937" y="49649"/>
                    <a:pt x="64256" y="49649"/>
                  </a:cubicBezTo>
                  <a:cubicBezTo>
                    <a:pt x="61534" y="49649"/>
                    <a:pt x="60705" y="47755"/>
                    <a:pt x="60705" y="45151"/>
                  </a:cubicBezTo>
                  <a:cubicBezTo>
                    <a:pt x="60705" y="42666"/>
                    <a:pt x="61179" y="41482"/>
                    <a:pt x="62244" y="38878"/>
                  </a:cubicBezTo>
                  <a:cubicBezTo>
                    <a:pt x="64256" y="34144"/>
                    <a:pt x="69701" y="20651"/>
                    <a:pt x="69701" y="14141"/>
                  </a:cubicBezTo>
                  <a:cubicBezTo>
                    <a:pt x="69701" y="5382"/>
                    <a:pt x="63427" y="56"/>
                    <a:pt x="52183" y="56"/>
                  </a:cubicBezTo>
                  <a:cubicBezTo>
                    <a:pt x="41412" y="56"/>
                    <a:pt x="33956" y="6566"/>
                    <a:pt x="29813" y="11774"/>
                  </a:cubicBezTo>
                  <a:cubicBezTo>
                    <a:pt x="29221" y="2068"/>
                    <a:pt x="19753" y="56"/>
                    <a:pt x="15373" y="56"/>
                  </a:cubicBezTo>
                  <a:cubicBezTo>
                    <a:pt x="3537" y="56"/>
                    <a:pt x="105" y="18165"/>
                    <a:pt x="105" y="18402"/>
                  </a:cubicBezTo>
                  <a:cubicBezTo>
                    <a:pt x="105" y="20059"/>
                    <a:pt x="1998" y="20059"/>
                    <a:pt x="2590" y="20059"/>
                  </a:cubicBezTo>
                  <a:cubicBezTo>
                    <a:pt x="4602" y="20059"/>
                    <a:pt x="4839" y="19349"/>
                    <a:pt x="5313" y="17810"/>
                  </a:cubicBezTo>
                  <a:cubicBezTo>
                    <a:pt x="7088" y="10945"/>
                    <a:pt x="9810" y="4080"/>
                    <a:pt x="14781" y="4080"/>
                  </a:cubicBezTo>
                  <a:cubicBezTo>
                    <a:pt x="18806" y="4080"/>
                    <a:pt x="19634" y="7868"/>
                    <a:pt x="19634" y="10353"/>
                  </a:cubicBezTo>
                  <a:cubicBezTo>
                    <a:pt x="19634" y="12010"/>
                    <a:pt x="18451" y="16508"/>
                    <a:pt x="17740" y="19585"/>
                  </a:cubicBezTo>
                  <a:cubicBezTo>
                    <a:pt x="16912" y="22781"/>
                    <a:pt x="15728" y="27634"/>
                    <a:pt x="15136" y="30238"/>
                  </a:cubicBezTo>
                  <a:lnTo>
                    <a:pt x="12414" y="4077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2" name="Freeform: Shape 11">
              <a:extLst>
                <a:ext uri="{FF2B5EF4-FFF2-40B4-BE49-F238E27FC236}">
                  <a16:creationId xmlns:a16="http://schemas.microsoft.com/office/drawing/2014/main" id="{0CBCED4A-7651-36D6-7927-E16A76D9E43E}"/>
                </a:ext>
              </a:extLst>
            </p:cNvPr>
            <p:cNvSpPr/>
            <p:nvPr>
              <p:custDataLst>
                <p:tags r:id="rId21"/>
              </p:custDataLst>
            </p:nvPr>
          </p:nvSpPr>
          <p:spPr>
            <a:xfrm>
              <a:off x="7380453" y="6924991"/>
              <a:ext cx="173161" cy="165704"/>
            </a:xfrm>
            <a:custGeom>
              <a:avLst/>
              <a:gdLst>
                <a:gd name="connsiteX0" fmla="*/ 79144 w 173161"/>
                <a:gd name="connsiteY0" fmla="*/ 85892 h 165704"/>
                <a:gd name="connsiteX1" fmla="*/ 81132 w 173161"/>
                <a:gd name="connsiteY1" fmla="*/ 82910 h 165704"/>
                <a:gd name="connsiteX2" fmla="*/ 79641 w 173161"/>
                <a:gd name="connsiteY2" fmla="*/ 80424 h 165704"/>
                <a:gd name="connsiteX3" fmla="*/ 20816 w 173161"/>
                <a:gd name="connsiteY3" fmla="*/ 8177 h 165704"/>
                <a:gd name="connsiteX4" fmla="*/ 92732 w 173161"/>
                <a:gd name="connsiteY4" fmla="*/ 8177 h 165704"/>
                <a:gd name="connsiteX5" fmla="*/ 132832 w 173161"/>
                <a:gd name="connsiteY5" fmla="*/ 12319 h 165704"/>
                <a:gd name="connsiteX6" fmla="*/ 167630 w 173161"/>
                <a:gd name="connsiteY6" fmla="*/ 40323 h 165704"/>
                <a:gd name="connsiteX7" fmla="*/ 173264 w 173161"/>
                <a:gd name="connsiteY7" fmla="*/ 40323 h 165704"/>
                <a:gd name="connsiteX8" fmla="*/ 157522 w 173161"/>
                <a:gd name="connsiteY8" fmla="*/ 57 h 165704"/>
                <a:gd name="connsiteX9" fmla="*/ 5240 w 173161"/>
                <a:gd name="connsiteY9" fmla="*/ 57 h 165704"/>
                <a:gd name="connsiteX10" fmla="*/ 600 w 173161"/>
                <a:gd name="connsiteY10" fmla="*/ 1052 h 165704"/>
                <a:gd name="connsiteX11" fmla="*/ 103 w 173161"/>
                <a:gd name="connsiteY11" fmla="*/ 6520 h 165704"/>
                <a:gd name="connsiteX12" fmla="*/ 66550 w 173161"/>
                <a:gd name="connsiteY12" fmla="*/ 88046 h 165704"/>
                <a:gd name="connsiteX13" fmla="*/ 2091 w 173161"/>
                <a:gd name="connsiteY13" fmla="*/ 160459 h 165704"/>
                <a:gd name="connsiteX14" fmla="*/ 103 w 173161"/>
                <a:gd name="connsiteY14" fmla="*/ 163442 h 165704"/>
                <a:gd name="connsiteX15" fmla="*/ 5240 w 173161"/>
                <a:gd name="connsiteY15" fmla="*/ 165762 h 165704"/>
                <a:gd name="connsiteX16" fmla="*/ 157522 w 173161"/>
                <a:gd name="connsiteY16" fmla="*/ 165762 h 165704"/>
                <a:gd name="connsiteX17" fmla="*/ 173264 w 173161"/>
                <a:gd name="connsiteY17" fmla="*/ 123176 h 165704"/>
                <a:gd name="connsiteX18" fmla="*/ 167630 w 173161"/>
                <a:gd name="connsiteY18" fmla="*/ 123176 h 165704"/>
                <a:gd name="connsiteX19" fmla="*/ 135649 w 173161"/>
                <a:gd name="connsiteY19" fmla="*/ 150517 h 165704"/>
                <a:gd name="connsiteX20" fmla="*/ 94057 w 173161"/>
                <a:gd name="connsiteY20" fmla="*/ 155322 h 165704"/>
                <a:gd name="connsiteX21" fmla="*/ 17336 w 173161"/>
                <a:gd name="connsiteY21" fmla="*/ 155322 h 165704"/>
                <a:gd name="connsiteX22" fmla="*/ 79144 w 173161"/>
                <a:gd name="connsiteY22" fmla="*/ 85892 h 16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161" h="165704">
                  <a:moveTo>
                    <a:pt x="79144" y="85892"/>
                  </a:moveTo>
                  <a:cubicBezTo>
                    <a:pt x="81132" y="83904"/>
                    <a:pt x="81132" y="83572"/>
                    <a:pt x="81132" y="82910"/>
                  </a:cubicBezTo>
                  <a:cubicBezTo>
                    <a:pt x="81132" y="82412"/>
                    <a:pt x="81132" y="82081"/>
                    <a:pt x="79641" y="80424"/>
                  </a:cubicBezTo>
                  <a:lnTo>
                    <a:pt x="20816" y="8177"/>
                  </a:lnTo>
                  <a:lnTo>
                    <a:pt x="92732" y="8177"/>
                  </a:lnTo>
                  <a:cubicBezTo>
                    <a:pt x="117090" y="8177"/>
                    <a:pt x="129849" y="11657"/>
                    <a:pt x="132832" y="12319"/>
                  </a:cubicBezTo>
                  <a:cubicBezTo>
                    <a:pt x="147414" y="16296"/>
                    <a:pt x="161996" y="25907"/>
                    <a:pt x="167630" y="40323"/>
                  </a:cubicBezTo>
                  <a:lnTo>
                    <a:pt x="173264" y="40323"/>
                  </a:lnTo>
                  <a:lnTo>
                    <a:pt x="157522" y="57"/>
                  </a:lnTo>
                  <a:lnTo>
                    <a:pt x="5240" y="57"/>
                  </a:lnTo>
                  <a:cubicBezTo>
                    <a:pt x="1594" y="57"/>
                    <a:pt x="1428" y="223"/>
                    <a:pt x="600" y="1052"/>
                  </a:cubicBezTo>
                  <a:cubicBezTo>
                    <a:pt x="103" y="1549"/>
                    <a:pt x="103" y="1880"/>
                    <a:pt x="103" y="6520"/>
                  </a:cubicBezTo>
                  <a:lnTo>
                    <a:pt x="66550" y="88046"/>
                  </a:lnTo>
                  <a:lnTo>
                    <a:pt x="2091" y="160459"/>
                  </a:lnTo>
                  <a:cubicBezTo>
                    <a:pt x="103" y="162448"/>
                    <a:pt x="103" y="162779"/>
                    <a:pt x="103" y="163442"/>
                  </a:cubicBezTo>
                  <a:cubicBezTo>
                    <a:pt x="103" y="165762"/>
                    <a:pt x="2257" y="165762"/>
                    <a:pt x="5240" y="165762"/>
                  </a:cubicBezTo>
                  <a:lnTo>
                    <a:pt x="157522" y="165762"/>
                  </a:lnTo>
                  <a:lnTo>
                    <a:pt x="173264" y="123176"/>
                  </a:lnTo>
                  <a:lnTo>
                    <a:pt x="167630" y="123176"/>
                  </a:lnTo>
                  <a:cubicBezTo>
                    <a:pt x="161996" y="138255"/>
                    <a:pt x="147414" y="147037"/>
                    <a:pt x="135649" y="150517"/>
                  </a:cubicBezTo>
                  <a:cubicBezTo>
                    <a:pt x="132335" y="151511"/>
                    <a:pt x="119741" y="155322"/>
                    <a:pt x="94057" y="155322"/>
                  </a:cubicBezTo>
                  <a:lnTo>
                    <a:pt x="17336" y="155322"/>
                  </a:lnTo>
                  <a:lnTo>
                    <a:pt x="79144" y="8589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3" name="Freeform: Shape 12">
              <a:extLst>
                <a:ext uri="{FF2B5EF4-FFF2-40B4-BE49-F238E27FC236}">
                  <a16:creationId xmlns:a16="http://schemas.microsoft.com/office/drawing/2014/main" id="{CAC3D2AB-8164-23FA-EA89-7FB04DC16506}"/>
                </a:ext>
              </a:extLst>
            </p:cNvPr>
            <p:cNvSpPr/>
            <p:nvPr>
              <p:custDataLst>
                <p:tags r:id="rId22"/>
              </p:custDataLst>
            </p:nvPr>
          </p:nvSpPr>
          <p:spPr>
            <a:xfrm>
              <a:off x="7345243" y="7118252"/>
              <a:ext cx="41662" cy="80248"/>
            </a:xfrm>
            <a:custGeom>
              <a:avLst/>
              <a:gdLst>
                <a:gd name="connsiteX0" fmla="*/ 36201 w 41662"/>
                <a:gd name="connsiteY0" fmla="*/ 5158 h 80248"/>
                <a:gd name="connsiteX1" fmla="*/ 30993 w 41662"/>
                <a:gd name="connsiteY1" fmla="*/ 69 h 80248"/>
                <a:gd name="connsiteX2" fmla="*/ 23773 w 41662"/>
                <a:gd name="connsiteY2" fmla="*/ 7170 h 80248"/>
                <a:gd name="connsiteX3" fmla="*/ 28863 w 41662"/>
                <a:gd name="connsiteY3" fmla="*/ 12260 h 80248"/>
                <a:gd name="connsiteX4" fmla="*/ 36201 w 41662"/>
                <a:gd name="connsiteY4" fmla="*/ 5158 h 80248"/>
                <a:gd name="connsiteX5" fmla="*/ 41764 w 41662"/>
                <a:gd name="connsiteY5" fmla="*/ 61971 h 80248"/>
                <a:gd name="connsiteX6" fmla="*/ 39279 w 41662"/>
                <a:gd name="connsiteY6" fmla="*/ 60314 h 80248"/>
                <a:gd name="connsiteX7" fmla="*/ 36438 w 41662"/>
                <a:gd name="connsiteY7" fmla="*/ 63036 h 80248"/>
                <a:gd name="connsiteX8" fmla="*/ 23182 w 41662"/>
                <a:gd name="connsiteY8" fmla="*/ 76293 h 80248"/>
                <a:gd name="connsiteX9" fmla="*/ 19631 w 41662"/>
                <a:gd name="connsiteY9" fmla="*/ 71795 h 80248"/>
                <a:gd name="connsiteX10" fmla="*/ 21169 w 41662"/>
                <a:gd name="connsiteY10" fmla="*/ 65759 h 80248"/>
                <a:gd name="connsiteX11" fmla="*/ 23655 w 41662"/>
                <a:gd name="connsiteY11" fmla="*/ 59367 h 80248"/>
                <a:gd name="connsiteX12" fmla="*/ 30402 w 41662"/>
                <a:gd name="connsiteY12" fmla="*/ 43034 h 80248"/>
                <a:gd name="connsiteX13" fmla="*/ 32059 w 41662"/>
                <a:gd name="connsiteY13" fmla="*/ 37116 h 80248"/>
                <a:gd name="connsiteX14" fmla="*/ 19157 w 41662"/>
                <a:gd name="connsiteY14" fmla="*/ 26700 h 80248"/>
                <a:gd name="connsiteX15" fmla="*/ 101 w 41662"/>
                <a:gd name="connsiteY15" fmla="*/ 45046 h 80248"/>
                <a:gd name="connsiteX16" fmla="*/ 2587 w 41662"/>
                <a:gd name="connsiteY16" fmla="*/ 46703 h 80248"/>
                <a:gd name="connsiteX17" fmla="*/ 5309 w 41662"/>
                <a:gd name="connsiteY17" fmla="*/ 44336 h 80248"/>
                <a:gd name="connsiteX18" fmla="*/ 18684 w 41662"/>
                <a:gd name="connsiteY18" fmla="*/ 30724 h 80248"/>
                <a:gd name="connsiteX19" fmla="*/ 22235 w 41662"/>
                <a:gd name="connsiteY19" fmla="*/ 35222 h 80248"/>
                <a:gd name="connsiteX20" fmla="*/ 21525 w 41662"/>
                <a:gd name="connsiteY20" fmla="*/ 39483 h 80248"/>
                <a:gd name="connsiteX21" fmla="*/ 13713 w 41662"/>
                <a:gd name="connsiteY21" fmla="*/ 58302 h 80248"/>
                <a:gd name="connsiteX22" fmla="*/ 11109 w 41662"/>
                <a:gd name="connsiteY22" fmla="*/ 64575 h 80248"/>
                <a:gd name="connsiteX23" fmla="*/ 9807 w 41662"/>
                <a:gd name="connsiteY23" fmla="*/ 69901 h 80248"/>
                <a:gd name="connsiteX24" fmla="*/ 22708 w 41662"/>
                <a:gd name="connsiteY24" fmla="*/ 80317 h 80248"/>
                <a:gd name="connsiteX25" fmla="*/ 41764 w 41662"/>
                <a:gd name="connsiteY25" fmla="*/ 61971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62" h="80248">
                  <a:moveTo>
                    <a:pt x="36201" y="5158"/>
                  </a:moveTo>
                  <a:cubicBezTo>
                    <a:pt x="36201" y="2318"/>
                    <a:pt x="34071" y="69"/>
                    <a:pt x="30993" y="69"/>
                  </a:cubicBezTo>
                  <a:cubicBezTo>
                    <a:pt x="27679" y="69"/>
                    <a:pt x="23773" y="3265"/>
                    <a:pt x="23773" y="7170"/>
                  </a:cubicBezTo>
                  <a:cubicBezTo>
                    <a:pt x="23773" y="10484"/>
                    <a:pt x="26377" y="12260"/>
                    <a:pt x="28863" y="12260"/>
                  </a:cubicBezTo>
                  <a:cubicBezTo>
                    <a:pt x="32769" y="12260"/>
                    <a:pt x="36201" y="8709"/>
                    <a:pt x="36201" y="5158"/>
                  </a:cubicBezTo>
                  <a:close/>
                  <a:moveTo>
                    <a:pt x="41764" y="61971"/>
                  </a:moveTo>
                  <a:cubicBezTo>
                    <a:pt x="41764" y="60314"/>
                    <a:pt x="39752" y="60314"/>
                    <a:pt x="39279" y="60314"/>
                  </a:cubicBezTo>
                  <a:cubicBezTo>
                    <a:pt x="37266" y="60314"/>
                    <a:pt x="37148" y="60788"/>
                    <a:pt x="36438" y="63036"/>
                  </a:cubicBezTo>
                  <a:cubicBezTo>
                    <a:pt x="34426" y="69546"/>
                    <a:pt x="29100" y="76293"/>
                    <a:pt x="23182" y="76293"/>
                  </a:cubicBezTo>
                  <a:cubicBezTo>
                    <a:pt x="20459" y="76293"/>
                    <a:pt x="19631" y="74399"/>
                    <a:pt x="19631" y="71795"/>
                  </a:cubicBezTo>
                  <a:cubicBezTo>
                    <a:pt x="19631" y="69310"/>
                    <a:pt x="20223" y="68008"/>
                    <a:pt x="21169" y="65759"/>
                  </a:cubicBezTo>
                  <a:cubicBezTo>
                    <a:pt x="22116" y="63392"/>
                    <a:pt x="23063" y="61024"/>
                    <a:pt x="23655" y="59367"/>
                  </a:cubicBezTo>
                  <a:cubicBezTo>
                    <a:pt x="24128" y="58302"/>
                    <a:pt x="28745" y="47295"/>
                    <a:pt x="30402" y="43034"/>
                  </a:cubicBezTo>
                  <a:cubicBezTo>
                    <a:pt x="31348" y="40666"/>
                    <a:pt x="32059" y="39128"/>
                    <a:pt x="32059" y="37116"/>
                  </a:cubicBezTo>
                  <a:cubicBezTo>
                    <a:pt x="32059" y="31434"/>
                    <a:pt x="26614" y="26700"/>
                    <a:pt x="19157" y="26700"/>
                  </a:cubicBezTo>
                  <a:cubicBezTo>
                    <a:pt x="6729" y="26700"/>
                    <a:pt x="101" y="41850"/>
                    <a:pt x="101" y="45046"/>
                  </a:cubicBezTo>
                  <a:cubicBezTo>
                    <a:pt x="101" y="46703"/>
                    <a:pt x="1995" y="46703"/>
                    <a:pt x="2587" y="46703"/>
                  </a:cubicBezTo>
                  <a:cubicBezTo>
                    <a:pt x="4599" y="46703"/>
                    <a:pt x="4717" y="46111"/>
                    <a:pt x="5309" y="44336"/>
                  </a:cubicBezTo>
                  <a:cubicBezTo>
                    <a:pt x="7913" y="35932"/>
                    <a:pt x="13594" y="30724"/>
                    <a:pt x="18684" y="30724"/>
                  </a:cubicBezTo>
                  <a:cubicBezTo>
                    <a:pt x="20933" y="30724"/>
                    <a:pt x="22235" y="32026"/>
                    <a:pt x="22235" y="35222"/>
                  </a:cubicBezTo>
                  <a:cubicBezTo>
                    <a:pt x="22235" y="35695"/>
                    <a:pt x="22235" y="37234"/>
                    <a:pt x="21525" y="39483"/>
                  </a:cubicBezTo>
                  <a:cubicBezTo>
                    <a:pt x="20696" y="41613"/>
                    <a:pt x="15370" y="54278"/>
                    <a:pt x="13713" y="58302"/>
                  </a:cubicBezTo>
                  <a:cubicBezTo>
                    <a:pt x="12884" y="60314"/>
                    <a:pt x="12884" y="60551"/>
                    <a:pt x="11109" y="64575"/>
                  </a:cubicBezTo>
                  <a:cubicBezTo>
                    <a:pt x="10517" y="66232"/>
                    <a:pt x="9807" y="67889"/>
                    <a:pt x="9807" y="69901"/>
                  </a:cubicBezTo>
                  <a:cubicBezTo>
                    <a:pt x="9807" y="76056"/>
                    <a:pt x="15607" y="80317"/>
                    <a:pt x="22708" y="80317"/>
                  </a:cubicBezTo>
                  <a:cubicBezTo>
                    <a:pt x="35136" y="80317"/>
                    <a:pt x="41764" y="64930"/>
                    <a:pt x="41764" y="61971"/>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 name="Freeform: Shape 13">
              <a:extLst>
                <a:ext uri="{FF2B5EF4-FFF2-40B4-BE49-F238E27FC236}">
                  <a16:creationId xmlns:a16="http://schemas.microsoft.com/office/drawing/2014/main" id="{4F21F8A8-2ADD-AB02-019E-564FB99A6FA0}"/>
                </a:ext>
              </a:extLst>
            </p:cNvPr>
            <p:cNvSpPr/>
            <p:nvPr>
              <p:custDataLst>
                <p:tags r:id="rId23"/>
              </p:custDataLst>
            </p:nvPr>
          </p:nvSpPr>
          <p:spPr>
            <a:xfrm>
              <a:off x="7409107" y="7150209"/>
              <a:ext cx="98594" cy="34797"/>
            </a:xfrm>
            <a:custGeom>
              <a:avLst/>
              <a:gdLst>
                <a:gd name="connsiteX0" fmla="*/ 94082 w 98594"/>
                <a:gd name="connsiteY0" fmla="*/ 6697 h 34797"/>
                <a:gd name="connsiteX1" fmla="*/ 98698 w 98594"/>
                <a:gd name="connsiteY1" fmla="*/ 3383 h 34797"/>
                <a:gd name="connsiteX2" fmla="*/ 93490 w 98594"/>
                <a:gd name="connsiteY2" fmla="*/ 69 h 34797"/>
                <a:gd name="connsiteX3" fmla="*/ 5312 w 98594"/>
                <a:gd name="connsiteY3" fmla="*/ 69 h 34797"/>
                <a:gd name="connsiteX4" fmla="*/ 104 w 98594"/>
                <a:gd name="connsiteY4" fmla="*/ 3383 h 34797"/>
                <a:gd name="connsiteX5" fmla="*/ 4720 w 98594"/>
                <a:gd name="connsiteY5" fmla="*/ 6697 h 34797"/>
                <a:gd name="connsiteX6" fmla="*/ 94082 w 98594"/>
                <a:gd name="connsiteY6" fmla="*/ 6697 h 34797"/>
                <a:gd name="connsiteX7" fmla="*/ 93490 w 98594"/>
                <a:gd name="connsiteY7" fmla="*/ 34867 h 34797"/>
                <a:gd name="connsiteX8" fmla="*/ 98698 w 98594"/>
                <a:gd name="connsiteY8" fmla="*/ 31553 h 34797"/>
                <a:gd name="connsiteX9" fmla="*/ 94082 w 98594"/>
                <a:gd name="connsiteY9" fmla="*/ 28239 h 34797"/>
                <a:gd name="connsiteX10" fmla="*/ 4720 w 98594"/>
                <a:gd name="connsiteY10" fmla="*/ 28239 h 34797"/>
                <a:gd name="connsiteX11" fmla="*/ 104 w 98594"/>
                <a:gd name="connsiteY11" fmla="*/ 31553 h 34797"/>
                <a:gd name="connsiteX12" fmla="*/ 5312 w 98594"/>
                <a:gd name="connsiteY12" fmla="*/ 34867 h 34797"/>
                <a:gd name="connsiteX13" fmla="*/ 93490 w 98594"/>
                <a:gd name="connsiteY13" fmla="*/ 34867 h 3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94" h="34797">
                  <a:moveTo>
                    <a:pt x="94082" y="6697"/>
                  </a:moveTo>
                  <a:cubicBezTo>
                    <a:pt x="95739" y="6697"/>
                    <a:pt x="98698" y="6697"/>
                    <a:pt x="98698" y="3383"/>
                  </a:cubicBezTo>
                  <a:cubicBezTo>
                    <a:pt x="98698" y="69"/>
                    <a:pt x="95266" y="69"/>
                    <a:pt x="93490" y="69"/>
                  </a:cubicBezTo>
                  <a:lnTo>
                    <a:pt x="5312" y="69"/>
                  </a:lnTo>
                  <a:cubicBezTo>
                    <a:pt x="3536" y="69"/>
                    <a:pt x="104" y="69"/>
                    <a:pt x="104" y="3383"/>
                  </a:cubicBezTo>
                  <a:cubicBezTo>
                    <a:pt x="104" y="6697"/>
                    <a:pt x="3181" y="6697"/>
                    <a:pt x="4720" y="6697"/>
                  </a:cubicBezTo>
                  <a:lnTo>
                    <a:pt x="94082" y="6697"/>
                  </a:lnTo>
                  <a:close/>
                  <a:moveTo>
                    <a:pt x="93490" y="34867"/>
                  </a:moveTo>
                  <a:cubicBezTo>
                    <a:pt x="95266" y="34867"/>
                    <a:pt x="98698" y="34867"/>
                    <a:pt x="98698" y="31553"/>
                  </a:cubicBezTo>
                  <a:cubicBezTo>
                    <a:pt x="98698" y="28239"/>
                    <a:pt x="95739" y="28239"/>
                    <a:pt x="94082" y="28239"/>
                  </a:cubicBezTo>
                  <a:lnTo>
                    <a:pt x="4720" y="28239"/>
                  </a:lnTo>
                  <a:cubicBezTo>
                    <a:pt x="3063" y="28239"/>
                    <a:pt x="104" y="28239"/>
                    <a:pt x="104" y="31553"/>
                  </a:cubicBezTo>
                  <a:cubicBezTo>
                    <a:pt x="104" y="34867"/>
                    <a:pt x="3536" y="34867"/>
                    <a:pt x="5312" y="34867"/>
                  </a:cubicBezTo>
                  <a:lnTo>
                    <a:pt x="93490" y="3486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 name="Freeform: Shape 14">
              <a:extLst>
                <a:ext uri="{FF2B5EF4-FFF2-40B4-BE49-F238E27FC236}">
                  <a16:creationId xmlns:a16="http://schemas.microsoft.com/office/drawing/2014/main" id="{BAE3C5A4-4B1D-5340-387F-8A9102CBA655}"/>
                </a:ext>
              </a:extLst>
            </p:cNvPr>
            <p:cNvSpPr/>
            <p:nvPr>
              <p:custDataLst>
                <p:tags r:id="rId24"/>
              </p:custDataLst>
            </p:nvPr>
          </p:nvSpPr>
          <p:spPr>
            <a:xfrm>
              <a:off x="7536202" y="7118370"/>
              <a:ext cx="48646" cy="78827"/>
            </a:xfrm>
            <a:custGeom>
              <a:avLst/>
              <a:gdLst>
                <a:gd name="connsiteX0" fmla="*/ 30291 w 48646"/>
                <a:gd name="connsiteY0" fmla="*/ 3620 h 78827"/>
                <a:gd name="connsiteX1" fmla="*/ 26030 w 48646"/>
                <a:gd name="connsiteY1" fmla="*/ 69 h 78827"/>
                <a:gd name="connsiteX2" fmla="*/ 2121 w 48646"/>
                <a:gd name="connsiteY2" fmla="*/ 7644 h 78827"/>
                <a:gd name="connsiteX3" fmla="*/ 109 w 48646"/>
                <a:gd name="connsiteY3" fmla="*/ 7644 h 78827"/>
                <a:gd name="connsiteX4" fmla="*/ 109 w 48646"/>
                <a:gd name="connsiteY4" fmla="*/ 12852 h 78827"/>
                <a:gd name="connsiteX5" fmla="*/ 2121 w 48646"/>
                <a:gd name="connsiteY5" fmla="*/ 12852 h 78827"/>
                <a:gd name="connsiteX6" fmla="*/ 19402 w 48646"/>
                <a:gd name="connsiteY6" fmla="*/ 9538 h 78827"/>
                <a:gd name="connsiteX7" fmla="*/ 19402 w 48646"/>
                <a:gd name="connsiteY7" fmla="*/ 68718 h 78827"/>
                <a:gd name="connsiteX8" fmla="*/ 6856 w 48646"/>
                <a:gd name="connsiteY8" fmla="*/ 73689 h 78827"/>
                <a:gd name="connsiteX9" fmla="*/ 938 w 48646"/>
                <a:gd name="connsiteY9" fmla="*/ 73689 h 78827"/>
                <a:gd name="connsiteX10" fmla="*/ 938 w 48646"/>
                <a:gd name="connsiteY10" fmla="*/ 78897 h 78827"/>
                <a:gd name="connsiteX11" fmla="*/ 24846 w 48646"/>
                <a:gd name="connsiteY11" fmla="*/ 78423 h 78827"/>
                <a:gd name="connsiteX12" fmla="*/ 48755 w 48646"/>
                <a:gd name="connsiteY12" fmla="*/ 78897 h 78827"/>
                <a:gd name="connsiteX13" fmla="*/ 48755 w 48646"/>
                <a:gd name="connsiteY13" fmla="*/ 73689 h 78827"/>
                <a:gd name="connsiteX14" fmla="*/ 42837 w 48646"/>
                <a:gd name="connsiteY14" fmla="*/ 73689 h 78827"/>
                <a:gd name="connsiteX15" fmla="*/ 30291 w 48646"/>
                <a:gd name="connsiteY15" fmla="*/ 68718 h 78827"/>
                <a:gd name="connsiteX16" fmla="*/ 30291 w 48646"/>
                <a:gd name="connsiteY16" fmla="*/ 3620 h 7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646" h="78827">
                  <a:moveTo>
                    <a:pt x="30291" y="3620"/>
                  </a:moveTo>
                  <a:cubicBezTo>
                    <a:pt x="30291" y="69"/>
                    <a:pt x="29936" y="69"/>
                    <a:pt x="26030" y="69"/>
                  </a:cubicBezTo>
                  <a:cubicBezTo>
                    <a:pt x="17626" y="7644"/>
                    <a:pt x="4488" y="7644"/>
                    <a:pt x="2121" y="7644"/>
                  </a:cubicBezTo>
                  <a:lnTo>
                    <a:pt x="109" y="7644"/>
                  </a:lnTo>
                  <a:lnTo>
                    <a:pt x="109" y="12852"/>
                  </a:lnTo>
                  <a:lnTo>
                    <a:pt x="2121" y="12852"/>
                  </a:lnTo>
                  <a:cubicBezTo>
                    <a:pt x="4843" y="12852"/>
                    <a:pt x="12537" y="12497"/>
                    <a:pt x="19402" y="9538"/>
                  </a:cubicBezTo>
                  <a:lnTo>
                    <a:pt x="19402" y="68718"/>
                  </a:lnTo>
                  <a:cubicBezTo>
                    <a:pt x="19402" y="72387"/>
                    <a:pt x="19402" y="73689"/>
                    <a:pt x="6856" y="73689"/>
                  </a:cubicBezTo>
                  <a:lnTo>
                    <a:pt x="938" y="73689"/>
                  </a:lnTo>
                  <a:lnTo>
                    <a:pt x="938" y="78897"/>
                  </a:lnTo>
                  <a:cubicBezTo>
                    <a:pt x="7447" y="78423"/>
                    <a:pt x="17981" y="78423"/>
                    <a:pt x="24846" y="78423"/>
                  </a:cubicBezTo>
                  <a:cubicBezTo>
                    <a:pt x="31711" y="78423"/>
                    <a:pt x="42245" y="78423"/>
                    <a:pt x="48755" y="78897"/>
                  </a:cubicBezTo>
                  <a:lnTo>
                    <a:pt x="48755" y="73689"/>
                  </a:lnTo>
                  <a:lnTo>
                    <a:pt x="42837" y="73689"/>
                  </a:lnTo>
                  <a:cubicBezTo>
                    <a:pt x="30291" y="73689"/>
                    <a:pt x="30291" y="72387"/>
                    <a:pt x="30291" y="68718"/>
                  </a:cubicBezTo>
                  <a:lnTo>
                    <a:pt x="30291" y="362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6" name="Freeform: Shape 15">
              <a:extLst>
                <a:ext uri="{FF2B5EF4-FFF2-40B4-BE49-F238E27FC236}">
                  <a16:creationId xmlns:a16="http://schemas.microsoft.com/office/drawing/2014/main" id="{E2C2A98C-B61C-E0DC-F8AF-3CD8B596EF1B}"/>
                </a:ext>
              </a:extLst>
            </p:cNvPr>
            <p:cNvSpPr/>
            <p:nvPr>
              <p:custDataLst>
                <p:tags r:id="rId25"/>
              </p:custDataLst>
            </p:nvPr>
          </p:nvSpPr>
          <p:spPr>
            <a:xfrm>
              <a:off x="7618884" y="6924992"/>
              <a:ext cx="43083" cy="165538"/>
            </a:xfrm>
            <a:custGeom>
              <a:avLst/>
              <a:gdLst>
                <a:gd name="connsiteX0" fmla="*/ 39882 w 43083"/>
                <a:gd name="connsiteY0" fmla="*/ 63 h 165538"/>
                <a:gd name="connsiteX1" fmla="*/ 112 w 43083"/>
                <a:gd name="connsiteY1" fmla="*/ 82749 h 165538"/>
                <a:gd name="connsiteX2" fmla="*/ 39882 w 43083"/>
                <a:gd name="connsiteY2" fmla="*/ 165601 h 165538"/>
                <a:gd name="connsiteX3" fmla="*/ 43196 w 43083"/>
                <a:gd name="connsiteY3" fmla="*/ 163613 h 165538"/>
                <a:gd name="connsiteX4" fmla="*/ 41539 w 43083"/>
                <a:gd name="connsiteY4" fmla="*/ 161127 h 165538"/>
                <a:gd name="connsiteX5" fmla="*/ 11380 w 43083"/>
                <a:gd name="connsiteY5" fmla="*/ 82915 h 165538"/>
                <a:gd name="connsiteX6" fmla="*/ 42036 w 43083"/>
                <a:gd name="connsiteY6" fmla="*/ 4039 h 165538"/>
                <a:gd name="connsiteX7" fmla="*/ 43196 w 43083"/>
                <a:gd name="connsiteY7" fmla="*/ 2051 h 165538"/>
                <a:gd name="connsiteX8" fmla="*/ 39882 w 43083"/>
                <a:gd name="connsiteY8" fmla="*/ 63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83" h="165538">
                  <a:moveTo>
                    <a:pt x="39882" y="63"/>
                  </a:moveTo>
                  <a:cubicBezTo>
                    <a:pt x="8398" y="22267"/>
                    <a:pt x="112" y="57396"/>
                    <a:pt x="112" y="82749"/>
                  </a:cubicBezTo>
                  <a:cubicBezTo>
                    <a:pt x="112" y="106113"/>
                    <a:pt x="7072" y="142403"/>
                    <a:pt x="39882" y="165601"/>
                  </a:cubicBezTo>
                  <a:cubicBezTo>
                    <a:pt x="41207" y="165601"/>
                    <a:pt x="43196" y="165601"/>
                    <a:pt x="43196" y="163613"/>
                  </a:cubicBezTo>
                  <a:cubicBezTo>
                    <a:pt x="43196" y="162619"/>
                    <a:pt x="42699" y="162287"/>
                    <a:pt x="41539" y="161127"/>
                  </a:cubicBezTo>
                  <a:cubicBezTo>
                    <a:pt x="19500" y="141243"/>
                    <a:pt x="11380" y="113073"/>
                    <a:pt x="11380" y="82915"/>
                  </a:cubicBezTo>
                  <a:cubicBezTo>
                    <a:pt x="11380" y="38175"/>
                    <a:pt x="28448" y="16302"/>
                    <a:pt x="42036" y="4039"/>
                  </a:cubicBezTo>
                  <a:cubicBezTo>
                    <a:pt x="42699" y="3377"/>
                    <a:pt x="43196" y="2880"/>
                    <a:pt x="43196" y="2051"/>
                  </a:cubicBezTo>
                  <a:cubicBezTo>
                    <a:pt x="43196" y="63"/>
                    <a:pt x="41207" y="63"/>
                    <a:pt x="39882" y="63"/>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7" name="Freeform: Shape 16">
              <a:extLst>
                <a:ext uri="{FF2B5EF4-FFF2-40B4-BE49-F238E27FC236}">
                  <a16:creationId xmlns:a16="http://schemas.microsoft.com/office/drawing/2014/main" id="{A30E4D16-73B1-FE80-DAE2-5FB495C0E8EA}"/>
                </a:ext>
              </a:extLst>
            </p:cNvPr>
            <p:cNvSpPr/>
            <p:nvPr>
              <p:custDataLst>
                <p:tags r:id="rId26"/>
              </p:custDataLst>
            </p:nvPr>
          </p:nvSpPr>
          <p:spPr>
            <a:xfrm>
              <a:off x="7681757" y="6976195"/>
              <a:ext cx="88651" cy="74732"/>
            </a:xfrm>
            <a:custGeom>
              <a:avLst/>
              <a:gdLst>
                <a:gd name="connsiteX0" fmla="*/ 33422 w 88651"/>
                <a:gd name="connsiteY0" fmla="*/ 55574 h 74732"/>
                <a:gd name="connsiteX1" fmla="*/ 17846 w 88651"/>
                <a:gd name="connsiteY1" fmla="*/ 70156 h 74732"/>
                <a:gd name="connsiteX2" fmla="*/ 8898 w 88651"/>
                <a:gd name="connsiteY2" fmla="*/ 67836 h 74732"/>
                <a:gd name="connsiteX3" fmla="*/ 16189 w 88651"/>
                <a:gd name="connsiteY3" fmla="*/ 58722 h 74732"/>
                <a:gd name="connsiteX4" fmla="*/ 9561 w 88651"/>
                <a:gd name="connsiteY4" fmla="*/ 52591 h 74732"/>
                <a:gd name="connsiteX5" fmla="*/ 116 w 88651"/>
                <a:gd name="connsiteY5" fmla="*/ 62699 h 74732"/>
                <a:gd name="connsiteX6" fmla="*/ 17515 w 88651"/>
                <a:gd name="connsiteY6" fmla="*/ 74795 h 74732"/>
                <a:gd name="connsiteX7" fmla="*/ 36073 w 88651"/>
                <a:gd name="connsiteY7" fmla="*/ 63030 h 74732"/>
                <a:gd name="connsiteX8" fmla="*/ 55792 w 88651"/>
                <a:gd name="connsiteY8" fmla="*/ 74795 h 74732"/>
                <a:gd name="connsiteX9" fmla="*/ 84956 w 88651"/>
                <a:gd name="connsiteY9" fmla="*/ 49442 h 74732"/>
                <a:gd name="connsiteX10" fmla="*/ 82305 w 88651"/>
                <a:gd name="connsiteY10" fmla="*/ 47288 h 74732"/>
                <a:gd name="connsiteX11" fmla="*/ 79157 w 88651"/>
                <a:gd name="connsiteY11" fmla="*/ 50105 h 74732"/>
                <a:gd name="connsiteX12" fmla="*/ 56455 w 88651"/>
                <a:gd name="connsiteY12" fmla="*/ 70156 h 74732"/>
                <a:gd name="connsiteX13" fmla="*/ 46347 w 88651"/>
                <a:gd name="connsiteY13" fmla="*/ 59385 h 74732"/>
                <a:gd name="connsiteX14" fmla="*/ 54964 w 88651"/>
                <a:gd name="connsiteY14" fmla="*/ 21604 h 74732"/>
                <a:gd name="connsiteX15" fmla="*/ 71203 w 88651"/>
                <a:gd name="connsiteY15" fmla="*/ 4702 h 74732"/>
                <a:gd name="connsiteX16" fmla="*/ 80151 w 88651"/>
                <a:gd name="connsiteY16" fmla="*/ 7022 h 74732"/>
                <a:gd name="connsiteX17" fmla="*/ 72860 w 88651"/>
                <a:gd name="connsiteY17" fmla="*/ 16136 h 74732"/>
                <a:gd name="connsiteX18" fmla="*/ 79488 w 88651"/>
                <a:gd name="connsiteY18" fmla="*/ 22267 h 74732"/>
                <a:gd name="connsiteX19" fmla="*/ 88767 w 88651"/>
                <a:gd name="connsiteY19" fmla="*/ 12159 h 74732"/>
                <a:gd name="connsiteX20" fmla="*/ 71534 w 88651"/>
                <a:gd name="connsiteY20" fmla="*/ 63 h 74732"/>
                <a:gd name="connsiteX21" fmla="*/ 52975 w 88651"/>
                <a:gd name="connsiteY21" fmla="*/ 11828 h 74732"/>
                <a:gd name="connsiteX22" fmla="*/ 33091 w 88651"/>
                <a:gd name="connsiteY22" fmla="*/ 63 h 74732"/>
                <a:gd name="connsiteX23" fmla="*/ 3927 w 88651"/>
                <a:gd name="connsiteY23" fmla="*/ 25415 h 74732"/>
                <a:gd name="connsiteX24" fmla="*/ 6744 w 88651"/>
                <a:gd name="connsiteY24" fmla="*/ 27569 h 74732"/>
                <a:gd name="connsiteX25" fmla="*/ 9892 w 88651"/>
                <a:gd name="connsiteY25" fmla="*/ 24753 h 74732"/>
                <a:gd name="connsiteX26" fmla="*/ 32594 w 88651"/>
                <a:gd name="connsiteY26" fmla="*/ 4702 h 74732"/>
                <a:gd name="connsiteX27" fmla="*/ 42536 w 88651"/>
                <a:gd name="connsiteY27" fmla="*/ 15639 h 74732"/>
                <a:gd name="connsiteX28" fmla="*/ 39056 w 88651"/>
                <a:gd name="connsiteY28" fmla="*/ 32872 h 74732"/>
                <a:gd name="connsiteX29" fmla="*/ 33422 w 88651"/>
                <a:gd name="connsiteY29" fmla="*/ 55574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51" h="74732">
                  <a:moveTo>
                    <a:pt x="33422" y="55574"/>
                  </a:moveTo>
                  <a:cubicBezTo>
                    <a:pt x="31765" y="61207"/>
                    <a:pt x="26297" y="70156"/>
                    <a:pt x="17846" y="70156"/>
                  </a:cubicBezTo>
                  <a:cubicBezTo>
                    <a:pt x="17349" y="70156"/>
                    <a:pt x="12378" y="70156"/>
                    <a:pt x="8898" y="67836"/>
                  </a:cubicBezTo>
                  <a:cubicBezTo>
                    <a:pt x="15692" y="65681"/>
                    <a:pt x="16189" y="59716"/>
                    <a:pt x="16189" y="58722"/>
                  </a:cubicBezTo>
                  <a:cubicBezTo>
                    <a:pt x="16189" y="55076"/>
                    <a:pt x="13372" y="52591"/>
                    <a:pt x="9561" y="52591"/>
                  </a:cubicBezTo>
                  <a:cubicBezTo>
                    <a:pt x="4921" y="52591"/>
                    <a:pt x="116" y="56568"/>
                    <a:pt x="116" y="62699"/>
                  </a:cubicBezTo>
                  <a:cubicBezTo>
                    <a:pt x="116" y="70984"/>
                    <a:pt x="9395" y="74795"/>
                    <a:pt x="17515" y="74795"/>
                  </a:cubicBezTo>
                  <a:cubicBezTo>
                    <a:pt x="25137" y="74795"/>
                    <a:pt x="31931" y="69990"/>
                    <a:pt x="36073" y="63030"/>
                  </a:cubicBezTo>
                  <a:cubicBezTo>
                    <a:pt x="40050" y="71813"/>
                    <a:pt x="49164" y="74795"/>
                    <a:pt x="55792" y="74795"/>
                  </a:cubicBezTo>
                  <a:cubicBezTo>
                    <a:pt x="74848" y="74795"/>
                    <a:pt x="84956" y="54082"/>
                    <a:pt x="84956" y="49442"/>
                  </a:cubicBezTo>
                  <a:cubicBezTo>
                    <a:pt x="84956" y="47288"/>
                    <a:pt x="82802" y="47288"/>
                    <a:pt x="82305" y="47288"/>
                  </a:cubicBezTo>
                  <a:cubicBezTo>
                    <a:pt x="79985" y="47288"/>
                    <a:pt x="79819" y="48117"/>
                    <a:pt x="79157" y="50105"/>
                  </a:cubicBezTo>
                  <a:cubicBezTo>
                    <a:pt x="75677" y="61539"/>
                    <a:pt x="65735" y="70156"/>
                    <a:pt x="56455" y="70156"/>
                  </a:cubicBezTo>
                  <a:cubicBezTo>
                    <a:pt x="49827" y="70156"/>
                    <a:pt x="46347" y="65681"/>
                    <a:pt x="46347" y="59385"/>
                  </a:cubicBezTo>
                  <a:cubicBezTo>
                    <a:pt x="46347" y="55076"/>
                    <a:pt x="50324" y="39997"/>
                    <a:pt x="54964" y="21604"/>
                  </a:cubicBezTo>
                  <a:cubicBezTo>
                    <a:pt x="58278" y="8845"/>
                    <a:pt x="65735" y="4702"/>
                    <a:pt x="71203" y="4702"/>
                  </a:cubicBezTo>
                  <a:cubicBezTo>
                    <a:pt x="71534" y="4702"/>
                    <a:pt x="76671" y="4702"/>
                    <a:pt x="80151" y="7022"/>
                  </a:cubicBezTo>
                  <a:cubicBezTo>
                    <a:pt x="74848" y="8513"/>
                    <a:pt x="72860" y="13153"/>
                    <a:pt x="72860" y="16136"/>
                  </a:cubicBezTo>
                  <a:cubicBezTo>
                    <a:pt x="72860" y="19781"/>
                    <a:pt x="75677" y="22267"/>
                    <a:pt x="79488" y="22267"/>
                  </a:cubicBezTo>
                  <a:cubicBezTo>
                    <a:pt x="83299" y="22267"/>
                    <a:pt x="88767" y="19119"/>
                    <a:pt x="88767" y="12159"/>
                  </a:cubicBezTo>
                  <a:cubicBezTo>
                    <a:pt x="88767" y="2880"/>
                    <a:pt x="78162" y="63"/>
                    <a:pt x="71534" y="63"/>
                  </a:cubicBezTo>
                  <a:cubicBezTo>
                    <a:pt x="63249" y="63"/>
                    <a:pt x="56621" y="5531"/>
                    <a:pt x="52975" y="11828"/>
                  </a:cubicBezTo>
                  <a:cubicBezTo>
                    <a:pt x="49993" y="5034"/>
                    <a:pt x="42370" y="63"/>
                    <a:pt x="33091" y="63"/>
                  </a:cubicBezTo>
                  <a:cubicBezTo>
                    <a:pt x="14532" y="63"/>
                    <a:pt x="3927" y="20444"/>
                    <a:pt x="3927" y="25415"/>
                  </a:cubicBezTo>
                  <a:cubicBezTo>
                    <a:pt x="3927" y="27569"/>
                    <a:pt x="6247" y="27569"/>
                    <a:pt x="6744" y="27569"/>
                  </a:cubicBezTo>
                  <a:cubicBezTo>
                    <a:pt x="8898" y="27569"/>
                    <a:pt x="9064" y="26907"/>
                    <a:pt x="9892" y="24753"/>
                  </a:cubicBezTo>
                  <a:cubicBezTo>
                    <a:pt x="14035" y="11828"/>
                    <a:pt x="24474" y="4702"/>
                    <a:pt x="32594" y="4702"/>
                  </a:cubicBezTo>
                  <a:cubicBezTo>
                    <a:pt x="38062" y="4702"/>
                    <a:pt x="42536" y="7685"/>
                    <a:pt x="42536" y="15639"/>
                  </a:cubicBezTo>
                  <a:cubicBezTo>
                    <a:pt x="42536" y="18953"/>
                    <a:pt x="40547" y="27238"/>
                    <a:pt x="39056" y="32872"/>
                  </a:cubicBezTo>
                  <a:lnTo>
                    <a:pt x="33422" y="5557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 name="Freeform: Shape 17">
              <a:extLst>
                <a:ext uri="{FF2B5EF4-FFF2-40B4-BE49-F238E27FC236}">
                  <a16:creationId xmlns:a16="http://schemas.microsoft.com/office/drawing/2014/main" id="{8F9E8AEF-B116-1AB6-A1DC-16C0A5311E6C}"/>
                </a:ext>
              </a:extLst>
            </p:cNvPr>
            <p:cNvSpPr/>
            <p:nvPr>
              <p:custDataLst>
                <p:tags r:id="rId27"/>
              </p:custDataLst>
            </p:nvPr>
          </p:nvSpPr>
          <p:spPr>
            <a:xfrm>
              <a:off x="7791921" y="6993996"/>
              <a:ext cx="41662" cy="80248"/>
            </a:xfrm>
            <a:custGeom>
              <a:avLst/>
              <a:gdLst>
                <a:gd name="connsiteX0" fmla="*/ 36220 w 41662"/>
                <a:gd name="connsiteY0" fmla="*/ 5153 h 80248"/>
                <a:gd name="connsiteX1" fmla="*/ 31012 w 41662"/>
                <a:gd name="connsiteY1" fmla="*/ 64 h 80248"/>
                <a:gd name="connsiteX2" fmla="*/ 23792 w 41662"/>
                <a:gd name="connsiteY2" fmla="*/ 7165 h 80248"/>
                <a:gd name="connsiteX3" fmla="*/ 28882 w 41662"/>
                <a:gd name="connsiteY3" fmla="*/ 12255 h 80248"/>
                <a:gd name="connsiteX4" fmla="*/ 36220 w 41662"/>
                <a:gd name="connsiteY4" fmla="*/ 5153 h 80248"/>
                <a:gd name="connsiteX5" fmla="*/ 41783 w 41662"/>
                <a:gd name="connsiteY5" fmla="*/ 61966 h 80248"/>
                <a:gd name="connsiteX6" fmla="*/ 39297 w 41662"/>
                <a:gd name="connsiteY6" fmla="*/ 60309 h 80248"/>
                <a:gd name="connsiteX7" fmla="*/ 36457 w 41662"/>
                <a:gd name="connsiteY7" fmla="*/ 63031 h 80248"/>
                <a:gd name="connsiteX8" fmla="*/ 23200 w 41662"/>
                <a:gd name="connsiteY8" fmla="*/ 76288 h 80248"/>
                <a:gd name="connsiteX9" fmla="*/ 19650 w 41662"/>
                <a:gd name="connsiteY9" fmla="*/ 71790 h 80248"/>
                <a:gd name="connsiteX10" fmla="*/ 21188 w 41662"/>
                <a:gd name="connsiteY10" fmla="*/ 65753 h 80248"/>
                <a:gd name="connsiteX11" fmla="*/ 23674 w 41662"/>
                <a:gd name="connsiteY11" fmla="*/ 59362 h 80248"/>
                <a:gd name="connsiteX12" fmla="*/ 30420 w 41662"/>
                <a:gd name="connsiteY12" fmla="*/ 43028 h 80248"/>
                <a:gd name="connsiteX13" fmla="*/ 32077 w 41662"/>
                <a:gd name="connsiteY13" fmla="*/ 37110 h 80248"/>
                <a:gd name="connsiteX14" fmla="*/ 19176 w 41662"/>
                <a:gd name="connsiteY14" fmla="*/ 26695 h 80248"/>
                <a:gd name="connsiteX15" fmla="*/ 120 w 41662"/>
                <a:gd name="connsiteY15" fmla="*/ 45040 h 80248"/>
                <a:gd name="connsiteX16" fmla="*/ 2606 w 41662"/>
                <a:gd name="connsiteY16" fmla="*/ 46697 h 80248"/>
                <a:gd name="connsiteX17" fmla="*/ 5328 w 41662"/>
                <a:gd name="connsiteY17" fmla="*/ 44330 h 80248"/>
                <a:gd name="connsiteX18" fmla="*/ 18703 w 41662"/>
                <a:gd name="connsiteY18" fmla="*/ 30719 h 80248"/>
                <a:gd name="connsiteX19" fmla="*/ 22253 w 41662"/>
                <a:gd name="connsiteY19" fmla="*/ 35217 h 80248"/>
                <a:gd name="connsiteX20" fmla="*/ 21543 w 41662"/>
                <a:gd name="connsiteY20" fmla="*/ 39478 h 80248"/>
                <a:gd name="connsiteX21" fmla="*/ 13732 w 41662"/>
                <a:gd name="connsiteY21" fmla="*/ 58297 h 80248"/>
                <a:gd name="connsiteX22" fmla="*/ 11128 w 41662"/>
                <a:gd name="connsiteY22" fmla="*/ 64570 h 80248"/>
                <a:gd name="connsiteX23" fmla="*/ 9826 w 41662"/>
                <a:gd name="connsiteY23" fmla="*/ 69896 h 80248"/>
                <a:gd name="connsiteX24" fmla="*/ 22727 w 41662"/>
                <a:gd name="connsiteY24" fmla="*/ 80312 h 80248"/>
                <a:gd name="connsiteX25" fmla="*/ 41783 w 41662"/>
                <a:gd name="connsiteY25" fmla="*/ 61966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62" h="80248">
                  <a:moveTo>
                    <a:pt x="36220" y="5153"/>
                  </a:moveTo>
                  <a:cubicBezTo>
                    <a:pt x="36220" y="2312"/>
                    <a:pt x="34090" y="64"/>
                    <a:pt x="31012" y="64"/>
                  </a:cubicBezTo>
                  <a:cubicBezTo>
                    <a:pt x="27698" y="64"/>
                    <a:pt x="23792" y="3259"/>
                    <a:pt x="23792" y="7165"/>
                  </a:cubicBezTo>
                  <a:cubicBezTo>
                    <a:pt x="23792" y="10479"/>
                    <a:pt x="26396" y="12255"/>
                    <a:pt x="28882" y="12255"/>
                  </a:cubicBezTo>
                  <a:cubicBezTo>
                    <a:pt x="32788" y="12255"/>
                    <a:pt x="36220" y="8704"/>
                    <a:pt x="36220" y="5153"/>
                  </a:cubicBezTo>
                  <a:close/>
                  <a:moveTo>
                    <a:pt x="41783" y="61966"/>
                  </a:moveTo>
                  <a:cubicBezTo>
                    <a:pt x="41783" y="60309"/>
                    <a:pt x="39771" y="60309"/>
                    <a:pt x="39297" y="60309"/>
                  </a:cubicBezTo>
                  <a:cubicBezTo>
                    <a:pt x="37285" y="60309"/>
                    <a:pt x="37167" y="60782"/>
                    <a:pt x="36457" y="63031"/>
                  </a:cubicBezTo>
                  <a:cubicBezTo>
                    <a:pt x="34445" y="69541"/>
                    <a:pt x="29118" y="76288"/>
                    <a:pt x="23200" y="76288"/>
                  </a:cubicBezTo>
                  <a:cubicBezTo>
                    <a:pt x="20478" y="76288"/>
                    <a:pt x="19650" y="74394"/>
                    <a:pt x="19650" y="71790"/>
                  </a:cubicBezTo>
                  <a:cubicBezTo>
                    <a:pt x="19650" y="69304"/>
                    <a:pt x="20241" y="68002"/>
                    <a:pt x="21188" y="65753"/>
                  </a:cubicBezTo>
                  <a:cubicBezTo>
                    <a:pt x="22135" y="63386"/>
                    <a:pt x="23082" y="61019"/>
                    <a:pt x="23674" y="59362"/>
                  </a:cubicBezTo>
                  <a:cubicBezTo>
                    <a:pt x="24147" y="58297"/>
                    <a:pt x="28763" y="47289"/>
                    <a:pt x="30420" y="43028"/>
                  </a:cubicBezTo>
                  <a:cubicBezTo>
                    <a:pt x="31367" y="40661"/>
                    <a:pt x="32077" y="39122"/>
                    <a:pt x="32077" y="37110"/>
                  </a:cubicBezTo>
                  <a:cubicBezTo>
                    <a:pt x="32077" y="31429"/>
                    <a:pt x="26633" y="26695"/>
                    <a:pt x="19176" y="26695"/>
                  </a:cubicBezTo>
                  <a:cubicBezTo>
                    <a:pt x="6748" y="26695"/>
                    <a:pt x="120" y="41845"/>
                    <a:pt x="120" y="45040"/>
                  </a:cubicBezTo>
                  <a:cubicBezTo>
                    <a:pt x="120" y="46697"/>
                    <a:pt x="2014" y="46697"/>
                    <a:pt x="2606" y="46697"/>
                  </a:cubicBezTo>
                  <a:cubicBezTo>
                    <a:pt x="4618" y="46697"/>
                    <a:pt x="4736" y="46106"/>
                    <a:pt x="5328" y="44330"/>
                  </a:cubicBezTo>
                  <a:cubicBezTo>
                    <a:pt x="7932" y="35927"/>
                    <a:pt x="13613" y="30719"/>
                    <a:pt x="18703" y="30719"/>
                  </a:cubicBezTo>
                  <a:cubicBezTo>
                    <a:pt x="20952" y="30719"/>
                    <a:pt x="22253" y="32021"/>
                    <a:pt x="22253" y="35217"/>
                  </a:cubicBezTo>
                  <a:cubicBezTo>
                    <a:pt x="22253" y="35690"/>
                    <a:pt x="22253" y="37229"/>
                    <a:pt x="21543" y="39478"/>
                  </a:cubicBezTo>
                  <a:cubicBezTo>
                    <a:pt x="20715" y="41608"/>
                    <a:pt x="15389" y="54273"/>
                    <a:pt x="13732" y="58297"/>
                  </a:cubicBezTo>
                  <a:cubicBezTo>
                    <a:pt x="12903" y="60309"/>
                    <a:pt x="12903" y="60546"/>
                    <a:pt x="11128" y="64570"/>
                  </a:cubicBezTo>
                  <a:cubicBezTo>
                    <a:pt x="10536" y="66227"/>
                    <a:pt x="9826" y="67884"/>
                    <a:pt x="9826" y="69896"/>
                  </a:cubicBezTo>
                  <a:cubicBezTo>
                    <a:pt x="9826" y="76051"/>
                    <a:pt x="15625" y="80312"/>
                    <a:pt x="22727" y="80312"/>
                  </a:cubicBezTo>
                  <a:cubicBezTo>
                    <a:pt x="35155" y="80312"/>
                    <a:pt x="41783" y="64925"/>
                    <a:pt x="41783" y="61966"/>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9" name="Freeform: Shape 18">
              <a:extLst>
                <a:ext uri="{FF2B5EF4-FFF2-40B4-BE49-F238E27FC236}">
                  <a16:creationId xmlns:a16="http://schemas.microsoft.com/office/drawing/2014/main" id="{C00C9240-2164-0B30-90B8-100AC3E02706}"/>
                </a:ext>
              </a:extLst>
            </p:cNvPr>
            <p:cNvSpPr/>
            <p:nvPr>
              <p:custDataLst>
                <p:tags r:id="rId28"/>
              </p:custDataLst>
            </p:nvPr>
          </p:nvSpPr>
          <p:spPr>
            <a:xfrm>
              <a:off x="7874036" y="7003702"/>
              <a:ext cx="112016" cy="8119"/>
            </a:xfrm>
            <a:custGeom>
              <a:avLst/>
              <a:gdLst>
                <a:gd name="connsiteX0" fmla="*/ 105511 w 112016"/>
                <a:gd name="connsiteY0" fmla="*/ 8182 h 8119"/>
                <a:gd name="connsiteX1" fmla="*/ 112140 w 112016"/>
                <a:gd name="connsiteY1" fmla="*/ 4205 h 8119"/>
                <a:gd name="connsiteX2" fmla="*/ 105511 w 112016"/>
                <a:gd name="connsiteY2" fmla="*/ 63 h 8119"/>
                <a:gd name="connsiteX3" fmla="*/ 6751 w 112016"/>
                <a:gd name="connsiteY3" fmla="*/ 63 h 8119"/>
                <a:gd name="connsiteX4" fmla="*/ 123 w 112016"/>
                <a:gd name="connsiteY4" fmla="*/ 4039 h 8119"/>
                <a:gd name="connsiteX5" fmla="*/ 6751 w 112016"/>
                <a:gd name="connsiteY5" fmla="*/ 8182 h 8119"/>
                <a:gd name="connsiteX6" fmla="*/ 105511 w 112016"/>
                <a:gd name="connsiteY6" fmla="*/ 8182 h 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16" h="8119">
                  <a:moveTo>
                    <a:pt x="105511" y="8182"/>
                  </a:moveTo>
                  <a:cubicBezTo>
                    <a:pt x="108163" y="8182"/>
                    <a:pt x="112140" y="8182"/>
                    <a:pt x="112140" y="4205"/>
                  </a:cubicBezTo>
                  <a:cubicBezTo>
                    <a:pt x="112140" y="63"/>
                    <a:pt x="108328" y="63"/>
                    <a:pt x="105511" y="63"/>
                  </a:cubicBezTo>
                  <a:lnTo>
                    <a:pt x="6751" y="63"/>
                  </a:lnTo>
                  <a:cubicBezTo>
                    <a:pt x="4100" y="63"/>
                    <a:pt x="123" y="63"/>
                    <a:pt x="123" y="4039"/>
                  </a:cubicBezTo>
                  <a:cubicBezTo>
                    <a:pt x="123" y="8182"/>
                    <a:pt x="3934" y="8182"/>
                    <a:pt x="6751" y="8182"/>
                  </a:cubicBezTo>
                  <a:lnTo>
                    <a:pt x="105511" y="818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20" name="Freeform: Shape 19">
              <a:extLst>
                <a:ext uri="{FF2B5EF4-FFF2-40B4-BE49-F238E27FC236}">
                  <a16:creationId xmlns:a16="http://schemas.microsoft.com/office/drawing/2014/main" id="{2E5A268A-97A6-4761-B018-80F497CBC0AD}"/>
                </a:ext>
              </a:extLst>
            </p:cNvPr>
            <p:cNvSpPr/>
            <p:nvPr>
              <p:custDataLst>
                <p:tags r:id="rId29"/>
              </p:custDataLst>
            </p:nvPr>
          </p:nvSpPr>
          <p:spPr>
            <a:xfrm>
              <a:off x="8029765" y="6950842"/>
              <a:ext cx="65950" cy="6296"/>
            </a:xfrm>
            <a:custGeom>
              <a:avLst/>
              <a:gdLst>
                <a:gd name="connsiteX0" fmla="*/ 66080 w 65950"/>
                <a:gd name="connsiteY0" fmla="*/ 6359 h 6296"/>
                <a:gd name="connsiteX1" fmla="*/ 66080 w 65950"/>
                <a:gd name="connsiteY1" fmla="*/ 63 h 6296"/>
                <a:gd name="connsiteX2" fmla="*/ 130 w 65950"/>
                <a:gd name="connsiteY2" fmla="*/ 63 h 6296"/>
                <a:gd name="connsiteX3" fmla="*/ 130 w 65950"/>
                <a:gd name="connsiteY3" fmla="*/ 6359 h 6296"/>
                <a:gd name="connsiteX4" fmla="*/ 66080 w 65950"/>
                <a:gd name="connsiteY4" fmla="*/ 6359 h 6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50" h="6296">
                  <a:moveTo>
                    <a:pt x="66080" y="6359"/>
                  </a:moveTo>
                  <a:lnTo>
                    <a:pt x="66080" y="63"/>
                  </a:lnTo>
                  <a:lnTo>
                    <a:pt x="130" y="63"/>
                  </a:lnTo>
                  <a:lnTo>
                    <a:pt x="130" y="6359"/>
                  </a:lnTo>
                  <a:lnTo>
                    <a:pt x="66080" y="635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21" name="Freeform: Shape 20">
              <a:extLst>
                <a:ext uri="{FF2B5EF4-FFF2-40B4-BE49-F238E27FC236}">
                  <a16:creationId xmlns:a16="http://schemas.microsoft.com/office/drawing/2014/main" id="{3EF4A730-8D65-D06D-8B3B-4D290A0D30B9}"/>
                </a:ext>
              </a:extLst>
            </p:cNvPr>
            <p:cNvSpPr/>
            <p:nvPr>
              <p:custDataLst>
                <p:tags r:id="rId30"/>
              </p:custDataLst>
            </p:nvPr>
          </p:nvSpPr>
          <p:spPr>
            <a:xfrm>
              <a:off x="8012045" y="6976195"/>
              <a:ext cx="88651" cy="74732"/>
            </a:xfrm>
            <a:custGeom>
              <a:avLst/>
              <a:gdLst>
                <a:gd name="connsiteX0" fmla="*/ 33436 w 88651"/>
                <a:gd name="connsiteY0" fmla="*/ 55574 h 74732"/>
                <a:gd name="connsiteX1" fmla="*/ 17860 w 88651"/>
                <a:gd name="connsiteY1" fmla="*/ 70156 h 74732"/>
                <a:gd name="connsiteX2" fmla="*/ 8912 w 88651"/>
                <a:gd name="connsiteY2" fmla="*/ 67836 h 74732"/>
                <a:gd name="connsiteX3" fmla="*/ 16203 w 88651"/>
                <a:gd name="connsiteY3" fmla="*/ 58722 h 74732"/>
                <a:gd name="connsiteX4" fmla="*/ 9575 w 88651"/>
                <a:gd name="connsiteY4" fmla="*/ 52591 h 74732"/>
                <a:gd name="connsiteX5" fmla="*/ 129 w 88651"/>
                <a:gd name="connsiteY5" fmla="*/ 62699 h 74732"/>
                <a:gd name="connsiteX6" fmla="*/ 17528 w 88651"/>
                <a:gd name="connsiteY6" fmla="*/ 74795 h 74732"/>
                <a:gd name="connsiteX7" fmla="*/ 36087 w 88651"/>
                <a:gd name="connsiteY7" fmla="*/ 63030 h 74732"/>
                <a:gd name="connsiteX8" fmla="*/ 55806 w 88651"/>
                <a:gd name="connsiteY8" fmla="*/ 74795 h 74732"/>
                <a:gd name="connsiteX9" fmla="*/ 84970 w 88651"/>
                <a:gd name="connsiteY9" fmla="*/ 49442 h 74732"/>
                <a:gd name="connsiteX10" fmla="*/ 82319 w 88651"/>
                <a:gd name="connsiteY10" fmla="*/ 47288 h 74732"/>
                <a:gd name="connsiteX11" fmla="*/ 79171 w 88651"/>
                <a:gd name="connsiteY11" fmla="*/ 50105 h 74732"/>
                <a:gd name="connsiteX12" fmla="*/ 56469 w 88651"/>
                <a:gd name="connsiteY12" fmla="*/ 70156 h 74732"/>
                <a:gd name="connsiteX13" fmla="*/ 46361 w 88651"/>
                <a:gd name="connsiteY13" fmla="*/ 59385 h 74732"/>
                <a:gd name="connsiteX14" fmla="*/ 54978 w 88651"/>
                <a:gd name="connsiteY14" fmla="*/ 21604 h 74732"/>
                <a:gd name="connsiteX15" fmla="*/ 71217 w 88651"/>
                <a:gd name="connsiteY15" fmla="*/ 4702 h 74732"/>
                <a:gd name="connsiteX16" fmla="*/ 80165 w 88651"/>
                <a:gd name="connsiteY16" fmla="*/ 7022 h 74732"/>
                <a:gd name="connsiteX17" fmla="*/ 72874 w 88651"/>
                <a:gd name="connsiteY17" fmla="*/ 16136 h 74732"/>
                <a:gd name="connsiteX18" fmla="*/ 79502 w 88651"/>
                <a:gd name="connsiteY18" fmla="*/ 22267 h 74732"/>
                <a:gd name="connsiteX19" fmla="*/ 88781 w 88651"/>
                <a:gd name="connsiteY19" fmla="*/ 12159 h 74732"/>
                <a:gd name="connsiteX20" fmla="*/ 71548 w 88651"/>
                <a:gd name="connsiteY20" fmla="*/ 63 h 74732"/>
                <a:gd name="connsiteX21" fmla="*/ 52989 w 88651"/>
                <a:gd name="connsiteY21" fmla="*/ 11828 h 74732"/>
                <a:gd name="connsiteX22" fmla="*/ 33105 w 88651"/>
                <a:gd name="connsiteY22" fmla="*/ 63 h 74732"/>
                <a:gd name="connsiteX23" fmla="*/ 3941 w 88651"/>
                <a:gd name="connsiteY23" fmla="*/ 25415 h 74732"/>
                <a:gd name="connsiteX24" fmla="*/ 6758 w 88651"/>
                <a:gd name="connsiteY24" fmla="*/ 27569 h 74732"/>
                <a:gd name="connsiteX25" fmla="*/ 9906 w 88651"/>
                <a:gd name="connsiteY25" fmla="*/ 24753 h 74732"/>
                <a:gd name="connsiteX26" fmla="*/ 32608 w 88651"/>
                <a:gd name="connsiteY26" fmla="*/ 4702 h 74732"/>
                <a:gd name="connsiteX27" fmla="*/ 42550 w 88651"/>
                <a:gd name="connsiteY27" fmla="*/ 15639 h 74732"/>
                <a:gd name="connsiteX28" fmla="*/ 39070 w 88651"/>
                <a:gd name="connsiteY28" fmla="*/ 32872 h 74732"/>
                <a:gd name="connsiteX29" fmla="*/ 33436 w 88651"/>
                <a:gd name="connsiteY29" fmla="*/ 55574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51" h="74732">
                  <a:moveTo>
                    <a:pt x="33436" y="55574"/>
                  </a:moveTo>
                  <a:cubicBezTo>
                    <a:pt x="31779" y="61207"/>
                    <a:pt x="26311" y="70156"/>
                    <a:pt x="17860" y="70156"/>
                  </a:cubicBezTo>
                  <a:cubicBezTo>
                    <a:pt x="17363" y="70156"/>
                    <a:pt x="12392" y="70156"/>
                    <a:pt x="8912" y="67836"/>
                  </a:cubicBezTo>
                  <a:cubicBezTo>
                    <a:pt x="15706" y="65681"/>
                    <a:pt x="16203" y="59716"/>
                    <a:pt x="16203" y="58722"/>
                  </a:cubicBezTo>
                  <a:cubicBezTo>
                    <a:pt x="16203" y="55076"/>
                    <a:pt x="13386" y="52591"/>
                    <a:pt x="9575" y="52591"/>
                  </a:cubicBezTo>
                  <a:cubicBezTo>
                    <a:pt x="4935" y="52591"/>
                    <a:pt x="129" y="56568"/>
                    <a:pt x="129" y="62699"/>
                  </a:cubicBezTo>
                  <a:cubicBezTo>
                    <a:pt x="129" y="70984"/>
                    <a:pt x="9409" y="74795"/>
                    <a:pt x="17528" y="74795"/>
                  </a:cubicBezTo>
                  <a:cubicBezTo>
                    <a:pt x="25151" y="74795"/>
                    <a:pt x="31945" y="69990"/>
                    <a:pt x="36087" y="63030"/>
                  </a:cubicBezTo>
                  <a:cubicBezTo>
                    <a:pt x="40064" y="71813"/>
                    <a:pt x="49178" y="74795"/>
                    <a:pt x="55806" y="74795"/>
                  </a:cubicBezTo>
                  <a:cubicBezTo>
                    <a:pt x="74862" y="74795"/>
                    <a:pt x="84970" y="54082"/>
                    <a:pt x="84970" y="49442"/>
                  </a:cubicBezTo>
                  <a:cubicBezTo>
                    <a:pt x="84970" y="47288"/>
                    <a:pt x="82816" y="47288"/>
                    <a:pt x="82319" y="47288"/>
                  </a:cubicBezTo>
                  <a:cubicBezTo>
                    <a:pt x="79999" y="47288"/>
                    <a:pt x="79833" y="48117"/>
                    <a:pt x="79171" y="50105"/>
                  </a:cubicBezTo>
                  <a:cubicBezTo>
                    <a:pt x="75691" y="61539"/>
                    <a:pt x="65748" y="70156"/>
                    <a:pt x="56469" y="70156"/>
                  </a:cubicBezTo>
                  <a:cubicBezTo>
                    <a:pt x="49841" y="70156"/>
                    <a:pt x="46361" y="65681"/>
                    <a:pt x="46361" y="59385"/>
                  </a:cubicBezTo>
                  <a:cubicBezTo>
                    <a:pt x="46361" y="55076"/>
                    <a:pt x="50338" y="39997"/>
                    <a:pt x="54978" y="21604"/>
                  </a:cubicBezTo>
                  <a:cubicBezTo>
                    <a:pt x="58292" y="8845"/>
                    <a:pt x="65748" y="4702"/>
                    <a:pt x="71217" y="4702"/>
                  </a:cubicBezTo>
                  <a:cubicBezTo>
                    <a:pt x="71548" y="4702"/>
                    <a:pt x="76685" y="4702"/>
                    <a:pt x="80165" y="7022"/>
                  </a:cubicBezTo>
                  <a:cubicBezTo>
                    <a:pt x="74862" y="8513"/>
                    <a:pt x="72874" y="13153"/>
                    <a:pt x="72874" y="16136"/>
                  </a:cubicBezTo>
                  <a:cubicBezTo>
                    <a:pt x="72874" y="19781"/>
                    <a:pt x="75691" y="22267"/>
                    <a:pt x="79502" y="22267"/>
                  </a:cubicBezTo>
                  <a:cubicBezTo>
                    <a:pt x="83313" y="22267"/>
                    <a:pt x="88781" y="19119"/>
                    <a:pt x="88781" y="12159"/>
                  </a:cubicBezTo>
                  <a:cubicBezTo>
                    <a:pt x="88781" y="2880"/>
                    <a:pt x="78176" y="63"/>
                    <a:pt x="71548" y="63"/>
                  </a:cubicBezTo>
                  <a:cubicBezTo>
                    <a:pt x="63263" y="63"/>
                    <a:pt x="56635" y="5531"/>
                    <a:pt x="52989" y="11828"/>
                  </a:cubicBezTo>
                  <a:cubicBezTo>
                    <a:pt x="50007" y="5034"/>
                    <a:pt x="42384" y="63"/>
                    <a:pt x="33105" y="63"/>
                  </a:cubicBezTo>
                  <a:cubicBezTo>
                    <a:pt x="14546" y="63"/>
                    <a:pt x="3941" y="20444"/>
                    <a:pt x="3941" y="25415"/>
                  </a:cubicBezTo>
                  <a:cubicBezTo>
                    <a:pt x="3941" y="27569"/>
                    <a:pt x="6261" y="27569"/>
                    <a:pt x="6758" y="27569"/>
                  </a:cubicBezTo>
                  <a:cubicBezTo>
                    <a:pt x="8912" y="27569"/>
                    <a:pt x="9078" y="26907"/>
                    <a:pt x="9906" y="24753"/>
                  </a:cubicBezTo>
                  <a:cubicBezTo>
                    <a:pt x="14049" y="11828"/>
                    <a:pt x="24488" y="4702"/>
                    <a:pt x="32608" y="4702"/>
                  </a:cubicBezTo>
                  <a:cubicBezTo>
                    <a:pt x="38076" y="4702"/>
                    <a:pt x="42550" y="7685"/>
                    <a:pt x="42550" y="15639"/>
                  </a:cubicBezTo>
                  <a:cubicBezTo>
                    <a:pt x="42550" y="18953"/>
                    <a:pt x="40561" y="27238"/>
                    <a:pt x="39070" y="32872"/>
                  </a:cubicBezTo>
                  <a:lnTo>
                    <a:pt x="33436" y="5557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22" name="Freeform: Shape 21">
              <a:extLst>
                <a:ext uri="{FF2B5EF4-FFF2-40B4-BE49-F238E27FC236}">
                  <a16:creationId xmlns:a16="http://schemas.microsoft.com/office/drawing/2014/main" id="{FF7D2B39-94D8-4F4F-074F-7AC9DD2017E5}"/>
                </a:ext>
              </a:extLst>
            </p:cNvPr>
            <p:cNvSpPr/>
            <p:nvPr>
              <p:custDataLst>
                <p:tags r:id="rId31"/>
              </p:custDataLst>
            </p:nvPr>
          </p:nvSpPr>
          <p:spPr>
            <a:xfrm>
              <a:off x="8123202" y="6924992"/>
              <a:ext cx="42917" cy="165538"/>
            </a:xfrm>
            <a:custGeom>
              <a:avLst/>
              <a:gdLst>
                <a:gd name="connsiteX0" fmla="*/ 3282 w 42917"/>
                <a:gd name="connsiteY0" fmla="*/ 63 h 165538"/>
                <a:gd name="connsiteX1" fmla="*/ 134 w 42917"/>
                <a:gd name="connsiteY1" fmla="*/ 2051 h 165538"/>
                <a:gd name="connsiteX2" fmla="*/ 1625 w 42917"/>
                <a:gd name="connsiteY2" fmla="*/ 4537 h 165538"/>
                <a:gd name="connsiteX3" fmla="*/ 31784 w 42917"/>
                <a:gd name="connsiteY3" fmla="*/ 82749 h 165538"/>
                <a:gd name="connsiteX4" fmla="*/ 3117 w 42917"/>
                <a:gd name="connsiteY4" fmla="*/ 159802 h 165538"/>
                <a:gd name="connsiteX5" fmla="*/ 134 w 42917"/>
                <a:gd name="connsiteY5" fmla="*/ 163613 h 165538"/>
                <a:gd name="connsiteX6" fmla="*/ 2288 w 42917"/>
                <a:gd name="connsiteY6" fmla="*/ 165601 h 165538"/>
                <a:gd name="connsiteX7" fmla="*/ 30955 w 42917"/>
                <a:gd name="connsiteY7" fmla="*/ 133952 h 165538"/>
                <a:gd name="connsiteX8" fmla="*/ 43051 w 42917"/>
                <a:gd name="connsiteY8" fmla="*/ 82915 h 165538"/>
                <a:gd name="connsiteX9" fmla="*/ 3282 w 42917"/>
                <a:gd name="connsiteY9" fmla="*/ 63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917" h="165538">
                  <a:moveTo>
                    <a:pt x="3282" y="63"/>
                  </a:moveTo>
                  <a:cubicBezTo>
                    <a:pt x="2122" y="63"/>
                    <a:pt x="134" y="63"/>
                    <a:pt x="134" y="2051"/>
                  </a:cubicBezTo>
                  <a:cubicBezTo>
                    <a:pt x="134" y="2880"/>
                    <a:pt x="631" y="3377"/>
                    <a:pt x="1625" y="4537"/>
                  </a:cubicBezTo>
                  <a:cubicBezTo>
                    <a:pt x="15876" y="17627"/>
                    <a:pt x="31784" y="39997"/>
                    <a:pt x="31784" y="82749"/>
                  </a:cubicBezTo>
                  <a:cubicBezTo>
                    <a:pt x="31784" y="117381"/>
                    <a:pt x="21013" y="143563"/>
                    <a:pt x="3117" y="159802"/>
                  </a:cubicBezTo>
                  <a:cubicBezTo>
                    <a:pt x="300" y="162619"/>
                    <a:pt x="134" y="162784"/>
                    <a:pt x="134" y="163613"/>
                  </a:cubicBezTo>
                  <a:cubicBezTo>
                    <a:pt x="134" y="164441"/>
                    <a:pt x="631" y="165601"/>
                    <a:pt x="2288" y="165601"/>
                  </a:cubicBezTo>
                  <a:cubicBezTo>
                    <a:pt x="4277" y="165601"/>
                    <a:pt x="20019" y="154665"/>
                    <a:pt x="30955" y="133952"/>
                  </a:cubicBezTo>
                  <a:cubicBezTo>
                    <a:pt x="38246" y="120198"/>
                    <a:pt x="43051" y="102302"/>
                    <a:pt x="43051" y="82915"/>
                  </a:cubicBezTo>
                  <a:cubicBezTo>
                    <a:pt x="43051" y="59550"/>
                    <a:pt x="36092" y="23261"/>
                    <a:pt x="3282" y="63"/>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23" name="Freeform: Shape 22">
              <a:extLst>
                <a:ext uri="{FF2B5EF4-FFF2-40B4-BE49-F238E27FC236}">
                  <a16:creationId xmlns:a16="http://schemas.microsoft.com/office/drawing/2014/main" id="{5640AE77-1D79-7CB0-509D-B6CE4BEA3821}"/>
                </a:ext>
              </a:extLst>
            </p:cNvPr>
            <p:cNvSpPr/>
            <p:nvPr>
              <p:custDataLst>
                <p:tags r:id="rId32"/>
              </p:custDataLst>
            </p:nvPr>
          </p:nvSpPr>
          <p:spPr>
            <a:xfrm>
              <a:off x="8204469" y="6924992"/>
              <a:ext cx="43083" cy="165538"/>
            </a:xfrm>
            <a:custGeom>
              <a:avLst/>
              <a:gdLst>
                <a:gd name="connsiteX0" fmla="*/ 39906 w 43083"/>
                <a:gd name="connsiteY0" fmla="*/ 63 h 165538"/>
                <a:gd name="connsiteX1" fmla="*/ 137 w 43083"/>
                <a:gd name="connsiteY1" fmla="*/ 82749 h 165538"/>
                <a:gd name="connsiteX2" fmla="*/ 39906 w 43083"/>
                <a:gd name="connsiteY2" fmla="*/ 165601 h 165538"/>
                <a:gd name="connsiteX3" fmla="*/ 43220 w 43083"/>
                <a:gd name="connsiteY3" fmla="*/ 163613 h 165538"/>
                <a:gd name="connsiteX4" fmla="*/ 41563 w 43083"/>
                <a:gd name="connsiteY4" fmla="*/ 161127 h 165538"/>
                <a:gd name="connsiteX5" fmla="*/ 11405 w 43083"/>
                <a:gd name="connsiteY5" fmla="*/ 82915 h 165538"/>
                <a:gd name="connsiteX6" fmla="*/ 42060 w 43083"/>
                <a:gd name="connsiteY6" fmla="*/ 4039 h 165538"/>
                <a:gd name="connsiteX7" fmla="*/ 43220 w 43083"/>
                <a:gd name="connsiteY7" fmla="*/ 2051 h 165538"/>
                <a:gd name="connsiteX8" fmla="*/ 39906 w 43083"/>
                <a:gd name="connsiteY8" fmla="*/ 63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83" h="165538">
                  <a:moveTo>
                    <a:pt x="39906" y="63"/>
                  </a:moveTo>
                  <a:cubicBezTo>
                    <a:pt x="8422" y="22267"/>
                    <a:pt x="137" y="57396"/>
                    <a:pt x="137" y="82749"/>
                  </a:cubicBezTo>
                  <a:cubicBezTo>
                    <a:pt x="137" y="106113"/>
                    <a:pt x="7097" y="142403"/>
                    <a:pt x="39906" y="165601"/>
                  </a:cubicBezTo>
                  <a:cubicBezTo>
                    <a:pt x="41232" y="165601"/>
                    <a:pt x="43220" y="165601"/>
                    <a:pt x="43220" y="163613"/>
                  </a:cubicBezTo>
                  <a:cubicBezTo>
                    <a:pt x="43220" y="162619"/>
                    <a:pt x="42723" y="162287"/>
                    <a:pt x="41563" y="161127"/>
                  </a:cubicBezTo>
                  <a:cubicBezTo>
                    <a:pt x="19525" y="141243"/>
                    <a:pt x="11405" y="113073"/>
                    <a:pt x="11405" y="82915"/>
                  </a:cubicBezTo>
                  <a:cubicBezTo>
                    <a:pt x="11405" y="38175"/>
                    <a:pt x="28473" y="16302"/>
                    <a:pt x="42060" y="4039"/>
                  </a:cubicBezTo>
                  <a:cubicBezTo>
                    <a:pt x="42723" y="3377"/>
                    <a:pt x="43220" y="2880"/>
                    <a:pt x="43220" y="2051"/>
                  </a:cubicBezTo>
                  <a:cubicBezTo>
                    <a:pt x="43220" y="63"/>
                    <a:pt x="41232" y="63"/>
                    <a:pt x="39906" y="63"/>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24" name="Freeform: Shape 23">
              <a:extLst>
                <a:ext uri="{FF2B5EF4-FFF2-40B4-BE49-F238E27FC236}">
                  <a16:creationId xmlns:a16="http://schemas.microsoft.com/office/drawing/2014/main" id="{813EF205-4A28-71E9-DC4C-7D52B039D499}"/>
                </a:ext>
              </a:extLst>
            </p:cNvPr>
            <p:cNvSpPr/>
            <p:nvPr>
              <p:custDataLst>
                <p:tags r:id="rId33"/>
              </p:custDataLst>
            </p:nvPr>
          </p:nvSpPr>
          <p:spPr>
            <a:xfrm>
              <a:off x="8267177" y="6976195"/>
              <a:ext cx="85006" cy="106879"/>
            </a:xfrm>
            <a:custGeom>
              <a:avLst/>
              <a:gdLst>
                <a:gd name="connsiteX0" fmla="*/ 84484 w 85006"/>
                <a:gd name="connsiteY0" fmla="*/ 10668 h 106879"/>
                <a:gd name="connsiteX1" fmla="*/ 85147 w 85006"/>
                <a:gd name="connsiteY1" fmla="*/ 7022 h 106879"/>
                <a:gd name="connsiteX2" fmla="*/ 79678 w 85006"/>
                <a:gd name="connsiteY2" fmla="*/ 1720 h 106879"/>
                <a:gd name="connsiteX3" fmla="*/ 72885 w 85006"/>
                <a:gd name="connsiteY3" fmla="*/ 5697 h 106879"/>
                <a:gd name="connsiteX4" fmla="*/ 70233 w 85006"/>
                <a:gd name="connsiteY4" fmla="*/ 15307 h 106879"/>
                <a:gd name="connsiteX5" fmla="*/ 66753 w 85006"/>
                <a:gd name="connsiteY5" fmla="*/ 29061 h 106879"/>
                <a:gd name="connsiteX6" fmla="*/ 60125 w 85006"/>
                <a:gd name="connsiteY6" fmla="*/ 55739 h 106879"/>
                <a:gd name="connsiteX7" fmla="*/ 39744 w 85006"/>
                <a:gd name="connsiteY7" fmla="*/ 70156 h 106879"/>
                <a:gd name="connsiteX8" fmla="*/ 28476 w 85006"/>
                <a:gd name="connsiteY8" fmla="*/ 56402 h 106879"/>
                <a:gd name="connsiteX9" fmla="*/ 37258 w 85006"/>
                <a:gd name="connsiteY9" fmla="*/ 24255 h 106879"/>
                <a:gd name="connsiteX10" fmla="*/ 40075 w 85006"/>
                <a:gd name="connsiteY10" fmla="*/ 14147 h 106879"/>
                <a:gd name="connsiteX11" fmla="*/ 24333 w 85006"/>
                <a:gd name="connsiteY11" fmla="*/ 63 h 106879"/>
                <a:gd name="connsiteX12" fmla="*/ 140 w 85006"/>
                <a:gd name="connsiteY12" fmla="*/ 25415 h 106879"/>
                <a:gd name="connsiteX13" fmla="*/ 2957 w 85006"/>
                <a:gd name="connsiteY13" fmla="*/ 27569 h 106879"/>
                <a:gd name="connsiteX14" fmla="*/ 5940 w 85006"/>
                <a:gd name="connsiteY14" fmla="*/ 24918 h 106879"/>
                <a:gd name="connsiteX15" fmla="*/ 23836 w 85006"/>
                <a:gd name="connsiteY15" fmla="*/ 4702 h 106879"/>
                <a:gd name="connsiteX16" fmla="*/ 27979 w 85006"/>
                <a:gd name="connsiteY16" fmla="*/ 10502 h 106879"/>
                <a:gd name="connsiteX17" fmla="*/ 25659 w 85006"/>
                <a:gd name="connsiteY17" fmla="*/ 20113 h 106879"/>
                <a:gd name="connsiteX18" fmla="*/ 16048 w 85006"/>
                <a:gd name="connsiteY18" fmla="*/ 53751 h 106879"/>
                <a:gd name="connsiteX19" fmla="*/ 22510 w 85006"/>
                <a:gd name="connsiteY19" fmla="*/ 69658 h 106879"/>
                <a:gd name="connsiteX20" fmla="*/ 39081 w 85006"/>
                <a:gd name="connsiteY20" fmla="*/ 74795 h 106879"/>
                <a:gd name="connsiteX21" fmla="*/ 57143 w 85006"/>
                <a:gd name="connsiteY21" fmla="*/ 67339 h 106879"/>
                <a:gd name="connsiteX22" fmla="*/ 46206 w 85006"/>
                <a:gd name="connsiteY22" fmla="*/ 91697 h 106879"/>
                <a:gd name="connsiteX23" fmla="*/ 26322 w 85006"/>
                <a:gd name="connsiteY23" fmla="*/ 102302 h 106879"/>
                <a:gd name="connsiteX24" fmla="*/ 13894 w 85006"/>
                <a:gd name="connsiteY24" fmla="*/ 96834 h 106879"/>
                <a:gd name="connsiteX25" fmla="*/ 22842 w 85006"/>
                <a:gd name="connsiteY25" fmla="*/ 87720 h 106879"/>
                <a:gd name="connsiteX26" fmla="*/ 16379 w 85006"/>
                <a:gd name="connsiteY26" fmla="*/ 81423 h 106879"/>
                <a:gd name="connsiteX27" fmla="*/ 6768 w 85006"/>
                <a:gd name="connsiteY27" fmla="*/ 92360 h 106879"/>
                <a:gd name="connsiteX28" fmla="*/ 26487 w 85006"/>
                <a:gd name="connsiteY28" fmla="*/ 106942 h 106879"/>
                <a:gd name="connsiteX29" fmla="*/ 68742 w 85006"/>
                <a:gd name="connsiteY29" fmla="*/ 73304 h 106879"/>
                <a:gd name="connsiteX30" fmla="*/ 84484 w 85006"/>
                <a:gd name="connsiteY30" fmla="*/ 10668 h 10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006" h="106879">
                  <a:moveTo>
                    <a:pt x="84484" y="10668"/>
                  </a:moveTo>
                  <a:cubicBezTo>
                    <a:pt x="85147" y="8348"/>
                    <a:pt x="85147" y="8016"/>
                    <a:pt x="85147" y="7022"/>
                  </a:cubicBezTo>
                  <a:cubicBezTo>
                    <a:pt x="85147" y="3708"/>
                    <a:pt x="82495" y="1720"/>
                    <a:pt x="79678" y="1720"/>
                  </a:cubicBezTo>
                  <a:cubicBezTo>
                    <a:pt x="77856" y="1720"/>
                    <a:pt x="74707" y="2548"/>
                    <a:pt x="72885" y="5697"/>
                  </a:cubicBezTo>
                  <a:cubicBezTo>
                    <a:pt x="72387" y="6691"/>
                    <a:pt x="71062" y="11993"/>
                    <a:pt x="70233" y="15307"/>
                  </a:cubicBezTo>
                  <a:lnTo>
                    <a:pt x="66753" y="29061"/>
                  </a:lnTo>
                  <a:cubicBezTo>
                    <a:pt x="65759" y="33038"/>
                    <a:pt x="60622" y="53916"/>
                    <a:pt x="60125" y="55739"/>
                  </a:cubicBezTo>
                  <a:cubicBezTo>
                    <a:pt x="59960" y="55739"/>
                    <a:pt x="52669" y="70156"/>
                    <a:pt x="39744" y="70156"/>
                  </a:cubicBezTo>
                  <a:cubicBezTo>
                    <a:pt x="28476" y="70156"/>
                    <a:pt x="28476" y="59385"/>
                    <a:pt x="28476" y="56402"/>
                  </a:cubicBezTo>
                  <a:cubicBezTo>
                    <a:pt x="28476" y="47454"/>
                    <a:pt x="32287" y="37015"/>
                    <a:pt x="37258" y="24255"/>
                  </a:cubicBezTo>
                  <a:cubicBezTo>
                    <a:pt x="39246" y="18953"/>
                    <a:pt x="40075" y="16964"/>
                    <a:pt x="40075" y="14147"/>
                  </a:cubicBezTo>
                  <a:cubicBezTo>
                    <a:pt x="40075" y="6194"/>
                    <a:pt x="33281" y="63"/>
                    <a:pt x="24333" y="63"/>
                  </a:cubicBezTo>
                  <a:cubicBezTo>
                    <a:pt x="7597" y="63"/>
                    <a:pt x="140" y="22598"/>
                    <a:pt x="140" y="25415"/>
                  </a:cubicBezTo>
                  <a:cubicBezTo>
                    <a:pt x="140" y="27569"/>
                    <a:pt x="2460" y="27569"/>
                    <a:pt x="2957" y="27569"/>
                  </a:cubicBezTo>
                  <a:cubicBezTo>
                    <a:pt x="5277" y="27569"/>
                    <a:pt x="5443" y="26741"/>
                    <a:pt x="5940" y="24918"/>
                  </a:cubicBezTo>
                  <a:cubicBezTo>
                    <a:pt x="10082" y="11165"/>
                    <a:pt x="17208" y="4702"/>
                    <a:pt x="23836" y="4702"/>
                  </a:cubicBezTo>
                  <a:cubicBezTo>
                    <a:pt x="26653" y="4702"/>
                    <a:pt x="27979" y="6525"/>
                    <a:pt x="27979" y="10502"/>
                  </a:cubicBezTo>
                  <a:cubicBezTo>
                    <a:pt x="27979" y="14313"/>
                    <a:pt x="26487" y="17959"/>
                    <a:pt x="25659" y="20113"/>
                  </a:cubicBezTo>
                  <a:cubicBezTo>
                    <a:pt x="17705" y="40329"/>
                    <a:pt x="16048" y="46460"/>
                    <a:pt x="16048" y="53751"/>
                  </a:cubicBezTo>
                  <a:cubicBezTo>
                    <a:pt x="16048" y="56568"/>
                    <a:pt x="16048" y="64356"/>
                    <a:pt x="22510" y="69658"/>
                  </a:cubicBezTo>
                  <a:cubicBezTo>
                    <a:pt x="27647" y="73967"/>
                    <a:pt x="34607" y="74795"/>
                    <a:pt x="39081" y="74795"/>
                  </a:cubicBezTo>
                  <a:cubicBezTo>
                    <a:pt x="45709" y="74795"/>
                    <a:pt x="51674" y="72310"/>
                    <a:pt x="57143" y="67339"/>
                  </a:cubicBezTo>
                  <a:cubicBezTo>
                    <a:pt x="54988" y="76452"/>
                    <a:pt x="53166" y="83412"/>
                    <a:pt x="46206" y="91697"/>
                  </a:cubicBezTo>
                  <a:cubicBezTo>
                    <a:pt x="41732" y="96834"/>
                    <a:pt x="35104" y="102302"/>
                    <a:pt x="26322" y="102302"/>
                  </a:cubicBezTo>
                  <a:cubicBezTo>
                    <a:pt x="25162" y="102302"/>
                    <a:pt x="17373" y="102302"/>
                    <a:pt x="13894" y="96834"/>
                  </a:cubicBezTo>
                  <a:cubicBezTo>
                    <a:pt x="22842" y="95840"/>
                    <a:pt x="22842" y="87886"/>
                    <a:pt x="22842" y="87720"/>
                  </a:cubicBezTo>
                  <a:cubicBezTo>
                    <a:pt x="22842" y="82418"/>
                    <a:pt x="18036" y="81423"/>
                    <a:pt x="16379" y="81423"/>
                  </a:cubicBezTo>
                  <a:cubicBezTo>
                    <a:pt x="12237" y="81423"/>
                    <a:pt x="6768" y="84737"/>
                    <a:pt x="6768" y="92360"/>
                  </a:cubicBezTo>
                  <a:cubicBezTo>
                    <a:pt x="6768" y="100811"/>
                    <a:pt x="14722" y="106942"/>
                    <a:pt x="26487" y="106942"/>
                  </a:cubicBezTo>
                  <a:cubicBezTo>
                    <a:pt x="43223" y="106942"/>
                    <a:pt x="63605" y="94017"/>
                    <a:pt x="68742" y="73304"/>
                  </a:cubicBezTo>
                  <a:lnTo>
                    <a:pt x="84484" y="106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64" name="Freeform: Shape 63">
              <a:extLst>
                <a:ext uri="{FF2B5EF4-FFF2-40B4-BE49-F238E27FC236}">
                  <a16:creationId xmlns:a16="http://schemas.microsoft.com/office/drawing/2014/main" id="{A0813071-DF5B-5FBE-A3DE-AA484055EAE4}"/>
                </a:ext>
              </a:extLst>
            </p:cNvPr>
            <p:cNvSpPr/>
            <p:nvPr>
              <p:custDataLst>
                <p:tags r:id="rId34"/>
              </p:custDataLst>
            </p:nvPr>
          </p:nvSpPr>
          <p:spPr>
            <a:xfrm>
              <a:off x="8366164" y="6993996"/>
              <a:ext cx="41662" cy="80248"/>
            </a:xfrm>
            <a:custGeom>
              <a:avLst/>
              <a:gdLst>
                <a:gd name="connsiteX0" fmla="*/ 36244 w 41662"/>
                <a:gd name="connsiteY0" fmla="*/ 5153 h 80248"/>
                <a:gd name="connsiteX1" fmla="*/ 31036 w 41662"/>
                <a:gd name="connsiteY1" fmla="*/ 64 h 80248"/>
                <a:gd name="connsiteX2" fmla="*/ 23816 w 41662"/>
                <a:gd name="connsiteY2" fmla="*/ 7165 h 80248"/>
                <a:gd name="connsiteX3" fmla="*/ 28906 w 41662"/>
                <a:gd name="connsiteY3" fmla="*/ 12255 h 80248"/>
                <a:gd name="connsiteX4" fmla="*/ 36244 w 41662"/>
                <a:gd name="connsiteY4" fmla="*/ 5153 h 80248"/>
                <a:gd name="connsiteX5" fmla="*/ 41807 w 41662"/>
                <a:gd name="connsiteY5" fmla="*/ 61966 h 80248"/>
                <a:gd name="connsiteX6" fmla="*/ 39322 w 41662"/>
                <a:gd name="connsiteY6" fmla="*/ 60309 h 80248"/>
                <a:gd name="connsiteX7" fmla="*/ 36481 w 41662"/>
                <a:gd name="connsiteY7" fmla="*/ 63031 h 80248"/>
                <a:gd name="connsiteX8" fmla="*/ 23225 w 41662"/>
                <a:gd name="connsiteY8" fmla="*/ 76288 h 80248"/>
                <a:gd name="connsiteX9" fmla="*/ 19674 w 41662"/>
                <a:gd name="connsiteY9" fmla="*/ 71790 h 80248"/>
                <a:gd name="connsiteX10" fmla="*/ 21212 w 41662"/>
                <a:gd name="connsiteY10" fmla="*/ 65753 h 80248"/>
                <a:gd name="connsiteX11" fmla="*/ 23698 w 41662"/>
                <a:gd name="connsiteY11" fmla="*/ 59362 h 80248"/>
                <a:gd name="connsiteX12" fmla="*/ 30445 w 41662"/>
                <a:gd name="connsiteY12" fmla="*/ 43028 h 80248"/>
                <a:gd name="connsiteX13" fmla="*/ 32102 w 41662"/>
                <a:gd name="connsiteY13" fmla="*/ 37110 h 80248"/>
                <a:gd name="connsiteX14" fmla="*/ 19200 w 41662"/>
                <a:gd name="connsiteY14" fmla="*/ 26695 h 80248"/>
                <a:gd name="connsiteX15" fmla="*/ 144 w 41662"/>
                <a:gd name="connsiteY15" fmla="*/ 45040 h 80248"/>
                <a:gd name="connsiteX16" fmla="*/ 2630 w 41662"/>
                <a:gd name="connsiteY16" fmla="*/ 46697 h 80248"/>
                <a:gd name="connsiteX17" fmla="*/ 5352 w 41662"/>
                <a:gd name="connsiteY17" fmla="*/ 44330 h 80248"/>
                <a:gd name="connsiteX18" fmla="*/ 18727 w 41662"/>
                <a:gd name="connsiteY18" fmla="*/ 30719 h 80248"/>
                <a:gd name="connsiteX19" fmla="*/ 22278 w 41662"/>
                <a:gd name="connsiteY19" fmla="*/ 35217 h 80248"/>
                <a:gd name="connsiteX20" fmla="*/ 21567 w 41662"/>
                <a:gd name="connsiteY20" fmla="*/ 39478 h 80248"/>
                <a:gd name="connsiteX21" fmla="*/ 13756 w 41662"/>
                <a:gd name="connsiteY21" fmla="*/ 58297 h 80248"/>
                <a:gd name="connsiteX22" fmla="*/ 11152 w 41662"/>
                <a:gd name="connsiteY22" fmla="*/ 64570 h 80248"/>
                <a:gd name="connsiteX23" fmla="*/ 9850 w 41662"/>
                <a:gd name="connsiteY23" fmla="*/ 69896 h 80248"/>
                <a:gd name="connsiteX24" fmla="*/ 22751 w 41662"/>
                <a:gd name="connsiteY24" fmla="*/ 80312 h 80248"/>
                <a:gd name="connsiteX25" fmla="*/ 41807 w 41662"/>
                <a:gd name="connsiteY25" fmla="*/ 61966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62" h="80248">
                  <a:moveTo>
                    <a:pt x="36244" y="5153"/>
                  </a:moveTo>
                  <a:cubicBezTo>
                    <a:pt x="36244" y="2312"/>
                    <a:pt x="34114" y="64"/>
                    <a:pt x="31036" y="64"/>
                  </a:cubicBezTo>
                  <a:cubicBezTo>
                    <a:pt x="27722" y="64"/>
                    <a:pt x="23816" y="3259"/>
                    <a:pt x="23816" y="7165"/>
                  </a:cubicBezTo>
                  <a:cubicBezTo>
                    <a:pt x="23816" y="10479"/>
                    <a:pt x="26420" y="12255"/>
                    <a:pt x="28906" y="12255"/>
                  </a:cubicBezTo>
                  <a:cubicBezTo>
                    <a:pt x="32812" y="12255"/>
                    <a:pt x="36244" y="8704"/>
                    <a:pt x="36244" y="5153"/>
                  </a:cubicBezTo>
                  <a:close/>
                  <a:moveTo>
                    <a:pt x="41807" y="61966"/>
                  </a:moveTo>
                  <a:cubicBezTo>
                    <a:pt x="41807" y="60309"/>
                    <a:pt x="39795" y="60309"/>
                    <a:pt x="39322" y="60309"/>
                  </a:cubicBezTo>
                  <a:cubicBezTo>
                    <a:pt x="37309" y="60309"/>
                    <a:pt x="37191" y="60782"/>
                    <a:pt x="36481" y="63031"/>
                  </a:cubicBezTo>
                  <a:cubicBezTo>
                    <a:pt x="34469" y="69541"/>
                    <a:pt x="29143" y="76288"/>
                    <a:pt x="23225" y="76288"/>
                  </a:cubicBezTo>
                  <a:cubicBezTo>
                    <a:pt x="20502" y="76288"/>
                    <a:pt x="19674" y="74394"/>
                    <a:pt x="19674" y="71790"/>
                  </a:cubicBezTo>
                  <a:cubicBezTo>
                    <a:pt x="19674" y="69304"/>
                    <a:pt x="20266" y="68002"/>
                    <a:pt x="21212" y="65753"/>
                  </a:cubicBezTo>
                  <a:cubicBezTo>
                    <a:pt x="22159" y="63386"/>
                    <a:pt x="23106" y="61019"/>
                    <a:pt x="23698" y="59362"/>
                  </a:cubicBezTo>
                  <a:cubicBezTo>
                    <a:pt x="24171" y="58297"/>
                    <a:pt x="28787" y="47289"/>
                    <a:pt x="30445" y="43028"/>
                  </a:cubicBezTo>
                  <a:cubicBezTo>
                    <a:pt x="31391" y="40661"/>
                    <a:pt x="32102" y="39122"/>
                    <a:pt x="32102" y="37110"/>
                  </a:cubicBezTo>
                  <a:cubicBezTo>
                    <a:pt x="32102" y="31429"/>
                    <a:pt x="26657" y="26695"/>
                    <a:pt x="19200" y="26695"/>
                  </a:cubicBezTo>
                  <a:cubicBezTo>
                    <a:pt x="6772" y="26695"/>
                    <a:pt x="144" y="41845"/>
                    <a:pt x="144" y="45040"/>
                  </a:cubicBezTo>
                  <a:cubicBezTo>
                    <a:pt x="144" y="46697"/>
                    <a:pt x="2038" y="46697"/>
                    <a:pt x="2630" y="46697"/>
                  </a:cubicBezTo>
                  <a:cubicBezTo>
                    <a:pt x="4642" y="46697"/>
                    <a:pt x="4760" y="46106"/>
                    <a:pt x="5352" y="44330"/>
                  </a:cubicBezTo>
                  <a:cubicBezTo>
                    <a:pt x="7956" y="35927"/>
                    <a:pt x="13637" y="30719"/>
                    <a:pt x="18727" y="30719"/>
                  </a:cubicBezTo>
                  <a:cubicBezTo>
                    <a:pt x="20976" y="30719"/>
                    <a:pt x="22278" y="32021"/>
                    <a:pt x="22278" y="35217"/>
                  </a:cubicBezTo>
                  <a:cubicBezTo>
                    <a:pt x="22278" y="35690"/>
                    <a:pt x="22278" y="37229"/>
                    <a:pt x="21567" y="39478"/>
                  </a:cubicBezTo>
                  <a:cubicBezTo>
                    <a:pt x="20739" y="41608"/>
                    <a:pt x="15413" y="54273"/>
                    <a:pt x="13756" y="58297"/>
                  </a:cubicBezTo>
                  <a:cubicBezTo>
                    <a:pt x="12927" y="60309"/>
                    <a:pt x="12927" y="60546"/>
                    <a:pt x="11152" y="64570"/>
                  </a:cubicBezTo>
                  <a:cubicBezTo>
                    <a:pt x="10560" y="66227"/>
                    <a:pt x="9850" y="67884"/>
                    <a:pt x="9850" y="69896"/>
                  </a:cubicBezTo>
                  <a:cubicBezTo>
                    <a:pt x="9850" y="76051"/>
                    <a:pt x="15649" y="80312"/>
                    <a:pt x="22751" y="80312"/>
                  </a:cubicBezTo>
                  <a:cubicBezTo>
                    <a:pt x="35179" y="80312"/>
                    <a:pt x="41807" y="64925"/>
                    <a:pt x="41807" y="61966"/>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2" name="Freeform: Shape 141">
              <a:extLst>
                <a:ext uri="{FF2B5EF4-FFF2-40B4-BE49-F238E27FC236}">
                  <a16:creationId xmlns:a16="http://schemas.microsoft.com/office/drawing/2014/main" id="{5A33D72A-206A-9047-47D7-81B67E4F92BB}"/>
                </a:ext>
              </a:extLst>
            </p:cNvPr>
            <p:cNvSpPr/>
            <p:nvPr>
              <p:custDataLst>
                <p:tags r:id="rId35"/>
              </p:custDataLst>
            </p:nvPr>
          </p:nvSpPr>
          <p:spPr>
            <a:xfrm>
              <a:off x="8448279" y="7003702"/>
              <a:ext cx="112016" cy="8119"/>
            </a:xfrm>
            <a:custGeom>
              <a:avLst/>
              <a:gdLst>
                <a:gd name="connsiteX0" fmla="*/ 105535 w 112016"/>
                <a:gd name="connsiteY0" fmla="*/ 8182 h 8119"/>
                <a:gd name="connsiteX1" fmla="*/ 112164 w 112016"/>
                <a:gd name="connsiteY1" fmla="*/ 4205 h 8119"/>
                <a:gd name="connsiteX2" fmla="*/ 105535 w 112016"/>
                <a:gd name="connsiteY2" fmla="*/ 63 h 8119"/>
                <a:gd name="connsiteX3" fmla="*/ 6776 w 112016"/>
                <a:gd name="connsiteY3" fmla="*/ 63 h 8119"/>
                <a:gd name="connsiteX4" fmla="*/ 147 w 112016"/>
                <a:gd name="connsiteY4" fmla="*/ 4039 h 8119"/>
                <a:gd name="connsiteX5" fmla="*/ 6776 w 112016"/>
                <a:gd name="connsiteY5" fmla="*/ 8182 h 8119"/>
                <a:gd name="connsiteX6" fmla="*/ 105535 w 112016"/>
                <a:gd name="connsiteY6" fmla="*/ 8182 h 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16" h="8119">
                  <a:moveTo>
                    <a:pt x="105535" y="8182"/>
                  </a:moveTo>
                  <a:cubicBezTo>
                    <a:pt x="108187" y="8182"/>
                    <a:pt x="112164" y="8182"/>
                    <a:pt x="112164" y="4205"/>
                  </a:cubicBezTo>
                  <a:cubicBezTo>
                    <a:pt x="112164" y="63"/>
                    <a:pt x="108352" y="63"/>
                    <a:pt x="105535" y="63"/>
                  </a:cubicBezTo>
                  <a:lnTo>
                    <a:pt x="6776" y="63"/>
                  </a:lnTo>
                  <a:cubicBezTo>
                    <a:pt x="4124" y="63"/>
                    <a:pt x="147" y="63"/>
                    <a:pt x="147" y="4039"/>
                  </a:cubicBezTo>
                  <a:cubicBezTo>
                    <a:pt x="147" y="8182"/>
                    <a:pt x="3959" y="8182"/>
                    <a:pt x="6776" y="8182"/>
                  </a:cubicBezTo>
                  <a:lnTo>
                    <a:pt x="105535" y="818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3" name="Freeform: Shape 142">
              <a:extLst>
                <a:ext uri="{FF2B5EF4-FFF2-40B4-BE49-F238E27FC236}">
                  <a16:creationId xmlns:a16="http://schemas.microsoft.com/office/drawing/2014/main" id="{505FCBDA-A44F-57D0-D04B-5F4FFDD8D337}"/>
                </a:ext>
              </a:extLst>
            </p:cNvPr>
            <p:cNvSpPr/>
            <p:nvPr>
              <p:custDataLst>
                <p:tags r:id="rId36"/>
              </p:custDataLst>
            </p:nvPr>
          </p:nvSpPr>
          <p:spPr>
            <a:xfrm>
              <a:off x="8606406" y="6950842"/>
              <a:ext cx="65950" cy="6296"/>
            </a:xfrm>
            <a:custGeom>
              <a:avLst/>
              <a:gdLst>
                <a:gd name="connsiteX0" fmla="*/ 66105 w 65950"/>
                <a:gd name="connsiteY0" fmla="*/ 6359 h 6296"/>
                <a:gd name="connsiteX1" fmla="*/ 66105 w 65950"/>
                <a:gd name="connsiteY1" fmla="*/ 63 h 6296"/>
                <a:gd name="connsiteX2" fmla="*/ 154 w 65950"/>
                <a:gd name="connsiteY2" fmla="*/ 63 h 6296"/>
                <a:gd name="connsiteX3" fmla="*/ 154 w 65950"/>
                <a:gd name="connsiteY3" fmla="*/ 6359 h 6296"/>
                <a:gd name="connsiteX4" fmla="*/ 66105 w 65950"/>
                <a:gd name="connsiteY4" fmla="*/ 6359 h 6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50" h="6296">
                  <a:moveTo>
                    <a:pt x="66105" y="6359"/>
                  </a:moveTo>
                  <a:lnTo>
                    <a:pt x="66105" y="63"/>
                  </a:lnTo>
                  <a:lnTo>
                    <a:pt x="154" y="63"/>
                  </a:lnTo>
                  <a:lnTo>
                    <a:pt x="154" y="6359"/>
                  </a:lnTo>
                  <a:lnTo>
                    <a:pt x="66105" y="635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5" name="Freeform: Shape 144">
              <a:extLst>
                <a:ext uri="{FF2B5EF4-FFF2-40B4-BE49-F238E27FC236}">
                  <a16:creationId xmlns:a16="http://schemas.microsoft.com/office/drawing/2014/main" id="{6FF32A11-CC15-C1D8-9C99-3E394A620175}"/>
                </a:ext>
              </a:extLst>
            </p:cNvPr>
            <p:cNvSpPr/>
            <p:nvPr>
              <p:custDataLst>
                <p:tags r:id="rId37"/>
              </p:custDataLst>
            </p:nvPr>
          </p:nvSpPr>
          <p:spPr>
            <a:xfrm>
              <a:off x="8586122" y="6976195"/>
              <a:ext cx="85006" cy="106879"/>
            </a:xfrm>
            <a:custGeom>
              <a:avLst/>
              <a:gdLst>
                <a:gd name="connsiteX0" fmla="*/ 84497 w 85006"/>
                <a:gd name="connsiteY0" fmla="*/ 10668 h 106879"/>
                <a:gd name="connsiteX1" fmla="*/ 85160 w 85006"/>
                <a:gd name="connsiteY1" fmla="*/ 7022 h 106879"/>
                <a:gd name="connsiteX2" fmla="*/ 79692 w 85006"/>
                <a:gd name="connsiteY2" fmla="*/ 1720 h 106879"/>
                <a:gd name="connsiteX3" fmla="*/ 72898 w 85006"/>
                <a:gd name="connsiteY3" fmla="*/ 5697 h 106879"/>
                <a:gd name="connsiteX4" fmla="*/ 70247 w 85006"/>
                <a:gd name="connsiteY4" fmla="*/ 15307 h 106879"/>
                <a:gd name="connsiteX5" fmla="*/ 66767 w 85006"/>
                <a:gd name="connsiteY5" fmla="*/ 29061 h 106879"/>
                <a:gd name="connsiteX6" fmla="*/ 60139 w 85006"/>
                <a:gd name="connsiteY6" fmla="*/ 55739 h 106879"/>
                <a:gd name="connsiteX7" fmla="*/ 39757 w 85006"/>
                <a:gd name="connsiteY7" fmla="*/ 70156 h 106879"/>
                <a:gd name="connsiteX8" fmla="*/ 28489 w 85006"/>
                <a:gd name="connsiteY8" fmla="*/ 56402 h 106879"/>
                <a:gd name="connsiteX9" fmla="*/ 37271 w 85006"/>
                <a:gd name="connsiteY9" fmla="*/ 24255 h 106879"/>
                <a:gd name="connsiteX10" fmla="*/ 40088 w 85006"/>
                <a:gd name="connsiteY10" fmla="*/ 14147 h 106879"/>
                <a:gd name="connsiteX11" fmla="*/ 24347 w 85006"/>
                <a:gd name="connsiteY11" fmla="*/ 63 h 106879"/>
                <a:gd name="connsiteX12" fmla="*/ 154 w 85006"/>
                <a:gd name="connsiteY12" fmla="*/ 25415 h 106879"/>
                <a:gd name="connsiteX13" fmla="*/ 2971 w 85006"/>
                <a:gd name="connsiteY13" fmla="*/ 27569 h 106879"/>
                <a:gd name="connsiteX14" fmla="*/ 5953 w 85006"/>
                <a:gd name="connsiteY14" fmla="*/ 24918 h 106879"/>
                <a:gd name="connsiteX15" fmla="*/ 23849 w 85006"/>
                <a:gd name="connsiteY15" fmla="*/ 4702 h 106879"/>
                <a:gd name="connsiteX16" fmla="*/ 27992 w 85006"/>
                <a:gd name="connsiteY16" fmla="*/ 10502 h 106879"/>
                <a:gd name="connsiteX17" fmla="*/ 25672 w 85006"/>
                <a:gd name="connsiteY17" fmla="*/ 20113 h 106879"/>
                <a:gd name="connsiteX18" fmla="*/ 16061 w 85006"/>
                <a:gd name="connsiteY18" fmla="*/ 53751 h 106879"/>
                <a:gd name="connsiteX19" fmla="*/ 22524 w 85006"/>
                <a:gd name="connsiteY19" fmla="*/ 69658 h 106879"/>
                <a:gd name="connsiteX20" fmla="*/ 39094 w 85006"/>
                <a:gd name="connsiteY20" fmla="*/ 74795 h 106879"/>
                <a:gd name="connsiteX21" fmla="*/ 57156 w 85006"/>
                <a:gd name="connsiteY21" fmla="*/ 67339 h 106879"/>
                <a:gd name="connsiteX22" fmla="*/ 46220 w 85006"/>
                <a:gd name="connsiteY22" fmla="*/ 91697 h 106879"/>
                <a:gd name="connsiteX23" fmla="*/ 26335 w 85006"/>
                <a:gd name="connsiteY23" fmla="*/ 102302 h 106879"/>
                <a:gd name="connsiteX24" fmla="*/ 13907 w 85006"/>
                <a:gd name="connsiteY24" fmla="*/ 96834 h 106879"/>
                <a:gd name="connsiteX25" fmla="*/ 22855 w 85006"/>
                <a:gd name="connsiteY25" fmla="*/ 87720 h 106879"/>
                <a:gd name="connsiteX26" fmla="*/ 16393 w 85006"/>
                <a:gd name="connsiteY26" fmla="*/ 81423 h 106879"/>
                <a:gd name="connsiteX27" fmla="*/ 6782 w 85006"/>
                <a:gd name="connsiteY27" fmla="*/ 92360 h 106879"/>
                <a:gd name="connsiteX28" fmla="*/ 26501 w 85006"/>
                <a:gd name="connsiteY28" fmla="*/ 106942 h 106879"/>
                <a:gd name="connsiteX29" fmla="*/ 68755 w 85006"/>
                <a:gd name="connsiteY29" fmla="*/ 73304 h 106879"/>
                <a:gd name="connsiteX30" fmla="*/ 84497 w 85006"/>
                <a:gd name="connsiteY30" fmla="*/ 10668 h 10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5006" h="106879">
                  <a:moveTo>
                    <a:pt x="84497" y="10668"/>
                  </a:moveTo>
                  <a:cubicBezTo>
                    <a:pt x="85160" y="8348"/>
                    <a:pt x="85160" y="8016"/>
                    <a:pt x="85160" y="7022"/>
                  </a:cubicBezTo>
                  <a:cubicBezTo>
                    <a:pt x="85160" y="3708"/>
                    <a:pt x="82509" y="1720"/>
                    <a:pt x="79692" y="1720"/>
                  </a:cubicBezTo>
                  <a:cubicBezTo>
                    <a:pt x="77869" y="1720"/>
                    <a:pt x="74721" y="2548"/>
                    <a:pt x="72898" y="5697"/>
                  </a:cubicBezTo>
                  <a:cubicBezTo>
                    <a:pt x="72401" y="6691"/>
                    <a:pt x="71075" y="11993"/>
                    <a:pt x="70247" y="15307"/>
                  </a:cubicBezTo>
                  <a:lnTo>
                    <a:pt x="66767" y="29061"/>
                  </a:lnTo>
                  <a:cubicBezTo>
                    <a:pt x="65773" y="33038"/>
                    <a:pt x="60636" y="53916"/>
                    <a:pt x="60139" y="55739"/>
                  </a:cubicBezTo>
                  <a:cubicBezTo>
                    <a:pt x="59973" y="55739"/>
                    <a:pt x="52682" y="70156"/>
                    <a:pt x="39757" y="70156"/>
                  </a:cubicBezTo>
                  <a:cubicBezTo>
                    <a:pt x="28489" y="70156"/>
                    <a:pt x="28489" y="59385"/>
                    <a:pt x="28489" y="56402"/>
                  </a:cubicBezTo>
                  <a:cubicBezTo>
                    <a:pt x="28489" y="47454"/>
                    <a:pt x="32300" y="37015"/>
                    <a:pt x="37271" y="24255"/>
                  </a:cubicBezTo>
                  <a:cubicBezTo>
                    <a:pt x="39260" y="18953"/>
                    <a:pt x="40088" y="16964"/>
                    <a:pt x="40088" y="14147"/>
                  </a:cubicBezTo>
                  <a:cubicBezTo>
                    <a:pt x="40088" y="6194"/>
                    <a:pt x="33295" y="63"/>
                    <a:pt x="24347" y="63"/>
                  </a:cubicBezTo>
                  <a:cubicBezTo>
                    <a:pt x="7610" y="63"/>
                    <a:pt x="154" y="22598"/>
                    <a:pt x="154" y="25415"/>
                  </a:cubicBezTo>
                  <a:cubicBezTo>
                    <a:pt x="154" y="27569"/>
                    <a:pt x="2474" y="27569"/>
                    <a:pt x="2971" y="27569"/>
                  </a:cubicBezTo>
                  <a:cubicBezTo>
                    <a:pt x="5290" y="27569"/>
                    <a:pt x="5456" y="26741"/>
                    <a:pt x="5953" y="24918"/>
                  </a:cubicBezTo>
                  <a:cubicBezTo>
                    <a:pt x="10096" y="11165"/>
                    <a:pt x="17221" y="4702"/>
                    <a:pt x="23849" y="4702"/>
                  </a:cubicBezTo>
                  <a:cubicBezTo>
                    <a:pt x="26666" y="4702"/>
                    <a:pt x="27992" y="6525"/>
                    <a:pt x="27992" y="10502"/>
                  </a:cubicBezTo>
                  <a:cubicBezTo>
                    <a:pt x="27992" y="14313"/>
                    <a:pt x="26501" y="17959"/>
                    <a:pt x="25672" y="20113"/>
                  </a:cubicBezTo>
                  <a:cubicBezTo>
                    <a:pt x="17718" y="40329"/>
                    <a:pt x="16061" y="46460"/>
                    <a:pt x="16061" y="53751"/>
                  </a:cubicBezTo>
                  <a:cubicBezTo>
                    <a:pt x="16061" y="56568"/>
                    <a:pt x="16061" y="64356"/>
                    <a:pt x="22524" y="69658"/>
                  </a:cubicBezTo>
                  <a:cubicBezTo>
                    <a:pt x="27661" y="73967"/>
                    <a:pt x="34620" y="74795"/>
                    <a:pt x="39094" y="74795"/>
                  </a:cubicBezTo>
                  <a:cubicBezTo>
                    <a:pt x="45722" y="74795"/>
                    <a:pt x="51688" y="72310"/>
                    <a:pt x="57156" y="67339"/>
                  </a:cubicBezTo>
                  <a:cubicBezTo>
                    <a:pt x="55002" y="76452"/>
                    <a:pt x="53179" y="83412"/>
                    <a:pt x="46220" y="91697"/>
                  </a:cubicBezTo>
                  <a:cubicBezTo>
                    <a:pt x="41745" y="96834"/>
                    <a:pt x="35117" y="102302"/>
                    <a:pt x="26335" y="102302"/>
                  </a:cubicBezTo>
                  <a:cubicBezTo>
                    <a:pt x="25175" y="102302"/>
                    <a:pt x="17387" y="102302"/>
                    <a:pt x="13907" y="96834"/>
                  </a:cubicBezTo>
                  <a:cubicBezTo>
                    <a:pt x="22855" y="95840"/>
                    <a:pt x="22855" y="87886"/>
                    <a:pt x="22855" y="87720"/>
                  </a:cubicBezTo>
                  <a:cubicBezTo>
                    <a:pt x="22855" y="82418"/>
                    <a:pt x="18050" y="81423"/>
                    <a:pt x="16393" y="81423"/>
                  </a:cubicBezTo>
                  <a:cubicBezTo>
                    <a:pt x="12250" y="81423"/>
                    <a:pt x="6782" y="84737"/>
                    <a:pt x="6782" y="92360"/>
                  </a:cubicBezTo>
                  <a:cubicBezTo>
                    <a:pt x="6782" y="100811"/>
                    <a:pt x="14736" y="106942"/>
                    <a:pt x="26501" y="106942"/>
                  </a:cubicBezTo>
                  <a:cubicBezTo>
                    <a:pt x="43237" y="106942"/>
                    <a:pt x="63618" y="94017"/>
                    <a:pt x="68755" y="73304"/>
                  </a:cubicBezTo>
                  <a:lnTo>
                    <a:pt x="84497" y="106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6" name="Freeform: Shape 145">
              <a:extLst>
                <a:ext uri="{FF2B5EF4-FFF2-40B4-BE49-F238E27FC236}">
                  <a16:creationId xmlns:a16="http://schemas.microsoft.com/office/drawing/2014/main" id="{6BB6C7BC-4FCE-17E3-D676-6C802FA0C3B2}"/>
                </a:ext>
              </a:extLst>
            </p:cNvPr>
            <p:cNvSpPr/>
            <p:nvPr>
              <p:custDataLst>
                <p:tags r:id="rId38"/>
              </p:custDataLst>
            </p:nvPr>
          </p:nvSpPr>
          <p:spPr>
            <a:xfrm>
              <a:off x="8692048" y="6924992"/>
              <a:ext cx="42917" cy="165538"/>
            </a:xfrm>
            <a:custGeom>
              <a:avLst/>
              <a:gdLst>
                <a:gd name="connsiteX0" fmla="*/ 3306 w 42917"/>
                <a:gd name="connsiteY0" fmla="*/ 63 h 165538"/>
                <a:gd name="connsiteX1" fmla="*/ 158 w 42917"/>
                <a:gd name="connsiteY1" fmla="*/ 2051 h 165538"/>
                <a:gd name="connsiteX2" fmla="*/ 1649 w 42917"/>
                <a:gd name="connsiteY2" fmla="*/ 4537 h 165538"/>
                <a:gd name="connsiteX3" fmla="*/ 31808 w 42917"/>
                <a:gd name="connsiteY3" fmla="*/ 82749 h 165538"/>
                <a:gd name="connsiteX4" fmla="*/ 3141 w 42917"/>
                <a:gd name="connsiteY4" fmla="*/ 159802 h 165538"/>
                <a:gd name="connsiteX5" fmla="*/ 158 w 42917"/>
                <a:gd name="connsiteY5" fmla="*/ 163613 h 165538"/>
                <a:gd name="connsiteX6" fmla="*/ 2312 w 42917"/>
                <a:gd name="connsiteY6" fmla="*/ 165601 h 165538"/>
                <a:gd name="connsiteX7" fmla="*/ 30979 w 42917"/>
                <a:gd name="connsiteY7" fmla="*/ 133952 h 165538"/>
                <a:gd name="connsiteX8" fmla="*/ 43075 w 42917"/>
                <a:gd name="connsiteY8" fmla="*/ 82915 h 165538"/>
                <a:gd name="connsiteX9" fmla="*/ 3306 w 42917"/>
                <a:gd name="connsiteY9" fmla="*/ 63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917" h="165538">
                  <a:moveTo>
                    <a:pt x="3306" y="63"/>
                  </a:moveTo>
                  <a:cubicBezTo>
                    <a:pt x="2146" y="63"/>
                    <a:pt x="158" y="63"/>
                    <a:pt x="158" y="2051"/>
                  </a:cubicBezTo>
                  <a:cubicBezTo>
                    <a:pt x="158" y="2880"/>
                    <a:pt x="655" y="3377"/>
                    <a:pt x="1649" y="4537"/>
                  </a:cubicBezTo>
                  <a:cubicBezTo>
                    <a:pt x="15900" y="17627"/>
                    <a:pt x="31808" y="39997"/>
                    <a:pt x="31808" y="82749"/>
                  </a:cubicBezTo>
                  <a:cubicBezTo>
                    <a:pt x="31808" y="117381"/>
                    <a:pt x="21037" y="143563"/>
                    <a:pt x="3141" y="159802"/>
                  </a:cubicBezTo>
                  <a:cubicBezTo>
                    <a:pt x="324" y="162619"/>
                    <a:pt x="158" y="162784"/>
                    <a:pt x="158" y="163613"/>
                  </a:cubicBezTo>
                  <a:cubicBezTo>
                    <a:pt x="158" y="164441"/>
                    <a:pt x="655" y="165601"/>
                    <a:pt x="2312" y="165601"/>
                  </a:cubicBezTo>
                  <a:cubicBezTo>
                    <a:pt x="4301" y="165601"/>
                    <a:pt x="20042" y="154665"/>
                    <a:pt x="30979" y="133952"/>
                  </a:cubicBezTo>
                  <a:cubicBezTo>
                    <a:pt x="38270" y="120198"/>
                    <a:pt x="43075" y="102302"/>
                    <a:pt x="43075" y="82915"/>
                  </a:cubicBezTo>
                  <a:cubicBezTo>
                    <a:pt x="43075" y="59550"/>
                    <a:pt x="36116" y="23261"/>
                    <a:pt x="3306" y="63"/>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7" name="Freeform: Shape 146">
              <a:extLst>
                <a:ext uri="{FF2B5EF4-FFF2-40B4-BE49-F238E27FC236}">
                  <a16:creationId xmlns:a16="http://schemas.microsoft.com/office/drawing/2014/main" id="{F9BF0371-3CDD-33E9-9495-9F6DF2E38F4A}"/>
                </a:ext>
              </a:extLst>
            </p:cNvPr>
            <p:cNvSpPr/>
            <p:nvPr>
              <p:custDataLst>
                <p:tags r:id="rId39"/>
              </p:custDataLst>
            </p:nvPr>
          </p:nvSpPr>
          <p:spPr>
            <a:xfrm>
              <a:off x="7334472" y="7230338"/>
              <a:ext cx="1419785" cy="9468"/>
            </a:xfrm>
            <a:custGeom>
              <a:avLst/>
              <a:gdLst>
                <a:gd name="connsiteX0" fmla="*/ 0 w 1419785"/>
                <a:gd name="connsiteY0" fmla="*/ 0 h 9468"/>
                <a:gd name="connsiteX1" fmla="*/ 1419786 w 1419785"/>
                <a:gd name="connsiteY1" fmla="*/ 0 h 9468"/>
                <a:gd name="connsiteX2" fmla="*/ 1419786 w 1419785"/>
                <a:gd name="connsiteY2" fmla="*/ 9468 h 9468"/>
                <a:gd name="connsiteX3" fmla="*/ 0 w 1419785"/>
                <a:gd name="connsiteY3" fmla="*/ 9468 h 9468"/>
              </a:gdLst>
              <a:ahLst/>
              <a:cxnLst>
                <a:cxn ang="0">
                  <a:pos x="connsiteX0" y="connsiteY0"/>
                </a:cxn>
                <a:cxn ang="0">
                  <a:pos x="connsiteX1" y="connsiteY1"/>
                </a:cxn>
                <a:cxn ang="0">
                  <a:pos x="connsiteX2" y="connsiteY2"/>
                </a:cxn>
                <a:cxn ang="0">
                  <a:pos x="connsiteX3" y="connsiteY3"/>
                </a:cxn>
              </a:cxnLst>
              <a:rect l="l" t="t" r="r" b="b"/>
              <a:pathLst>
                <a:path w="1419785" h="9468">
                  <a:moveTo>
                    <a:pt x="0" y="0"/>
                  </a:moveTo>
                  <a:lnTo>
                    <a:pt x="1419786" y="0"/>
                  </a:lnTo>
                  <a:lnTo>
                    <a:pt x="1419786" y="9468"/>
                  </a:lnTo>
                  <a:lnTo>
                    <a:pt x="0" y="94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8" name="Freeform: Shape 147">
              <a:extLst>
                <a:ext uri="{FF2B5EF4-FFF2-40B4-BE49-F238E27FC236}">
                  <a16:creationId xmlns:a16="http://schemas.microsoft.com/office/drawing/2014/main" id="{DA79C785-7BEC-3F62-773B-A194E022102C}"/>
                </a:ext>
              </a:extLst>
            </p:cNvPr>
            <p:cNvSpPr/>
            <p:nvPr>
              <p:custDataLst>
                <p:tags r:id="rId40"/>
              </p:custDataLst>
            </p:nvPr>
          </p:nvSpPr>
          <p:spPr>
            <a:xfrm>
              <a:off x="7664024" y="7271592"/>
              <a:ext cx="82852" cy="53617"/>
            </a:xfrm>
            <a:custGeom>
              <a:avLst/>
              <a:gdLst>
                <a:gd name="connsiteX0" fmla="*/ 12424 w 82852"/>
                <a:gd name="connsiteY0" fmla="*/ 40790 h 53617"/>
                <a:gd name="connsiteX1" fmla="*/ 10412 w 82852"/>
                <a:gd name="connsiteY1" fmla="*/ 49549 h 53617"/>
                <a:gd name="connsiteX2" fmla="*/ 14791 w 82852"/>
                <a:gd name="connsiteY2" fmla="*/ 53691 h 53617"/>
                <a:gd name="connsiteX3" fmla="*/ 20473 w 82852"/>
                <a:gd name="connsiteY3" fmla="*/ 49785 h 53617"/>
                <a:gd name="connsiteX4" fmla="*/ 22722 w 82852"/>
                <a:gd name="connsiteY4" fmla="*/ 40553 h 53617"/>
                <a:gd name="connsiteX5" fmla="*/ 26983 w 82852"/>
                <a:gd name="connsiteY5" fmla="*/ 23865 h 53617"/>
                <a:gd name="connsiteX6" fmla="*/ 51483 w 82852"/>
                <a:gd name="connsiteY6" fmla="*/ 4098 h 53617"/>
                <a:gd name="connsiteX7" fmla="*/ 59768 w 82852"/>
                <a:gd name="connsiteY7" fmla="*/ 12620 h 53617"/>
                <a:gd name="connsiteX8" fmla="*/ 52075 w 82852"/>
                <a:gd name="connsiteY8" fmla="*/ 38304 h 53617"/>
                <a:gd name="connsiteX9" fmla="*/ 50891 w 82852"/>
                <a:gd name="connsiteY9" fmla="*/ 43276 h 53617"/>
                <a:gd name="connsiteX10" fmla="*/ 63793 w 82852"/>
                <a:gd name="connsiteY10" fmla="*/ 53691 h 53617"/>
                <a:gd name="connsiteX11" fmla="*/ 82967 w 82852"/>
                <a:gd name="connsiteY11" fmla="*/ 35345 h 53617"/>
                <a:gd name="connsiteX12" fmla="*/ 80481 w 82852"/>
                <a:gd name="connsiteY12" fmla="*/ 33688 h 53617"/>
                <a:gd name="connsiteX13" fmla="*/ 77641 w 82852"/>
                <a:gd name="connsiteY13" fmla="*/ 36411 h 53617"/>
                <a:gd name="connsiteX14" fmla="*/ 64266 w 82852"/>
                <a:gd name="connsiteY14" fmla="*/ 49667 h 53617"/>
                <a:gd name="connsiteX15" fmla="*/ 60715 w 82852"/>
                <a:gd name="connsiteY15" fmla="*/ 45169 h 53617"/>
                <a:gd name="connsiteX16" fmla="*/ 62254 w 82852"/>
                <a:gd name="connsiteY16" fmla="*/ 38896 h 53617"/>
                <a:gd name="connsiteX17" fmla="*/ 69711 w 82852"/>
                <a:gd name="connsiteY17" fmla="*/ 14159 h 53617"/>
                <a:gd name="connsiteX18" fmla="*/ 52193 w 82852"/>
                <a:gd name="connsiteY18" fmla="*/ 74 h 53617"/>
                <a:gd name="connsiteX19" fmla="*/ 29823 w 82852"/>
                <a:gd name="connsiteY19" fmla="*/ 11792 h 53617"/>
                <a:gd name="connsiteX20" fmla="*/ 15383 w 82852"/>
                <a:gd name="connsiteY20" fmla="*/ 74 h 53617"/>
                <a:gd name="connsiteX21" fmla="*/ 115 w 82852"/>
                <a:gd name="connsiteY21" fmla="*/ 18420 h 53617"/>
                <a:gd name="connsiteX22" fmla="*/ 2600 w 82852"/>
                <a:gd name="connsiteY22" fmla="*/ 20077 h 53617"/>
                <a:gd name="connsiteX23" fmla="*/ 5323 w 82852"/>
                <a:gd name="connsiteY23" fmla="*/ 17828 h 53617"/>
                <a:gd name="connsiteX24" fmla="*/ 14791 w 82852"/>
                <a:gd name="connsiteY24" fmla="*/ 4098 h 53617"/>
                <a:gd name="connsiteX25" fmla="*/ 19644 w 82852"/>
                <a:gd name="connsiteY25" fmla="*/ 10371 h 53617"/>
                <a:gd name="connsiteX26" fmla="*/ 17750 w 82852"/>
                <a:gd name="connsiteY26" fmla="*/ 19604 h 53617"/>
                <a:gd name="connsiteX27" fmla="*/ 15146 w 82852"/>
                <a:gd name="connsiteY27" fmla="*/ 30256 h 53617"/>
                <a:gd name="connsiteX28" fmla="*/ 12424 w 82852"/>
                <a:gd name="connsiteY28" fmla="*/ 40790 h 5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2852" h="53617">
                  <a:moveTo>
                    <a:pt x="12424" y="40790"/>
                  </a:moveTo>
                  <a:cubicBezTo>
                    <a:pt x="11714" y="43749"/>
                    <a:pt x="10412" y="48957"/>
                    <a:pt x="10412" y="49549"/>
                  </a:cubicBezTo>
                  <a:cubicBezTo>
                    <a:pt x="10412" y="52153"/>
                    <a:pt x="12543" y="53691"/>
                    <a:pt x="14791" y="53691"/>
                  </a:cubicBezTo>
                  <a:cubicBezTo>
                    <a:pt x="16567" y="53691"/>
                    <a:pt x="19171" y="52744"/>
                    <a:pt x="20473" y="49785"/>
                  </a:cubicBezTo>
                  <a:cubicBezTo>
                    <a:pt x="20591" y="49194"/>
                    <a:pt x="22011" y="43631"/>
                    <a:pt x="22722" y="40553"/>
                  </a:cubicBezTo>
                  <a:cubicBezTo>
                    <a:pt x="26746" y="24575"/>
                    <a:pt x="26746" y="24338"/>
                    <a:pt x="26983" y="23865"/>
                  </a:cubicBezTo>
                  <a:cubicBezTo>
                    <a:pt x="28521" y="20669"/>
                    <a:pt x="37043" y="4098"/>
                    <a:pt x="51483" y="4098"/>
                  </a:cubicBezTo>
                  <a:cubicBezTo>
                    <a:pt x="57283" y="4098"/>
                    <a:pt x="59768" y="7294"/>
                    <a:pt x="59768" y="12620"/>
                  </a:cubicBezTo>
                  <a:cubicBezTo>
                    <a:pt x="59768" y="19367"/>
                    <a:pt x="54797" y="31558"/>
                    <a:pt x="52075" y="38304"/>
                  </a:cubicBezTo>
                  <a:cubicBezTo>
                    <a:pt x="51483" y="39725"/>
                    <a:pt x="50891" y="41263"/>
                    <a:pt x="50891" y="43276"/>
                  </a:cubicBezTo>
                  <a:cubicBezTo>
                    <a:pt x="50891" y="49430"/>
                    <a:pt x="56809" y="53691"/>
                    <a:pt x="63793" y="53691"/>
                  </a:cubicBezTo>
                  <a:cubicBezTo>
                    <a:pt x="76457" y="53691"/>
                    <a:pt x="82967" y="38304"/>
                    <a:pt x="82967" y="35345"/>
                  </a:cubicBezTo>
                  <a:cubicBezTo>
                    <a:pt x="82967" y="33688"/>
                    <a:pt x="80955" y="33688"/>
                    <a:pt x="80481" y="33688"/>
                  </a:cubicBezTo>
                  <a:cubicBezTo>
                    <a:pt x="78469" y="33688"/>
                    <a:pt x="78351" y="34162"/>
                    <a:pt x="77641" y="36411"/>
                  </a:cubicBezTo>
                  <a:cubicBezTo>
                    <a:pt x="75392" y="43512"/>
                    <a:pt x="69947" y="49667"/>
                    <a:pt x="64266" y="49667"/>
                  </a:cubicBezTo>
                  <a:cubicBezTo>
                    <a:pt x="61544" y="49667"/>
                    <a:pt x="60715" y="47773"/>
                    <a:pt x="60715" y="45169"/>
                  </a:cubicBezTo>
                  <a:cubicBezTo>
                    <a:pt x="60715" y="42684"/>
                    <a:pt x="61189" y="41500"/>
                    <a:pt x="62254" y="38896"/>
                  </a:cubicBezTo>
                  <a:cubicBezTo>
                    <a:pt x="64266" y="34162"/>
                    <a:pt x="69711" y="20669"/>
                    <a:pt x="69711" y="14159"/>
                  </a:cubicBezTo>
                  <a:cubicBezTo>
                    <a:pt x="69711" y="5400"/>
                    <a:pt x="63438" y="74"/>
                    <a:pt x="52193" y="74"/>
                  </a:cubicBezTo>
                  <a:cubicBezTo>
                    <a:pt x="41422" y="74"/>
                    <a:pt x="33966" y="6584"/>
                    <a:pt x="29823" y="11792"/>
                  </a:cubicBezTo>
                  <a:cubicBezTo>
                    <a:pt x="29231" y="2086"/>
                    <a:pt x="19763" y="74"/>
                    <a:pt x="15383" y="74"/>
                  </a:cubicBezTo>
                  <a:cubicBezTo>
                    <a:pt x="3547" y="74"/>
                    <a:pt x="115" y="18183"/>
                    <a:pt x="115" y="18420"/>
                  </a:cubicBezTo>
                  <a:cubicBezTo>
                    <a:pt x="115" y="20077"/>
                    <a:pt x="2008" y="20077"/>
                    <a:pt x="2600" y="20077"/>
                  </a:cubicBezTo>
                  <a:cubicBezTo>
                    <a:pt x="4612" y="20077"/>
                    <a:pt x="4849" y="19367"/>
                    <a:pt x="5323" y="17828"/>
                  </a:cubicBezTo>
                  <a:cubicBezTo>
                    <a:pt x="7098" y="10963"/>
                    <a:pt x="9820" y="4098"/>
                    <a:pt x="14791" y="4098"/>
                  </a:cubicBezTo>
                  <a:cubicBezTo>
                    <a:pt x="18816" y="4098"/>
                    <a:pt x="19644" y="7886"/>
                    <a:pt x="19644" y="10371"/>
                  </a:cubicBezTo>
                  <a:cubicBezTo>
                    <a:pt x="19644" y="12029"/>
                    <a:pt x="18461" y="16526"/>
                    <a:pt x="17750" y="19604"/>
                  </a:cubicBezTo>
                  <a:cubicBezTo>
                    <a:pt x="16922" y="22799"/>
                    <a:pt x="15738" y="27652"/>
                    <a:pt x="15146" y="30256"/>
                  </a:cubicBezTo>
                  <a:lnTo>
                    <a:pt x="12424" y="4079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49" name="Freeform: Shape 148">
              <a:extLst>
                <a:ext uri="{FF2B5EF4-FFF2-40B4-BE49-F238E27FC236}">
                  <a16:creationId xmlns:a16="http://schemas.microsoft.com/office/drawing/2014/main" id="{D8C938AB-8563-1995-D48A-9AFA2B43D1B1}"/>
                </a:ext>
              </a:extLst>
            </p:cNvPr>
            <p:cNvSpPr/>
            <p:nvPr>
              <p:custDataLst>
                <p:tags r:id="rId41"/>
              </p:custDataLst>
            </p:nvPr>
          </p:nvSpPr>
          <p:spPr>
            <a:xfrm>
              <a:off x="7618682" y="7357048"/>
              <a:ext cx="173161" cy="165704"/>
            </a:xfrm>
            <a:custGeom>
              <a:avLst/>
              <a:gdLst>
                <a:gd name="connsiteX0" fmla="*/ 79154 w 173161"/>
                <a:gd name="connsiteY0" fmla="*/ 85910 h 165704"/>
                <a:gd name="connsiteX1" fmla="*/ 81142 w 173161"/>
                <a:gd name="connsiteY1" fmla="*/ 82928 h 165704"/>
                <a:gd name="connsiteX2" fmla="*/ 79651 w 173161"/>
                <a:gd name="connsiteY2" fmla="*/ 80442 h 165704"/>
                <a:gd name="connsiteX3" fmla="*/ 20826 w 173161"/>
                <a:gd name="connsiteY3" fmla="*/ 8195 h 165704"/>
                <a:gd name="connsiteX4" fmla="*/ 92742 w 173161"/>
                <a:gd name="connsiteY4" fmla="*/ 8195 h 165704"/>
                <a:gd name="connsiteX5" fmla="*/ 132842 w 173161"/>
                <a:gd name="connsiteY5" fmla="*/ 12338 h 165704"/>
                <a:gd name="connsiteX6" fmla="*/ 167640 w 173161"/>
                <a:gd name="connsiteY6" fmla="*/ 40342 h 165704"/>
                <a:gd name="connsiteX7" fmla="*/ 173274 w 173161"/>
                <a:gd name="connsiteY7" fmla="*/ 40342 h 165704"/>
                <a:gd name="connsiteX8" fmla="*/ 157532 w 173161"/>
                <a:gd name="connsiteY8" fmla="*/ 76 h 165704"/>
                <a:gd name="connsiteX9" fmla="*/ 5250 w 173161"/>
                <a:gd name="connsiteY9" fmla="*/ 76 h 165704"/>
                <a:gd name="connsiteX10" fmla="*/ 610 w 173161"/>
                <a:gd name="connsiteY10" fmla="*/ 1070 h 165704"/>
                <a:gd name="connsiteX11" fmla="*/ 113 w 173161"/>
                <a:gd name="connsiteY11" fmla="*/ 6538 h 165704"/>
                <a:gd name="connsiteX12" fmla="*/ 66560 w 173161"/>
                <a:gd name="connsiteY12" fmla="*/ 88065 h 165704"/>
                <a:gd name="connsiteX13" fmla="*/ 2101 w 173161"/>
                <a:gd name="connsiteY13" fmla="*/ 160477 h 165704"/>
                <a:gd name="connsiteX14" fmla="*/ 113 w 173161"/>
                <a:gd name="connsiteY14" fmla="*/ 163460 h 165704"/>
                <a:gd name="connsiteX15" fmla="*/ 5250 w 173161"/>
                <a:gd name="connsiteY15" fmla="*/ 165780 h 165704"/>
                <a:gd name="connsiteX16" fmla="*/ 157532 w 173161"/>
                <a:gd name="connsiteY16" fmla="*/ 165780 h 165704"/>
                <a:gd name="connsiteX17" fmla="*/ 173274 w 173161"/>
                <a:gd name="connsiteY17" fmla="*/ 123194 h 165704"/>
                <a:gd name="connsiteX18" fmla="*/ 167640 w 173161"/>
                <a:gd name="connsiteY18" fmla="*/ 123194 h 165704"/>
                <a:gd name="connsiteX19" fmla="*/ 135659 w 173161"/>
                <a:gd name="connsiteY19" fmla="*/ 150535 h 165704"/>
                <a:gd name="connsiteX20" fmla="*/ 94067 w 173161"/>
                <a:gd name="connsiteY20" fmla="*/ 155340 h 165704"/>
                <a:gd name="connsiteX21" fmla="*/ 17346 w 173161"/>
                <a:gd name="connsiteY21" fmla="*/ 155340 h 165704"/>
                <a:gd name="connsiteX22" fmla="*/ 79154 w 173161"/>
                <a:gd name="connsiteY22" fmla="*/ 85910 h 16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161" h="165704">
                  <a:moveTo>
                    <a:pt x="79154" y="85910"/>
                  </a:moveTo>
                  <a:cubicBezTo>
                    <a:pt x="81142" y="83922"/>
                    <a:pt x="81142" y="83590"/>
                    <a:pt x="81142" y="82928"/>
                  </a:cubicBezTo>
                  <a:cubicBezTo>
                    <a:pt x="81142" y="82431"/>
                    <a:pt x="81142" y="82099"/>
                    <a:pt x="79651" y="80442"/>
                  </a:cubicBezTo>
                  <a:lnTo>
                    <a:pt x="20826" y="8195"/>
                  </a:lnTo>
                  <a:lnTo>
                    <a:pt x="92742" y="8195"/>
                  </a:lnTo>
                  <a:cubicBezTo>
                    <a:pt x="117100" y="8195"/>
                    <a:pt x="129859" y="11675"/>
                    <a:pt x="132842" y="12338"/>
                  </a:cubicBezTo>
                  <a:cubicBezTo>
                    <a:pt x="147424" y="16315"/>
                    <a:pt x="162006" y="25925"/>
                    <a:pt x="167640" y="40342"/>
                  </a:cubicBezTo>
                  <a:lnTo>
                    <a:pt x="173274" y="40342"/>
                  </a:lnTo>
                  <a:lnTo>
                    <a:pt x="157532" y="76"/>
                  </a:lnTo>
                  <a:lnTo>
                    <a:pt x="5250" y="76"/>
                  </a:lnTo>
                  <a:cubicBezTo>
                    <a:pt x="1604" y="76"/>
                    <a:pt x="1438" y="241"/>
                    <a:pt x="610" y="1070"/>
                  </a:cubicBezTo>
                  <a:cubicBezTo>
                    <a:pt x="113" y="1567"/>
                    <a:pt x="113" y="1898"/>
                    <a:pt x="113" y="6538"/>
                  </a:cubicBezTo>
                  <a:lnTo>
                    <a:pt x="66560" y="88065"/>
                  </a:lnTo>
                  <a:lnTo>
                    <a:pt x="2101" y="160477"/>
                  </a:lnTo>
                  <a:cubicBezTo>
                    <a:pt x="113" y="162466"/>
                    <a:pt x="113" y="162797"/>
                    <a:pt x="113" y="163460"/>
                  </a:cubicBezTo>
                  <a:cubicBezTo>
                    <a:pt x="113" y="165780"/>
                    <a:pt x="2267" y="165780"/>
                    <a:pt x="5250" y="165780"/>
                  </a:cubicBezTo>
                  <a:lnTo>
                    <a:pt x="157532" y="165780"/>
                  </a:lnTo>
                  <a:lnTo>
                    <a:pt x="173274" y="123194"/>
                  </a:lnTo>
                  <a:lnTo>
                    <a:pt x="167640" y="123194"/>
                  </a:lnTo>
                  <a:cubicBezTo>
                    <a:pt x="162006" y="138273"/>
                    <a:pt x="147424" y="147055"/>
                    <a:pt x="135659" y="150535"/>
                  </a:cubicBezTo>
                  <a:cubicBezTo>
                    <a:pt x="132345" y="151529"/>
                    <a:pt x="119751" y="155340"/>
                    <a:pt x="94067" y="155340"/>
                  </a:cubicBezTo>
                  <a:lnTo>
                    <a:pt x="17346" y="155340"/>
                  </a:lnTo>
                  <a:lnTo>
                    <a:pt x="79154" y="8591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0" name="Freeform: Shape 149">
              <a:extLst>
                <a:ext uri="{FF2B5EF4-FFF2-40B4-BE49-F238E27FC236}">
                  <a16:creationId xmlns:a16="http://schemas.microsoft.com/office/drawing/2014/main" id="{79271C6E-53A2-3F76-4FFC-816296CDA0FD}"/>
                </a:ext>
              </a:extLst>
            </p:cNvPr>
            <p:cNvSpPr/>
            <p:nvPr>
              <p:custDataLst>
                <p:tags r:id="rId42"/>
              </p:custDataLst>
            </p:nvPr>
          </p:nvSpPr>
          <p:spPr>
            <a:xfrm>
              <a:off x="7583472" y="7550308"/>
              <a:ext cx="41662" cy="80248"/>
            </a:xfrm>
            <a:custGeom>
              <a:avLst/>
              <a:gdLst>
                <a:gd name="connsiteX0" fmla="*/ 36211 w 41662"/>
                <a:gd name="connsiteY0" fmla="*/ 5176 h 80248"/>
                <a:gd name="connsiteX1" fmla="*/ 31003 w 41662"/>
                <a:gd name="connsiteY1" fmla="*/ 87 h 80248"/>
                <a:gd name="connsiteX2" fmla="*/ 23783 w 41662"/>
                <a:gd name="connsiteY2" fmla="*/ 7189 h 80248"/>
                <a:gd name="connsiteX3" fmla="*/ 28873 w 41662"/>
                <a:gd name="connsiteY3" fmla="*/ 12278 h 80248"/>
                <a:gd name="connsiteX4" fmla="*/ 36211 w 41662"/>
                <a:gd name="connsiteY4" fmla="*/ 5176 h 80248"/>
                <a:gd name="connsiteX5" fmla="*/ 41774 w 41662"/>
                <a:gd name="connsiteY5" fmla="*/ 61989 h 80248"/>
                <a:gd name="connsiteX6" fmla="*/ 39289 w 41662"/>
                <a:gd name="connsiteY6" fmla="*/ 60332 h 80248"/>
                <a:gd name="connsiteX7" fmla="*/ 36448 w 41662"/>
                <a:gd name="connsiteY7" fmla="*/ 63055 h 80248"/>
                <a:gd name="connsiteX8" fmla="*/ 23192 w 41662"/>
                <a:gd name="connsiteY8" fmla="*/ 76311 h 80248"/>
                <a:gd name="connsiteX9" fmla="*/ 19641 w 41662"/>
                <a:gd name="connsiteY9" fmla="*/ 71813 h 80248"/>
                <a:gd name="connsiteX10" fmla="*/ 21179 w 41662"/>
                <a:gd name="connsiteY10" fmla="*/ 65777 h 80248"/>
                <a:gd name="connsiteX11" fmla="*/ 23665 w 41662"/>
                <a:gd name="connsiteY11" fmla="*/ 59385 h 80248"/>
                <a:gd name="connsiteX12" fmla="*/ 30412 w 41662"/>
                <a:gd name="connsiteY12" fmla="*/ 43052 h 80248"/>
                <a:gd name="connsiteX13" fmla="*/ 32069 w 41662"/>
                <a:gd name="connsiteY13" fmla="*/ 37134 h 80248"/>
                <a:gd name="connsiteX14" fmla="*/ 19167 w 41662"/>
                <a:gd name="connsiteY14" fmla="*/ 26718 h 80248"/>
                <a:gd name="connsiteX15" fmla="*/ 111 w 41662"/>
                <a:gd name="connsiteY15" fmla="*/ 45064 h 80248"/>
                <a:gd name="connsiteX16" fmla="*/ 2597 w 41662"/>
                <a:gd name="connsiteY16" fmla="*/ 46721 h 80248"/>
                <a:gd name="connsiteX17" fmla="*/ 5319 w 41662"/>
                <a:gd name="connsiteY17" fmla="*/ 44354 h 80248"/>
                <a:gd name="connsiteX18" fmla="*/ 18694 w 41662"/>
                <a:gd name="connsiteY18" fmla="*/ 30742 h 80248"/>
                <a:gd name="connsiteX19" fmla="*/ 22245 w 41662"/>
                <a:gd name="connsiteY19" fmla="*/ 35240 h 80248"/>
                <a:gd name="connsiteX20" fmla="*/ 21535 w 41662"/>
                <a:gd name="connsiteY20" fmla="*/ 39501 h 80248"/>
                <a:gd name="connsiteX21" fmla="*/ 13723 w 41662"/>
                <a:gd name="connsiteY21" fmla="*/ 58320 h 80248"/>
                <a:gd name="connsiteX22" fmla="*/ 11119 w 41662"/>
                <a:gd name="connsiteY22" fmla="*/ 64593 h 80248"/>
                <a:gd name="connsiteX23" fmla="*/ 9817 w 41662"/>
                <a:gd name="connsiteY23" fmla="*/ 69920 h 80248"/>
                <a:gd name="connsiteX24" fmla="*/ 22718 w 41662"/>
                <a:gd name="connsiteY24" fmla="*/ 80335 h 80248"/>
                <a:gd name="connsiteX25" fmla="*/ 41774 w 41662"/>
                <a:gd name="connsiteY25" fmla="*/ 61989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62" h="80248">
                  <a:moveTo>
                    <a:pt x="36211" y="5176"/>
                  </a:moveTo>
                  <a:cubicBezTo>
                    <a:pt x="36211" y="2336"/>
                    <a:pt x="34081" y="87"/>
                    <a:pt x="31003" y="87"/>
                  </a:cubicBezTo>
                  <a:cubicBezTo>
                    <a:pt x="27689" y="87"/>
                    <a:pt x="23783" y="3283"/>
                    <a:pt x="23783" y="7189"/>
                  </a:cubicBezTo>
                  <a:cubicBezTo>
                    <a:pt x="23783" y="10503"/>
                    <a:pt x="26387" y="12278"/>
                    <a:pt x="28873" y="12278"/>
                  </a:cubicBezTo>
                  <a:cubicBezTo>
                    <a:pt x="32779" y="12278"/>
                    <a:pt x="36211" y="8727"/>
                    <a:pt x="36211" y="5176"/>
                  </a:cubicBezTo>
                  <a:close/>
                  <a:moveTo>
                    <a:pt x="41774" y="61989"/>
                  </a:moveTo>
                  <a:cubicBezTo>
                    <a:pt x="41774" y="60332"/>
                    <a:pt x="39762" y="60332"/>
                    <a:pt x="39289" y="60332"/>
                  </a:cubicBezTo>
                  <a:cubicBezTo>
                    <a:pt x="37276" y="60332"/>
                    <a:pt x="37158" y="60806"/>
                    <a:pt x="36448" y="63055"/>
                  </a:cubicBezTo>
                  <a:cubicBezTo>
                    <a:pt x="34436" y="69564"/>
                    <a:pt x="29110" y="76311"/>
                    <a:pt x="23192" y="76311"/>
                  </a:cubicBezTo>
                  <a:cubicBezTo>
                    <a:pt x="20469" y="76311"/>
                    <a:pt x="19641" y="74417"/>
                    <a:pt x="19641" y="71813"/>
                  </a:cubicBezTo>
                  <a:cubicBezTo>
                    <a:pt x="19641" y="69328"/>
                    <a:pt x="20233" y="68026"/>
                    <a:pt x="21179" y="65777"/>
                  </a:cubicBezTo>
                  <a:cubicBezTo>
                    <a:pt x="22126" y="63410"/>
                    <a:pt x="23073" y="61042"/>
                    <a:pt x="23665" y="59385"/>
                  </a:cubicBezTo>
                  <a:cubicBezTo>
                    <a:pt x="24138" y="58320"/>
                    <a:pt x="28755" y="47313"/>
                    <a:pt x="30412" y="43052"/>
                  </a:cubicBezTo>
                  <a:cubicBezTo>
                    <a:pt x="31358" y="40685"/>
                    <a:pt x="32069" y="39146"/>
                    <a:pt x="32069" y="37134"/>
                  </a:cubicBezTo>
                  <a:cubicBezTo>
                    <a:pt x="32069" y="31452"/>
                    <a:pt x="26624" y="26718"/>
                    <a:pt x="19167" y="26718"/>
                  </a:cubicBezTo>
                  <a:cubicBezTo>
                    <a:pt x="6740" y="26718"/>
                    <a:pt x="111" y="41868"/>
                    <a:pt x="111" y="45064"/>
                  </a:cubicBezTo>
                  <a:cubicBezTo>
                    <a:pt x="111" y="46721"/>
                    <a:pt x="2005" y="46721"/>
                    <a:pt x="2597" y="46721"/>
                  </a:cubicBezTo>
                  <a:cubicBezTo>
                    <a:pt x="4609" y="46721"/>
                    <a:pt x="4727" y="46129"/>
                    <a:pt x="5319" y="44354"/>
                  </a:cubicBezTo>
                  <a:cubicBezTo>
                    <a:pt x="7923" y="35950"/>
                    <a:pt x="13604" y="30742"/>
                    <a:pt x="18694" y="30742"/>
                  </a:cubicBezTo>
                  <a:cubicBezTo>
                    <a:pt x="20943" y="30742"/>
                    <a:pt x="22245" y="32044"/>
                    <a:pt x="22245" y="35240"/>
                  </a:cubicBezTo>
                  <a:cubicBezTo>
                    <a:pt x="22245" y="35713"/>
                    <a:pt x="22245" y="37252"/>
                    <a:pt x="21535" y="39501"/>
                  </a:cubicBezTo>
                  <a:cubicBezTo>
                    <a:pt x="20706" y="41631"/>
                    <a:pt x="15380" y="54296"/>
                    <a:pt x="13723" y="58320"/>
                  </a:cubicBezTo>
                  <a:cubicBezTo>
                    <a:pt x="12894" y="60332"/>
                    <a:pt x="12894" y="60569"/>
                    <a:pt x="11119" y="64593"/>
                  </a:cubicBezTo>
                  <a:cubicBezTo>
                    <a:pt x="10527" y="66250"/>
                    <a:pt x="9817" y="67907"/>
                    <a:pt x="9817" y="69920"/>
                  </a:cubicBezTo>
                  <a:cubicBezTo>
                    <a:pt x="9817" y="76074"/>
                    <a:pt x="15617" y="80335"/>
                    <a:pt x="22718" y="80335"/>
                  </a:cubicBezTo>
                  <a:cubicBezTo>
                    <a:pt x="35146" y="80335"/>
                    <a:pt x="41774" y="64948"/>
                    <a:pt x="41774" y="61989"/>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1" name="Freeform: Shape 150">
              <a:extLst>
                <a:ext uri="{FF2B5EF4-FFF2-40B4-BE49-F238E27FC236}">
                  <a16:creationId xmlns:a16="http://schemas.microsoft.com/office/drawing/2014/main" id="{BC8D656A-DD99-9DA6-48C7-4D7F22B3E344}"/>
                </a:ext>
              </a:extLst>
            </p:cNvPr>
            <p:cNvSpPr/>
            <p:nvPr>
              <p:custDataLst>
                <p:tags r:id="rId43"/>
              </p:custDataLst>
            </p:nvPr>
          </p:nvSpPr>
          <p:spPr>
            <a:xfrm>
              <a:off x="7647336" y="7582266"/>
              <a:ext cx="98594" cy="34797"/>
            </a:xfrm>
            <a:custGeom>
              <a:avLst/>
              <a:gdLst>
                <a:gd name="connsiteX0" fmla="*/ 94092 w 98594"/>
                <a:gd name="connsiteY0" fmla="*/ 6715 h 34797"/>
                <a:gd name="connsiteX1" fmla="*/ 98708 w 98594"/>
                <a:gd name="connsiteY1" fmla="*/ 3401 h 34797"/>
                <a:gd name="connsiteX2" fmla="*/ 93500 w 98594"/>
                <a:gd name="connsiteY2" fmla="*/ 87 h 34797"/>
                <a:gd name="connsiteX3" fmla="*/ 5322 w 98594"/>
                <a:gd name="connsiteY3" fmla="*/ 87 h 34797"/>
                <a:gd name="connsiteX4" fmla="*/ 114 w 98594"/>
                <a:gd name="connsiteY4" fmla="*/ 3401 h 34797"/>
                <a:gd name="connsiteX5" fmla="*/ 4730 w 98594"/>
                <a:gd name="connsiteY5" fmla="*/ 6715 h 34797"/>
                <a:gd name="connsiteX6" fmla="*/ 94092 w 98594"/>
                <a:gd name="connsiteY6" fmla="*/ 6715 h 34797"/>
                <a:gd name="connsiteX7" fmla="*/ 93500 w 98594"/>
                <a:gd name="connsiteY7" fmla="*/ 34885 h 34797"/>
                <a:gd name="connsiteX8" fmla="*/ 98708 w 98594"/>
                <a:gd name="connsiteY8" fmla="*/ 31571 h 34797"/>
                <a:gd name="connsiteX9" fmla="*/ 94092 w 98594"/>
                <a:gd name="connsiteY9" fmla="*/ 28257 h 34797"/>
                <a:gd name="connsiteX10" fmla="*/ 4730 w 98594"/>
                <a:gd name="connsiteY10" fmla="*/ 28257 h 34797"/>
                <a:gd name="connsiteX11" fmla="*/ 114 w 98594"/>
                <a:gd name="connsiteY11" fmla="*/ 31571 h 34797"/>
                <a:gd name="connsiteX12" fmla="*/ 5322 w 98594"/>
                <a:gd name="connsiteY12" fmla="*/ 34885 h 34797"/>
                <a:gd name="connsiteX13" fmla="*/ 93500 w 98594"/>
                <a:gd name="connsiteY13" fmla="*/ 34885 h 3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94" h="34797">
                  <a:moveTo>
                    <a:pt x="94092" y="6715"/>
                  </a:moveTo>
                  <a:cubicBezTo>
                    <a:pt x="95749" y="6715"/>
                    <a:pt x="98708" y="6715"/>
                    <a:pt x="98708" y="3401"/>
                  </a:cubicBezTo>
                  <a:cubicBezTo>
                    <a:pt x="98708" y="87"/>
                    <a:pt x="95276" y="87"/>
                    <a:pt x="93500" y="87"/>
                  </a:cubicBezTo>
                  <a:lnTo>
                    <a:pt x="5322" y="87"/>
                  </a:lnTo>
                  <a:cubicBezTo>
                    <a:pt x="3546" y="87"/>
                    <a:pt x="114" y="87"/>
                    <a:pt x="114" y="3401"/>
                  </a:cubicBezTo>
                  <a:cubicBezTo>
                    <a:pt x="114" y="6715"/>
                    <a:pt x="3191" y="6715"/>
                    <a:pt x="4730" y="6715"/>
                  </a:cubicBezTo>
                  <a:lnTo>
                    <a:pt x="94092" y="6715"/>
                  </a:lnTo>
                  <a:close/>
                  <a:moveTo>
                    <a:pt x="93500" y="34885"/>
                  </a:moveTo>
                  <a:cubicBezTo>
                    <a:pt x="95276" y="34885"/>
                    <a:pt x="98708" y="34885"/>
                    <a:pt x="98708" y="31571"/>
                  </a:cubicBezTo>
                  <a:cubicBezTo>
                    <a:pt x="98708" y="28257"/>
                    <a:pt x="95749" y="28257"/>
                    <a:pt x="94092" y="28257"/>
                  </a:cubicBezTo>
                  <a:lnTo>
                    <a:pt x="4730" y="28257"/>
                  </a:lnTo>
                  <a:cubicBezTo>
                    <a:pt x="3073" y="28257"/>
                    <a:pt x="114" y="28257"/>
                    <a:pt x="114" y="31571"/>
                  </a:cubicBezTo>
                  <a:cubicBezTo>
                    <a:pt x="114" y="34885"/>
                    <a:pt x="3546" y="34885"/>
                    <a:pt x="5322" y="34885"/>
                  </a:cubicBezTo>
                  <a:lnTo>
                    <a:pt x="93500" y="34885"/>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2" name="Freeform: Shape 151">
              <a:extLst>
                <a:ext uri="{FF2B5EF4-FFF2-40B4-BE49-F238E27FC236}">
                  <a16:creationId xmlns:a16="http://schemas.microsoft.com/office/drawing/2014/main" id="{956E4BC0-AA77-6D76-FA9F-EFBD644D89CF}"/>
                </a:ext>
              </a:extLst>
            </p:cNvPr>
            <p:cNvSpPr/>
            <p:nvPr>
              <p:custDataLst>
                <p:tags r:id="rId44"/>
              </p:custDataLst>
            </p:nvPr>
          </p:nvSpPr>
          <p:spPr>
            <a:xfrm>
              <a:off x="7774430" y="7550427"/>
              <a:ext cx="48646" cy="78827"/>
            </a:xfrm>
            <a:custGeom>
              <a:avLst/>
              <a:gdLst>
                <a:gd name="connsiteX0" fmla="*/ 30301 w 48646"/>
                <a:gd name="connsiteY0" fmla="*/ 3638 h 78827"/>
                <a:gd name="connsiteX1" fmla="*/ 26040 w 48646"/>
                <a:gd name="connsiteY1" fmla="*/ 87 h 78827"/>
                <a:gd name="connsiteX2" fmla="*/ 2131 w 48646"/>
                <a:gd name="connsiteY2" fmla="*/ 7662 h 78827"/>
                <a:gd name="connsiteX3" fmla="*/ 119 w 48646"/>
                <a:gd name="connsiteY3" fmla="*/ 7662 h 78827"/>
                <a:gd name="connsiteX4" fmla="*/ 119 w 48646"/>
                <a:gd name="connsiteY4" fmla="*/ 12870 h 78827"/>
                <a:gd name="connsiteX5" fmla="*/ 2131 w 48646"/>
                <a:gd name="connsiteY5" fmla="*/ 12870 h 78827"/>
                <a:gd name="connsiteX6" fmla="*/ 19412 w 48646"/>
                <a:gd name="connsiteY6" fmla="*/ 9556 h 78827"/>
                <a:gd name="connsiteX7" fmla="*/ 19412 w 48646"/>
                <a:gd name="connsiteY7" fmla="*/ 68736 h 78827"/>
                <a:gd name="connsiteX8" fmla="*/ 6866 w 48646"/>
                <a:gd name="connsiteY8" fmla="*/ 73707 h 78827"/>
                <a:gd name="connsiteX9" fmla="*/ 948 w 48646"/>
                <a:gd name="connsiteY9" fmla="*/ 73707 h 78827"/>
                <a:gd name="connsiteX10" fmla="*/ 948 w 48646"/>
                <a:gd name="connsiteY10" fmla="*/ 78915 h 78827"/>
                <a:gd name="connsiteX11" fmla="*/ 24856 w 48646"/>
                <a:gd name="connsiteY11" fmla="*/ 78441 h 78827"/>
                <a:gd name="connsiteX12" fmla="*/ 48765 w 48646"/>
                <a:gd name="connsiteY12" fmla="*/ 78915 h 78827"/>
                <a:gd name="connsiteX13" fmla="*/ 48765 w 48646"/>
                <a:gd name="connsiteY13" fmla="*/ 73707 h 78827"/>
                <a:gd name="connsiteX14" fmla="*/ 42847 w 48646"/>
                <a:gd name="connsiteY14" fmla="*/ 73707 h 78827"/>
                <a:gd name="connsiteX15" fmla="*/ 30301 w 48646"/>
                <a:gd name="connsiteY15" fmla="*/ 68736 h 78827"/>
                <a:gd name="connsiteX16" fmla="*/ 30301 w 48646"/>
                <a:gd name="connsiteY16" fmla="*/ 3638 h 7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646" h="78827">
                  <a:moveTo>
                    <a:pt x="30301" y="3638"/>
                  </a:moveTo>
                  <a:cubicBezTo>
                    <a:pt x="30301" y="87"/>
                    <a:pt x="29946" y="87"/>
                    <a:pt x="26040" y="87"/>
                  </a:cubicBezTo>
                  <a:cubicBezTo>
                    <a:pt x="17636" y="7662"/>
                    <a:pt x="4498" y="7662"/>
                    <a:pt x="2131" y="7662"/>
                  </a:cubicBezTo>
                  <a:lnTo>
                    <a:pt x="119" y="7662"/>
                  </a:lnTo>
                  <a:lnTo>
                    <a:pt x="119" y="12870"/>
                  </a:lnTo>
                  <a:lnTo>
                    <a:pt x="2131" y="12870"/>
                  </a:lnTo>
                  <a:cubicBezTo>
                    <a:pt x="4854" y="12870"/>
                    <a:pt x="12547" y="12515"/>
                    <a:pt x="19412" y="9556"/>
                  </a:cubicBezTo>
                  <a:lnTo>
                    <a:pt x="19412" y="68736"/>
                  </a:lnTo>
                  <a:cubicBezTo>
                    <a:pt x="19412" y="72405"/>
                    <a:pt x="19412" y="73707"/>
                    <a:pt x="6866" y="73707"/>
                  </a:cubicBezTo>
                  <a:lnTo>
                    <a:pt x="948" y="73707"/>
                  </a:lnTo>
                  <a:lnTo>
                    <a:pt x="948" y="78915"/>
                  </a:lnTo>
                  <a:cubicBezTo>
                    <a:pt x="7457" y="78441"/>
                    <a:pt x="17992" y="78441"/>
                    <a:pt x="24856" y="78441"/>
                  </a:cubicBezTo>
                  <a:cubicBezTo>
                    <a:pt x="31721" y="78441"/>
                    <a:pt x="42255" y="78441"/>
                    <a:pt x="48765" y="78915"/>
                  </a:cubicBezTo>
                  <a:lnTo>
                    <a:pt x="48765" y="73707"/>
                  </a:lnTo>
                  <a:lnTo>
                    <a:pt x="42847" y="73707"/>
                  </a:lnTo>
                  <a:cubicBezTo>
                    <a:pt x="30301" y="73707"/>
                    <a:pt x="30301" y="72405"/>
                    <a:pt x="30301" y="68736"/>
                  </a:cubicBezTo>
                  <a:lnTo>
                    <a:pt x="30301" y="363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3" name="Freeform: Shape 152">
              <a:extLst>
                <a:ext uri="{FF2B5EF4-FFF2-40B4-BE49-F238E27FC236}">
                  <a16:creationId xmlns:a16="http://schemas.microsoft.com/office/drawing/2014/main" id="{99E60289-928B-0DB1-D912-24C5EBED57D9}"/>
                </a:ext>
              </a:extLst>
            </p:cNvPr>
            <p:cNvSpPr/>
            <p:nvPr>
              <p:custDataLst>
                <p:tags r:id="rId45"/>
              </p:custDataLst>
            </p:nvPr>
          </p:nvSpPr>
          <p:spPr>
            <a:xfrm>
              <a:off x="7857113" y="7357049"/>
              <a:ext cx="43083" cy="165538"/>
            </a:xfrm>
            <a:custGeom>
              <a:avLst/>
              <a:gdLst>
                <a:gd name="connsiteX0" fmla="*/ 39892 w 43083"/>
                <a:gd name="connsiteY0" fmla="*/ 81 h 165538"/>
                <a:gd name="connsiteX1" fmla="*/ 122 w 43083"/>
                <a:gd name="connsiteY1" fmla="*/ 82767 h 165538"/>
                <a:gd name="connsiteX2" fmla="*/ 39892 w 43083"/>
                <a:gd name="connsiteY2" fmla="*/ 165619 h 165538"/>
                <a:gd name="connsiteX3" fmla="*/ 43206 w 43083"/>
                <a:gd name="connsiteY3" fmla="*/ 163631 h 165538"/>
                <a:gd name="connsiteX4" fmla="*/ 41549 w 43083"/>
                <a:gd name="connsiteY4" fmla="*/ 161145 h 165538"/>
                <a:gd name="connsiteX5" fmla="*/ 11390 w 43083"/>
                <a:gd name="connsiteY5" fmla="*/ 82933 h 165538"/>
                <a:gd name="connsiteX6" fmla="*/ 42046 w 43083"/>
                <a:gd name="connsiteY6" fmla="*/ 4058 h 165538"/>
                <a:gd name="connsiteX7" fmla="*/ 43206 w 43083"/>
                <a:gd name="connsiteY7" fmla="*/ 2069 h 165538"/>
                <a:gd name="connsiteX8" fmla="*/ 39892 w 43083"/>
                <a:gd name="connsiteY8" fmla="*/ 81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83" h="165538">
                  <a:moveTo>
                    <a:pt x="39892" y="81"/>
                  </a:moveTo>
                  <a:cubicBezTo>
                    <a:pt x="8408" y="22285"/>
                    <a:pt x="122" y="57414"/>
                    <a:pt x="122" y="82767"/>
                  </a:cubicBezTo>
                  <a:cubicBezTo>
                    <a:pt x="122" y="106132"/>
                    <a:pt x="7082" y="142421"/>
                    <a:pt x="39892" y="165619"/>
                  </a:cubicBezTo>
                  <a:cubicBezTo>
                    <a:pt x="41217" y="165619"/>
                    <a:pt x="43206" y="165619"/>
                    <a:pt x="43206" y="163631"/>
                  </a:cubicBezTo>
                  <a:cubicBezTo>
                    <a:pt x="43206" y="162637"/>
                    <a:pt x="42709" y="162305"/>
                    <a:pt x="41549" y="161145"/>
                  </a:cubicBezTo>
                  <a:cubicBezTo>
                    <a:pt x="19510" y="141261"/>
                    <a:pt x="11390" y="113091"/>
                    <a:pt x="11390" y="82933"/>
                  </a:cubicBezTo>
                  <a:cubicBezTo>
                    <a:pt x="11390" y="38193"/>
                    <a:pt x="28458" y="16320"/>
                    <a:pt x="42046" y="4058"/>
                  </a:cubicBezTo>
                  <a:cubicBezTo>
                    <a:pt x="42709" y="3395"/>
                    <a:pt x="43206" y="2898"/>
                    <a:pt x="43206" y="2069"/>
                  </a:cubicBezTo>
                  <a:cubicBezTo>
                    <a:pt x="43206" y="81"/>
                    <a:pt x="41217" y="81"/>
                    <a:pt x="39892" y="81"/>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4" name="Freeform: Shape 153">
              <a:extLst>
                <a:ext uri="{FF2B5EF4-FFF2-40B4-BE49-F238E27FC236}">
                  <a16:creationId xmlns:a16="http://schemas.microsoft.com/office/drawing/2014/main" id="{3D2A3994-82F1-EBE7-7F48-BBFF9A8696C4}"/>
                </a:ext>
              </a:extLst>
            </p:cNvPr>
            <p:cNvSpPr/>
            <p:nvPr>
              <p:custDataLst>
                <p:tags r:id="rId46"/>
              </p:custDataLst>
            </p:nvPr>
          </p:nvSpPr>
          <p:spPr>
            <a:xfrm>
              <a:off x="7937706" y="7382899"/>
              <a:ext cx="65950" cy="6296"/>
            </a:xfrm>
            <a:custGeom>
              <a:avLst/>
              <a:gdLst>
                <a:gd name="connsiteX0" fmla="*/ 66077 w 65950"/>
                <a:gd name="connsiteY0" fmla="*/ 6378 h 6296"/>
                <a:gd name="connsiteX1" fmla="*/ 66077 w 65950"/>
                <a:gd name="connsiteY1" fmla="*/ 81 h 6296"/>
                <a:gd name="connsiteX2" fmla="*/ 126 w 65950"/>
                <a:gd name="connsiteY2" fmla="*/ 81 h 6296"/>
                <a:gd name="connsiteX3" fmla="*/ 126 w 65950"/>
                <a:gd name="connsiteY3" fmla="*/ 6378 h 6296"/>
                <a:gd name="connsiteX4" fmla="*/ 66077 w 65950"/>
                <a:gd name="connsiteY4" fmla="*/ 6378 h 6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50" h="6296">
                  <a:moveTo>
                    <a:pt x="66077" y="6378"/>
                  </a:moveTo>
                  <a:lnTo>
                    <a:pt x="66077" y="81"/>
                  </a:lnTo>
                  <a:lnTo>
                    <a:pt x="126" y="81"/>
                  </a:lnTo>
                  <a:lnTo>
                    <a:pt x="126" y="6378"/>
                  </a:lnTo>
                  <a:lnTo>
                    <a:pt x="66077" y="637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5" name="Freeform: Shape 154">
              <a:extLst>
                <a:ext uri="{FF2B5EF4-FFF2-40B4-BE49-F238E27FC236}">
                  <a16:creationId xmlns:a16="http://schemas.microsoft.com/office/drawing/2014/main" id="{F77F1EB6-CFCE-134B-188C-13FF8D180746}"/>
                </a:ext>
              </a:extLst>
            </p:cNvPr>
            <p:cNvSpPr/>
            <p:nvPr>
              <p:custDataLst>
                <p:tags r:id="rId47"/>
              </p:custDataLst>
            </p:nvPr>
          </p:nvSpPr>
          <p:spPr>
            <a:xfrm>
              <a:off x="7919986" y="7408251"/>
              <a:ext cx="88651" cy="74732"/>
            </a:xfrm>
            <a:custGeom>
              <a:avLst/>
              <a:gdLst>
                <a:gd name="connsiteX0" fmla="*/ 33432 w 88651"/>
                <a:gd name="connsiteY0" fmla="*/ 55592 h 74732"/>
                <a:gd name="connsiteX1" fmla="*/ 17856 w 88651"/>
                <a:gd name="connsiteY1" fmla="*/ 70174 h 74732"/>
                <a:gd name="connsiteX2" fmla="*/ 8908 w 88651"/>
                <a:gd name="connsiteY2" fmla="*/ 67854 h 74732"/>
                <a:gd name="connsiteX3" fmla="*/ 16199 w 88651"/>
                <a:gd name="connsiteY3" fmla="*/ 58740 h 74732"/>
                <a:gd name="connsiteX4" fmla="*/ 9571 w 88651"/>
                <a:gd name="connsiteY4" fmla="*/ 52609 h 74732"/>
                <a:gd name="connsiteX5" fmla="*/ 126 w 88651"/>
                <a:gd name="connsiteY5" fmla="*/ 62717 h 74732"/>
                <a:gd name="connsiteX6" fmla="*/ 17525 w 88651"/>
                <a:gd name="connsiteY6" fmla="*/ 74813 h 74732"/>
                <a:gd name="connsiteX7" fmla="*/ 36083 w 88651"/>
                <a:gd name="connsiteY7" fmla="*/ 63048 h 74732"/>
                <a:gd name="connsiteX8" fmla="*/ 55802 w 88651"/>
                <a:gd name="connsiteY8" fmla="*/ 74813 h 74732"/>
                <a:gd name="connsiteX9" fmla="*/ 84966 w 88651"/>
                <a:gd name="connsiteY9" fmla="*/ 49461 h 74732"/>
                <a:gd name="connsiteX10" fmla="*/ 82315 w 88651"/>
                <a:gd name="connsiteY10" fmla="*/ 47307 h 74732"/>
                <a:gd name="connsiteX11" fmla="*/ 79167 w 88651"/>
                <a:gd name="connsiteY11" fmla="*/ 50123 h 74732"/>
                <a:gd name="connsiteX12" fmla="*/ 56465 w 88651"/>
                <a:gd name="connsiteY12" fmla="*/ 70174 h 74732"/>
                <a:gd name="connsiteX13" fmla="*/ 46357 w 88651"/>
                <a:gd name="connsiteY13" fmla="*/ 59403 h 74732"/>
                <a:gd name="connsiteX14" fmla="*/ 54974 w 88651"/>
                <a:gd name="connsiteY14" fmla="*/ 21622 h 74732"/>
                <a:gd name="connsiteX15" fmla="*/ 71213 w 88651"/>
                <a:gd name="connsiteY15" fmla="*/ 4720 h 74732"/>
                <a:gd name="connsiteX16" fmla="*/ 80161 w 88651"/>
                <a:gd name="connsiteY16" fmla="*/ 7040 h 74732"/>
                <a:gd name="connsiteX17" fmla="*/ 72870 w 88651"/>
                <a:gd name="connsiteY17" fmla="*/ 16154 h 74732"/>
                <a:gd name="connsiteX18" fmla="*/ 79498 w 88651"/>
                <a:gd name="connsiteY18" fmla="*/ 22285 h 74732"/>
                <a:gd name="connsiteX19" fmla="*/ 88778 w 88651"/>
                <a:gd name="connsiteY19" fmla="*/ 12177 h 74732"/>
                <a:gd name="connsiteX20" fmla="*/ 71544 w 88651"/>
                <a:gd name="connsiteY20" fmla="*/ 81 h 74732"/>
                <a:gd name="connsiteX21" fmla="*/ 52985 w 88651"/>
                <a:gd name="connsiteY21" fmla="*/ 11846 h 74732"/>
                <a:gd name="connsiteX22" fmla="*/ 33101 w 88651"/>
                <a:gd name="connsiteY22" fmla="*/ 81 h 74732"/>
                <a:gd name="connsiteX23" fmla="*/ 3937 w 88651"/>
                <a:gd name="connsiteY23" fmla="*/ 25434 h 74732"/>
                <a:gd name="connsiteX24" fmla="*/ 6754 w 88651"/>
                <a:gd name="connsiteY24" fmla="*/ 27588 h 74732"/>
                <a:gd name="connsiteX25" fmla="*/ 9902 w 88651"/>
                <a:gd name="connsiteY25" fmla="*/ 24771 h 74732"/>
                <a:gd name="connsiteX26" fmla="*/ 32604 w 88651"/>
                <a:gd name="connsiteY26" fmla="*/ 4720 h 74732"/>
                <a:gd name="connsiteX27" fmla="*/ 42546 w 88651"/>
                <a:gd name="connsiteY27" fmla="*/ 15657 h 74732"/>
                <a:gd name="connsiteX28" fmla="*/ 39066 w 88651"/>
                <a:gd name="connsiteY28" fmla="*/ 32890 h 74732"/>
                <a:gd name="connsiteX29" fmla="*/ 33432 w 88651"/>
                <a:gd name="connsiteY29" fmla="*/ 55592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51" h="74732">
                  <a:moveTo>
                    <a:pt x="33432" y="55592"/>
                  </a:moveTo>
                  <a:cubicBezTo>
                    <a:pt x="31775" y="61226"/>
                    <a:pt x="26307" y="70174"/>
                    <a:pt x="17856" y="70174"/>
                  </a:cubicBezTo>
                  <a:cubicBezTo>
                    <a:pt x="17359" y="70174"/>
                    <a:pt x="12388" y="70174"/>
                    <a:pt x="8908" y="67854"/>
                  </a:cubicBezTo>
                  <a:cubicBezTo>
                    <a:pt x="15702" y="65700"/>
                    <a:pt x="16199" y="59734"/>
                    <a:pt x="16199" y="58740"/>
                  </a:cubicBezTo>
                  <a:cubicBezTo>
                    <a:pt x="16199" y="55095"/>
                    <a:pt x="13382" y="52609"/>
                    <a:pt x="9571" y="52609"/>
                  </a:cubicBezTo>
                  <a:cubicBezTo>
                    <a:pt x="4931" y="52609"/>
                    <a:pt x="126" y="56586"/>
                    <a:pt x="126" y="62717"/>
                  </a:cubicBezTo>
                  <a:cubicBezTo>
                    <a:pt x="126" y="71002"/>
                    <a:pt x="9405" y="74813"/>
                    <a:pt x="17525" y="74813"/>
                  </a:cubicBezTo>
                  <a:cubicBezTo>
                    <a:pt x="25147" y="74813"/>
                    <a:pt x="31941" y="70008"/>
                    <a:pt x="36083" y="63048"/>
                  </a:cubicBezTo>
                  <a:cubicBezTo>
                    <a:pt x="40060" y="71831"/>
                    <a:pt x="49174" y="74813"/>
                    <a:pt x="55802" y="74813"/>
                  </a:cubicBezTo>
                  <a:cubicBezTo>
                    <a:pt x="74858" y="74813"/>
                    <a:pt x="84966" y="54100"/>
                    <a:pt x="84966" y="49461"/>
                  </a:cubicBezTo>
                  <a:cubicBezTo>
                    <a:pt x="84966" y="47307"/>
                    <a:pt x="82812" y="47307"/>
                    <a:pt x="82315" y="47307"/>
                  </a:cubicBezTo>
                  <a:cubicBezTo>
                    <a:pt x="79995" y="47307"/>
                    <a:pt x="79829" y="48135"/>
                    <a:pt x="79167" y="50123"/>
                  </a:cubicBezTo>
                  <a:cubicBezTo>
                    <a:pt x="75687" y="61557"/>
                    <a:pt x="65745" y="70174"/>
                    <a:pt x="56465" y="70174"/>
                  </a:cubicBezTo>
                  <a:cubicBezTo>
                    <a:pt x="49837" y="70174"/>
                    <a:pt x="46357" y="65700"/>
                    <a:pt x="46357" y="59403"/>
                  </a:cubicBezTo>
                  <a:cubicBezTo>
                    <a:pt x="46357" y="55095"/>
                    <a:pt x="50334" y="40015"/>
                    <a:pt x="54974" y="21622"/>
                  </a:cubicBezTo>
                  <a:cubicBezTo>
                    <a:pt x="58288" y="8863"/>
                    <a:pt x="65745" y="4720"/>
                    <a:pt x="71213" y="4720"/>
                  </a:cubicBezTo>
                  <a:cubicBezTo>
                    <a:pt x="71544" y="4720"/>
                    <a:pt x="76681" y="4720"/>
                    <a:pt x="80161" y="7040"/>
                  </a:cubicBezTo>
                  <a:cubicBezTo>
                    <a:pt x="74858" y="8532"/>
                    <a:pt x="72870" y="13171"/>
                    <a:pt x="72870" y="16154"/>
                  </a:cubicBezTo>
                  <a:cubicBezTo>
                    <a:pt x="72870" y="19800"/>
                    <a:pt x="75687" y="22285"/>
                    <a:pt x="79498" y="22285"/>
                  </a:cubicBezTo>
                  <a:cubicBezTo>
                    <a:pt x="83309" y="22285"/>
                    <a:pt x="88778" y="19137"/>
                    <a:pt x="88778" y="12177"/>
                  </a:cubicBezTo>
                  <a:cubicBezTo>
                    <a:pt x="88778" y="2898"/>
                    <a:pt x="78172" y="81"/>
                    <a:pt x="71544" y="81"/>
                  </a:cubicBezTo>
                  <a:cubicBezTo>
                    <a:pt x="63259" y="81"/>
                    <a:pt x="56631" y="5549"/>
                    <a:pt x="52985" y="11846"/>
                  </a:cubicBezTo>
                  <a:cubicBezTo>
                    <a:pt x="50003" y="5052"/>
                    <a:pt x="42380" y="81"/>
                    <a:pt x="33101" y="81"/>
                  </a:cubicBezTo>
                  <a:cubicBezTo>
                    <a:pt x="14542" y="81"/>
                    <a:pt x="3937" y="20462"/>
                    <a:pt x="3937" y="25434"/>
                  </a:cubicBezTo>
                  <a:cubicBezTo>
                    <a:pt x="3937" y="27588"/>
                    <a:pt x="6257" y="27588"/>
                    <a:pt x="6754" y="27588"/>
                  </a:cubicBezTo>
                  <a:cubicBezTo>
                    <a:pt x="8908" y="27588"/>
                    <a:pt x="9074" y="26925"/>
                    <a:pt x="9902" y="24771"/>
                  </a:cubicBezTo>
                  <a:cubicBezTo>
                    <a:pt x="14045" y="11846"/>
                    <a:pt x="24484" y="4720"/>
                    <a:pt x="32604" y="4720"/>
                  </a:cubicBezTo>
                  <a:cubicBezTo>
                    <a:pt x="38072" y="4720"/>
                    <a:pt x="42546" y="7703"/>
                    <a:pt x="42546" y="15657"/>
                  </a:cubicBezTo>
                  <a:cubicBezTo>
                    <a:pt x="42546" y="18971"/>
                    <a:pt x="40558" y="27256"/>
                    <a:pt x="39066" y="32890"/>
                  </a:cubicBezTo>
                  <a:lnTo>
                    <a:pt x="33432" y="5559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6" name="Freeform: Shape 155">
              <a:extLst>
                <a:ext uri="{FF2B5EF4-FFF2-40B4-BE49-F238E27FC236}">
                  <a16:creationId xmlns:a16="http://schemas.microsoft.com/office/drawing/2014/main" id="{3DBBB80D-1129-63DF-824A-316B5761CF7D}"/>
                </a:ext>
              </a:extLst>
            </p:cNvPr>
            <p:cNvSpPr/>
            <p:nvPr>
              <p:custDataLst>
                <p:tags r:id="rId48"/>
              </p:custDataLst>
            </p:nvPr>
          </p:nvSpPr>
          <p:spPr>
            <a:xfrm>
              <a:off x="8037275" y="7435758"/>
              <a:ext cx="112016" cy="8119"/>
            </a:xfrm>
            <a:custGeom>
              <a:avLst/>
              <a:gdLst>
                <a:gd name="connsiteX0" fmla="*/ 105518 w 112016"/>
                <a:gd name="connsiteY0" fmla="*/ 8200 h 8119"/>
                <a:gd name="connsiteX1" fmla="*/ 112146 w 112016"/>
                <a:gd name="connsiteY1" fmla="*/ 4223 h 8119"/>
                <a:gd name="connsiteX2" fmla="*/ 105518 w 112016"/>
                <a:gd name="connsiteY2" fmla="*/ 81 h 8119"/>
                <a:gd name="connsiteX3" fmla="*/ 6758 w 112016"/>
                <a:gd name="connsiteY3" fmla="*/ 81 h 8119"/>
                <a:gd name="connsiteX4" fmla="*/ 130 w 112016"/>
                <a:gd name="connsiteY4" fmla="*/ 4058 h 8119"/>
                <a:gd name="connsiteX5" fmla="*/ 6758 w 112016"/>
                <a:gd name="connsiteY5" fmla="*/ 8200 h 8119"/>
                <a:gd name="connsiteX6" fmla="*/ 105518 w 112016"/>
                <a:gd name="connsiteY6" fmla="*/ 8200 h 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16" h="8119">
                  <a:moveTo>
                    <a:pt x="105518" y="8200"/>
                  </a:moveTo>
                  <a:cubicBezTo>
                    <a:pt x="108169" y="8200"/>
                    <a:pt x="112146" y="8200"/>
                    <a:pt x="112146" y="4223"/>
                  </a:cubicBezTo>
                  <a:cubicBezTo>
                    <a:pt x="112146" y="81"/>
                    <a:pt x="108335" y="81"/>
                    <a:pt x="105518" y="81"/>
                  </a:cubicBezTo>
                  <a:lnTo>
                    <a:pt x="6758" y="81"/>
                  </a:lnTo>
                  <a:cubicBezTo>
                    <a:pt x="4107" y="81"/>
                    <a:pt x="130" y="81"/>
                    <a:pt x="130" y="4058"/>
                  </a:cubicBezTo>
                  <a:cubicBezTo>
                    <a:pt x="130" y="8200"/>
                    <a:pt x="3941" y="8200"/>
                    <a:pt x="6758" y="8200"/>
                  </a:cubicBezTo>
                  <a:lnTo>
                    <a:pt x="105518" y="820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7" name="Freeform: Shape 156">
              <a:extLst>
                <a:ext uri="{FF2B5EF4-FFF2-40B4-BE49-F238E27FC236}">
                  <a16:creationId xmlns:a16="http://schemas.microsoft.com/office/drawing/2014/main" id="{B7C6C896-5344-0976-3168-C88836892AC6}"/>
                </a:ext>
              </a:extLst>
            </p:cNvPr>
            <p:cNvSpPr/>
            <p:nvPr>
              <p:custDataLst>
                <p:tags r:id="rId49"/>
              </p:custDataLst>
            </p:nvPr>
          </p:nvSpPr>
          <p:spPr>
            <a:xfrm>
              <a:off x="8175284" y="7408251"/>
              <a:ext cx="88651" cy="74732"/>
            </a:xfrm>
            <a:custGeom>
              <a:avLst/>
              <a:gdLst>
                <a:gd name="connsiteX0" fmla="*/ 33443 w 88651"/>
                <a:gd name="connsiteY0" fmla="*/ 55592 h 74732"/>
                <a:gd name="connsiteX1" fmla="*/ 17867 w 88651"/>
                <a:gd name="connsiteY1" fmla="*/ 70174 h 74732"/>
                <a:gd name="connsiteX2" fmla="*/ 8919 w 88651"/>
                <a:gd name="connsiteY2" fmla="*/ 67854 h 74732"/>
                <a:gd name="connsiteX3" fmla="*/ 16210 w 88651"/>
                <a:gd name="connsiteY3" fmla="*/ 58740 h 74732"/>
                <a:gd name="connsiteX4" fmla="*/ 9581 w 88651"/>
                <a:gd name="connsiteY4" fmla="*/ 52609 h 74732"/>
                <a:gd name="connsiteX5" fmla="*/ 136 w 88651"/>
                <a:gd name="connsiteY5" fmla="*/ 62717 h 74732"/>
                <a:gd name="connsiteX6" fmla="*/ 17535 w 88651"/>
                <a:gd name="connsiteY6" fmla="*/ 74813 h 74732"/>
                <a:gd name="connsiteX7" fmla="*/ 36094 w 88651"/>
                <a:gd name="connsiteY7" fmla="*/ 63048 h 74732"/>
                <a:gd name="connsiteX8" fmla="*/ 55813 w 88651"/>
                <a:gd name="connsiteY8" fmla="*/ 74813 h 74732"/>
                <a:gd name="connsiteX9" fmla="*/ 84977 w 88651"/>
                <a:gd name="connsiteY9" fmla="*/ 49461 h 74732"/>
                <a:gd name="connsiteX10" fmla="*/ 82326 w 88651"/>
                <a:gd name="connsiteY10" fmla="*/ 47307 h 74732"/>
                <a:gd name="connsiteX11" fmla="*/ 79177 w 88651"/>
                <a:gd name="connsiteY11" fmla="*/ 50123 h 74732"/>
                <a:gd name="connsiteX12" fmla="*/ 56476 w 88651"/>
                <a:gd name="connsiteY12" fmla="*/ 70174 h 74732"/>
                <a:gd name="connsiteX13" fmla="*/ 46368 w 88651"/>
                <a:gd name="connsiteY13" fmla="*/ 59403 h 74732"/>
                <a:gd name="connsiteX14" fmla="*/ 54985 w 88651"/>
                <a:gd name="connsiteY14" fmla="*/ 21622 h 74732"/>
                <a:gd name="connsiteX15" fmla="*/ 71224 w 88651"/>
                <a:gd name="connsiteY15" fmla="*/ 4720 h 74732"/>
                <a:gd name="connsiteX16" fmla="*/ 80172 w 88651"/>
                <a:gd name="connsiteY16" fmla="*/ 7040 h 74732"/>
                <a:gd name="connsiteX17" fmla="*/ 72881 w 88651"/>
                <a:gd name="connsiteY17" fmla="*/ 16154 h 74732"/>
                <a:gd name="connsiteX18" fmla="*/ 79509 w 88651"/>
                <a:gd name="connsiteY18" fmla="*/ 22285 h 74732"/>
                <a:gd name="connsiteX19" fmla="*/ 88788 w 88651"/>
                <a:gd name="connsiteY19" fmla="*/ 12177 h 74732"/>
                <a:gd name="connsiteX20" fmla="*/ 71555 w 88651"/>
                <a:gd name="connsiteY20" fmla="*/ 81 h 74732"/>
                <a:gd name="connsiteX21" fmla="*/ 52996 w 88651"/>
                <a:gd name="connsiteY21" fmla="*/ 11846 h 74732"/>
                <a:gd name="connsiteX22" fmla="*/ 33112 w 88651"/>
                <a:gd name="connsiteY22" fmla="*/ 81 h 74732"/>
                <a:gd name="connsiteX23" fmla="*/ 3948 w 88651"/>
                <a:gd name="connsiteY23" fmla="*/ 25434 h 74732"/>
                <a:gd name="connsiteX24" fmla="*/ 6765 w 88651"/>
                <a:gd name="connsiteY24" fmla="*/ 27588 h 74732"/>
                <a:gd name="connsiteX25" fmla="*/ 9913 w 88651"/>
                <a:gd name="connsiteY25" fmla="*/ 24771 h 74732"/>
                <a:gd name="connsiteX26" fmla="*/ 32614 w 88651"/>
                <a:gd name="connsiteY26" fmla="*/ 4720 h 74732"/>
                <a:gd name="connsiteX27" fmla="*/ 42557 w 88651"/>
                <a:gd name="connsiteY27" fmla="*/ 15657 h 74732"/>
                <a:gd name="connsiteX28" fmla="*/ 39077 w 88651"/>
                <a:gd name="connsiteY28" fmla="*/ 32890 h 74732"/>
                <a:gd name="connsiteX29" fmla="*/ 33443 w 88651"/>
                <a:gd name="connsiteY29" fmla="*/ 55592 h 7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651" h="74732">
                  <a:moveTo>
                    <a:pt x="33443" y="55592"/>
                  </a:moveTo>
                  <a:cubicBezTo>
                    <a:pt x="31786" y="61226"/>
                    <a:pt x="26318" y="70174"/>
                    <a:pt x="17867" y="70174"/>
                  </a:cubicBezTo>
                  <a:cubicBezTo>
                    <a:pt x="17370" y="70174"/>
                    <a:pt x="12398" y="70174"/>
                    <a:pt x="8919" y="67854"/>
                  </a:cubicBezTo>
                  <a:cubicBezTo>
                    <a:pt x="15713" y="65700"/>
                    <a:pt x="16210" y="59734"/>
                    <a:pt x="16210" y="58740"/>
                  </a:cubicBezTo>
                  <a:cubicBezTo>
                    <a:pt x="16210" y="55095"/>
                    <a:pt x="13393" y="52609"/>
                    <a:pt x="9581" y="52609"/>
                  </a:cubicBezTo>
                  <a:cubicBezTo>
                    <a:pt x="4942" y="52609"/>
                    <a:pt x="136" y="56586"/>
                    <a:pt x="136" y="62717"/>
                  </a:cubicBezTo>
                  <a:cubicBezTo>
                    <a:pt x="136" y="71002"/>
                    <a:pt x="9416" y="74813"/>
                    <a:pt x="17535" y="74813"/>
                  </a:cubicBezTo>
                  <a:cubicBezTo>
                    <a:pt x="25158" y="74813"/>
                    <a:pt x="31952" y="70008"/>
                    <a:pt x="36094" y="63048"/>
                  </a:cubicBezTo>
                  <a:cubicBezTo>
                    <a:pt x="40071" y="71831"/>
                    <a:pt x="49185" y="74813"/>
                    <a:pt x="55813" y="74813"/>
                  </a:cubicBezTo>
                  <a:cubicBezTo>
                    <a:pt x="74869" y="74813"/>
                    <a:pt x="84977" y="54100"/>
                    <a:pt x="84977" y="49461"/>
                  </a:cubicBezTo>
                  <a:cubicBezTo>
                    <a:pt x="84977" y="47307"/>
                    <a:pt x="82823" y="47307"/>
                    <a:pt x="82326" y="47307"/>
                  </a:cubicBezTo>
                  <a:cubicBezTo>
                    <a:pt x="80006" y="47307"/>
                    <a:pt x="79840" y="48135"/>
                    <a:pt x="79177" y="50123"/>
                  </a:cubicBezTo>
                  <a:cubicBezTo>
                    <a:pt x="75698" y="61557"/>
                    <a:pt x="65755" y="70174"/>
                    <a:pt x="56476" y="70174"/>
                  </a:cubicBezTo>
                  <a:cubicBezTo>
                    <a:pt x="49848" y="70174"/>
                    <a:pt x="46368" y="65700"/>
                    <a:pt x="46368" y="59403"/>
                  </a:cubicBezTo>
                  <a:cubicBezTo>
                    <a:pt x="46368" y="55095"/>
                    <a:pt x="50345" y="40015"/>
                    <a:pt x="54985" y="21622"/>
                  </a:cubicBezTo>
                  <a:cubicBezTo>
                    <a:pt x="58299" y="8863"/>
                    <a:pt x="65755" y="4720"/>
                    <a:pt x="71224" y="4720"/>
                  </a:cubicBezTo>
                  <a:cubicBezTo>
                    <a:pt x="71555" y="4720"/>
                    <a:pt x="76692" y="4720"/>
                    <a:pt x="80172" y="7040"/>
                  </a:cubicBezTo>
                  <a:cubicBezTo>
                    <a:pt x="74869" y="8532"/>
                    <a:pt x="72881" y="13171"/>
                    <a:pt x="72881" y="16154"/>
                  </a:cubicBezTo>
                  <a:cubicBezTo>
                    <a:pt x="72881" y="19800"/>
                    <a:pt x="75698" y="22285"/>
                    <a:pt x="79509" y="22285"/>
                  </a:cubicBezTo>
                  <a:cubicBezTo>
                    <a:pt x="83320" y="22285"/>
                    <a:pt x="88788" y="19137"/>
                    <a:pt x="88788" y="12177"/>
                  </a:cubicBezTo>
                  <a:cubicBezTo>
                    <a:pt x="88788" y="2898"/>
                    <a:pt x="78183" y="81"/>
                    <a:pt x="71555" y="81"/>
                  </a:cubicBezTo>
                  <a:cubicBezTo>
                    <a:pt x="63270" y="81"/>
                    <a:pt x="56642" y="5549"/>
                    <a:pt x="52996" y="11846"/>
                  </a:cubicBezTo>
                  <a:cubicBezTo>
                    <a:pt x="50013" y="5052"/>
                    <a:pt x="42391" y="81"/>
                    <a:pt x="33112" y="81"/>
                  </a:cubicBezTo>
                  <a:cubicBezTo>
                    <a:pt x="14553" y="81"/>
                    <a:pt x="3948" y="20462"/>
                    <a:pt x="3948" y="25434"/>
                  </a:cubicBezTo>
                  <a:cubicBezTo>
                    <a:pt x="3948" y="27588"/>
                    <a:pt x="6267" y="27588"/>
                    <a:pt x="6765" y="27588"/>
                  </a:cubicBezTo>
                  <a:cubicBezTo>
                    <a:pt x="8919" y="27588"/>
                    <a:pt x="9084" y="26925"/>
                    <a:pt x="9913" y="24771"/>
                  </a:cubicBezTo>
                  <a:cubicBezTo>
                    <a:pt x="14056" y="11846"/>
                    <a:pt x="24495" y="4720"/>
                    <a:pt x="32614" y="4720"/>
                  </a:cubicBezTo>
                  <a:cubicBezTo>
                    <a:pt x="38083" y="4720"/>
                    <a:pt x="42557" y="7703"/>
                    <a:pt x="42557" y="15657"/>
                  </a:cubicBezTo>
                  <a:cubicBezTo>
                    <a:pt x="42557" y="18971"/>
                    <a:pt x="40568" y="27256"/>
                    <a:pt x="39077" y="32890"/>
                  </a:cubicBezTo>
                  <a:lnTo>
                    <a:pt x="33443" y="55592"/>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8" name="Freeform: Shape 157">
              <a:extLst>
                <a:ext uri="{FF2B5EF4-FFF2-40B4-BE49-F238E27FC236}">
                  <a16:creationId xmlns:a16="http://schemas.microsoft.com/office/drawing/2014/main" id="{81E93B02-9552-C8FA-33D8-D2EE6C085E3D}"/>
                </a:ext>
              </a:extLst>
            </p:cNvPr>
            <p:cNvSpPr/>
            <p:nvPr>
              <p:custDataLst>
                <p:tags r:id="rId50"/>
              </p:custDataLst>
            </p:nvPr>
          </p:nvSpPr>
          <p:spPr>
            <a:xfrm>
              <a:off x="8285447" y="7426053"/>
              <a:ext cx="41662" cy="80248"/>
            </a:xfrm>
            <a:custGeom>
              <a:avLst/>
              <a:gdLst>
                <a:gd name="connsiteX0" fmla="*/ 36241 w 41662"/>
                <a:gd name="connsiteY0" fmla="*/ 5171 h 80248"/>
                <a:gd name="connsiteX1" fmla="*/ 31033 w 41662"/>
                <a:gd name="connsiteY1" fmla="*/ 82 h 80248"/>
                <a:gd name="connsiteX2" fmla="*/ 23813 w 41662"/>
                <a:gd name="connsiteY2" fmla="*/ 7183 h 80248"/>
                <a:gd name="connsiteX3" fmla="*/ 28902 w 41662"/>
                <a:gd name="connsiteY3" fmla="*/ 12273 h 80248"/>
                <a:gd name="connsiteX4" fmla="*/ 36241 w 41662"/>
                <a:gd name="connsiteY4" fmla="*/ 5171 h 80248"/>
                <a:gd name="connsiteX5" fmla="*/ 41804 w 41662"/>
                <a:gd name="connsiteY5" fmla="*/ 61984 h 80248"/>
                <a:gd name="connsiteX6" fmla="*/ 39318 w 41662"/>
                <a:gd name="connsiteY6" fmla="*/ 60327 h 80248"/>
                <a:gd name="connsiteX7" fmla="*/ 36477 w 41662"/>
                <a:gd name="connsiteY7" fmla="*/ 63049 h 80248"/>
                <a:gd name="connsiteX8" fmla="*/ 23221 w 41662"/>
                <a:gd name="connsiteY8" fmla="*/ 76306 h 80248"/>
                <a:gd name="connsiteX9" fmla="*/ 19670 w 41662"/>
                <a:gd name="connsiteY9" fmla="*/ 71808 h 80248"/>
                <a:gd name="connsiteX10" fmla="*/ 21209 w 41662"/>
                <a:gd name="connsiteY10" fmla="*/ 65772 h 80248"/>
                <a:gd name="connsiteX11" fmla="*/ 23695 w 41662"/>
                <a:gd name="connsiteY11" fmla="*/ 59380 h 80248"/>
                <a:gd name="connsiteX12" fmla="*/ 30441 w 41662"/>
                <a:gd name="connsiteY12" fmla="*/ 43047 h 80248"/>
                <a:gd name="connsiteX13" fmla="*/ 32098 w 41662"/>
                <a:gd name="connsiteY13" fmla="*/ 37129 h 80248"/>
                <a:gd name="connsiteX14" fmla="*/ 19197 w 41662"/>
                <a:gd name="connsiteY14" fmla="*/ 26713 h 80248"/>
                <a:gd name="connsiteX15" fmla="*/ 141 w 41662"/>
                <a:gd name="connsiteY15" fmla="*/ 45059 h 80248"/>
                <a:gd name="connsiteX16" fmla="*/ 2626 w 41662"/>
                <a:gd name="connsiteY16" fmla="*/ 46716 h 80248"/>
                <a:gd name="connsiteX17" fmla="*/ 5349 w 41662"/>
                <a:gd name="connsiteY17" fmla="*/ 44348 h 80248"/>
                <a:gd name="connsiteX18" fmla="*/ 18723 w 41662"/>
                <a:gd name="connsiteY18" fmla="*/ 30737 h 80248"/>
                <a:gd name="connsiteX19" fmla="*/ 22274 w 41662"/>
                <a:gd name="connsiteY19" fmla="*/ 35235 h 80248"/>
                <a:gd name="connsiteX20" fmla="*/ 21564 w 41662"/>
                <a:gd name="connsiteY20" fmla="*/ 39496 h 80248"/>
                <a:gd name="connsiteX21" fmla="*/ 13752 w 41662"/>
                <a:gd name="connsiteY21" fmla="*/ 58315 h 80248"/>
                <a:gd name="connsiteX22" fmla="*/ 11148 w 41662"/>
                <a:gd name="connsiteY22" fmla="*/ 64588 h 80248"/>
                <a:gd name="connsiteX23" fmla="*/ 9846 w 41662"/>
                <a:gd name="connsiteY23" fmla="*/ 69914 h 80248"/>
                <a:gd name="connsiteX24" fmla="*/ 22748 w 41662"/>
                <a:gd name="connsiteY24" fmla="*/ 80330 h 80248"/>
                <a:gd name="connsiteX25" fmla="*/ 41804 w 41662"/>
                <a:gd name="connsiteY25" fmla="*/ 61984 h 8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662" h="80248">
                  <a:moveTo>
                    <a:pt x="36241" y="5171"/>
                  </a:moveTo>
                  <a:cubicBezTo>
                    <a:pt x="36241" y="2331"/>
                    <a:pt x="34110" y="82"/>
                    <a:pt x="31033" y="82"/>
                  </a:cubicBezTo>
                  <a:cubicBezTo>
                    <a:pt x="27719" y="82"/>
                    <a:pt x="23813" y="3277"/>
                    <a:pt x="23813" y="7183"/>
                  </a:cubicBezTo>
                  <a:cubicBezTo>
                    <a:pt x="23813" y="10497"/>
                    <a:pt x="26417" y="12273"/>
                    <a:pt x="28902" y="12273"/>
                  </a:cubicBezTo>
                  <a:cubicBezTo>
                    <a:pt x="32808" y="12273"/>
                    <a:pt x="36241" y="8722"/>
                    <a:pt x="36241" y="5171"/>
                  </a:cubicBezTo>
                  <a:close/>
                  <a:moveTo>
                    <a:pt x="41804" y="61984"/>
                  </a:moveTo>
                  <a:cubicBezTo>
                    <a:pt x="41804" y="60327"/>
                    <a:pt x="39792" y="60327"/>
                    <a:pt x="39318" y="60327"/>
                  </a:cubicBezTo>
                  <a:cubicBezTo>
                    <a:pt x="37306" y="60327"/>
                    <a:pt x="37188" y="60801"/>
                    <a:pt x="36477" y="63049"/>
                  </a:cubicBezTo>
                  <a:cubicBezTo>
                    <a:pt x="34465" y="69559"/>
                    <a:pt x="29139" y="76306"/>
                    <a:pt x="23221" y="76306"/>
                  </a:cubicBezTo>
                  <a:cubicBezTo>
                    <a:pt x="20499" y="76306"/>
                    <a:pt x="19670" y="74412"/>
                    <a:pt x="19670" y="71808"/>
                  </a:cubicBezTo>
                  <a:cubicBezTo>
                    <a:pt x="19670" y="69322"/>
                    <a:pt x="20262" y="68021"/>
                    <a:pt x="21209" y="65772"/>
                  </a:cubicBezTo>
                  <a:cubicBezTo>
                    <a:pt x="22156" y="63404"/>
                    <a:pt x="23103" y="61037"/>
                    <a:pt x="23695" y="59380"/>
                  </a:cubicBezTo>
                  <a:cubicBezTo>
                    <a:pt x="24168" y="58315"/>
                    <a:pt x="28784" y="47307"/>
                    <a:pt x="30441" y="43047"/>
                  </a:cubicBezTo>
                  <a:cubicBezTo>
                    <a:pt x="31388" y="40679"/>
                    <a:pt x="32098" y="39141"/>
                    <a:pt x="32098" y="37129"/>
                  </a:cubicBezTo>
                  <a:cubicBezTo>
                    <a:pt x="32098" y="31447"/>
                    <a:pt x="26654" y="26713"/>
                    <a:pt x="19197" y="26713"/>
                  </a:cubicBezTo>
                  <a:cubicBezTo>
                    <a:pt x="6769" y="26713"/>
                    <a:pt x="141" y="41863"/>
                    <a:pt x="141" y="45059"/>
                  </a:cubicBezTo>
                  <a:cubicBezTo>
                    <a:pt x="141" y="46716"/>
                    <a:pt x="2035" y="46716"/>
                    <a:pt x="2626" y="46716"/>
                  </a:cubicBezTo>
                  <a:cubicBezTo>
                    <a:pt x="4639" y="46716"/>
                    <a:pt x="4757" y="46124"/>
                    <a:pt x="5349" y="44348"/>
                  </a:cubicBezTo>
                  <a:cubicBezTo>
                    <a:pt x="7953" y="35945"/>
                    <a:pt x="13634" y="30737"/>
                    <a:pt x="18723" y="30737"/>
                  </a:cubicBezTo>
                  <a:cubicBezTo>
                    <a:pt x="20972" y="30737"/>
                    <a:pt x="22274" y="32039"/>
                    <a:pt x="22274" y="35235"/>
                  </a:cubicBezTo>
                  <a:cubicBezTo>
                    <a:pt x="22274" y="35708"/>
                    <a:pt x="22274" y="37247"/>
                    <a:pt x="21564" y="39496"/>
                  </a:cubicBezTo>
                  <a:cubicBezTo>
                    <a:pt x="20736" y="41626"/>
                    <a:pt x="15409" y="54291"/>
                    <a:pt x="13752" y="58315"/>
                  </a:cubicBezTo>
                  <a:cubicBezTo>
                    <a:pt x="12924" y="60327"/>
                    <a:pt x="12924" y="60564"/>
                    <a:pt x="11148" y="64588"/>
                  </a:cubicBezTo>
                  <a:cubicBezTo>
                    <a:pt x="10557" y="66245"/>
                    <a:pt x="9846" y="67902"/>
                    <a:pt x="9846" y="69914"/>
                  </a:cubicBezTo>
                  <a:cubicBezTo>
                    <a:pt x="9846" y="76069"/>
                    <a:pt x="15646" y="80330"/>
                    <a:pt x="22748" y="80330"/>
                  </a:cubicBezTo>
                  <a:cubicBezTo>
                    <a:pt x="35176" y="80330"/>
                    <a:pt x="41804" y="64943"/>
                    <a:pt x="41804" y="61984"/>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59" name="Freeform: Shape 158">
              <a:extLst>
                <a:ext uri="{FF2B5EF4-FFF2-40B4-BE49-F238E27FC236}">
                  <a16:creationId xmlns:a16="http://schemas.microsoft.com/office/drawing/2014/main" id="{BDE4D600-AA54-2637-8511-9E83C9B36823}"/>
                </a:ext>
              </a:extLst>
            </p:cNvPr>
            <p:cNvSpPr/>
            <p:nvPr>
              <p:custDataLst>
                <p:tags r:id="rId51"/>
              </p:custDataLst>
            </p:nvPr>
          </p:nvSpPr>
          <p:spPr>
            <a:xfrm>
              <a:off x="8361431" y="7357049"/>
              <a:ext cx="42917" cy="165538"/>
            </a:xfrm>
            <a:custGeom>
              <a:avLst/>
              <a:gdLst>
                <a:gd name="connsiteX0" fmla="*/ 3292 w 42917"/>
                <a:gd name="connsiteY0" fmla="*/ 81 h 165538"/>
                <a:gd name="connsiteX1" fmla="*/ 144 w 42917"/>
                <a:gd name="connsiteY1" fmla="*/ 2069 h 165538"/>
                <a:gd name="connsiteX2" fmla="*/ 1635 w 42917"/>
                <a:gd name="connsiteY2" fmla="*/ 4555 h 165538"/>
                <a:gd name="connsiteX3" fmla="*/ 31794 w 42917"/>
                <a:gd name="connsiteY3" fmla="*/ 82767 h 165538"/>
                <a:gd name="connsiteX4" fmla="*/ 3127 w 42917"/>
                <a:gd name="connsiteY4" fmla="*/ 159820 h 165538"/>
                <a:gd name="connsiteX5" fmla="*/ 144 w 42917"/>
                <a:gd name="connsiteY5" fmla="*/ 163631 h 165538"/>
                <a:gd name="connsiteX6" fmla="*/ 2298 w 42917"/>
                <a:gd name="connsiteY6" fmla="*/ 165619 h 165538"/>
                <a:gd name="connsiteX7" fmla="*/ 30965 w 42917"/>
                <a:gd name="connsiteY7" fmla="*/ 133970 h 165538"/>
                <a:gd name="connsiteX8" fmla="*/ 43062 w 42917"/>
                <a:gd name="connsiteY8" fmla="*/ 82933 h 165538"/>
                <a:gd name="connsiteX9" fmla="*/ 3292 w 42917"/>
                <a:gd name="connsiteY9" fmla="*/ 81 h 165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917" h="165538">
                  <a:moveTo>
                    <a:pt x="3292" y="81"/>
                  </a:moveTo>
                  <a:cubicBezTo>
                    <a:pt x="2132" y="81"/>
                    <a:pt x="144" y="81"/>
                    <a:pt x="144" y="2069"/>
                  </a:cubicBezTo>
                  <a:cubicBezTo>
                    <a:pt x="144" y="2898"/>
                    <a:pt x="641" y="3395"/>
                    <a:pt x="1635" y="4555"/>
                  </a:cubicBezTo>
                  <a:cubicBezTo>
                    <a:pt x="15886" y="17645"/>
                    <a:pt x="31794" y="40015"/>
                    <a:pt x="31794" y="82767"/>
                  </a:cubicBezTo>
                  <a:cubicBezTo>
                    <a:pt x="31794" y="117399"/>
                    <a:pt x="21023" y="143581"/>
                    <a:pt x="3127" y="159820"/>
                  </a:cubicBezTo>
                  <a:cubicBezTo>
                    <a:pt x="310" y="162637"/>
                    <a:pt x="144" y="162802"/>
                    <a:pt x="144" y="163631"/>
                  </a:cubicBezTo>
                  <a:cubicBezTo>
                    <a:pt x="144" y="164459"/>
                    <a:pt x="641" y="165619"/>
                    <a:pt x="2298" y="165619"/>
                  </a:cubicBezTo>
                  <a:cubicBezTo>
                    <a:pt x="4287" y="165619"/>
                    <a:pt x="20029" y="154683"/>
                    <a:pt x="30965" y="133970"/>
                  </a:cubicBezTo>
                  <a:cubicBezTo>
                    <a:pt x="38256" y="120216"/>
                    <a:pt x="43062" y="102320"/>
                    <a:pt x="43062" y="82933"/>
                  </a:cubicBezTo>
                  <a:cubicBezTo>
                    <a:pt x="43062" y="59569"/>
                    <a:pt x="36102" y="23279"/>
                    <a:pt x="3292" y="81"/>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60" name="Freeform: Shape 159">
              <a:extLst>
                <a:ext uri="{FF2B5EF4-FFF2-40B4-BE49-F238E27FC236}">
                  <a16:creationId xmlns:a16="http://schemas.microsoft.com/office/drawing/2014/main" id="{0130A423-1E83-8CBA-86A7-77305EB1CF1B}"/>
                </a:ext>
              </a:extLst>
            </p:cNvPr>
            <p:cNvSpPr/>
            <p:nvPr>
              <p:custDataLst>
                <p:tags r:id="rId52"/>
              </p:custDataLst>
            </p:nvPr>
          </p:nvSpPr>
          <p:spPr>
            <a:xfrm>
              <a:off x="8434413" y="7355155"/>
              <a:ext cx="58943" cy="78827"/>
            </a:xfrm>
            <a:custGeom>
              <a:avLst/>
              <a:gdLst>
                <a:gd name="connsiteX0" fmla="*/ 59091 w 58943"/>
                <a:gd name="connsiteY0" fmla="*/ 56063 h 78827"/>
                <a:gd name="connsiteX1" fmla="*/ 54119 w 58943"/>
                <a:gd name="connsiteY1" fmla="*/ 56063 h 78827"/>
                <a:gd name="connsiteX2" fmla="*/ 50687 w 58943"/>
                <a:gd name="connsiteY2" fmla="*/ 66834 h 78827"/>
                <a:gd name="connsiteX3" fmla="*/ 38022 w 58943"/>
                <a:gd name="connsiteY3" fmla="*/ 67544 h 78827"/>
                <a:gd name="connsiteX4" fmla="*/ 14824 w 58943"/>
                <a:gd name="connsiteY4" fmla="*/ 67544 h 78827"/>
                <a:gd name="connsiteX5" fmla="*/ 38496 w 58943"/>
                <a:gd name="connsiteY5" fmla="*/ 50382 h 78827"/>
                <a:gd name="connsiteX6" fmla="*/ 59091 w 58943"/>
                <a:gd name="connsiteY6" fmla="*/ 23632 h 78827"/>
                <a:gd name="connsiteX7" fmla="*/ 27843 w 58943"/>
                <a:gd name="connsiteY7" fmla="*/ 79 h 78827"/>
                <a:gd name="connsiteX8" fmla="*/ 147 w 58943"/>
                <a:gd name="connsiteY8" fmla="*/ 20910 h 78827"/>
                <a:gd name="connsiteX9" fmla="*/ 7012 w 58943"/>
                <a:gd name="connsiteY9" fmla="*/ 28130 h 78827"/>
                <a:gd name="connsiteX10" fmla="*/ 13995 w 58943"/>
                <a:gd name="connsiteY10" fmla="*/ 21147 h 78827"/>
                <a:gd name="connsiteX11" fmla="*/ 7249 w 58943"/>
                <a:gd name="connsiteY11" fmla="*/ 14164 h 78827"/>
                <a:gd name="connsiteX12" fmla="*/ 25358 w 58943"/>
                <a:gd name="connsiteY12" fmla="*/ 5287 h 78827"/>
                <a:gd name="connsiteX13" fmla="*/ 46426 w 58943"/>
                <a:gd name="connsiteY13" fmla="*/ 23751 h 78827"/>
                <a:gd name="connsiteX14" fmla="*/ 30447 w 58943"/>
                <a:gd name="connsiteY14" fmla="*/ 48962 h 78827"/>
                <a:gd name="connsiteX15" fmla="*/ 1567 w 58943"/>
                <a:gd name="connsiteY15" fmla="*/ 73462 h 78827"/>
                <a:gd name="connsiteX16" fmla="*/ 147 w 58943"/>
                <a:gd name="connsiteY16" fmla="*/ 75356 h 78827"/>
                <a:gd name="connsiteX17" fmla="*/ 147 w 58943"/>
                <a:gd name="connsiteY17" fmla="*/ 78907 h 78827"/>
                <a:gd name="connsiteX18" fmla="*/ 55185 w 58943"/>
                <a:gd name="connsiteY18" fmla="*/ 78907 h 78827"/>
                <a:gd name="connsiteX19" fmla="*/ 59091 w 58943"/>
                <a:gd name="connsiteY19" fmla="*/ 56063 h 7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943" h="78827">
                  <a:moveTo>
                    <a:pt x="59091" y="56063"/>
                  </a:moveTo>
                  <a:lnTo>
                    <a:pt x="54119" y="56063"/>
                  </a:lnTo>
                  <a:cubicBezTo>
                    <a:pt x="53764" y="58312"/>
                    <a:pt x="52581" y="65650"/>
                    <a:pt x="50687" y="66834"/>
                  </a:cubicBezTo>
                  <a:cubicBezTo>
                    <a:pt x="49740" y="67544"/>
                    <a:pt x="39798" y="67544"/>
                    <a:pt x="38022" y="67544"/>
                  </a:cubicBezTo>
                  <a:lnTo>
                    <a:pt x="14824" y="67544"/>
                  </a:lnTo>
                  <a:cubicBezTo>
                    <a:pt x="22636" y="61744"/>
                    <a:pt x="31394" y="55116"/>
                    <a:pt x="38496" y="50382"/>
                  </a:cubicBezTo>
                  <a:cubicBezTo>
                    <a:pt x="49148" y="43044"/>
                    <a:pt x="59091" y="36179"/>
                    <a:pt x="59091" y="23632"/>
                  </a:cubicBezTo>
                  <a:cubicBezTo>
                    <a:pt x="59091" y="8482"/>
                    <a:pt x="44769" y="79"/>
                    <a:pt x="27843" y="79"/>
                  </a:cubicBezTo>
                  <a:cubicBezTo>
                    <a:pt x="11865" y="79"/>
                    <a:pt x="147" y="9311"/>
                    <a:pt x="147" y="20910"/>
                  </a:cubicBezTo>
                  <a:cubicBezTo>
                    <a:pt x="147" y="27065"/>
                    <a:pt x="5355" y="28130"/>
                    <a:pt x="7012" y="28130"/>
                  </a:cubicBezTo>
                  <a:cubicBezTo>
                    <a:pt x="10208" y="28130"/>
                    <a:pt x="13995" y="26000"/>
                    <a:pt x="13995" y="21147"/>
                  </a:cubicBezTo>
                  <a:cubicBezTo>
                    <a:pt x="13995" y="16886"/>
                    <a:pt x="10918" y="14519"/>
                    <a:pt x="7249" y="14164"/>
                  </a:cubicBezTo>
                  <a:cubicBezTo>
                    <a:pt x="10563" y="8837"/>
                    <a:pt x="17428" y="5287"/>
                    <a:pt x="25358" y="5287"/>
                  </a:cubicBezTo>
                  <a:cubicBezTo>
                    <a:pt x="36839" y="5287"/>
                    <a:pt x="46426" y="12151"/>
                    <a:pt x="46426" y="23751"/>
                  </a:cubicBezTo>
                  <a:cubicBezTo>
                    <a:pt x="46426" y="33693"/>
                    <a:pt x="39561" y="41268"/>
                    <a:pt x="30447" y="48962"/>
                  </a:cubicBezTo>
                  <a:lnTo>
                    <a:pt x="1567" y="73462"/>
                  </a:lnTo>
                  <a:cubicBezTo>
                    <a:pt x="384" y="74527"/>
                    <a:pt x="265" y="74527"/>
                    <a:pt x="147" y="75356"/>
                  </a:cubicBezTo>
                  <a:lnTo>
                    <a:pt x="147" y="78907"/>
                  </a:lnTo>
                  <a:lnTo>
                    <a:pt x="55185" y="78907"/>
                  </a:lnTo>
                  <a:lnTo>
                    <a:pt x="59091" y="56063"/>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grpSp>
      <p:grpSp>
        <p:nvGrpSpPr>
          <p:cNvPr id="161" name="Group 160">
            <a:extLst>
              <a:ext uri="{FF2B5EF4-FFF2-40B4-BE49-F238E27FC236}">
                <a16:creationId xmlns:a16="http://schemas.microsoft.com/office/drawing/2014/main" id="{DBB38EA3-D874-234B-5611-656F54ACCD69}"/>
              </a:ext>
            </a:extLst>
          </p:cNvPr>
          <p:cNvGrpSpPr>
            <a:grpSpLocks noChangeAspect="1"/>
          </p:cNvGrpSpPr>
          <p:nvPr>
            <p:custDataLst>
              <p:tags r:id="rId3"/>
            </p:custDataLst>
          </p:nvPr>
        </p:nvGrpSpPr>
        <p:grpSpPr>
          <a:xfrm>
            <a:off x="1130036" y="4669003"/>
            <a:ext cx="2185336" cy="469692"/>
            <a:chOff x="11448458" y="5282838"/>
            <a:chExt cx="1309898" cy="281535"/>
          </a:xfrm>
          <a:solidFill>
            <a:schemeClr val="bg1"/>
          </a:solidFill>
        </p:grpSpPr>
        <p:sp>
          <p:nvSpPr>
            <p:cNvPr id="162" name="Freeform: Shape 161">
              <a:extLst>
                <a:ext uri="{FF2B5EF4-FFF2-40B4-BE49-F238E27FC236}">
                  <a16:creationId xmlns:a16="http://schemas.microsoft.com/office/drawing/2014/main" id="{163970A0-BD7C-0CC1-6197-F24C3C90A501}"/>
                </a:ext>
              </a:extLst>
            </p:cNvPr>
            <p:cNvSpPr/>
            <p:nvPr>
              <p:custDataLst>
                <p:tags r:id="rId4"/>
              </p:custDataLst>
            </p:nvPr>
          </p:nvSpPr>
          <p:spPr>
            <a:xfrm>
              <a:off x="11528642" y="5282838"/>
              <a:ext cx="62372" cy="37283"/>
            </a:xfrm>
            <a:custGeom>
              <a:avLst/>
              <a:gdLst>
                <a:gd name="connsiteX0" fmla="*/ 31382 w 62372"/>
                <a:gd name="connsiteY0" fmla="*/ 60 h 37283"/>
                <a:gd name="connsiteX1" fmla="*/ 79 w 62372"/>
                <a:gd name="connsiteY1" fmla="*/ 32986 h 37283"/>
                <a:gd name="connsiteX2" fmla="*/ 4284 w 62372"/>
                <a:gd name="connsiteY2" fmla="*/ 37344 h 37283"/>
                <a:gd name="connsiteX3" fmla="*/ 31382 w 62372"/>
                <a:gd name="connsiteY3" fmla="*/ 12649 h 37283"/>
                <a:gd name="connsiteX4" fmla="*/ 58247 w 62372"/>
                <a:gd name="connsiteY4" fmla="*/ 37344 h 37283"/>
                <a:gd name="connsiteX5" fmla="*/ 62452 w 62372"/>
                <a:gd name="connsiteY5" fmla="*/ 32986 h 37283"/>
                <a:gd name="connsiteX6" fmla="*/ 31382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382" y="60"/>
                  </a:moveTo>
                  <a:lnTo>
                    <a:pt x="79" y="32986"/>
                  </a:lnTo>
                  <a:lnTo>
                    <a:pt x="4284" y="37344"/>
                  </a:lnTo>
                  <a:lnTo>
                    <a:pt x="31382" y="12649"/>
                  </a:lnTo>
                  <a:lnTo>
                    <a:pt x="58247" y="37344"/>
                  </a:lnTo>
                  <a:lnTo>
                    <a:pt x="62452" y="32986"/>
                  </a:lnTo>
                  <a:lnTo>
                    <a:pt x="31382"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3" name="Freeform: Shape 162">
              <a:extLst>
                <a:ext uri="{FF2B5EF4-FFF2-40B4-BE49-F238E27FC236}">
                  <a16:creationId xmlns:a16="http://schemas.microsoft.com/office/drawing/2014/main" id="{AC6EE4D9-3A6C-CCF2-7F18-C4605C572589}"/>
                </a:ext>
              </a:extLst>
            </p:cNvPr>
            <p:cNvSpPr/>
            <p:nvPr>
              <p:custDataLst>
                <p:tags r:id="rId5"/>
              </p:custDataLst>
            </p:nvPr>
          </p:nvSpPr>
          <p:spPr>
            <a:xfrm>
              <a:off x="11448458" y="5343821"/>
              <a:ext cx="127344" cy="217890"/>
            </a:xfrm>
            <a:custGeom>
              <a:avLst/>
              <a:gdLst>
                <a:gd name="connsiteX0" fmla="*/ 127422 w 127344"/>
                <a:gd name="connsiteY0" fmla="*/ 33231 h 217890"/>
                <a:gd name="connsiteX1" fmla="*/ 95651 w 127344"/>
                <a:gd name="connsiteY1" fmla="*/ 63 h 217890"/>
                <a:gd name="connsiteX2" fmla="*/ 67385 w 127344"/>
                <a:gd name="connsiteY2" fmla="*/ 10231 h 217890"/>
                <a:gd name="connsiteX3" fmla="*/ 37250 w 127344"/>
                <a:gd name="connsiteY3" fmla="*/ 61798 h 217890"/>
                <a:gd name="connsiteX4" fmla="*/ 106 w 127344"/>
                <a:gd name="connsiteY4" fmla="*/ 215532 h 217890"/>
                <a:gd name="connsiteX5" fmla="*/ 2910 w 127344"/>
                <a:gd name="connsiteY5" fmla="*/ 217953 h 217890"/>
                <a:gd name="connsiteX6" fmla="*/ 5713 w 127344"/>
                <a:gd name="connsiteY6" fmla="*/ 216743 h 217890"/>
                <a:gd name="connsiteX7" fmla="*/ 22065 w 127344"/>
                <a:gd name="connsiteY7" fmla="*/ 149923 h 217890"/>
                <a:gd name="connsiteX8" fmla="*/ 53836 w 127344"/>
                <a:gd name="connsiteY8" fmla="*/ 173407 h 217890"/>
                <a:gd name="connsiteX9" fmla="*/ 98922 w 127344"/>
                <a:gd name="connsiteY9" fmla="*/ 154281 h 217890"/>
                <a:gd name="connsiteX10" fmla="*/ 117610 w 127344"/>
                <a:gd name="connsiteY10" fmla="*/ 109734 h 217890"/>
                <a:gd name="connsiteX11" fmla="*/ 100557 w 127344"/>
                <a:gd name="connsiteY11" fmla="*/ 73661 h 217890"/>
                <a:gd name="connsiteX12" fmla="*/ 127422 w 127344"/>
                <a:gd name="connsiteY12" fmla="*/ 33231 h 217890"/>
                <a:gd name="connsiteX13" fmla="*/ 85373 w 127344"/>
                <a:gd name="connsiteY13" fmla="*/ 73419 h 217890"/>
                <a:gd name="connsiteX14" fmla="*/ 74159 w 127344"/>
                <a:gd name="connsiteY14" fmla="*/ 75114 h 217890"/>
                <a:gd name="connsiteX15" fmla="*/ 63881 w 127344"/>
                <a:gd name="connsiteY15" fmla="*/ 74145 h 217890"/>
                <a:gd name="connsiteX16" fmla="*/ 75327 w 127344"/>
                <a:gd name="connsiteY16" fmla="*/ 72209 h 217890"/>
                <a:gd name="connsiteX17" fmla="*/ 85373 w 127344"/>
                <a:gd name="connsiteY17" fmla="*/ 73419 h 217890"/>
                <a:gd name="connsiteX18" fmla="*/ 114340 w 127344"/>
                <a:gd name="connsiteY18" fmla="*/ 27662 h 217890"/>
                <a:gd name="connsiteX19" fmla="*/ 93315 w 127344"/>
                <a:gd name="connsiteY19" fmla="*/ 69546 h 217890"/>
                <a:gd name="connsiteX20" fmla="*/ 75327 w 127344"/>
                <a:gd name="connsiteY20" fmla="*/ 66640 h 217890"/>
                <a:gd name="connsiteX21" fmla="*/ 57340 w 127344"/>
                <a:gd name="connsiteY21" fmla="*/ 74388 h 217890"/>
                <a:gd name="connsiteX22" fmla="*/ 73459 w 127344"/>
                <a:gd name="connsiteY22" fmla="*/ 80440 h 217890"/>
                <a:gd name="connsiteX23" fmla="*/ 92614 w 127344"/>
                <a:gd name="connsiteY23" fmla="*/ 77293 h 217890"/>
                <a:gd name="connsiteX24" fmla="*/ 102893 w 127344"/>
                <a:gd name="connsiteY24" fmla="*/ 104650 h 217890"/>
                <a:gd name="connsiteX25" fmla="*/ 91213 w 127344"/>
                <a:gd name="connsiteY25" fmla="*/ 146291 h 217890"/>
                <a:gd name="connsiteX26" fmla="*/ 53135 w 127344"/>
                <a:gd name="connsiteY26" fmla="*/ 168080 h 217890"/>
                <a:gd name="connsiteX27" fmla="*/ 26504 w 127344"/>
                <a:gd name="connsiteY27" fmla="*/ 136849 h 217890"/>
                <a:gd name="connsiteX28" fmla="*/ 27672 w 127344"/>
                <a:gd name="connsiteY28" fmla="*/ 126197 h 217890"/>
                <a:gd name="connsiteX29" fmla="*/ 42623 w 127344"/>
                <a:gd name="connsiteY29" fmla="*/ 64946 h 217890"/>
                <a:gd name="connsiteX30" fmla="*/ 92614 w 127344"/>
                <a:gd name="connsiteY30" fmla="*/ 5631 h 217890"/>
                <a:gd name="connsiteX31" fmla="*/ 114340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22" y="33231"/>
                  </a:moveTo>
                  <a:cubicBezTo>
                    <a:pt x="127422" y="15073"/>
                    <a:pt x="114573" y="63"/>
                    <a:pt x="95651" y="63"/>
                  </a:cubicBezTo>
                  <a:cubicBezTo>
                    <a:pt x="82102" y="63"/>
                    <a:pt x="75561" y="3936"/>
                    <a:pt x="67385" y="10231"/>
                  </a:cubicBezTo>
                  <a:cubicBezTo>
                    <a:pt x="54537" y="19915"/>
                    <a:pt x="41688" y="43399"/>
                    <a:pt x="37250" y="61798"/>
                  </a:cubicBezTo>
                  <a:lnTo>
                    <a:pt x="106" y="215532"/>
                  </a:lnTo>
                  <a:cubicBezTo>
                    <a:pt x="-127" y="216500"/>
                    <a:pt x="1041" y="217953"/>
                    <a:pt x="2910" y="217953"/>
                  </a:cubicBezTo>
                  <a:cubicBezTo>
                    <a:pt x="4778" y="217953"/>
                    <a:pt x="5479" y="217469"/>
                    <a:pt x="5713" y="216743"/>
                  </a:cubicBezTo>
                  <a:lnTo>
                    <a:pt x="22065" y="149923"/>
                  </a:lnTo>
                  <a:cubicBezTo>
                    <a:pt x="26504" y="164449"/>
                    <a:pt x="36782" y="173407"/>
                    <a:pt x="53836" y="173407"/>
                  </a:cubicBezTo>
                  <a:cubicBezTo>
                    <a:pt x="70889" y="173407"/>
                    <a:pt x="88409" y="164933"/>
                    <a:pt x="98922" y="154281"/>
                  </a:cubicBezTo>
                  <a:cubicBezTo>
                    <a:pt x="110135" y="143144"/>
                    <a:pt x="117610" y="127650"/>
                    <a:pt x="117610" y="109734"/>
                  </a:cubicBezTo>
                  <a:cubicBezTo>
                    <a:pt x="117610" y="92303"/>
                    <a:pt x="108967" y="79714"/>
                    <a:pt x="100557" y="73661"/>
                  </a:cubicBezTo>
                  <a:cubicBezTo>
                    <a:pt x="114106" y="65672"/>
                    <a:pt x="127422" y="50662"/>
                    <a:pt x="127422" y="33231"/>
                  </a:cubicBezTo>
                  <a:close/>
                  <a:moveTo>
                    <a:pt x="85373" y="73419"/>
                  </a:moveTo>
                  <a:cubicBezTo>
                    <a:pt x="82336" y="74630"/>
                    <a:pt x="79766" y="75114"/>
                    <a:pt x="74159" y="75114"/>
                  </a:cubicBezTo>
                  <a:cubicBezTo>
                    <a:pt x="70889" y="75114"/>
                    <a:pt x="66217" y="75356"/>
                    <a:pt x="63881" y="74145"/>
                  </a:cubicBezTo>
                  <a:cubicBezTo>
                    <a:pt x="64348" y="71724"/>
                    <a:pt x="72758" y="72209"/>
                    <a:pt x="75327" y="72209"/>
                  </a:cubicBezTo>
                  <a:cubicBezTo>
                    <a:pt x="80233" y="72209"/>
                    <a:pt x="82336" y="72209"/>
                    <a:pt x="85373" y="73419"/>
                  </a:cubicBezTo>
                  <a:close/>
                  <a:moveTo>
                    <a:pt x="114340" y="27662"/>
                  </a:moveTo>
                  <a:cubicBezTo>
                    <a:pt x="114340" y="44609"/>
                    <a:pt x="105463" y="62040"/>
                    <a:pt x="93315" y="69546"/>
                  </a:cubicBezTo>
                  <a:cubicBezTo>
                    <a:pt x="87008" y="67125"/>
                    <a:pt x="82336" y="66640"/>
                    <a:pt x="75327" y="66640"/>
                  </a:cubicBezTo>
                  <a:cubicBezTo>
                    <a:pt x="70422" y="66640"/>
                    <a:pt x="57340" y="66398"/>
                    <a:pt x="57340" y="74388"/>
                  </a:cubicBezTo>
                  <a:cubicBezTo>
                    <a:pt x="57106" y="81166"/>
                    <a:pt x="69254" y="80440"/>
                    <a:pt x="73459" y="80440"/>
                  </a:cubicBezTo>
                  <a:cubicBezTo>
                    <a:pt x="82102" y="80440"/>
                    <a:pt x="85606" y="80198"/>
                    <a:pt x="92614" y="77293"/>
                  </a:cubicBezTo>
                  <a:cubicBezTo>
                    <a:pt x="101491" y="86008"/>
                    <a:pt x="102659" y="93513"/>
                    <a:pt x="102893" y="104650"/>
                  </a:cubicBezTo>
                  <a:cubicBezTo>
                    <a:pt x="103360" y="118692"/>
                    <a:pt x="97754" y="136849"/>
                    <a:pt x="91213" y="146291"/>
                  </a:cubicBezTo>
                  <a:cubicBezTo>
                    <a:pt x="82102" y="159365"/>
                    <a:pt x="66450" y="168080"/>
                    <a:pt x="53135" y="168080"/>
                  </a:cubicBezTo>
                  <a:cubicBezTo>
                    <a:pt x="35381" y="168080"/>
                    <a:pt x="26504" y="154039"/>
                    <a:pt x="26504" y="136849"/>
                  </a:cubicBezTo>
                  <a:cubicBezTo>
                    <a:pt x="26504" y="134428"/>
                    <a:pt x="26504" y="130797"/>
                    <a:pt x="27672" y="126197"/>
                  </a:cubicBezTo>
                  <a:lnTo>
                    <a:pt x="42623" y="64946"/>
                  </a:lnTo>
                  <a:cubicBezTo>
                    <a:pt x="47762" y="44125"/>
                    <a:pt x="64582" y="5631"/>
                    <a:pt x="92614" y="5631"/>
                  </a:cubicBezTo>
                  <a:cubicBezTo>
                    <a:pt x="106164" y="5631"/>
                    <a:pt x="114340" y="13136"/>
                    <a:pt x="114340"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4" name="Freeform: Shape 163">
              <a:extLst>
                <a:ext uri="{FF2B5EF4-FFF2-40B4-BE49-F238E27FC236}">
                  <a16:creationId xmlns:a16="http://schemas.microsoft.com/office/drawing/2014/main" id="{A0D26360-DA9A-22FF-D82C-3197C95BB866}"/>
                </a:ext>
              </a:extLst>
            </p:cNvPr>
            <p:cNvSpPr/>
            <p:nvPr>
              <p:custDataLst>
                <p:tags r:id="rId6"/>
              </p:custDataLst>
            </p:nvPr>
          </p:nvSpPr>
          <p:spPr>
            <a:xfrm>
              <a:off x="11582116" y="5438530"/>
              <a:ext cx="75875" cy="115917"/>
            </a:xfrm>
            <a:custGeom>
              <a:avLst/>
              <a:gdLst>
                <a:gd name="connsiteX0" fmla="*/ 75958 w 75875"/>
                <a:gd name="connsiteY0" fmla="*/ 58531 h 115917"/>
                <a:gd name="connsiteX1" fmla="*/ 66310 w 75875"/>
                <a:gd name="connsiteY1" fmla="*/ 14639 h 115917"/>
                <a:gd name="connsiteX2" fmla="*/ 38020 w 75875"/>
                <a:gd name="connsiteY2" fmla="*/ 64 h 115917"/>
                <a:gd name="connsiteX3" fmla="*/ 82 w 75875"/>
                <a:gd name="connsiteY3" fmla="*/ 58531 h 115917"/>
                <a:gd name="connsiteX4" fmla="*/ 38020 w 75875"/>
                <a:gd name="connsiteY4" fmla="*/ 115982 h 115917"/>
                <a:gd name="connsiteX5" fmla="*/ 75958 w 75875"/>
                <a:gd name="connsiteY5" fmla="*/ 58531 h 115917"/>
                <a:gd name="connsiteX6" fmla="*/ 38020 w 75875"/>
                <a:gd name="connsiteY6" fmla="*/ 111237 h 115917"/>
                <a:gd name="connsiteX7" fmla="*/ 17252 w 75875"/>
                <a:gd name="connsiteY7" fmla="*/ 92764 h 115917"/>
                <a:gd name="connsiteX8" fmla="*/ 14963 w 75875"/>
                <a:gd name="connsiteY8" fmla="*/ 56328 h 115917"/>
                <a:gd name="connsiteX9" fmla="*/ 17416 w 75875"/>
                <a:gd name="connsiteY9" fmla="*/ 21756 h 115917"/>
                <a:gd name="connsiteX10" fmla="*/ 38020 w 75875"/>
                <a:gd name="connsiteY10" fmla="*/ 4809 h 115917"/>
                <a:gd name="connsiteX11" fmla="*/ 58297 w 75875"/>
                <a:gd name="connsiteY11" fmla="*/ 20231 h 115917"/>
                <a:gd name="connsiteX12" fmla="*/ 61077 w 75875"/>
                <a:gd name="connsiteY12" fmla="*/ 56328 h 115917"/>
                <a:gd name="connsiteX13" fmla="*/ 58951 w 75875"/>
                <a:gd name="connsiteY13" fmla="*/ 92087 h 115917"/>
                <a:gd name="connsiteX14" fmla="*/ 38020 w 75875"/>
                <a:gd name="connsiteY14" fmla="*/ 111237 h 115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875" h="115917">
                  <a:moveTo>
                    <a:pt x="75958" y="58531"/>
                  </a:moveTo>
                  <a:cubicBezTo>
                    <a:pt x="75958" y="39890"/>
                    <a:pt x="73832" y="26502"/>
                    <a:pt x="66310" y="14639"/>
                  </a:cubicBezTo>
                  <a:cubicBezTo>
                    <a:pt x="61240" y="6843"/>
                    <a:pt x="51102" y="64"/>
                    <a:pt x="38020" y="64"/>
                  </a:cubicBezTo>
                  <a:cubicBezTo>
                    <a:pt x="82" y="64"/>
                    <a:pt x="82" y="46330"/>
                    <a:pt x="82" y="58531"/>
                  </a:cubicBezTo>
                  <a:cubicBezTo>
                    <a:pt x="82" y="70733"/>
                    <a:pt x="82" y="115982"/>
                    <a:pt x="38020" y="115982"/>
                  </a:cubicBezTo>
                  <a:cubicBezTo>
                    <a:pt x="75958" y="115982"/>
                    <a:pt x="75958" y="70733"/>
                    <a:pt x="75958" y="58531"/>
                  </a:cubicBezTo>
                  <a:close/>
                  <a:moveTo>
                    <a:pt x="38020" y="111237"/>
                  </a:moveTo>
                  <a:cubicBezTo>
                    <a:pt x="30498" y="111237"/>
                    <a:pt x="20523" y="106661"/>
                    <a:pt x="17252" y="92764"/>
                  </a:cubicBezTo>
                  <a:cubicBezTo>
                    <a:pt x="14963" y="82766"/>
                    <a:pt x="14963" y="68869"/>
                    <a:pt x="14963" y="56328"/>
                  </a:cubicBezTo>
                  <a:cubicBezTo>
                    <a:pt x="14963" y="43957"/>
                    <a:pt x="14963" y="31077"/>
                    <a:pt x="17416" y="21756"/>
                  </a:cubicBezTo>
                  <a:cubicBezTo>
                    <a:pt x="20850" y="8368"/>
                    <a:pt x="31315" y="4809"/>
                    <a:pt x="38020" y="4809"/>
                  </a:cubicBezTo>
                  <a:cubicBezTo>
                    <a:pt x="46850" y="4809"/>
                    <a:pt x="55354" y="10402"/>
                    <a:pt x="58297" y="20231"/>
                  </a:cubicBezTo>
                  <a:cubicBezTo>
                    <a:pt x="60913" y="29383"/>
                    <a:pt x="61077" y="41584"/>
                    <a:pt x="61077" y="56328"/>
                  </a:cubicBezTo>
                  <a:cubicBezTo>
                    <a:pt x="61077" y="68869"/>
                    <a:pt x="61077" y="81410"/>
                    <a:pt x="58951" y="92087"/>
                  </a:cubicBezTo>
                  <a:cubicBezTo>
                    <a:pt x="55681" y="107508"/>
                    <a:pt x="44561" y="111237"/>
                    <a:pt x="38020" y="111237"/>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5" name="Freeform: Shape 164">
              <a:extLst>
                <a:ext uri="{FF2B5EF4-FFF2-40B4-BE49-F238E27FC236}">
                  <a16:creationId xmlns:a16="http://schemas.microsoft.com/office/drawing/2014/main" id="{C5EF897D-DBD8-4049-EF7C-26D0FA31A8CD}"/>
                </a:ext>
              </a:extLst>
            </p:cNvPr>
            <p:cNvSpPr/>
            <p:nvPr>
              <p:custDataLst>
                <p:tags r:id="rId7"/>
              </p:custDataLst>
            </p:nvPr>
          </p:nvSpPr>
          <p:spPr>
            <a:xfrm>
              <a:off x="11756382" y="5425893"/>
              <a:ext cx="155348" cy="56651"/>
            </a:xfrm>
            <a:custGeom>
              <a:avLst/>
              <a:gdLst>
                <a:gd name="connsiteX0" fmla="*/ 147495 w 155348"/>
                <a:gd name="connsiteY0" fmla="*/ 9747 h 56651"/>
                <a:gd name="connsiteX1" fmla="*/ 155438 w 155348"/>
                <a:gd name="connsiteY1" fmla="*/ 4905 h 56651"/>
                <a:gd name="connsiteX2" fmla="*/ 147729 w 155348"/>
                <a:gd name="connsiteY2" fmla="*/ 63 h 56651"/>
                <a:gd name="connsiteX3" fmla="*/ 7799 w 155348"/>
                <a:gd name="connsiteY3" fmla="*/ 63 h 56651"/>
                <a:gd name="connsiteX4" fmla="*/ 90 w 155348"/>
                <a:gd name="connsiteY4" fmla="*/ 4905 h 56651"/>
                <a:gd name="connsiteX5" fmla="*/ 8032 w 155348"/>
                <a:gd name="connsiteY5" fmla="*/ 9747 h 56651"/>
                <a:gd name="connsiteX6" fmla="*/ 147495 w 155348"/>
                <a:gd name="connsiteY6" fmla="*/ 9747 h 56651"/>
                <a:gd name="connsiteX7" fmla="*/ 147729 w 155348"/>
                <a:gd name="connsiteY7" fmla="*/ 56714 h 56651"/>
                <a:gd name="connsiteX8" fmla="*/ 155438 w 155348"/>
                <a:gd name="connsiteY8" fmla="*/ 51872 h 56651"/>
                <a:gd name="connsiteX9" fmla="*/ 147495 w 155348"/>
                <a:gd name="connsiteY9" fmla="*/ 47030 h 56651"/>
                <a:gd name="connsiteX10" fmla="*/ 8032 w 155348"/>
                <a:gd name="connsiteY10" fmla="*/ 47030 h 56651"/>
                <a:gd name="connsiteX11" fmla="*/ 90 w 155348"/>
                <a:gd name="connsiteY11" fmla="*/ 51872 h 56651"/>
                <a:gd name="connsiteX12" fmla="*/ 7799 w 155348"/>
                <a:gd name="connsiteY12" fmla="*/ 56714 h 56651"/>
                <a:gd name="connsiteX13" fmla="*/ 147729 w 155348"/>
                <a:gd name="connsiteY13" fmla="*/ 56714 h 5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348" h="56651">
                  <a:moveTo>
                    <a:pt x="147495" y="9747"/>
                  </a:moveTo>
                  <a:cubicBezTo>
                    <a:pt x="150999" y="9747"/>
                    <a:pt x="155438" y="9747"/>
                    <a:pt x="155438" y="4905"/>
                  </a:cubicBezTo>
                  <a:cubicBezTo>
                    <a:pt x="155438" y="63"/>
                    <a:pt x="150999" y="63"/>
                    <a:pt x="147729" y="63"/>
                  </a:cubicBezTo>
                  <a:lnTo>
                    <a:pt x="7799" y="63"/>
                  </a:lnTo>
                  <a:cubicBezTo>
                    <a:pt x="4528" y="63"/>
                    <a:pt x="90" y="63"/>
                    <a:pt x="90" y="4905"/>
                  </a:cubicBezTo>
                  <a:cubicBezTo>
                    <a:pt x="90" y="9747"/>
                    <a:pt x="4528" y="9747"/>
                    <a:pt x="8032" y="9747"/>
                  </a:cubicBezTo>
                  <a:lnTo>
                    <a:pt x="147495" y="9747"/>
                  </a:lnTo>
                  <a:close/>
                  <a:moveTo>
                    <a:pt x="147729" y="56714"/>
                  </a:moveTo>
                  <a:cubicBezTo>
                    <a:pt x="150999" y="56714"/>
                    <a:pt x="155438" y="56714"/>
                    <a:pt x="155438" y="51872"/>
                  </a:cubicBezTo>
                  <a:cubicBezTo>
                    <a:pt x="155438" y="47030"/>
                    <a:pt x="150999" y="47030"/>
                    <a:pt x="147495" y="47030"/>
                  </a:cubicBezTo>
                  <a:lnTo>
                    <a:pt x="8032" y="47030"/>
                  </a:lnTo>
                  <a:cubicBezTo>
                    <a:pt x="4528" y="47030"/>
                    <a:pt x="90" y="47030"/>
                    <a:pt x="90" y="51872"/>
                  </a:cubicBezTo>
                  <a:cubicBezTo>
                    <a:pt x="90" y="56714"/>
                    <a:pt x="4528" y="56714"/>
                    <a:pt x="7799" y="56714"/>
                  </a:cubicBezTo>
                  <a:lnTo>
                    <a:pt x="147729" y="56714"/>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6" name="Freeform: Shape 165">
              <a:extLst>
                <a:ext uri="{FF2B5EF4-FFF2-40B4-BE49-F238E27FC236}">
                  <a16:creationId xmlns:a16="http://schemas.microsoft.com/office/drawing/2014/main" id="{20E322B6-683F-AE70-36D9-9558AB576F93}"/>
                </a:ext>
              </a:extLst>
            </p:cNvPr>
            <p:cNvSpPr/>
            <p:nvPr>
              <p:custDataLst>
                <p:tags r:id="rId8"/>
              </p:custDataLst>
            </p:nvPr>
          </p:nvSpPr>
          <p:spPr>
            <a:xfrm>
              <a:off x="12022037" y="5371904"/>
              <a:ext cx="84331" cy="7505"/>
            </a:xfrm>
            <a:custGeom>
              <a:avLst/>
              <a:gdLst>
                <a:gd name="connsiteX0" fmla="*/ 84433 w 84331"/>
                <a:gd name="connsiteY0" fmla="*/ 7568 h 7505"/>
                <a:gd name="connsiteX1" fmla="*/ 84433 w 84331"/>
                <a:gd name="connsiteY1" fmla="*/ 63 h 7505"/>
                <a:gd name="connsiteX2" fmla="*/ 101 w 84331"/>
                <a:gd name="connsiteY2" fmla="*/ 63 h 7505"/>
                <a:gd name="connsiteX3" fmla="*/ 101 w 84331"/>
                <a:gd name="connsiteY3" fmla="*/ 7568 h 7505"/>
                <a:gd name="connsiteX4" fmla="*/ 84433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33" y="7568"/>
                  </a:moveTo>
                  <a:lnTo>
                    <a:pt x="84433" y="63"/>
                  </a:lnTo>
                  <a:lnTo>
                    <a:pt x="101" y="63"/>
                  </a:lnTo>
                  <a:lnTo>
                    <a:pt x="101" y="7568"/>
                  </a:lnTo>
                  <a:lnTo>
                    <a:pt x="84433"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7" name="Freeform: Shape 166">
              <a:extLst>
                <a:ext uri="{FF2B5EF4-FFF2-40B4-BE49-F238E27FC236}">
                  <a16:creationId xmlns:a16="http://schemas.microsoft.com/office/drawing/2014/main" id="{6768C1AF-BBA1-7676-883F-CC93578B369F}"/>
                </a:ext>
              </a:extLst>
            </p:cNvPr>
            <p:cNvSpPr/>
            <p:nvPr>
              <p:custDataLst>
                <p:tags r:id="rId9"/>
              </p:custDataLst>
            </p:nvPr>
          </p:nvSpPr>
          <p:spPr>
            <a:xfrm>
              <a:off x="11996658" y="5407735"/>
              <a:ext cx="107692" cy="156638"/>
            </a:xfrm>
            <a:custGeom>
              <a:avLst/>
              <a:gdLst>
                <a:gd name="connsiteX0" fmla="*/ 106858 w 107692"/>
                <a:gd name="connsiteY0" fmla="*/ 14831 h 156638"/>
                <a:gd name="connsiteX1" fmla="*/ 107793 w 107692"/>
                <a:gd name="connsiteY1" fmla="*/ 9263 h 156638"/>
                <a:gd name="connsiteX2" fmla="*/ 101018 w 107692"/>
                <a:gd name="connsiteY2" fmla="*/ 2726 h 156638"/>
                <a:gd name="connsiteX3" fmla="*/ 92842 w 107692"/>
                <a:gd name="connsiteY3" fmla="*/ 7810 h 156638"/>
                <a:gd name="connsiteX4" fmla="*/ 89571 w 107692"/>
                <a:gd name="connsiteY4" fmla="*/ 20883 h 156638"/>
                <a:gd name="connsiteX5" fmla="*/ 84899 w 107692"/>
                <a:gd name="connsiteY5" fmla="*/ 40251 h 156638"/>
                <a:gd name="connsiteX6" fmla="*/ 74387 w 107692"/>
                <a:gd name="connsiteY6" fmla="*/ 83829 h 156638"/>
                <a:gd name="connsiteX7" fmla="*/ 47989 w 107692"/>
                <a:gd name="connsiteY7" fmla="*/ 104408 h 156638"/>
                <a:gd name="connsiteX8" fmla="*/ 33506 w 107692"/>
                <a:gd name="connsiteY8" fmla="*/ 84798 h 156638"/>
                <a:gd name="connsiteX9" fmla="*/ 45420 w 107692"/>
                <a:gd name="connsiteY9" fmla="*/ 37346 h 156638"/>
                <a:gd name="connsiteX10" fmla="*/ 50092 w 107692"/>
                <a:gd name="connsiteY10" fmla="*/ 19915 h 156638"/>
                <a:gd name="connsiteX11" fmla="*/ 30936 w 107692"/>
                <a:gd name="connsiteY11" fmla="*/ 63 h 156638"/>
                <a:gd name="connsiteX12" fmla="*/ 100 w 107692"/>
                <a:gd name="connsiteY12" fmla="*/ 37346 h 156638"/>
                <a:gd name="connsiteX13" fmla="*/ 2903 w 107692"/>
                <a:gd name="connsiteY13" fmla="*/ 39767 h 156638"/>
                <a:gd name="connsiteX14" fmla="*/ 6641 w 107692"/>
                <a:gd name="connsiteY14" fmla="*/ 35409 h 156638"/>
                <a:gd name="connsiteX15" fmla="*/ 30235 w 107692"/>
                <a:gd name="connsiteY15" fmla="*/ 5389 h 156638"/>
                <a:gd name="connsiteX16" fmla="*/ 36075 w 107692"/>
                <a:gd name="connsiteY16" fmla="*/ 13136 h 156638"/>
                <a:gd name="connsiteX17" fmla="*/ 32104 w 107692"/>
                <a:gd name="connsiteY17" fmla="*/ 30083 h 156638"/>
                <a:gd name="connsiteX18" fmla="*/ 18555 w 107692"/>
                <a:gd name="connsiteY18" fmla="*/ 80924 h 156638"/>
                <a:gd name="connsiteX19" fmla="*/ 47055 w 107692"/>
                <a:gd name="connsiteY19" fmla="*/ 109734 h 156638"/>
                <a:gd name="connsiteX20" fmla="*/ 70649 w 107692"/>
                <a:gd name="connsiteY20" fmla="*/ 98840 h 156638"/>
                <a:gd name="connsiteX21" fmla="*/ 55465 w 107692"/>
                <a:gd name="connsiteY21" fmla="*/ 136123 h 156638"/>
                <a:gd name="connsiteX22" fmla="*/ 29768 w 107692"/>
                <a:gd name="connsiteY22" fmla="*/ 151375 h 156638"/>
                <a:gd name="connsiteX23" fmla="*/ 12014 w 107692"/>
                <a:gd name="connsiteY23" fmla="*/ 141207 h 156638"/>
                <a:gd name="connsiteX24" fmla="*/ 22059 w 107692"/>
                <a:gd name="connsiteY24" fmla="*/ 138302 h 156638"/>
                <a:gd name="connsiteX25" fmla="*/ 26731 w 107692"/>
                <a:gd name="connsiteY25" fmla="*/ 128376 h 156638"/>
                <a:gd name="connsiteX26" fmla="*/ 18088 w 107692"/>
                <a:gd name="connsiteY26" fmla="*/ 119902 h 156638"/>
                <a:gd name="connsiteX27" fmla="*/ 5006 w 107692"/>
                <a:gd name="connsiteY27" fmla="*/ 135639 h 156638"/>
                <a:gd name="connsiteX28" fmla="*/ 29768 w 107692"/>
                <a:gd name="connsiteY28" fmla="*/ 156702 h 156638"/>
                <a:gd name="connsiteX29" fmla="*/ 84432 w 107692"/>
                <a:gd name="connsiteY29" fmla="*/ 107313 h 156638"/>
                <a:gd name="connsiteX30" fmla="*/ 106858 w 107692"/>
                <a:gd name="connsiteY30" fmla="*/ 14831 h 15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7692" h="156638">
                  <a:moveTo>
                    <a:pt x="106858" y="14831"/>
                  </a:moveTo>
                  <a:cubicBezTo>
                    <a:pt x="107793" y="11441"/>
                    <a:pt x="107793" y="10957"/>
                    <a:pt x="107793" y="9263"/>
                  </a:cubicBezTo>
                  <a:cubicBezTo>
                    <a:pt x="107793" y="4905"/>
                    <a:pt x="104522" y="2726"/>
                    <a:pt x="101018" y="2726"/>
                  </a:cubicBezTo>
                  <a:cubicBezTo>
                    <a:pt x="98682" y="2726"/>
                    <a:pt x="94944" y="4178"/>
                    <a:pt x="92842" y="7810"/>
                  </a:cubicBezTo>
                  <a:cubicBezTo>
                    <a:pt x="92374" y="9020"/>
                    <a:pt x="90506" y="16526"/>
                    <a:pt x="89571" y="20883"/>
                  </a:cubicBezTo>
                  <a:cubicBezTo>
                    <a:pt x="87936" y="27178"/>
                    <a:pt x="86301" y="33715"/>
                    <a:pt x="84899" y="40251"/>
                  </a:cubicBezTo>
                  <a:lnTo>
                    <a:pt x="74387" y="83829"/>
                  </a:lnTo>
                  <a:cubicBezTo>
                    <a:pt x="73452" y="87461"/>
                    <a:pt x="63407" y="104408"/>
                    <a:pt x="47989" y="104408"/>
                  </a:cubicBezTo>
                  <a:cubicBezTo>
                    <a:pt x="36075" y="104408"/>
                    <a:pt x="33506" y="93756"/>
                    <a:pt x="33506" y="84798"/>
                  </a:cubicBezTo>
                  <a:cubicBezTo>
                    <a:pt x="33506" y="73661"/>
                    <a:pt x="37477" y="58651"/>
                    <a:pt x="45420" y="37346"/>
                  </a:cubicBezTo>
                  <a:cubicBezTo>
                    <a:pt x="49157" y="27420"/>
                    <a:pt x="50092" y="24757"/>
                    <a:pt x="50092" y="19915"/>
                  </a:cubicBezTo>
                  <a:cubicBezTo>
                    <a:pt x="50092" y="9020"/>
                    <a:pt x="42616" y="63"/>
                    <a:pt x="30936" y="63"/>
                  </a:cubicBezTo>
                  <a:cubicBezTo>
                    <a:pt x="8744" y="63"/>
                    <a:pt x="100" y="35167"/>
                    <a:pt x="100" y="37346"/>
                  </a:cubicBezTo>
                  <a:cubicBezTo>
                    <a:pt x="100" y="39767"/>
                    <a:pt x="2436" y="39767"/>
                    <a:pt x="2903" y="39767"/>
                  </a:cubicBezTo>
                  <a:cubicBezTo>
                    <a:pt x="5239" y="39767"/>
                    <a:pt x="5473" y="39283"/>
                    <a:pt x="6641" y="35409"/>
                  </a:cubicBezTo>
                  <a:cubicBezTo>
                    <a:pt x="12948" y="12652"/>
                    <a:pt x="22293" y="5389"/>
                    <a:pt x="30235" y="5389"/>
                  </a:cubicBezTo>
                  <a:cubicBezTo>
                    <a:pt x="32104" y="5389"/>
                    <a:pt x="36075" y="5389"/>
                    <a:pt x="36075" y="13136"/>
                  </a:cubicBezTo>
                  <a:cubicBezTo>
                    <a:pt x="36075" y="19189"/>
                    <a:pt x="33739" y="25483"/>
                    <a:pt x="32104" y="30083"/>
                  </a:cubicBezTo>
                  <a:cubicBezTo>
                    <a:pt x="22760" y="55746"/>
                    <a:pt x="18555" y="69546"/>
                    <a:pt x="18555" y="80924"/>
                  </a:cubicBezTo>
                  <a:cubicBezTo>
                    <a:pt x="18555" y="102471"/>
                    <a:pt x="33272" y="109734"/>
                    <a:pt x="47055" y="109734"/>
                  </a:cubicBezTo>
                  <a:cubicBezTo>
                    <a:pt x="56166" y="109734"/>
                    <a:pt x="64108" y="105619"/>
                    <a:pt x="70649" y="98840"/>
                  </a:cubicBezTo>
                  <a:cubicBezTo>
                    <a:pt x="67612" y="111429"/>
                    <a:pt x="64809" y="123292"/>
                    <a:pt x="55465" y="136123"/>
                  </a:cubicBezTo>
                  <a:cubicBezTo>
                    <a:pt x="49391" y="144355"/>
                    <a:pt x="40514" y="151375"/>
                    <a:pt x="29768" y="151375"/>
                  </a:cubicBezTo>
                  <a:cubicBezTo>
                    <a:pt x="26498" y="151375"/>
                    <a:pt x="15985" y="150649"/>
                    <a:pt x="12014" y="141207"/>
                  </a:cubicBezTo>
                  <a:cubicBezTo>
                    <a:pt x="15752" y="141207"/>
                    <a:pt x="18789" y="141207"/>
                    <a:pt x="22059" y="138302"/>
                  </a:cubicBezTo>
                  <a:cubicBezTo>
                    <a:pt x="24395" y="136123"/>
                    <a:pt x="26731" y="132976"/>
                    <a:pt x="26731" y="128376"/>
                  </a:cubicBezTo>
                  <a:cubicBezTo>
                    <a:pt x="26731" y="120871"/>
                    <a:pt x="20424" y="119902"/>
                    <a:pt x="18088" y="119902"/>
                  </a:cubicBezTo>
                  <a:cubicBezTo>
                    <a:pt x="12715" y="119902"/>
                    <a:pt x="5006" y="123776"/>
                    <a:pt x="5006" y="135639"/>
                  </a:cubicBezTo>
                  <a:cubicBezTo>
                    <a:pt x="5006" y="147744"/>
                    <a:pt x="15284" y="156702"/>
                    <a:pt x="29768" y="156702"/>
                  </a:cubicBezTo>
                  <a:cubicBezTo>
                    <a:pt x="53829" y="156702"/>
                    <a:pt x="77891" y="134671"/>
                    <a:pt x="84432" y="107313"/>
                  </a:cubicBezTo>
                  <a:lnTo>
                    <a:pt x="106858" y="14831"/>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8" name="Freeform: Shape 167">
              <a:extLst>
                <a:ext uri="{FF2B5EF4-FFF2-40B4-BE49-F238E27FC236}">
                  <a16:creationId xmlns:a16="http://schemas.microsoft.com/office/drawing/2014/main" id="{95AB7278-C96C-FCB7-42B9-9CCEBFE3716C}"/>
                </a:ext>
              </a:extLst>
            </p:cNvPr>
            <p:cNvSpPr/>
            <p:nvPr>
              <p:custDataLst>
                <p:tags r:id="rId10"/>
              </p:custDataLst>
            </p:nvPr>
          </p:nvSpPr>
          <p:spPr>
            <a:xfrm>
              <a:off x="12184098" y="5449376"/>
              <a:ext cx="142733" cy="9684"/>
            </a:xfrm>
            <a:custGeom>
              <a:avLst/>
              <a:gdLst>
                <a:gd name="connsiteX0" fmla="*/ 134665 w 142733"/>
                <a:gd name="connsiteY0" fmla="*/ 9747 h 9684"/>
                <a:gd name="connsiteX1" fmla="*/ 142841 w 142733"/>
                <a:gd name="connsiteY1" fmla="*/ 4905 h 9684"/>
                <a:gd name="connsiteX2" fmla="*/ 134665 w 142733"/>
                <a:gd name="connsiteY2" fmla="*/ 63 h 9684"/>
                <a:gd name="connsiteX3" fmla="*/ 8284 w 142733"/>
                <a:gd name="connsiteY3" fmla="*/ 63 h 9684"/>
                <a:gd name="connsiteX4" fmla="*/ 108 w 142733"/>
                <a:gd name="connsiteY4" fmla="*/ 4905 h 9684"/>
                <a:gd name="connsiteX5" fmla="*/ 8284 w 142733"/>
                <a:gd name="connsiteY5" fmla="*/ 9747 h 9684"/>
                <a:gd name="connsiteX6" fmla="*/ 134665 w 142733"/>
                <a:gd name="connsiteY6" fmla="*/ 9747 h 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33" h="9684">
                  <a:moveTo>
                    <a:pt x="134665" y="9747"/>
                  </a:moveTo>
                  <a:cubicBezTo>
                    <a:pt x="138636" y="9747"/>
                    <a:pt x="142841" y="9747"/>
                    <a:pt x="142841" y="4905"/>
                  </a:cubicBezTo>
                  <a:cubicBezTo>
                    <a:pt x="142841" y="63"/>
                    <a:pt x="138636" y="63"/>
                    <a:pt x="134665" y="63"/>
                  </a:cubicBezTo>
                  <a:lnTo>
                    <a:pt x="8284" y="63"/>
                  </a:lnTo>
                  <a:cubicBezTo>
                    <a:pt x="4312" y="63"/>
                    <a:pt x="108" y="63"/>
                    <a:pt x="108" y="4905"/>
                  </a:cubicBezTo>
                  <a:cubicBezTo>
                    <a:pt x="108" y="9747"/>
                    <a:pt x="4312" y="9747"/>
                    <a:pt x="8284" y="9747"/>
                  </a:cubicBezTo>
                  <a:lnTo>
                    <a:pt x="134665" y="974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69" name="Freeform: Shape 168">
              <a:extLst>
                <a:ext uri="{FF2B5EF4-FFF2-40B4-BE49-F238E27FC236}">
                  <a16:creationId xmlns:a16="http://schemas.microsoft.com/office/drawing/2014/main" id="{2C8DFD21-3E64-2211-EBA8-E10A576C4A01}"/>
                </a:ext>
              </a:extLst>
            </p:cNvPr>
            <p:cNvSpPr/>
            <p:nvPr>
              <p:custDataLst>
                <p:tags r:id="rId11"/>
              </p:custDataLst>
            </p:nvPr>
          </p:nvSpPr>
          <p:spPr>
            <a:xfrm>
              <a:off x="12485477" y="5282838"/>
              <a:ext cx="62372" cy="37283"/>
            </a:xfrm>
            <a:custGeom>
              <a:avLst/>
              <a:gdLst>
                <a:gd name="connsiteX0" fmla="*/ 31423 w 62372"/>
                <a:gd name="connsiteY0" fmla="*/ 60 h 37283"/>
                <a:gd name="connsiteX1" fmla="*/ 120 w 62372"/>
                <a:gd name="connsiteY1" fmla="*/ 32986 h 37283"/>
                <a:gd name="connsiteX2" fmla="*/ 4325 w 62372"/>
                <a:gd name="connsiteY2" fmla="*/ 37344 h 37283"/>
                <a:gd name="connsiteX3" fmla="*/ 31423 w 62372"/>
                <a:gd name="connsiteY3" fmla="*/ 12649 h 37283"/>
                <a:gd name="connsiteX4" fmla="*/ 58288 w 62372"/>
                <a:gd name="connsiteY4" fmla="*/ 37344 h 37283"/>
                <a:gd name="connsiteX5" fmla="*/ 62493 w 62372"/>
                <a:gd name="connsiteY5" fmla="*/ 32986 h 37283"/>
                <a:gd name="connsiteX6" fmla="*/ 31423 w 62372"/>
                <a:gd name="connsiteY6" fmla="*/ 60 h 3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72" h="37283">
                  <a:moveTo>
                    <a:pt x="31423" y="60"/>
                  </a:moveTo>
                  <a:lnTo>
                    <a:pt x="120" y="32986"/>
                  </a:lnTo>
                  <a:lnTo>
                    <a:pt x="4325" y="37344"/>
                  </a:lnTo>
                  <a:lnTo>
                    <a:pt x="31423" y="12649"/>
                  </a:lnTo>
                  <a:lnTo>
                    <a:pt x="58288" y="37344"/>
                  </a:lnTo>
                  <a:lnTo>
                    <a:pt x="62493" y="32986"/>
                  </a:lnTo>
                  <a:lnTo>
                    <a:pt x="31423" y="60"/>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70" name="Freeform: Shape 169">
              <a:extLst>
                <a:ext uri="{FF2B5EF4-FFF2-40B4-BE49-F238E27FC236}">
                  <a16:creationId xmlns:a16="http://schemas.microsoft.com/office/drawing/2014/main" id="{82AC442A-15B5-8EA3-C508-1217689EF704}"/>
                </a:ext>
              </a:extLst>
            </p:cNvPr>
            <p:cNvSpPr/>
            <p:nvPr>
              <p:custDataLst>
                <p:tags r:id="rId12"/>
              </p:custDataLst>
            </p:nvPr>
          </p:nvSpPr>
          <p:spPr>
            <a:xfrm>
              <a:off x="12405293" y="5343821"/>
              <a:ext cx="127344" cy="217890"/>
            </a:xfrm>
            <a:custGeom>
              <a:avLst/>
              <a:gdLst>
                <a:gd name="connsiteX0" fmla="*/ 127462 w 127344"/>
                <a:gd name="connsiteY0" fmla="*/ 33231 h 217890"/>
                <a:gd name="connsiteX1" fmla="*/ 95692 w 127344"/>
                <a:gd name="connsiteY1" fmla="*/ 63 h 217890"/>
                <a:gd name="connsiteX2" fmla="*/ 67426 w 127344"/>
                <a:gd name="connsiteY2" fmla="*/ 10231 h 217890"/>
                <a:gd name="connsiteX3" fmla="*/ 37291 w 127344"/>
                <a:gd name="connsiteY3" fmla="*/ 61798 h 217890"/>
                <a:gd name="connsiteX4" fmla="*/ 147 w 127344"/>
                <a:gd name="connsiteY4" fmla="*/ 215532 h 217890"/>
                <a:gd name="connsiteX5" fmla="*/ 2950 w 127344"/>
                <a:gd name="connsiteY5" fmla="*/ 217953 h 217890"/>
                <a:gd name="connsiteX6" fmla="*/ 5754 w 127344"/>
                <a:gd name="connsiteY6" fmla="*/ 216743 h 217890"/>
                <a:gd name="connsiteX7" fmla="*/ 22106 w 127344"/>
                <a:gd name="connsiteY7" fmla="*/ 149923 h 217890"/>
                <a:gd name="connsiteX8" fmla="*/ 53877 w 127344"/>
                <a:gd name="connsiteY8" fmla="*/ 173407 h 217890"/>
                <a:gd name="connsiteX9" fmla="*/ 98963 w 127344"/>
                <a:gd name="connsiteY9" fmla="*/ 154281 h 217890"/>
                <a:gd name="connsiteX10" fmla="*/ 117651 w 127344"/>
                <a:gd name="connsiteY10" fmla="*/ 109734 h 217890"/>
                <a:gd name="connsiteX11" fmla="*/ 100598 w 127344"/>
                <a:gd name="connsiteY11" fmla="*/ 73661 h 217890"/>
                <a:gd name="connsiteX12" fmla="*/ 127462 w 127344"/>
                <a:gd name="connsiteY12" fmla="*/ 33231 h 217890"/>
                <a:gd name="connsiteX13" fmla="*/ 85413 w 127344"/>
                <a:gd name="connsiteY13" fmla="*/ 73419 h 217890"/>
                <a:gd name="connsiteX14" fmla="*/ 74200 w 127344"/>
                <a:gd name="connsiteY14" fmla="*/ 75114 h 217890"/>
                <a:gd name="connsiteX15" fmla="*/ 63922 w 127344"/>
                <a:gd name="connsiteY15" fmla="*/ 74145 h 217890"/>
                <a:gd name="connsiteX16" fmla="*/ 75368 w 127344"/>
                <a:gd name="connsiteY16" fmla="*/ 72209 h 217890"/>
                <a:gd name="connsiteX17" fmla="*/ 85413 w 127344"/>
                <a:gd name="connsiteY17" fmla="*/ 73419 h 217890"/>
                <a:gd name="connsiteX18" fmla="*/ 114381 w 127344"/>
                <a:gd name="connsiteY18" fmla="*/ 27662 h 217890"/>
                <a:gd name="connsiteX19" fmla="*/ 93356 w 127344"/>
                <a:gd name="connsiteY19" fmla="*/ 69546 h 217890"/>
                <a:gd name="connsiteX20" fmla="*/ 75368 w 127344"/>
                <a:gd name="connsiteY20" fmla="*/ 66640 h 217890"/>
                <a:gd name="connsiteX21" fmla="*/ 57381 w 127344"/>
                <a:gd name="connsiteY21" fmla="*/ 74388 h 217890"/>
                <a:gd name="connsiteX22" fmla="*/ 73499 w 127344"/>
                <a:gd name="connsiteY22" fmla="*/ 80440 h 217890"/>
                <a:gd name="connsiteX23" fmla="*/ 92655 w 127344"/>
                <a:gd name="connsiteY23" fmla="*/ 77293 h 217890"/>
                <a:gd name="connsiteX24" fmla="*/ 102934 w 127344"/>
                <a:gd name="connsiteY24" fmla="*/ 104650 h 217890"/>
                <a:gd name="connsiteX25" fmla="*/ 91254 w 127344"/>
                <a:gd name="connsiteY25" fmla="*/ 146291 h 217890"/>
                <a:gd name="connsiteX26" fmla="*/ 53176 w 127344"/>
                <a:gd name="connsiteY26" fmla="*/ 168080 h 217890"/>
                <a:gd name="connsiteX27" fmla="*/ 26545 w 127344"/>
                <a:gd name="connsiteY27" fmla="*/ 136849 h 217890"/>
                <a:gd name="connsiteX28" fmla="*/ 27713 w 127344"/>
                <a:gd name="connsiteY28" fmla="*/ 126197 h 217890"/>
                <a:gd name="connsiteX29" fmla="*/ 42663 w 127344"/>
                <a:gd name="connsiteY29" fmla="*/ 64946 h 217890"/>
                <a:gd name="connsiteX30" fmla="*/ 92655 w 127344"/>
                <a:gd name="connsiteY30" fmla="*/ 5631 h 217890"/>
                <a:gd name="connsiteX31" fmla="*/ 114381 w 127344"/>
                <a:gd name="connsiteY31" fmla="*/ 27662 h 217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344" h="217890">
                  <a:moveTo>
                    <a:pt x="127462" y="33231"/>
                  </a:moveTo>
                  <a:cubicBezTo>
                    <a:pt x="127462" y="15073"/>
                    <a:pt x="114614" y="63"/>
                    <a:pt x="95692" y="63"/>
                  </a:cubicBezTo>
                  <a:cubicBezTo>
                    <a:pt x="82143" y="63"/>
                    <a:pt x="75602" y="3936"/>
                    <a:pt x="67426" y="10231"/>
                  </a:cubicBezTo>
                  <a:cubicBezTo>
                    <a:pt x="54577" y="19915"/>
                    <a:pt x="41729" y="43399"/>
                    <a:pt x="37291" y="61798"/>
                  </a:cubicBezTo>
                  <a:lnTo>
                    <a:pt x="147" y="215532"/>
                  </a:lnTo>
                  <a:cubicBezTo>
                    <a:pt x="-86" y="216500"/>
                    <a:pt x="1082" y="217953"/>
                    <a:pt x="2950" y="217953"/>
                  </a:cubicBezTo>
                  <a:cubicBezTo>
                    <a:pt x="4819" y="217953"/>
                    <a:pt x="5520" y="217469"/>
                    <a:pt x="5754" y="216743"/>
                  </a:cubicBezTo>
                  <a:lnTo>
                    <a:pt x="22106" y="149923"/>
                  </a:lnTo>
                  <a:cubicBezTo>
                    <a:pt x="26545" y="164449"/>
                    <a:pt x="36823" y="173407"/>
                    <a:pt x="53877" y="173407"/>
                  </a:cubicBezTo>
                  <a:cubicBezTo>
                    <a:pt x="70930" y="173407"/>
                    <a:pt x="88450" y="164933"/>
                    <a:pt x="98963" y="154281"/>
                  </a:cubicBezTo>
                  <a:cubicBezTo>
                    <a:pt x="110176" y="143144"/>
                    <a:pt x="117651" y="127650"/>
                    <a:pt x="117651" y="109734"/>
                  </a:cubicBezTo>
                  <a:cubicBezTo>
                    <a:pt x="117651" y="92303"/>
                    <a:pt x="109008" y="79714"/>
                    <a:pt x="100598" y="73661"/>
                  </a:cubicBezTo>
                  <a:cubicBezTo>
                    <a:pt x="114147" y="65672"/>
                    <a:pt x="127462" y="50662"/>
                    <a:pt x="127462" y="33231"/>
                  </a:cubicBezTo>
                  <a:close/>
                  <a:moveTo>
                    <a:pt x="85413" y="73419"/>
                  </a:moveTo>
                  <a:cubicBezTo>
                    <a:pt x="82376" y="74630"/>
                    <a:pt x="79807" y="75114"/>
                    <a:pt x="74200" y="75114"/>
                  </a:cubicBezTo>
                  <a:cubicBezTo>
                    <a:pt x="70930" y="75114"/>
                    <a:pt x="66258" y="75356"/>
                    <a:pt x="63922" y="74145"/>
                  </a:cubicBezTo>
                  <a:cubicBezTo>
                    <a:pt x="64389" y="71724"/>
                    <a:pt x="72799" y="72209"/>
                    <a:pt x="75368" y="72209"/>
                  </a:cubicBezTo>
                  <a:cubicBezTo>
                    <a:pt x="80274" y="72209"/>
                    <a:pt x="82376" y="72209"/>
                    <a:pt x="85413" y="73419"/>
                  </a:cubicBezTo>
                  <a:close/>
                  <a:moveTo>
                    <a:pt x="114381" y="27662"/>
                  </a:moveTo>
                  <a:cubicBezTo>
                    <a:pt x="114381" y="44609"/>
                    <a:pt x="105503" y="62040"/>
                    <a:pt x="93356" y="69546"/>
                  </a:cubicBezTo>
                  <a:cubicBezTo>
                    <a:pt x="87049" y="67125"/>
                    <a:pt x="82376" y="66640"/>
                    <a:pt x="75368" y="66640"/>
                  </a:cubicBezTo>
                  <a:cubicBezTo>
                    <a:pt x="70463" y="66640"/>
                    <a:pt x="57381" y="66398"/>
                    <a:pt x="57381" y="74388"/>
                  </a:cubicBezTo>
                  <a:cubicBezTo>
                    <a:pt x="57147" y="81166"/>
                    <a:pt x="69295" y="80440"/>
                    <a:pt x="73499" y="80440"/>
                  </a:cubicBezTo>
                  <a:cubicBezTo>
                    <a:pt x="82143" y="80440"/>
                    <a:pt x="85647" y="80198"/>
                    <a:pt x="92655" y="77293"/>
                  </a:cubicBezTo>
                  <a:cubicBezTo>
                    <a:pt x="101532" y="86008"/>
                    <a:pt x="102700" y="93513"/>
                    <a:pt x="102934" y="104650"/>
                  </a:cubicBezTo>
                  <a:cubicBezTo>
                    <a:pt x="103401" y="118692"/>
                    <a:pt x="97794" y="136849"/>
                    <a:pt x="91254" y="146291"/>
                  </a:cubicBezTo>
                  <a:cubicBezTo>
                    <a:pt x="82143" y="159365"/>
                    <a:pt x="66491" y="168080"/>
                    <a:pt x="53176" y="168080"/>
                  </a:cubicBezTo>
                  <a:cubicBezTo>
                    <a:pt x="35422" y="168080"/>
                    <a:pt x="26545" y="154039"/>
                    <a:pt x="26545" y="136849"/>
                  </a:cubicBezTo>
                  <a:cubicBezTo>
                    <a:pt x="26545" y="134428"/>
                    <a:pt x="26545" y="130797"/>
                    <a:pt x="27713" y="126197"/>
                  </a:cubicBezTo>
                  <a:lnTo>
                    <a:pt x="42663" y="64946"/>
                  </a:lnTo>
                  <a:cubicBezTo>
                    <a:pt x="47803" y="44125"/>
                    <a:pt x="64622" y="5631"/>
                    <a:pt x="92655" y="5631"/>
                  </a:cubicBezTo>
                  <a:cubicBezTo>
                    <a:pt x="106204" y="5631"/>
                    <a:pt x="114381" y="13136"/>
                    <a:pt x="114381" y="27662"/>
                  </a:cubicBez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71" name="Freeform: Shape 170">
              <a:extLst>
                <a:ext uri="{FF2B5EF4-FFF2-40B4-BE49-F238E27FC236}">
                  <a16:creationId xmlns:a16="http://schemas.microsoft.com/office/drawing/2014/main" id="{FA60A72C-2D99-6E46-B738-C136A4E50452}"/>
                </a:ext>
              </a:extLst>
            </p:cNvPr>
            <p:cNvSpPr/>
            <p:nvPr>
              <p:custDataLst>
                <p:tags r:id="rId13"/>
              </p:custDataLst>
            </p:nvPr>
          </p:nvSpPr>
          <p:spPr>
            <a:xfrm>
              <a:off x="12548272" y="5438530"/>
              <a:ext cx="59522" cy="112528"/>
            </a:xfrm>
            <a:custGeom>
              <a:avLst/>
              <a:gdLst>
                <a:gd name="connsiteX0" fmla="*/ 37080 w 59522"/>
                <a:gd name="connsiteY0" fmla="*/ 4809 h 112528"/>
                <a:gd name="connsiteX1" fmla="*/ 32174 w 59522"/>
                <a:gd name="connsiteY1" fmla="*/ 64 h 112528"/>
                <a:gd name="connsiteX2" fmla="*/ 123 w 59522"/>
                <a:gd name="connsiteY2" fmla="*/ 10910 h 112528"/>
                <a:gd name="connsiteX3" fmla="*/ 123 w 59522"/>
                <a:gd name="connsiteY3" fmla="*/ 17011 h 112528"/>
                <a:gd name="connsiteX4" fmla="*/ 23834 w 59522"/>
                <a:gd name="connsiteY4" fmla="*/ 12266 h 112528"/>
                <a:gd name="connsiteX5" fmla="*/ 23834 w 59522"/>
                <a:gd name="connsiteY5" fmla="*/ 98696 h 112528"/>
                <a:gd name="connsiteX6" fmla="*/ 7482 w 59522"/>
                <a:gd name="connsiteY6" fmla="*/ 106492 h 112528"/>
                <a:gd name="connsiteX7" fmla="*/ 1268 w 59522"/>
                <a:gd name="connsiteY7" fmla="*/ 106492 h 112528"/>
                <a:gd name="connsiteX8" fmla="*/ 1268 w 59522"/>
                <a:gd name="connsiteY8" fmla="*/ 112592 h 112528"/>
                <a:gd name="connsiteX9" fmla="*/ 30375 w 59522"/>
                <a:gd name="connsiteY9" fmla="*/ 111915 h 112528"/>
                <a:gd name="connsiteX10" fmla="*/ 59646 w 59522"/>
                <a:gd name="connsiteY10" fmla="*/ 112592 h 112528"/>
                <a:gd name="connsiteX11" fmla="*/ 59646 w 59522"/>
                <a:gd name="connsiteY11" fmla="*/ 106492 h 112528"/>
                <a:gd name="connsiteX12" fmla="*/ 53432 w 59522"/>
                <a:gd name="connsiteY12" fmla="*/ 106492 h 112528"/>
                <a:gd name="connsiteX13" fmla="*/ 37080 w 59522"/>
                <a:gd name="connsiteY13" fmla="*/ 98696 h 112528"/>
                <a:gd name="connsiteX14" fmla="*/ 37080 w 59522"/>
                <a:gd name="connsiteY14" fmla="*/ 4809 h 11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522" h="112528">
                  <a:moveTo>
                    <a:pt x="37080" y="4809"/>
                  </a:moveTo>
                  <a:cubicBezTo>
                    <a:pt x="37080" y="234"/>
                    <a:pt x="36753" y="64"/>
                    <a:pt x="32174" y="64"/>
                  </a:cubicBezTo>
                  <a:cubicBezTo>
                    <a:pt x="21708" y="10741"/>
                    <a:pt x="6828" y="10910"/>
                    <a:pt x="123" y="10910"/>
                  </a:cubicBezTo>
                  <a:lnTo>
                    <a:pt x="123" y="17011"/>
                  </a:lnTo>
                  <a:cubicBezTo>
                    <a:pt x="4048" y="17011"/>
                    <a:pt x="14840" y="17011"/>
                    <a:pt x="23834" y="12266"/>
                  </a:cubicBezTo>
                  <a:lnTo>
                    <a:pt x="23834" y="98696"/>
                  </a:lnTo>
                  <a:cubicBezTo>
                    <a:pt x="23834" y="104288"/>
                    <a:pt x="23834" y="106492"/>
                    <a:pt x="7482" y="106492"/>
                  </a:cubicBezTo>
                  <a:lnTo>
                    <a:pt x="1268" y="106492"/>
                  </a:lnTo>
                  <a:lnTo>
                    <a:pt x="1268" y="112592"/>
                  </a:lnTo>
                  <a:cubicBezTo>
                    <a:pt x="4211" y="112423"/>
                    <a:pt x="24325" y="111915"/>
                    <a:pt x="30375" y="111915"/>
                  </a:cubicBezTo>
                  <a:cubicBezTo>
                    <a:pt x="35444" y="111915"/>
                    <a:pt x="56048" y="112423"/>
                    <a:pt x="59646" y="112592"/>
                  </a:cubicBezTo>
                  <a:lnTo>
                    <a:pt x="59646" y="106492"/>
                  </a:lnTo>
                  <a:lnTo>
                    <a:pt x="53432" y="106492"/>
                  </a:lnTo>
                  <a:cubicBezTo>
                    <a:pt x="37080" y="106492"/>
                    <a:pt x="37080" y="104288"/>
                    <a:pt x="37080" y="98696"/>
                  </a:cubicBezTo>
                  <a:lnTo>
                    <a:pt x="37080" y="4809"/>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72" name="Freeform: Shape 171">
              <a:extLst>
                <a:ext uri="{FF2B5EF4-FFF2-40B4-BE49-F238E27FC236}">
                  <a16:creationId xmlns:a16="http://schemas.microsoft.com/office/drawing/2014/main" id="{2065D85F-ECC4-FF50-AB53-4C2469875D51}"/>
                </a:ext>
              </a:extLst>
            </p:cNvPr>
            <p:cNvSpPr/>
            <p:nvPr>
              <p:custDataLst>
                <p:tags r:id="rId14"/>
              </p:custDataLst>
            </p:nvPr>
          </p:nvSpPr>
          <p:spPr>
            <a:xfrm>
              <a:off x="12666209" y="5371904"/>
              <a:ext cx="84331" cy="7505"/>
            </a:xfrm>
            <a:custGeom>
              <a:avLst/>
              <a:gdLst>
                <a:gd name="connsiteX0" fmla="*/ 84460 w 84331"/>
                <a:gd name="connsiteY0" fmla="*/ 7568 h 7505"/>
                <a:gd name="connsiteX1" fmla="*/ 84460 w 84331"/>
                <a:gd name="connsiteY1" fmla="*/ 63 h 7505"/>
                <a:gd name="connsiteX2" fmla="*/ 128 w 84331"/>
                <a:gd name="connsiteY2" fmla="*/ 63 h 7505"/>
                <a:gd name="connsiteX3" fmla="*/ 128 w 84331"/>
                <a:gd name="connsiteY3" fmla="*/ 7568 h 7505"/>
                <a:gd name="connsiteX4" fmla="*/ 84460 w 84331"/>
                <a:gd name="connsiteY4" fmla="*/ 7568 h 7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31" h="7505">
                  <a:moveTo>
                    <a:pt x="84460" y="7568"/>
                  </a:moveTo>
                  <a:lnTo>
                    <a:pt x="84460" y="63"/>
                  </a:lnTo>
                  <a:lnTo>
                    <a:pt x="128" y="63"/>
                  </a:lnTo>
                  <a:lnTo>
                    <a:pt x="128" y="7568"/>
                  </a:lnTo>
                  <a:lnTo>
                    <a:pt x="84460" y="7568"/>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73" name="Freeform: Shape 172">
              <a:extLst>
                <a:ext uri="{FF2B5EF4-FFF2-40B4-BE49-F238E27FC236}">
                  <a16:creationId xmlns:a16="http://schemas.microsoft.com/office/drawing/2014/main" id="{096EB977-4D7E-C561-4415-5B6B6F3B4833}"/>
                </a:ext>
              </a:extLst>
            </p:cNvPr>
            <p:cNvSpPr/>
            <p:nvPr>
              <p:custDataLst>
                <p:tags r:id="rId15"/>
              </p:custDataLst>
            </p:nvPr>
          </p:nvSpPr>
          <p:spPr>
            <a:xfrm>
              <a:off x="12642021" y="5407735"/>
              <a:ext cx="116335" cy="109671"/>
            </a:xfrm>
            <a:custGeom>
              <a:avLst/>
              <a:gdLst>
                <a:gd name="connsiteX0" fmla="*/ 71377 w 116335"/>
                <a:gd name="connsiteY0" fmla="*/ 33957 h 109671"/>
                <a:gd name="connsiteX1" fmla="*/ 94504 w 116335"/>
                <a:gd name="connsiteY1" fmla="*/ 5389 h 109671"/>
                <a:gd name="connsiteX2" fmla="*/ 106185 w 116335"/>
                <a:gd name="connsiteY2" fmla="*/ 8536 h 109671"/>
                <a:gd name="connsiteX3" fmla="*/ 94972 w 116335"/>
                <a:gd name="connsiteY3" fmla="*/ 21610 h 109671"/>
                <a:gd name="connsiteX4" fmla="*/ 103849 w 116335"/>
                <a:gd name="connsiteY4" fmla="*/ 30083 h 109671"/>
                <a:gd name="connsiteX5" fmla="*/ 116463 w 116335"/>
                <a:gd name="connsiteY5" fmla="*/ 16041 h 109671"/>
                <a:gd name="connsiteX6" fmla="*/ 94738 w 116335"/>
                <a:gd name="connsiteY6" fmla="*/ 63 h 109671"/>
                <a:gd name="connsiteX7" fmla="*/ 70209 w 116335"/>
                <a:gd name="connsiteY7" fmla="*/ 18462 h 109671"/>
                <a:gd name="connsiteX8" fmla="*/ 44980 w 116335"/>
                <a:gd name="connsiteY8" fmla="*/ 63 h 109671"/>
                <a:gd name="connsiteX9" fmla="*/ 7369 w 116335"/>
                <a:gd name="connsiteY9" fmla="*/ 37346 h 109671"/>
                <a:gd name="connsiteX10" fmla="*/ 10173 w 116335"/>
                <a:gd name="connsiteY10" fmla="*/ 39767 h 109671"/>
                <a:gd name="connsiteX11" fmla="*/ 13210 w 116335"/>
                <a:gd name="connsiteY11" fmla="*/ 37104 h 109671"/>
                <a:gd name="connsiteX12" fmla="*/ 44513 w 116335"/>
                <a:gd name="connsiteY12" fmla="*/ 5389 h 109671"/>
                <a:gd name="connsiteX13" fmla="*/ 57128 w 116335"/>
                <a:gd name="connsiteY13" fmla="*/ 21610 h 109671"/>
                <a:gd name="connsiteX14" fmla="*/ 44513 w 116335"/>
                <a:gd name="connsiteY14" fmla="*/ 79230 h 109671"/>
                <a:gd name="connsiteX15" fmla="*/ 22320 w 116335"/>
                <a:gd name="connsiteY15" fmla="*/ 104408 h 109671"/>
                <a:gd name="connsiteX16" fmla="*/ 10640 w 116335"/>
                <a:gd name="connsiteY16" fmla="*/ 101261 h 109671"/>
                <a:gd name="connsiteX17" fmla="*/ 21619 w 116335"/>
                <a:gd name="connsiteY17" fmla="*/ 88187 h 109671"/>
                <a:gd name="connsiteX18" fmla="*/ 12976 w 116335"/>
                <a:gd name="connsiteY18" fmla="*/ 79714 h 109671"/>
                <a:gd name="connsiteX19" fmla="*/ 128 w 116335"/>
                <a:gd name="connsiteY19" fmla="*/ 93756 h 109671"/>
                <a:gd name="connsiteX20" fmla="*/ 22087 w 116335"/>
                <a:gd name="connsiteY20" fmla="*/ 109734 h 109671"/>
                <a:gd name="connsiteX21" fmla="*/ 46615 w 116335"/>
                <a:gd name="connsiteY21" fmla="*/ 91335 h 109671"/>
                <a:gd name="connsiteX22" fmla="*/ 71845 w 116335"/>
                <a:gd name="connsiteY22" fmla="*/ 109734 h 109671"/>
                <a:gd name="connsiteX23" fmla="*/ 109222 w 116335"/>
                <a:gd name="connsiteY23" fmla="*/ 72451 h 109671"/>
                <a:gd name="connsiteX24" fmla="*/ 106418 w 116335"/>
                <a:gd name="connsiteY24" fmla="*/ 70030 h 109671"/>
                <a:gd name="connsiteX25" fmla="*/ 103381 w 116335"/>
                <a:gd name="connsiteY25" fmla="*/ 72693 h 109671"/>
                <a:gd name="connsiteX26" fmla="*/ 72312 w 116335"/>
                <a:gd name="connsiteY26" fmla="*/ 104408 h 109671"/>
                <a:gd name="connsiteX27" fmla="*/ 59464 w 116335"/>
                <a:gd name="connsiteY27" fmla="*/ 88429 h 109671"/>
                <a:gd name="connsiteX28" fmla="*/ 63435 w 116335"/>
                <a:gd name="connsiteY28" fmla="*/ 67125 h 109671"/>
                <a:gd name="connsiteX29" fmla="*/ 71377 w 116335"/>
                <a:gd name="connsiteY29" fmla="*/ 33957 h 10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6335" h="109671">
                  <a:moveTo>
                    <a:pt x="71377" y="33957"/>
                  </a:moveTo>
                  <a:cubicBezTo>
                    <a:pt x="72779" y="27662"/>
                    <a:pt x="78152" y="5389"/>
                    <a:pt x="94504" y="5389"/>
                  </a:cubicBezTo>
                  <a:cubicBezTo>
                    <a:pt x="95672" y="5389"/>
                    <a:pt x="101279" y="5389"/>
                    <a:pt x="106185" y="8536"/>
                  </a:cubicBezTo>
                  <a:cubicBezTo>
                    <a:pt x="99644" y="9747"/>
                    <a:pt x="94972" y="15799"/>
                    <a:pt x="94972" y="21610"/>
                  </a:cubicBezTo>
                  <a:cubicBezTo>
                    <a:pt x="94972" y="25483"/>
                    <a:pt x="97541" y="30083"/>
                    <a:pt x="103849" y="30083"/>
                  </a:cubicBezTo>
                  <a:cubicBezTo>
                    <a:pt x="108988" y="30083"/>
                    <a:pt x="116463" y="25725"/>
                    <a:pt x="116463" y="16041"/>
                  </a:cubicBezTo>
                  <a:cubicBezTo>
                    <a:pt x="116463" y="3452"/>
                    <a:pt x="102681" y="63"/>
                    <a:pt x="94738" y="63"/>
                  </a:cubicBezTo>
                  <a:cubicBezTo>
                    <a:pt x="81189" y="63"/>
                    <a:pt x="73013" y="12894"/>
                    <a:pt x="70209" y="18462"/>
                  </a:cubicBezTo>
                  <a:cubicBezTo>
                    <a:pt x="64369" y="2484"/>
                    <a:pt x="51755" y="63"/>
                    <a:pt x="44980" y="63"/>
                  </a:cubicBezTo>
                  <a:cubicBezTo>
                    <a:pt x="20685" y="63"/>
                    <a:pt x="7369" y="31294"/>
                    <a:pt x="7369" y="37346"/>
                  </a:cubicBezTo>
                  <a:cubicBezTo>
                    <a:pt x="7369" y="39767"/>
                    <a:pt x="9705" y="39767"/>
                    <a:pt x="10173" y="39767"/>
                  </a:cubicBezTo>
                  <a:cubicBezTo>
                    <a:pt x="12042" y="39767"/>
                    <a:pt x="12742" y="39283"/>
                    <a:pt x="13210" y="37104"/>
                  </a:cubicBezTo>
                  <a:cubicBezTo>
                    <a:pt x="21152" y="11441"/>
                    <a:pt x="36570" y="5389"/>
                    <a:pt x="44513" y="5389"/>
                  </a:cubicBezTo>
                  <a:cubicBezTo>
                    <a:pt x="48951" y="5389"/>
                    <a:pt x="57128" y="7568"/>
                    <a:pt x="57128" y="21610"/>
                  </a:cubicBezTo>
                  <a:cubicBezTo>
                    <a:pt x="57128" y="29115"/>
                    <a:pt x="53156" y="45336"/>
                    <a:pt x="44513" y="79230"/>
                  </a:cubicBezTo>
                  <a:cubicBezTo>
                    <a:pt x="40775" y="94240"/>
                    <a:pt x="32599" y="104408"/>
                    <a:pt x="22320" y="104408"/>
                  </a:cubicBezTo>
                  <a:cubicBezTo>
                    <a:pt x="20919" y="104408"/>
                    <a:pt x="15546" y="104408"/>
                    <a:pt x="10640" y="101261"/>
                  </a:cubicBezTo>
                  <a:cubicBezTo>
                    <a:pt x="16480" y="100050"/>
                    <a:pt x="21619" y="94966"/>
                    <a:pt x="21619" y="88187"/>
                  </a:cubicBezTo>
                  <a:cubicBezTo>
                    <a:pt x="21619" y="81651"/>
                    <a:pt x="16480" y="79714"/>
                    <a:pt x="12976" y="79714"/>
                  </a:cubicBezTo>
                  <a:cubicBezTo>
                    <a:pt x="5968" y="79714"/>
                    <a:pt x="128" y="86008"/>
                    <a:pt x="128" y="93756"/>
                  </a:cubicBezTo>
                  <a:cubicBezTo>
                    <a:pt x="128" y="104892"/>
                    <a:pt x="11808" y="109734"/>
                    <a:pt x="22087" y="109734"/>
                  </a:cubicBezTo>
                  <a:cubicBezTo>
                    <a:pt x="37505" y="109734"/>
                    <a:pt x="45914" y="92787"/>
                    <a:pt x="46615" y="91335"/>
                  </a:cubicBezTo>
                  <a:cubicBezTo>
                    <a:pt x="49419" y="100292"/>
                    <a:pt x="57828" y="109734"/>
                    <a:pt x="71845" y="109734"/>
                  </a:cubicBezTo>
                  <a:cubicBezTo>
                    <a:pt x="95906" y="109734"/>
                    <a:pt x="109222" y="78503"/>
                    <a:pt x="109222" y="72451"/>
                  </a:cubicBezTo>
                  <a:cubicBezTo>
                    <a:pt x="109222" y="70030"/>
                    <a:pt x="107119" y="70030"/>
                    <a:pt x="106418" y="70030"/>
                  </a:cubicBezTo>
                  <a:cubicBezTo>
                    <a:pt x="104316" y="70030"/>
                    <a:pt x="103849" y="70998"/>
                    <a:pt x="103381" y="72693"/>
                  </a:cubicBezTo>
                  <a:cubicBezTo>
                    <a:pt x="95672" y="98598"/>
                    <a:pt x="79787" y="104408"/>
                    <a:pt x="72312" y="104408"/>
                  </a:cubicBezTo>
                  <a:cubicBezTo>
                    <a:pt x="63201" y="104408"/>
                    <a:pt x="59464" y="96661"/>
                    <a:pt x="59464" y="88429"/>
                  </a:cubicBezTo>
                  <a:cubicBezTo>
                    <a:pt x="59464" y="83103"/>
                    <a:pt x="60865" y="77777"/>
                    <a:pt x="63435" y="67125"/>
                  </a:cubicBezTo>
                  <a:lnTo>
                    <a:pt x="71377" y="33957"/>
                  </a:lnTo>
                  <a:close/>
                </a:path>
              </a:pathLst>
            </a:custGeom>
            <a:grp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0BCF2D2A-4D50-E30E-3CD1-2E6DB9856597}"/>
                  </a:ext>
                </a:extLst>
              </p:cNvPr>
              <p:cNvSpPr txBox="1"/>
              <p:nvPr/>
            </p:nvSpPr>
            <p:spPr>
              <a:xfrm>
                <a:off x="5072048" y="2652492"/>
                <a:ext cx="5314012" cy="3170099"/>
              </a:xfrm>
              <a:prstGeom prst="rect">
                <a:avLst/>
              </a:prstGeom>
              <a:noFill/>
            </p:spPr>
            <p:txBody>
              <a:bodyPr wrap="square">
                <a:spAutoFit/>
              </a:bodyPr>
              <a:lstStyle>
                <a:defPPr>
                  <a:defRPr lang="en-US"/>
                </a:defPPr>
                <a:lvl1pPr marL="342900" marR="0" lvl="0" indent="-342900" fontAlgn="auto">
                  <a:lnSpc>
                    <a:spcPct val="100000"/>
                  </a:lnSpc>
                  <a:spcBef>
                    <a:spcPts val="0"/>
                  </a:spcBef>
                  <a:spcAft>
                    <a:spcPts val="0"/>
                  </a:spcAft>
                  <a:buClrTx/>
                  <a:buSzTx/>
                  <a:buFont typeface="Arial" panose="020B0604020202020204" pitchFamily="34" charset="0"/>
                  <a:buChar char="•"/>
                  <a:tabLst/>
                  <a:defRPr kumimoji="0" sz="2000" i="0" u="none" strike="noStrike" cap="none" spc="0" normalizeH="0" baseline="0">
                    <a:ln>
                      <a:noFill/>
                    </a:ln>
                    <a:solidFill>
                      <a:schemeClr val="bg1"/>
                    </a:solidFill>
                    <a:effectLst/>
                    <a:uLnTx/>
                    <a:uFillTx/>
                    <a:latin typeface="Aptos" panose="020B0004020202020204"/>
                  </a:defRPr>
                </a:lvl1pPr>
              </a:lstStyle>
              <a:p>
                <a:pPr marL="0" indent="0">
                  <a:buNone/>
                  <a:defRPr/>
                </a:pPr>
                <a:r>
                  <a:rPr lang="en-US">
                    <a:solidFill>
                      <a:prstClr val="white"/>
                    </a:solidFill>
                    <a:highlight>
                      <a:srgbClr val="000000"/>
                    </a:highlight>
                  </a:rPr>
                  <a:t>The sample estimation for </a:t>
                </a:r>
                <a14:m>
                  <m:oMath xmlns:m="http://schemas.openxmlformats.org/officeDocument/2006/math">
                    <m:r>
                      <a:rPr lang="en-US" i="1" dirty="0">
                        <a:solidFill>
                          <a:prstClr val="white"/>
                        </a:solidFill>
                        <a:latin typeface="Cambria Math" panose="02040503050406030204" pitchFamily="18" charset="0"/>
                      </a:rPr>
                      <m:t>𝛽</m:t>
                    </m:r>
                    <m:r>
                      <a:rPr lang="en-US" i="1" dirty="0">
                        <a:solidFill>
                          <a:prstClr val="white"/>
                        </a:solidFill>
                        <a:latin typeface="Cambria Math" panose="02040503050406030204" pitchFamily="18" charset="0"/>
                      </a:rPr>
                      <m:t>₁</m:t>
                    </m:r>
                  </m:oMath>
                </a14:m>
                <a:r>
                  <a:rPr lang="en-US">
                    <a:solidFill>
                      <a:prstClr val="white"/>
                    </a:solidFill>
                  </a:rPr>
                  <a:t> is the sample covariance between </a:t>
                </a:r>
                <a14:m>
                  <m:oMath xmlns:m="http://schemas.openxmlformats.org/officeDocument/2006/math">
                    <m:r>
                      <a:rPr lang="en-US" i="1" dirty="0" smtClean="0">
                        <a:solidFill>
                          <a:prstClr val="white"/>
                        </a:solidFill>
                        <a:latin typeface="Cambria Math" panose="02040503050406030204" pitchFamily="18" charset="0"/>
                      </a:rPr>
                      <m:t>𝑥</m:t>
                    </m:r>
                  </m:oMath>
                </a14:m>
                <a:r>
                  <a:rPr lang="en-US">
                    <a:solidFill>
                      <a:prstClr val="white"/>
                    </a:solidFill>
                  </a:rPr>
                  <a:t> and </a:t>
                </a:r>
                <a14:m>
                  <m:oMath xmlns:m="http://schemas.openxmlformats.org/officeDocument/2006/math">
                    <m:r>
                      <a:rPr lang="en-US" i="1" dirty="0" smtClean="0">
                        <a:solidFill>
                          <a:prstClr val="white"/>
                        </a:solidFill>
                        <a:latin typeface="Cambria Math" panose="02040503050406030204" pitchFamily="18" charset="0"/>
                      </a:rPr>
                      <m:t>𝑦</m:t>
                    </m:r>
                  </m:oMath>
                </a14:m>
                <a:r>
                  <a:rPr lang="en-US">
                    <a:solidFill>
                      <a:prstClr val="white"/>
                    </a:solidFill>
                  </a:rPr>
                  <a:t> divided by the sample variance of </a:t>
                </a:r>
                <a14:m>
                  <m:oMath xmlns:m="http://schemas.openxmlformats.org/officeDocument/2006/math">
                    <m:r>
                      <a:rPr lang="en-US" i="1" dirty="0" smtClean="0">
                        <a:solidFill>
                          <a:prstClr val="white"/>
                        </a:solidFill>
                        <a:latin typeface="Cambria Math" panose="02040503050406030204" pitchFamily="18" charset="0"/>
                      </a:rPr>
                      <m:t>𝑥</m:t>
                    </m:r>
                  </m:oMath>
                </a14:m>
                <a:r>
                  <a:rPr lang="en-US">
                    <a:solidFill>
                      <a:prstClr val="white"/>
                    </a:solidFill>
                  </a:rPr>
                  <a:t>.</a:t>
                </a:r>
              </a:p>
              <a:p>
                <a:pPr marL="0" indent="0">
                  <a:buNone/>
                  <a:defRPr/>
                </a:pPr>
                <a:endParaRPr lang="en-US">
                  <a:solidFill>
                    <a:prstClr val="white"/>
                  </a:solidFill>
                </a:endParaRPr>
              </a:p>
              <a:p>
                <a:pPr>
                  <a:defRPr/>
                </a:pPr>
                <a:r>
                  <a:rPr lang="en-US">
                    <a:solidFill>
                      <a:prstClr val="white"/>
                    </a:solidFill>
                  </a:rPr>
                  <a:t>If, in the sample, </a:t>
                </a:r>
                <a14:m>
                  <m:oMath xmlns:m="http://schemas.openxmlformats.org/officeDocument/2006/math">
                    <m:r>
                      <a:rPr lang="en-US" i="1" dirty="0" smtClean="0">
                        <a:solidFill>
                          <a:prstClr val="white"/>
                        </a:solidFill>
                        <a:latin typeface="Cambria Math" panose="02040503050406030204" pitchFamily="18" charset="0"/>
                      </a:rPr>
                      <m:t>𝑥</m:t>
                    </m:r>
                  </m:oMath>
                </a14:m>
                <a:r>
                  <a:rPr lang="en-US">
                    <a:solidFill>
                      <a:prstClr val="white"/>
                    </a:solidFill>
                  </a:rPr>
                  <a:t> and </a:t>
                </a:r>
                <a14:m>
                  <m:oMath xmlns:m="http://schemas.openxmlformats.org/officeDocument/2006/math">
                    <m:r>
                      <a:rPr lang="en-US" i="1" dirty="0" smtClean="0">
                        <a:solidFill>
                          <a:prstClr val="white"/>
                        </a:solidFill>
                        <a:latin typeface="Cambria Math" panose="02040503050406030204" pitchFamily="18" charset="0"/>
                      </a:rPr>
                      <m:t>𝑦</m:t>
                    </m:r>
                  </m:oMath>
                </a14:m>
                <a:r>
                  <a:rPr lang="en-US">
                    <a:solidFill>
                      <a:prstClr val="white"/>
                    </a:solidFill>
                  </a:rPr>
                  <a:t> </a:t>
                </a:r>
                <a:r>
                  <a:rPr lang="en-US" b="1">
                    <a:solidFill>
                      <a:prstClr val="white"/>
                    </a:solidFill>
                    <a:highlight>
                      <a:srgbClr val="000000"/>
                    </a:highlight>
                  </a:rPr>
                  <a:t>are positively correlated</a:t>
                </a:r>
                <a:r>
                  <a:rPr lang="en-US">
                    <a:solidFill>
                      <a:prstClr val="white"/>
                    </a:solidFill>
                  </a:rPr>
                  <a:t>, then </a:t>
                </a:r>
                <a14:m>
                  <m:oMath xmlns:m="http://schemas.openxmlformats.org/officeDocument/2006/math">
                    <m:r>
                      <a:rPr lang="en-US" i="1" dirty="0" smtClean="0">
                        <a:solidFill>
                          <a:prstClr val="white"/>
                        </a:solidFill>
                        <a:latin typeface="Cambria Math" panose="02040503050406030204" pitchFamily="18" charset="0"/>
                      </a:rPr>
                      <m:t>𝛽</m:t>
                    </m:r>
                    <m:r>
                      <a:rPr lang="en-US" i="1" dirty="0" smtClean="0">
                        <a:solidFill>
                          <a:prstClr val="white"/>
                        </a:solidFill>
                        <a:latin typeface="Cambria Math" panose="02040503050406030204" pitchFamily="18" charset="0"/>
                      </a:rPr>
                      <m:t>₁</m:t>
                    </m:r>
                  </m:oMath>
                </a14:m>
                <a:r>
                  <a:rPr lang="en-US">
                    <a:solidFill>
                      <a:prstClr val="white"/>
                    </a:solidFill>
                  </a:rPr>
                  <a:t> is positive</a:t>
                </a:r>
              </a:p>
              <a:p>
                <a:pPr>
                  <a:defRPr/>
                </a:pPr>
                <a:r>
                  <a:rPr lang="en-US">
                    <a:solidFill>
                      <a:prstClr val="white"/>
                    </a:solidFill>
                  </a:rPr>
                  <a:t>if </a:t>
                </a:r>
                <a14:m>
                  <m:oMath xmlns:m="http://schemas.openxmlformats.org/officeDocument/2006/math">
                    <m:r>
                      <a:rPr lang="en-US" i="1" dirty="0" smtClean="0">
                        <a:solidFill>
                          <a:prstClr val="white"/>
                        </a:solidFill>
                        <a:latin typeface="Cambria Math" panose="02040503050406030204" pitchFamily="18" charset="0"/>
                      </a:rPr>
                      <m:t>𝑥</m:t>
                    </m:r>
                  </m:oMath>
                </a14:m>
                <a:r>
                  <a:rPr lang="en-US">
                    <a:solidFill>
                      <a:prstClr val="white"/>
                    </a:solidFill>
                  </a:rPr>
                  <a:t> and </a:t>
                </a:r>
                <a14:m>
                  <m:oMath xmlns:m="http://schemas.openxmlformats.org/officeDocument/2006/math">
                    <m:r>
                      <a:rPr lang="en-US" i="1" dirty="0" smtClean="0">
                        <a:solidFill>
                          <a:prstClr val="white"/>
                        </a:solidFill>
                        <a:latin typeface="Cambria Math" panose="02040503050406030204" pitchFamily="18" charset="0"/>
                      </a:rPr>
                      <m:t>𝑦</m:t>
                    </m:r>
                  </m:oMath>
                </a14:m>
                <a:r>
                  <a:rPr lang="en-US">
                    <a:solidFill>
                      <a:prstClr val="white"/>
                    </a:solidFill>
                  </a:rPr>
                  <a:t> are </a:t>
                </a:r>
                <a:r>
                  <a:rPr lang="en-US" b="1">
                    <a:solidFill>
                      <a:prstClr val="white"/>
                    </a:solidFill>
                    <a:highlight>
                      <a:srgbClr val="000000"/>
                    </a:highlight>
                  </a:rPr>
                  <a:t>negatively correlated</a:t>
                </a:r>
                <a:r>
                  <a:rPr lang="en-US">
                    <a:solidFill>
                      <a:prstClr val="white"/>
                    </a:solidFill>
                  </a:rPr>
                  <a:t>, then </a:t>
                </a:r>
                <a14:m>
                  <m:oMath xmlns:m="http://schemas.openxmlformats.org/officeDocument/2006/math">
                    <m:r>
                      <a:rPr lang="en-US" i="1" dirty="0" smtClean="0">
                        <a:solidFill>
                          <a:prstClr val="white"/>
                        </a:solidFill>
                        <a:latin typeface="Cambria Math" panose="02040503050406030204" pitchFamily="18" charset="0"/>
                      </a:rPr>
                      <m:t>𝛽</m:t>
                    </m:r>
                    <m:r>
                      <a:rPr lang="en-US" i="1" dirty="0" smtClean="0">
                        <a:solidFill>
                          <a:prstClr val="white"/>
                        </a:solidFill>
                        <a:latin typeface="Cambria Math" panose="02040503050406030204" pitchFamily="18" charset="0"/>
                      </a:rPr>
                      <m:t>₁ </m:t>
                    </m:r>
                  </m:oMath>
                </a14:m>
                <a:r>
                  <a:rPr lang="en-US">
                    <a:solidFill>
                      <a:prstClr val="white"/>
                    </a:solidFill>
                  </a:rPr>
                  <a:t>is negative.</a:t>
                </a:r>
                <a:br>
                  <a:rPr lang="en-US">
                    <a:solidFill>
                      <a:prstClr val="white"/>
                    </a:solidFill>
                  </a:rPr>
                </a:br>
                <a:br>
                  <a:rPr lang="en-US">
                    <a:solidFill>
                      <a:prstClr val="white"/>
                    </a:solidFill>
                  </a:rPr>
                </a:br>
                <a:endParaRPr kumimoji="0" lang="es-CO" sz="2000" b="0" i="0" u="none" strike="noStrike" kern="1200" cap="none" spc="0" normalizeH="0" baseline="0" noProof="0">
                  <a:ln>
                    <a:noFill/>
                  </a:ln>
                  <a:solidFill>
                    <a:prstClr val="white"/>
                  </a:solidFill>
                  <a:effectLst/>
                  <a:uLnTx/>
                  <a:uFillTx/>
                  <a:latin typeface="Aptos" panose="020B0004020202020204"/>
                  <a:ea typeface="+mn-ea"/>
                  <a:cs typeface="+mn-cs"/>
                </a:endParaRPr>
              </a:p>
            </p:txBody>
          </p:sp>
        </mc:Choice>
        <mc:Fallback xmlns="">
          <p:sp>
            <p:nvSpPr>
              <p:cNvPr id="174" name="TextBox 173">
                <a:extLst>
                  <a:ext uri="{FF2B5EF4-FFF2-40B4-BE49-F238E27FC236}">
                    <a16:creationId xmlns:a16="http://schemas.microsoft.com/office/drawing/2014/main" id="{0BCF2D2A-4D50-E30E-3CD1-2E6DB9856597}"/>
                  </a:ext>
                </a:extLst>
              </p:cNvPr>
              <p:cNvSpPr txBox="1">
                <a:spLocks noRot="1" noChangeAspect="1" noMove="1" noResize="1" noEditPoints="1" noAdjustHandles="1" noChangeArrowheads="1" noChangeShapeType="1" noTextEdit="1"/>
              </p:cNvSpPr>
              <p:nvPr/>
            </p:nvSpPr>
            <p:spPr>
              <a:xfrm>
                <a:off x="5072048" y="2652492"/>
                <a:ext cx="5314012" cy="3170099"/>
              </a:xfrm>
              <a:prstGeom prst="rect">
                <a:avLst/>
              </a:prstGeom>
              <a:blipFill>
                <a:blip r:embed="rId56"/>
                <a:stretch>
                  <a:fillRect l="-1147" t="-962" r="-2179"/>
                </a:stretch>
              </a:blipFill>
            </p:spPr>
            <p:txBody>
              <a:bodyPr/>
              <a:lstStyle/>
              <a:p>
                <a:r>
                  <a:rPr lang="en-US">
                    <a:noFill/>
                  </a:rPr>
                  <a:t> </a:t>
                </a:r>
              </a:p>
            </p:txBody>
          </p:sp>
        </mc:Fallback>
      </mc:AlternateContent>
    </p:spTree>
    <p:extLst>
      <p:ext uri="{BB962C8B-B14F-4D97-AF65-F5344CB8AC3E}">
        <p14:creationId xmlns:p14="http://schemas.microsoft.com/office/powerpoint/2010/main" val="22671476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C18C8DE0-60A3-7A1E-D405-640D33DDE46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957E0703-0300-8D2E-1ED3-53B4C0BB3C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8928A508-669C-FBAE-AC10-E311FD2615B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701B2ED5-972C-77F2-8E39-40B8708BD4DC}"/>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15ACB54A-70B6-C0D1-CB9B-0B2FCD137E07}"/>
              </a:ext>
            </a:extLst>
          </p:cNvPr>
          <p:cNvPicPr>
            <a:picLocks noChangeAspect="1"/>
          </p:cNvPicPr>
          <p:nvPr/>
        </p:nvPicPr>
        <p:blipFill>
          <a:blip r:embed="rId43"/>
          <a:stretch>
            <a:fillRect/>
          </a:stretch>
        </p:blipFill>
        <p:spPr>
          <a:xfrm>
            <a:off x="295480" y="6230670"/>
            <a:ext cx="5249008" cy="609685"/>
          </a:xfrm>
          <a:prstGeom prst="rect">
            <a:avLst/>
          </a:prstGeom>
        </p:spPr>
      </p:pic>
      <p:grpSp>
        <p:nvGrpSpPr>
          <p:cNvPr id="180" name="Group 179" descr="\documentclass{article}&#10;\usepackage{amsmath}&#10;\pagestyle{empty}&#10;\begin{document}&#10;&#10;&#10;$\hat{wage} =  -0.9 + 0.54 educ $&#10;\end{document}" title="IguanaTex Shape Display">
            <a:extLst>
              <a:ext uri="{FF2B5EF4-FFF2-40B4-BE49-F238E27FC236}">
                <a16:creationId xmlns:a16="http://schemas.microsoft.com/office/drawing/2014/main" id="{92739D77-ADA3-C298-44D0-6ADF70048FD2}"/>
              </a:ext>
            </a:extLst>
          </p:cNvPr>
          <p:cNvGrpSpPr>
            <a:grpSpLocks noChangeAspect="1"/>
          </p:cNvGrpSpPr>
          <p:nvPr>
            <p:custDataLst>
              <p:tags r:id="rId2"/>
            </p:custDataLst>
          </p:nvPr>
        </p:nvGrpSpPr>
        <p:grpSpPr>
          <a:xfrm>
            <a:off x="2019300" y="2946400"/>
            <a:ext cx="2345880" cy="198885"/>
            <a:chOff x="5330213" y="-12911468"/>
            <a:chExt cx="2345880" cy="198885"/>
          </a:xfrm>
          <a:solidFill>
            <a:srgbClr val="FFFF00"/>
          </a:solidFill>
        </p:grpSpPr>
        <p:sp>
          <p:nvSpPr>
            <p:cNvPr id="134" name="Freeform: Shape 133">
              <a:extLst>
                <a:ext uri="{FF2B5EF4-FFF2-40B4-BE49-F238E27FC236}">
                  <a16:creationId xmlns:a16="http://schemas.microsoft.com/office/drawing/2014/main" id="{9A009EF6-DA4A-8BCD-8F69-76148E07BC11}"/>
                </a:ext>
              </a:extLst>
            </p:cNvPr>
            <p:cNvSpPr/>
            <p:nvPr>
              <p:custDataLst>
                <p:tags r:id="rId27"/>
              </p:custDataLst>
            </p:nvPr>
          </p:nvSpPr>
          <p:spPr>
            <a:xfrm flipV="1">
              <a:off x="5543175" y="-12911468"/>
              <a:ext cx="59093" cy="34069"/>
            </a:xfrm>
            <a:custGeom>
              <a:avLst/>
              <a:gdLst>
                <a:gd name="csX0" fmla="*/ 29658 w 59093"/>
                <a:gd name="csY0" fmla="*/ 32643 h 34069"/>
                <a:gd name="csX1" fmla="*/ 0 w 59093"/>
                <a:gd name="csY1" fmla="*/ 2556 h 34069"/>
                <a:gd name="csX2" fmla="*/ 3979 w 59093"/>
                <a:gd name="csY2" fmla="*/ -1427 h 34069"/>
                <a:gd name="csX3" fmla="*/ 29658 w 59093"/>
                <a:gd name="csY3" fmla="*/ 21136 h 34069"/>
                <a:gd name="csX4" fmla="*/ 55115 w 59093"/>
                <a:gd name="csY4" fmla="*/ -1427 h 34069"/>
                <a:gd name="csX5" fmla="*/ 59093 w 59093"/>
                <a:gd name="csY5" fmla="*/ 2556 h 34069"/>
                <a:gd name="csX6" fmla="*/ 29658 w 59093"/>
                <a:gd name="csY6" fmla="*/ 32643 h 34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093" h="34069">
                  <a:moveTo>
                    <a:pt x="29658" y="32643"/>
                  </a:moveTo>
                  <a:lnTo>
                    <a:pt x="0" y="2556"/>
                  </a:lnTo>
                  <a:lnTo>
                    <a:pt x="3979" y="-1427"/>
                  </a:lnTo>
                  <a:lnTo>
                    <a:pt x="29658" y="21136"/>
                  </a:lnTo>
                  <a:lnTo>
                    <a:pt x="55115" y="-1427"/>
                  </a:lnTo>
                  <a:lnTo>
                    <a:pt x="59093" y="2556"/>
                  </a:lnTo>
                  <a:lnTo>
                    <a:pt x="29658" y="32643"/>
                  </a:lnTo>
                  <a:close/>
                </a:path>
              </a:pathLst>
            </a:custGeom>
            <a:grpFill/>
            <a:ln w="22911" cap="flat">
              <a:noFill/>
              <a:prstDash val="solid"/>
              <a:miter/>
            </a:ln>
          </p:spPr>
          <p:txBody>
            <a:bodyPr/>
            <a:lstStyle/>
            <a:p>
              <a:endParaRPr lang="en-GB"/>
            </a:p>
          </p:txBody>
        </p:sp>
        <p:sp>
          <p:nvSpPr>
            <p:cNvPr id="135" name="Freeform: Shape 134">
              <a:extLst>
                <a:ext uri="{FF2B5EF4-FFF2-40B4-BE49-F238E27FC236}">
                  <a16:creationId xmlns:a16="http://schemas.microsoft.com/office/drawing/2014/main" id="{E86271B3-1C70-A72A-41C5-EF00AA3DFE5D}"/>
                </a:ext>
              </a:extLst>
            </p:cNvPr>
            <p:cNvSpPr/>
            <p:nvPr>
              <p:custDataLst>
                <p:tags r:id="rId28"/>
              </p:custDataLst>
            </p:nvPr>
          </p:nvSpPr>
          <p:spPr>
            <a:xfrm flipV="1">
              <a:off x="5330213" y="-12855718"/>
              <a:ext cx="146531" cy="100217"/>
            </a:xfrm>
            <a:custGeom>
              <a:avLst/>
              <a:gdLst>
                <a:gd name="csX0" fmla="*/ 95848 w 146531"/>
                <a:gd name="csY0" fmla="*/ 76014 h 100217"/>
                <a:gd name="csX1" fmla="*/ 99167 w 146531"/>
                <a:gd name="csY1" fmla="*/ 90393 h 100217"/>
                <a:gd name="csX2" fmla="*/ 92744 w 146531"/>
                <a:gd name="csY2" fmla="*/ 96369 h 100217"/>
                <a:gd name="csX3" fmla="*/ 84557 w 146531"/>
                <a:gd name="csY3" fmla="*/ 90172 h 100217"/>
                <a:gd name="csX4" fmla="*/ 71940 w 146531"/>
                <a:gd name="csY4" fmla="*/ 40619 h 100217"/>
                <a:gd name="csX5" fmla="*/ 69947 w 146531"/>
                <a:gd name="csY5" fmla="*/ 26016 h 100217"/>
                <a:gd name="csX6" fmla="*/ 70169 w 146531"/>
                <a:gd name="csY6" fmla="*/ 22032 h 100217"/>
                <a:gd name="csX7" fmla="*/ 49802 w 146531"/>
                <a:gd name="csY7" fmla="*/ 3453 h 100217"/>
                <a:gd name="csX8" fmla="*/ 32095 w 146531"/>
                <a:gd name="csY8" fmla="*/ 23580 h 100217"/>
                <a:gd name="csX9" fmla="*/ 43608 w 146531"/>
                <a:gd name="csY9" fmla="*/ 66498 h 100217"/>
                <a:gd name="csX10" fmla="*/ 47372 w 146531"/>
                <a:gd name="csY10" fmla="*/ 80656 h 100217"/>
                <a:gd name="csX11" fmla="*/ 29220 w 146531"/>
                <a:gd name="csY11" fmla="*/ 98799 h 100217"/>
                <a:gd name="csX12" fmla="*/ 0 w 146531"/>
                <a:gd name="csY12" fmla="*/ 64729 h 100217"/>
                <a:gd name="csX13" fmla="*/ 2660 w 146531"/>
                <a:gd name="csY13" fmla="*/ 62522 h 100217"/>
                <a:gd name="csX14" fmla="*/ 6201 w 146531"/>
                <a:gd name="csY14" fmla="*/ 66498 h 100217"/>
                <a:gd name="csX15" fmla="*/ 28554 w 146531"/>
                <a:gd name="csY15" fmla="*/ 93934 h 100217"/>
                <a:gd name="csX16" fmla="*/ 34088 w 146531"/>
                <a:gd name="csY16" fmla="*/ 86631 h 100217"/>
                <a:gd name="csX17" fmla="*/ 30109 w 146531"/>
                <a:gd name="csY17" fmla="*/ 71149 h 100217"/>
                <a:gd name="csX18" fmla="*/ 17707 w 146531"/>
                <a:gd name="csY18" fmla="*/ 26460 h 100217"/>
                <a:gd name="csX19" fmla="*/ 49143 w 146531"/>
                <a:gd name="csY19" fmla="*/ -1419 h 100217"/>
                <a:gd name="csX20" fmla="*/ 72162 w 146531"/>
                <a:gd name="csY20" fmla="*/ 14072 h 100217"/>
                <a:gd name="csX21" fmla="*/ 99827 w 146531"/>
                <a:gd name="csY21" fmla="*/ -1419 h 100217"/>
                <a:gd name="csX22" fmla="*/ 131922 w 146531"/>
                <a:gd name="csY22" fmla="*/ 25793 h 100217"/>
                <a:gd name="csX23" fmla="*/ 146532 w 146531"/>
                <a:gd name="csY23" fmla="*/ 83315 h 100217"/>
                <a:gd name="csX24" fmla="*/ 136797 w 146531"/>
                <a:gd name="csY24" fmla="*/ 98799 h 100217"/>
                <a:gd name="csX25" fmla="*/ 125728 w 146531"/>
                <a:gd name="csY25" fmla="*/ 88179 h 100217"/>
                <a:gd name="csX26" fmla="*/ 129047 w 146531"/>
                <a:gd name="csY26" fmla="*/ 82204 h 100217"/>
                <a:gd name="csX27" fmla="*/ 137019 w 146531"/>
                <a:gd name="csY27" fmla="*/ 63403 h 100217"/>
                <a:gd name="csX28" fmla="*/ 124839 w 146531"/>
                <a:gd name="csY28" fmla="*/ 22921 h 100217"/>
                <a:gd name="csX29" fmla="*/ 100493 w 146531"/>
                <a:gd name="csY29" fmla="*/ 3453 h 100217"/>
                <a:gd name="csX30" fmla="*/ 84113 w 146531"/>
                <a:gd name="csY30" fmla="*/ 22699 h 100217"/>
                <a:gd name="csX31" fmla="*/ 86550 w 146531"/>
                <a:gd name="csY31" fmla="*/ 38848 h 100217"/>
                <a:gd name="csX32" fmla="*/ 95848 w 146531"/>
                <a:gd name="csY32" fmla="*/ 76014 h 10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46531" h="100217">
                  <a:moveTo>
                    <a:pt x="95848" y="76014"/>
                  </a:moveTo>
                  <a:cubicBezTo>
                    <a:pt x="96952" y="80879"/>
                    <a:pt x="99167" y="89067"/>
                    <a:pt x="99167" y="90393"/>
                  </a:cubicBezTo>
                  <a:cubicBezTo>
                    <a:pt x="99167" y="94377"/>
                    <a:pt x="96070" y="96369"/>
                    <a:pt x="92744" y="96369"/>
                  </a:cubicBezTo>
                  <a:cubicBezTo>
                    <a:pt x="90091" y="96369"/>
                    <a:pt x="86106" y="94599"/>
                    <a:pt x="84557" y="90172"/>
                  </a:cubicBezTo>
                  <a:cubicBezTo>
                    <a:pt x="83890" y="88624"/>
                    <a:pt x="73488" y="46371"/>
                    <a:pt x="71940" y="40619"/>
                  </a:cubicBezTo>
                  <a:cubicBezTo>
                    <a:pt x="70391" y="33983"/>
                    <a:pt x="69947" y="30000"/>
                    <a:pt x="69947" y="26016"/>
                  </a:cubicBezTo>
                  <a:cubicBezTo>
                    <a:pt x="69947" y="23580"/>
                    <a:pt x="69947" y="23143"/>
                    <a:pt x="70169" y="22032"/>
                  </a:cubicBezTo>
                  <a:cubicBezTo>
                    <a:pt x="65079" y="10311"/>
                    <a:pt x="58441" y="3453"/>
                    <a:pt x="49802" y="3453"/>
                  </a:cubicBezTo>
                  <a:cubicBezTo>
                    <a:pt x="32095" y="3453"/>
                    <a:pt x="32095" y="19818"/>
                    <a:pt x="32095" y="23580"/>
                  </a:cubicBezTo>
                  <a:cubicBezTo>
                    <a:pt x="32095" y="30660"/>
                    <a:pt x="33206" y="39293"/>
                    <a:pt x="43608" y="66498"/>
                  </a:cubicBezTo>
                  <a:cubicBezTo>
                    <a:pt x="46046" y="73140"/>
                    <a:pt x="47372" y="76235"/>
                    <a:pt x="47372" y="80656"/>
                  </a:cubicBezTo>
                  <a:cubicBezTo>
                    <a:pt x="47372" y="90615"/>
                    <a:pt x="40067" y="98799"/>
                    <a:pt x="29220" y="98799"/>
                  </a:cubicBezTo>
                  <a:cubicBezTo>
                    <a:pt x="8194" y="98799"/>
                    <a:pt x="0" y="66720"/>
                    <a:pt x="0" y="64729"/>
                  </a:cubicBezTo>
                  <a:cubicBezTo>
                    <a:pt x="0" y="62522"/>
                    <a:pt x="2215" y="62522"/>
                    <a:pt x="2660" y="62522"/>
                  </a:cubicBezTo>
                  <a:cubicBezTo>
                    <a:pt x="4875" y="62522"/>
                    <a:pt x="5097" y="62959"/>
                    <a:pt x="6201" y="66498"/>
                  </a:cubicBezTo>
                  <a:cubicBezTo>
                    <a:pt x="12180" y="87076"/>
                    <a:pt x="20811" y="93934"/>
                    <a:pt x="28554" y="93934"/>
                  </a:cubicBezTo>
                  <a:cubicBezTo>
                    <a:pt x="30547" y="93934"/>
                    <a:pt x="34088" y="93711"/>
                    <a:pt x="34088" y="86631"/>
                  </a:cubicBezTo>
                  <a:cubicBezTo>
                    <a:pt x="34088" y="81101"/>
                    <a:pt x="31658" y="74910"/>
                    <a:pt x="30109" y="71149"/>
                  </a:cubicBezTo>
                  <a:cubicBezTo>
                    <a:pt x="20367" y="45039"/>
                    <a:pt x="17707" y="34864"/>
                    <a:pt x="17707" y="26460"/>
                  </a:cubicBezTo>
                  <a:cubicBezTo>
                    <a:pt x="17707" y="6327"/>
                    <a:pt x="32539" y="-1419"/>
                    <a:pt x="49143" y="-1419"/>
                  </a:cubicBezTo>
                  <a:cubicBezTo>
                    <a:pt x="52906" y="-1419"/>
                    <a:pt x="63308" y="-1419"/>
                    <a:pt x="72162" y="14072"/>
                  </a:cubicBezTo>
                  <a:cubicBezTo>
                    <a:pt x="77919" y="-86"/>
                    <a:pt x="93188" y="-1419"/>
                    <a:pt x="99827" y="-1419"/>
                  </a:cubicBezTo>
                  <a:cubicBezTo>
                    <a:pt x="116430" y="-1419"/>
                    <a:pt x="126172" y="12524"/>
                    <a:pt x="131922" y="25793"/>
                  </a:cubicBezTo>
                  <a:cubicBezTo>
                    <a:pt x="139449" y="43048"/>
                    <a:pt x="146532" y="72695"/>
                    <a:pt x="146532" y="83315"/>
                  </a:cubicBezTo>
                  <a:cubicBezTo>
                    <a:pt x="146532" y="95480"/>
                    <a:pt x="140560" y="98799"/>
                    <a:pt x="136797" y="98799"/>
                  </a:cubicBezTo>
                  <a:cubicBezTo>
                    <a:pt x="131262" y="98799"/>
                    <a:pt x="125728" y="93044"/>
                    <a:pt x="125728" y="88179"/>
                  </a:cubicBezTo>
                  <a:cubicBezTo>
                    <a:pt x="125728" y="85306"/>
                    <a:pt x="127054" y="83973"/>
                    <a:pt x="129047" y="82204"/>
                  </a:cubicBezTo>
                  <a:cubicBezTo>
                    <a:pt x="131485" y="79775"/>
                    <a:pt x="137019" y="74021"/>
                    <a:pt x="137019" y="63403"/>
                  </a:cubicBezTo>
                  <a:cubicBezTo>
                    <a:pt x="137019" y="55880"/>
                    <a:pt x="130596" y="34199"/>
                    <a:pt x="124839" y="22921"/>
                  </a:cubicBezTo>
                  <a:cubicBezTo>
                    <a:pt x="119090" y="11192"/>
                    <a:pt x="111340" y="3453"/>
                    <a:pt x="100493" y="3453"/>
                  </a:cubicBezTo>
                  <a:cubicBezTo>
                    <a:pt x="90091" y="3453"/>
                    <a:pt x="84113" y="10088"/>
                    <a:pt x="84113" y="22699"/>
                  </a:cubicBezTo>
                  <a:cubicBezTo>
                    <a:pt x="84113" y="28889"/>
                    <a:pt x="85661" y="35754"/>
                    <a:pt x="86550" y="38848"/>
                  </a:cubicBezTo>
                  <a:lnTo>
                    <a:pt x="95848" y="76014"/>
                  </a:lnTo>
                  <a:close/>
                </a:path>
              </a:pathLst>
            </a:custGeom>
            <a:grpFill/>
            <a:ln w="22911" cap="flat">
              <a:noFill/>
              <a:prstDash val="solid"/>
              <a:miter/>
            </a:ln>
          </p:spPr>
          <p:txBody>
            <a:bodyPr/>
            <a:lstStyle/>
            <a:p>
              <a:endParaRPr lang="en-GB"/>
            </a:p>
          </p:txBody>
        </p:sp>
        <p:sp>
          <p:nvSpPr>
            <p:cNvPr id="136" name="Freeform: Shape 135">
              <a:extLst>
                <a:ext uri="{FF2B5EF4-FFF2-40B4-BE49-F238E27FC236}">
                  <a16:creationId xmlns:a16="http://schemas.microsoft.com/office/drawing/2014/main" id="{D6C84798-6695-AD8C-06F4-728B1276CFD0}"/>
                </a:ext>
              </a:extLst>
            </p:cNvPr>
            <p:cNvSpPr/>
            <p:nvPr>
              <p:custDataLst>
                <p:tags r:id="rId29"/>
              </p:custDataLst>
            </p:nvPr>
          </p:nvSpPr>
          <p:spPr>
            <a:xfrm flipV="1">
              <a:off x="5496643" y="-12855718"/>
              <a:ext cx="212949" cy="143135"/>
            </a:xfrm>
            <a:custGeom>
              <a:avLst/>
              <a:gdLst>
                <a:gd name="csX0" fmla="*/ 73711 w 212949"/>
                <a:gd name="csY0" fmla="*/ 127560 h 143135"/>
                <a:gd name="csX1" fmla="*/ 53344 w 212949"/>
                <a:gd name="csY1" fmla="*/ 141719 h 143135"/>
                <a:gd name="csX2" fmla="*/ 0 w 212949"/>
                <a:gd name="csY2" fmla="*/ 76904 h 143135"/>
                <a:gd name="csX3" fmla="*/ 29442 w 212949"/>
                <a:gd name="csY3" fmla="*/ 41502 h 143135"/>
                <a:gd name="csX4" fmla="*/ 58213 w 212949"/>
                <a:gd name="csY4" fmla="*/ 58096 h 143135"/>
                <a:gd name="csX5" fmla="*/ 78356 w 212949"/>
                <a:gd name="csY5" fmla="*/ 41502 h 143135"/>
                <a:gd name="csX6" fmla="*/ 94737 w 212949"/>
                <a:gd name="csY6" fmla="*/ 53674 h 143135"/>
                <a:gd name="csX7" fmla="*/ 101376 w 212949"/>
                <a:gd name="csY7" fmla="*/ 75571 h 143135"/>
                <a:gd name="csX8" fmla="*/ 98723 w 212949"/>
                <a:gd name="csY8" fmla="*/ 77785 h 143135"/>
                <a:gd name="csX9" fmla="*/ 95619 w 212949"/>
                <a:gd name="csY9" fmla="*/ 73801 h 143135"/>
                <a:gd name="csX10" fmla="*/ 78800 w 212949"/>
                <a:gd name="csY10" fmla="*/ 46373 h 143135"/>
                <a:gd name="csX11" fmla="*/ 72163 w 212949"/>
                <a:gd name="csY11" fmla="*/ 56548 h 143135"/>
                <a:gd name="csX12" fmla="*/ 75036 w 212949"/>
                <a:gd name="csY12" fmla="*/ 72920 h 143135"/>
                <a:gd name="csX13" fmla="*/ 79904 w 212949"/>
                <a:gd name="csY13" fmla="*/ 92831 h 143135"/>
                <a:gd name="csX14" fmla="*/ 87877 w 212949"/>
                <a:gd name="csY14" fmla="*/ 123799 h 143135"/>
                <a:gd name="csX15" fmla="*/ 89424 w 212949"/>
                <a:gd name="csY15" fmla="*/ 131322 h 143135"/>
                <a:gd name="csX16" fmla="*/ 83002 w 212949"/>
                <a:gd name="csY16" fmla="*/ 137297 h 143135"/>
                <a:gd name="csX17" fmla="*/ 73711 w 212949"/>
                <a:gd name="csY17" fmla="*/ 127560 h 143135"/>
                <a:gd name="csX18" fmla="*/ 59323 w 212949"/>
                <a:gd name="csY18" fmla="*/ 70262 h 143135"/>
                <a:gd name="csX19" fmla="*/ 54893 w 212949"/>
                <a:gd name="csY19" fmla="*/ 62080 h 143135"/>
                <a:gd name="csX20" fmla="*/ 29880 w 212949"/>
                <a:gd name="csY20" fmla="*/ 46373 h 143135"/>
                <a:gd name="csX21" fmla="*/ 15714 w 212949"/>
                <a:gd name="csY21" fmla="*/ 67167 h 143135"/>
                <a:gd name="csX22" fmla="*/ 27887 w 212949"/>
                <a:gd name="csY22" fmla="*/ 115616 h 143135"/>
                <a:gd name="csX23" fmla="*/ 53566 w 212949"/>
                <a:gd name="csY23" fmla="*/ 136854 h 143135"/>
                <a:gd name="csX24" fmla="*/ 71052 w 212949"/>
                <a:gd name="csY24" fmla="*/ 117386 h 143135"/>
                <a:gd name="csX25" fmla="*/ 70392 w 212949"/>
                <a:gd name="csY25" fmla="*/ 113624 h 143135"/>
                <a:gd name="csX26" fmla="*/ 59323 w 212949"/>
                <a:gd name="csY26" fmla="*/ 70262 h 143135"/>
                <a:gd name="csX27" fmla="*/ 212289 w 212949"/>
                <a:gd name="csY27" fmla="*/ 127338 h 143135"/>
                <a:gd name="csX28" fmla="*/ 212949 w 212949"/>
                <a:gd name="csY28" fmla="*/ 131322 h 143135"/>
                <a:gd name="csX29" fmla="*/ 206534 w 212949"/>
                <a:gd name="csY29" fmla="*/ 137297 h 143135"/>
                <a:gd name="csX30" fmla="*/ 197457 w 212949"/>
                <a:gd name="csY30" fmla="*/ 127783 h 143135"/>
                <a:gd name="csX31" fmla="*/ 176869 w 212949"/>
                <a:gd name="csY31" fmla="*/ 141719 h 143135"/>
                <a:gd name="csX32" fmla="*/ 124193 w 212949"/>
                <a:gd name="csY32" fmla="*/ 78888 h 143135"/>
                <a:gd name="csX33" fmla="*/ 153626 w 212949"/>
                <a:gd name="csY33" fmla="*/ 43937 h 143135"/>
                <a:gd name="csX34" fmla="*/ 179307 w 212949"/>
                <a:gd name="csY34" fmla="*/ 56770 h 143135"/>
                <a:gd name="csX35" fmla="*/ 179529 w 212949"/>
                <a:gd name="csY35" fmla="*/ 56548 h 143135"/>
                <a:gd name="csX36" fmla="*/ 172223 w 212949"/>
                <a:gd name="csY36" fmla="*/ 27343 h 143135"/>
                <a:gd name="csX37" fmla="*/ 140349 w 212949"/>
                <a:gd name="csY37" fmla="*/ 3455 h 143135"/>
                <a:gd name="csX38" fmla="*/ 122644 w 212949"/>
                <a:gd name="csY38" fmla="*/ 5662 h 143135"/>
                <a:gd name="csX39" fmla="*/ 131719 w 212949"/>
                <a:gd name="csY39" fmla="*/ 17169 h 143135"/>
                <a:gd name="csX40" fmla="*/ 123304 w 212949"/>
                <a:gd name="csY40" fmla="*/ 24914 h 143135"/>
                <a:gd name="csX41" fmla="*/ 111351 w 212949"/>
                <a:gd name="csY41" fmla="*/ 12082 h 143135"/>
                <a:gd name="csX42" fmla="*/ 140794 w 212949"/>
                <a:gd name="csY42" fmla="*/ -1417 h 143135"/>
                <a:gd name="csX43" fmla="*/ 187715 w 212949"/>
                <a:gd name="csY43" fmla="*/ 29114 h 143135"/>
                <a:gd name="csX44" fmla="*/ 212289 w 212949"/>
                <a:gd name="csY44" fmla="*/ 127338 h 143135"/>
                <a:gd name="csX45" fmla="*/ 183513 w 212949"/>
                <a:gd name="csY45" fmla="*/ 72254 h 143135"/>
                <a:gd name="csX46" fmla="*/ 172223 w 212949"/>
                <a:gd name="csY46" fmla="*/ 56770 h 143135"/>
                <a:gd name="csX47" fmla="*/ 154293 w 212949"/>
                <a:gd name="csY47" fmla="*/ 48802 h 143135"/>
                <a:gd name="csX48" fmla="*/ 139905 w 212949"/>
                <a:gd name="csY48" fmla="*/ 69158 h 143135"/>
                <a:gd name="csX49" fmla="*/ 152302 w 212949"/>
                <a:gd name="csY49" fmla="*/ 117164 h 143135"/>
                <a:gd name="csX50" fmla="*/ 177092 w 212949"/>
                <a:gd name="csY50" fmla="*/ 136854 h 143135"/>
                <a:gd name="csX51" fmla="*/ 194799 w 212949"/>
                <a:gd name="csY51" fmla="*/ 117831 h 143135"/>
                <a:gd name="csX52" fmla="*/ 194139 w 212949"/>
                <a:gd name="csY52" fmla="*/ 114505 h 143135"/>
                <a:gd name="csX53" fmla="*/ 183513 w 212949"/>
                <a:gd name="csY53" fmla="*/ 72254 h 143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212949" h="143135">
                  <a:moveTo>
                    <a:pt x="73711" y="127560"/>
                  </a:moveTo>
                  <a:cubicBezTo>
                    <a:pt x="69725" y="135742"/>
                    <a:pt x="63308" y="141719"/>
                    <a:pt x="53344" y="141719"/>
                  </a:cubicBezTo>
                  <a:cubicBezTo>
                    <a:pt x="27449" y="141719"/>
                    <a:pt x="0" y="109196"/>
                    <a:pt x="0" y="76904"/>
                  </a:cubicBezTo>
                  <a:cubicBezTo>
                    <a:pt x="0" y="56103"/>
                    <a:pt x="12173" y="41502"/>
                    <a:pt x="29442" y="41502"/>
                  </a:cubicBezTo>
                  <a:cubicBezTo>
                    <a:pt x="33866" y="41502"/>
                    <a:pt x="44935" y="42389"/>
                    <a:pt x="58213" y="58096"/>
                  </a:cubicBezTo>
                  <a:cubicBezTo>
                    <a:pt x="59981" y="48802"/>
                    <a:pt x="67732" y="41502"/>
                    <a:pt x="78356" y="41502"/>
                  </a:cubicBezTo>
                  <a:cubicBezTo>
                    <a:pt x="86106" y="41502"/>
                    <a:pt x="91195" y="46596"/>
                    <a:pt x="94737" y="53674"/>
                  </a:cubicBezTo>
                  <a:cubicBezTo>
                    <a:pt x="98501" y="61635"/>
                    <a:pt x="101376" y="75133"/>
                    <a:pt x="101376" y="75571"/>
                  </a:cubicBezTo>
                  <a:cubicBezTo>
                    <a:pt x="101376" y="77785"/>
                    <a:pt x="99383" y="77785"/>
                    <a:pt x="98723" y="77785"/>
                  </a:cubicBezTo>
                  <a:cubicBezTo>
                    <a:pt x="96508" y="77785"/>
                    <a:pt x="96286" y="76904"/>
                    <a:pt x="95619" y="73801"/>
                  </a:cubicBezTo>
                  <a:cubicBezTo>
                    <a:pt x="91861" y="59421"/>
                    <a:pt x="87877" y="46373"/>
                    <a:pt x="78800" y="46373"/>
                  </a:cubicBezTo>
                  <a:cubicBezTo>
                    <a:pt x="72823" y="46373"/>
                    <a:pt x="72163" y="52119"/>
                    <a:pt x="72163" y="56548"/>
                  </a:cubicBezTo>
                  <a:cubicBezTo>
                    <a:pt x="72163" y="61413"/>
                    <a:pt x="72600" y="63183"/>
                    <a:pt x="75036" y="72920"/>
                  </a:cubicBezTo>
                  <a:cubicBezTo>
                    <a:pt x="77473" y="82213"/>
                    <a:pt x="77911" y="84420"/>
                    <a:pt x="79904" y="92831"/>
                  </a:cubicBezTo>
                  <a:lnTo>
                    <a:pt x="87877" y="123799"/>
                  </a:lnTo>
                  <a:cubicBezTo>
                    <a:pt x="89424" y="129996"/>
                    <a:pt x="89424" y="130434"/>
                    <a:pt x="89424" y="131322"/>
                  </a:cubicBezTo>
                  <a:cubicBezTo>
                    <a:pt x="89424" y="135083"/>
                    <a:pt x="86766" y="137297"/>
                    <a:pt x="83002" y="137297"/>
                  </a:cubicBezTo>
                  <a:cubicBezTo>
                    <a:pt x="77689" y="137297"/>
                    <a:pt x="74369" y="132425"/>
                    <a:pt x="73711" y="127560"/>
                  </a:cubicBezTo>
                  <a:close/>
                  <a:moveTo>
                    <a:pt x="59323" y="70262"/>
                  </a:moveTo>
                  <a:cubicBezTo>
                    <a:pt x="58213" y="66278"/>
                    <a:pt x="58213" y="65841"/>
                    <a:pt x="54893" y="62080"/>
                  </a:cubicBezTo>
                  <a:cubicBezTo>
                    <a:pt x="45157" y="49913"/>
                    <a:pt x="36081" y="46373"/>
                    <a:pt x="29880" y="46373"/>
                  </a:cubicBezTo>
                  <a:cubicBezTo>
                    <a:pt x="18811" y="46373"/>
                    <a:pt x="15714" y="58539"/>
                    <a:pt x="15714" y="67167"/>
                  </a:cubicBezTo>
                  <a:cubicBezTo>
                    <a:pt x="15714" y="78229"/>
                    <a:pt x="22797" y="105442"/>
                    <a:pt x="27887" y="115616"/>
                  </a:cubicBezTo>
                  <a:cubicBezTo>
                    <a:pt x="34755" y="128664"/>
                    <a:pt x="44712" y="136854"/>
                    <a:pt x="53566" y="136854"/>
                  </a:cubicBezTo>
                  <a:cubicBezTo>
                    <a:pt x="67954" y="136854"/>
                    <a:pt x="71052" y="118712"/>
                    <a:pt x="71052" y="117386"/>
                  </a:cubicBezTo>
                  <a:cubicBezTo>
                    <a:pt x="71052" y="116060"/>
                    <a:pt x="70607" y="114728"/>
                    <a:pt x="70392" y="113624"/>
                  </a:cubicBezTo>
                  <a:lnTo>
                    <a:pt x="59323" y="70262"/>
                  </a:lnTo>
                  <a:close/>
                  <a:moveTo>
                    <a:pt x="212289" y="127338"/>
                  </a:moveTo>
                  <a:cubicBezTo>
                    <a:pt x="212505" y="128664"/>
                    <a:pt x="212949" y="129774"/>
                    <a:pt x="212949" y="131322"/>
                  </a:cubicBezTo>
                  <a:cubicBezTo>
                    <a:pt x="212949" y="135083"/>
                    <a:pt x="210298" y="137297"/>
                    <a:pt x="206534" y="137297"/>
                  </a:cubicBezTo>
                  <a:cubicBezTo>
                    <a:pt x="204319" y="137297"/>
                    <a:pt x="198339" y="135742"/>
                    <a:pt x="197457" y="127783"/>
                  </a:cubicBezTo>
                  <a:cubicBezTo>
                    <a:pt x="193473" y="135965"/>
                    <a:pt x="185722" y="141719"/>
                    <a:pt x="176869" y="141719"/>
                  </a:cubicBezTo>
                  <a:cubicBezTo>
                    <a:pt x="151642" y="141719"/>
                    <a:pt x="124193" y="110751"/>
                    <a:pt x="124193" y="78888"/>
                  </a:cubicBezTo>
                  <a:cubicBezTo>
                    <a:pt x="124193" y="56992"/>
                    <a:pt x="137692" y="43937"/>
                    <a:pt x="153626" y="43937"/>
                  </a:cubicBezTo>
                  <a:cubicBezTo>
                    <a:pt x="166690" y="43937"/>
                    <a:pt x="177092" y="54334"/>
                    <a:pt x="179307" y="56770"/>
                  </a:cubicBezTo>
                  <a:lnTo>
                    <a:pt x="179529" y="56548"/>
                  </a:lnTo>
                  <a:cubicBezTo>
                    <a:pt x="174883" y="36859"/>
                    <a:pt x="172223" y="27788"/>
                    <a:pt x="172223" y="27343"/>
                  </a:cubicBezTo>
                  <a:cubicBezTo>
                    <a:pt x="171341" y="25352"/>
                    <a:pt x="163815" y="3455"/>
                    <a:pt x="140349" y="3455"/>
                  </a:cubicBezTo>
                  <a:cubicBezTo>
                    <a:pt x="136143" y="3455"/>
                    <a:pt x="128837" y="3677"/>
                    <a:pt x="122644" y="5662"/>
                  </a:cubicBezTo>
                  <a:cubicBezTo>
                    <a:pt x="129281" y="7654"/>
                    <a:pt x="131719" y="13407"/>
                    <a:pt x="131719" y="17169"/>
                  </a:cubicBezTo>
                  <a:cubicBezTo>
                    <a:pt x="131719" y="20708"/>
                    <a:pt x="129281" y="24914"/>
                    <a:pt x="123304" y="24914"/>
                  </a:cubicBezTo>
                  <a:cubicBezTo>
                    <a:pt x="118435" y="24914"/>
                    <a:pt x="111351" y="20930"/>
                    <a:pt x="111351" y="12082"/>
                  </a:cubicBezTo>
                  <a:cubicBezTo>
                    <a:pt x="111351" y="3010"/>
                    <a:pt x="119546" y="-1417"/>
                    <a:pt x="140794" y="-1417"/>
                  </a:cubicBezTo>
                  <a:cubicBezTo>
                    <a:pt x="168459" y="-1417"/>
                    <a:pt x="184395" y="15843"/>
                    <a:pt x="187715" y="29114"/>
                  </a:cubicBezTo>
                  <a:lnTo>
                    <a:pt x="212289" y="127338"/>
                  </a:lnTo>
                  <a:close/>
                  <a:moveTo>
                    <a:pt x="183513" y="72254"/>
                  </a:moveTo>
                  <a:cubicBezTo>
                    <a:pt x="182180" y="66500"/>
                    <a:pt x="177092" y="60968"/>
                    <a:pt x="172223" y="56770"/>
                  </a:cubicBezTo>
                  <a:cubicBezTo>
                    <a:pt x="167579" y="52786"/>
                    <a:pt x="160710" y="48802"/>
                    <a:pt x="154293" y="48802"/>
                  </a:cubicBezTo>
                  <a:cubicBezTo>
                    <a:pt x="143225" y="48802"/>
                    <a:pt x="139905" y="60309"/>
                    <a:pt x="139905" y="69158"/>
                  </a:cubicBezTo>
                  <a:cubicBezTo>
                    <a:pt x="139905" y="79777"/>
                    <a:pt x="146329" y="105879"/>
                    <a:pt x="152302" y="117164"/>
                  </a:cubicBezTo>
                  <a:cubicBezTo>
                    <a:pt x="158279" y="128005"/>
                    <a:pt x="167792" y="136854"/>
                    <a:pt x="177092" y="136854"/>
                  </a:cubicBezTo>
                  <a:cubicBezTo>
                    <a:pt x="191702" y="136854"/>
                    <a:pt x="194799" y="118934"/>
                    <a:pt x="194799" y="117831"/>
                  </a:cubicBezTo>
                  <a:cubicBezTo>
                    <a:pt x="194799" y="116719"/>
                    <a:pt x="194361" y="115395"/>
                    <a:pt x="194139" y="114505"/>
                  </a:cubicBezTo>
                  <a:lnTo>
                    <a:pt x="183513" y="72254"/>
                  </a:lnTo>
                  <a:close/>
                </a:path>
              </a:pathLst>
            </a:custGeom>
            <a:grpFill/>
            <a:ln w="22911" cap="flat">
              <a:noFill/>
              <a:prstDash val="solid"/>
              <a:miter/>
            </a:ln>
          </p:spPr>
          <p:txBody>
            <a:bodyPr/>
            <a:lstStyle/>
            <a:p>
              <a:endParaRPr lang="en-GB"/>
            </a:p>
          </p:txBody>
        </p:sp>
        <p:sp>
          <p:nvSpPr>
            <p:cNvPr id="137" name="Freeform: Shape 136">
              <a:extLst>
                <a:ext uri="{FF2B5EF4-FFF2-40B4-BE49-F238E27FC236}">
                  <a16:creationId xmlns:a16="http://schemas.microsoft.com/office/drawing/2014/main" id="{1369C5BD-A20A-F57B-6242-F014A36FF62A}"/>
                </a:ext>
              </a:extLst>
            </p:cNvPr>
            <p:cNvSpPr/>
            <p:nvPr>
              <p:custDataLst>
                <p:tags r:id="rId30"/>
              </p:custDataLst>
            </p:nvPr>
          </p:nvSpPr>
          <p:spPr>
            <a:xfrm flipV="1">
              <a:off x="5728146" y="-12855718"/>
              <a:ext cx="85001" cy="100217"/>
            </a:xfrm>
            <a:custGeom>
              <a:avLst/>
              <a:gdLst>
                <a:gd name="csX0" fmla="*/ 31213 w 85001"/>
                <a:gd name="csY0" fmla="*/ 52119 h 100217"/>
                <a:gd name="csX1" fmla="*/ 65080 w 85001"/>
                <a:gd name="csY1" fmla="*/ 57206 h 100217"/>
                <a:gd name="csX2" fmla="*/ 81677 w 85001"/>
                <a:gd name="csY2" fmla="*/ 79998 h 100217"/>
                <a:gd name="csX3" fmla="*/ 57996 w 85001"/>
                <a:gd name="csY3" fmla="*/ 98799 h 100217"/>
                <a:gd name="csX4" fmla="*/ 0 w 85001"/>
                <a:gd name="csY4" fmla="*/ 38626 h 100217"/>
                <a:gd name="csX5" fmla="*/ 34756 w 85001"/>
                <a:gd name="csY5" fmla="*/ -1419 h 100217"/>
                <a:gd name="csX6" fmla="*/ 85001 w 85001"/>
                <a:gd name="csY6" fmla="*/ 24690 h 100217"/>
                <a:gd name="csX7" fmla="*/ 82343 w 85001"/>
                <a:gd name="csY7" fmla="*/ 27564 h 100217"/>
                <a:gd name="csX8" fmla="*/ 79468 w 85001"/>
                <a:gd name="csY8" fmla="*/ 25350 h 100217"/>
                <a:gd name="csX9" fmla="*/ 35200 w 85001"/>
                <a:gd name="csY9" fmla="*/ 3453 h 100217"/>
                <a:gd name="csX10" fmla="*/ 15937 w 85001"/>
                <a:gd name="csY10" fmla="*/ 29112 h 100217"/>
                <a:gd name="csX11" fmla="*/ 19479 w 85001"/>
                <a:gd name="csY11" fmla="*/ 52119 h 100217"/>
                <a:gd name="csX12" fmla="*/ 31213 w 85001"/>
                <a:gd name="csY12" fmla="*/ 52119 h 100217"/>
                <a:gd name="csX13" fmla="*/ 20812 w 85001"/>
                <a:gd name="csY13" fmla="*/ 56990 h 100217"/>
                <a:gd name="csX14" fmla="*/ 57996 w 85001"/>
                <a:gd name="csY14" fmla="*/ 93934 h 100217"/>
                <a:gd name="csX15" fmla="*/ 74377 w 85001"/>
                <a:gd name="csY15" fmla="*/ 79998 h 100217"/>
                <a:gd name="csX16" fmla="*/ 29887 w 85001"/>
                <a:gd name="csY16" fmla="*/ 56990 h 100217"/>
                <a:gd name="csX17" fmla="*/ 20812 w 85001"/>
                <a:gd name="csY17" fmla="*/ 56990 h 10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5001" h="100217">
                  <a:moveTo>
                    <a:pt x="31213" y="52119"/>
                  </a:moveTo>
                  <a:cubicBezTo>
                    <a:pt x="37631" y="52119"/>
                    <a:pt x="54012" y="52562"/>
                    <a:pt x="65080" y="57206"/>
                  </a:cubicBezTo>
                  <a:cubicBezTo>
                    <a:pt x="80572" y="63847"/>
                    <a:pt x="81677" y="76895"/>
                    <a:pt x="81677" y="79998"/>
                  </a:cubicBezTo>
                  <a:cubicBezTo>
                    <a:pt x="81677" y="89727"/>
                    <a:pt x="73266" y="98799"/>
                    <a:pt x="57996" y="98799"/>
                  </a:cubicBezTo>
                  <a:cubicBezTo>
                    <a:pt x="33429" y="98799"/>
                    <a:pt x="0" y="77339"/>
                    <a:pt x="0" y="38626"/>
                  </a:cubicBezTo>
                  <a:cubicBezTo>
                    <a:pt x="0" y="16063"/>
                    <a:pt x="13061" y="-1419"/>
                    <a:pt x="34756" y="-1419"/>
                  </a:cubicBezTo>
                  <a:cubicBezTo>
                    <a:pt x="66407" y="-1419"/>
                    <a:pt x="85001" y="22032"/>
                    <a:pt x="85001" y="24690"/>
                  </a:cubicBezTo>
                  <a:cubicBezTo>
                    <a:pt x="85001" y="26016"/>
                    <a:pt x="83668" y="27564"/>
                    <a:pt x="82343" y="27564"/>
                  </a:cubicBezTo>
                  <a:cubicBezTo>
                    <a:pt x="81239" y="27564"/>
                    <a:pt x="80795" y="27119"/>
                    <a:pt x="79468" y="25350"/>
                  </a:cubicBezTo>
                  <a:cubicBezTo>
                    <a:pt x="61983" y="3453"/>
                    <a:pt x="37853" y="3453"/>
                    <a:pt x="35200" y="3453"/>
                  </a:cubicBezTo>
                  <a:cubicBezTo>
                    <a:pt x="17930" y="3453"/>
                    <a:pt x="15937" y="22032"/>
                    <a:pt x="15937" y="29112"/>
                  </a:cubicBezTo>
                  <a:cubicBezTo>
                    <a:pt x="15937" y="31770"/>
                    <a:pt x="16159" y="38626"/>
                    <a:pt x="19479" y="52119"/>
                  </a:cubicBezTo>
                  <a:lnTo>
                    <a:pt x="31213" y="52119"/>
                  </a:lnTo>
                  <a:close/>
                  <a:moveTo>
                    <a:pt x="20812" y="56990"/>
                  </a:moveTo>
                  <a:cubicBezTo>
                    <a:pt x="29442" y="90615"/>
                    <a:pt x="52241" y="93934"/>
                    <a:pt x="57996" y="93934"/>
                  </a:cubicBezTo>
                  <a:cubicBezTo>
                    <a:pt x="68400" y="93934"/>
                    <a:pt x="74377" y="87514"/>
                    <a:pt x="74377" y="79998"/>
                  </a:cubicBezTo>
                  <a:cubicBezTo>
                    <a:pt x="74377" y="56990"/>
                    <a:pt x="38957" y="56990"/>
                    <a:pt x="29887" y="56990"/>
                  </a:cubicBezTo>
                  <a:lnTo>
                    <a:pt x="20812" y="56990"/>
                  </a:lnTo>
                  <a:close/>
                </a:path>
              </a:pathLst>
            </a:custGeom>
            <a:grpFill/>
            <a:ln w="22911" cap="flat">
              <a:noFill/>
              <a:prstDash val="solid"/>
              <a:miter/>
            </a:ln>
          </p:spPr>
          <p:txBody>
            <a:bodyPr/>
            <a:lstStyle/>
            <a:p>
              <a:endParaRPr lang="en-GB"/>
            </a:p>
          </p:txBody>
        </p:sp>
        <p:sp>
          <p:nvSpPr>
            <p:cNvPr id="138" name="Freeform: Shape 137">
              <a:extLst>
                <a:ext uri="{FF2B5EF4-FFF2-40B4-BE49-F238E27FC236}">
                  <a16:creationId xmlns:a16="http://schemas.microsoft.com/office/drawing/2014/main" id="{8867BB51-5735-8EE4-BE3E-19FCA6EFD9F1}"/>
                </a:ext>
              </a:extLst>
            </p:cNvPr>
            <p:cNvSpPr/>
            <p:nvPr>
              <p:custDataLst>
                <p:tags r:id="rId31"/>
              </p:custDataLst>
            </p:nvPr>
          </p:nvSpPr>
          <p:spPr>
            <a:xfrm flipV="1">
              <a:off x="5895756" y="-12839123"/>
              <a:ext cx="147198" cy="51767"/>
            </a:xfrm>
            <a:custGeom>
              <a:avLst/>
              <a:gdLst>
                <a:gd name="csX0" fmla="*/ 139672 w 147198"/>
                <a:gd name="csY0" fmla="*/ 41499 h 51767"/>
                <a:gd name="csX1" fmla="*/ 147199 w 147198"/>
                <a:gd name="csY1" fmla="*/ 45926 h 51767"/>
                <a:gd name="csX2" fmla="*/ 139894 w 147198"/>
                <a:gd name="csY2" fmla="*/ 50348 h 51767"/>
                <a:gd name="csX3" fmla="*/ 7305 w 147198"/>
                <a:gd name="csY3" fmla="*/ 50348 h 51767"/>
                <a:gd name="csX4" fmla="*/ 0 w 147198"/>
                <a:gd name="csY4" fmla="*/ 45926 h 51767"/>
                <a:gd name="csX5" fmla="*/ 7527 w 147198"/>
                <a:gd name="csY5" fmla="*/ 41499 h 51767"/>
                <a:gd name="csX6" fmla="*/ 139672 w 147198"/>
                <a:gd name="csY6" fmla="*/ 41499 h 51767"/>
                <a:gd name="csX7" fmla="*/ 139894 w 147198"/>
                <a:gd name="csY7" fmla="*/ -1419 h 51767"/>
                <a:gd name="csX8" fmla="*/ 147199 w 147198"/>
                <a:gd name="csY8" fmla="*/ 3008 h 51767"/>
                <a:gd name="csX9" fmla="*/ 139672 w 147198"/>
                <a:gd name="csY9" fmla="*/ 7436 h 51767"/>
                <a:gd name="csX10" fmla="*/ 7527 w 147198"/>
                <a:gd name="csY10" fmla="*/ 7436 h 51767"/>
                <a:gd name="csX11" fmla="*/ 0 w 147198"/>
                <a:gd name="csY11" fmla="*/ 3008 h 51767"/>
                <a:gd name="csX12" fmla="*/ 7305 w 147198"/>
                <a:gd name="csY12" fmla="*/ -1419 h 51767"/>
                <a:gd name="csX13" fmla="*/ 139894 w 147198"/>
                <a:gd name="csY13" fmla="*/ -1419 h 51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7198" h="51767">
                  <a:moveTo>
                    <a:pt x="139672" y="41499"/>
                  </a:moveTo>
                  <a:cubicBezTo>
                    <a:pt x="142991" y="41499"/>
                    <a:pt x="147199" y="41499"/>
                    <a:pt x="147199" y="45926"/>
                  </a:cubicBezTo>
                  <a:cubicBezTo>
                    <a:pt x="147199" y="50348"/>
                    <a:pt x="142991" y="50348"/>
                    <a:pt x="139894" y="50348"/>
                  </a:cubicBezTo>
                  <a:lnTo>
                    <a:pt x="7305" y="50348"/>
                  </a:lnTo>
                  <a:cubicBezTo>
                    <a:pt x="4208" y="50348"/>
                    <a:pt x="0" y="50348"/>
                    <a:pt x="0" y="45926"/>
                  </a:cubicBezTo>
                  <a:cubicBezTo>
                    <a:pt x="0" y="41499"/>
                    <a:pt x="4208" y="41499"/>
                    <a:pt x="7527" y="41499"/>
                  </a:cubicBezTo>
                  <a:lnTo>
                    <a:pt x="139672" y="41499"/>
                  </a:lnTo>
                  <a:close/>
                  <a:moveTo>
                    <a:pt x="139894" y="-1419"/>
                  </a:moveTo>
                  <a:cubicBezTo>
                    <a:pt x="142991" y="-1419"/>
                    <a:pt x="147199" y="-1419"/>
                    <a:pt x="147199" y="3008"/>
                  </a:cubicBezTo>
                  <a:cubicBezTo>
                    <a:pt x="147199" y="7436"/>
                    <a:pt x="142991" y="7436"/>
                    <a:pt x="139672" y="7436"/>
                  </a:cubicBezTo>
                  <a:lnTo>
                    <a:pt x="7527" y="7436"/>
                  </a:lnTo>
                  <a:cubicBezTo>
                    <a:pt x="4208" y="7436"/>
                    <a:pt x="0" y="7436"/>
                    <a:pt x="0" y="3008"/>
                  </a:cubicBezTo>
                  <a:cubicBezTo>
                    <a:pt x="0" y="-1419"/>
                    <a:pt x="4208" y="-1419"/>
                    <a:pt x="7305" y="-1419"/>
                  </a:cubicBezTo>
                  <a:lnTo>
                    <a:pt x="139894" y="-1419"/>
                  </a:lnTo>
                  <a:close/>
                </a:path>
              </a:pathLst>
            </a:custGeom>
            <a:grpFill/>
            <a:ln w="22911" cap="flat">
              <a:noFill/>
              <a:prstDash val="solid"/>
              <a:miter/>
            </a:ln>
          </p:spPr>
          <p:txBody>
            <a:bodyPr/>
            <a:lstStyle/>
            <a:p>
              <a:endParaRPr lang="en-GB"/>
            </a:p>
          </p:txBody>
        </p:sp>
        <p:sp>
          <p:nvSpPr>
            <p:cNvPr id="139" name="Freeform: Shape 138">
              <a:extLst>
                <a:ext uri="{FF2B5EF4-FFF2-40B4-BE49-F238E27FC236}">
                  <a16:creationId xmlns:a16="http://schemas.microsoft.com/office/drawing/2014/main" id="{86515613-1B8D-6730-4E5F-B631FA13E9E2}"/>
                </a:ext>
              </a:extLst>
            </p:cNvPr>
            <p:cNvSpPr/>
            <p:nvPr>
              <p:custDataLst>
                <p:tags r:id="rId32"/>
              </p:custDataLst>
            </p:nvPr>
          </p:nvSpPr>
          <p:spPr>
            <a:xfrm flipV="1">
              <a:off x="6135430" y="-12817664"/>
              <a:ext cx="135241" cy="8848"/>
            </a:xfrm>
            <a:custGeom>
              <a:avLst/>
              <a:gdLst>
                <a:gd name="csX0" fmla="*/ 127492 w 135241"/>
                <a:gd name="csY0" fmla="*/ -1419 h 8848"/>
                <a:gd name="csX1" fmla="*/ 135241 w 135241"/>
                <a:gd name="csY1" fmla="*/ 3008 h 8848"/>
                <a:gd name="csX2" fmla="*/ 127492 w 135241"/>
                <a:gd name="csY2" fmla="*/ 7430 h 8848"/>
                <a:gd name="csX3" fmla="*/ 7743 w 135241"/>
                <a:gd name="csY3" fmla="*/ 7430 h 8848"/>
                <a:gd name="csX4" fmla="*/ 0 w 135241"/>
                <a:gd name="csY4" fmla="*/ 3008 h 8848"/>
                <a:gd name="csX5" fmla="*/ 7743 w 135241"/>
                <a:gd name="csY5" fmla="*/ -1419 h 8848"/>
                <a:gd name="csX6" fmla="*/ 127492 w 135241"/>
                <a:gd name="csY6" fmla="*/ -1419 h 884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5241" h="8848">
                  <a:moveTo>
                    <a:pt x="127492" y="-1419"/>
                  </a:moveTo>
                  <a:cubicBezTo>
                    <a:pt x="131255" y="-1419"/>
                    <a:pt x="135241" y="-1419"/>
                    <a:pt x="135241" y="3008"/>
                  </a:cubicBezTo>
                  <a:cubicBezTo>
                    <a:pt x="135241" y="7430"/>
                    <a:pt x="131255" y="7430"/>
                    <a:pt x="127492" y="7430"/>
                  </a:cubicBezTo>
                  <a:lnTo>
                    <a:pt x="7743" y="7430"/>
                  </a:lnTo>
                  <a:cubicBezTo>
                    <a:pt x="3979" y="7430"/>
                    <a:pt x="0" y="7430"/>
                    <a:pt x="0" y="3008"/>
                  </a:cubicBezTo>
                  <a:cubicBezTo>
                    <a:pt x="0" y="-1419"/>
                    <a:pt x="3979" y="-1419"/>
                    <a:pt x="7743" y="-1419"/>
                  </a:cubicBezTo>
                  <a:lnTo>
                    <a:pt x="127492" y="-1419"/>
                  </a:lnTo>
                  <a:close/>
                </a:path>
              </a:pathLst>
            </a:custGeom>
            <a:grpFill/>
            <a:ln w="22911" cap="flat">
              <a:noFill/>
              <a:prstDash val="solid"/>
              <a:miter/>
            </a:ln>
          </p:spPr>
          <p:txBody>
            <a:bodyPr/>
            <a:lstStyle/>
            <a:p>
              <a:endParaRPr lang="en-GB"/>
            </a:p>
          </p:txBody>
        </p:sp>
        <p:sp>
          <p:nvSpPr>
            <p:cNvPr id="140" name="Freeform: Shape 139">
              <a:extLst>
                <a:ext uri="{FF2B5EF4-FFF2-40B4-BE49-F238E27FC236}">
                  <a16:creationId xmlns:a16="http://schemas.microsoft.com/office/drawing/2014/main" id="{CD9CF4FA-670D-03DA-6AD1-D27918EA2D52}"/>
                </a:ext>
              </a:extLst>
            </p:cNvPr>
            <p:cNvSpPr/>
            <p:nvPr>
              <p:custDataLst>
                <p:tags r:id="rId33"/>
              </p:custDataLst>
            </p:nvPr>
          </p:nvSpPr>
          <p:spPr>
            <a:xfrm flipV="1">
              <a:off x="6297855" y="-12905270"/>
              <a:ext cx="93188" cy="152198"/>
            </a:xfrm>
            <a:custGeom>
              <a:avLst/>
              <a:gdLst>
                <a:gd name="csX0" fmla="*/ 93189 w 93188"/>
                <a:gd name="csY0" fmla="*/ 74235 h 152198"/>
                <a:gd name="csX1" fmla="*/ 84335 w 93188"/>
                <a:gd name="csY1" fmla="*/ 126002 h 152198"/>
                <a:gd name="csX2" fmla="*/ 46705 w 93188"/>
                <a:gd name="csY2" fmla="*/ 150778 h 152198"/>
                <a:gd name="csX3" fmla="*/ 8194 w 93188"/>
                <a:gd name="csY3" fmla="*/ 124454 h 152198"/>
                <a:gd name="csX4" fmla="*/ 0 w 93188"/>
                <a:gd name="csY4" fmla="*/ 74235 h 152198"/>
                <a:gd name="csX5" fmla="*/ 9965 w 93188"/>
                <a:gd name="csY5" fmla="*/ 20920 h 152198"/>
                <a:gd name="csX6" fmla="*/ 46483 w 93188"/>
                <a:gd name="csY6" fmla="*/ -1421 h 152198"/>
                <a:gd name="csX7" fmla="*/ 85002 w 93188"/>
                <a:gd name="csY7" fmla="*/ 24238 h 152198"/>
                <a:gd name="csX8" fmla="*/ 93189 w 93188"/>
                <a:gd name="csY8" fmla="*/ 74235 h 152198"/>
                <a:gd name="csX9" fmla="*/ 46483 w 93188"/>
                <a:gd name="csY9" fmla="*/ 3444 h 152198"/>
                <a:gd name="csX10" fmla="*/ 20804 w 93188"/>
                <a:gd name="csY10" fmla="*/ 30213 h 152198"/>
                <a:gd name="csX11" fmla="*/ 18374 w 93188"/>
                <a:gd name="csY11" fmla="*/ 76893 h 152198"/>
                <a:gd name="csX12" fmla="*/ 20145 w 93188"/>
                <a:gd name="csY12" fmla="*/ 117597 h 152198"/>
                <a:gd name="csX13" fmla="*/ 46483 w 93188"/>
                <a:gd name="csY13" fmla="*/ 145913 h 152198"/>
                <a:gd name="csX14" fmla="*/ 72600 w 93188"/>
                <a:gd name="csY14" fmla="*/ 120033 h 152198"/>
                <a:gd name="csX15" fmla="*/ 74815 w 93188"/>
                <a:gd name="csY15" fmla="*/ 76893 h 152198"/>
                <a:gd name="csX16" fmla="*/ 72384 w 93188"/>
                <a:gd name="csY16" fmla="*/ 31094 h 152198"/>
                <a:gd name="csX17" fmla="*/ 46483 w 93188"/>
                <a:gd name="csY17" fmla="*/ 3444 h 152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3188" h="152198">
                  <a:moveTo>
                    <a:pt x="93189" y="74235"/>
                  </a:moveTo>
                  <a:cubicBezTo>
                    <a:pt x="93189" y="91932"/>
                    <a:pt x="92084" y="109630"/>
                    <a:pt x="84335" y="126002"/>
                  </a:cubicBezTo>
                  <a:cubicBezTo>
                    <a:pt x="74155" y="147238"/>
                    <a:pt x="56003" y="150778"/>
                    <a:pt x="46705" y="150778"/>
                  </a:cubicBezTo>
                  <a:cubicBezTo>
                    <a:pt x="33421" y="150778"/>
                    <a:pt x="17263" y="145032"/>
                    <a:pt x="8194" y="124454"/>
                  </a:cubicBezTo>
                  <a:cubicBezTo>
                    <a:pt x="1111" y="109192"/>
                    <a:pt x="0" y="91932"/>
                    <a:pt x="0" y="74235"/>
                  </a:cubicBezTo>
                  <a:cubicBezTo>
                    <a:pt x="0" y="57647"/>
                    <a:pt x="889" y="37736"/>
                    <a:pt x="9965" y="20920"/>
                  </a:cubicBezTo>
                  <a:cubicBezTo>
                    <a:pt x="19478" y="3000"/>
                    <a:pt x="35637" y="-1421"/>
                    <a:pt x="46483" y="-1421"/>
                  </a:cubicBezTo>
                  <a:cubicBezTo>
                    <a:pt x="58434" y="-1421"/>
                    <a:pt x="75259" y="3222"/>
                    <a:pt x="85002" y="24238"/>
                  </a:cubicBezTo>
                  <a:cubicBezTo>
                    <a:pt x="92084" y="39506"/>
                    <a:pt x="93189" y="56759"/>
                    <a:pt x="93189" y="74235"/>
                  </a:cubicBezTo>
                  <a:close/>
                  <a:moveTo>
                    <a:pt x="46483" y="3444"/>
                  </a:moveTo>
                  <a:cubicBezTo>
                    <a:pt x="37852" y="3444"/>
                    <a:pt x="24790" y="8976"/>
                    <a:pt x="20804" y="30213"/>
                  </a:cubicBezTo>
                  <a:cubicBezTo>
                    <a:pt x="18374" y="43489"/>
                    <a:pt x="18374" y="63838"/>
                    <a:pt x="18374" y="76893"/>
                  </a:cubicBezTo>
                  <a:cubicBezTo>
                    <a:pt x="18374" y="91051"/>
                    <a:pt x="18374" y="105653"/>
                    <a:pt x="20145" y="117597"/>
                  </a:cubicBezTo>
                  <a:cubicBezTo>
                    <a:pt x="24353" y="143921"/>
                    <a:pt x="40949" y="145913"/>
                    <a:pt x="46483" y="145913"/>
                  </a:cubicBezTo>
                  <a:cubicBezTo>
                    <a:pt x="53789" y="145913"/>
                    <a:pt x="68399" y="141929"/>
                    <a:pt x="72600" y="120033"/>
                  </a:cubicBezTo>
                  <a:cubicBezTo>
                    <a:pt x="74815" y="107645"/>
                    <a:pt x="74815" y="90829"/>
                    <a:pt x="74815" y="76893"/>
                  </a:cubicBezTo>
                  <a:cubicBezTo>
                    <a:pt x="74815" y="60299"/>
                    <a:pt x="74815" y="45259"/>
                    <a:pt x="72384" y="31094"/>
                  </a:cubicBezTo>
                  <a:cubicBezTo>
                    <a:pt x="69058" y="10080"/>
                    <a:pt x="56448" y="3444"/>
                    <a:pt x="46483" y="3444"/>
                  </a:cubicBezTo>
                  <a:close/>
                </a:path>
              </a:pathLst>
            </a:custGeom>
            <a:grpFill/>
            <a:ln w="22911" cap="flat">
              <a:noFill/>
              <a:prstDash val="solid"/>
              <a:miter/>
            </a:ln>
          </p:spPr>
          <p:txBody>
            <a:bodyPr/>
            <a:lstStyle/>
            <a:p>
              <a:endParaRPr lang="en-GB"/>
            </a:p>
          </p:txBody>
        </p:sp>
        <p:sp>
          <p:nvSpPr>
            <p:cNvPr id="141" name="Freeform: Shape 140">
              <a:extLst>
                <a:ext uri="{FF2B5EF4-FFF2-40B4-BE49-F238E27FC236}">
                  <a16:creationId xmlns:a16="http://schemas.microsoft.com/office/drawing/2014/main" id="{E950C97E-09C0-4476-D684-02A4B7BCC4A4}"/>
                </a:ext>
              </a:extLst>
            </p:cNvPr>
            <p:cNvSpPr/>
            <p:nvPr>
              <p:custDataLst>
                <p:tags r:id="rId34"/>
              </p:custDataLst>
            </p:nvPr>
          </p:nvSpPr>
          <p:spPr>
            <a:xfrm flipV="1">
              <a:off x="6418961" y="-12781388"/>
              <a:ext cx="23463" cy="23451"/>
            </a:xfrm>
            <a:custGeom>
              <a:avLst/>
              <a:gdLst>
                <a:gd name="csX0" fmla="*/ 23464 w 23463"/>
                <a:gd name="csY0" fmla="*/ 10307 h 23451"/>
                <a:gd name="csX1" fmla="*/ 11735 w 23463"/>
                <a:gd name="csY1" fmla="*/ 22036 h 23451"/>
                <a:gd name="csX2" fmla="*/ 0 w 23463"/>
                <a:gd name="csY2" fmla="*/ 10307 h 23451"/>
                <a:gd name="csX3" fmla="*/ 11735 w 23463"/>
                <a:gd name="csY3" fmla="*/ -1415 h 23451"/>
                <a:gd name="csX4" fmla="*/ 23464 w 23463"/>
                <a:gd name="csY4" fmla="*/ 10307 h 23451"/>
              </a:gdLst>
              <a:ahLst/>
              <a:cxnLst>
                <a:cxn ang="0">
                  <a:pos x="csX0" y="csY0"/>
                </a:cxn>
                <a:cxn ang="0">
                  <a:pos x="csX1" y="csY1"/>
                </a:cxn>
                <a:cxn ang="0">
                  <a:pos x="csX2" y="csY2"/>
                </a:cxn>
                <a:cxn ang="0">
                  <a:pos x="csX3" y="csY3"/>
                </a:cxn>
                <a:cxn ang="0">
                  <a:pos x="csX4" y="csY4"/>
                </a:cxn>
              </a:cxnLst>
              <a:rect l="l" t="t" r="r" b="b"/>
              <a:pathLst>
                <a:path w="23463" h="23451">
                  <a:moveTo>
                    <a:pt x="23464" y="10307"/>
                  </a:moveTo>
                  <a:cubicBezTo>
                    <a:pt x="23464" y="16727"/>
                    <a:pt x="18151" y="22036"/>
                    <a:pt x="11735" y="22036"/>
                  </a:cubicBezTo>
                  <a:cubicBezTo>
                    <a:pt x="5312" y="22036"/>
                    <a:pt x="0" y="16727"/>
                    <a:pt x="0" y="10307"/>
                  </a:cubicBezTo>
                  <a:cubicBezTo>
                    <a:pt x="0" y="3894"/>
                    <a:pt x="5312" y="-1415"/>
                    <a:pt x="11735" y="-1415"/>
                  </a:cubicBezTo>
                  <a:cubicBezTo>
                    <a:pt x="18151" y="-1415"/>
                    <a:pt x="23464" y="3894"/>
                    <a:pt x="23464" y="10307"/>
                  </a:cubicBezTo>
                  <a:close/>
                </a:path>
              </a:pathLst>
            </a:custGeom>
            <a:grpFill/>
            <a:ln w="22911" cap="flat">
              <a:noFill/>
              <a:prstDash val="solid"/>
              <a:miter/>
            </a:ln>
          </p:spPr>
          <p:txBody>
            <a:bodyPr/>
            <a:lstStyle/>
            <a:p>
              <a:endParaRPr lang="en-GB"/>
            </a:p>
          </p:txBody>
        </p:sp>
        <p:sp>
          <p:nvSpPr>
            <p:cNvPr id="144" name="Freeform: Shape 143">
              <a:extLst>
                <a:ext uri="{FF2B5EF4-FFF2-40B4-BE49-F238E27FC236}">
                  <a16:creationId xmlns:a16="http://schemas.microsoft.com/office/drawing/2014/main" id="{2A6E58BD-3D91-E6DB-C3DD-81C85D2E7B6F}"/>
                </a:ext>
              </a:extLst>
            </p:cNvPr>
            <p:cNvSpPr/>
            <p:nvPr>
              <p:custDataLst>
                <p:tags r:id="rId35"/>
              </p:custDataLst>
            </p:nvPr>
          </p:nvSpPr>
          <p:spPr>
            <a:xfrm flipV="1">
              <a:off x="6470709" y="-12905270"/>
              <a:ext cx="91855" cy="152198"/>
            </a:xfrm>
            <a:custGeom>
              <a:avLst/>
              <a:gdLst>
                <a:gd name="csX0" fmla="*/ 71933 w 91855"/>
                <a:gd name="csY0" fmla="*/ 73797 h 152198"/>
                <a:gd name="csX1" fmla="*/ 71933 w 91855"/>
                <a:gd name="csY1" fmla="*/ 66718 h 152198"/>
                <a:gd name="csX2" fmla="*/ 36081 w 91855"/>
                <a:gd name="csY2" fmla="*/ 4770 h 152198"/>
                <a:gd name="csX3" fmla="*/ 14388 w 91855"/>
                <a:gd name="csY3" fmla="*/ 12738 h 152198"/>
                <a:gd name="csX4" fmla="*/ 25894 w 91855"/>
                <a:gd name="csY4" fmla="*/ 22912 h 152198"/>
                <a:gd name="csX5" fmla="*/ 15714 w 91855"/>
                <a:gd name="csY5" fmla="*/ 33087 h 152198"/>
                <a:gd name="csX6" fmla="*/ 5535 w 91855"/>
                <a:gd name="csY6" fmla="*/ 22468 h 152198"/>
                <a:gd name="csX7" fmla="*/ 36296 w 91855"/>
                <a:gd name="csY7" fmla="*/ -1421 h 152198"/>
                <a:gd name="csX8" fmla="*/ 91855 w 91855"/>
                <a:gd name="csY8" fmla="*/ 76226 h 152198"/>
                <a:gd name="csX9" fmla="*/ 46705 w 91855"/>
                <a:gd name="csY9" fmla="*/ 150778 h 152198"/>
                <a:gd name="csX10" fmla="*/ 14166 w 91855"/>
                <a:gd name="csY10" fmla="*/ 136842 h 152198"/>
                <a:gd name="csX11" fmla="*/ 0 w 91855"/>
                <a:gd name="csY11" fmla="*/ 101003 h 152198"/>
                <a:gd name="csX12" fmla="*/ 44268 w 91855"/>
                <a:gd name="csY12" fmla="*/ 51672 h 152198"/>
                <a:gd name="csX13" fmla="*/ 71933 w 91855"/>
                <a:gd name="csY13" fmla="*/ 73797 h 152198"/>
                <a:gd name="csX14" fmla="*/ 44490 w 91855"/>
                <a:gd name="csY14" fmla="*/ 56759 h 152198"/>
                <a:gd name="csX15" fmla="*/ 23901 w 91855"/>
                <a:gd name="csY15" fmla="*/ 70695 h 152198"/>
                <a:gd name="csX16" fmla="*/ 19923 w 91855"/>
                <a:gd name="csY16" fmla="*/ 100781 h 152198"/>
                <a:gd name="csX17" fmla="*/ 24568 w 91855"/>
                <a:gd name="csY17" fmla="*/ 131311 h 152198"/>
                <a:gd name="csX18" fmla="*/ 46705 w 91855"/>
                <a:gd name="csY18" fmla="*/ 145247 h 152198"/>
                <a:gd name="csX19" fmla="*/ 67954 w 91855"/>
                <a:gd name="csY19" fmla="*/ 127772 h 152198"/>
                <a:gd name="csX20" fmla="*/ 71495 w 91855"/>
                <a:gd name="csY20" fmla="*/ 96582 h 152198"/>
                <a:gd name="csX21" fmla="*/ 44490 w 91855"/>
                <a:gd name="csY21" fmla="*/ 56759 h 152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1855" h="152198">
                  <a:moveTo>
                    <a:pt x="71933" y="73797"/>
                  </a:moveTo>
                  <a:lnTo>
                    <a:pt x="71933" y="66718"/>
                  </a:lnTo>
                  <a:cubicBezTo>
                    <a:pt x="71933" y="14951"/>
                    <a:pt x="48913" y="4770"/>
                    <a:pt x="36081" y="4770"/>
                  </a:cubicBezTo>
                  <a:cubicBezTo>
                    <a:pt x="32317" y="4770"/>
                    <a:pt x="20360" y="5215"/>
                    <a:pt x="14388" y="12738"/>
                  </a:cubicBezTo>
                  <a:cubicBezTo>
                    <a:pt x="24124" y="12738"/>
                    <a:pt x="25894" y="19151"/>
                    <a:pt x="25894" y="22912"/>
                  </a:cubicBezTo>
                  <a:cubicBezTo>
                    <a:pt x="25894" y="29768"/>
                    <a:pt x="20582" y="33087"/>
                    <a:pt x="15714" y="33087"/>
                  </a:cubicBezTo>
                  <a:cubicBezTo>
                    <a:pt x="12173" y="33087"/>
                    <a:pt x="5535" y="31094"/>
                    <a:pt x="5535" y="22468"/>
                  </a:cubicBezTo>
                  <a:cubicBezTo>
                    <a:pt x="5535" y="7650"/>
                    <a:pt x="17485" y="-1421"/>
                    <a:pt x="36296" y="-1421"/>
                  </a:cubicBezTo>
                  <a:cubicBezTo>
                    <a:pt x="64850" y="-1421"/>
                    <a:pt x="91855" y="28665"/>
                    <a:pt x="91855" y="76226"/>
                  </a:cubicBezTo>
                  <a:cubicBezTo>
                    <a:pt x="91855" y="135738"/>
                    <a:pt x="66405" y="150778"/>
                    <a:pt x="46705" y="150778"/>
                  </a:cubicBezTo>
                  <a:cubicBezTo>
                    <a:pt x="34526" y="150778"/>
                    <a:pt x="23686" y="146802"/>
                    <a:pt x="14166" y="136842"/>
                  </a:cubicBezTo>
                  <a:cubicBezTo>
                    <a:pt x="5090" y="126889"/>
                    <a:pt x="0" y="117597"/>
                    <a:pt x="0" y="101003"/>
                  </a:cubicBezTo>
                  <a:cubicBezTo>
                    <a:pt x="0" y="73353"/>
                    <a:pt x="19478" y="51672"/>
                    <a:pt x="44268" y="51672"/>
                  </a:cubicBezTo>
                  <a:cubicBezTo>
                    <a:pt x="57767" y="51672"/>
                    <a:pt x="66843" y="60965"/>
                    <a:pt x="71933" y="73797"/>
                  </a:cubicBezTo>
                  <a:close/>
                  <a:moveTo>
                    <a:pt x="44490" y="56759"/>
                  </a:moveTo>
                  <a:cubicBezTo>
                    <a:pt x="40949" y="56759"/>
                    <a:pt x="30769" y="56759"/>
                    <a:pt x="23901" y="70695"/>
                  </a:cubicBezTo>
                  <a:cubicBezTo>
                    <a:pt x="19923" y="78884"/>
                    <a:pt x="19923" y="89941"/>
                    <a:pt x="19923" y="100781"/>
                  </a:cubicBezTo>
                  <a:cubicBezTo>
                    <a:pt x="19923" y="112732"/>
                    <a:pt x="19923" y="123128"/>
                    <a:pt x="24568" y="131311"/>
                  </a:cubicBezTo>
                  <a:cubicBezTo>
                    <a:pt x="30547" y="142373"/>
                    <a:pt x="38956" y="145247"/>
                    <a:pt x="46705" y="145247"/>
                  </a:cubicBezTo>
                  <a:cubicBezTo>
                    <a:pt x="56885" y="145247"/>
                    <a:pt x="64190" y="137731"/>
                    <a:pt x="67954" y="127772"/>
                  </a:cubicBezTo>
                  <a:cubicBezTo>
                    <a:pt x="70607" y="120692"/>
                    <a:pt x="71495" y="106756"/>
                    <a:pt x="71495" y="96582"/>
                  </a:cubicBezTo>
                  <a:cubicBezTo>
                    <a:pt x="71495" y="78218"/>
                    <a:pt x="63968" y="56759"/>
                    <a:pt x="44490" y="56759"/>
                  </a:cubicBezTo>
                  <a:close/>
                </a:path>
              </a:pathLst>
            </a:custGeom>
            <a:grpFill/>
            <a:ln w="22911" cap="flat">
              <a:noFill/>
              <a:prstDash val="solid"/>
              <a:miter/>
            </a:ln>
          </p:spPr>
          <p:txBody>
            <a:bodyPr/>
            <a:lstStyle/>
            <a:p>
              <a:endParaRPr lang="en-GB"/>
            </a:p>
          </p:txBody>
        </p:sp>
        <p:sp>
          <p:nvSpPr>
            <p:cNvPr id="175" name="Freeform: Shape 174">
              <a:extLst>
                <a:ext uri="{FF2B5EF4-FFF2-40B4-BE49-F238E27FC236}">
                  <a16:creationId xmlns:a16="http://schemas.microsoft.com/office/drawing/2014/main" id="{13233CE1-619D-EA76-D39D-BC215255F970}"/>
                </a:ext>
              </a:extLst>
            </p:cNvPr>
            <p:cNvSpPr/>
            <p:nvPr>
              <p:custDataLst>
                <p:tags r:id="rId36"/>
              </p:custDataLst>
            </p:nvPr>
          </p:nvSpPr>
          <p:spPr>
            <a:xfrm flipV="1">
              <a:off x="6633623" y="-12886913"/>
              <a:ext cx="147197" cy="147341"/>
            </a:xfrm>
            <a:custGeom>
              <a:avLst/>
              <a:gdLst>
                <a:gd name="csX0" fmla="*/ 78133 w 147197"/>
                <a:gd name="csY0" fmla="*/ 67824 h 147341"/>
                <a:gd name="csX1" fmla="*/ 139894 w 147197"/>
                <a:gd name="csY1" fmla="*/ 67824 h 147341"/>
                <a:gd name="csX2" fmla="*/ 147198 w 147197"/>
                <a:gd name="csY2" fmla="*/ 72252 h 147341"/>
                <a:gd name="csX3" fmla="*/ 139894 w 147197"/>
                <a:gd name="csY3" fmla="*/ 76673 h 147341"/>
                <a:gd name="csX4" fmla="*/ 78133 w 147197"/>
                <a:gd name="csY4" fmla="*/ 76673 h 147341"/>
                <a:gd name="csX5" fmla="*/ 78133 w 147197"/>
                <a:gd name="csY5" fmla="*/ 138621 h 147341"/>
                <a:gd name="csX6" fmla="*/ 73711 w 147197"/>
                <a:gd name="csY6" fmla="*/ 145922 h 147341"/>
                <a:gd name="csX7" fmla="*/ 69281 w 147197"/>
                <a:gd name="csY7" fmla="*/ 138621 h 147341"/>
                <a:gd name="csX8" fmla="*/ 69281 w 147197"/>
                <a:gd name="csY8" fmla="*/ 76673 h 147341"/>
                <a:gd name="csX9" fmla="*/ 7305 w 147197"/>
                <a:gd name="csY9" fmla="*/ 76673 h 147341"/>
                <a:gd name="csX10" fmla="*/ 0 w 147197"/>
                <a:gd name="csY10" fmla="*/ 72252 h 147341"/>
                <a:gd name="csX11" fmla="*/ 7305 w 147197"/>
                <a:gd name="csY11" fmla="*/ 67824 h 147341"/>
                <a:gd name="csX12" fmla="*/ 69281 w 147197"/>
                <a:gd name="csY12" fmla="*/ 67824 h 147341"/>
                <a:gd name="csX13" fmla="*/ 69281 w 147197"/>
                <a:gd name="csY13" fmla="*/ 5883 h 147341"/>
                <a:gd name="csX14" fmla="*/ 73711 w 147197"/>
                <a:gd name="csY14" fmla="*/ -1419 h 147341"/>
                <a:gd name="csX15" fmla="*/ 78133 w 147197"/>
                <a:gd name="csY15" fmla="*/ 5883 h 147341"/>
                <a:gd name="csX16" fmla="*/ 78133 w 147197"/>
                <a:gd name="csY16" fmla="*/ 67824 h 1473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47197" h="147341">
                  <a:moveTo>
                    <a:pt x="78133" y="67824"/>
                  </a:moveTo>
                  <a:lnTo>
                    <a:pt x="139894" y="67824"/>
                  </a:lnTo>
                  <a:cubicBezTo>
                    <a:pt x="142991" y="67824"/>
                    <a:pt x="147198" y="67824"/>
                    <a:pt x="147198" y="72252"/>
                  </a:cubicBezTo>
                  <a:cubicBezTo>
                    <a:pt x="147198" y="76673"/>
                    <a:pt x="142991" y="76673"/>
                    <a:pt x="139894" y="76673"/>
                  </a:cubicBezTo>
                  <a:lnTo>
                    <a:pt x="78133" y="76673"/>
                  </a:lnTo>
                  <a:lnTo>
                    <a:pt x="78133" y="138621"/>
                  </a:lnTo>
                  <a:cubicBezTo>
                    <a:pt x="78133" y="141716"/>
                    <a:pt x="78133" y="145922"/>
                    <a:pt x="73711" y="145922"/>
                  </a:cubicBezTo>
                  <a:cubicBezTo>
                    <a:pt x="69281" y="145922"/>
                    <a:pt x="69281" y="141716"/>
                    <a:pt x="69281" y="138621"/>
                  </a:cubicBezTo>
                  <a:lnTo>
                    <a:pt x="69281" y="76673"/>
                  </a:lnTo>
                  <a:lnTo>
                    <a:pt x="7305" y="76673"/>
                  </a:lnTo>
                  <a:cubicBezTo>
                    <a:pt x="4208" y="76673"/>
                    <a:pt x="0" y="76673"/>
                    <a:pt x="0" y="72252"/>
                  </a:cubicBezTo>
                  <a:cubicBezTo>
                    <a:pt x="0" y="67824"/>
                    <a:pt x="4208" y="67824"/>
                    <a:pt x="7305" y="67824"/>
                  </a:cubicBezTo>
                  <a:lnTo>
                    <a:pt x="69281" y="67824"/>
                  </a:lnTo>
                  <a:lnTo>
                    <a:pt x="69281" y="5883"/>
                  </a:lnTo>
                  <a:cubicBezTo>
                    <a:pt x="69281" y="2787"/>
                    <a:pt x="69281" y="-1419"/>
                    <a:pt x="73711" y="-1419"/>
                  </a:cubicBezTo>
                  <a:cubicBezTo>
                    <a:pt x="78133" y="-1419"/>
                    <a:pt x="78133" y="2787"/>
                    <a:pt x="78133" y="5883"/>
                  </a:cubicBezTo>
                  <a:lnTo>
                    <a:pt x="78133" y="67824"/>
                  </a:lnTo>
                  <a:close/>
                </a:path>
              </a:pathLst>
            </a:custGeom>
            <a:grpFill/>
            <a:ln w="22911" cap="flat">
              <a:noFill/>
              <a:prstDash val="solid"/>
              <a:miter/>
            </a:ln>
          </p:spPr>
          <p:txBody>
            <a:bodyPr/>
            <a:lstStyle/>
            <a:p>
              <a:endParaRPr lang="en-GB"/>
            </a:p>
          </p:txBody>
        </p:sp>
        <p:sp>
          <p:nvSpPr>
            <p:cNvPr id="176" name="Freeform: Shape 175">
              <a:extLst>
                <a:ext uri="{FF2B5EF4-FFF2-40B4-BE49-F238E27FC236}">
                  <a16:creationId xmlns:a16="http://schemas.microsoft.com/office/drawing/2014/main" id="{70E92FE3-52CE-A391-8AFC-95396E4795FF}"/>
                </a:ext>
              </a:extLst>
            </p:cNvPr>
            <p:cNvSpPr/>
            <p:nvPr>
              <p:custDataLst>
                <p:tags r:id="rId37"/>
              </p:custDataLst>
            </p:nvPr>
          </p:nvSpPr>
          <p:spPr>
            <a:xfrm flipV="1">
              <a:off x="6850956" y="-12905270"/>
              <a:ext cx="93187" cy="152198"/>
            </a:xfrm>
            <a:custGeom>
              <a:avLst/>
              <a:gdLst>
                <a:gd name="csX0" fmla="*/ 93187 w 93187"/>
                <a:gd name="csY0" fmla="*/ 74235 h 152198"/>
                <a:gd name="csX1" fmla="*/ 84335 w 93187"/>
                <a:gd name="csY1" fmla="*/ 126002 h 152198"/>
                <a:gd name="csX2" fmla="*/ 46706 w 93187"/>
                <a:gd name="csY2" fmla="*/ 150778 h 152198"/>
                <a:gd name="csX3" fmla="*/ 8193 w 93187"/>
                <a:gd name="csY3" fmla="*/ 124454 h 152198"/>
                <a:gd name="csX4" fmla="*/ 0 w 93187"/>
                <a:gd name="csY4" fmla="*/ 74235 h 152198"/>
                <a:gd name="csX5" fmla="*/ 9964 w 93187"/>
                <a:gd name="csY5" fmla="*/ 20920 h 152198"/>
                <a:gd name="csX6" fmla="*/ 46484 w 93187"/>
                <a:gd name="csY6" fmla="*/ -1421 h 152198"/>
                <a:gd name="csX7" fmla="*/ 85001 w 93187"/>
                <a:gd name="csY7" fmla="*/ 24238 h 152198"/>
                <a:gd name="csX8" fmla="*/ 93187 w 93187"/>
                <a:gd name="csY8" fmla="*/ 74235 h 152198"/>
                <a:gd name="csX9" fmla="*/ 46484 w 93187"/>
                <a:gd name="csY9" fmla="*/ 3444 h 152198"/>
                <a:gd name="csX10" fmla="*/ 20803 w 93187"/>
                <a:gd name="csY10" fmla="*/ 30213 h 152198"/>
                <a:gd name="csX11" fmla="*/ 18374 w 93187"/>
                <a:gd name="csY11" fmla="*/ 76893 h 152198"/>
                <a:gd name="csX12" fmla="*/ 20145 w 93187"/>
                <a:gd name="csY12" fmla="*/ 117597 h 152198"/>
                <a:gd name="csX13" fmla="*/ 46484 w 93187"/>
                <a:gd name="csY13" fmla="*/ 145913 h 152198"/>
                <a:gd name="csX14" fmla="*/ 72600 w 93187"/>
                <a:gd name="csY14" fmla="*/ 120033 h 152198"/>
                <a:gd name="csX15" fmla="*/ 74815 w 93187"/>
                <a:gd name="csY15" fmla="*/ 76893 h 152198"/>
                <a:gd name="csX16" fmla="*/ 72384 w 93187"/>
                <a:gd name="csY16" fmla="*/ 31094 h 152198"/>
                <a:gd name="csX17" fmla="*/ 46484 w 93187"/>
                <a:gd name="csY17" fmla="*/ 3444 h 152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3187" h="152198">
                  <a:moveTo>
                    <a:pt x="93187" y="74235"/>
                  </a:moveTo>
                  <a:cubicBezTo>
                    <a:pt x="93187" y="91932"/>
                    <a:pt x="92085" y="109630"/>
                    <a:pt x="84335" y="126002"/>
                  </a:cubicBezTo>
                  <a:cubicBezTo>
                    <a:pt x="74155" y="147238"/>
                    <a:pt x="56003" y="150778"/>
                    <a:pt x="46706" y="150778"/>
                  </a:cubicBezTo>
                  <a:cubicBezTo>
                    <a:pt x="33422" y="150778"/>
                    <a:pt x="17263" y="145032"/>
                    <a:pt x="8193" y="124454"/>
                  </a:cubicBezTo>
                  <a:cubicBezTo>
                    <a:pt x="1111" y="109192"/>
                    <a:pt x="0" y="91932"/>
                    <a:pt x="0" y="74235"/>
                  </a:cubicBezTo>
                  <a:cubicBezTo>
                    <a:pt x="0" y="57647"/>
                    <a:pt x="889" y="37736"/>
                    <a:pt x="9964" y="20920"/>
                  </a:cubicBezTo>
                  <a:cubicBezTo>
                    <a:pt x="19479" y="3000"/>
                    <a:pt x="35635" y="-1421"/>
                    <a:pt x="46484" y="-1421"/>
                  </a:cubicBezTo>
                  <a:cubicBezTo>
                    <a:pt x="58434" y="-1421"/>
                    <a:pt x="75260" y="3222"/>
                    <a:pt x="85001" y="24238"/>
                  </a:cubicBezTo>
                  <a:cubicBezTo>
                    <a:pt x="92085" y="39506"/>
                    <a:pt x="93187" y="56759"/>
                    <a:pt x="93187" y="74235"/>
                  </a:cubicBezTo>
                  <a:close/>
                  <a:moveTo>
                    <a:pt x="46484" y="3444"/>
                  </a:moveTo>
                  <a:cubicBezTo>
                    <a:pt x="37851" y="3444"/>
                    <a:pt x="24790" y="8976"/>
                    <a:pt x="20803" y="30213"/>
                  </a:cubicBezTo>
                  <a:cubicBezTo>
                    <a:pt x="18374" y="43489"/>
                    <a:pt x="18374" y="63838"/>
                    <a:pt x="18374" y="76893"/>
                  </a:cubicBezTo>
                  <a:cubicBezTo>
                    <a:pt x="18374" y="91051"/>
                    <a:pt x="18374" y="105653"/>
                    <a:pt x="20145" y="117597"/>
                  </a:cubicBezTo>
                  <a:cubicBezTo>
                    <a:pt x="24352" y="143921"/>
                    <a:pt x="40949" y="145913"/>
                    <a:pt x="46484" y="145913"/>
                  </a:cubicBezTo>
                  <a:cubicBezTo>
                    <a:pt x="53788" y="145913"/>
                    <a:pt x="68398" y="141929"/>
                    <a:pt x="72600" y="120033"/>
                  </a:cubicBezTo>
                  <a:cubicBezTo>
                    <a:pt x="74815" y="107645"/>
                    <a:pt x="74815" y="90829"/>
                    <a:pt x="74815" y="76893"/>
                  </a:cubicBezTo>
                  <a:cubicBezTo>
                    <a:pt x="74815" y="60299"/>
                    <a:pt x="74815" y="45259"/>
                    <a:pt x="72384" y="31094"/>
                  </a:cubicBezTo>
                  <a:cubicBezTo>
                    <a:pt x="69058" y="10080"/>
                    <a:pt x="56447" y="3444"/>
                    <a:pt x="46484" y="3444"/>
                  </a:cubicBezTo>
                  <a:close/>
                </a:path>
              </a:pathLst>
            </a:custGeom>
            <a:grpFill/>
            <a:ln w="22911" cap="flat">
              <a:noFill/>
              <a:prstDash val="solid"/>
              <a:miter/>
            </a:ln>
          </p:spPr>
          <p:txBody>
            <a:bodyPr/>
            <a:lstStyle/>
            <a:p>
              <a:endParaRPr lang="en-GB"/>
            </a:p>
          </p:txBody>
        </p:sp>
        <p:sp>
          <p:nvSpPr>
            <p:cNvPr id="177" name="Freeform: Shape 176">
              <a:extLst>
                <a:ext uri="{FF2B5EF4-FFF2-40B4-BE49-F238E27FC236}">
                  <a16:creationId xmlns:a16="http://schemas.microsoft.com/office/drawing/2014/main" id="{FB83F201-6E3F-20A3-AB13-E78FBC11603A}"/>
                </a:ext>
              </a:extLst>
            </p:cNvPr>
            <p:cNvSpPr/>
            <p:nvPr>
              <p:custDataLst>
                <p:tags r:id="rId38"/>
              </p:custDataLst>
            </p:nvPr>
          </p:nvSpPr>
          <p:spPr>
            <a:xfrm flipV="1">
              <a:off x="6972392" y="-12781388"/>
              <a:ext cx="23463" cy="23451"/>
            </a:xfrm>
            <a:custGeom>
              <a:avLst/>
              <a:gdLst>
                <a:gd name="csX0" fmla="*/ 23464 w 23463"/>
                <a:gd name="csY0" fmla="*/ 10307 h 23451"/>
                <a:gd name="csX1" fmla="*/ 11735 w 23463"/>
                <a:gd name="csY1" fmla="*/ 22036 h 23451"/>
                <a:gd name="csX2" fmla="*/ 0 w 23463"/>
                <a:gd name="csY2" fmla="*/ 10307 h 23451"/>
                <a:gd name="csX3" fmla="*/ 11735 w 23463"/>
                <a:gd name="csY3" fmla="*/ -1415 h 23451"/>
                <a:gd name="csX4" fmla="*/ 23464 w 23463"/>
                <a:gd name="csY4" fmla="*/ 10307 h 23451"/>
              </a:gdLst>
              <a:ahLst/>
              <a:cxnLst>
                <a:cxn ang="0">
                  <a:pos x="csX0" y="csY0"/>
                </a:cxn>
                <a:cxn ang="0">
                  <a:pos x="csX1" y="csY1"/>
                </a:cxn>
                <a:cxn ang="0">
                  <a:pos x="csX2" y="csY2"/>
                </a:cxn>
                <a:cxn ang="0">
                  <a:pos x="csX3" y="csY3"/>
                </a:cxn>
                <a:cxn ang="0">
                  <a:pos x="csX4" y="csY4"/>
                </a:cxn>
              </a:cxnLst>
              <a:rect l="l" t="t" r="r" b="b"/>
              <a:pathLst>
                <a:path w="23463" h="23451">
                  <a:moveTo>
                    <a:pt x="23464" y="10307"/>
                  </a:moveTo>
                  <a:cubicBezTo>
                    <a:pt x="23464" y="16727"/>
                    <a:pt x="18152" y="22036"/>
                    <a:pt x="11735" y="22036"/>
                  </a:cubicBezTo>
                  <a:cubicBezTo>
                    <a:pt x="5312" y="22036"/>
                    <a:pt x="0" y="16727"/>
                    <a:pt x="0" y="10307"/>
                  </a:cubicBezTo>
                  <a:cubicBezTo>
                    <a:pt x="0" y="3894"/>
                    <a:pt x="5312" y="-1415"/>
                    <a:pt x="11735" y="-1415"/>
                  </a:cubicBezTo>
                  <a:cubicBezTo>
                    <a:pt x="18152" y="-1415"/>
                    <a:pt x="23464" y="3894"/>
                    <a:pt x="23464" y="10307"/>
                  </a:cubicBezTo>
                  <a:close/>
                </a:path>
              </a:pathLst>
            </a:custGeom>
            <a:grpFill/>
            <a:ln w="22911" cap="flat">
              <a:noFill/>
              <a:prstDash val="solid"/>
              <a:miter/>
            </a:ln>
          </p:spPr>
          <p:txBody>
            <a:bodyPr/>
            <a:lstStyle/>
            <a:p>
              <a:endParaRPr lang="en-GB"/>
            </a:p>
          </p:txBody>
        </p:sp>
        <p:sp>
          <p:nvSpPr>
            <p:cNvPr id="178" name="Freeform: Shape 177">
              <a:extLst>
                <a:ext uri="{FF2B5EF4-FFF2-40B4-BE49-F238E27FC236}">
                  <a16:creationId xmlns:a16="http://schemas.microsoft.com/office/drawing/2014/main" id="{111AC8CC-B02C-64BE-27D4-E99F5D42BF70}"/>
                </a:ext>
              </a:extLst>
            </p:cNvPr>
            <p:cNvSpPr/>
            <p:nvPr>
              <p:custDataLst>
                <p:tags r:id="rId39"/>
              </p:custDataLst>
            </p:nvPr>
          </p:nvSpPr>
          <p:spPr>
            <a:xfrm flipV="1">
              <a:off x="7025935" y="-12907707"/>
              <a:ext cx="203875" cy="154635"/>
            </a:xfrm>
            <a:custGeom>
              <a:avLst/>
              <a:gdLst>
                <a:gd name="csX0" fmla="*/ 88314 w 203875"/>
                <a:gd name="csY0" fmla="*/ 47910 h 154635"/>
                <a:gd name="csX1" fmla="*/ 46261 w 203875"/>
                <a:gd name="csY1" fmla="*/ 96360 h 154635"/>
                <a:gd name="csX2" fmla="*/ 18152 w 203875"/>
                <a:gd name="csY2" fmla="*/ 85076 h 154635"/>
                <a:gd name="csX3" fmla="*/ 18152 w 203875"/>
                <a:gd name="csY3" fmla="*/ 128215 h 154635"/>
                <a:gd name="csX4" fmla="*/ 36963 w 203875"/>
                <a:gd name="csY4" fmla="*/ 125343 h 154635"/>
                <a:gd name="csX5" fmla="*/ 79682 w 203875"/>
                <a:gd name="csY5" fmla="*/ 148350 h 154635"/>
                <a:gd name="csX6" fmla="*/ 77467 w 203875"/>
                <a:gd name="csY6" fmla="*/ 150778 h 154635"/>
                <a:gd name="csX7" fmla="*/ 75697 w 203875"/>
                <a:gd name="csY7" fmla="*/ 150119 h 154635"/>
                <a:gd name="csX8" fmla="*/ 45594 w 203875"/>
                <a:gd name="csY8" fmla="*/ 143699 h 154635"/>
                <a:gd name="csX9" fmla="*/ 16159 w 203875"/>
                <a:gd name="csY9" fmla="*/ 149896 h 154635"/>
                <a:gd name="csX10" fmla="*/ 13499 w 203875"/>
                <a:gd name="csY10" fmla="*/ 150557 h 154635"/>
                <a:gd name="csX11" fmla="*/ 11284 w 203875"/>
                <a:gd name="csY11" fmla="*/ 145247 h 154635"/>
                <a:gd name="csX12" fmla="*/ 11284 w 203875"/>
                <a:gd name="csY12" fmla="*/ 79766 h 154635"/>
                <a:gd name="csX13" fmla="*/ 14388 w 203875"/>
                <a:gd name="csY13" fmla="*/ 74012 h 154635"/>
                <a:gd name="csX14" fmla="*/ 17263 w 203875"/>
                <a:gd name="csY14" fmla="*/ 76005 h 154635"/>
                <a:gd name="csX15" fmla="*/ 45816 w 203875"/>
                <a:gd name="csY15" fmla="*/ 91494 h 154635"/>
                <a:gd name="csX16" fmla="*/ 64634 w 203875"/>
                <a:gd name="csY16" fmla="*/ 77337 h 154635"/>
                <a:gd name="csX17" fmla="*/ 68614 w 203875"/>
                <a:gd name="csY17" fmla="*/ 49458 h 154635"/>
                <a:gd name="csX18" fmla="*/ 63301 w 203875"/>
                <a:gd name="csY18" fmla="*/ 19150 h 154635"/>
                <a:gd name="csX19" fmla="*/ 39622 w 203875"/>
                <a:gd name="csY19" fmla="*/ 4770 h 154635"/>
                <a:gd name="csX20" fmla="*/ 7083 w 203875"/>
                <a:gd name="csY20" fmla="*/ 29546 h 154635"/>
                <a:gd name="csX21" fmla="*/ 10847 w 203875"/>
                <a:gd name="csY21" fmla="*/ 29109 h 154635"/>
                <a:gd name="csX22" fmla="*/ 21915 w 203875"/>
                <a:gd name="csY22" fmla="*/ 39949 h 154635"/>
                <a:gd name="csX23" fmla="*/ 10847 w 203875"/>
                <a:gd name="csY23" fmla="*/ 50783 h 154635"/>
                <a:gd name="csX24" fmla="*/ 0 w 203875"/>
                <a:gd name="csY24" fmla="*/ 39062 h 154635"/>
                <a:gd name="csX25" fmla="*/ 40060 w 203875"/>
                <a:gd name="csY25" fmla="*/ -1421 h 154635"/>
                <a:gd name="csX26" fmla="*/ 88314 w 203875"/>
                <a:gd name="csY26" fmla="*/ 47910 h 154635"/>
                <a:gd name="csX27" fmla="*/ 164698 w 203875"/>
                <a:gd name="csY27" fmla="*/ 39949 h 154635"/>
                <a:gd name="csX28" fmla="*/ 164698 w 203875"/>
                <a:gd name="csY28" fmla="*/ 20697 h 154635"/>
                <a:gd name="csX29" fmla="*/ 147872 w 203875"/>
                <a:gd name="csY29" fmla="*/ 10302 h 154635"/>
                <a:gd name="csX30" fmla="*/ 143227 w 203875"/>
                <a:gd name="csY30" fmla="*/ 10302 h 154635"/>
                <a:gd name="csX31" fmla="*/ 143227 w 203875"/>
                <a:gd name="csY31" fmla="*/ 3444 h 154635"/>
                <a:gd name="csX32" fmla="*/ 173107 w 203875"/>
                <a:gd name="csY32" fmla="*/ 4111 h 154635"/>
                <a:gd name="csX33" fmla="*/ 203209 w 203875"/>
                <a:gd name="csY33" fmla="*/ 3444 h 154635"/>
                <a:gd name="csX34" fmla="*/ 203209 w 203875"/>
                <a:gd name="csY34" fmla="*/ 10302 h 154635"/>
                <a:gd name="csX35" fmla="*/ 198563 w 203875"/>
                <a:gd name="csY35" fmla="*/ 10302 h 154635"/>
                <a:gd name="csX36" fmla="*/ 181738 w 203875"/>
                <a:gd name="csY36" fmla="*/ 20697 h 154635"/>
                <a:gd name="csX37" fmla="*/ 181738 w 203875"/>
                <a:gd name="csY37" fmla="*/ 39949 h 154635"/>
                <a:gd name="csX38" fmla="*/ 203875 w 203875"/>
                <a:gd name="csY38" fmla="*/ 39949 h 154635"/>
                <a:gd name="csX39" fmla="*/ 203875 w 203875"/>
                <a:gd name="csY39" fmla="*/ 46807 h 154635"/>
                <a:gd name="csX40" fmla="*/ 181738 w 203875"/>
                <a:gd name="csY40" fmla="*/ 46807 h 154635"/>
                <a:gd name="csX41" fmla="*/ 181738 w 203875"/>
                <a:gd name="csY41" fmla="*/ 147461 h 154635"/>
                <a:gd name="csX42" fmla="*/ 178197 w 203875"/>
                <a:gd name="csY42" fmla="*/ 153215 h 154635"/>
                <a:gd name="csX43" fmla="*/ 173766 w 203875"/>
                <a:gd name="csY43" fmla="*/ 150557 h 154635"/>
                <a:gd name="csX44" fmla="*/ 105819 w 203875"/>
                <a:gd name="csY44" fmla="*/ 46807 h 154635"/>
                <a:gd name="csX45" fmla="*/ 105819 w 203875"/>
                <a:gd name="csY45" fmla="*/ 39949 h 154635"/>
                <a:gd name="csX46" fmla="*/ 164698 w 203875"/>
                <a:gd name="csY46" fmla="*/ 39949 h 154635"/>
                <a:gd name="csX47" fmla="*/ 166024 w 203875"/>
                <a:gd name="csY47" fmla="*/ 46807 h 154635"/>
                <a:gd name="csX48" fmla="*/ 112014 w 203875"/>
                <a:gd name="csY48" fmla="*/ 46807 h 154635"/>
                <a:gd name="csX49" fmla="*/ 166024 w 203875"/>
                <a:gd name="csY49" fmla="*/ 129318 h 154635"/>
                <a:gd name="csX50" fmla="*/ 166024 w 203875"/>
                <a:gd name="csY50" fmla="*/ 46807 h 1546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03875" h="154635">
                  <a:moveTo>
                    <a:pt x="88314" y="47910"/>
                  </a:moveTo>
                  <a:cubicBezTo>
                    <a:pt x="88314" y="74234"/>
                    <a:pt x="70162" y="96360"/>
                    <a:pt x="46261" y="96360"/>
                  </a:cubicBezTo>
                  <a:cubicBezTo>
                    <a:pt x="35636" y="96360"/>
                    <a:pt x="26116" y="92820"/>
                    <a:pt x="18152" y="85076"/>
                  </a:cubicBezTo>
                  <a:lnTo>
                    <a:pt x="18152" y="128215"/>
                  </a:lnTo>
                  <a:cubicBezTo>
                    <a:pt x="22575" y="126889"/>
                    <a:pt x="29880" y="125343"/>
                    <a:pt x="36963" y="125343"/>
                  </a:cubicBezTo>
                  <a:cubicBezTo>
                    <a:pt x="64190" y="125343"/>
                    <a:pt x="79682" y="145469"/>
                    <a:pt x="79682" y="148350"/>
                  </a:cubicBezTo>
                  <a:cubicBezTo>
                    <a:pt x="79682" y="149674"/>
                    <a:pt x="79016" y="150778"/>
                    <a:pt x="77467" y="150778"/>
                  </a:cubicBezTo>
                  <a:cubicBezTo>
                    <a:pt x="77245" y="150778"/>
                    <a:pt x="76807" y="150778"/>
                    <a:pt x="75697" y="150119"/>
                  </a:cubicBezTo>
                  <a:cubicBezTo>
                    <a:pt x="71273" y="148127"/>
                    <a:pt x="60427" y="143699"/>
                    <a:pt x="45594" y="143699"/>
                  </a:cubicBezTo>
                  <a:cubicBezTo>
                    <a:pt x="36740" y="143699"/>
                    <a:pt x="26561" y="145247"/>
                    <a:pt x="16159" y="149896"/>
                  </a:cubicBezTo>
                  <a:cubicBezTo>
                    <a:pt x="14388" y="150557"/>
                    <a:pt x="13943" y="150557"/>
                    <a:pt x="13499" y="150557"/>
                  </a:cubicBezTo>
                  <a:cubicBezTo>
                    <a:pt x="11284" y="150557"/>
                    <a:pt x="11284" y="148786"/>
                    <a:pt x="11284" y="145247"/>
                  </a:cubicBezTo>
                  <a:lnTo>
                    <a:pt x="11284" y="79766"/>
                  </a:lnTo>
                  <a:cubicBezTo>
                    <a:pt x="11284" y="75782"/>
                    <a:pt x="11284" y="74012"/>
                    <a:pt x="14388" y="74012"/>
                  </a:cubicBezTo>
                  <a:cubicBezTo>
                    <a:pt x="15936" y="74012"/>
                    <a:pt x="16381" y="74679"/>
                    <a:pt x="17263" y="76005"/>
                  </a:cubicBezTo>
                  <a:cubicBezTo>
                    <a:pt x="19700" y="79544"/>
                    <a:pt x="27887" y="91494"/>
                    <a:pt x="45816" y="91494"/>
                  </a:cubicBezTo>
                  <a:cubicBezTo>
                    <a:pt x="57329" y="91494"/>
                    <a:pt x="62864" y="81313"/>
                    <a:pt x="64634" y="77337"/>
                  </a:cubicBezTo>
                  <a:cubicBezTo>
                    <a:pt x="68176" y="69147"/>
                    <a:pt x="68614" y="60521"/>
                    <a:pt x="68614" y="49458"/>
                  </a:cubicBezTo>
                  <a:cubicBezTo>
                    <a:pt x="68614" y="41720"/>
                    <a:pt x="68614" y="28443"/>
                    <a:pt x="63301" y="19150"/>
                  </a:cubicBezTo>
                  <a:cubicBezTo>
                    <a:pt x="57989" y="10523"/>
                    <a:pt x="49802" y="4770"/>
                    <a:pt x="39622" y="4770"/>
                  </a:cubicBezTo>
                  <a:cubicBezTo>
                    <a:pt x="23464" y="4770"/>
                    <a:pt x="10847" y="16499"/>
                    <a:pt x="7083" y="29546"/>
                  </a:cubicBezTo>
                  <a:cubicBezTo>
                    <a:pt x="7742" y="29324"/>
                    <a:pt x="8409" y="29109"/>
                    <a:pt x="10847" y="29109"/>
                  </a:cubicBezTo>
                  <a:cubicBezTo>
                    <a:pt x="18152" y="29109"/>
                    <a:pt x="21915" y="34640"/>
                    <a:pt x="21915" y="39949"/>
                  </a:cubicBezTo>
                  <a:cubicBezTo>
                    <a:pt x="21915" y="45259"/>
                    <a:pt x="18152" y="50783"/>
                    <a:pt x="10847" y="50783"/>
                  </a:cubicBezTo>
                  <a:cubicBezTo>
                    <a:pt x="7742" y="50783"/>
                    <a:pt x="0" y="49236"/>
                    <a:pt x="0" y="39062"/>
                  </a:cubicBezTo>
                  <a:cubicBezTo>
                    <a:pt x="0" y="20038"/>
                    <a:pt x="15270" y="-1421"/>
                    <a:pt x="40060" y="-1421"/>
                  </a:cubicBezTo>
                  <a:cubicBezTo>
                    <a:pt x="65739" y="-1421"/>
                    <a:pt x="88314" y="19816"/>
                    <a:pt x="88314" y="47910"/>
                  </a:cubicBezTo>
                  <a:close/>
                  <a:moveTo>
                    <a:pt x="164698" y="39949"/>
                  </a:moveTo>
                  <a:lnTo>
                    <a:pt x="164698" y="20697"/>
                  </a:lnTo>
                  <a:cubicBezTo>
                    <a:pt x="164698" y="12738"/>
                    <a:pt x="164253" y="10302"/>
                    <a:pt x="147872" y="10302"/>
                  </a:cubicBezTo>
                  <a:lnTo>
                    <a:pt x="143227" y="10302"/>
                  </a:lnTo>
                  <a:lnTo>
                    <a:pt x="143227" y="3444"/>
                  </a:lnTo>
                  <a:cubicBezTo>
                    <a:pt x="152296" y="4111"/>
                    <a:pt x="163809" y="4111"/>
                    <a:pt x="173107" y="4111"/>
                  </a:cubicBezTo>
                  <a:cubicBezTo>
                    <a:pt x="182405" y="4111"/>
                    <a:pt x="194133" y="4111"/>
                    <a:pt x="203209" y="3444"/>
                  </a:cubicBezTo>
                  <a:lnTo>
                    <a:pt x="203209" y="10302"/>
                  </a:lnTo>
                  <a:lnTo>
                    <a:pt x="198563" y="10302"/>
                  </a:lnTo>
                  <a:cubicBezTo>
                    <a:pt x="182183" y="10302"/>
                    <a:pt x="181738" y="12738"/>
                    <a:pt x="181738" y="20697"/>
                  </a:cubicBezTo>
                  <a:lnTo>
                    <a:pt x="181738" y="39949"/>
                  </a:lnTo>
                  <a:lnTo>
                    <a:pt x="203875" y="39949"/>
                  </a:lnTo>
                  <a:lnTo>
                    <a:pt x="203875" y="46807"/>
                  </a:lnTo>
                  <a:lnTo>
                    <a:pt x="181738" y="46807"/>
                  </a:lnTo>
                  <a:lnTo>
                    <a:pt x="181738" y="147461"/>
                  </a:lnTo>
                  <a:cubicBezTo>
                    <a:pt x="181738" y="151889"/>
                    <a:pt x="181738" y="153215"/>
                    <a:pt x="178197" y="153215"/>
                  </a:cubicBezTo>
                  <a:cubicBezTo>
                    <a:pt x="176204" y="153215"/>
                    <a:pt x="175537" y="153215"/>
                    <a:pt x="173766" y="150557"/>
                  </a:cubicBezTo>
                  <a:lnTo>
                    <a:pt x="105819" y="46807"/>
                  </a:lnTo>
                  <a:lnTo>
                    <a:pt x="105819" y="39949"/>
                  </a:lnTo>
                  <a:lnTo>
                    <a:pt x="164698" y="39949"/>
                  </a:lnTo>
                  <a:close/>
                  <a:moveTo>
                    <a:pt x="166024" y="46807"/>
                  </a:moveTo>
                  <a:lnTo>
                    <a:pt x="112014" y="46807"/>
                  </a:lnTo>
                  <a:lnTo>
                    <a:pt x="166024" y="129318"/>
                  </a:lnTo>
                  <a:lnTo>
                    <a:pt x="166024" y="46807"/>
                  </a:lnTo>
                  <a:close/>
                </a:path>
              </a:pathLst>
            </a:custGeom>
            <a:grpFill/>
            <a:ln w="22911" cap="flat">
              <a:noFill/>
              <a:prstDash val="solid"/>
              <a:miter/>
            </a:ln>
          </p:spPr>
          <p:txBody>
            <a:bodyPr/>
            <a:lstStyle/>
            <a:p>
              <a:endParaRPr lang="en-GB"/>
            </a:p>
          </p:txBody>
        </p:sp>
        <p:sp>
          <p:nvSpPr>
            <p:cNvPr id="179" name="Freeform: Shape 178">
              <a:extLst>
                <a:ext uri="{FF2B5EF4-FFF2-40B4-BE49-F238E27FC236}">
                  <a16:creationId xmlns:a16="http://schemas.microsoft.com/office/drawing/2014/main" id="{C4210EAC-D205-C9C8-B136-D85D29D632D3}"/>
                </a:ext>
              </a:extLst>
            </p:cNvPr>
            <p:cNvSpPr/>
            <p:nvPr>
              <p:custDataLst>
                <p:tags r:id="rId40"/>
              </p:custDataLst>
            </p:nvPr>
          </p:nvSpPr>
          <p:spPr>
            <a:xfrm flipV="1">
              <a:off x="7246409" y="-12911468"/>
              <a:ext cx="429684" cy="155967"/>
            </a:xfrm>
            <a:custGeom>
              <a:avLst/>
              <a:gdLst>
                <a:gd name="csX0" fmla="*/ 31213 w 429684"/>
                <a:gd name="csY0" fmla="*/ 52116 h 155967"/>
                <a:gd name="csX1" fmla="*/ 65079 w 429684"/>
                <a:gd name="csY1" fmla="*/ 57203 h 155967"/>
                <a:gd name="csX2" fmla="*/ 81675 w 429684"/>
                <a:gd name="csY2" fmla="*/ 79995 h 155967"/>
                <a:gd name="csX3" fmla="*/ 57996 w 429684"/>
                <a:gd name="csY3" fmla="*/ 98796 h 155967"/>
                <a:gd name="csX4" fmla="*/ 0 w 429684"/>
                <a:gd name="csY4" fmla="*/ 38623 h 155967"/>
                <a:gd name="csX5" fmla="*/ 34755 w 429684"/>
                <a:gd name="csY5" fmla="*/ -1421 h 155967"/>
                <a:gd name="csX6" fmla="*/ 85001 w 429684"/>
                <a:gd name="csY6" fmla="*/ 24687 h 155967"/>
                <a:gd name="csX7" fmla="*/ 82342 w 429684"/>
                <a:gd name="csY7" fmla="*/ 27561 h 155967"/>
                <a:gd name="csX8" fmla="*/ 79467 w 429684"/>
                <a:gd name="csY8" fmla="*/ 25348 h 155967"/>
                <a:gd name="csX9" fmla="*/ 35199 w 429684"/>
                <a:gd name="csY9" fmla="*/ 3451 h 155967"/>
                <a:gd name="csX10" fmla="*/ 15936 w 429684"/>
                <a:gd name="csY10" fmla="*/ 29109 h 155967"/>
                <a:gd name="csX11" fmla="*/ 19478 w 429684"/>
                <a:gd name="csY11" fmla="*/ 52116 h 155967"/>
                <a:gd name="csX12" fmla="*/ 31213 w 429684"/>
                <a:gd name="csY12" fmla="*/ 52116 h 155967"/>
                <a:gd name="csX13" fmla="*/ 20811 w 429684"/>
                <a:gd name="csY13" fmla="*/ 56988 h 155967"/>
                <a:gd name="csX14" fmla="*/ 57996 w 429684"/>
                <a:gd name="csY14" fmla="*/ 93931 h 155967"/>
                <a:gd name="csX15" fmla="*/ 74377 w 429684"/>
                <a:gd name="csY15" fmla="*/ 79995 h 155967"/>
                <a:gd name="csX16" fmla="*/ 29887 w 429684"/>
                <a:gd name="csY16" fmla="*/ 56988 h 155967"/>
                <a:gd name="csX17" fmla="*/ 20811 w 429684"/>
                <a:gd name="csY17" fmla="*/ 56988 h 155967"/>
                <a:gd name="csX18" fmla="*/ 206974 w 429684"/>
                <a:gd name="csY18" fmla="*/ 152111 h 155967"/>
                <a:gd name="csX19" fmla="*/ 204100 w 429684"/>
                <a:gd name="csY19" fmla="*/ 154547 h 155967"/>
                <a:gd name="csX20" fmla="*/ 175983 w 429684"/>
                <a:gd name="csY20" fmla="*/ 152111 h 155967"/>
                <a:gd name="csX21" fmla="*/ 172886 w 429684"/>
                <a:gd name="csY21" fmla="*/ 147912 h 155967"/>
                <a:gd name="csX22" fmla="*/ 178198 w 429684"/>
                <a:gd name="csY22" fmla="*/ 145254 h 155967"/>
                <a:gd name="csX23" fmla="*/ 189267 w 429684"/>
                <a:gd name="csY23" fmla="*/ 141492 h 155967"/>
                <a:gd name="csX24" fmla="*/ 188601 w 429684"/>
                <a:gd name="csY24" fmla="*/ 137070 h 155967"/>
                <a:gd name="csX25" fmla="*/ 175324 w 429684"/>
                <a:gd name="csY25" fmla="*/ 84638 h 155967"/>
                <a:gd name="csX26" fmla="*/ 154957 w 429684"/>
                <a:gd name="csY26" fmla="*/ 98796 h 155967"/>
                <a:gd name="csX27" fmla="*/ 101613 w 429684"/>
                <a:gd name="csY27" fmla="*/ 33981 h 155967"/>
                <a:gd name="csX28" fmla="*/ 131056 w 429684"/>
                <a:gd name="csY28" fmla="*/ -1421 h 155967"/>
                <a:gd name="csX29" fmla="*/ 159824 w 429684"/>
                <a:gd name="csY29" fmla="*/ 15173 h 155967"/>
                <a:gd name="csX30" fmla="*/ 179969 w 429684"/>
                <a:gd name="csY30" fmla="*/ -1421 h 155967"/>
                <a:gd name="csX31" fmla="*/ 196350 w 429684"/>
                <a:gd name="csY31" fmla="*/ 10751 h 155967"/>
                <a:gd name="csX32" fmla="*/ 202988 w 429684"/>
                <a:gd name="csY32" fmla="*/ 32648 h 155967"/>
                <a:gd name="csX33" fmla="*/ 200336 w 429684"/>
                <a:gd name="csY33" fmla="*/ 34862 h 155967"/>
                <a:gd name="csX34" fmla="*/ 197232 w 429684"/>
                <a:gd name="csY34" fmla="*/ 30878 h 155967"/>
                <a:gd name="csX35" fmla="*/ 180413 w 429684"/>
                <a:gd name="csY35" fmla="*/ 3451 h 155967"/>
                <a:gd name="csX36" fmla="*/ 173775 w 429684"/>
                <a:gd name="csY36" fmla="*/ 13625 h 155967"/>
                <a:gd name="csX37" fmla="*/ 175101 w 429684"/>
                <a:gd name="csY37" fmla="*/ 24244 h 155967"/>
                <a:gd name="csX38" fmla="*/ 206974 w 429684"/>
                <a:gd name="csY38" fmla="*/ 152111 h 155967"/>
                <a:gd name="csX39" fmla="*/ 160936 w 429684"/>
                <a:gd name="csY39" fmla="*/ 27339 h 155967"/>
                <a:gd name="csX40" fmla="*/ 156505 w 429684"/>
                <a:gd name="csY40" fmla="*/ 19157 h 155967"/>
                <a:gd name="csX41" fmla="*/ 131493 w 429684"/>
                <a:gd name="csY41" fmla="*/ 3451 h 155967"/>
                <a:gd name="csX42" fmla="*/ 117327 w 429684"/>
                <a:gd name="csY42" fmla="*/ 24244 h 155967"/>
                <a:gd name="csX43" fmla="*/ 129500 w 429684"/>
                <a:gd name="csY43" fmla="*/ 72693 h 155967"/>
                <a:gd name="csX44" fmla="*/ 155179 w 429684"/>
                <a:gd name="csY44" fmla="*/ 93931 h 155967"/>
                <a:gd name="csX45" fmla="*/ 172664 w 429684"/>
                <a:gd name="csY45" fmla="*/ 74463 h 155967"/>
                <a:gd name="csX46" fmla="*/ 172004 w 429684"/>
                <a:gd name="csY46" fmla="*/ 70702 h 155967"/>
                <a:gd name="csX47" fmla="*/ 160936 w 429684"/>
                <a:gd name="csY47" fmla="*/ 27339 h 155967"/>
                <a:gd name="csX48" fmla="*/ 285350 w 429684"/>
                <a:gd name="csY48" fmla="*/ 13403 h 155967"/>
                <a:gd name="csX49" fmla="*/ 305051 w 429684"/>
                <a:gd name="csY49" fmla="*/ -1421 h 155967"/>
                <a:gd name="csX50" fmla="*/ 321423 w 429684"/>
                <a:gd name="csY50" fmla="*/ 10751 h 155967"/>
                <a:gd name="csX51" fmla="*/ 328069 w 429684"/>
                <a:gd name="csY51" fmla="*/ 32648 h 155967"/>
                <a:gd name="csX52" fmla="*/ 325409 w 429684"/>
                <a:gd name="csY52" fmla="*/ 34862 h 155967"/>
                <a:gd name="csX53" fmla="*/ 322312 w 429684"/>
                <a:gd name="csY53" fmla="*/ 30878 h 155967"/>
                <a:gd name="csX54" fmla="*/ 305708 w 429684"/>
                <a:gd name="csY54" fmla="*/ 3451 h 155967"/>
                <a:gd name="csX55" fmla="*/ 298849 w 429684"/>
                <a:gd name="csY55" fmla="*/ 13625 h 155967"/>
                <a:gd name="csX56" fmla="*/ 303280 w 429684"/>
                <a:gd name="csY56" fmla="*/ 36632 h 155967"/>
                <a:gd name="csX57" fmla="*/ 309472 w 429684"/>
                <a:gd name="csY57" fmla="*/ 60527 h 155967"/>
                <a:gd name="csX58" fmla="*/ 313237 w 429684"/>
                <a:gd name="csY58" fmla="*/ 75567 h 155967"/>
                <a:gd name="csX59" fmla="*/ 316556 w 429684"/>
                <a:gd name="csY59" fmla="*/ 90391 h 155967"/>
                <a:gd name="csX60" fmla="*/ 310139 w 429684"/>
                <a:gd name="csY60" fmla="*/ 96367 h 155967"/>
                <a:gd name="csX61" fmla="*/ 301508 w 429684"/>
                <a:gd name="csY61" fmla="*/ 88622 h 155967"/>
                <a:gd name="csX62" fmla="*/ 284905 w 429684"/>
                <a:gd name="csY62" fmla="*/ 22029 h 155967"/>
                <a:gd name="csX63" fmla="*/ 259671 w 429684"/>
                <a:gd name="csY63" fmla="*/ 3451 h 155967"/>
                <a:gd name="csX64" fmla="*/ 245950 w 429684"/>
                <a:gd name="csY64" fmla="*/ 21586 h 155967"/>
                <a:gd name="csX65" fmla="*/ 257900 w 429684"/>
                <a:gd name="csY65" fmla="*/ 66718 h 155967"/>
                <a:gd name="csX66" fmla="*/ 261665 w 429684"/>
                <a:gd name="csY66" fmla="*/ 80654 h 155967"/>
                <a:gd name="csX67" fmla="*/ 243512 w 429684"/>
                <a:gd name="csY67" fmla="*/ 98796 h 155967"/>
                <a:gd name="csX68" fmla="*/ 214292 w 429684"/>
                <a:gd name="csY68" fmla="*/ 64727 h 155967"/>
                <a:gd name="csX69" fmla="*/ 216952 w 429684"/>
                <a:gd name="csY69" fmla="*/ 62520 h 155967"/>
                <a:gd name="csX70" fmla="*/ 220492 w 429684"/>
                <a:gd name="csY70" fmla="*/ 66496 h 155967"/>
                <a:gd name="csX71" fmla="*/ 242846 w 429684"/>
                <a:gd name="csY71" fmla="*/ 93931 h 155967"/>
                <a:gd name="csX72" fmla="*/ 248379 w 429684"/>
                <a:gd name="csY72" fmla="*/ 86629 h 155967"/>
                <a:gd name="csX73" fmla="*/ 244617 w 429684"/>
                <a:gd name="csY73" fmla="*/ 71583 h 155967"/>
                <a:gd name="csX74" fmla="*/ 231784 w 429684"/>
                <a:gd name="csY74" fmla="*/ 25125 h 155967"/>
                <a:gd name="csX75" fmla="*/ 259005 w 429684"/>
                <a:gd name="csY75" fmla="*/ -1421 h 155967"/>
                <a:gd name="csX76" fmla="*/ 285350 w 429684"/>
                <a:gd name="csY76" fmla="*/ 13403 h 155967"/>
                <a:gd name="csX77" fmla="*/ 422156 w 429684"/>
                <a:gd name="csY77" fmla="*/ 85082 h 155967"/>
                <a:gd name="csX78" fmla="*/ 412415 w 429684"/>
                <a:gd name="csY78" fmla="*/ 81986 h 155967"/>
                <a:gd name="csX79" fmla="*/ 408435 w 429684"/>
                <a:gd name="csY79" fmla="*/ 73353 h 155967"/>
                <a:gd name="csX80" fmla="*/ 416621 w 429684"/>
                <a:gd name="csY80" fmla="*/ 65614 h 155967"/>
                <a:gd name="csX81" fmla="*/ 429018 w 429684"/>
                <a:gd name="csY81" fmla="*/ 79773 h 155967"/>
                <a:gd name="csX82" fmla="*/ 402902 w 429684"/>
                <a:gd name="csY82" fmla="*/ 98796 h 155967"/>
                <a:gd name="csX83" fmla="*/ 343579 w 429684"/>
                <a:gd name="csY83" fmla="*/ 35965 h 155967"/>
                <a:gd name="csX84" fmla="*/ 379437 w 429684"/>
                <a:gd name="csY84" fmla="*/ -1421 h 155967"/>
                <a:gd name="csX85" fmla="*/ 429685 w 429684"/>
                <a:gd name="csY85" fmla="*/ 24687 h 155967"/>
                <a:gd name="csX86" fmla="*/ 427025 w 429684"/>
                <a:gd name="csY86" fmla="*/ 27561 h 155967"/>
                <a:gd name="csX87" fmla="*/ 424150 w 429684"/>
                <a:gd name="csY87" fmla="*/ 25348 h 155967"/>
                <a:gd name="csX88" fmla="*/ 379881 w 429684"/>
                <a:gd name="csY88" fmla="*/ 3451 h 155967"/>
                <a:gd name="csX89" fmla="*/ 359960 w 429684"/>
                <a:gd name="csY89" fmla="*/ 27561 h 155967"/>
                <a:gd name="csX90" fmla="*/ 371911 w 429684"/>
                <a:gd name="csY90" fmla="*/ 71805 h 155967"/>
                <a:gd name="csX91" fmla="*/ 403122 w 429684"/>
                <a:gd name="csY91" fmla="*/ 93931 h 155967"/>
                <a:gd name="csX92" fmla="*/ 422156 w 429684"/>
                <a:gd name="csY92" fmla="*/ 85082 h 1559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429684" h="155967">
                  <a:moveTo>
                    <a:pt x="31213" y="52116"/>
                  </a:moveTo>
                  <a:cubicBezTo>
                    <a:pt x="37629" y="52116"/>
                    <a:pt x="54010" y="52560"/>
                    <a:pt x="65079" y="57203"/>
                  </a:cubicBezTo>
                  <a:cubicBezTo>
                    <a:pt x="80571" y="63844"/>
                    <a:pt x="81675" y="76892"/>
                    <a:pt x="81675" y="79995"/>
                  </a:cubicBezTo>
                  <a:cubicBezTo>
                    <a:pt x="81675" y="89725"/>
                    <a:pt x="73266" y="98796"/>
                    <a:pt x="57996" y="98796"/>
                  </a:cubicBezTo>
                  <a:cubicBezTo>
                    <a:pt x="33428" y="98796"/>
                    <a:pt x="0" y="77337"/>
                    <a:pt x="0" y="38623"/>
                  </a:cubicBezTo>
                  <a:cubicBezTo>
                    <a:pt x="0" y="16061"/>
                    <a:pt x="13061" y="-1421"/>
                    <a:pt x="34755" y="-1421"/>
                  </a:cubicBezTo>
                  <a:cubicBezTo>
                    <a:pt x="66405" y="-1421"/>
                    <a:pt x="85001" y="22029"/>
                    <a:pt x="85001" y="24687"/>
                  </a:cubicBezTo>
                  <a:cubicBezTo>
                    <a:pt x="85001" y="26013"/>
                    <a:pt x="83668" y="27561"/>
                    <a:pt x="82342" y="27561"/>
                  </a:cubicBezTo>
                  <a:cubicBezTo>
                    <a:pt x="81238" y="27561"/>
                    <a:pt x="80793" y="27117"/>
                    <a:pt x="79467" y="25348"/>
                  </a:cubicBezTo>
                  <a:cubicBezTo>
                    <a:pt x="61982" y="3451"/>
                    <a:pt x="37852" y="3451"/>
                    <a:pt x="35199" y="3451"/>
                  </a:cubicBezTo>
                  <a:cubicBezTo>
                    <a:pt x="17929" y="3451"/>
                    <a:pt x="15936" y="22029"/>
                    <a:pt x="15936" y="29109"/>
                  </a:cubicBezTo>
                  <a:cubicBezTo>
                    <a:pt x="15936" y="31767"/>
                    <a:pt x="16159" y="38623"/>
                    <a:pt x="19478" y="52116"/>
                  </a:cubicBezTo>
                  <a:lnTo>
                    <a:pt x="31213" y="52116"/>
                  </a:lnTo>
                  <a:close/>
                  <a:moveTo>
                    <a:pt x="20811" y="56988"/>
                  </a:moveTo>
                  <a:cubicBezTo>
                    <a:pt x="29442" y="90613"/>
                    <a:pt x="52240" y="93931"/>
                    <a:pt x="57996" y="93931"/>
                  </a:cubicBezTo>
                  <a:cubicBezTo>
                    <a:pt x="68398" y="93931"/>
                    <a:pt x="74377" y="87511"/>
                    <a:pt x="74377" y="79995"/>
                  </a:cubicBezTo>
                  <a:cubicBezTo>
                    <a:pt x="74377" y="56988"/>
                    <a:pt x="38956" y="56988"/>
                    <a:pt x="29887" y="56988"/>
                  </a:cubicBezTo>
                  <a:lnTo>
                    <a:pt x="20811" y="56988"/>
                  </a:lnTo>
                  <a:close/>
                  <a:moveTo>
                    <a:pt x="206974" y="152111"/>
                  </a:moveTo>
                  <a:cubicBezTo>
                    <a:pt x="206974" y="152332"/>
                    <a:pt x="206974" y="154547"/>
                    <a:pt x="204100" y="154547"/>
                  </a:cubicBezTo>
                  <a:cubicBezTo>
                    <a:pt x="200773" y="154547"/>
                    <a:pt x="179747" y="152554"/>
                    <a:pt x="175983" y="152111"/>
                  </a:cubicBezTo>
                  <a:cubicBezTo>
                    <a:pt x="174213" y="151889"/>
                    <a:pt x="172886" y="150785"/>
                    <a:pt x="172886" y="147912"/>
                  </a:cubicBezTo>
                  <a:cubicBezTo>
                    <a:pt x="172886" y="145254"/>
                    <a:pt x="174879" y="145254"/>
                    <a:pt x="178198" y="145254"/>
                  </a:cubicBezTo>
                  <a:cubicBezTo>
                    <a:pt x="188823" y="145254"/>
                    <a:pt x="189267" y="143706"/>
                    <a:pt x="189267" y="141492"/>
                  </a:cubicBezTo>
                  <a:lnTo>
                    <a:pt x="188601" y="137070"/>
                  </a:lnTo>
                  <a:lnTo>
                    <a:pt x="175324" y="84638"/>
                  </a:lnTo>
                  <a:cubicBezTo>
                    <a:pt x="171338" y="92820"/>
                    <a:pt x="164921" y="98796"/>
                    <a:pt x="154957" y="98796"/>
                  </a:cubicBezTo>
                  <a:cubicBezTo>
                    <a:pt x="129063" y="98796"/>
                    <a:pt x="101613" y="66273"/>
                    <a:pt x="101613" y="33981"/>
                  </a:cubicBezTo>
                  <a:cubicBezTo>
                    <a:pt x="101613" y="13181"/>
                    <a:pt x="113786" y="-1421"/>
                    <a:pt x="131056" y="-1421"/>
                  </a:cubicBezTo>
                  <a:cubicBezTo>
                    <a:pt x="135479" y="-1421"/>
                    <a:pt x="146548" y="-533"/>
                    <a:pt x="159824" y="15173"/>
                  </a:cubicBezTo>
                  <a:cubicBezTo>
                    <a:pt x="161595" y="5880"/>
                    <a:pt x="169345" y="-1421"/>
                    <a:pt x="179969" y="-1421"/>
                  </a:cubicBezTo>
                  <a:cubicBezTo>
                    <a:pt x="187718" y="-1421"/>
                    <a:pt x="192809" y="3673"/>
                    <a:pt x="196350" y="10751"/>
                  </a:cubicBezTo>
                  <a:cubicBezTo>
                    <a:pt x="200114" y="18712"/>
                    <a:pt x="202988" y="32211"/>
                    <a:pt x="202988" y="32648"/>
                  </a:cubicBezTo>
                  <a:cubicBezTo>
                    <a:pt x="202988" y="34862"/>
                    <a:pt x="200995" y="34862"/>
                    <a:pt x="200336" y="34862"/>
                  </a:cubicBezTo>
                  <a:cubicBezTo>
                    <a:pt x="198121" y="34862"/>
                    <a:pt x="197898" y="33981"/>
                    <a:pt x="197232" y="30878"/>
                  </a:cubicBezTo>
                  <a:cubicBezTo>
                    <a:pt x="193475" y="16499"/>
                    <a:pt x="189489" y="3451"/>
                    <a:pt x="180413" y="3451"/>
                  </a:cubicBezTo>
                  <a:cubicBezTo>
                    <a:pt x="174435" y="3451"/>
                    <a:pt x="173775" y="9197"/>
                    <a:pt x="173775" y="13625"/>
                  </a:cubicBezTo>
                  <a:cubicBezTo>
                    <a:pt x="173775" y="18935"/>
                    <a:pt x="174213" y="20483"/>
                    <a:pt x="175101" y="24244"/>
                  </a:cubicBezTo>
                  <a:lnTo>
                    <a:pt x="206974" y="152111"/>
                  </a:lnTo>
                  <a:close/>
                  <a:moveTo>
                    <a:pt x="160936" y="27339"/>
                  </a:moveTo>
                  <a:cubicBezTo>
                    <a:pt x="159824" y="23355"/>
                    <a:pt x="159824" y="22919"/>
                    <a:pt x="156505" y="19157"/>
                  </a:cubicBezTo>
                  <a:cubicBezTo>
                    <a:pt x="146770" y="6990"/>
                    <a:pt x="137694" y="3451"/>
                    <a:pt x="131493" y="3451"/>
                  </a:cubicBezTo>
                  <a:cubicBezTo>
                    <a:pt x="120424" y="3451"/>
                    <a:pt x="117327" y="15616"/>
                    <a:pt x="117327" y="24244"/>
                  </a:cubicBezTo>
                  <a:cubicBezTo>
                    <a:pt x="117327" y="35307"/>
                    <a:pt x="124410" y="62520"/>
                    <a:pt x="129500" y="72693"/>
                  </a:cubicBezTo>
                  <a:cubicBezTo>
                    <a:pt x="136368" y="85741"/>
                    <a:pt x="146325" y="93931"/>
                    <a:pt x="155179" y="93931"/>
                  </a:cubicBezTo>
                  <a:cubicBezTo>
                    <a:pt x="169567" y="93931"/>
                    <a:pt x="172664" y="75789"/>
                    <a:pt x="172664" y="74463"/>
                  </a:cubicBezTo>
                  <a:cubicBezTo>
                    <a:pt x="172664" y="73138"/>
                    <a:pt x="172220" y="71805"/>
                    <a:pt x="172004" y="70702"/>
                  </a:cubicBezTo>
                  <a:lnTo>
                    <a:pt x="160936" y="27339"/>
                  </a:lnTo>
                  <a:close/>
                  <a:moveTo>
                    <a:pt x="285350" y="13403"/>
                  </a:moveTo>
                  <a:cubicBezTo>
                    <a:pt x="287780" y="4332"/>
                    <a:pt x="295529" y="-1421"/>
                    <a:pt x="305051" y="-1421"/>
                  </a:cubicBezTo>
                  <a:cubicBezTo>
                    <a:pt x="312792" y="-1421"/>
                    <a:pt x="317883" y="3673"/>
                    <a:pt x="321423" y="10751"/>
                  </a:cubicBezTo>
                  <a:cubicBezTo>
                    <a:pt x="325187" y="18712"/>
                    <a:pt x="328069" y="32211"/>
                    <a:pt x="328069" y="32648"/>
                  </a:cubicBezTo>
                  <a:cubicBezTo>
                    <a:pt x="328069" y="34862"/>
                    <a:pt x="326076" y="34862"/>
                    <a:pt x="325409" y="34862"/>
                  </a:cubicBezTo>
                  <a:cubicBezTo>
                    <a:pt x="323194" y="34862"/>
                    <a:pt x="322972" y="33981"/>
                    <a:pt x="322312" y="30878"/>
                  </a:cubicBezTo>
                  <a:cubicBezTo>
                    <a:pt x="319216" y="18490"/>
                    <a:pt x="315008" y="3451"/>
                    <a:pt x="305708" y="3451"/>
                  </a:cubicBezTo>
                  <a:cubicBezTo>
                    <a:pt x="301064" y="3451"/>
                    <a:pt x="298849" y="6324"/>
                    <a:pt x="298849" y="13625"/>
                  </a:cubicBezTo>
                  <a:cubicBezTo>
                    <a:pt x="298849" y="18490"/>
                    <a:pt x="301508" y="28887"/>
                    <a:pt x="303280" y="36632"/>
                  </a:cubicBezTo>
                  <a:lnTo>
                    <a:pt x="309472" y="60527"/>
                  </a:lnTo>
                  <a:cubicBezTo>
                    <a:pt x="310139" y="63844"/>
                    <a:pt x="312348" y="72250"/>
                    <a:pt x="313237" y="75567"/>
                  </a:cubicBezTo>
                  <a:cubicBezTo>
                    <a:pt x="314341" y="80654"/>
                    <a:pt x="316556" y="89065"/>
                    <a:pt x="316556" y="90391"/>
                  </a:cubicBezTo>
                  <a:cubicBezTo>
                    <a:pt x="316556" y="94374"/>
                    <a:pt x="313459" y="96367"/>
                    <a:pt x="310139" y="96367"/>
                  </a:cubicBezTo>
                  <a:cubicBezTo>
                    <a:pt x="309028" y="96367"/>
                    <a:pt x="303280" y="96145"/>
                    <a:pt x="301508" y="88622"/>
                  </a:cubicBezTo>
                  <a:cubicBezTo>
                    <a:pt x="297300" y="72472"/>
                    <a:pt x="287558" y="33759"/>
                    <a:pt x="284905" y="22029"/>
                  </a:cubicBezTo>
                  <a:cubicBezTo>
                    <a:pt x="284683" y="21148"/>
                    <a:pt x="275830" y="3451"/>
                    <a:pt x="259671" y="3451"/>
                  </a:cubicBezTo>
                  <a:cubicBezTo>
                    <a:pt x="248156" y="3451"/>
                    <a:pt x="245950" y="13403"/>
                    <a:pt x="245950" y="21586"/>
                  </a:cubicBezTo>
                  <a:cubicBezTo>
                    <a:pt x="245950" y="33981"/>
                    <a:pt x="252143" y="51456"/>
                    <a:pt x="257900" y="66718"/>
                  </a:cubicBezTo>
                  <a:cubicBezTo>
                    <a:pt x="260553" y="73353"/>
                    <a:pt x="261665" y="76454"/>
                    <a:pt x="261665" y="80654"/>
                  </a:cubicBezTo>
                  <a:cubicBezTo>
                    <a:pt x="261665" y="90613"/>
                    <a:pt x="254581" y="98796"/>
                    <a:pt x="243512" y="98796"/>
                  </a:cubicBezTo>
                  <a:cubicBezTo>
                    <a:pt x="222485" y="98796"/>
                    <a:pt x="214292" y="66718"/>
                    <a:pt x="214292" y="64727"/>
                  </a:cubicBezTo>
                  <a:cubicBezTo>
                    <a:pt x="214292" y="62520"/>
                    <a:pt x="216508" y="62520"/>
                    <a:pt x="216952" y="62520"/>
                  </a:cubicBezTo>
                  <a:cubicBezTo>
                    <a:pt x="219167" y="62520"/>
                    <a:pt x="219390" y="62956"/>
                    <a:pt x="220492" y="66496"/>
                  </a:cubicBezTo>
                  <a:cubicBezTo>
                    <a:pt x="226027" y="85741"/>
                    <a:pt x="234435" y="93931"/>
                    <a:pt x="242846" y="93931"/>
                  </a:cubicBezTo>
                  <a:cubicBezTo>
                    <a:pt x="244839" y="93931"/>
                    <a:pt x="248379" y="93709"/>
                    <a:pt x="248379" y="86629"/>
                  </a:cubicBezTo>
                  <a:cubicBezTo>
                    <a:pt x="248379" y="81321"/>
                    <a:pt x="245950" y="74908"/>
                    <a:pt x="244617" y="71583"/>
                  </a:cubicBezTo>
                  <a:cubicBezTo>
                    <a:pt x="236428" y="49687"/>
                    <a:pt x="231784" y="35965"/>
                    <a:pt x="231784" y="25125"/>
                  </a:cubicBezTo>
                  <a:cubicBezTo>
                    <a:pt x="231784" y="4111"/>
                    <a:pt x="247054" y="-1421"/>
                    <a:pt x="259005" y="-1421"/>
                  </a:cubicBezTo>
                  <a:cubicBezTo>
                    <a:pt x="273615" y="-1421"/>
                    <a:pt x="281585" y="8538"/>
                    <a:pt x="285350" y="13403"/>
                  </a:cubicBezTo>
                  <a:close/>
                  <a:moveTo>
                    <a:pt x="422156" y="85082"/>
                  </a:moveTo>
                  <a:cubicBezTo>
                    <a:pt x="418614" y="85082"/>
                    <a:pt x="415519" y="85082"/>
                    <a:pt x="412415" y="81986"/>
                  </a:cubicBezTo>
                  <a:cubicBezTo>
                    <a:pt x="408873" y="78663"/>
                    <a:pt x="408435" y="74908"/>
                    <a:pt x="408435" y="73353"/>
                  </a:cubicBezTo>
                  <a:cubicBezTo>
                    <a:pt x="408435" y="68044"/>
                    <a:pt x="412415" y="65614"/>
                    <a:pt x="416621" y="65614"/>
                  </a:cubicBezTo>
                  <a:cubicBezTo>
                    <a:pt x="423039" y="65614"/>
                    <a:pt x="429018" y="70924"/>
                    <a:pt x="429018" y="79773"/>
                  </a:cubicBezTo>
                  <a:cubicBezTo>
                    <a:pt x="429018" y="90613"/>
                    <a:pt x="418614" y="98796"/>
                    <a:pt x="402902" y="98796"/>
                  </a:cubicBezTo>
                  <a:cubicBezTo>
                    <a:pt x="373015" y="98796"/>
                    <a:pt x="343579" y="67162"/>
                    <a:pt x="343579" y="35965"/>
                  </a:cubicBezTo>
                  <a:cubicBezTo>
                    <a:pt x="343579" y="16061"/>
                    <a:pt x="356418" y="-1421"/>
                    <a:pt x="379437" y="-1421"/>
                  </a:cubicBezTo>
                  <a:cubicBezTo>
                    <a:pt x="411088" y="-1421"/>
                    <a:pt x="429685" y="22029"/>
                    <a:pt x="429685" y="24687"/>
                  </a:cubicBezTo>
                  <a:cubicBezTo>
                    <a:pt x="429685" y="26013"/>
                    <a:pt x="428352" y="27561"/>
                    <a:pt x="427025" y="27561"/>
                  </a:cubicBezTo>
                  <a:cubicBezTo>
                    <a:pt x="425921" y="27561"/>
                    <a:pt x="425476" y="27117"/>
                    <a:pt x="424150" y="25348"/>
                  </a:cubicBezTo>
                  <a:cubicBezTo>
                    <a:pt x="406664" y="3451"/>
                    <a:pt x="382534" y="3451"/>
                    <a:pt x="379881" y="3451"/>
                  </a:cubicBezTo>
                  <a:cubicBezTo>
                    <a:pt x="365931" y="3451"/>
                    <a:pt x="359960" y="14292"/>
                    <a:pt x="359960" y="27561"/>
                  </a:cubicBezTo>
                  <a:cubicBezTo>
                    <a:pt x="359960" y="36632"/>
                    <a:pt x="364382" y="58091"/>
                    <a:pt x="371911" y="71805"/>
                  </a:cubicBezTo>
                  <a:cubicBezTo>
                    <a:pt x="378770" y="84415"/>
                    <a:pt x="390943" y="93931"/>
                    <a:pt x="403122" y="93931"/>
                  </a:cubicBezTo>
                  <a:cubicBezTo>
                    <a:pt x="410644" y="93931"/>
                    <a:pt x="419059" y="91051"/>
                    <a:pt x="422156" y="85082"/>
                  </a:cubicBezTo>
                  <a:close/>
                </a:path>
              </a:pathLst>
            </a:custGeom>
            <a:grpFill/>
            <a:ln w="22911" cap="flat">
              <a:noFill/>
              <a:prstDash val="solid"/>
              <a:miter/>
            </a:ln>
          </p:spPr>
          <p:txBody>
            <a:bodyPr/>
            <a:lstStyle/>
            <a:p>
              <a:endParaRPr lang="en-GB"/>
            </a:p>
          </p:txBody>
        </p:sp>
      </p:grpSp>
      <p:sp>
        <p:nvSpPr>
          <p:cNvPr id="49" name="TextBox 48">
            <a:extLst>
              <a:ext uri="{FF2B5EF4-FFF2-40B4-BE49-F238E27FC236}">
                <a16:creationId xmlns:a16="http://schemas.microsoft.com/office/drawing/2014/main" id="{5289BA78-6BE9-70B9-6813-62C8AB4A7BC7}"/>
              </a:ext>
            </a:extLst>
          </p:cNvPr>
          <p:cNvSpPr txBox="1"/>
          <p:nvPr/>
        </p:nvSpPr>
        <p:spPr>
          <a:xfrm>
            <a:off x="7222974" y="3537879"/>
            <a:ext cx="4130826" cy="523220"/>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200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Variation in the hourly wage corresponding to an </a:t>
            </a: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additional year of education</a:t>
            </a: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a:t>
            </a:r>
            <a:endParaRPr kumimoji="0" lang="es-CO" sz="14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0" name="TextBox 49">
            <a:extLst>
              <a:ext uri="{FF2B5EF4-FFF2-40B4-BE49-F238E27FC236}">
                <a16:creationId xmlns:a16="http://schemas.microsoft.com/office/drawing/2014/main" id="{3DB81391-28F8-4499-EDAB-6F629B1C638C}"/>
              </a:ext>
            </a:extLst>
          </p:cNvPr>
          <p:cNvSpPr txBox="1"/>
          <p:nvPr/>
        </p:nvSpPr>
        <p:spPr>
          <a:xfrm>
            <a:off x="914792" y="1848322"/>
            <a:ext cx="6943333" cy="33855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60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chemeClr val="bg1"/>
                </a:solidFill>
                <a:effectLst/>
                <a:uLnTx/>
                <a:uFillTx/>
                <a:latin typeface="Aptos" panose="020B0004020202020204"/>
                <a:ea typeface="+mn-ea"/>
                <a:cs typeface="+mn-cs"/>
              </a:rPr>
              <a:t>How can we study the relationship between years of education and wages?</a:t>
            </a:r>
            <a:endParaRPr kumimoji="0" lang="es-CO" sz="1600" b="1" i="1" u="none" strike="noStrike" kern="1200" cap="none" spc="0" normalizeH="0" baseline="0" noProof="0">
              <a:ln>
                <a:noFill/>
              </a:ln>
              <a:solidFill>
                <a:schemeClr val="bg1"/>
              </a:solidFill>
              <a:effectLst/>
              <a:uLnTx/>
              <a:uFillTx/>
              <a:latin typeface="Aptos" panose="020B0004020202020204"/>
              <a:ea typeface="+mn-ea"/>
              <a:cs typeface="+mn-cs"/>
            </a:endParaRPr>
          </a:p>
        </p:txBody>
      </p:sp>
      <p:grpSp>
        <p:nvGrpSpPr>
          <p:cNvPr id="109" name="Group 108" descr="\documentclass{article}&#10;\usepackage{amsmath}&#10;\pagestyle{empty}&#10;\begin{document}&#10;&#10;&#10;$\hat{wage} =  \hat{\beta_0} + \hat{\beta_1}educ $&#10;\end{document}" title="IguanaTex Shape Display">
            <a:extLst>
              <a:ext uri="{FF2B5EF4-FFF2-40B4-BE49-F238E27FC236}">
                <a16:creationId xmlns:a16="http://schemas.microsoft.com/office/drawing/2014/main" id="{06BAB9E7-6263-AA9C-3573-8A2182DF40B6}"/>
              </a:ext>
            </a:extLst>
          </p:cNvPr>
          <p:cNvGrpSpPr>
            <a:grpSpLocks noChangeAspect="1"/>
          </p:cNvGrpSpPr>
          <p:nvPr>
            <p:custDataLst>
              <p:tags r:id="rId3"/>
            </p:custDataLst>
          </p:nvPr>
        </p:nvGrpSpPr>
        <p:grpSpPr>
          <a:xfrm>
            <a:off x="2019300" y="2628900"/>
            <a:ext cx="1946329" cy="257272"/>
            <a:chOff x="5330214" y="-13287358"/>
            <a:chExt cx="1946329" cy="257272"/>
          </a:xfrm>
        </p:grpSpPr>
        <p:sp>
          <p:nvSpPr>
            <p:cNvPr id="96" name="Freeform: Shape 95">
              <a:extLst>
                <a:ext uri="{FF2B5EF4-FFF2-40B4-BE49-F238E27FC236}">
                  <a16:creationId xmlns:a16="http://schemas.microsoft.com/office/drawing/2014/main" id="{94A149C6-D0D7-1C94-D2A2-302A86788E45}"/>
                </a:ext>
              </a:extLst>
            </p:cNvPr>
            <p:cNvSpPr/>
            <p:nvPr>
              <p:custDataLst>
                <p:tags r:id="rId14"/>
              </p:custDataLst>
            </p:nvPr>
          </p:nvSpPr>
          <p:spPr>
            <a:xfrm flipV="1">
              <a:off x="5543176" y="-13228972"/>
              <a:ext cx="59093" cy="34069"/>
            </a:xfrm>
            <a:custGeom>
              <a:avLst/>
              <a:gdLst>
                <a:gd name="csX0" fmla="*/ 29658 w 59093"/>
                <a:gd name="csY0" fmla="*/ 32643 h 34069"/>
                <a:gd name="csX1" fmla="*/ 0 w 59093"/>
                <a:gd name="csY1" fmla="*/ 2556 h 34069"/>
                <a:gd name="csX2" fmla="*/ 3979 w 59093"/>
                <a:gd name="csY2" fmla="*/ -1427 h 34069"/>
                <a:gd name="csX3" fmla="*/ 29658 w 59093"/>
                <a:gd name="csY3" fmla="*/ 21136 h 34069"/>
                <a:gd name="csX4" fmla="*/ 55115 w 59093"/>
                <a:gd name="csY4" fmla="*/ -1427 h 34069"/>
                <a:gd name="csX5" fmla="*/ 59093 w 59093"/>
                <a:gd name="csY5" fmla="*/ 2556 h 34069"/>
                <a:gd name="csX6" fmla="*/ 29658 w 59093"/>
                <a:gd name="csY6" fmla="*/ 32643 h 34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093" h="34069">
                  <a:moveTo>
                    <a:pt x="29658" y="32643"/>
                  </a:moveTo>
                  <a:lnTo>
                    <a:pt x="0" y="2556"/>
                  </a:lnTo>
                  <a:lnTo>
                    <a:pt x="3979" y="-1427"/>
                  </a:lnTo>
                  <a:lnTo>
                    <a:pt x="29658" y="21136"/>
                  </a:lnTo>
                  <a:lnTo>
                    <a:pt x="55115" y="-1427"/>
                  </a:lnTo>
                  <a:lnTo>
                    <a:pt x="59093" y="2556"/>
                  </a:lnTo>
                  <a:lnTo>
                    <a:pt x="29658" y="32643"/>
                  </a:lnTo>
                  <a:close/>
                </a:path>
              </a:pathLst>
            </a:custGeom>
            <a:solidFill>
              <a:schemeClr val="bg1"/>
            </a:solidFill>
            <a:ln w="22911" cap="flat">
              <a:noFill/>
              <a:prstDash val="solid"/>
              <a:miter/>
            </a:ln>
          </p:spPr>
          <p:txBody>
            <a:bodyPr/>
            <a:lstStyle/>
            <a:p>
              <a:endParaRPr lang="en-GB"/>
            </a:p>
          </p:txBody>
        </p:sp>
        <p:sp>
          <p:nvSpPr>
            <p:cNvPr id="97" name="Freeform: Shape 96">
              <a:extLst>
                <a:ext uri="{FF2B5EF4-FFF2-40B4-BE49-F238E27FC236}">
                  <a16:creationId xmlns:a16="http://schemas.microsoft.com/office/drawing/2014/main" id="{7544C349-6642-CE85-5239-E3167B68DD86}"/>
                </a:ext>
              </a:extLst>
            </p:cNvPr>
            <p:cNvSpPr/>
            <p:nvPr>
              <p:custDataLst>
                <p:tags r:id="rId15"/>
              </p:custDataLst>
            </p:nvPr>
          </p:nvSpPr>
          <p:spPr>
            <a:xfrm flipV="1">
              <a:off x="5330214" y="-13173221"/>
              <a:ext cx="146531" cy="100217"/>
            </a:xfrm>
            <a:custGeom>
              <a:avLst/>
              <a:gdLst>
                <a:gd name="csX0" fmla="*/ 95848 w 146531"/>
                <a:gd name="csY0" fmla="*/ 76014 h 100217"/>
                <a:gd name="csX1" fmla="*/ 99167 w 146531"/>
                <a:gd name="csY1" fmla="*/ 90393 h 100217"/>
                <a:gd name="csX2" fmla="*/ 92744 w 146531"/>
                <a:gd name="csY2" fmla="*/ 96369 h 100217"/>
                <a:gd name="csX3" fmla="*/ 84557 w 146531"/>
                <a:gd name="csY3" fmla="*/ 90172 h 100217"/>
                <a:gd name="csX4" fmla="*/ 71940 w 146531"/>
                <a:gd name="csY4" fmla="*/ 40619 h 100217"/>
                <a:gd name="csX5" fmla="*/ 69947 w 146531"/>
                <a:gd name="csY5" fmla="*/ 26016 h 100217"/>
                <a:gd name="csX6" fmla="*/ 70169 w 146531"/>
                <a:gd name="csY6" fmla="*/ 22032 h 100217"/>
                <a:gd name="csX7" fmla="*/ 49802 w 146531"/>
                <a:gd name="csY7" fmla="*/ 3453 h 100217"/>
                <a:gd name="csX8" fmla="*/ 32095 w 146531"/>
                <a:gd name="csY8" fmla="*/ 23580 h 100217"/>
                <a:gd name="csX9" fmla="*/ 43608 w 146531"/>
                <a:gd name="csY9" fmla="*/ 66498 h 100217"/>
                <a:gd name="csX10" fmla="*/ 47372 w 146531"/>
                <a:gd name="csY10" fmla="*/ 80656 h 100217"/>
                <a:gd name="csX11" fmla="*/ 29220 w 146531"/>
                <a:gd name="csY11" fmla="*/ 98799 h 100217"/>
                <a:gd name="csX12" fmla="*/ 0 w 146531"/>
                <a:gd name="csY12" fmla="*/ 64729 h 100217"/>
                <a:gd name="csX13" fmla="*/ 2660 w 146531"/>
                <a:gd name="csY13" fmla="*/ 62522 h 100217"/>
                <a:gd name="csX14" fmla="*/ 6201 w 146531"/>
                <a:gd name="csY14" fmla="*/ 66498 h 100217"/>
                <a:gd name="csX15" fmla="*/ 28554 w 146531"/>
                <a:gd name="csY15" fmla="*/ 93934 h 100217"/>
                <a:gd name="csX16" fmla="*/ 34088 w 146531"/>
                <a:gd name="csY16" fmla="*/ 86631 h 100217"/>
                <a:gd name="csX17" fmla="*/ 30109 w 146531"/>
                <a:gd name="csY17" fmla="*/ 71149 h 100217"/>
                <a:gd name="csX18" fmla="*/ 17707 w 146531"/>
                <a:gd name="csY18" fmla="*/ 26460 h 100217"/>
                <a:gd name="csX19" fmla="*/ 49143 w 146531"/>
                <a:gd name="csY19" fmla="*/ -1419 h 100217"/>
                <a:gd name="csX20" fmla="*/ 72162 w 146531"/>
                <a:gd name="csY20" fmla="*/ 14072 h 100217"/>
                <a:gd name="csX21" fmla="*/ 99827 w 146531"/>
                <a:gd name="csY21" fmla="*/ -1419 h 100217"/>
                <a:gd name="csX22" fmla="*/ 131922 w 146531"/>
                <a:gd name="csY22" fmla="*/ 25793 h 100217"/>
                <a:gd name="csX23" fmla="*/ 146532 w 146531"/>
                <a:gd name="csY23" fmla="*/ 83315 h 100217"/>
                <a:gd name="csX24" fmla="*/ 136797 w 146531"/>
                <a:gd name="csY24" fmla="*/ 98799 h 100217"/>
                <a:gd name="csX25" fmla="*/ 125728 w 146531"/>
                <a:gd name="csY25" fmla="*/ 88179 h 100217"/>
                <a:gd name="csX26" fmla="*/ 129047 w 146531"/>
                <a:gd name="csY26" fmla="*/ 82204 h 100217"/>
                <a:gd name="csX27" fmla="*/ 137019 w 146531"/>
                <a:gd name="csY27" fmla="*/ 63403 h 100217"/>
                <a:gd name="csX28" fmla="*/ 124839 w 146531"/>
                <a:gd name="csY28" fmla="*/ 22921 h 100217"/>
                <a:gd name="csX29" fmla="*/ 100493 w 146531"/>
                <a:gd name="csY29" fmla="*/ 3453 h 100217"/>
                <a:gd name="csX30" fmla="*/ 84113 w 146531"/>
                <a:gd name="csY30" fmla="*/ 22699 h 100217"/>
                <a:gd name="csX31" fmla="*/ 86550 w 146531"/>
                <a:gd name="csY31" fmla="*/ 38848 h 100217"/>
                <a:gd name="csX32" fmla="*/ 95848 w 146531"/>
                <a:gd name="csY32" fmla="*/ 76014 h 10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46531" h="100217">
                  <a:moveTo>
                    <a:pt x="95848" y="76014"/>
                  </a:moveTo>
                  <a:cubicBezTo>
                    <a:pt x="96952" y="80879"/>
                    <a:pt x="99167" y="89067"/>
                    <a:pt x="99167" y="90393"/>
                  </a:cubicBezTo>
                  <a:cubicBezTo>
                    <a:pt x="99167" y="94377"/>
                    <a:pt x="96070" y="96369"/>
                    <a:pt x="92744" y="96369"/>
                  </a:cubicBezTo>
                  <a:cubicBezTo>
                    <a:pt x="90091" y="96369"/>
                    <a:pt x="86106" y="94599"/>
                    <a:pt x="84557" y="90172"/>
                  </a:cubicBezTo>
                  <a:cubicBezTo>
                    <a:pt x="83890" y="88624"/>
                    <a:pt x="73488" y="46371"/>
                    <a:pt x="71940" y="40619"/>
                  </a:cubicBezTo>
                  <a:cubicBezTo>
                    <a:pt x="70391" y="33983"/>
                    <a:pt x="69947" y="30000"/>
                    <a:pt x="69947" y="26016"/>
                  </a:cubicBezTo>
                  <a:cubicBezTo>
                    <a:pt x="69947" y="23580"/>
                    <a:pt x="69947" y="23143"/>
                    <a:pt x="70169" y="22032"/>
                  </a:cubicBezTo>
                  <a:cubicBezTo>
                    <a:pt x="65079" y="10311"/>
                    <a:pt x="58441" y="3453"/>
                    <a:pt x="49802" y="3453"/>
                  </a:cubicBezTo>
                  <a:cubicBezTo>
                    <a:pt x="32095" y="3453"/>
                    <a:pt x="32095" y="19818"/>
                    <a:pt x="32095" y="23580"/>
                  </a:cubicBezTo>
                  <a:cubicBezTo>
                    <a:pt x="32095" y="30660"/>
                    <a:pt x="33206" y="39293"/>
                    <a:pt x="43608" y="66498"/>
                  </a:cubicBezTo>
                  <a:cubicBezTo>
                    <a:pt x="46046" y="73140"/>
                    <a:pt x="47372" y="76235"/>
                    <a:pt x="47372" y="80656"/>
                  </a:cubicBezTo>
                  <a:cubicBezTo>
                    <a:pt x="47372" y="90615"/>
                    <a:pt x="40067" y="98799"/>
                    <a:pt x="29220" y="98799"/>
                  </a:cubicBezTo>
                  <a:cubicBezTo>
                    <a:pt x="8194" y="98799"/>
                    <a:pt x="0" y="66720"/>
                    <a:pt x="0" y="64729"/>
                  </a:cubicBezTo>
                  <a:cubicBezTo>
                    <a:pt x="0" y="62522"/>
                    <a:pt x="2215" y="62522"/>
                    <a:pt x="2660" y="62522"/>
                  </a:cubicBezTo>
                  <a:cubicBezTo>
                    <a:pt x="4875" y="62522"/>
                    <a:pt x="5097" y="62959"/>
                    <a:pt x="6201" y="66498"/>
                  </a:cubicBezTo>
                  <a:cubicBezTo>
                    <a:pt x="12180" y="87076"/>
                    <a:pt x="20811" y="93934"/>
                    <a:pt x="28554" y="93934"/>
                  </a:cubicBezTo>
                  <a:cubicBezTo>
                    <a:pt x="30547" y="93934"/>
                    <a:pt x="34088" y="93711"/>
                    <a:pt x="34088" y="86631"/>
                  </a:cubicBezTo>
                  <a:cubicBezTo>
                    <a:pt x="34088" y="81101"/>
                    <a:pt x="31658" y="74910"/>
                    <a:pt x="30109" y="71149"/>
                  </a:cubicBezTo>
                  <a:cubicBezTo>
                    <a:pt x="20367" y="45039"/>
                    <a:pt x="17707" y="34864"/>
                    <a:pt x="17707" y="26460"/>
                  </a:cubicBezTo>
                  <a:cubicBezTo>
                    <a:pt x="17707" y="6327"/>
                    <a:pt x="32539" y="-1419"/>
                    <a:pt x="49143" y="-1419"/>
                  </a:cubicBezTo>
                  <a:cubicBezTo>
                    <a:pt x="52906" y="-1419"/>
                    <a:pt x="63308" y="-1419"/>
                    <a:pt x="72162" y="14072"/>
                  </a:cubicBezTo>
                  <a:cubicBezTo>
                    <a:pt x="77919" y="-86"/>
                    <a:pt x="93188" y="-1419"/>
                    <a:pt x="99827" y="-1419"/>
                  </a:cubicBezTo>
                  <a:cubicBezTo>
                    <a:pt x="116430" y="-1419"/>
                    <a:pt x="126172" y="12524"/>
                    <a:pt x="131922" y="25793"/>
                  </a:cubicBezTo>
                  <a:cubicBezTo>
                    <a:pt x="139449" y="43048"/>
                    <a:pt x="146532" y="72695"/>
                    <a:pt x="146532" y="83315"/>
                  </a:cubicBezTo>
                  <a:cubicBezTo>
                    <a:pt x="146532" y="95480"/>
                    <a:pt x="140560" y="98799"/>
                    <a:pt x="136797" y="98799"/>
                  </a:cubicBezTo>
                  <a:cubicBezTo>
                    <a:pt x="131262" y="98799"/>
                    <a:pt x="125728" y="93044"/>
                    <a:pt x="125728" y="88179"/>
                  </a:cubicBezTo>
                  <a:cubicBezTo>
                    <a:pt x="125728" y="85306"/>
                    <a:pt x="127054" y="83973"/>
                    <a:pt x="129047" y="82204"/>
                  </a:cubicBezTo>
                  <a:cubicBezTo>
                    <a:pt x="131485" y="79775"/>
                    <a:pt x="137019" y="74021"/>
                    <a:pt x="137019" y="63403"/>
                  </a:cubicBezTo>
                  <a:cubicBezTo>
                    <a:pt x="137019" y="55880"/>
                    <a:pt x="130596" y="34199"/>
                    <a:pt x="124839" y="22921"/>
                  </a:cubicBezTo>
                  <a:cubicBezTo>
                    <a:pt x="119090" y="11192"/>
                    <a:pt x="111340" y="3453"/>
                    <a:pt x="100493" y="3453"/>
                  </a:cubicBezTo>
                  <a:cubicBezTo>
                    <a:pt x="90091" y="3453"/>
                    <a:pt x="84113" y="10088"/>
                    <a:pt x="84113" y="22699"/>
                  </a:cubicBezTo>
                  <a:cubicBezTo>
                    <a:pt x="84113" y="28889"/>
                    <a:pt x="85661" y="35754"/>
                    <a:pt x="86550" y="38848"/>
                  </a:cubicBezTo>
                  <a:lnTo>
                    <a:pt x="95848" y="76014"/>
                  </a:lnTo>
                  <a:close/>
                </a:path>
              </a:pathLst>
            </a:custGeom>
            <a:solidFill>
              <a:schemeClr val="bg1"/>
            </a:solidFill>
            <a:ln w="22911" cap="flat">
              <a:noFill/>
              <a:prstDash val="solid"/>
              <a:miter/>
            </a:ln>
          </p:spPr>
          <p:txBody>
            <a:bodyPr/>
            <a:lstStyle/>
            <a:p>
              <a:endParaRPr lang="en-GB"/>
            </a:p>
          </p:txBody>
        </p:sp>
        <p:sp>
          <p:nvSpPr>
            <p:cNvPr id="98" name="Freeform: Shape 97">
              <a:extLst>
                <a:ext uri="{FF2B5EF4-FFF2-40B4-BE49-F238E27FC236}">
                  <a16:creationId xmlns:a16="http://schemas.microsoft.com/office/drawing/2014/main" id="{5D00FD00-263E-F029-6BCB-64386D717DBE}"/>
                </a:ext>
              </a:extLst>
            </p:cNvPr>
            <p:cNvSpPr/>
            <p:nvPr>
              <p:custDataLst>
                <p:tags r:id="rId16"/>
              </p:custDataLst>
            </p:nvPr>
          </p:nvSpPr>
          <p:spPr>
            <a:xfrm flipV="1">
              <a:off x="5496644" y="-13173221"/>
              <a:ext cx="212949" cy="143135"/>
            </a:xfrm>
            <a:custGeom>
              <a:avLst/>
              <a:gdLst>
                <a:gd name="csX0" fmla="*/ 73711 w 212949"/>
                <a:gd name="csY0" fmla="*/ 127560 h 143135"/>
                <a:gd name="csX1" fmla="*/ 53344 w 212949"/>
                <a:gd name="csY1" fmla="*/ 141719 h 143135"/>
                <a:gd name="csX2" fmla="*/ 0 w 212949"/>
                <a:gd name="csY2" fmla="*/ 76904 h 143135"/>
                <a:gd name="csX3" fmla="*/ 29442 w 212949"/>
                <a:gd name="csY3" fmla="*/ 41502 h 143135"/>
                <a:gd name="csX4" fmla="*/ 58213 w 212949"/>
                <a:gd name="csY4" fmla="*/ 58096 h 143135"/>
                <a:gd name="csX5" fmla="*/ 78356 w 212949"/>
                <a:gd name="csY5" fmla="*/ 41502 h 143135"/>
                <a:gd name="csX6" fmla="*/ 94737 w 212949"/>
                <a:gd name="csY6" fmla="*/ 53674 h 143135"/>
                <a:gd name="csX7" fmla="*/ 101376 w 212949"/>
                <a:gd name="csY7" fmla="*/ 75571 h 143135"/>
                <a:gd name="csX8" fmla="*/ 98723 w 212949"/>
                <a:gd name="csY8" fmla="*/ 77785 h 143135"/>
                <a:gd name="csX9" fmla="*/ 95619 w 212949"/>
                <a:gd name="csY9" fmla="*/ 73801 h 143135"/>
                <a:gd name="csX10" fmla="*/ 78800 w 212949"/>
                <a:gd name="csY10" fmla="*/ 46373 h 143135"/>
                <a:gd name="csX11" fmla="*/ 72163 w 212949"/>
                <a:gd name="csY11" fmla="*/ 56548 h 143135"/>
                <a:gd name="csX12" fmla="*/ 75036 w 212949"/>
                <a:gd name="csY12" fmla="*/ 72920 h 143135"/>
                <a:gd name="csX13" fmla="*/ 79904 w 212949"/>
                <a:gd name="csY13" fmla="*/ 92831 h 143135"/>
                <a:gd name="csX14" fmla="*/ 87877 w 212949"/>
                <a:gd name="csY14" fmla="*/ 123799 h 143135"/>
                <a:gd name="csX15" fmla="*/ 89424 w 212949"/>
                <a:gd name="csY15" fmla="*/ 131322 h 143135"/>
                <a:gd name="csX16" fmla="*/ 83002 w 212949"/>
                <a:gd name="csY16" fmla="*/ 137297 h 143135"/>
                <a:gd name="csX17" fmla="*/ 73711 w 212949"/>
                <a:gd name="csY17" fmla="*/ 127560 h 143135"/>
                <a:gd name="csX18" fmla="*/ 59323 w 212949"/>
                <a:gd name="csY18" fmla="*/ 70262 h 143135"/>
                <a:gd name="csX19" fmla="*/ 54893 w 212949"/>
                <a:gd name="csY19" fmla="*/ 62080 h 143135"/>
                <a:gd name="csX20" fmla="*/ 29880 w 212949"/>
                <a:gd name="csY20" fmla="*/ 46373 h 143135"/>
                <a:gd name="csX21" fmla="*/ 15714 w 212949"/>
                <a:gd name="csY21" fmla="*/ 67167 h 143135"/>
                <a:gd name="csX22" fmla="*/ 27887 w 212949"/>
                <a:gd name="csY22" fmla="*/ 115616 h 143135"/>
                <a:gd name="csX23" fmla="*/ 53566 w 212949"/>
                <a:gd name="csY23" fmla="*/ 136854 h 143135"/>
                <a:gd name="csX24" fmla="*/ 71052 w 212949"/>
                <a:gd name="csY24" fmla="*/ 117386 h 143135"/>
                <a:gd name="csX25" fmla="*/ 70392 w 212949"/>
                <a:gd name="csY25" fmla="*/ 113624 h 143135"/>
                <a:gd name="csX26" fmla="*/ 59323 w 212949"/>
                <a:gd name="csY26" fmla="*/ 70262 h 143135"/>
                <a:gd name="csX27" fmla="*/ 212289 w 212949"/>
                <a:gd name="csY27" fmla="*/ 127338 h 143135"/>
                <a:gd name="csX28" fmla="*/ 212949 w 212949"/>
                <a:gd name="csY28" fmla="*/ 131322 h 143135"/>
                <a:gd name="csX29" fmla="*/ 206534 w 212949"/>
                <a:gd name="csY29" fmla="*/ 137297 h 143135"/>
                <a:gd name="csX30" fmla="*/ 197457 w 212949"/>
                <a:gd name="csY30" fmla="*/ 127783 h 143135"/>
                <a:gd name="csX31" fmla="*/ 176869 w 212949"/>
                <a:gd name="csY31" fmla="*/ 141719 h 143135"/>
                <a:gd name="csX32" fmla="*/ 124193 w 212949"/>
                <a:gd name="csY32" fmla="*/ 78888 h 143135"/>
                <a:gd name="csX33" fmla="*/ 153626 w 212949"/>
                <a:gd name="csY33" fmla="*/ 43937 h 143135"/>
                <a:gd name="csX34" fmla="*/ 179307 w 212949"/>
                <a:gd name="csY34" fmla="*/ 56770 h 143135"/>
                <a:gd name="csX35" fmla="*/ 179529 w 212949"/>
                <a:gd name="csY35" fmla="*/ 56548 h 143135"/>
                <a:gd name="csX36" fmla="*/ 172223 w 212949"/>
                <a:gd name="csY36" fmla="*/ 27343 h 143135"/>
                <a:gd name="csX37" fmla="*/ 140349 w 212949"/>
                <a:gd name="csY37" fmla="*/ 3455 h 143135"/>
                <a:gd name="csX38" fmla="*/ 122644 w 212949"/>
                <a:gd name="csY38" fmla="*/ 5662 h 143135"/>
                <a:gd name="csX39" fmla="*/ 131719 w 212949"/>
                <a:gd name="csY39" fmla="*/ 17169 h 143135"/>
                <a:gd name="csX40" fmla="*/ 123304 w 212949"/>
                <a:gd name="csY40" fmla="*/ 24914 h 143135"/>
                <a:gd name="csX41" fmla="*/ 111351 w 212949"/>
                <a:gd name="csY41" fmla="*/ 12082 h 143135"/>
                <a:gd name="csX42" fmla="*/ 140794 w 212949"/>
                <a:gd name="csY42" fmla="*/ -1417 h 143135"/>
                <a:gd name="csX43" fmla="*/ 187715 w 212949"/>
                <a:gd name="csY43" fmla="*/ 29114 h 143135"/>
                <a:gd name="csX44" fmla="*/ 212289 w 212949"/>
                <a:gd name="csY44" fmla="*/ 127338 h 143135"/>
                <a:gd name="csX45" fmla="*/ 183513 w 212949"/>
                <a:gd name="csY45" fmla="*/ 72254 h 143135"/>
                <a:gd name="csX46" fmla="*/ 172223 w 212949"/>
                <a:gd name="csY46" fmla="*/ 56770 h 143135"/>
                <a:gd name="csX47" fmla="*/ 154293 w 212949"/>
                <a:gd name="csY47" fmla="*/ 48802 h 143135"/>
                <a:gd name="csX48" fmla="*/ 139905 w 212949"/>
                <a:gd name="csY48" fmla="*/ 69158 h 143135"/>
                <a:gd name="csX49" fmla="*/ 152302 w 212949"/>
                <a:gd name="csY49" fmla="*/ 117164 h 143135"/>
                <a:gd name="csX50" fmla="*/ 177092 w 212949"/>
                <a:gd name="csY50" fmla="*/ 136854 h 143135"/>
                <a:gd name="csX51" fmla="*/ 194799 w 212949"/>
                <a:gd name="csY51" fmla="*/ 117831 h 143135"/>
                <a:gd name="csX52" fmla="*/ 194139 w 212949"/>
                <a:gd name="csY52" fmla="*/ 114505 h 143135"/>
                <a:gd name="csX53" fmla="*/ 183513 w 212949"/>
                <a:gd name="csY53" fmla="*/ 72254 h 143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212949" h="143135">
                  <a:moveTo>
                    <a:pt x="73711" y="127560"/>
                  </a:moveTo>
                  <a:cubicBezTo>
                    <a:pt x="69725" y="135742"/>
                    <a:pt x="63308" y="141719"/>
                    <a:pt x="53344" y="141719"/>
                  </a:cubicBezTo>
                  <a:cubicBezTo>
                    <a:pt x="27449" y="141719"/>
                    <a:pt x="0" y="109196"/>
                    <a:pt x="0" y="76904"/>
                  </a:cubicBezTo>
                  <a:cubicBezTo>
                    <a:pt x="0" y="56103"/>
                    <a:pt x="12173" y="41502"/>
                    <a:pt x="29442" y="41502"/>
                  </a:cubicBezTo>
                  <a:cubicBezTo>
                    <a:pt x="33866" y="41502"/>
                    <a:pt x="44935" y="42389"/>
                    <a:pt x="58213" y="58096"/>
                  </a:cubicBezTo>
                  <a:cubicBezTo>
                    <a:pt x="59981" y="48802"/>
                    <a:pt x="67732" y="41502"/>
                    <a:pt x="78356" y="41502"/>
                  </a:cubicBezTo>
                  <a:cubicBezTo>
                    <a:pt x="86106" y="41502"/>
                    <a:pt x="91195" y="46596"/>
                    <a:pt x="94737" y="53674"/>
                  </a:cubicBezTo>
                  <a:cubicBezTo>
                    <a:pt x="98501" y="61635"/>
                    <a:pt x="101376" y="75133"/>
                    <a:pt x="101376" y="75571"/>
                  </a:cubicBezTo>
                  <a:cubicBezTo>
                    <a:pt x="101376" y="77785"/>
                    <a:pt x="99383" y="77785"/>
                    <a:pt x="98723" y="77785"/>
                  </a:cubicBezTo>
                  <a:cubicBezTo>
                    <a:pt x="96508" y="77785"/>
                    <a:pt x="96286" y="76904"/>
                    <a:pt x="95619" y="73801"/>
                  </a:cubicBezTo>
                  <a:cubicBezTo>
                    <a:pt x="91862" y="59422"/>
                    <a:pt x="87877" y="46373"/>
                    <a:pt x="78800" y="46373"/>
                  </a:cubicBezTo>
                  <a:cubicBezTo>
                    <a:pt x="72823" y="46373"/>
                    <a:pt x="72163" y="52119"/>
                    <a:pt x="72163" y="56548"/>
                  </a:cubicBezTo>
                  <a:cubicBezTo>
                    <a:pt x="72163" y="61413"/>
                    <a:pt x="72600" y="63183"/>
                    <a:pt x="75036" y="72920"/>
                  </a:cubicBezTo>
                  <a:cubicBezTo>
                    <a:pt x="77473" y="82213"/>
                    <a:pt x="77911" y="84420"/>
                    <a:pt x="79904" y="92831"/>
                  </a:cubicBezTo>
                  <a:lnTo>
                    <a:pt x="87877" y="123799"/>
                  </a:lnTo>
                  <a:cubicBezTo>
                    <a:pt x="89424" y="129996"/>
                    <a:pt x="89424" y="130434"/>
                    <a:pt x="89424" y="131322"/>
                  </a:cubicBezTo>
                  <a:cubicBezTo>
                    <a:pt x="89424" y="135084"/>
                    <a:pt x="86766" y="137297"/>
                    <a:pt x="83002" y="137297"/>
                  </a:cubicBezTo>
                  <a:cubicBezTo>
                    <a:pt x="77689" y="137297"/>
                    <a:pt x="74369" y="132425"/>
                    <a:pt x="73711" y="127560"/>
                  </a:cubicBezTo>
                  <a:close/>
                  <a:moveTo>
                    <a:pt x="59323" y="70262"/>
                  </a:moveTo>
                  <a:cubicBezTo>
                    <a:pt x="58213" y="66278"/>
                    <a:pt x="58213" y="65841"/>
                    <a:pt x="54893" y="62080"/>
                  </a:cubicBezTo>
                  <a:cubicBezTo>
                    <a:pt x="45157" y="49913"/>
                    <a:pt x="36081" y="46373"/>
                    <a:pt x="29880" y="46373"/>
                  </a:cubicBezTo>
                  <a:cubicBezTo>
                    <a:pt x="18811" y="46373"/>
                    <a:pt x="15714" y="58539"/>
                    <a:pt x="15714" y="67167"/>
                  </a:cubicBezTo>
                  <a:cubicBezTo>
                    <a:pt x="15714" y="78229"/>
                    <a:pt x="22797" y="105443"/>
                    <a:pt x="27887" y="115616"/>
                  </a:cubicBezTo>
                  <a:cubicBezTo>
                    <a:pt x="34755" y="128664"/>
                    <a:pt x="44712" y="136854"/>
                    <a:pt x="53566" y="136854"/>
                  </a:cubicBezTo>
                  <a:cubicBezTo>
                    <a:pt x="67954" y="136854"/>
                    <a:pt x="71052" y="118712"/>
                    <a:pt x="71052" y="117386"/>
                  </a:cubicBezTo>
                  <a:cubicBezTo>
                    <a:pt x="71052" y="116060"/>
                    <a:pt x="70607" y="114728"/>
                    <a:pt x="70392" y="113624"/>
                  </a:cubicBezTo>
                  <a:lnTo>
                    <a:pt x="59323" y="70262"/>
                  </a:lnTo>
                  <a:close/>
                  <a:moveTo>
                    <a:pt x="212289" y="127338"/>
                  </a:moveTo>
                  <a:cubicBezTo>
                    <a:pt x="212505" y="128664"/>
                    <a:pt x="212949" y="129774"/>
                    <a:pt x="212949" y="131322"/>
                  </a:cubicBezTo>
                  <a:cubicBezTo>
                    <a:pt x="212949" y="135084"/>
                    <a:pt x="210298" y="137297"/>
                    <a:pt x="206534" y="137297"/>
                  </a:cubicBezTo>
                  <a:cubicBezTo>
                    <a:pt x="204319" y="137297"/>
                    <a:pt x="198339" y="135742"/>
                    <a:pt x="197457" y="127783"/>
                  </a:cubicBezTo>
                  <a:cubicBezTo>
                    <a:pt x="193473" y="135965"/>
                    <a:pt x="185722" y="141719"/>
                    <a:pt x="176869" y="141719"/>
                  </a:cubicBezTo>
                  <a:cubicBezTo>
                    <a:pt x="151642" y="141719"/>
                    <a:pt x="124193" y="110751"/>
                    <a:pt x="124193" y="78888"/>
                  </a:cubicBezTo>
                  <a:cubicBezTo>
                    <a:pt x="124193" y="56992"/>
                    <a:pt x="137692" y="43937"/>
                    <a:pt x="153626" y="43937"/>
                  </a:cubicBezTo>
                  <a:cubicBezTo>
                    <a:pt x="166690" y="43937"/>
                    <a:pt x="177092" y="54334"/>
                    <a:pt x="179307" y="56770"/>
                  </a:cubicBezTo>
                  <a:lnTo>
                    <a:pt x="179529" y="56548"/>
                  </a:lnTo>
                  <a:cubicBezTo>
                    <a:pt x="174883" y="36859"/>
                    <a:pt x="172223" y="27788"/>
                    <a:pt x="172223" y="27343"/>
                  </a:cubicBezTo>
                  <a:cubicBezTo>
                    <a:pt x="171341" y="25352"/>
                    <a:pt x="163815" y="3455"/>
                    <a:pt x="140349" y="3455"/>
                  </a:cubicBezTo>
                  <a:cubicBezTo>
                    <a:pt x="136143" y="3455"/>
                    <a:pt x="128837" y="3677"/>
                    <a:pt x="122644" y="5662"/>
                  </a:cubicBezTo>
                  <a:cubicBezTo>
                    <a:pt x="129281" y="7654"/>
                    <a:pt x="131719" y="13407"/>
                    <a:pt x="131719" y="17169"/>
                  </a:cubicBezTo>
                  <a:cubicBezTo>
                    <a:pt x="131719" y="20708"/>
                    <a:pt x="129281" y="24914"/>
                    <a:pt x="123304" y="24914"/>
                  </a:cubicBezTo>
                  <a:cubicBezTo>
                    <a:pt x="118435" y="24914"/>
                    <a:pt x="111351" y="20930"/>
                    <a:pt x="111351" y="12082"/>
                  </a:cubicBezTo>
                  <a:cubicBezTo>
                    <a:pt x="111351" y="3010"/>
                    <a:pt x="119546" y="-1417"/>
                    <a:pt x="140794" y="-1417"/>
                  </a:cubicBezTo>
                  <a:cubicBezTo>
                    <a:pt x="168459" y="-1417"/>
                    <a:pt x="184395" y="15843"/>
                    <a:pt x="187715" y="29114"/>
                  </a:cubicBezTo>
                  <a:lnTo>
                    <a:pt x="212289" y="127338"/>
                  </a:lnTo>
                  <a:close/>
                  <a:moveTo>
                    <a:pt x="183513" y="72254"/>
                  </a:moveTo>
                  <a:cubicBezTo>
                    <a:pt x="182180" y="66500"/>
                    <a:pt x="177092" y="60968"/>
                    <a:pt x="172223" y="56770"/>
                  </a:cubicBezTo>
                  <a:cubicBezTo>
                    <a:pt x="167579" y="52786"/>
                    <a:pt x="160710" y="48802"/>
                    <a:pt x="154293" y="48802"/>
                  </a:cubicBezTo>
                  <a:cubicBezTo>
                    <a:pt x="143225" y="48802"/>
                    <a:pt x="139905" y="60309"/>
                    <a:pt x="139905" y="69158"/>
                  </a:cubicBezTo>
                  <a:cubicBezTo>
                    <a:pt x="139905" y="79777"/>
                    <a:pt x="146329" y="105879"/>
                    <a:pt x="152302" y="117164"/>
                  </a:cubicBezTo>
                  <a:cubicBezTo>
                    <a:pt x="158279" y="128005"/>
                    <a:pt x="167792" y="136854"/>
                    <a:pt x="177092" y="136854"/>
                  </a:cubicBezTo>
                  <a:cubicBezTo>
                    <a:pt x="191702" y="136854"/>
                    <a:pt x="194799" y="118934"/>
                    <a:pt x="194799" y="117831"/>
                  </a:cubicBezTo>
                  <a:cubicBezTo>
                    <a:pt x="194799" y="116719"/>
                    <a:pt x="194361" y="115395"/>
                    <a:pt x="194139" y="114505"/>
                  </a:cubicBezTo>
                  <a:lnTo>
                    <a:pt x="183513" y="72254"/>
                  </a:lnTo>
                  <a:close/>
                </a:path>
              </a:pathLst>
            </a:custGeom>
            <a:solidFill>
              <a:schemeClr val="bg1"/>
            </a:solidFill>
            <a:ln w="22911" cap="flat">
              <a:noFill/>
              <a:prstDash val="solid"/>
              <a:miter/>
            </a:ln>
          </p:spPr>
          <p:txBody>
            <a:bodyPr/>
            <a:lstStyle/>
            <a:p>
              <a:endParaRPr lang="en-GB"/>
            </a:p>
          </p:txBody>
        </p:sp>
        <p:sp>
          <p:nvSpPr>
            <p:cNvPr id="99" name="Freeform: Shape 98">
              <a:extLst>
                <a:ext uri="{FF2B5EF4-FFF2-40B4-BE49-F238E27FC236}">
                  <a16:creationId xmlns:a16="http://schemas.microsoft.com/office/drawing/2014/main" id="{C807CEAF-CFF7-B66B-3B19-2A01A39E46C8}"/>
                </a:ext>
              </a:extLst>
            </p:cNvPr>
            <p:cNvSpPr/>
            <p:nvPr>
              <p:custDataLst>
                <p:tags r:id="rId17"/>
              </p:custDataLst>
            </p:nvPr>
          </p:nvSpPr>
          <p:spPr>
            <a:xfrm flipV="1">
              <a:off x="5728148" y="-13173221"/>
              <a:ext cx="85001" cy="100217"/>
            </a:xfrm>
            <a:custGeom>
              <a:avLst/>
              <a:gdLst>
                <a:gd name="csX0" fmla="*/ 31213 w 85001"/>
                <a:gd name="csY0" fmla="*/ 52119 h 100217"/>
                <a:gd name="csX1" fmla="*/ 65080 w 85001"/>
                <a:gd name="csY1" fmla="*/ 57206 h 100217"/>
                <a:gd name="csX2" fmla="*/ 81677 w 85001"/>
                <a:gd name="csY2" fmla="*/ 79998 h 100217"/>
                <a:gd name="csX3" fmla="*/ 57996 w 85001"/>
                <a:gd name="csY3" fmla="*/ 98799 h 100217"/>
                <a:gd name="csX4" fmla="*/ 0 w 85001"/>
                <a:gd name="csY4" fmla="*/ 38626 h 100217"/>
                <a:gd name="csX5" fmla="*/ 34756 w 85001"/>
                <a:gd name="csY5" fmla="*/ -1419 h 100217"/>
                <a:gd name="csX6" fmla="*/ 85001 w 85001"/>
                <a:gd name="csY6" fmla="*/ 24690 h 100217"/>
                <a:gd name="csX7" fmla="*/ 82343 w 85001"/>
                <a:gd name="csY7" fmla="*/ 27564 h 100217"/>
                <a:gd name="csX8" fmla="*/ 79468 w 85001"/>
                <a:gd name="csY8" fmla="*/ 25350 h 100217"/>
                <a:gd name="csX9" fmla="*/ 35200 w 85001"/>
                <a:gd name="csY9" fmla="*/ 3453 h 100217"/>
                <a:gd name="csX10" fmla="*/ 15937 w 85001"/>
                <a:gd name="csY10" fmla="*/ 29112 h 100217"/>
                <a:gd name="csX11" fmla="*/ 19479 w 85001"/>
                <a:gd name="csY11" fmla="*/ 52119 h 100217"/>
                <a:gd name="csX12" fmla="*/ 31213 w 85001"/>
                <a:gd name="csY12" fmla="*/ 52119 h 100217"/>
                <a:gd name="csX13" fmla="*/ 20812 w 85001"/>
                <a:gd name="csY13" fmla="*/ 56990 h 100217"/>
                <a:gd name="csX14" fmla="*/ 57996 w 85001"/>
                <a:gd name="csY14" fmla="*/ 93934 h 100217"/>
                <a:gd name="csX15" fmla="*/ 74377 w 85001"/>
                <a:gd name="csY15" fmla="*/ 79998 h 100217"/>
                <a:gd name="csX16" fmla="*/ 29887 w 85001"/>
                <a:gd name="csY16" fmla="*/ 56990 h 100217"/>
                <a:gd name="csX17" fmla="*/ 20812 w 85001"/>
                <a:gd name="csY17" fmla="*/ 56990 h 10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5001" h="100217">
                  <a:moveTo>
                    <a:pt x="31213" y="52119"/>
                  </a:moveTo>
                  <a:cubicBezTo>
                    <a:pt x="37631" y="52119"/>
                    <a:pt x="54012" y="52562"/>
                    <a:pt x="65080" y="57206"/>
                  </a:cubicBezTo>
                  <a:cubicBezTo>
                    <a:pt x="80572" y="63847"/>
                    <a:pt x="81677" y="76895"/>
                    <a:pt x="81677" y="79998"/>
                  </a:cubicBezTo>
                  <a:cubicBezTo>
                    <a:pt x="81677" y="89727"/>
                    <a:pt x="73266" y="98799"/>
                    <a:pt x="57996" y="98799"/>
                  </a:cubicBezTo>
                  <a:cubicBezTo>
                    <a:pt x="33429" y="98799"/>
                    <a:pt x="0" y="77339"/>
                    <a:pt x="0" y="38626"/>
                  </a:cubicBezTo>
                  <a:cubicBezTo>
                    <a:pt x="0" y="16064"/>
                    <a:pt x="13061" y="-1419"/>
                    <a:pt x="34756" y="-1419"/>
                  </a:cubicBezTo>
                  <a:cubicBezTo>
                    <a:pt x="66407" y="-1419"/>
                    <a:pt x="85001" y="22032"/>
                    <a:pt x="85001" y="24690"/>
                  </a:cubicBezTo>
                  <a:cubicBezTo>
                    <a:pt x="85001" y="26016"/>
                    <a:pt x="83668" y="27564"/>
                    <a:pt x="82343" y="27564"/>
                  </a:cubicBezTo>
                  <a:cubicBezTo>
                    <a:pt x="81239" y="27564"/>
                    <a:pt x="80795" y="27119"/>
                    <a:pt x="79468" y="25350"/>
                  </a:cubicBezTo>
                  <a:cubicBezTo>
                    <a:pt x="61983" y="3453"/>
                    <a:pt x="37853" y="3453"/>
                    <a:pt x="35200" y="3453"/>
                  </a:cubicBezTo>
                  <a:cubicBezTo>
                    <a:pt x="17930" y="3453"/>
                    <a:pt x="15937" y="22032"/>
                    <a:pt x="15937" y="29112"/>
                  </a:cubicBezTo>
                  <a:cubicBezTo>
                    <a:pt x="15937" y="31770"/>
                    <a:pt x="16159" y="38626"/>
                    <a:pt x="19479" y="52119"/>
                  </a:cubicBezTo>
                  <a:lnTo>
                    <a:pt x="31213" y="52119"/>
                  </a:lnTo>
                  <a:close/>
                  <a:moveTo>
                    <a:pt x="20812" y="56990"/>
                  </a:moveTo>
                  <a:cubicBezTo>
                    <a:pt x="29442" y="90615"/>
                    <a:pt x="52241" y="93934"/>
                    <a:pt x="57996" y="93934"/>
                  </a:cubicBezTo>
                  <a:cubicBezTo>
                    <a:pt x="68400" y="93934"/>
                    <a:pt x="74377" y="87514"/>
                    <a:pt x="74377" y="79998"/>
                  </a:cubicBezTo>
                  <a:cubicBezTo>
                    <a:pt x="74377" y="56990"/>
                    <a:pt x="38957" y="56990"/>
                    <a:pt x="29887" y="56990"/>
                  </a:cubicBezTo>
                  <a:lnTo>
                    <a:pt x="20812" y="56990"/>
                  </a:lnTo>
                  <a:close/>
                </a:path>
              </a:pathLst>
            </a:custGeom>
            <a:solidFill>
              <a:schemeClr val="bg1"/>
            </a:solidFill>
            <a:ln w="22911" cap="flat">
              <a:noFill/>
              <a:prstDash val="solid"/>
              <a:miter/>
            </a:ln>
          </p:spPr>
          <p:txBody>
            <a:bodyPr/>
            <a:lstStyle/>
            <a:p>
              <a:endParaRPr lang="en-GB"/>
            </a:p>
          </p:txBody>
        </p:sp>
        <p:sp>
          <p:nvSpPr>
            <p:cNvPr id="100" name="Freeform: Shape 99">
              <a:extLst>
                <a:ext uri="{FF2B5EF4-FFF2-40B4-BE49-F238E27FC236}">
                  <a16:creationId xmlns:a16="http://schemas.microsoft.com/office/drawing/2014/main" id="{FD4F9BB4-BE97-008D-1AE4-39B59C4C721F}"/>
                </a:ext>
              </a:extLst>
            </p:cNvPr>
            <p:cNvSpPr/>
            <p:nvPr>
              <p:custDataLst>
                <p:tags r:id="rId18"/>
              </p:custDataLst>
            </p:nvPr>
          </p:nvSpPr>
          <p:spPr>
            <a:xfrm flipV="1">
              <a:off x="5895758" y="-13156627"/>
              <a:ext cx="147198" cy="51767"/>
            </a:xfrm>
            <a:custGeom>
              <a:avLst/>
              <a:gdLst>
                <a:gd name="csX0" fmla="*/ 139672 w 147198"/>
                <a:gd name="csY0" fmla="*/ 41499 h 51767"/>
                <a:gd name="csX1" fmla="*/ 147199 w 147198"/>
                <a:gd name="csY1" fmla="*/ 45926 h 51767"/>
                <a:gd name="csX2" fmla="*/ 139894 w 147198"/>
                <a:gd name="csY2" fmla="*/ 50348 h 51767"/>
                <a:gd name="csX3" fmla="*/ 7305 w 147198"/>
                <a:gd name="csY3" fmla="*/ 50348 h 51767"/>
                <a:gd name="csX4" fmla="*/ 0 w 147198"/>
                <a:gd name="csY4" fmla="*/ 45926 h 51767"/>
                <a:gd name="csX5" fmla="*/ 7527 w 147198"/>
                <a:gd name="csY5" fmla="*/ 41499 h 51767"/>
                <a:gd name="csX6" fmla="*/ 139672 w 147198"/>
                <a:gd name="csY6" fmla="*/ 41499 h 51767"/>
                <a:gd name="csX7" fmla="*/ 139894 w 147198"/>
                <a:gd name="csY7" fmla="*/ -1419 h 51767"/>
                <a:gd name="csX8" fmla="*/ 147199 w 147198"/>
                <a:gd name="csY8" fmla="*/ 3008 h 51767"/>
                <a:gd name="csX9" fmla="*/ 139672 w 147198"/>
                <a:gd name="csY9" fmla="*/ 7436 h 51767"/>
                <a:gd name="csX10" fmla="*/ 7527 w 147198"/>
                <a:gd name="csY10" fmla="*/ 7436 h 51767"/>
                <a:gd name="csX11" fmla="*/ 0 w 147198"/>
                <a:gd name="csY11" fmla="*/ 3008 h 51767"/>
                <a:gd name="csX12" fmla="*/ 7305 w 147198"/>
                <a:gd name="csY12" fmla="*/ -1419 h 51767"/>
                <a:gd name="csX13" fmla="*/ 139894 w 147198"/>
                <a:gd name="csY13" fmla="*/ -1419 h 51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7198" h="51767">
                  <a:moveTo>
                    <a:pt x="139672" y="41499"/>
                  </a:moveTo>
                  <a:cubicBezTo>
                    <a:pt x="142991" y="41499"/>
                    <a:pt x="147199" y="41499"/>
                    <a:pt x="147199" y="45926"/>
                  </a:cubicBezTo>
                  <a:cubicBezTo>
                    <a:pt x="147199" y="50348"/>
                    <a:pt x="142991" y="50348"/>
                    <a:pt x="139894" y="50348"/>
                  </a:cubicBezTo>
                  <a:lnTo>
                    <a:pt x="7305" y="50348"/>
                  </a:lnTo>
                  <a:cubicBezTo>
                    <a:pt x="4208" y="50348"/>
                    <a:pt x="0" y="50348"/>
                    <a:pt x="0" y="45926"/>
                  </a:cubicBezTo>
                  <a:cubicBezTo>
                    <a:pt x="0" y="41499"/>
                    <a:pt x="4208" y="41499"/>
                    <a:pt x="7527" y="41499"/>
                  </a:cubicBezTo>
                  <a:lnTo>
                    <a:pt x="139672" y="41499"/>
                  </a:lnTo>
                  <a:close/>
                  <a:moveTo>
                    <a:pt x="139894" y="-1419"/>
                  </a:moveTo>
                  <a:cubicBezTo>
                    <a:pt x="142991" y="-1419"/>
                    <a:pt x="147199" y="-1419"/>
                    <a:pt x="147199" y="3008"/>
                  </a:cubicBezTo>
                  <a:cubicBezTo>
                    <a:pt x="147199" y="7436"/>
                    <a:pt x="142991" y="7436"/>
                    <a:pt x="139672" y="7436"/>
                  </a:cubicBezTo>
                  <a:lnTo>
                    <a:pt x="7527" y="7436"/>
                  </a:lnTo>
                  <a:cubicBezTo>
                    <a:pt x="4208" y="7436"/>
                    <a:pt x="0" y="7436"/>
                    <a:pt x="0" y="3008"/>
                  </a:cubicBezTo>
                  <a:cubicBezTo>
                    <a:pt x="0" y="-1419"/>
                    <a:pt x="4208" y="-1419"/>
                    <a:pt x="7305" y="-1419"/>
                  </a:cubicBezTo>
                  <a:lnTo>
                    <a:pt x="139894" y="-1419"/>
                  </a:lnTo>
                  <a:close/>
                </a:path>
              </a:pathLst>
            </a:custGeom>
            <a:solidFill>
              <a:schemeClr val="bg1"/>
            </a:solidFill>
            <a:ln w="22911" cap="flat">
              <a:noFill/>
              <a:prstDash val="solid"/>
              <a:miter/>
            </a:ln>
          </p:spPr>
          <p:txBody>
            <a:bodyPr/>
            <a:lstStyle/>
            <a:p>
              <a:endParaRPr lang="en-GB"/>
            </a:p>
          </p:txBody>
        </p:sp>
        <p:sp>
          <p:nvSpPr>
            <p:cNvPr id="101" name="Freeform: Shape 100">
              <a:extLst>
                <a:ext uri="{FF2B5EF4-FFF2-40B4-BE49-F238E27FC236}">
                  <a16:creationId xmlns:a16="http://schemas.microsoft.com/office/drawing/2014/main" id="{05AD42A0-E74F-98F9-8DC4-6C5D1FFD7857}"/>
                </a:ext>
              </a:extLst>
            </p:cNvPr>
            <p:cNvSpPr/>
            <p:nvPr>
              <p:custDataLst>
                <p:tags r:id="rId19"/>
              </p:custDataLst>
            </p:nvPr>
          </p:nvSpPr>
          <p:spPr>
            <a:xfrm flipV="1">
              <a:off x="6199645" y="-13287358"/>
              <a:ext cx="59093" cy="34069"/>
            </a:xfrm>
            <a:custGeom>
              <a:avLst/>
              <a:gdLst>
                <a:gd name="csX0" fmla="*/ 29658 w 59093"/>
                <a:gd name="csY0" fmla="*/ 32638 h 34069"/>
                <a:gd name="csX1" fmla="*/ 0 w 59093"/>
                <a:gd name="csY1" fmla="*/ 2552 h 34069"/>
                <a:gd name="csX2" fmla="*/ 3979 w 59093"/>
                <a:gd name="csY2" fmla="*/ -1432 h 34069"/>
                <a:gd name="csX3" fmla="*/ 29658 w 59093"/>
                <a:gd name="csY3" fmla="*/ 21131 h 34069"/>
                <a:gd name="csX4" fmla="*/ 55115 w 59093"/>
                <a:gd name="csY4" fmla="*/ -1432 h 34069"/>
                <a:gd name="csX5" fmla="*/ 59093 w 59093"/>
                <a:gd name="csY5" fmla="*/ 2552 h 34069"/>
                <a:gd name="csX6" fmla="*/ 29658 w 59093"/>
                <a:gd name="csY6" fmla="*/ 32638 h 34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093" h="34069">
                  <a:moveTo>
                    <a:pt x="29658" y="32638"/>
                  </a:moveTo>
                  <a:lnTo>
                    <a:pt x="0" y="2552"/>
                  </a:lnTo>
                  <a:lnTo>
                    <a:pt x="3979" y="-1432"/>
                  </a:lnTo>
                  <a:lnTo>
                    <a:pt x="29658" y="21131"/>
                  </a:lnTo>
                  <a:lnTo>
                    <a:pt x="55115" y="-1432"/>
                  </a:lnTo>
                  <a:lnTo>
                    <a:pt x="59093" y="2552"/>
                  </a:lnTo>
                  <a:lnTo>
                    <a:pt x="29658" y="32638"/>
                  </a:lnTo>
                  <a:close/>
                </a:path>
              </a:pathLst>
            </a:custGeom>
            <a:solidFill>
              <a:schemeClr val="bg1"/>
            </a:solidFill>
            <a:ln w="22911" cap="flat">
              <a:noFill/>
              <a:prstDash val="solid"/>
              <a:miter/>
            </a:ln>
          </p:spPr>
          <p:txBody>
            <a:bodyPr/>
            <a:lstStyle/>
            <a:p>
              <a:endParaRPr lang="en-GB"/>
            </a:p>
          </p:txBody>
        </p:sp>
        <p:sp>
          <p:nvSpPr>
            <p:cNvPr id="102" name="Freeform: Shape 101">
              <a:extLst>
                <a:ext uri="{FF2B5EF4-FFF2-40B4-BE49-F238E27FC236}">
                  <a16:creationId xmlns:a16="http://schemas.microsoft.com/office/drawing/2014/main" id="{561F0361-0134-D0E2-7FE2-CF7F4F10E420}"/>
                </a:ext>
              </a:extLst>
            </p:cNvPr>
            <p:cNvSpPr/>
            <p:nvPr>
              <p:custDataLst>
                <p:tags r:id="rId20"/>
              </p:custDataLst>
            </p:nvPr>
          </p:nvSpPr>
          <p:spPr>
            <a:xfrm flipV="1">
              <a:off x="6123668" y="-13231622"/>
              <a:ext cx="120666" cy="199100"/>
            </a:xfrm>
            <a:custGeom>
              <a:avLst/>
              <a:gdLst>
                <a:gd name="csX0" fmla="*/ 120666 w 120666"/>
                <a:gd name="csY0" fmla="*/ 167373 h 199100"/>
                <a:gd name="csX1" fmla="*/ 90564 w 120666"/>
                <a:gd name="csY1" fmla="*/ 197681 h 199100"/>
                <a:gd name="csX2" fmla="*/ 63781 w 120666"/>
                <a:gd name="csY2" fmla="*/ 188396 h 199100"/>
                <a:gd name="csX3" fmla="*/ 35227 w 120666"/>
                <a:gd name="csY3" fmla="*/ 141271 h 199100"/>
                <a:gd name="csX4" fmla="*/ 28 w 120666"/>
                <a:gd name="csY4" fmla="*/ 794 h 199100"/>
                <a:gd name="csX5" fmla="*/ 2688 w 120666"/>
                <a:gd name="csY5" fmla="*/ -1419 h 199100"/>
                <a:gd name="csX6" fmla="*/ 5340 w 120666"/>
                <a:gd name="csY6" fmla="*/ -316 h 199100"/>
                <a:gd name="csX7" fmla="*/ 20839 w 120666"/>
                <a:gd name="csY7" fmla="*/ 60744 h 199100"/>
                <a:gd name="csX8" fmla="*/ 50941 w 120666"/>
                <a:gd name="csY8" fmla="*/ 39285 h 199100"/>
                <a:gd name="csX9" fmla="*/ 93661 w 120666"/>
                <a:gd name="csY9" fmla="*/ 56761 h 199100"/>
                <a:gd name="csX10" fmla="*/ 111368 w 120666"/>
                <a:gd name="csY10" fmla="*/ 97472 h 199100"/>
                <a:gd name="csX11" fmla="*/ 95209 w 120666"/>
                <a:gd name="csY11" fmla="*/ 130431 h 199100"/>
                <a:gd name="csX12" fmla="*/ 120666 w 120666"/>
                <a:gd name="csY12" fmla="*/ 167373 h 199100"/>
                <a:gd name="csX13" fmla="*/ 80822 w 120666"/>
                <a:gd name="csY13" fmla="*/ 130654 h 199100"/>
                <a:gd name="csX14" fmla="*/ 70197 w 120666"/>
                <a:gd name="csY14" fmla="*/ 129106 h 199100"/>
                <a:gd name="csX15" fmla="*/ 60455 w 120666"/>
                <a:gd name="csY15" fmla="*/ 129987 h 199100"/>
                <a:gd name="csX16" fmla="*/ 71301 w 120666"/>
                <a:gd name="csY16" fmla="*/ 131757 h 199100"/>
                <a:gd name="csX17" fmla="*/ 80822 w 120666"/>
                <a:gd name="csY17" fmla="*/ 130654 h 199100"/>
                <a:gd name="csX18" fmla="*/ 108271 w 120666"/>
                <a:gd name="csY18" fmla="*/ 172469 h 199100"/>
                <a:gd name="csX19" fmla="*/ 88349 w 120666"/>
                <a:gd name="csY19" fmla="*/ 134193 h 199100"/>
                <a:gd name="csX20" fmla="*/ 71301 w 120666"/>
                <a:gd name="csY20" fmla="*/ 136851 h 199100"/>
                <a:gd name="csX21" fmla="*/ 54261 w 120666"/>
                <a:gd name="csY21" fmla="*/ 129764 h 199100"/>
                <a:gd name="csX22" fmla="*/ 69531 w 120666"/>
                <a:gd name="csY22" fmla="*/ 124241 h 199100"/>
                <a:gd name="csX23" fmla="*/ 87682 w 120666"/>
                <a:gd name="csY23" fmla="*/ 127113 h 199100"/>
                <a:gd name="csX24" fmla="*/ 97425 w 120666"/>
                <a:gd name="csY24" fmla="*/ 102115 h 199100"/>
                <a:gd name="csX25" fmla="*/ 86356 w 120666"/>
                <a:gd name="csY25" fmla="*/ 64061 h 199100"/>
                <a:gd name="csX26" fmla="*/ 50275 w 120666"/>
                <a:gd name="csY26" fmla="*/ 44157 h 199100"/>
                <a:gd name="csX27" fmla="*/ 25040 w 120666"/>
                <a:gd name="csY27" fmla="*/ 72695 h 199100"/>
                <a:gd name="csX28" fmla="*/ 26152 w 120666"/>
                <a:gd name="csY28" fmla="*/ 82426 h 199100"/>
                <a:gd name="csX29" fmla="*/ 40317 w 120666"/>
                <a:gd name="csY29" fmla="*/ 138398 h 199100"/>
                <a:gd name="csX30" fmla="*/ 87682 w 120666"/>
                <a:gd name="csY30" fmla="*/ 192595 h 199100"/>
                <a:gd name="csX31" fmla="*/ 108271 w 120666"/>
                <a:gd name="csY31" fmla="*/ 172469 h 199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0666" h="199100">
                  <a:moveTo>
                    <a:pt x="120666" y="167373"/>
                  </a:moveTo>
                  <a:cubicBezTo>
                    <a:pt x="120666" y="183967"/>
                    <a:pt x="108486" y="197681"/>
                    <a:pt x="90564" y="197681"/>
                  </a:cubicBezTo>
                  <a:cubicBezTo>
                    <a:pt x="77725" y="197681"/>
                    <a:pt x="71524" y="194142"/>
                    <a:pt x="63781" y="188396"/>
                  </a:cubicBezTo>
                  <a:cubicBezTo>
                    <a:pt x="51601" y="179547"/>
                    <a:pt x="39429" y="158088"/>
                    <a:pt x="35227" y="141271"/>
                  </a:cubicBezTo>
                  <a:lnTo>
                    <a:pt x="28" y="794"/>
                  </a:lnTo>
                  <a:cubicBezTo>
                    <a:pt x="-194" y="-94"/>
                    <a:pt x="917" y="-1419"/>
                    <a:pt x="2688" y="-1419"/>
                  </a:cubicBezTo>
                  <a:cubicBezTo>
                    <a:pt x="4458" y="-1419"/>
                    <a:pt x="5118" y="-975"/>
                    <a:pt x="5340" y="-316"/>
                  </a:cubicBezTo>
                  <a:lnTo>
                    <a:pt x="20839" y="60744"/>
                  </a:lnTo>
                  <a:cubicBezTo>
                    <a:pt x="25040" y="47474"/>
                    <a:pt x="34783" y="39285"/>
                    <a:pt x="50941" y="39285"/>
                  </a:cubicBezTo>
                  <a:cubicBezTo>
                    <a:pt x="67100" y="39285"/>
                    <a:pt x="83697" y="47031"/>
                    <a:pt x="93661" y="56761"/>
                  </a:cubicBezTo>
                  <a:cubicBezTo>
                    <a:pt x="104285" y="66942"/>
                    <a:pt x="111368" y="81100"/>
                    <a:pt x="111368" y="97472"/>
                  </a:cubicBezTo>
                  <a:cubicBezTo>
                    <a:pt x="111368" y="113399"/>
                    <a:pt x="103174" y="124900"/>
                    <a:pt x="95209" y="130431"/>
                  </a:cubicBezTo>
                  <a:cubicBezTo>
                    <a:pt x="108049" y="137732"/>
                    <a:pt x="120666" y="151446"/>
                    <a:pt x="120666" y="167373"/>
                  </a:cubicBezTo>
                  <a:close/>
                  <a:moveTo>
                    <a:pt x="80822" y="130654"/>
                  </a:moveTo>
                  <a:cubicBezTo>
                    <a:pt x="77947" y="129549"/>
                    <a:pt x="75510" y="129106"/>
                    <a:pt x="70197" y="129106"/>
                  </a:cubicBezTo>
                  <a:cubicBezTo>
                    <a:pt x="67100" y="129106"/>
                    <a:pt x="62670" y="128883"/>
                    <a:pt x="60455" y="129987"/>
                  </a:cubicBezTo>
                  <a:cubicBezTo>
                    <a:pt x="60899" y="132200"/>
                    <a:pt x="68871" y="131757"/>
                    <a:pt x="71301" y="131757"/>
                  </a:cubicBezTo>
                  <a:cubicBezTo>
                    <a:pt x="75954" y="131757"/>
                    <a:pt x="77947" y="131757"/>
                    <a:pt x="80822" y="130654"/>
                  </a:cubicBezTo>
                  <a:close/>
                  <a:moveTo>
                    <a:pt x="108271" y="172469"/>
                  </a:moveTo>
                  <a:cubicBezTo>
                    <a:pt x="108271" y="156978"/>
                    <a:pt x="99855" y="141049"/>
                    <a:pt x="88349" y="134193"/>
                  </a:cubicBezTo>
                  <a:cubicBezTo>
                    <a:pt x="82370" y="136406"/>
                    <a:pt x="77947" y="136851"/>
                    <a:pt x="71301" y="136851"/>
                  </a:cubicBezTo>
                  <a:cubicBezTo>
                    <a:pt x="66656" y="136851"/>
                    <a:pt x="54261" y="137065"/>
                    <a:pt x="54261" y="129764"/>
                  </a:cubicBezTo>
                  <a:cubicBezTo>
                    <a:pt x="54039" y="123574"/>
                    <a:pt x="65552" y="124241"/>
                    <a:pt x="69531" y="124241"/>
                  </a:cubicBezTo>
                  <a:cubicBezTo>
                    <a:pt x="77725" y="124241"/>
                    <a:pt x="81044" y="124455"/>
                    <a:pt x="87682" y="127113"/>
                  </a:cubicBezTo>
                  <a:cubicBezTo>
                    <a:pt x="96092" y="119147"/>
                    <a:pt x="97202" y="112289"/>
                    <a:pt x="97425" y="102115"/>
                  </a:cubicBezTo>
                  <a:cubicBezTo>
                    <a:pt x="97862" y="89282"/>
                    <a:pt x="92550" y="72695"/>
                    <a:pt x="86356" y="64061"/>
                  </a:cubicBezTo>
                  <a:cubicBezTo>
                    <a:pt x="77725" y="52118"/>
                    <a:pt x="62892" y="44157"/>
                    <a:pt x="50275" y="44157"/>
                  </a:cubicBezTo>
                  <a:cubicBezTo>
                    <a:pt x="33457" y="44157"/>
                    <a:pt x="25040" y="56983"/>
                    <a:pt x="25040" y="72695"/>
                  </a:cubicBezTo>
                  <a:cubicBezTo>
                    <a:pt x="25040" y="74903"/>
                    <a:pt x="25040" y="78220"/>
                    <a:pt x="26152" y="82426"/>
                  </a:cubicBezTo>
                  <a:lnTo>
                    <a:pt x="40317" y="138398"/>
                  </a:lnTo>
                  <a:cubicBezTo>
                    <a:pt x="45185" y="157421"/>
                    <a:pt x="61121" y="192595"/>
                    <a:pt x="87682" y="192595"/>
                  </a:cubicBezTo>
                  <a:cubicBezTo>
                    <a:pt x="100522" y="192595"/>
                    <a:pt x="108271" y="185738"/>
                    <a:pt x="108271" y="172469"/>
                  </a:cubicBezTo>
                  <a:close/>
                </a:path>
              </a:pathLst>
            </a:custGeom>
            <a:solidFill>
              <a:schemeClr val="bg1"/>
            </a:solidFill>
            <a:ln w="22911" cap="flat">
              <a:noFill/>
              <a:prstDash val="solid"/>
              <a:miter/>
            </a:ln>
          </p:spPr>
          <p:txBody>
            <a:bodyPr/>
            <a:lstStyle/>
            <a:p>
              <a:endParaRPr lang="en-GB"/>
            </a:p>
          </p:txBody>
        </p:sp>
        <p:sp>
          <p:nvSpPr>
            <p:cNvPr id="103" name="Freeform: Shape 102">
              <a:extLst>
                <a:ext uri="{FF2B5EF4-FFF2-40B4-BE49-F238E27FC236}">
                  <a16:creationId xmlns:a16="http://schemas.microsoft.com/office/drawing/2014/main" id="{EF3163BE-BE3B-869E-E148-1E6743AA3D5E}"/>
                </a:ext>
              </a:extLst>
            </p:cNvPr>
            <p:cNvSpPr/>
            <p:nvPr>
              <p:custDataLst>
                <p:tags r:id="rId21"/>
              </p:custDataLst>
            </p:nvPr>
          </p:nvSpPr>
          <p:spPr>
            <a:xfrm flipV="1">
              <a:off x="6250335" y="-13145114"/>
              <a:ext cx="71912" cy="105949"/>
            </a:xfrm>
            <a:custGeom>
              <a:avLst/>
              <a:gdLst>
                <a:gd name="csX0" fmla="*/ 71912 w 71912"/>
                <a:gd name="csY0" fmla="*/ 51094 h 105949"/>
                <a:gd name="csX1" fmla="*/ 62767 w 71912"/>
                <a:gd name="csY1" fmla="*/ 91216 h 105949"/>
                <a:gd name="csX2" fmla="*/ 35956 w 71912"/>
                <a:gd name="csY2" fmla="*/ 104534 h 105949"/>
                <a:gd name="csX3" fmla="*/ 0 w 71912"/>
                <a:gd name="csY3" fmla="*/ 51094 h 105949"/>
                <a:gd name="csX4" fmla="*/ 35956 w 71912"/>
                <a:gd name="csY4" fmla="*/ -1416 h 105949"/>
                <a:gd name="csX5" fmla="*/ 71912 w 71912"/>
                <a:gd name="csY5" fmla="*/ 51094 h 105949"/>
                <a:gd name="csX6" fmla="*/ 35956 w 71912"/>
                <a:gd name="csY6" fmla="*/ 2922 h 105949"/>
                <a:gd name="csX7" fmla="*/ 16270 w 71912"/>
                <a:gd name="csY7" fmla="*/ 19801 h 105949"/>
                <a:gd name="csX8" fmla="*/ 14103 w 71912"/>
                <a:gd name="csY8" fmla="*/ 53107 h 105949"/>
                <a:gd name="csX9" fmla="*/ 16429 w 71912"/>
                <a:gd name="csY9" fmla="*/ 84714 h 105949"/>
                <a:gd name="csX10" fmla="*/ 35956 w 71912"/>
                <a:gd name="csY10" fmla="*/ 100203 h 105949"/>
                <a:gd name="csX11" fmla="*/ 55177 w 71912"/>
                <a:gd name="csY11" fmla="*/ 86102 h 105949"/>
                <a:gd name="csX12" fmla="*/ 57809 w 71912"/>
                <a:gd name="csY12" fmla="*/ 53107 h 105949"/>
                <a:gd name="csX13" fmla="*/ 55795 w 71912"/>
                <a:gd name="csY13" fmla="*/ 20426 h 105949"/>
                <a:gd name="csX14" fmla="*/ 35956 w 71912"/>
                <a:gd name="csY14" fmla="*/ 2922 h 1059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1912" h="105949">
                  <a:moveTo>
                    <a:pt x="71912" y="51094"/>
                  </a:moveTo>
                  <a:cubicBezTo>
                    <a:pt x="71912" y="68133"/>
                    <a:pt x="69898" y="80376"/>
                    <a:pt x="62767" y="91216"/>
                  </a:cubicBezTo>
                  <a:cubicBezTo>
                    <a:pt x="57962" y="98343"/>
                    <a:pt x="48351" y="104534"/>
                    <a:pt x="35956" y="104534"/>
                  </a:cubicBezTo>
                  <a:cubicBezTo>
                    <a:pt x="0" y="104534"/>
                    <a:pt x="0" y="62247"/>
                    <a:pt x="0" y="51094"/>
                  </a:cubicBezTo>
                  <a:cubicBezTo>
                    <a:pt x="0" y="39941"/>
                    <a:pt x="0" y="-1416"/>
                    <a:pt x="35956" y="-1416"/>
                  </a:cubicBezTo>
                  <a:cubicBezTo>
                    <a:pt x="71912" y="-1416"/>
                    <a:pt x="71912" y="39941"/>
                    <a:pt x="71912" y="51094"/>
                  </a:cubicBezTo>
                  <a:close/>
                  <a:moveTo>
                    <a:pt x="35956" y="2922"/>
                  </a:moveTo>
                  <a:cubicBezTo>
                    <a:pt x="28825" y="2922"/>
                    <a:pt x="19374" y="7101"/>
                    <a:pt x="16270" y="19801"/>
                  </a:cubicBezTo>
                  <a:cubicBezTo>
                    <a:pt x="14103" y="28941"/>
                    <a:pt x="14103" y="41649"/>
                    <a:pt x="14103" y="53107"/>
                  </a:cubicBezTo>
                  <a:cubicBezTo>
                    <a:pt x="14103" y="64420"/>
                    <a:pt x="14103" y="76190"/>
                    <a:pt x="16429" y="84714"/>
                  </a:cubicBezTo>
                  <a:cubicBezTo>
                    <a:pt x="19679" y="96948"/>
                    <a:pt x="29602" y="100203"/>
                    <a:pt x="35956" y="100203"/>
                  </a:cubicBezTo>
                  <a:cubicBezTo>
                    <a:pt x="44324" y="100203"/>
                    <a:pt x="52385" y="95089"/>
                    <a:pt x="55177" y="86102"/>
                  </a:cubicBezTo>
                  <a:cubicBezTo>
                    <a:pt x="57656" y="77738"/>
                    <a:pt x="57809" y="66585"/>
                    <a:pt x="57809" y="53107"/>
                  </a:cubicBezTo>
                  <a:cubicBezTo>
                    <a:pt x="57809" y="41649"/>
                    <a:pt x="57809" y="30184"/>
                    <a:pt x="55795" y="20426"/>
                  </a:cubicBezTo>
                  <a:cubicBezTo>
                    <a:pt x="52691" y="6330"/>
                    <a:pt x="42157" y="2922"/>
                    <a:pt x="35956" y="2922"/>
                  </a:cubicBezTo>
                  <a:close/>
                </a:path>
              </a:pathLst>
            </a:custGeom>
            <a:solidFill>
              <a:schemeClr val="bg1"/>
            </a:solidFill>
            <a:ln w="22911" cap="flat">
              <a:noFill/>
              <a:prstDash val="solid"/>
              <a:miter/>
            </a:ln>
          </p:spPr>
          <p:txBody>
            <a:bodyPr/>
            <a:lstStyle/>
            <a:p>
              <a:endParaRPr lang="en-GB"/>
            </a:p>
          </p:txBody>
        </p:sp>
        <p:sp>
          <p:nvSpPr>
            <p:cNvPr id="104" name="Freeform: Shape 103">
              <a:extLst>
                <a:ext uri="{FF2B5EF4-FFF2-40B4-BE49-F238E27FC236}">
                  <a16:creationId xmlns:a16="http://schemas.microsoft.com/office/drawing/2014/main" id="{CE9A2F66-74F5-7C5D-9D7A-A04CCFB6F8BF}"/>
                </a:ext>
              </a:extLst>
            </p:cNvPr>
            <p:cNvSpPr/>
            <p:nvPr>
              <p:custDataLst>
                <p:tags r:id="rId22"/>
              </p:custDataLst>
            </p:nvPr>
          </p:nvSpPr>
          <p:spPr>
            <a:xfrm flipV="1">
              <a:off x="6403169" y="-13204417"/>
              <a:ext cx="147199" cy="147341"/>
            </a:xfrm>
            <a:custGeom>
              <a:avLst/>
              <a:gdLst>
                <a:gd name="csX0" fmla="*/ 78134 w 147199"/>
                <a:gd name="csY0" fmla="*/ 67824 h 147341"/>
                <a:gd name="csX1" fmla="*/ 139894 w 147199"/>
                <a:gd name="csY1" fmla="*/ 67824 h 147341"/>
                <a:gd name="csX2" fmla="*/ 147199 w 147199"/>
                <a:gd name="csY2" fmla="*/ 72252 h 147341"/>
                <a:gd name="csX3" fmla="*/ 139894 w 147199"/>
                <a:gd name="csY3" fmla="*/ 76673 h 147341"/>
                <a:gd name="csX4" fmla="*/ 78134 w 147199"/>
                <a:gd name="csY4" fmla="*/ 76673 h 147341"/>
                <a:gd name="csX5" fmla="*/ 78134 w 147199"/>
                <a:gd name="csY5" fmla="*/ 138621 h 147341"/>
                <a:gd name="csX6" fmla="*/ 73711 w 147199"/>
                <a:gd name="csY6" fmla="*/ 145922 h 147341"/>
                <a:gd name="csX7" fmla="*/ 69280 w 147199"/>
                <a:gd name="csY7" fmla="*/ 138621 h 147341"/>
                <a:gd name="csX8" fmla="*/ 69280 w 147199"/>
                <a:gd name="csY8" fmla="*/ 76673 h 147341"/>
                <a:gd name="csX9" fmla="*/ 7305 w 147199"/>
                <a:gd name="csY9" fmla="*/ 76673 h 147341"/>
                <a:gd name="csX10" fmla="*/ 0 w 147199"/>
                <a:gd name="csY10" fmla="*/ 72252 h 147341"/>
                <a:gd name="csX11" fmla="*/ 7305 w 147199"/>
                <a:gd name="csY11" fmla="*/ 67824 h 147341"/>
                <a:gd name="csX12" fmla="*/ 69280 w 147199"/>
                <a:gd name="csY12" fmla="*/ 67824 h 147341"/>
                <a:gd name="csX13" fmla="*/ 69280 w 147199"/>
                <a:gd name="csY13" fmla="*/ 5883 h 147341"/>
                <a:gd name="csX14" fmla="*/ 73711 w 147199"/>
                <a:gd name="csY14" fmla="*/ -1419 h 147341"/>
                <a:gd name="csX15" fmla="*/ 78134 w 147199"/>
                <a:gd name="csY15" fmla="*/ 5883 h 147341"/>
                <a:gd name="csX16" fmla="*/ 78134 w 147199"/>
                <a:gd name="csY16" fmla="*/ 67824 h 1473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47199" h="147341">
                  <a:moveTo>
                    <a:pt x="78134" y="67824"/>
                  </a:moveTo>
                  <a:lnTo>
                    <a:pt x="139894" y="67824"/>
                  </a:lnTo>
                  <a:cubicBezTo>
                    <a:pt x="142991" y="67824"/>
                    <a:pt x="147199" y="67824"/>
                    <a:pt x="147199" y="72252"/>
                  </a:cubicBezTo>
                  <a:cubicBezTo>
                    <a:pt x="147199" y="76673"/>
                    <a:pt x="142991" y="76673"/>
                    <a:pt x="139894" y="76673"/>
                  </a:cubicBezTo>
                  <a:lnTo>
                    <a:pt x="78134" y="76673"/>
                  </a:lnTo>
                  <a:lnTo>
                    <a:pt x="78134" y="138621"/>
                  </a:lnTo>
                  <a:cubicBezTo>
                    <a:pt x="78134" y="141716"/>
                    <a:pt x="78134" y="145922"/>
                    <a:pt x="73711" y="145922"/>
                  </a:cubicBezTo>
                  <a:cubicBezTo>
                    <a:pt x="69280" y="145922"/>
                    <a:pt x="69280" y="141716"/>
                    <a:pt x="69280" y="138621"/>
                  </a:cubicBezTo>
                  <a:lnTo>
                    <a:pt x="69280" y="76673"/>
                  </a:lnTo>
                  <a:lnTo>
                    <a:pt x="7305" y="76673"/>
                  </a:lnTo>
                  <a:cubicBezTo>
                    <a:pt x="4208" y="76673"/>
                    <a:pt x="0" y="76673"/>
                    <a:pt x="0" y="72252"/>
                  </a:cubicBezTo>
                  <a:cubicBezTo>
                    <a:pt x="0" y="67824"/>
                    <a:pt x="4208" y="67824"/>
                    <a:pt x="7305" y="67824"/>
                  </a:cubicBezTo>
                  <a:lnTo>
                    <a:pt x="69280" y="67824"/>
                  </a:lnTo>
                  <a:lnTo>
                    <a:pt x="69280" y="5883"/>
                  </a:lnTo>
                  <a:cubicBezTo>
                    <a:pt x="69280" y="2787"/>
                    <a:pt x="69280" y="-1419"/>
                    <a:pt x="73711" y="-1419"/>
                  </a:cubicBezTo>
                  <a:cubicBezTo>
                    <a:pt x="78134" y="-1419"/>
                    <a:pt x="78134" y="2787"/>
                    <a:pt x="78134" y="5883"/>
                  </a:cubicBezTo>
                  <a:lnTo>
                    <a:pt x="78134" y="67824"/>
                  </a:lnTo>
                  <a:close/>
                </a:path>
              </a:pathLst>
            </a:custGeom>
            <a:solidFill>
              <a:schemeClr val="bg1"/>
            </a:solidFill>
            <a:ln w="22911" cap="flat">
              <a:noFill/>
              <a:prstDash val="solid"/>
              <a:miter/>
            </a:ln>
          </p:spPr>
          <p:txBody>
            <a:bodyPr/>
            <a:lstStyle/>
            <a:p>
              <a:endParaRPr lang="en-GB"/>
            </a:p>
          </p:txBody>
        </p:sp>
        <p:sp>
          <p:nvSpPr>
            <p:cNvPr id="105" name="Freeform: Shape 104">
              <a:extLst>
                <a:ext uri="{FF2B5EF4-FFF2-40B4-BE49-F238E27FC236}">
                  <a16:creationId xmlns:a16="http://schemas.microsoft.com/office/drawing/2014/main" id="{0A125B45-337D-ED7E-E296-73EC3FA6EE9E}"/>
                </a:ext>
              </a:extLst>
            </p:cNvPr>
            <p:cNvSpPr/>
            <p:nvPr>
              <p:custDataLst>
                <p:tags r:id="rId23"/>
              </p:custDataLst>
            </p:nvPr>
          </p:nvSpPr>
          <p:spPr>
            <a:xfrm flipV="1">
              <a:off x="6694747" y="-13287358"/>
              <a:ext cx="59093" cy="34069"/>
            </a:xfrm>
            <a:custGeom>
              <a:avLst/>
              <a:gdLst>
                <a:gd name="csX0" fmla="*/ 29658 w 59093"/>
                <a:gd name="csY0" fmla="*/ 32638 h 34069"/>
                <a:gd name="csX1" fmla="*/ 0 w 59093"/>
                <a:gd name="csY1" fmla="*/ 2552 h 34069"/>
                <a:gd name="csX2" fmla="*/ 3979 w 59093"/>
                <a:gd name="csY2" fmla="*/ -1432 h 34069"/>
                <a:gd name="csX3" fmla="*/ 29658 w 59093"/>
                <a:gd name="csY3" fmla="*/ 21131 h 34069"/>
                <a:gd name="csX4" fmla="*/ 55115 w 59093"/>
                <a:gd name="csY4" fmla="*/ -1432 h 34069"/>
                <a:gd name="csX5" fmla="*/ 59093 w 59093"/>
                <a:gd name="csY5" fmla="*/ 2552 h 34069"/>
                <a:gd name="csX6" fmla="*/ 29658 w 59093"/>
                <a:gd name="csY6" fmla="*/ 32638 h 34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9093" h="34069">
                  <a:moveTo>
                    <a:pt x="29658" y="32638"/>
                  </a:moveTo>
                  <a:lnTo>
                    <a:pt x="0" y="2552"/>
                  </a:lnTo>
                  <a:lnTo>
                    <a:pt x="3979" y="-1432"/>
                  </a:lnTo>
                  <a:lnTo>
                    <a:pt x="29658" y="21131"/>
                  </a:lnTo>
                  <a:lnTo>
                    <a:pt x="55115" y="-1432"/>
                  </a:lnTo>
                  <a:lnTo>
                    <a:pt x="59093" y="2552"/>
                  </a:lnTo>
                  <a:lnTo>
                    <a:pt x="29658" y="32638"/>
                  </a:lnTo>
                  <a:close/>
                </a:path>
              </a:pathLst>
            </a:custGeom>
            <a:solidFill>
              <a:schemeClr val="bg1"/>
            </a:solidFill>
            <a:ln w="22911" cap="flat">
              <a:noFill/>
              <a:prstDash val="solid"/>
              <a:miter/>
            </a:ln>
          </p:spPr>
          <p:txBody>
            <a:bodyPr/>
            <a:lstStyle/>
            <a:p>
              <a:endParaRPr lang="en-GB"/>
            </a:p>
          </p:txBody>
        </p:sp>
        <p:sp>
          <p:nvSpPr>
            <p:cNvPr id="106" name="Freeform: Shape 105">
              <a:extLst>
                <a:ext uri="{FF2B5EF4-FFF2-40B4-BE49-F238E27FC236}">
                  <a16:creationId xmlns:a16="http://schemas.microsoft.com/office/drawing/2014/main" id="{4DA3B737-7074-D580-393A-886BB5F817D5}"/>
                </a:ext>
              </a:extLst>
            </p:cNvPr>
            <p:cNvSpPr/>
            <p:nvPr>
              <p:custDataLst>
                <p:tags r:id="rId24"/>
              </p:custDataLst>
            </p:nvPr>
          </p:nvSpPr>
          <p:spPr>
            <a:xfrm flipV="1">
              <a:off x="6618770" y="-13231622"/>
              <a:ext cx="120666" cy="199100"/>
            </a:xfrm>
            <a:custGeom>
              <a:avLst/>
              <a:gdLst>
                <a:gd name="csX0" fmla="*/ 120666 w 120666"/>
                <a:gd name="csY0" fmla="*/ 167373 h 199100"/>
                <a:gd name="csX1" fmla="*/ 90564 w 120666"/>
                <a:gd name="csY1" fmla="*/ 197681 h 199100"/>
                <a:gd name="csX2" fmla="*/ 63781 w 120666"/>
                <a:gd name="csY2" fmla="*/ 188396 h 199100"/>
                <a:gd name="csX3" fmla="*/ 35227 w 120666"/>
                <a:gd name="csY3" fmla="*/ 141271 h 199100"/>
                <a:gd name="csX4" fmla="*/ 28 w 120666"/>
                <a:gd name="csY4" fmla="*/ 794 h 199100"/>
                <a:gd name="csX5" fmla="*/ 2688 w 120666"/>
                <a:gd name="csY5" fmla="*/ -1419 h 199100"/>
                <a:gd name="csX6" fmla="*/ 5340 w 120666"/>
                <a:gd name="csY6" fmla="*/ -316 h 199100"/>
                <a:gd name="csX7" fmla="*/ 20839 w 120666"/>
                <a:gd name="csY7" fmla="*/ 60744 h 199100"/>
                <a:gd name="csX8" fmla="*/ 50941 w 120666"/>
                <a:gd name="csY8" fmla="*/ 39285 h 199100"/>
                <a:gd name="csX9" fmla="*/ 93661 w 120666"/>
                <a:gd name="csY9" fmla="*/ 56761 h 199100"/>
                <a:gd name="csX10" fmla="*/ 111368 w 120666"/>
                <a:gd name="csY10" fmla="*/ 97472 h 199100"/>
                <a:gd name="csX11" fmla="*/ 95210 w 120666"/>
                <a:gd name="csY11" fmla="*/ 130431 h 199100"/>
                <a:gd name="csX12" fmla="*/ 120666 w 120666"/>
                <a:gd name="csY12" fmla="*/ 167373 h 199100"/>
                <a:gd name="csX13" fmla="*/ 80822 w 120666"/>
                <a:gd name="csY13" fmla="*/ 130654 h 199100"/>
                <a:gd name="csX14" fmla="*/ 70197 w 120666"/>
                <a:gd name="csY14" fmla="*/ 129106 h 199100"/>
                <a:gd name="csX15" fmla="*/ 60455 w 120666"/>
                <a:gd name="csY15" fmla="*/ 129987 h 199100"/>
                <a:gd name="csX16" fmla="*/ 71301 w 120666"/>
                <a:gd name="csY16" fmla="*/ 131757 h 199100"/>
                <a:gd name="csX17" fmla="*/ 80822 w 120666"/>
                <a:gd name="csY17" fmla="*/ 130654 h 199100"/>
                <a:gd name="csX18" fmla="*/ 108271 w 120666"/>
                <a:gd name="csY18" fmla="*/ 172469 h 199100"/>
                <a:gd name="csX19" fmla="*/ 88349 w 120666"/>
                <a:gd name="csY19" fmla="*/ 134193 h 199100"/>
                <a:gd name="csX20" fmla="*/ 71301 w 120666"/>
                <a:gd name="csY20" fmla="*/ 136851 h 199100"/>
                <a:gd name="csX21" fmla="*/ 54261 w 120666"/>
                <a:gd name="csY21" fmla="*/ 129764 h 199100"/>
                <a:gd name="csX22" fmla="*/ 69531 w 120666"/>
                <a:gd name="csY22" fmla="*/ 124241 h 199100"/>
                <a:gd name="csX23" fmla="*/ 87682 w 120666"/>
                <a:gd name="csY23" fmla="*/ 127113 h 199100"/>
                <a:gd name="csX24" fmla="*/ 97425 w 120666"/>
                <a:gd name="csY24" fmla="*/ 102115 h 199100"/>
                <a:gd name="csX25" fmla="*/ 86356 w 120666"/>
                <a:gd name="csY25" fmla="*/ 64061 h 199100"/>
                <a:gd name="csX26" fmla="*/ 50275 w 120666"/>
                <a:gd name="csY26" fmla="*/ 44157 h 199100"/>
                <a:gd name="csX27" fmla="*/ 25040 w 120666"/>
                <a:gd name="csY27" fmla="*/ 72695 h 199100"/>
                <a:gd name="csX28" fmla="*/ 26152 w 120666"/>
                <a:gd name="csY28" fmla="*/ 82426 h 199100"/>
                <a:gd name="csX29" fmla="*/ 40317 w 120666"/>
                <a:gd name="csY29" fmla="*/ 138398 h 199100"/>
                <a:gd name="csX30" fmla="*/ 87682 w 120666"/>
                <a:gd name="csY30" fmla="*/ 192595 h 199100"/>
                <a:gd name="csX31" fmla="*/ 108271 w 120666"/>
                <a:gd name="csY31" fmla="*/ 172469 h 199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0666" h="199100">
                  <a:moveTo>
                    <a:pt x="120666" y="167373"/>
                  </a:moveTo>
                  <a:cubicBezTo>
                    <a:pt x="120666" y="183967"/>
                    <a:pt x="108486" y="197681"/>
                    <a:pt x="90564" y="197681"/>
                  </a:cubicBezTo>
                  <a:cubicBezTo>
                    <a:pt x="77725" y="197681"/>
                    <a:pt x="71524" y="194142"/>
                    <a:pt x="63781" y="188396"/>
                  </a:cubicBezTo>
                  <a:cubicBezTo>
                    <a:pt x="51601" y="179547"/>
                    <a:pt x="39428" y="158088"/>
                    <a:pt x="35227" y="141271"/>
                  </a:cubicBezTo>
                  <a:lnTo>
                    <a:pt x="28" y="794"/>
                  </a:lnTo>
                  <a:cubicBezTo>
                    <a:pt x="-194" y="-94"/>
                    <a:pt x="917" y="-1419"/>
                    <a:pt x="2688" y="-1419"/>
                  </a:cubicBezTo>
                  <a:cubicBezTo>
                    <a:pt x="4458" y="-1419"/>
                    <a:pt x="5118" y="-975"/>
                    <a:pt x="5340" y="-316"/>
                  </a:cubicBezTo>
                  <a:lnTo>
                    <a:pt x="20839" y="60744"/>
                  </a:lnTo>
                  <a:cubicBezTo>
                    <a:pt x="25040" y="47474"/>
                    <a:pt x="34783" y="39285"/>
                    <a:pt x="50941" y="39285"/>
                  </a:cubicBezTo>
                  <a:cubicBezTo>
                    <a:pt x="67100" y="39285"/>
                    <a:pt x="83696" y="47031"/>
                    <a:pt x="93661" y="56761"/>
                  </a:cubicBezTo>
                  <a:cubicBezTo>
                    <a:pt x="104285" y="66942"/>
                    <a:pt x="111368" y="81100"/>
                    <a:pt x="111368" y="97472"/>
                  </a:cubicBezTo>
                  <a:cubicBezTo>
                    <a:pt x="111368" y="113399"/>
                    <a:pt x="103174" y="124900"/>
                    <a:pt x="95210" y="130431"/>
                  </a:cubicBezTo>
                  <a:cubicBezTo>
                    <a:pt x="108049" y="137732"/>
                    <a:pt x="120666" y="151446"/>
                    <a:pt x="120666" y="167373"/>
                  </a:cubicBezTo>
                  <a:close/>
                  <a:moveTo>
                    <a:pt x="80822" y="130654"/>
                  </a:moveTo>
                  <a:cubicBezTo>
                    <a:pt x="77947" y="129549"/>
                    <a:pt x="75509" y="129106"/>
                    <a:pt x="70197" y="129106"/>
                  </a:cubicBezTo>
                  <a:cubicBezTo>
                    <a:pt x="67100" y="129106"/>
                    <a:pt x="62670" y="128883"/>
                    <a:pt x="60455" y="129987"/>
                  </a:cubicBezTo>
                  <a:cubicBezTo>
                    <a:pt x="60899" y="132200"/>
                    <a:pt x="68871" y="131757"/>
                    <a:pt x="71301" y="131757"/>
                  </a:cubicBezTo>
                  <a:cubicBezTo>
                    <a:pt x="75954" y="131757"/>
                    <a:pt x="77947" y="131757"/>
                    <a:pt x="80822" y="130654"/>
                  </a:cubicBezTo>
                  <a:close/>
                  <a:moveTo>
                    <a:pt x="108271" y="172469"/>
                  </a:moveTo>
                  <a:cubicBezTo>
                    <a:pt x="108271" y="156978"/>
                    <a:pt x="99855" y="141049"/>
                    <a:pt x="88349" y="134193"/>
                  </a:cubicBezTo>
                  <a:cubicBezTo>
                    <a:pt x="82370" y="136406"/>
                    <a:pt x="77947" y="136851"/>
                    <a:pt x="71301" y="136851"/>
                  </a:cubicBezTo>
                  <a:cubicBezTo>
                    <a:pt x="66656" y="136851"/>
                    <a:pt x="54261" y="137065"/>
                    <a:pt x="54261" y="129764"/>
                  </a:cubicBezTo>
                  <a:cubicBezTo>
                    <a:pt x="54038" y="123574"/>
                    <a:pt x="65552" y="124241"/>
                    <a:pt x="69531" y="124241"/>
                  </a:cubicBezTo>
                  <a:cubicBezTo>
                    <a:pt x="77725" y="124241"/>
                    <a:pt x="81044" y="124455"/>
                    <a:pt x="87682" y="127113"/>
                  </a:cubicBezTo>
                  <a:cubicBezTo>
                    <a:pt x="96091" y="119147"/>
                    <a:pt x="97202" y="112289"/>
                    <a:pt x="97425" y="102115"/>
                  </a:cubicBezTo>
                  <a:cubicBezTo>
                    <a:pt x="97862" y="89282"/>
                    <a:pt x="92550" y="72695"/>
                    <a:pt x="86356" y="64061"/>
                  </a:cubicBezTo>
                  <a:cubicBezTo>
                    <a:pt x="77725" y="52118"/>
                    <a:pt x="62892" y="44157"/>
                    <a:pt x="50275" y="44157"/>
                  </a:cubicBezTo>
                  <a:cubicBezTo>
                    <a:pt x="33457" y="44157"/>
                    <a:pt x="25040" y="56983"/>
                    <a:pt x="25040" y="72695"/>
                  </a:cubicBezTo>
                  <a:cubicBezTo>
                    <a:pt x="25040" y="74903"/>
                    <a:pt x="25040" y="78220"/>
                    <a:pt x="26152" y="82426"/>
                  </a:cubicBezTo>
                  <a:lnTo>
                    <a:pt x="40317" y="138398"/>
                  </a:lnTo>
                  <a:cubicBezTo>
                    <a:pt x="45185" y="157421"/>
                    <a:pt x="61121" y="192595"/>
                    <a:pt x="87682" y="192595"/>
                  </a:cubicBezTo>
                  <a:cubicBezTo>
                    <a:pt x="100522" y="192595"/>
                    <a:pt x="108271" y="185738"/>
                    <a:pt x="108271" y="172469"/>
                  </a:cubicBezTo>
                  <a:close/>
                </a:path>
              </a:pathLst>
            </a:custGeom>
            <a:solidFill>
              <a:schemeClr val="bg1"/>
            </a:solidFill>
            <a:ln w="22911" cap="flat">
              <a:noFill/>
              <a:prstDash val="solid"/>
              <a:miter/>
            </a:ln>
          </p:spPr>
          <p:txBody>
            <a:bodyPr/>
            <a:lstStyle/>
            <a:p>
              <a:endParaRPr lang="en-GB"/>
            </a:p>
          </p:txBody>
        </p:sp>
        <p:sp>
          <p:nvSpPr>
            <p:cNvPr id="107" name="Freeform: Shape 106">
              <a:extLst>
                <a:ext uri="{FF2B5EF4-FFF2-40B4-BE49-F238E27FC236}">
                  <a16:creationId xmlns:a16="http://schemas.microsoft.com/office/drawing/2014/main" id="{F2B10D75-422F-0B1D-386C-6A4AE0F2728D}"/>
                </a:ext>
              </a:extLst>
            </p:cNvPr>
            <p:cNvSpPr/>
            <p:nvPr>
              <p:custDataLst>
                <p:tags r:id="rId25"/>
              </p:custDataLst>
            </p:nvPr>
          </p:nvSpPr>
          <p:spPr>
            <a:xfrm flipV="1">
              <a:off x="6754269" y="-13145114"/>
              <a:ext cx="56412" cy="102853"/>
            </a:xfrm>
            <a:custGeom>
              <a:avLst/>
              <a:gdLst>
                <a:gd name="csX0" fmla="*/ 35025 w 56412"/>
                <a:gd name="csY0" fmla="*/ 97107 h 102853"/>
                <a:gd name="csX1" fmla="*/ 30380 w 56412"/>
                <a:gd name="csY1" fmla="*/ 101438 h 102853"/>
                <a:gd name="csX2" fmla="*/ 0 w 56412"/>
                <a:gd name="csY2" fmla="*/ 91528 h 102853"/>
                <a:gd name="csX3" fmla="*/ 0 w 56412"/>
                <a:gd name="csY3" fmla="*/ 85948 h 102853"/>
                <a:gd name="csX4" fmla="*/ 22471 w 56412"/>
                <a:gd name="csY4" fmla="*/ 90285 h 102853"/>
                <a:gd name="csX5" fmla="*/ 22471 w 56412"/>
                <a:gd name="csY5" fmla="*/ 11285 h 102853"/>
                <a:gd name="csX6" fmla="*/ 6972 w 56412"/>
                <a:gd name="csY6" fmla="*/ 4163 h 102853"/>
                <a:gd name="csX7" fmla="*/ 1083 w 56412"/>
                <a:gd name="csY7" fmla="*/ 4163 h 102853"/>
                <a:gd name="csX8" fmla="*/ 1083 w 56412"/>
                <a:gd name="csY8" fmla="*/ -1416 h 102853"/>
                <a:gd name="csX9" fmla="*/ 28672 w 56412"/>
                <a:gd name="csY9" fmla="*/ -798 h 102853"/>
                <a:gd name="csX10" fmla="*/ 56413 w 56412"/>
                <a:gd name="csY10" fmla="*/ -1416 h 102853"/>
                <a:gd name="csX11" fmla="*/ 56413 w 56412"/>
                <a:gd name="csY11" fmla="*/ 4163 h 102853"/>
                <a:gd name="csX12" fmla="*/ 50524 w 56412"/>
                <a:gd name="csY12" fmla="*/ 4163 h 102853"/>
                <a:gd name="csX13" fmla="*/ 35025 w 56412"/>
                <a:gd name="csY13" fmla="*/ 11285 h 102853"/>
                <a:gd name="csX14" fmla="*/ 35025 w 56412"/>
                <a:gd name="csY14" fmla="*/ 97107 h 1028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412" h="102853">
                  <a:moveTo>
                    <a:pt x="35025" y="97107"/>
                  </a:moveTo>
                  <a:cubicBezTo>
                    <a:pt x="35025" y="101286"/>
                    <a:pt x="34720" y="101438"/>
                    <a:pt x="30380" y="101438"/>
                  </a:cubicBezTo>
                  <a:cubicBezTo>
                    <a:pt x="20457" y="91681"/>
                    <a:pt x="6354" y="91528"/>
                    <a:pt x="0" y="91528"/>
                  </a:cubicBezTo>
                  <a:lnTo>
                    <a:pt x="0" y="85948"/>
                  </a:lnTo>
                  <a:cubicBezTo>
                    <a:pt x="3722" y="85948"/>
                    <a:pt x="13950" y="85948"/>
                    <a:pt x="22471" y="90285"/>
                  </a:cubicBezTo>
                  <a:lnTo>
                    <a:pt x="22471" y="11285"/>
                  </a:lnTo>
                  <a:cubicBezTo>
                    <a:pt x="22471" y="6176"/>
                    <a:pt x="22471" y="4163"/>
                    <a:pt x="6972" y="4163"/>
                  </a:cubicBezTo>
                  <a:lnTo>
                    <a:pt x="1083" y="4163"/>
                  </a:lnTo>
                  <a:lnTo>
                    <a:pt x="1083" y="-1416"/>
                  </a:lnTo>
                  <a:cubicBezTo>
                    <a:pt x="3874" y="-1263"/>
                    <a:pt x="22936" y="-798"/>
                    <a:pt x="28672" y="-798"/>
                  </a:cubicBezTo>
                  <a:cubicBezTo>
                    <a:pt x="33477" y="-798"/>
                    <a:pt x="53004" y="-1263"/>
                    <a:pt x="56413" y="-1416"/>
                  </a:cubicBezTo>
                  <a:lnTo>
                    <a:pt x="56413" y="4163"/>
                  </a:lnTo>
                  <a:lnTo>
                    <a:pt x="50524" y="4163"/>
                  </a:lnTo>
                  <a:cubicBezTo>
                    <a:pt x="35025" y="4163"/>
                    <a:pt x="35025" y="6176"/>
                    <a:pt x="35025" y="11285"/>
                  </a:cubicBezTo>
                  <a:lnTo>
                    <a:pt x="35025" y="97107"/>
                  </a:lnTo>
                  <a:close/>
                </a:path>
              </a:pathLst>
            </a:custGeom>
            <a:solidFill>
              <a:schemeClr val="bg1"/>
            </a:solidFill>
            <a:ln w="22911" cap="flat">
              <a:noFill/>
              <a:prstDash val="solid"/>
              <a:miter/>
            </a:ln>
          </p:spPr>
          <p:txBody>
            <a:bodyPr/>
            <a:lstStyle/>
            <a:p>
              <a:endParaRPr lang="en-GB"/>
            </a:p>
          </p:txBody>
        </p:sp>
        <p:sp>
          <p:nvSpPr>
            <p:cNvPr id="108" name="Freeform: Shape 107">
              <a:extLst>
                <a:ext uri="{FF2B5EF4-FFF2-40B4-BE49-F238E27FC236}">
                  <a16:creationId xmlns:a16="http://schemas.microsoft.com/office/drawing/2014/main" id="{54E5C747-023A-3A3D-B9CF-D5E177423648}"/>
                </a:ext>
              </a:extLst>
            </p:cNvPr>
            <p:cNvSpPr/>
            <p:nvPr>
              <p:custDataLst>
                <p:tags r:id="rId26"/>
              </p:custDataLst>
            </p:nvPr>
          </p:nvSpPr>
          <p:spPr>
            <a:xfrm flipV="1">
              <a:off x="6846859" y="-13228972"/>
              <a:ext cx="429684" cy="155967"/>
            </a:xfrm>
            <a:custGeom>
              <a:avLst/>
              <a:gdLst>
                <a:gd name="csX0" fmla="*/ 31213 w 429684"/>
                <a:gd name="csY0" fmla="*/ 52116 h 155967"/>
                <a:gd name="csX1" fmla="*/ 65079 w 429684"/>
                <a:gd name="csY1" fmla="*/ 57204 h 155967"/>
                <a:gd name="csX2" fmla="*/ 81675 w 429684"/>
                <a:gd name="csY2" fmla="*/ 79995 h 155967"/>
                <a:gd name="csX3" fmla="*/ 57996 w 429684"/>
                <a:gd name="csY3" fmla="*/ 98796 h 155967"/>
                <a:gd name="csX4" fmla="*/ 0 w 429684"/>
                <a:gd name="csY4" fmla="*/ 38623 h 155967"/>
                <a:gd name="csX5" fmla="*/ 34755 w 429684"/>
                <a:gd name="csY5" fmla="*/ -1421 h 155967"/>
                <a:gd name="csX6" fmla="*/ 85001 w 429684"/>
                <a:gd name="csY6" fmla="*/ 24687 h 155967"/>
                <a:gd name="csX7" fmla="*/ 82342 w 429684"/>
                <a:gd name="csY7" fmla="*/ 27561 h 155967"/>
                <a:gd name="csX8" fmla="*/ 79467 w 429684"/>
                <a:gd name="csY8" fmla="*/ 25348 h 155967"/>
                <a:gd name="csX9" fmla="*/ 35199 w 429684"/>
                <a:gd name="csY9" fmla="*/ 3451 h 155967"/>
                <a:gd name="csX10" fmla="*/ 15936 w 429684"/>
                <a:gd name="csY10" fmla="*/ 29109 h 155967"/>
                <a:gd name="csX11" fmla="*/ 19478 w 429684"/>
                <a:gd name="csY11" fmla="*/ 52116 h 155967"/>
                <a:gd name="csX12" fmla="*/ 31213 w 429684"/>
                <a:gd name="csY12" fmla="*/ 52116 h 155967"/>
                <a:gd name="csX13" fmla="*/ 20811 w 429684"/>
                <a:gd name="csY13" fmla="*/ 56988 h 155967"/>
                <a:gd name="csX14" fmla="*/ 57996 w 429684"/>
                <a:gd name="csY14" fmla="*/ 93931 h 155967"/>
                <a:gd name="csX15" fmla="*/ 74377 w 429684"/>
                <a:gd name="csY15" fmla="*/ 79995 h 155967"/>
                <a:gd name="csX16" fmla="*/ 29887 w 429684"/>
                <a:gd name="csY16" fmla="*/ 56988 h 155967"/>
                <a:gd name="csX17" fmla="*/ 20811 w 429684"/>
                <a:gd name="csY17" fmla="*/ 56988 h 155967"/>
                <a:gd name="csX18" fmla="*/ 206975 w 429684"/>
                <a:gd name="csY18" fmla="*/ 152111 h 155967"/>
                <a:gd name="csX19" fmla="*/ 204100 w 429684"/>
                <a:gd name="csY19" fmla="*/ 154547 h 155967"/>
                <a:gd name="csX20" fmla="*/ 175983 w 429684"/>
                <a:gd name="csY20" fmla="*/ 152111 h 155967"/>
                <a:gd name="csX21" fmla="*/ 172886 w 429684"/>
                <a:gd name="csY21" fmla="*/ 147912 h 155967"/>
                <a:gd name="csX22" fmla="*/ 178199 w 429684"/>
                <a:gd name="csY22" fmla="*/ 145254 h 155967"/>
                <a:gd name="csX23" fmla="*/ 189267 w 429684"/>
                <a:gd name="csY23" fmla="*/ 141492 h 155967"/>
                <a:gd name="csX24" fmla="*/ 188600 w 429684"/>
                <a:gd name="csY24" fmla="*/ 137070 h 155967"/>
                <a:gd name="csX25" fmla="*/ 175324 w 429684"/>
                <a:gd name="csY25" fmla="*/ 84638 h 155967"/>
                <a:gd name="csX26" fmla="*/ 154957 w 429684"/>
                <a:gd name="csY26" fmla="*/ 98796 h 155967"/>
                <a:gd name="csX27" fmla="*/ 101613 w 429684"/>
                <a:gd name="csY27" fmla="*/ 33981 h 155967"/>
                <a:gd name="csX28" fmla="*/ 131055 w 429684"/>
                <a:gd name="csY28" fmla="*/ -1421 h 155967"/>
                <a:gd name="csX29" fmla="*/ 159825 w 429684"/>
                <a:gd name="csY29" fmla="*/ 15173 h 155967"/>
                <a:gd name="csX30" fmla="*/ 179969 w 429684"/>
                <a:gd name="csY30" fmla="*/ -1421 h 155967"/>
                <a:gd name="csX31" fmla="*/ 196350 w 429684"/>
                <a:gd name="csY31" fmla="*/ 10751 h 155967"/>
                <a:gd name="csX32" fmla="*/ 202989 w 429684"/>
                <a:gd name="csY32" fmla="*/ 32648 h 155967"/>
                <a:gd name="csX33" fmla="*/ 200336 w 429684"/>
                <a:gd name="csY33" fmla="*/ 34862 h 155967"/>
                <a:gd name="csX34" fmla="*/ 197232 w 429684"/>
                <a:gd name="csY34" fmla="*/ 30878 h 155967"/>
                <a:gd name="csX35" fmla="*/ 180413 w 429684"/>
                <a:gd name="csY35" fmla="*/ 3451 h 155967"/>
                <a:gd name="csX36" fmla="*/ 173775 w 429684"/>
                <a:gd name="csY36" fmla="*/ 13625 h 155967"/>
                <a:gd name="csX37" fmla="*/ 175101 w 429684"/>
                <a:gd name="csY37" fmla="*/ 24244 h 155967"/>
                <a:gd name="csX38" fmla="*/ 206975 w 429684"/>
                <a:gd name="csY38" fmla="*/ 152111 h 155967"/>
                <a:gd name="csX39" fmla="*/ 160936 w 429684"/>
                <a:gd name="csY39" fmla="*/ 27339 h 155967"/>
                <a:gd name="csX40" fmla="*/ 156505 w 429684"/>
                <a:gd name="csY40" fmla="*/ 19157 h 155967"/>
                <a:gd name="csX41" fmla="*/ 131493 w 429684"/>
                <a:gd name="csY41" fmla="*/ 3451 h 155967"/>
                <a:gd name="csX42" fmla="*/ 117327 w 429684"/>
                <a:gd name="csY42" fmla="*/ 24244 h 155967"/>
                <a:gd name="csX43" fmla="*/ 129500 w 429684"/>
                <a:gd name="csY43" fmla="*/ 72693 h 155967"/>
                <a:gd name="csX44" fmla="*/ 155179 w 429684"/>
                <a:gd name="csY44" fmla="*/ 93931 h 155967"/>
                <a:gd name="csX45" fmla="*/ 172664 w 429684"/>
                <a:gd name="csY45" fmla="*/ 74463 h 155967"/>
                <a:gd name="csX46" fmla="*/ 172004 w 429684"/>
                <a:gd name="csY46" fmla="*/ 70702 h 155967"/>
                <a:gd name="csX47" fmla="*/ 160936 w 429684"/>
                <a:gd name="csY47" fmla="*/ 27339 h 155967"/>
                <a:gd name="csX48" fmla="*/ 285350 w 429684"/>
                <a:gd name="csY48" fmla="*/ 13403 h 155967"/>
                <a:gd name="csX49" fmla="*/ 305050 w 429684"/>
                <a:gd name="csY49" fmla="*/ -1421 h 155967"/>
                <a:gd name="csX50" fmla="*/ 321423 w 429684"/>
                <a:gd name="csY50" fmla="*/ 10751 h 155967"/>
                <a:gd name="csX51" fmla="*/ 328069 w 429684"/>
                <a:gd name="csY51" fmla="*/ 32648 h 155967"/>
                <a:gd name="csX52" fmla="*/ 325409 w 429684"/>
                <a:gd name="csY52" fmla="*/ 34862 h 155967"/>
                <a:gd name="csX53" fmla="*/ 322311 w 429684"/>
                <a:gd name="csY53" fmla="*/ 30878 h 155967"/>
                <a:gd name="csX54" fmla="*/ 305710 w 429684"/>
                <a:gd name="csY54" fmla="*/ 3451 h 155967"/>
                <a:gd name="csX55" fmla="*/ 298849 w 429684"/>
                <a:gd name="csY55" fmla="*/ 13625 h 155967"/>
                <a:gd name="csX56" fmla="*/ 303279 w 429684"/>
                <a:gd name="csY56" fmla="*/ 36632 h 155967"/>
                <a:gd name="csX57" fmla="*/ 309472 w 429684"/>
                <a:gd name="csY57" fmla="*/ 60527 h 155967"/>
                <a:gd name="csX58" fmla="*/ 313236 w 429684"/>
                <a:gd name="csY58" fmla="*/ 75567 h 155967"/>
                <a:gd name="csX59" fmla="*/ 316556 w 429684"/>
                <a:gd name="csY59" fmla="*/ 90391 h 155967"/>
                <a:gd name="csX60" fmla="*/ 310139 w 429684"/>
                <a:gd name="csY60" fmla="*/ 96367 h 155967"/>
                <a:gd name="csX61" fmla="*/ 301509 w 429684"/>
                <a:gd name="csY61" fmla="*/ 88622 h 155967"/>
                <a:gd name="csX62" fmla="*/ 284905 w 429684"/>
                <a:gd name="csY62" fmla="*/ 22029 h 155967"/>
                <a:gd name="csX63" fmla="*/ 259671 w 429684"/>
                <a:gd name="csY63" fmla="*/ 3451 h 155967"/>
                <a:gd name="csX64" fmla="*/ 245950 w 429684"/>
                <a:gd name="csY64" fmla="*/ 21586 h 155967"/>
                <a:gd name="csX65" fmla="*/ 257900 w 429684"/>
                <a:gd name="csY65" fmla="*/ 66718 h 155967"/>
                <a:gd name="csX66" fmla="*/ 261664 w 429684"/>
                <a:gd name="csY66" fmla="*/ 80654 h 155967"/>
                <a:gd name="csX67" fmla="*/ 243512 w 429684"/>
                <a:gd name="csY67" fmla="*/ 98796 h 155967"/>
                <a:gd name="csX68" fmla="*/ 214292 w 429684"/>
                <a:gd name="csY68" fmla="*/ 64727 h 155967"/>
                <a:gd name="csX69" fmla="*/ 216951 w 429684"/>
                <a:gd name="csY69" fmla="*/ 62520 h 155967"/>
                <a:gd name="csX70" fmla="*/ 220494 w 429684"/>
                <a:gd name="csY70" fmla="*/ 66496 h 155967"/>
                <a:gd name="csX71" fmla="*/ 242846 w 429684"/>
                <a:gd name="csY71" fmla="*/ 93931 h 155967"/>
                <a:gd name="csX72" fmla="*/ 248381 w 429684"/>
                <a:gd name="csY72" fmla="*/ 86629 h 155967"/>
                <a:gd name="csX73" fmla="*/ 244617 w 429684"/>
                <a:gd name="csY73" fmla="*/ 71583 h 155967"/>
                <a:gd name="csX74" fmla="*/ 231784 w 429684"/>
                <a:gd name="csY74" fmla="*/ 25125 h 155967"/>
                <a:gd name="csX75" fmla="*/ 259004 w 429684"/>
                <a:gd name="csY75" fmla="*/ -1421 h 155967"/>
                <a:gd name="csX76" fmla="*/ 285350 w 429684"/>
                <a:gd name="csY76" fmla="*/ 13403 h 155967"/>
                <a:gd name="csX77" fmla="*/ 422156 w 429684"/>
                <a:gd name="csY77" fmla="*/ 85082 h 155967"/>
                <a:gd name="csX78" fmla="*/ 412414 w 429684"/>
                <a:gd name="csY78" fmla="*/ 81986 h 155967"/>
                <a:gd name="csX79" fmla="*/ 408435 w 429684"/>
                <a:gd name="csY79" fmla="*/ 73353 h 155967"/>
                <a:gd name="csX80" fmla="*/ 416623 w 429684"/>
                <a:gd name="csY80" fmla="*/ 65614 h 155967"/>
                <a:gd name="csX81" fmla="*/ 429018 w 429684"/>
                <a:gd name="csY81" fmla="*/ 79773 h 155967"/>
                <a:gd name="csX82" fmla="*/ 402902 w 429684"/>
                <a:gd name="csY82" fmla="*/ 98796 h 155967"/>
                <a:gd name="csX83" fmla="*/ 343579 w 429684"/>
                <a:gd name="csY83" fmla="*/ 35965 h 155967"/>
                <a:gd name="csX84" fmla="*/ 379437 w 429684"/>
                <a:gd name="csY84" fmla="*/ -1421 h 155967"/>
                <a:gd name="csX85" fmla="*/ 429685 w 429684"/>
                <a:gd name="csY85" fmla="*/ 24687 h 155967"/>
                <a:gd name="csX86" fmla="*/ 427025 w 429684"/>
                <a:gd name="csY86" fmla="*/ 27561 h 155967"/>
                <a:gd name="csX87" fmla="*/ 424149 w 429684"/>
                <a:gd name="csY87" fmla="*/ 25348 h 155967"/>
                <a:gd name="csX88" fmla="*/ 379881 w 429684"/>
                <a:gd name="csY88" fmla="*/ 3451 h 155967"/>
                <a:gd name="csX89" fmla="*/ 359960 w 429684"/>
                <a:gd name="csY89" fmla="*/ 27561 h 155967"/>
                <a:gd name="csX90" fmla="*/ 371910 w 429684"/>
                <a:gd name="csY90" fmla="*/ 71805 h 155967"/>
                <a:gd name="csX91" fmla="*/ 403124 w 429684"/>
                <a:gd name="csY91" fmla="*/ 93931 h 155967"/>
                <a:gd name="csX92" fmla="*/ 422156 w 429684"/>
                <a:gd name="csY92" fmla="*/ 85082 h 1559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429684" h="155967">
                  <a:moveTo>
                    <a:pt x="31213" y="52116"/>
                  </a:moveTo>
                  <a:cubicBezTo>
                    <a:pt x="37629" y="52116"/>
                    <a:pt x="54010" y="52560"/>
                    <a:pt x="65079" y="57204"/>
                  </a:cubicBezTo>
                  <a:cubicBezTo>
                    <a:pt x="80571" y="63844"/>
                    <a:pt x="81675" y="76892"/>
                    <a:pt x="81675" y="79995"/>
                  </a:cubicBezTo>
                  <a:cubicBezTo>
                    <a:pt x="81675" y="89725"/>
                    <a:pt x="73266" y="98796"/>
                    <a:pt x="57996" y="98796"/>
                  </a:cubicBezTo>
                  <a:cubicBezTo>
                    <a:pt x="33428" y="98796"/>
                    <a:pt x="0" y="77337"/>
                    <a:pt x="0" y="38623"/>
                  </a:cubicBezTo>
                  <a:cubicBezTo>
                    <a:pt x="0" y="16061"/>
                    <a:pt x="13062" y="-1421"/>
                    <a:pt x="34755" y="-1421"/>
                  </a:cubicBezTo>
                  <a:cubicBezTo>
                    <a:pt x="66405" y="-1421"/>
                    <a:pt x="85001" y="22029"/>
                    <a:pt x="85001" y="24687"/>
                  </a:cubicBezTo>
                  <a:cubicBezTo>
                    <a:pt x="85001" y="26013"/>
                    <a:pt x="83668" y="27561"/>
                    <a:pt x="82342" y="27561"/>
                  </a:cubicBezTo>
                  <a:cubicBezTo>
                    <a:pt x="81238" y="27561"/>
                    <a:pt x="80793" y="27117"/>
                    <a:pt x="79467" y="25348"/>
                  </a:cubicBezTo>
                  <a:cubicBezTo>
                    <a:pt x="61982" y="3451"/>
                    <a:pt x="37852" y="3451"/>
                    <a:pt x="35199" y="3451"/>
                  </a:cubicBezTo>
                  <a:cubicBezTo>
                    <a:pt x="17929" y="3451"/>
                    <a:pt x="15936" y="22029"/>
                    <a:pt x="15936" y="29109"/>
                  </a:cubicBezTo>
                  <a:cubicBezTo>
                    <a:pt x="15936" y="31767"/>
                    <a:pt x="16158" y="38623"/>
                    <a:pt x="19478" y="52116"/>
                  </a:cubicBezTo>
                  <a:lnTo>
                    <a:pt x="31213" y="52116"/>
                  </a:lnTo>
                  <a:close/>
                  <a:moveTo>
                    <a:pt x="20811" y="56988"/>
                  </a:moveTo>
                  <a:cubicBezTo>
                    <a:pt x="29442" y="90613"/>
                    <a:pt x="52240" y="93931"/>
                    <a:pt x="57996" y="93931"/>
                  </a:cubicBezTo>
                  <a:cubicBezTo>
                    <a:pt x="68398" y="93931"/>
                    <a:pt x="74377" y="87511"/>
                    <a:pt x="74377" y="79995"/>
                  </a:cubicBezTo>
                  <a:cubicBezTo>
                    <a:pt x="74377" y="56988"/>
                    <a:pt x="38956" y="56988"/>
                    <a:pt x="29887" y="56988"/>
                  </a:cubicBezTo>
                  <a:lnTo>
                    <a:pt x="20811" y="56988"/>
                  </a:lnTo>
                  <a:close/>
                  <a:moveTo>
                    <a:pt x="206975" y="152111"/>
                  </a:moveTo>
                  <a:cubicBezTo>
                    <a:pt x="206975" y="152332"/>
                    <a:pt x="206975" y="154547"/>
                    <a:pt x="204100" y="154547"/>
                  </a:cubicBezTo>
                  <a:cubicBezTo>
                    <a:pt x="200773" y="154547"/>
                    <a:pt x="179747" y="152554"/>
                    <a:pt x="175983" y="152111"/>
                  </a:cubicBezTo>
                  <a:cubicBezTo>
                    <a:pt x="174213" y="151889"/>
                    <a:pt x="172886" y="150785"/>
                    <a:pt x="172886" y="147912"/>
                  </a:cubicBezTo>
                  <a:cubicBezTo>
                    <a:pt x="172886" y="145254"/>
                    <a:pt x="174879" y="145254"/>
                    <a:pt x="178199" y="145254"/>
                  </a:cubicBezTo>
                  <a:cubicBezTo>
                    <a:pt x="188823" y="145254"/>
                    <a:pt x="189267" y="143706"/>
                    <a:pt x="189267" y="141492"/>
                  </a:cubicBezTo>
                  <a:lnTo>
                    <a:pt x="188600" y="137070"/>
                  </a:lnTo>
                  <a:lnTo>
                    <a:pt x="175324" y="84638"/>
                  </a:lnTo>
                  <a:cubicBezTo>
                    <a:pt x="171338" y="92820"/>
                    <a:pt x="164922" y="98796"/>
                    <a:pt x="154957" y="98796"/>
                  </a:cubicBezTo>
                  <a:cubicBezTo>
                    <a:pt x="129063" y="98796"/>
                    <a:pt x="101613" y="66273"/>
                    <a:pt x="101613" y="33981"/>
                  </a:cubicBezTo>
                  <a:cubicBezTo>
                    <a:pt x="101613" y="13181"/>
                    <a:pt x="113786" y="-1421"/>
                    <a:pt x="131055" y="-1421"/>
                  </a:cubicBezTo>
                  <a:cubicBezTo>
                    <a:pt x="135479" y="-1421"/>
                    <a:pt x="146548" y="-533"/>
                    <a:pt x="159825" y="15173"/>
                  </a:cubicBezTo>
                  <a:cubicBezTo>
                    <a:pt x="161595" y="5880"/>
                    <a:pt x="169345" y="-1421"/>
                    <a:pt x="179969" y="-1421"/>
                  </a:cubicBezTo>
                  <a:cubicBezTo>
                    <a:pt x="187719" y="-1421"/>
                    <a:pt x="192809" y="3673"/>
                    <a:pt x="196350" y="10751"/>
                  </a:cubicBezTo>
                  <a:cubicBezTo>
                    <a:pt x="200114" y="18712"/>
                    <a:pt x="202989" y="32211"/>
                    <a:pt x="202989" y="32648"/>
                  </a:cubicBezTo>
                  <a:cubicBezTo>
                    <a:pt x="202989" y="34862"/>
                    <a:pt x="200996" y="34862"/>
                    <a:pt x="200336" y="34862"/>
                  </a:cubicBezTo>
                  <a:cubicBezTo>
                    <a:pt x="198121" y="34862"/>
                    <a:pt x="197899" y="33981"/>
                    <a:pt x="197232" y="30878"/>
                  </a:cubicBezTo>
                  <a:cubicBezTo>
                    <a:pt x="193475" y="16499"/>
                    <a:pt x="189489" y="3451"/>
                    <a:pt x="180413" y="3451"/>
                  </a:cubicBezTo>
                  <a:cubicBezTo>
                    <a:pt x="174435" y="3451"/>
                    <a:pt x="173775" y="9197"/>
                    <a:pt x="173775" y="13625"/>
                  </a:cubicBezTo>
                  <a:cubicBezTo>
                    <a:pt x="173775" y="18935"/>
                    <a:pt x="174213" y="20483"/>
                    <a:pt x="175101" y="24244"/>
                  </a:cubicBezTo>
                  <a:lnTo>
                    <a:pt x="206975" y="152111"/>
                  </a:lnTo>
                  <a:close/>
                  <a:moveTo>
                    <a:pt x="160936" y="27339"/>
                  </a:moveTo>
                  <a:cubicBezTo>
                    <a:pt x="159825" y="23355"/>
                    <a:pt x="159825" y="22919"/>
                    <a:pt x="156505" y="19157"/>
                  </a:cubicBezTo>
                  <a:cubicBezTo>
                    <a:pt x="146770" y="6990"/>
                    <a:pt x="137694" y="3451"/>
                    <a:pt x="131493" y="3451"/>
                  </a:cubicBezTo>
                  <a:cubicBezTo>
                    <a:pt x="120424" y="3451"/>
                    <a:pt x="117327" y="15616"/>
                    <a:pt x="117327" y="24244"/>
                  </a:cubicBezTo>
                  <a:cubicBezTo>
                    <a:pt x="117327" y="35307"/>
                    <a:pt x="124410" y="62520"/>
                    <a:pt x="129500" y="72693"/>
                  </a:cubicBezTo>
                  <a:cubicBezTo>
                    <a:pt x="136368" y="85741"/>
                    <a:pt x="146325" y="93931"/>
                    <a:pt x="155179" y="93931"/>
                  </a:cubicBezTo>
                  <a:cubicBezTo>
                    <a:pt x="169567" y="93931"/>
                    <a:pt x="172664" y="75789"/>
                    <a:pt x="172664" y="74463"/>
                  </a:cubicBezTo>
                  <a:cubicBezTo>
                    <a:pt x="172664" y="73138"/>
                    <a:pt x="172220" y="71805"/>
                    <a:pt x="172004" y="70702"/>
                  </a:cubicBezTo>
                  <a:lnTo>
                    <a:pt x="160936" y="27339"/>
                  </a:lnTo>
                  <a:close/>
                  <a:moveTo>
                    <a:pt x="285350" y="13403"/>
                  </a:moveTo>
                  <a:cubicBezTo>
                    <a:pt x="287780" y="4332"/>
                    <a:pt x="295529" y="-1421"/>
                    <a:pt x="305050" y="-1421"/>
                  </a:cubicBezTo>
                  <a:cubicBezTo>
                    <a:pt x="312792" y="-1421"/>
                    <a:pt x="317883" y="3673"/>
                    <a:pt x="321423" y="10751"/>
                  </a:cubicBezTo>
                  <a:cubicBezTo>
                    <a:pt x="325187" y="18712"/>
                    <a:pt x="328069" y="32211"/>
                    <a:pt x="328069" y="32648"/>
                  </a:cubicBezTo>
                  <a:cubicBezTo>
                    <a:pt x="328069" y="34862"/>
                    <a:pt x="326076" y="34862"/>
                    <a:pt x="325409" y="34862"/>
                  </a:cubicBezTo>
                  <a:cubicBezTo>
                    <a:pt x="323194" y="34862"/>
                    <a:pt x="322972" y="33981"/>
                    <a:pt x="322311" y="30878"/>
                  </a:cubicBezTo>
                  <a:cubicBezTo>
                    <a:pt x="319216" y="18490"/>
                    <a:pt x="315008" y="3451"/>
                    <a:pt x="305710" y="3451"/>
                  </a:cubicBezTo>
                  <a:cubicBezTo>
                    <a:pt x="301064" y="3451"/>
                    <a:pt x="298849" y="6324"/>
                    <a:pt x="298849" y="13625"/>
                  </a:cubicBezTo>
                  <a:cubicBezTo>
                    <a:pt x="298849" y="18490"/>
                    <a:pt x="301509" y="28887"/>
                    <a:pt x="303279" y="36632"/>
                  </a:cubicBezTo>
                  <a:lnTo>
                    <a:pt x="309472" y="60527"/>
                  </a:lnTo>
                  <a:cubicBezTo>
                    <a:pt x="310139" y="63844"/>
                    <a:pt x="312348" y="72250"/>
                    <a:pt x="313236" y="75567"/>
                  </a:cubicBezTo>
                  <a:cubicBezTo>
                    <a:pt x="314341" y="80654"/>
                    <a:pt x="316556" y="89065"/>
                    <a:pt x="316556" y="90391"/>
                  </a:cubicBezTo>
                  <a:cubicBezTo>
                    <a:pt x="316556" y="94374"/>
                    <a:pt x="313459" y="96367"/>
                    <a:pt x="310139" y="96367"/>
                  </a:cubicBezTo>
                  <a:cubicBezTo>
                    <a:pt x="309028" y="96367"/>
                    <a:pt x="303279" y="96145"/>
                    <a:pt x="301509" y="88622"/>
                  </a:cubicBezTo>
                  <a:cubicBezTo>
                    <a:pt x="297300" y="72472"/>
                    <a:pt x="287558" y="33759"/>
                    <a:pt x="284905" y="22029"/>
                  </a:cubicBezTo>
                  <a:cubicBezTo>
                    <a:pt x="284683" y="21148"/>
                    <a:pt x="275830" y="3451"/>
                    <a:pt x="259671" y="3451"/>
                  </a:cubicBezTo>
                  <a:cubicBezTo>
                    <a:pt x="248158" y="3451"/>
                    <a:pt x="245950" y="13403"/>
                    <a:pt x="245950" y="21586"/>
                  </a:cubicBezTo>
                  <a:cubicBezTo>
                    <a:pt x="245950" y="33981"/>
                    <a:pt x="252143" y="51456"/>
                    <a:pt x="257900" y="66718"/>
                  </a:cubicBezTo>
                  <a:cubicBezTo>
                    <a:pt x="260553" y="73353"/>
                    <a:pt x="261664" y="76455"/>
                    <a:pt x="261664" y="80654"/>
                  </a:cubicBezTo>
                  <a:cubicBezTo>
                    <a:pt x="261664" y="90613"/>
                    <a:pt x="254580" y="98796"/>
                    <a:pt x="243512" y="98796"/>
                  </a:cubicBezTo>
                  <a:cubicBezTo>
                    <a:pt x="222485" y="98796"/>
                    <a:pt x="214292" y="66718"/>
                    <a:pt x="214292" y="64727"/>
                  </a:cubicBezTo>
                  <a:cubicBezTo>
                    <a:pt x="214292" y="62520"/>
                    <a:pt x="216507" y="62520"/>
                    <a:pt x="216951" y="62520"/>
                  </a:cubicBezTo>
                  <a:cubicBezTo>
                    <a:pt x="219167" y="62520"/>
                    <a:pt x="219389" y="62956"/>
                    <a:pt x="220494" y="66496"/>
                  </a:cubicBezTo>
                  <a:cubicBezTo>
                    <a:pt x="226026" y="85741"/>
                    <a:pt x="234437" y="93931"/>
                    <a:pt x="242846" y="93931"/>
                  </a:cubicBezTo>
                  <a:cubicBezTo>
                    <a:pt x="244839" y="93931"/>
                    <a:pt x="248381" y="93709"/>
                    <a:pt x="248381" y="86629"/>
                  </a:cubicBezTo>
                  <a:cubicBezTo>
                    <a:pt x="248381" y="81321"/>
                    <a:pt x="245950" y="74908"/>
                    <a:pt x="244617" y="71583"/>
                  </a:cubicBezTo>
                  <a:cubicBezTo>
                    <a:pt x="236428" y="49687"/>
                    <a:pt x="231784" y="35965"/>
                    <a:pt x="231784" y="25125"/>
                  </a:cubicBezTo>
                  <a:cubicBezTo>
                    <a:pt x="231784" y="4111"/>
                    <a:pt x="247054" y="-1421"/>
                    <a:pt x="259004" y="-1421"/>
                  </a:cubicBezTo>
                  <a:cubicBezTo>
                    <a:pt x="273615" y="-1421"/>
                    <a:pt x="281585" y="8538"/>
                    <a:pt x="285350" y="13403"/>
                  </a:cubicBezTo>
                  <a:close/>
                  <a:moveTo>
                    <a:pt x="422156" y="85082"/>
                  </a:moveTo>
                  <a:cubicBezTo>
                    <a:pt x="418614" y="85082"/>
                    <a:pt x="415519" y="85082"/>
                    <a:pt x="412414" y="81986"/>
                  </a:cubicBezTo>
                  <a:cubicBezTo>
                    <a:pt x="408873" y="78663"/>
                    <a:pt x="408435" y="74908"/>
                    <a:pt x="408435" y="73353"/>
                  </a:cubicBezTo>
                  <a:cubicBezTo>
                    <a:pt x="408435" y="68044"/>
                    <a:pt x="412414" y="65614"/>
                    <a:pt x="416623" y="65614"/>
                  </a:cubicBezTo>
                  <a:cubicBezTo>
                    <a:pt x="423038" y="65614"/>
                    <a:pt x="429018" y="70924"/>
                    <a:pt x="429018" y="79773"/>
                  </a:cubicBezTo>
                  <a:cubicBezTo>
                    <a:pt x="429018" y="90613"/>
                    <a:pt x="418614" y="98796"/>
                    <a:pt x="402902" y="98796"/>
                  </a:cubicBezTo>
                  <a:cubicBezTo>
                    <a:pt x="373015" y="98796"/>
                    <a:pt x="343579" y="67162"/>
                    <a:pt x="343579" y="35965"/>
                  </a:cubicBezTo>
                  <a:cubicBezTo>
                    <a:pt x="343579" y="16061"/>
                    <a:pt x="356418" y="-1421"/>
                    <a:pt x="379437" y="-1421"/>
                  </a:cubicBezTo>
                  <a:cubicBezTo>
                    <a:pt x="411088" y="-1421"/>
                    <a:pt x="429685" y="22029"/>
                    <a:pt x="429685" y="24687"/>
                  </a:cubicBezTo>
                  <a:cubicBezTo>
                    <a:pt x="429685" y="26013"/>
                    <a:pt x="428351" y="27561"/>
                    <a:pt x="427025" y="27561"/>
                  </a:cubicBezTo>
                  <a:cubicBezTo>
                    <a:pt x="425920" y="27561"/>
                    <a:pt x="425476" y="27117"/>
                    <a:pt x="424149" y="25348"/>
                  </a:cubicBezTo>
                  <a:cubicBezTo>
                    <a:pt x="406664" y="3451"/>
                    <a:pt x="382534" y="3451"/>
                    <a:pt x="379881" y="3451"/>
                  </a:cubicBezTo>
                  <a:cubicBezTo>
                    <a:pt x="365931" y="3451"/>
                    <a:pt x="359960" y="14292"/>
                    <a:pt x="359960" y="27561"/>
                  </a:cubicBezTo>
                  <a:cubicBezTo>
                    <a:pt x="359960" y="36632"/>
                    <a:pt x="364382" y="58091"/>
                    <a:pt x="371910" y="71805"/>
                  </a:cubicBezTo>
                  <a:cubicBezTo>
                    <a:pt x="378770" y="84415"/>
                    <a:pt x="390943" y="93931"/>
                    <a:pt x="403124" y="93931"/>
                  </a:cubicBezTo>
                  <a:cubicBezTo>
                    <a:pt x="410644" y="93931"/>
                    <a:pt x="419059" y="91051"/>
                    <a:pt x="422156" y="85082"/>
                  </a:cubicBezTo>
                  <a:close/>
                </a:path>
              </a:pathLst>
            </a:custGeom>
            <a:solidFill>
              <a:schemeClr val="bg1"/>
            </a:solidFill>
            <a:ln w="22911" cap="flat">
              <a:noFill/>
              <a:prstDash val="solid"/>
              <a:miter/>
            </a:ln>
          </p:spPr>
          <p:txBody>
            <a:bodyPr/>
            <a:lstStyle/>
            <a:p>
              <a:endParaRPr lang="en-GB"/>
            </a:p>
          </p:txBody>
        </p:sp>
      </p:grpSp>
      <p:cxnSp>
        <p:nvCxnSpPr>
          <p:cNvPr id="73" name="Straight Connector 72">
            <a:extLst>
              <a:ext uri="{FF2B5EF4-FFF2-40B4-BE49-F238E27FC236}">
                <a16:creationId xmlns:a16="http://schemas.microsoft.com/office/drawing/2014/main" id="{1D3EB495-73DD-DC76-9C4F-DEC102A5C3EC}"/>
              </a:ext>
            </a:extLst>
          </p:cNvPr>
          <p:cNvCxnSpPr>
            <a:cxnSpLocks/>
          </p:cNvCxnSpPr>
          <p:nvPr/>
        </p:nvCxnSpPr>
        <p:spPr>
          <a:xfrm>
            <a:off x="1840712" y="2662869"/>
            <a:ext cx="0" cy="54864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BAE45789-D9D9-B4E0-8F97-041CB2B3EECD}"/>
              </a:ext>
            </a:extLst>
          </p:cNvPr>
          <p:cNvCxnSpPr>
            <a:cxnSpLocks/>
            <a:stCxn id="75" idx="4"/>
          </p:cNvCxnSpPr>
          <p:nvPr/>
        </p:nvCxnSpPr>
        <p:spPr>
          <a:xfrm rot="16200000" flipH="1">
            <a:off x="5430155" y="2117880"/>
            <a:ext cx="543982" cy="2808970"/>
          </a:xfrm>
          <a:prstGeom prst="bentConnector2">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75" name="Oval 74">
            <a:extLst>
              <a:ext uri="{FF2B5EF4-FFF2-40B4-BE49-F238E27FC236}">
                <a16:creationId xmlns:a16="http://schemas.microsoft.com/office/drawing/2014/main" id="{2DC1459D-1AE1-0F1C-508F-E6251818F235}"/>
              </a:ext>
            </a:extLst>
          </p:cNvPr>
          <p:cNvSpPr/>
          <p:nvPr/>
        </p:nvSpPr>
        <p:spPr>
          <a:xfrm>
            <a:off x="3990442" y="2845773"/>
            <a:ext cx="614438" cy="40460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76" name="Connector: Elbow 75">
            <a:extLst>
              <a:ext uri="{FF2B5EF4-FFF2-40B4-BE49-F238E27FC236}">
                <a16:creationId xmlns:a16="http://schemas.microsoft.com/office/drawing/2014/main" id="{36E48711-3067-C9C4-2529-D6DD0FB7E802}"/>
              </a:ext>
            </a:extLst>
          </p:cNvPr>
          <p:cNvCxnSpPr>
            <a:cxnSpLocks/>
          </p:cNvCxnSpPr>
          <p:nvPr/>
        </p:nvCxnSpPr>
        <p:spPr>
          <a:xfrm rot="16200000" flipH="1">
            <a:off x="2380791" y="4049660"/>
            <a:ext cx="2358033" cy="861270"/>
          </a:xfrm>
          <a:prstGeom prst="bentConnector2">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F7B40858-A9CE-A349-0F03-278425AA3E8D}"/>
              </a:ext>
            </a:extLst>
          </p:cNvPr>
          <p:cNvSpPr/>
          <p:nvPr/>
        </p:nvSpPr>
        <p:spPr>
          <a:xfrm>
            <a:off x="3057501" y="2964828"/>
            <a:ext cx="614438" cy="40460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8" name="TextBox 77">
            <a:extLst>
              <a:ext uri="{FF2B5EF4-FFF2-40B4-BE49-F238E27FC236}">
                <a16:creationId xmlns:a16="http://schemas.microsoft.com/office/drawing/2014/main" id="{01FA2053-102E-AE3B-3099-8182B21BD60A}"/>
              </a:ext>
            </a:extLst>
          </p:cNvPr>
          <p:cNvSpPr txBox="1"/>
          <p:nvPr/>
        </p:nvSpPr>
        <p:spPr>
          <a:xfrm>
            <a:off x="4058495" y="4989494"/>
            <a:ext cx="2621074" cy="954107"/>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200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a:ln>
                  <a:noFill/>
                </a:ln>
                <a:solidFill>
                  <a:prstClr val="white"/>
                </a:solidFill>
                <a:effectLst/>
                <a:uLnTx/>
                <a:uFillTx/>
                <a:latin typeface="Aptos" panose="020B0004020202020204"/>
                <a:ea typeface="+mn-ea"/>
                <a:cs typeface="+mn-cs"/>
              </a:rPr>
              <a:t>If education is zero (no years of schooling), is the wage negative?⚠️ </a:t>
            </a:r>
            <a:r>
              <a:rPr kumimoji="0" lang="en-US" sz="1400" b="0" i="0" u="none" strike="noStrike" kern="1200" cap="none" spc="0" normalizeH="0" baseline="0">
                <a:ln>
                  <a:noFill/>
                </a:ln>
                <a:solidFill>
                  <a:prstClr val="white"/>
                </a:solidFill>
                <a:effectLst/>
                <a:highlight>
                  <a:srgbClr val="000000"/>
                </a:highlight>
                <a:uLnTx/>
                <a:uFillTx/>
                <a:latin typeface="Aptos" panose="020B0004020202020204"/>
                <a:ea typeface="+mn-ea"/>
                <a:cs typeface="+mn-cs"/>
              </a:rPr>
              <a:t>These may be sample effects!</a:t>
            </a:r>
            <a:endParaRPr kumimoji="0" lang="es-CO" sz="1400" b="0" i="0" u="none" strike="noStrike" kern="1200" cap="none" spc="0" normalizeH="0" baseline="0">
              <a:ln>
                <a:noFill/>
              </a:ln>
              <a:solidFill>
                <a:prstClr val="white"/>
              </a:solidFill>
              <a:effectLst/>
              <a:highlight>
                <a:srgbClr val="000000"/>
              </a:highlight>
              <a:uLnTx/>
              <a:uFillTx/>
              <a:latin typeface="Aptos" panose="020B0004020202020204"/>
              <a:ea typeface="+mn-ea"/>
              <a:cs typeface="+mn-cs"/>
            </a:endParaRPr>
          </a:p>
        </p:txBody>
      </p:sp>
      <p:grpSp>
        <p:nvGrpSpPr>
          <p:cNvPr id="79" name="Group 78">
            <a:extLst>
              <a:ext uri="{FF2B5EF4-FFF2-40B4-BE49-F238E27FC236}">
                <a16:creationId xmlns:a16="http://schemas.microsoft.com/office/drawing/2014/main" id="{7566F701-1A0A-B9AA-4C73-01EF5F0DA8DD}"/>
              </a:ext>
            </a:extLst>
          </p:cNvPr>
          <p:cNvGrpSpPr>
            <a:grpSpLocks noChangeAspect="1"/>
          </p:cNvGrpSpPr>
          <p:nvPr>
            <p:custDataLst>
              <p:tags r:id="rId4"/>
            </p:custDataLst>
          </p:nvPr>
        </p:nvGrpSpPr>
        <p:grpSpPr>
          <a:xfrm>
            <a:off x="8531412" y="4380346"/>
            <a:ext cx="1242359" cy="294311"/>
            <a:chOff x="7728036" y="6814630"/>
            <a:chExt cx="1617280" cy="383129"/>
          </a:xfrm>
        </p:grpSpPr>
        <p:sp>
          <p:nvSpPr>
            <p:cNvPr id="80" name="Freeform: Shape 79">
              <a:extLst>
                <a:ext uri="{FF2B5EF4-FFF2-40B4-BE49-F238E27FC236}">
                  <a16:creationId xmlns:a16="http://schemas.microsoft.com/office/drawing/2014/main" id="{A02B00BA-623A-1368-138A-120B60828DE5}"/>
                </a:ext>
              </a:extLst>
            </p:cNvPr>
            <p:cNvSpPr/>
            <p:nvPr>
              <p:custDataLst>
                <p:tags r:id="rId5"/>
              </p:custDataLst>
            </p:nvPr>
          </p:nvSpPr>
          <p:spPr>
            <a:xfrm>
              <a:off x="7728036" y="6894324"/>
              <a:ext cx="237741" cy="235895"/>
            </a:xfrm>
            <a:custGeom>
              <a:avLst/>
              <a:gdLst>
                <a:gd name="connsiteX0" fmla="*/ 127323 w 237741"/>
                <a:gd name="connsiteY0" fmla="*/ 5993 h 235895"/>
                <a:gd name="connsiteX1" fmla="*/ 118947 w 237741"/>
                <a:gd name="connsiteY1" fmla="*/ 63 h 235895"/>
                <a:gd name="connsiteX2" fmla="*/ 110572 w 237741"/>
                <a:gd name="connsiteY2" fmla="*/ 5993 h 235895"/>
                <a:gd name="connsiteX3" fmla="*/ 1687 w 237741"/>
                <a:gd name="connsiteY3" fmla="*/ 229369 h 235895"/>
                <a:gd name="connsiteX4" fmla="*/ 77 w 237741"/>
                <a:gd name="connsiteY4" fmla="*/ 233323 h 235895"/>
                <a:gd name="connsiteX5" fmla="*/ 7164 w 237741"/>
                <a:gd name="connsiteY5" fmla="*/ 235959 h 235895"/>
                <a:gd name="connsiteX6" fmla="*/ 230731 w 237741"/>
                <a:gd name="connsiteY6" fmla="*/ 235959 h 235895"/>
                <a:gd name="connsiteX7" fmla="*/ 237818 w 237741"/>
                <a:gd name="connsiteY7" fmla="*/ 233323 h 235895"/>
                <a:gd name="connsiteX8" fmla="*/ 236207 w 237741"/>
                <a:gd name="connsiteY8" fmla="*/ 229369 h 235895"/>
                <a:gd name="connsiteX9" fmla="*/ 127323 w 237741"/>
                <a:gd name="connsiteY9" fmla="*/ 5993 h 235895"/>
                <a:gd name="connsiteX10" fmla="*/ 108639 w 237741"/>
                <a:gd name="connsiteY10" fmla="*/ 33009 h 235895"/>
                <a:gd name="connsiteX11" fmla="*/ 195295 w 237741"/>
                <a:gd name="connsiteY11" fmla="*/ 210919 h 235895"/>
                <a:gd name="connsiteX12" fmla="*/ 21660 w 237741"/>
                <a:gd name="connsiteY12" fmla="*/ 210919 h 235895"/>
                <a:gd name="connsiteX13" fmla="*/ 108639 w 237741"/>
                <a:gd name="connsiteY13" fmla="*/ 33009 h 23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5895">
                  <a:moveTo>
                    <a:pt x="127323" y="5993"/>
                  </a:moveTo>
                  <a:cubicBezTo>
                    <a:pt x="125068" y="1710"/>
                    <a:pt x="124424" y="63"/>
                    <a:pt x="118947" y="63"/>
                  </a:cubicBezTo>
                  <a:cubicBezTo>
                    <a:pt x="113471" y="63"/>
                    <a:pt x="112827" y="1710"/>
                    <a:pt x="110572" y="5993"/>
                  </a:cubicBezTo>
                  <a:lnTo>
                    <a:pt x="1687" y="229369"/>
                  </a:lnTo>
                  <a:cubicBezTo>
                    <a:pt x="77" y="232335"/>
                    <a:pt x="77" y="232994"/>
                    <a:pt x="77" y="233323"/>
                  </a:cubicBezTo>
                  <a:cubicBezTo>
                    <a:pt x="77" y="235959"/>
                    <a:pt x="2010" y="235959"/>
                    <a:pt x="7164" y="235959"/>
                  </a:cubicBezTo>
                  <a:lnTo>
                    <a:pt x="230731" y="235959"/>
                  </a:lnTo>
                  <a:cubicBezTo>
                    <a:pt x="235885" y="235959"/>
                    <a:pt x="237818" y="235959"/>
                    <a:pt x="237818" y="233323"/>
                  </a:cubicBezTo>
                  <a:cubicBezTo>
                    <a:pt x="237818" y="232994"/>
                    <a:pt x="237818" y="232335"/>
                    <a:pt x="236207" y="229369"/>
                  </a:cubicBezTo>
                  <a:lnTo>
                    <a:pt x="127323" y="5993"/>
                  </a:lnTo>
                  <a:close/>
                  <a:moveTo>
                    <a:pt x="108639" y="33009"/>
                  </a:moveTo>
                  <a:lnTo>
                    <a:pt x="195295" y="210919"/>
                  </a:lnTo>
                  <a:lnTo>
                    <a:pt x="21660" y="210919"/>
                  </a:lnTo>
                  <a:lnTo>
                    <a:pt x="108639" y="33009"/>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1" name="Freeform: Shape 80">
              <a:extLst>
                <a:ext uri="{FF2B5EF4-FFF2-40B4-BE49-F238E27FC236}">
                  <a16:creationId xmlns:a16="http://schemas.microsoft.com/office/drawing/2014/main" id="{78CA800A-E6F5-7A96-4DD8-64EE9D953396}"/>
                </a:ext>
              </a:extLst>
            </p:cNvPr>
            <p:cNvSpPr/>
            <p:nvPr>
              <p:custDataLst>
                <p:tags r:id="rId6"/>
              </p:custDataLst>
            </p:nvPr>
          </p:nvSpPr>
          <p:spPr>
            <a:xfrm>
              <a:off x="8040828" y="6901572"/>
              <a:ext cx="86012" cy="50737"/>
            </a:xfrm>
            <a:custGeom>
              <a:avLst/>
              <a:gdLst>
                <a:gd name="connsiteX0" fmla="*/ 43253 w 86012"/>
                <a:gd name="connsiteY0" fmla="*/ 63 h 50737"/>
                <a:gd name="connsiteX1" fmla="*/ 86 w 86012"/>
                <a:gd name="connsiteY1" fmla="*/ 44870 h 50737"/>
                <a:gd name="connsiteX2" fmla="*/ 5884 w 86012"/>
                <a:gd name="connsiteY2" fmla="*/ 50800 h 50737"/>
                <a:gd name="connsiteX3" fmla="*/ 43253 w 86012"/>
                <a:gd name="connsiteY3" fmla="*/ 17195 h 50737"/>
                <a:gd name="connsiteX4" fmla="*/ 80299 w 86012"/>
                <a:gd name="connsiteY4" fmla="*/ 50800 h 50737"/>
                <a:gd name="connsiteX5" fmla="*/ 86098 w 86012"/>
                <a:gd name="connsiteY5" fmla="*/ 44870 h 50737"/>
                <a:gd name="connsiteX6" fmla="*/ 43253 w 86012"/>
                <a:gd name="connsiteY6" fmla="*/ 63 h 5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12" h="50737">
                  <a:moveTo>
                    <a:pt x="43253" y="63"/>
                  </a:moveTo>
                  <a:lnTo>
                    <a:pt x="86" y="44870"/>
                  </a:lnTo>
                  <a:lnTo>
                    <a:pt x="5884" y="50800"/>
                  </a:lnTo>
                  <a:lnTo>
                    <a:pt x="43253" y="17195"/>
                  </a:lnTo>
                  <a:lnTo>
                    <a:pt x="80299" y="50800"/>
                  </a:lnTo>
                  <a:lnTo>
                    <a:pt x="86098" y="44870"/>
                  </a:lnTo>
                  <a:lnTo>
                    <a:pt x="43253" y="63"/>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2" name="Freeform: Shape 81">
              <a:extLst>
                <a:ext uri="{FF2B5EF4-FFF2-40B4-BE49-F238E27FC236}">
                  <a16:creationId xmlns:a16="http://schemas.microsoft.com/office/drawing/2014/main" id="{5F914A20-EF2F-C61D-2C29-B771BD2054DC}"/>
                </a:ext>
              </a:extLst>
            </p:cNvPr>
            <p:cNvSpPr/>
            <p:nvPr>
              <p:custDataLst>
                <p:tags r:id="rId7"/>
              </p:custDataLst>
            </p:nvPr>
          </p:nvSpPr>
          <p:spPr>
            <a:xfrm>
              <a:off x="7990691" y="6984597"/>
              <a:ext cx="148507" cy="213162"/>
            </a:xfrm>
            <a:custGeom>
              <a:avLst/>
              <a:gdLst>
                <a:gd name="connsiteX0" fmla="*/ 147304 w 148507"/>
                <a:gd name="connsiteY0" fmla="*/ 20160 h 213162"/>
                <a:gd name="connsiteX1" fmla="*/ 148593 w 148507"/>
                <a:gd name="connsiteY1" fmla="*/ 12582 h 213162"/>
                <a:gd name="connsiteX2" fmla="*/ 139250 w 148507"/>
                <a:gd name="connsiteY2" fmla="*/ 3687 h 213162"/>
                <a:gd name="connsiteX3" fmla="*/ 127976 w 148507"/>
                <a:gd name="connsiteY3" fmla="*/ 10606 h 213162"/>
                <a:gd name="connsiteX4" fmla="*/ 123466 w 148507"/>
                <a:gd name="connsiteY4" fmla="*/ 28397 h 213162"/>
                <a:gd name="connsiteX5" fmla="*/ 117023 w 148507"/>
                <a:gd name="connsiteY5" fmla="*/ 54754 h 213162"/>
                <a:gd name="connsiteX6" fmla="*/ 102526 w 148507"/>
                <a:gd name="connsiteY6" fmla="*/ 114057 h 213162"/>
                <a:gd name="connsiteX7" fmla="*/ 66124 w 148507"/>
                <a:gd name="connsiteY7" fmla="*/ 142062 h 213162"/>
                <a:gd name="connsiteX8" fmla="*/ 46151 w 148507"/>
                <a:gd name="connsiteY8" fmla="*/ 115375 h 213162"/>
                <a:gd name="connsiteX9" fmla="*/ 62581 w 148507"/>
                <a:gd name="connsiteY9" fmla="*/ 50800 h 213162"/>
                <a:gd name="connsiteX10" fmla="*/ 69023 w 148507"/>
                <a:gd name="connsiteY10" fmla="*/ 27079 h 213162"/>
                <a:gd name="connsiteX11" fmla="*/ 42608 w 148507"/>
                <a:gd name="connsiteY11" fmla="*/ 63 h 213162"/>
                <a:gd name="connsiteX12" fmla="*/ 85 w 148507"/>
                <a:gd name="connsiteY12" fmla="*/ 50800 h 213162"/>
                <a:gd name="connsiteX13" fmla="*/ 3951 w 148507"/>
                <a:gd name="connsiteY13" fmla="*/ 54095 h 213162"/>
                <a:gd name="connsiteX14" fmla="*/ 9105 w 148507"/>
                <a:gd name="connsiteY14" fmla="*/ 48164 h 213162"/>
                <a:gd name="connsiteX15" fmla="*/ 41641 w 148507"/>
                <a:gd name="connsiteY15" fmla="*/ 7311 h 213162"/>
                <a:gd name="connsiteX16" fmla="*/ 49695 w 148507"/>
                <a:gd name="connsiteY16" fmla="*/ 17854 h 213162"/>
                <a:gd name="connsiteX17" fmla="*/ 44218 w 148507"/>
                <a:gd name="connsiteY17" fmla="*/ 40916 h 213162"/>
                <a:gd name="connsiteX18" fmla="*/ 25534 w 148507"/>
                <a:gd name="connsiteY18" fmla="*/ 110104 h 213162"/>
                <a:gd name="connsiteX19" fmla="*/ 64836 w 148507"/>
                <a:gd name="connsiteY19" fmla="*/ 149310 h 213162"/>
                <a:gd name="connsiteX20" fmla="*/ 97372 w 148507"/>
                <a:gd name="connsiteY20" fmla="*/ 134484 h 213162"/>
                <a:gd name="connsiteX21" fmla="*/ 76433 w 148507"/>
                <a:gd name="connsiteY21" fmla="*/ 185221 h 213162"/>
                <a:gd name="connsiteX22" fmla="*/ 40997 w 148507"/>
                <a:gd name="connsiteY22" fmla="*/ 205978 h 213162"/>
                <a:gd name="connsiteX23" fmla="*/ 16514 w 148507"/>
                <a:gd name="connsiteY23" fmla="*/ 192140 h 213162"/>
                <a:gd name="connsiteX24" fmla="*/ 30366 w 148507"/>
                <a:gd name="connsiteY24" fmla="*/ 188187 h 213162"/>
                <a:gd name="connsiteX25" fmla="*/ 36809 w 148507"/>
                <a:gd name="connsiteY25" fmla="*/ 174678 h 213162"/>
                <a:gd name="connsiteX26" fmla="*/ 24890 w 148507"/>
                <a:gd name="connsiteY26" fmla="*/ 163147 h 213162"/>
                <a:gd name="connsiteX27" fmla="*/ 6850 w 148507"/>
                <a:gd name="connsiteY27" fmla="*/ 184562 h 213162"/>
                <a:gd name="connsiteX28" fmla="*/ 40997 w 148507"/>
                <a:gd name="connsiteY28" fmla="*/ 213226 h 213162"/>
                <a:gd name="connsiteX29" fmla="*/ 116378 w 148507"/>
                <a:gd name="connsiteY29" fmla="*/ 146015 h 213162"/>
                <a:gd name="connsiteX30" fmla="*/ 147304 w 148507"/>
                <a:gd name="connsiteY30" fmla="*/ 20160 h 2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507" h="213162">
                  <a:moveTo>
                    <a:pt x="147304" y="20160"/>
                  </a:moveTo>
                  <a:cubicBezTo>
                    <a:pt x="148593" y="15548"/>
                    <a:pt x="148593" y="14889"/>
                    <a:pt x="148593" y="12582"/>
                  </a:cubicBezTo>
                  <a:cubicBezTo>
                    <a:pt x="148593" y="6652"/>
                    <a:pt x="144083" y="3687"/>
                    <a:pt x="139250" y="3687"/>
                  </a:cubicBezTo>
                  <a:cubicBezTo>
                    <a:pt x="136029" y="3687"/>
                    <a:pt x="130875" y="5664"/>
                    <a:pt x="127976" y="10606"/>
                  </a:cubicBezTo>
                  <a:cubicBezTo>
                    <a:pt x="127331" y="12253"/>
                    <a:pt x="124754" y="22466"/>
                    <a:pt x="123466" y="28397"/>
                  </a:cubicBezTo>
                  <a:cubicBezTo>
                    <a:pt x="121211" y="36963"/>
                    <a:pt x="118956" y="45858"/>
                    <a:pt x="117023" y="54754"/>
                  </a:cubicBezTo>
                  <a:lnTo>
                    <a:pt x="102526" y="114057"/>
                  </a:lnTo>
                  <a:cubicBezTo>
                    <a:pt x="101238" y="118999"/>
                    <a:pt x="87386" y="142062"/>
                    <a:pt x="66124" y="142062"/>
                  </a:cubicBezTo>
                  <a:cubicBezTo>
                    <a:pt x="49695" y="142062"/>
                    <a:pt x="46151" y="127565"/>
                    <a:pt x="46151" y="115375"/>
                  </a:cubicBezTo>
                  <a:cubicBezTo>
                    <a:pt x="46151" y="100220"/>
                    <a:pt x="51628" y="79793"/>
                    <a:pt x="62581" y="50800"/>
                  </a:cubicBezTo>
                  <a:cubicBezTo>
                    <a:pt x="67735" y="37292"/>
                    <a:pt x="69023" y="33668"/>
                    <a:pt x="69023" y="27079"/>
                  </a:cubicBezTo>
                  <a:cubicBezTo>
                    <a:pt x="69023" y="12253"/>
                    <a:pt x="58715" y="63"/>
                    <a:pt x="42608" y="63"/>
                  </a:cubicBezTo>
                  <a:cubicBezTo>
                    <a:pt x="12004" y="63"/>
                    <a:pt x="85" y="47835"/>
                    <a:pt x="85" y="50800"/>
                  </a:cubicBezTo>
                  <a:cubicBezTo>
                    <a:pt x="85" y="54095"/>
                    <a:pt x="3306" y="54095"/>
                    <a:pt x="3951" y="54095"/>
                  </a:cubicBezTo>
                  <a:cubicBezTo>
                    <a:pt x="7172" y="54095"/>
                    <a:pt x="7494" y="53436"/>
                    <a:pt x="9105" y="48164"/>
                  </a:cubicBezTo>
                  <a:cubicBezTo>
                    <a:pt x="17803" y="17195"/>
                    <a:pt x="30689" y="7311"/>
                    <a:pt x="41641" y="7311"/>
                  </a:cubicBezTo>
                  <a:cubicBezTo>
                    <a:pt x="44218" y="7311"/>
                    <a:pt x="49695" y="7311"/>
                    <a:pt x="49695" y="17854"/>
                  </a:cubicBezTo>
                  <a:cubicBezTo>
                    <a:pt x="49695" y="26090"/>
                    <a:pt x="46474" y="34656"/>
                    <a:pt x="44218" y="40916"/>
                  </a:cubicBezTo>
                  <a:cubicBezTo>
                    <a:pt x="31333" y="75839"/>
                    <a:pt x="25534" y="94619"/>
                    <a:pt x="25534" y="110104"/>
                  </a:cubicBezTo>
                  <a:cubicBezTo>
                    <a:pt x="25534" y="139426"/>
                    <a:pt x="45829" y="149310"/>
                    <a:pt x="64836" y="149310"/>
                  </a:cubicBezTo>
                  <a:cubicBezTo>
                    <a:pt x="77399" y="149310"/>
                    <a:pt x="88352" y="143709"/>
                    <a:pt x="97372" y="134484"/>
                  </a:cubicBezTo>
                  <a:cubicBezTo>
                    <a:pt x="93184" y="151616"/>
                    <a:pt x="89318" y="167760"/>
                    <a:pt x="76433" y="185221"/>
                  </a:cubicBezTo>
                  <a:cubicBezTo>
                    <a:pt x="68057" y="196423"/>
                    <a:pt x="55816" y="205978"/>
                    <a:pt x="40997" y="205978"/>
                  </a:cubicBezTo>
                  <a:cubicBezTo>
                    <a:pt x="36487" y="205978"/>
                    <a:pt x="21991" y="204989"/>
                    <a:pt x="16514" y="192140"/>
                  </a:cubicBezTo>
                  <a:cubicBezTo>
                    <a:pt x="21669" y="192140"/>
                    <a:pt x="25856" y="192140"/>
                    <a:pt x="30366" y="188187"/>
                  </a:cubicBezTo>
                  <a:cubicBezTo>
                    <a:pt x="33588" y="185221"/>
                    <a:pt x="36809" y="180938"/>
                    <a:pt x="36809" y="174678"/>
                  </a:cubicBezTo>
                  <a:cubicBezTo>
                    <a:pt x="36809" y="164465"/>
                    <a:pt x="28111" y="163147"/>
                    <a:pt x="24890" y="163147"/>
                  </a:cubicBezTo>
                  <a:cubicBezTo>
                    <a:pt x="17481" y="163147"/>
                    <a:pt x="6850" y="168419"/>
                    <a:pt x="6850" y="184562"/>
                  </a:cubicBezTo>
                  <a:cubicBezTo>
                    <a:pt x="6850" y="201036"/>
                    <a:pt x="21024" y="213226"/>
                    <a:pt x="40997" y="213226"/>
                  </a:cubicBezTo>
                  <a:cubicBezTo>
                    <a:pt x="74178" y="213226"/>
                    <a:pt x="107358" y="183245"/>
                    <a:pt x="116378" y="146015"/>
                  </a:cubicBezTo>
                  <a:lnTo>
                    <a:pt x="147304" y="20160"/>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3" name="Freeform: Shape 82">
              <a:extLst>
                <a:ext uri="{FF2B5EF4-FFF2-40B4-BE49-F238E27FC236}">
                  <a16:creationId xmlns:a16="http://schemas.microsoft.com/office/drawing/2014/main" id="{25E9B418-2D0A-4F81-3F82-F8F47D932993}"/>
                </a:ext>
              </a:extLst>
            </p:cNvPr>
            <p:cNvSpPr/>
            <p:nvPr>
              <p:custDataLst>
                <p:tags r:id="rId8"/>
              </p:custDataLst>
            </p:nvPr>
          </p:nvSpPr>
          <p:spPr>
            <a:xfrm>
              <a:off x="8258369" y="7009307"/>
              <a:ext cx="214224" cy="77094"/>
            </a:xfrm>
            <a:custGeom>
              <a:avLst/>
              <a:gdLst>
                <a:gd name="connsiteX0" fmla="*/ 203365 w 214224"/>
                <a:gd name="connsiteY0" fmla="*/ 13241 h 77094"/>
                <a:gd name="connsiteX1" fmla="*/ 214318 w 214224"/>
                <a:gd name="connsiteY1" fmla="*/ 6652 h 77094"/>
                <a:gd name="connsiteX2" fmla="*/ 203687 w 214224"/>
                <a:gd name="connsiteY2" fmla="*/ 63 h 77094"/>
                <a:gd name="connsiteX3" fmla="*/ 10724 w 214224"/>
                <a:gd name="connsiteY3" fmla="*/ 63 h 77094"/>
                <a:gd name="connsiteX4" fmla="*/ 93 w 214224"/>
                <a:gd name="connsiteY4" fmla="*/ 6652 h 77094"/>
                <a:gd name="connsiteX5" fmla="*/ 11046 w 214224"/>
                <a:gd name="connsiteY5" fmla="*/ 13241 h 77094"/>
                <a:gd name="connsiteX6" fmla="*/ 203365 w 214224"/>
                <a:gd name="connsiteY6" fmla="*/ 13241 h 77094"/>
                <a:gd name="connsiteX7" fmla="*/ 203687 w 214224"/>
                <a:gd name="connsiteY7" fmla="*/ 77157 h 77094"/>
                <a:gd name="connsiteX8" fmla="*/ 214318 w 214224"/>
                <a:gd name="connsiteY8" fmla="*/ 70568 h 77094"/>
                <a:gd name="connsiteX9" fmla="*/ 203365 w 214224"/>
                <a:gd name="connsiteY9" fmla="*/ 63979 h 77094"/>
                <a:gd name="connsiteX10" fmla="*/ 11046 w 214224"/>
                <a:gd name="connsiteY10" fmla="*/ 63979 h 77094"/>
                <a:gd name="connsiteX11" fmla="*/ 93 w 214224"/>
                <a:gd name="connsiteY11" fmla="*/ 70568 h 77094"/>
                <a:gd name="connsiteX12" fmla="*/ 10724 w 214224"/>
                <a:gd name="connsiteY12" fmla="*/ 77157 h 77094"/>
                <a:gd name="connsiteX13" fmla="*/ 203687 w 214224"/>
                <a:gd name="connsiteY13" fmla="*/ 77157 h 77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224" h="77094">
                  <a:moveTo>
                    <a:pt x="203365" y="13241"/>
                  </a:moveTo>
                  <a:cubicBezTo>
                    <a:pt x="208197" y="13241"/>
                    <a:pt x="214318" y="13241"/>
                    <a:pt x="214318" y="6652"/>
                  </a:cubicBezTo>
                  <a:cubicBezTo>
                    <a:pt x="214318" y="63"/>
                    <a:pt x="208197" y="63"/>
                    <a:pt x="203687" y="63"/>
                  </a:cubicBezTo>
                  <a:lnTo>
                    <a:pt x="10724" y="63"/>
                  </a:lnTo>
                  <a:cubicBezTo>
                    <a:pt x="6214" y="63"/>
                    <a:pt x="93" y="63"/>
                    <a:pt x="93" y="6652"/>
                  </a:cubicBezTo>
                  <a:cubicBezTo>
                    <a:pt x="93" y="13241"/>
                    <a:pt x="6214" y="13241"/>
                    <a:pt x="11046" y="13241"/>
                  </a:cubicBezTo>
                  <a:lnTo>
                    <a:pt x="203365" y="13241"/>
                  </a:lnTo>
                  <a:close/>
                  <a:moveTo>
                    <a:pt x="203687" y="77157"/>
                  </a:moveTo>
                  <a:cubicBezTo>
                    <a:pt x="208197" y="77157"/>
                    <a:pt x="214318" y="77157"/>
                    <a:pt x="214318" y="70568"/>
                  </a:cubicBezTo>
                  <a:cubicBezTo>
                    <a:pt x="214318" y="63979"/>
                    <a:pt x="208197" y="63979"/>
                    <a:pt x="203365" y="63979"/>
                  </a:cubicBezTo>
                  <a:lnTo>
                    <a:pt x="11046" y="63979"/>
                  </a:lnTo>
                  <a:cubicBezTo>
                    <a:pt x="6214" y="63979"/>
                    <a:pt x="93" y="63979"/>
                    <a:pt x="93" y="70568"/>
                  </a:cubicBezTo>
                  <a:cubicBezTo>
                    <a:pt x="93" y="77157"/>
                    <a:pt x="6214" y="77157"/>
                    <a:pt x="10724" y="77157"/>
                  </a:cubicBezTo>
                  <a:lnTo>
                    <a:pt x="203687" y="77157"/>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4" name="Freeform: Shape 83">
              <a:extLst>
                <a:ext uri="{FF2B5EF4-FFF2-40B4-BE49-F238E27FC236}">
                  <a16:creationId xmlns:a16="http://schemas.microsoft.com/office/drawing/2014/main" id="{7A4EC791-EF74-B1E1-4878-CABD1690150F}"/>
                </a:ext>
              </a:extLst>
            </p:cNvPr>
            <p:cNvSpPr/>
            <p:nvPr>
              <p:custDataLst>
                <p:tags r:id="rId9"/>
              </p:custDataLst>
            </p:nvPr>
          </p:nvSpPr>
          <p:spPr>
            <a:xfrm>
              <a:off x="8700564" y="6814630"/>
              <a:ext cx="86012" cy="50737"/>
            </a:xfrm>
            <a:custGeom>
              <a:avLst/>
              <a:gdLst>
                <a:gd name="connsiteX0" fmla="*/ 43273 w 86012"/>
                <a:gd name="connsiteY0" fmla="*/ 60 h 50737"/>
                <a:gd name="connsiteX1" fmla="*/ 106 w 86012"/>
                <a:gd name="connsiteY1" fmla="*/ 44867 h 50737"/>
                <a:gd name="connsiteX2" fmla="*/ 5905 w 86012"/>
                <a:gd name="connsiteY2" fmla="*/ 50798 h 50737"/>
                <a:gd name="connsiteX3" fmla="*/ 43273 w 86012"/>
                <a:gd name="connsiteY3" fmla="*/ 17192 h 50737"/>
                <a:gd name="connsiteX4" fmla="*/ 80320 w 86012"/>
                <a:gd name="connsiteY4" fmla="*/ 50798 h 50737"/>
                <a:gd name="connsiteX5" fmla="*/ 86118 w 86012"/>
                <a:gd name="connsiteY5" fmla="*/ 44867 h 50737"/>
                <a:gd name="connsiteX6" fmla="*/ 43273 w 86012"/>
                <a:gd name="connsiteY6" fmla="*/ 60 h 5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12" h="50737">
                  <a:moveTo>
                    <a:pt x="43273" y="60"/>
                  </a:moveTo>
                  <a:lnTo>
                    <a:pt x="106" y="44867"/>
                  </a:lnTo>
                  <a:lnTo>
                    <a:pt x="5905" y="50798"/>
                  </a:lnTo>
                  <a:lnTo>
                    <a:pt x="43273" y="17192"/>
                  </a:lnTo>
                  <a:lnTo>
                    <a:pt x="80320" y="50798"/>
                  </a:lnTo>
                  <a:lnTo>
                    <a:pt x="86118" y="44867"/>
                  </a:lnTo>
                  <a:lnTo>
                    <a:pt x="43273" y="60"/>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5" name="Freeform: Shape 84">
              <a:extLst>
                <a:ext uri="{FF2B5EF4-FFF2-40B4-BE49-F238E27FC236}">
                  <a16:creationId xmlns:a16="http://schemas.microsoft.com/office/drawing/2014/main" id="{77EAD129-03A5-132C-2211-7628C0253E34}"/>
                </a:ext>
              </a:extLst>
            </p:cNvPr>
            <p:cNvSpPr/>
            <p:nvPr>
              <p:custDataLst>
                <p:tags r:id="rId10"/>
              </p:custDataLst>
            </p:nvPr>
          </p:nvSpPr>
          <p:spPr>
            <a:xfrm>
              <a:off x="8589990" y="6897619"/>
              <a:ext cx="175608" cy="296517"/>
            </a:xfrm>
            <a:custGeom>
              <a:avLst/>
              <a:gdLst>
                <a:gd name="connsiteX0" fmla="*/ 175712 w 175608"/>
                <a:gd name="connsiteY0" fmla="*/ 45199 h 296517"/>
                <a:gd name="connsiteX1" fmla="*/ 131901 w 175608"/>
                <a:gd name="connsiteY1" fmla="*/ 63 h 296517"/>
                <a:gd name="connsiteX2" fmla="*/ 92921 w 175608"/>
                <a:gd name="connsiteY2" fmla="*/ 13900 h 296517"/>
                <a:gd name="connsiteX3" fmla="*/ 51365 w 175608"/>
                <a:gd name="connsiteY3" fmla="*/ 84076 h 296517"/>
                <a:gd name="connsiteX4" fmla="*/ 144 w 175608"/>
                <a:gd name="connsiteY4" fmla="*/ 293285 h 296517"/>
                <a:gd name="connsiteX5" fmla="*/ 4010 w 175608"/>
                <a:gd name="connsiteY5" fmla="*/ 296580 h 296517"/>
                <a:gd name="connsiteX6" fmla="*/ 7876 w 175608"/>
                <a:gd name="connsiteY6" fmla="*/ 294933 h 296517"/>
                <a:gd name="connsiteX7" fmla="*/ 30426 w 175608"/>
                <a:gd name="connsiteY7" fmla="*/ 204001 h 296517"/>
                <a:gd name="connsiteX8" fmla="*/ 74237 w 175608"/>
                <a:gd name="connsiteY8" fmla="*/ 235959 h 296517"/>
                <a:gd name="connsiteX9" fmla="*/ 136411 w 175608"/>
                <a:gd name="connsiteY9" fmla="*/ 209931 h 296517"/>
                <a:gd name="connsiteX10" fmla="*/ 162182 w 175608"/>
                <a:gd name="connsiteY10" fmla="*/ 149310 h 296517"/>
                <a:gd name="connsiteX11" fmla="*/ 138666 w 175608"/>
                <a:gd name="connsiteY11" fmla="*/ 100220 h 296517"/>
                <a:gd name="connsiteX12" fmla="*/ 175712 w 175608"/>
                <a:gd name="connsiteY12" fmla="*/ 45199 h 296517"/>
                <a:gd name="connsiteX13" fmla="*/ 117726 w 175608"/>
                <a:gd name="connsiteY13" fmla="*/ 99890 h 296517"/>
                <a:gd name="connsiteX14" fmla="*/ 102264 w 175608"/>
                <a:gd name="connsiteY14" fmla="*/ 102197 h 296517"/>
                <a:gd name="connsiteX15" fmla="*/ 88089 w 175608"/>
                <a:gd name="connsiteY15" fmla="*/ 100879 h 296517"/>
                <a:gd name="connsiteX16" fmla="*/ 103874 w 175608"/>
                <a:gd name="connsiteY16" fmla="*/ 98243 h 296517"/>
                <a:gd name="connsiteX17" fmla="*/ 117726 w 175608"/>
                <a:gd name="connsiteY17" fmla="*/ 99890 h 296517"/>
                <a:gd name="connsiteX18" fmla="*/ 157672 w 175608"/>
                <a:gd name="connsiteY18" fmla="*/ 37622 h 296517"/>
                <a:gd name="connsiteX19" fmla="*/ 128679 w 175608"/>
                <a:gd name="connsiteY19" fmla="*/ 94619 h 296517"/>
                <a:gd name="connsiteX20" fmla="*/ 103874 w 175608"/>
                <a:gd name="connsiteY20" fmla="*/ 90665 h 296517"/>
                <a:gd name="connsiteX21" fmla="*/ 79069 w 175608"/>
                <a:gd name="connsiteY21" fmla="*/ 101208 h 296517"/>
                <a:gd name="connsiteX22" fmla="*/ 101297 w 175608"/>
                <a:gd name="connsiteY22" fmla="*/ 109445 h 296517"/>
                <a:gd name="connsiteX23" fmla="*/ 127713 w 175608"/>
                <a:gd name="connsiteY23" fmla="*/ 105162 h 296517"/>
                <a:gd name="connsiteX24" fmla="*/ 141887 w 175608"/>
                <a:gd name="connsiteY24" fmla="*/ 142391 h 296517"/>
                <a:gd name="connsiteX25" fmla="*/ 125780 w 175608"/>
                <a:gd name="connsiteY25" fmla="*/ 199059 h 296517"/>
                <a:gd name="connsiteX26" fmla="*/ 73271 w 175608"/>
                <a:gd name="connsiteY26" fmla="*/ 228711 h 296517"/>
                <a:gd name="connsiteX27" fmla="*/ 36546 w 175608"/>
                <a:gd name="connsiteY27" fmla="*/ 186210 h 296517"/>
                <a:gd name="connsiteX28" fmla="*/ 38157 w 175608"/>
                <a:gd name="connsiteY28" fmla="*/ 171713 h 296517"/>
                <a:gd name="connsiteX29" fmla="*/ 58774 w 175608"/>
                <a:gd name="connsiteY29" fmla="*/ 88359 h 296517"/>
                <a:gd name="connsiteX30" fmla="*/ 127713 w 175608"/>
                <a:gd name="connsiteY30" fmla="*/ 7640 h 296517"/>
                <a:gd name="connsiteX31" fmla="*/ 157672 w 175608"/>
                <a:gd name="connsiteY31" fmla="*/ 37622 h 29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5608" h="296517">
                  <a:moveTo>
                    <a:pt x="175712" y="45199"/>
                  </a:moveTo>
                  <a:cubicBezTo>
                    <a:pt x="175712" y="20490"/>
                    <a:pt x="157994" y="63"/>
                    <a:pt x="131901" y="63"/>
                  </a:cubicBezTo>
                  <a:cubicBezTo>
                    <a:pt x="113216" y="63"/>
                    <a:pt x="104196" y="5334"/>
                    <a:pt x="92921" y="13900"/>
                  </a:cubicBezTo>
                  <a:cubicBezTo>
                    <a:pt x="75204" y="27079"/>
                    <a:pt x="57486" y="59037"/>
                    <a:pt x="51365" y="84076"/>
                  </a:cubicBezTo>
                  <a:lnTo>
                    <a:pt x="144" y="293285"/>
                  </a:lnTo>
                  <a:cubicBezTo>
                    <a:pt x="-178" y="294603"/>
                    <a:pt x="1433" y="296580"/>
                    <a:pt x="4010" y="296580"/>
                  </a:cubicBezTo>
                  <a:cubicBezTo>
                    <a:pt x="6587" y="296580"/>
                    <a:pt x="7554" y="295921"/>
                    <a:pt x="7876" y="294933"/>
                  </a:cubicBezTo>
                  <a:lnTo>
                    <a:pt x="30426" y="204001"/>
                  </a:lnTo>
                  <a:cubicBezTo>
                    <a:pt x="36546" y="223769"/>
                    <a:pt x="50721" y="235959"/>
                    <a:pt x="74237" y="235959"/>
                  </a:cubicBezTo>
                  <a:cubicBezTo>
                    <a:pt x="97753" y="235959"/>
                    <a:pt x="121914" y="224427"/>
                    <a:pt x="136411" y="209931"/>
                  </a:cubicBezTo>
                  <a:cubicBezTo>
                    <a:pt x="151873" y="194776"/>
                    <a:pt x="162182" y="173690"/>
                    <a:pt x="162182" y="149310"/>
                  </a:cubicBezTo>
                  <a:cubicBezTo>
                    <a:pt x="162182" y="125588"/>
                    <a:pt x="150263" y="108456"/>
                    <a:pt x="138666" y="100220"/>
                  </a:cubicBezTo>
                  <a:cubicBezTo>
                    <a:pt x="157350" y="89347"/>
                    <a:pt x="175712" y="68921"/>
                    <a:pt x="175712" y="45199"/>
                  </a:cubicBezTo>
                  <a:close/>
                  <a:moveTo>
                    <a:pt x="117726" y="99890"/>
                  </a:moveTo>
                  <a:cubicBezTo>
                    <a:pt x="113539" y="101538"/>
                    <a:pt x="109995" y="102197"/>
                    <a:pt x="102264" y="102197"/>
                  </a:cubicBezTo>
                  <a:cubicBezTo>
                    <a:pt x="97754" y="102197"/>
                    <a:pt x="91311" y="102526"/>
                    <a:pt x="88089" y="100879"/>
                  </a:cubicBezTo>
                  <a:cubicBezTo>
                    <a:pt x="88734" y="97584"/>
                    <a:pt x="100331" y="98243"/>
                    <a:pt x="103874" y="98243"/>
                  </a:cubicBezTo>
                  <a:cubicBezTo>
                    <a:pt x="110639" y="98243"/>
                    <a:pt x="113539" y="98243"/>
                    <a:pt x="117726" y="99890"/>
                  </a:cubicBezTo>
                  <a:close/>
                  <a:moveTo>
                    <a:pt x="157672" y="37622"/>
                  </a:moveTo>
                  <a:cubicBezTo>
                    <a:pt x="157672" y="60684"/>
                    <a:pt x="145431" y="84405"/>
                    <a:pt x="128679" y="94619"/>
                  </a:cubicBezTo>
                  <a:cubicBezTo>
                    <a:pt x="119981" y="91324"/>
                    <a:pt x="113539" y="90665"/>
                    <a:pt x="103874" y="90665"/>
                  </a:cubicBezTo>
                  <a:cubicBezTo>
                    <a:pt x="97109" y="90665"/>
                    <a:pt x="79069" y="90336"/>
                    <a:pt x="79069" y="101208"/>
                  </a:cubicBezTo>
                  <a:cubicBezTo>
                    <a:pt x="78747" y="110433"/>
                    <a:pt x="95499" y="109445"/>
                    <a:pt x="101297" y="109445"/>
                  </a:cubicBezTo>
                  <a:cubicBezTo>
                    <a:pt x="113216" y="109445"/>
                    <a:pt x="118048" y="109115"/>
                    <a:pt x="127713" y="105162"/>
                  </a:cubicBezTo>
                  <a:cubicBezTo>
                    <a:pt x="139954" y="117022"/>
                    <a:pt x="141565" y="127236"/>
                    <a:pt x="141887" y="142391"/>
                  </a:cubicBezTo>
                  <a:cubicBezTo>
                    <a:pt x="142531" y="161500"/>
                    <a:pt x="134800" y="186210"/>
                    <a:pt x="125780" y="199059"/>
                  </a:cubicBezTo>
                  <a:cubicBezTo>
                    <a:pt x="113216" y="216850"/>
                    <a:pt x="91633" y="228711"/>
                    <a:pt x="73271" y="228711"/>
                  </a:cubicBezTo>
                  <a:cubicBezTo>
                    <a:pt x="48788" y="228711"/>
                    <a:pt x="36546" y="209602"/>
                    <a:pt x="36546" y="186210"/>
                  </a:cubicBezTo>
                  <a:cubicBezTo>
                    <a:pt x="36546" y="182915"/>
                    <a:pt x="36546" y="177973"/>
                    <a:pt x="38157" y="171713"/>
                  </a:cubicBezTo>
                  <a:lnTo>
                    <a:pt x="58774" y="88359"/>
                  </a:lnTo>
                  <a:cubicBezTo>
                    <a:pt x="65861" y="60025"/>
                    <a:pt x="89056" y="7640"/>
                    <a:pt x="127713" y="7640"/>
                  </a:cubicBezTo>
                  <a:cubicBezTo>
                    <a:pt x="146397" y="7640"/>
                    <a:pt x="157672" y="17854"/>
                    <a:pt x="157672" y="37622"/>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6" name="Freeform: Shape 85">
              <a:extLst>
                <a:ext uri="{FF2B5EF4-FFF2-40B4-BE49-F238E27FC236}">
                  <a16:creationId xmlns:a16="http://schemas.microsoft.com/office/drawing/2014/main" id="{C2269E2E-2AA7-75FA-89BF-16AF9C2D9C0E}"/>
                </a:ext>
              </a:extLst>
            </p:cNvPr>
            <p:cNvSpPr/>
            <p:nvPr>
              <p:custDataLst>
                <p:tags r:id="rId11"/>
              </p:custDataLst>
            </p:nvPr>
          </p:nvSpPr>
          <p:spPr>
            <a:xfrm>
              <a:off x="8787158" y="7026505"/>
              <a:ext cx="82081" cy="153134"/>
            </a:xfrm>
            <a:custGeom>
              <a:avLst/>
              <a:gdLst>
                <a:gd name="connsiteX0" fmla="*/ 51072 w 82081"/>
                <a:gd name="connsiteY0" fmla="*/ 6522 h 153134"/>
                <a:gd name="connsiteX1" fmla="*/ 44307 w 82081"/>
                <a:gd name="connsiteY1" fmla="*/ 64 h 153134"/>
                <a:gd name="connsiteX2" fmla="*/ 109 w 82081"/>
                <a:gd name="connsiteY2" fmla="*/ 14824 h 153134"/>
                <a:gd name="connsiteX3" fmla="*/ 109 w 82081"/>
                <a:gd name="connsiteY3" fmla="*/ 23127 h 153134"/>
                <a:gd name="connsiteX4" fmla="*/ 32807 w 82081"/>
                <a:gd name="connsiteY4" fmla="*/ 16669 h 153134"/>
                <a:gd name="connsiteX5" fmla="*/ 32807 w 82081"/>
                <a:gd name="connsiteY5" fmla="*/ 134288 h 153134"/>
                <a:gd name="connsiteX6" fmla="*/ 10257 w 82081"/>
                <a:gd name="connsiteY6" fmla="*/ 144896 h 153134"/>
                <a:gd name="connsiteX7" fmla="*/ 1688 w 82081"/>
                <a:gd name="connsiteY7" fmla="*/ 144896 h 153134"/>
                <a:gd name="connsiteX8" fmla="*/ 1688 w 82081"/>
                <a:gd name="connsiteY8" fmla="*/ 153199 h 153134"/>
                <a:gd name="connsiteX9" fmla="*/ 41827 w 82081"/>
                <a:gd name="connsiteY9" fmla="*/ 152276 h 153134"/>
                <a:gd name="connsiteX10" fmla="*/ 82191 w 82081"/>
                <a:gd name="connsiteY10" fmla="*/ 153199 h 153134"/>
                <a:gd name="connsiteX11" fmla="*/ 82191 w 82081"/>
                <a:gd name="connsiteY11" fmla="*/ 144896 h 153134"/>
                <a:gd name="connsiteX12" fmla="*/ 73622 w 82081"/>
                <a:gd name="connsiteY12" fmla="*/ 144896 h 153134"/>
                <a:gd name="connsiteX13" fmla="*/ 51072 w 82081"/>
                <a:gd name="connsiteY13" fmla="*/ 134288 h 153134"/>
                <a:gd name="connsiteX14" fmla="*/ 51072 w 82081"/>
                <a:gd name="connsiteY14" fmla="*/ 6522 h 15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081" h="153134">
                  <a:moveTo>
                    <a:pt x="51072" y="6522"/>
                  </a:moveTo>
                  <a:cubicBezTo>
                    <a:pt x="51072" y="295"/>
                    <a:pt x="50621" y="64"/>
                    <a:pt x="44307" y="64"/>
                  </a:cubicBezTo>
                  <a:cubicBezTo>
                    <a:pt x="29875" y="14594"/>
                    <a:pt x="9355" y="14824"/>
                    <a:pt x="109" y="14824"/>
                  </a:cubicBezTo>
                  <a:lnTo>
                    <a:pt x="109" y="23127"/>
                  </a:lnTo>
                  <a:cubicBezTo>
                    <a:pt x="5521" y="23127"/>
                    <a:pt x="20404" y="23127"/>
                    <a:pt x="32807" y="16669"/>
                  </a:cubicBezTo>
                  <a:lnTo>
                    <a:pt x="32807" y="134288"/>
                  </a:lnTo>
                  <a:cubicBezTo>
                    <a:pt x="32807" y="141898"/>
                    <a:pt x="32807" y="144896"/>
                    <a:pt x="10257" y="144896"/>
                  </a:cubicBezTo>
                  <a:lnTo>
                    <a:pt x="1688" y="144896"/>
                  </a:lnTo>
                  <a:lnTo>
                    <a:pt x="1688" y="153199"/>
                  </a:lnTo>
                  <a:cubicBezTo>
                    <a:pt x="5747" y="152968"/>
                    <a:pt x="33483" y="152276"/>
                    <a:pt x="41827" y="152276"/>
                  </a:cubicBezTo>
                  <a:cubicBezTo>
                    <a:pt x="48817" y="152276"/>
                    <a:pt x="77230" y="152968"/>
                    <a:pt x="82191" y="153199"/>
                  </a:cubicBezTo>
                  <a:lnTo>
                    <a:pt x="82191" y="144896"/>
                  </a:lnTo>
                  <a:lnTo>
                    <a:pt x="73622" y="144896"/>
                  </a:lnTo>
                  <a:cubicBezTo>
                    <a:pt x="51072" y="144896"/>
                    <a:pt x="51072" y="141898"/>
                    <a:pt x="51072" y="134288"/>
                  </a:cubicBezTo>
                  <a:lnTo>
                    <a:pt x="51072" y="6522"/>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7" name="Freeform: Shape 86">
              <a:extLst>
                <a:ext uri="{FF2B5EF4-FFF2-40B4-BE49-F238E27FC236}">
                  <a16:creationId xmlns:a16="http://schemas.microsoft.com/office/drawing/2014/main" id="{C61DF979-A445-22CB-0C58-E38B268B6D74}"/>
                </a:ext>
              </a:extLst>
            </p:cNvPr>
            <p:cNvSpPr/>
            <p:nvPr>
              <p:custDataLst>
                <p:tags r:id="rId12"/>
              </p:custDataLst>
            </p:nvPr>
          </p:nvSpPr>
          <p:spPr>
            <a:xfrm>
              <a:off x="8922236" y="6894324"/>
              <a:ext cx="237741" cy="235895"/>
            </a:xfrm>
            <a:custGeom>
              <a:avLst/>
              <a:gdLst>
                <a:gd name="connsiteX0" fmla="*/ 127360 w 237741"/>
                <a:gd name="connsiteY0" fmla="*/ 5993 h 235895"/>
                <a:gd name="connsiteX1" fmla="*/ 118984 w 237741"/>
                <a:gd name="connsiteY1" fmla="*/ 63 h 235895"/>
                <a:gd name="connsiteX2" fmla="*/ 110608 w 237741"/>
                <a:gd name="connsiteY2" fmla="*/ 5993 h 235895"/>
                <a:gd name="connsiteX3" fmla="*/ 1724 w 237741"/>
                <a:gd name="connsiteY3" fmla="*/ 229369 h 235895"/>
                <a:gd name="connsiteX4" fmla="*/ 114 w 237741"/>
                <a:gd name="connsiteY4" fmla="*/ 233323 h 235895"/>
                <a:gd name="connsiteX5" fmla="*/ 7201 w 237741"/>
                <a:gd name="connsiteY5" fmla="*/ 235959 h 235895"/>
                <a:gd name="connsiteX6" fmla="*/ 230768 w 237741"/>
                <a:gd name="connsiteY6" fmla="*/ 235959 h 235895"/>
                <a:gd name="connsiteX7" fmla="*/ 237855 w 237741"/>
                <a:gd name="connsiteY7" fmla="*/ 233323 h 235895"/>
                <a:gd name="connsiteX8" fmla="*/ 236244 w 237741"/>
                <a:gd name="connsiteY8" fmla="*/ 229369 h 235895"/>
                <a:gd name="connsiteX9" fmla="*/ 127360 w 237741"/>
                <a:gd name="connsiteY9" fmla="*/ 5993 h 235895"/>
                <a:gd name="connsiteX10" fmla="*/ 108676 w 237741"/>
                <a:gd name="connsiteY10" fmla="*/ 33009 h 235895"/>
                <a:gd name="connsiteX11" fmla="*/ 195332 w 237741"/>
                <a:gd name="connsiteY11" fmla="*/ 210919 h 235895"/>
                <a:gd name="connsiteX12" fmla="*/ 21697 w 237741"/>
                <a:gd name="connsiteY12" fmla="*/ 210919 h 235895"/>
                <a:gd name="connsiteX13" fmla="*/ 108676 w 237741"/>
                <a:gd name="connsiteY13" fmla="*/ 33009 h 23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741" h="235895">
                  <a:moveTo>
                    <a:pt x="127360" y="5993"/>
                  </a:moveTo>
                  <a:cubicBezTo>
                    <a:pt x="125105" y="1710"/>
                    <a:pt x="124461" y="63"/>
                    <a:pt x="118984" y="63"/>
                  </a:cubicBezTo>
                  <a:cubicBezTo>
                    <a:pt x="113508" y="63"/>
                    <a:pt x="112863" y="1710"/>
                    <a:pt x="110608" y="5993"/>
                  </a:cubicBezTo>
                  <a:lnTo>
                    <a:pt x="1724" y="229369"/>
                  </a:lnTo>
                  <a:cubicBezTo>
                    <a:pt x="114" y="232335"/>
                    <a:pt x="114" y="232994"/>
                    <a:pt x="114" y="233323"/>
                  </a:cubicBezTo>
                  <a:cubicBezTo>
                    <a:pt x="114" y="235959"/>
                    <a:pt x="2047" y="235959"/>
                    <a:pt x="7201" y="235959"/>
                  </a:cubicBezTo>
                  <a:lnTo>
                    <a:pt x="230768" y="235959"/>
                  </a:lnTo>
                  <a:cubicBezTo>
                    <a:pt x="235922" y="235959"/>
                    <a:pt x="237855" y="235959"/>
                    <a:pt x="237855" y="233323"/>
                  </a:cubicBezTo>
                  <a:cubicBezTo>
                    <a:pt x="237855" y="232994"/>
                    <a:pt x="237855" y="232335"/>
                    <a:pt x="236244" y="229369"/>
                  </a:cubicBezTo>
                  <a:lnTo>
                    <a:pt x="127360" y="5993"/>
                  </a:lnTo>
                  <a:close/>
                  <a:moveTo>
                    <a:pt x="108676" y="33009"/>
                  </a:moveTo>
                  <a:lnTo>
                    <a:pt x="195332" y="210919"/>
                  </a:lnTo>
                  <a:lnTo>
                    <a:pt x="21697" y="210919"/>
                  </a:lnTo>
                  <a:lnTo>
                    <a:pt x="108676" y="33009"/>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88" name="Freeform: Shape 87">
              <a:extLst>
                <a:ext uri="{FF2B5EF4-FFF2-40B4-BE49-F238E27FC236}">
                  <a16:creationId xmlns:a16="http://schemas.microsoft.com/office/drawing/2014/main" id="{11842E12-3EB6-29AF-EC96-99DD2E578557}"/>
                </a:ext>
              </a:extLst>
            </p:cNvPr>
            <p:cNvSpPr/>
            <p:nvPr>
              <p:custDataLst>
                <p:tags r:id="rId13"/>
              </p:custDataLst>
            </p:nvPr>
          </p:nvSpPr>
          <p:spPr>
            <a:xfrm>
              <a:off x="9184890" y="6984597"/>
              <a:ext cx="160426" cy="149247"/>
            </a:xfrm>
            <a:custGeom>
              <a:avLst/>
              <a:gdLst>
                <a:gd name="connsiteX0" fmla="*/ 98375 w 160426"/>
                <a:gd name="connsiteY0" fmla="*/ 46188 h 149247"/>
                <a:gd name="connsiteX1" fmla="*/ 130267 w 160426"/>
                <a:gd name="connsiteY1" fmla="*/ 7311 h 149247"/>
                <a:gd name="connsiteX2" fmla="*/ 146375 w 160426"/>
                <a:gd name="connsiteY2" fmla="*/ 11594 h 149247"/>
                <a:gd name="connsiteX3" fmla="*/ 130912 w 160426"/>
                <a:gd name="connsiteY3" fmla="*/ 29385 h 149247"/>
                <a:gd name="connsiteX4" fmla="*/ 143153 w 160426"/>
                <a:gd name="connsiteY4" fmla="*/ 40916 h 149247"/>
                <a:gd name="connsiteX5" fmla="*/ 160549 w 160426"/>
                <a:gd name="connsiteY5" fmla="*/ 21807 h 149247"/>
                <a:gd name="connsiteX6" fmla="*/ 130590 w 160426"/>
                <a:gd name="connsiteY6" fmla="*/ 63 h 149247"/>
                <a:gd name="connsiteX7" fmla="*/ 96765 w 160426"/>
                <a:gd name="connsiteY7" fmla="*/ 25102 h 149247"/>
                <a:gd name="connsiteX8" fmla="*/ 61973 w 160426"/>
                <a:gd name="connsiteY8" fmla="*/ 63 h 149247"/>
                <a:gd name="connsiteX9" fmla="*/ 10108 w 160426"/>
                <a:gd name="connsiteY9" fmla="*/ 50800 h 149247"/>
                <a:gd name="connsiteX10" fmla="*/ 13974 w 160426"/>
                <a:gd name="connsiteY10" fmla="*/ 54095 h 149247"/>
                <a:gd name="connsiteX11" fmla="*/ 18162 w 160426"/>
                <a:gd name="connsiteY11" fmla="*/ 50471 h 149247"/>
                <a:gd name="connsiteX12" fmla="*/ 61329 w 160426"/>
                <a:gd name="connsiteY12" fmla="*/ 7311 h 149247"/>
                <a:gd name="connsiteX13" fmla="*/ 78725 w 160426"/>
                <a:gd name="connsiteY13" fmla="*/ 29385 h 149247"/>
                <a:gd name="connsiteX14" fmla="*/ 61329 w 160426"/>
                <a:gd name="connsiteY14" fmla="*/ 107797 h 149247"/>
                <a:gd name="connsiteX15" fmla="*/ 30725 w 160426"/>
                <a:gd name="connsiteY15" fmla="*/ 142062 h 149247"/>
                <a:gd name="connsiteX16" fmla="*/ 14618 w 160426"/>
                <a:gd name="connsiteY16" fmla="*/ 137779 h 149247"/>
                <a:gd name="connsiteX17" fmla="*/ 29759 w 160426"/>
                <a:gd name="connsiteY17" fmla="*/ 119988 h 149247"/>
                <a:gd name="connsiteX18" fmla="*/ 17840 w 160426"/>
                <a:gd name="connsiteY18" fmla="*/ 108456 h 149247"/>
                <a:gd name="connsiteX19" fmla="*/ 122 w 160426"/>
                <a:gd name="connsiteY19" fmla="*/ 127565 h 149247"/>
                <a:gd name="connsiteX20" fmla="*/ 30403 w 160426"/>
                <a:gd name="connsiteY20" fmla="*/ 149310 h 149247"/>
                <a:gd name="connsiteX21" fmla="*/ 64228 w 160426"/>
                <a:gd name="connsiteY21" fmla="*/ 124271 h 149247"/>
                <a:gd name="connsiteX22" fmla="*/ 99020 w 160426"/>
                <a:gd name="connsiteY22" fmla="*/ 149310 h 149247"/>
                <a:gd name="connsiteX23" fmla="*/ 150562 w 160426"/>
                <a:gd name="connsiteY23" fmla="*/ 98572 h 149247"/>
                <a:gd name="connsiteX24" fmla="*/ 146697 w 160426"/>
                <a:gd name="connsiteY24" fmla="*/ 95278 h 149247"/>
                <a:gd name="connsiteX25" fmla="*/ 142509 w 160426"/>
                <a:gd name="connsiteY25" fmla="*/ 98902 h 149247"/>
                <a:gd name="connsiteX26" fmla="*/ 99664 w 160426"/>
                <a:gd name="connsiteY26" fmla="*/ 142062 h 149247"/>
                <a:gd name="connsiteX27" fmla="*/ 81946 w 160426"/>
                <a:gd name="connsiteY27" fmla="*/ 120317 h 149247"/>
                <a:gd name="connsiteX28" fmla="*/ 87423 w 160426"/>
                <a:gd name="connsiteY28" fmla="*/ 91324 h 149247"/>
                <a:gd name="connsiteX29" fmla="*/ 98375 w 160426"/>
                <a:gd name="connsiteY29" fmla="*/ 46188 h 14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426" h="149247">
                  <a:moveTo>
                    <a:pt x="98375" y="46188"/>
                  </a:moveTo>
                  <a:cubicBezTo>
                    <a:pt x="100308" y="37622"/>
                    <a:pt x="107717" y="7311"/>
                    <a:pt x="130267" y="7311"/>
                  </a:cubicBezTo>
                  <a:cubicBezTo>
                    <a:pt x="131878" y="7311"/>
                    <a:pt x="139610" y="7311"/>
                    <a:pt x="146375" y="11594"/>
                  </a:cubicBezTo>
                  <a:cubicBezTo>
                    <a:pt x="137355" y="13241"/>
                    <a:pt x="130912" y="21478"/>
                    <a:pt x="130912" y="29385"/>
                  </a:cubicBezTo>
                  <a:cubicBezTo>
                    <a:pt x="130912" y="34656"/>
                    <a:pt x="134455" y="40916"/>
                    <a:pt x="143153" y="40916"/>
                  </a:cubicBezTo>
                  <a:cubicBezTo>
                    <a:pt x="150240" y="40916"/>
                    <a:pt x="160549" y="34986"/>
                    <a:pt x="160549" y="21807"/>
                  </a:cubicBezTo>
                  <a:cubicBezTo>
                    <a:pt x="160549" y="4675"/>
                    <a:pt x="141542" y="63"/>
                    <a:pt x="130590" y="63"/>
                  </a:cubicBezTo>
                  <a:cubicBezTo>
                    <a:pt x="111905" y="63"/>
                    <a:pt x="100630" y="17524"/>
                    <a:pt x="96765" y="25102"/>
                  </a:cubicBezTo>
                  <a:cubicBezTo>
                    <a:pt x="88711" y="3357"/>
                    <a:pt x="71315" y="63"/>
                    <a:pt x="61973" y="63"/>
                  </a:cubicBezTo>
                  <a:cubicBezTo>
                    <a:pt x="28470" y="63"/>
                    <a:pt x="10108" y="42564"/>
                    <a:pt x="10108" y="50800"/>
                  </a:cubicBezTo>
                  <a:cubicBezTo>
                    <a:pt x="10108" y="54095"/>
                    <a:pt x="13330" y="54095"/>
                    <a:pt x="13974" y="54095"/>
                  </a:cubicBezTo>
                  <a:cubicBezTo>
                    <a:pt x="16551" y="54095"/>
                    <a:pt x="17518" y="53436"/>
                    <a:pt x="18162" y="50471"/>
                  </a:cubicBezTo>
                  <a:cubicBezTo>
                    <a:pt x="29115" y="15548"/>
                    <a:pt x="50376" y="7311"/>
                    <a:pt x="61329" y="7311"/>
                  </a:cubicBezTo>
                  <a:cubicBezTo>
                    <a:pt x="67450" y="7311"/>
                    <a:pt x="78725" y="10276"/>
                    <a:pt x="78725" y="29385"/>
                  </a:cubicBezTo>
                  <a:cubicBezTo>
                    <a:pt x="78725" y="39598"/>
                    <a:pt x="73248" y="61672"/>
                    <a:pt x="61329" y="107797"/>
                  </a:cubicBezTo>
                  <a:cubicBezTo>
                    <a:pt x="56175" y="128224"/>
                    <a:pt x="44900" y="142062"/>
                    <a:pt x="30725" y="142062"/>
                  </a:cubicBezTo>
                  <a:cubicBezTo>
                    <a:pt x="28793" y="142062"/>
                    <a:pt x="21383" y="142062"/>
                    <a:pt x="14618" y="137779"/>
                  </a:cubicBezTo>
                  <a:cubicBezTo>
                    <a:pt x="22672" y="136131"/>
                    <a:pt x="29759" y="129213"/>
                    <a:pt x="29759" y="119988"/>
                  </a:cubicBezTo>
                  <a:cubicBezTo>
                    <a:pt x="29759" y="111092"/>
                    <a:pt x="22672" y="108456"/>
                    <a:pt x="17840" y="108456"/>
                  </a:cubicBezTo>
                  <a:cubicBezTo>
                    <a:pt x="8176" y="108456"/>
                    <a:pt x="122" y="117022"/>
                    <a:pt x="122" y="127565"/>
                  </a:cubicBezTo>
                  <a:cubicBezTo>
                    <a:pt x="122" y="142721"/>
                    <a:pt x="16229" y="149310"/>
                    <a:pt x="30403" y="149310"/>
                  </a:cubicBezTo>
                  <a:cubicBezTo>
                    <a:pt x="51665" y="149310"/>
                    <a:pt x="63262" y="126247"/>
                    <a:pt x="64228" y="124271"/>
                  </a:cubicBezTo>
                  <a:cubicBezTo>
                    <a:pt x="68094" y="136461"/>
                    <a:pt x="79691" y="149310"/>
                    <a:pt x="99020" y="149310"/>
                  </a:cubicBezTo>
                  <a:cubicBezTo>
                    <a:pt x="132200" y="149310"/>
                    <a:pt x="150562" y="106809"/>
                    <a:pt x="150562" y="98572"/>
                  </a:cubicBezTo>
                  <a:cubicBezTo>
                    <a:pt x="150562" y="95278"/>
                    <a:pt x="147663" y="95278"/>
                    <a:pt x="146697" y="95278"/>
                  </a:cubicBezTo>
                  <a:cubicBezTo>
                    <a:pt x="143797" y="95278"/>
                    <a:pt x="143153" y="96596"/>
                    <a:pt x="142509" y="98902"/>
                  </a:cubicBezTo>
                  <a:cubicBezTo>
                    <a:pt x="131878" y="134154"/>
                    <a:pt x="109972" y="142062"/>
                    <a:pt x="99664" y="142062"/>
                  </a:cubicBezTo>
                  <a:cubicBezTo>
                    <a:pt x="87100" y="142062"/>
                    <a:pt x="81946" y="131519"/>
                    <a:pt x="81946" y="120317"/>
                  </a:cubicBezTo>
                  <a:cubicBezTo>
                    <a:pt x="81946" y="113069"/>
                    <a:pt x="83879" y="105821"/>
                    <a:pt x="87423" y="91324"/>
                  </a:cubicBezTo>
                  <a:lnTo>
                    <a:pt x="98375" y="46188"/>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grpSp>
      <p:sp>
        <p:nvSpPr>
          <p:cNvPr id="89" name="TextBox 88">
            <a:extLst>
              <a:ext uri="{FF2B5EF4-FFF2-40B4-BE49-F238E27FC236}">
                <a16:creationId xmlns:a16="http://schemas.microsoft.com/office/drawing/2014/main" id="{EA1F3CED-EA41-AE65-A3CF-3BE1E1354EB7}"/>
              </a:ext>
            </a:extLst>
          </p:cNvPr>
          <p:cNvSpPr txBox="1"/>
          <p:nvPr/>
        </p:nvSpPr>
        <p:spPr>
          <a:xfrm>
            <a:off x="7216271" y="4708729"/>
            <a:ext cx="4038938" cy="73866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400" b="0" i="0" u="none" strike="noStrike" cap="none" spc="0" normalizeH="0" baseline="0">
                <a:ln>
                  <a:noFill/>
                </a:ln>
                <a:solidFill>
                  <a:prstClr val="white"/>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Each additional year of education, holding all other relevant variables constant</a:t>
            </a:r>
            <a:r>
              <a:rPr lang="en-US" b="1">
                <a:highlight>
                  <a:srgbClr val="000000"/>
                </a:highlight>
              </a:rPr>
              <a:t>, implies an increase of $0.54 in the hourly wage</a:t>
            </a:r>
            <a:r>
              <a:rPr lang="en-US"/>
              <a:t>.</a:t>
            </a:r>
          </a:p>
        </p:txBody>
      </p:sp>
      <p:sp>
        <p:nvSpPr>
          <p:cNvPr id="90" name="TextBox 89">
            <a:extLst>
              <a:ext uri="{FF2B5EF4-FFF2-40B4-BE49-F238E27FC236}">
                <a16:creationId xmlns:a16="http://schemas.microsoft.com/office/drawing/2014/main" id="{392011E8-BC51-5909-0960-84C2CED2E7D7}"/>
              </a:ext>
            </a:extLst>
          </p:cNvPr>
          <p:cNvSpPr txBox="1"/>
          <p:nvPr/>
        </p:nvSpPr>
        <p:spPr>
          <a:xfrm>
            <a:off x="864509" y="1444918"/>
            <a:ext cx="61765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Ordinary Least Squares (OLS) Estimates</a:t>
            </a:r>
            <a:endParaRPr kumimoji="0" lang="es-CO" sz="1800" b="1" i="0" u="none" strike="noStrike" kern="1200" cap="none" spc="0" normalizeH="0" baseline="0" noProof="0">
              <a:ln>
                <a:noFill/>
              </a:ln>
              <a:solidFill>
                <a:srgbClr val="FFFF00"/>
              </a:solidFill>
              <a:effectLst/>
              <a:uLnTx/>
              <a:uFillTx/>
              <a:latin typeface="Aptos" panose="020B0004020202020204"/>
              <a:ea typeface="+mn-ea"/>
              <a:cs typeface="+mn-cs"/>
            </a:endParaRPr>
          </a:p>
        </p:txBody>
      </p:sp>
    </p:spTree>
    <p:extLst>
      <p:ext uri="{BB962C8B-B14F-4D97-AF65-F5344CB8AC3E}">
        <p14:creationId xmlns:p14="http://schemas.microsoft.com/office/powerpoint/2010/main" val="8207604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par>
                                <p:cTn id="11" presetID="10"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fade">
                                      <p:cBhvr>
                                        <p:cTn id="13" dur="500"/>
                                        <p:tgtEl>
                                          <p:spTgt spid="7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par>
                                <p:cTn id="17" presetID="10" presetClass="entr" presetSubtype="0"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500"/>
                                        <p:tgtEl>
                                          <p:spTgt spid="7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fade">
                                      <p:cBhvr>
                                        <p:cTn id="22"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78" grpId="0"/>
      <p:bldP spid="89"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1DC433FA-9790-ACBE-7AB6-55420C2FF7F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D505DEB9-BC3C-69AC-EE47-E5C3EEEEDB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1A431642-9EB9-997D-521E-AAEAFB06FF1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20148DD5-2E8F-648A-6EDE-FD808C658A6A}"/>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816FE297-390D-0A53-2A70-9143DCAF46DF}"/>
              </a:ext>
            </a:extLst>
          </p:cNvPr>
          <p:cNvPicPr>
            <a:picLocks noChangeAspect="1"/>
          </p:cNvPicPr>
          <p:nvPr/>
        </p:nvPicPr>
        <p:blipFill>
          <a:blip r:embed="rId24"/>
          <a:stretch>
            <a:fillRect/>
          </a:stretch>
        </p:blipFill>
        <p:spPr>
          <a:xfrm>
            <a:off x="295480" y="6230670"/>
            <a:ext cx="5249008" cy="609685"/>
          </a:xfrm>
          <a:prstGeom prst="rect">
            <a:avLst/>
          </a:prstGeom>
        </p:spPr>
      </p:pic>
      <p:grpSp>
        <p:nvGrpSpPr>
          <p:cNvPr id="14" name="Group 13">
            <a:extLst>
              <a:ext uri="{FF2B5EF4-FFF2-40B4-BE49-F238E27FC236}">
                <a16:creationId xmlns:a16="http://schemas.microsoft.com/office/drawing/2014/main" id="{009EA3B6-C04F-909B-13F2-90392ADA2E7A}"/>
              </a:ext>
            </a:extLst>
          </p:cNvPr>
          <p:cNvGrpSpPr/>
          <p:nvPr/>
        </p:nvGrpSpPr>
        <p:grpSpPr>
          <a:xfrm>
            <a:off x="1676400" y="2282163"/>
            <a:ext cx="9000002" cy="1330889"/>
            <a:chOff x="753004" y="3781600"/>
            <a:chExt cx="10437748" cy="1543499"/>
          </a:xfrm>
        </p:grpSpPr>
        <p:sp>
          <p:nvSpPr>
            <p:cNvPr id="3" name="Oval 2">
              <a:extLst>
                <a:ext uri="{FF2B5EF4-FFF2-40B4-BE49-F238E27FC236}">
                  <a16:creationId xmlns:a16="http://schemas.microsoft.com/office/drawing/2014/main" id="{0C598D83-CE40-F51F-8275-B36D8D08D70D}"/>
                </a:ext>
              </a:extLst>
            </p:cNvPr>
            <p:cNvSpPr/>
            <p:nvPr/>
          </p:nvSpPr>
          <p:spPr>
            <a:xfrm>
              <a:off x="1761853" y="3781600"/>
              <a:ext cx="779021" cy="779021"/>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LSA1</a:t>
              </a:r>
              <a:endParaRPr lang="en-GB" sz="1200" b="1">
                <a:solidFill>
                  <a:schemeClr val="tx1"/>
                </a:solidFill>
              </a:endParaRPr>
            </a:p>
          </p:txBody>
        </p:sp>
        <p:sp>
          <p:nvSpPr>
            <p:cNvPr id="6" name="TextBox 5">
              <a:extLst>
                <a:ext uri="{FF2B5EF4-FFF2-40B4-BE49-F238E27FC236}">
                  <a16:creationId xmlns:a16="http://schemas.microsoft.com/office/drawing/2014/main" id="{4FAAA6FE-41CF-5E69-AA82-F9BE4E057E46}"/>
                </a:ext>
              </a:extLst>
            </p:cNvPr>
            <p:cNvSpPr txBox="1"/>
            <p:nvPr/>
          </p:nvSpPr>
          <p:spPr>
            <a:xfrm>
              <a:off x="753004" y="4719069"/>
              <a:ext cx="2796720" cy="3569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Linearity</a:t>
              </a:r>
              <a:r>
                <a:rPr kumimoji="0" lang="es-CO" sz="1400" b="1" i="0" u="none" strike="noStrike" kern="1200" cap="none" spc="0" normalizeH="0" baseline="0" noProof="0">
                  <a:ln>
                    <a:noFill/>
                  </a:ln>
                  <a:solidFill>
                    <a:prstClr val="white"/>
                  </a:solidFill>
                  <a:effectLst/>
                  <a:uLnTx/>
                  <a:uFillTx/>
                  <a:latin typeface="Aptos" panose="020B0004020202020204"/>
                  <a:ea typeface="+mn-ea"/>
                  <a:cs typeface="+mn-cs"/>
                </a:rPr>
                <a:t> in </a:t>
              </a: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the</a:t>
              </a:r>
              <a:r>
                <a:rPr kumimoji="0" lang="es-CO" sz="1400" b="1"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parameters</a:t>
              </a:r>
              <a:endParaRPr kumimoji="0" lang="es-CO" sz="14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Oval 6">
              <a:extLst>
                <a:ext uri="{FF2B5EF4-FFF2-40B4-BE49-F238E27FC236}">
                  <a16:creationId xmlns:a16="http://schemas.microsoft.com/office/drawing/2014/main" id="{836BE326-E81A-2B4E-D490-CBF0C4B389B6}"/>
                </a:ext>
              </a:extLst>
            </p:cNvPr>
            <p:cNvSpPr/>
            <p:nvPr/>
          </p:nvSpPr>
          <p:spPr>
            <a:xfrm>
              <a:off x="4225192" y="3805810"/>
              <a:ext cx="779021" cy="779021"/>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LSA2</a:t>
              </a:r>
              <a:endParaRPr lang="en-GB" sz="1200" b="1">
                <a:solidFill>
                  <a:schemeClr val="tx1"/>
                </a:solidFill>
              </a:endParaRPr>
            </a:p>
          </p:txBody>
        </p:sp>
        <p:sp>
          <p:nvSpPr>
            <p:cNvPr id="8" name="TextBox 7">
              <a:extLst>
                <a:ext uri="{FF2B5EF4-FFF2-40B4-BE49-F238E27FC236}">
                  <a16:creationId xmlns:a16="http://schemas.microsoft.com/office/drawing/2014/main" id="{E3AC8F2D-7384-9F1C-598C-3285966C1E95}"/>
                </a:ext>
              </a:extLst>
            </p:cNvPr>
            <p:cNvSpPr txBox="1"/>
            <p:nvPr/>
          </p:nvSpPr>
          <p:spPr>
            <a:xfrm>
              <a:off x="3216343" y="4743279"/>
              <a:ext cx="2796720" cy="3569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Random</a:t>
              </a:r>
              <a:r>
                <a:rPr kumimoji="0" lang="es-CO" sz="1400" b="1"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sampling</a:t>
              </a:r>
              <a:endParaRPr kumimoji="0" lang="es-CO" sz="14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Oval 8">
              <a:extLst>
                <a:ext uri="{FF2B5EF4-FFF2-40B4-BE49-F238E27FC236}">
                  <a16:creationId xmlns:a16="http://schemas.microsoft.com/office/drawing/2014/main" id="{3E7A6FC1-9F3E-6A69-F7A1-53ECFC187DE3}"/>
                </a:ext>
              </a:extLst>
            </p:cNvPr>
            <p:cNvSpPr/>
            <p:nvPr/>
          </p:nvSpPr>
          <p:spPr>
            <a:xfrm>
              <a:off x="6688531" y="3781600"/>
              <a:ext cx="779021" cy="779021"/>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LSA3</a:t>
              </a:r>
              <a:endParaRPr lang="en-GB" sz="1200" b="1">
                <a:solidFill>
                  <a:schemeClr val="tx1"/>
                </a:solidFill>
              </a:endParaRPr>
            </a:p>
          </p:txBody>
        </p:sp>
        <p:sp>
          <p:nvSpPr>
            <p:cNvPr id="10" name="TextBox 9">
              <a:extLst>
                <a:ext uri="{FF2B5EF4-FFF2-40B4-BE49-F238E27FC236}">
                  <a16:creationId xmlns:a16="http://schemas.microsoft.com/office/drawing/2014/main" id="{D3175DFA-247F-AD8B-2216-FE91EAA8C5D2}"/>
                </a:ext>
              </a:extLst>
            </p:cNvPr>
            <p:cNvSpPr txBox="1"/>
            <p:nvPr/>
          </p:nvSpPr>
          <p:spPr>
            <a:xfrm>
              <a:off x="5679681" y="4718295"/>
              <a:ext cx="2796720" cy="6068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ptos" panose="020B0004020202020204"/>
                  <a:ea typeface="+mn-ea"/>
                  <a:cs typeface="+mn-cs"/>
                </a:rPr>
                <a:t>Sample variation in the explanatory variable</a:t>
              </a:r>
              <a:endParaRPr kumimoji="0" lang="es-CO" sz="14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 name="Oval 10">
              <a:extLst>
                <a:ext uri="{FF2B5EF4-FFF2-40B4-BE49-F238E27FC236}">
                  <a16:creationId xmlns:a16="http://schemas.microsoft.com/office/drawing/2014/main" id="{ED6C6553-90D8-D603-EA5E-FF4B252DB59C}"/>
                </a:ext>
              </a:extLst>
            </p:cNvPr>
            <p:cNvSpPr/>
            <p:nvPr/>
          </p:nvSpPr>
          <p:spPr>
            <a:xfrm>
              <a:off x="9402881" y="3781600"/>
              <a:ext cx="779021" cy="779021"/>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LSA4</a:t>
              </a:r>
              <a:endParaRPr lang="en-GB" sz="1200" b="1">
                <a:solidFill>
                  <a:schemeClr val="tx1"/>
                </a:solidFill>
              </a:endParaRPr>
            </a:p>
          </p:txBody>
        </p:sp>
        <p:sp>
          <p:nvSpPr>
            <p:cNvPr id="12" name="TextBox 11">
              <a:extLst>
                <a:ext uri="{FF2B5EF4-FFF2-40B4-BE49-F238E27FC236}">
                  <a16:creationId xmlns:a16="http://schemas.microsoft.com/office/drawing/2014/main" id="{C9ACE3D6-AE94-07A1-5745-3E74FEF5E66D}"/>
                </a:ext>
              </a:extLst>
            </p:cNvPr>
            <p:cNvSpPr txBox="1"/>
            <p:nvPr/>
          </p:nvSpPr>
          <p:spPr>
            <a:xfrm>
              <a:off x="8394032" y="4718296"/>
              <a:ext cx="2796720" cy="356944"/>
            </a:xfrm>
            <a:prstGeom prst="rect">
              <a:avLst/>
            </a:prstGeom>
            <a:noFill/>
          </p:spPr>
          <p:txBody>
            <a:bodyPr wrap="square">
              <a:spAutoFit/>
            </a:bodyPr>
            <a:lstStyle/>
            <a:p>
              <a:pPr lvl="0" algn="ctr">
                <a:defRPr/>
              </a:pPr>
              <a:r>
                <a:rPr kumimoji="0" lang="es-CO" sz="1400" b="1" i="0" u="none" strike="noStrike" kern="1200" cap="none" spc="0" normalizeH="0" baseline="0" noProof="0">
                  <a:ln>
                    <a:noFill/>
                  </a:ln>
                  <a:solidFill>
                    <a:prstClr val="white"/>
                  </a:solidFill>
                  <a:effectLst/>
                  <a:uLnTx/>
                  <a:uFillTx/>
                  <a:latin typeface="Aptos" panose="020B0004020202020204"/>
                  <a:ea typeface="+mn-ea"/>
                  <a:cs typeface="+mn-cs"/>
                </a:rPr>
                <a:t>Zero </a:t>
              </a: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conditional</a:t>
              </a:r>
              <a:r>
                <a:rPr kumimoji="0" lang="es-CO" sz="1400" b="1" i="0" u="none" strike="noStrike" kern="1200" cap="none" spc="0" normalizeH="0" baseline="0" noProof="0">
                  <a:ln>
                    <a:noFill/>
                  </a:ln>
                  <a:solidFill>
                    <a:prstClr val="white"/>
                  </a:solidFill>
                  <a:effectLst/>
                  <a:uLnTx/>
                  <a:uFillTx/>
                  <a:latin typeface="Aptos" panose="020B0004020202020204"/>
                  <a:ea typeface="+mn-ea"/>
                  <a:cs typeface="+mn-cs"/>
                </a:rPr>
                <a:t> mean</a:t>
              </a:r>
            </a:p>
          </p:txBody>
        </p:sp>
      </p:grpSp>
      <p:sp>
        <p:nvSpPr>
          <p:cNvPr id="13" name="TextBox 12">
            <a:extLst>
              <a:ext uri="{FF2B5EF4-FFF2-40B4-BE49-F238E27FC236}">
                <a16:creationId xmlns:a16="http://schemas.microsoft.com/office/drawing/2014/main" id="{EBF82D4C-8DC7-33CB-B6B7-C9E53283D72C}"/>
              </a:ext>
            </a:extLst>
          </p:cNvPr>
          <p:cNvSpPr txBox="1"/>
          <p:nvPr/>
        </p:nvSpPr>
        <p:spPr>
          <a:xfrm>
            <a:off x="864509" y="1444918"/>
            <a:ext cx="61765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Unbiasedness of OLS estimators</a:t>
            </a:r>
            <a:endParaRPr kumimoji="0" lang="es-CO" sz="1800" b="1" i="0" u="none" strike="noStrike" kern="1200" cap="none" spc="0" normalizeH="0" baseline="0" noProof="0">
              <a:ln>
                <a:noFill/>
              </a:ln>
              <a:solidFill>
                <a:srgbClr val="FFFF00"/>
              </a:solidFill>
              <a:effectLst/>
              <a:uLnTx/>
              <a:uFillTx/>
              <a:latin typeface="Aptos" panose="020B0004020202020204"/>
              <a:ea typeface="+mn-ea"/>
              <a:cs typeface="+mn-cs"/>
            </a:endParaRPr>
          </a:p>
        </p:txBody>
      </p:sp>
      <p:sp>
        <p:nvSpPr>
          <p:cNvPr id="15" name="TextBox 14">
            <a:extLst>
              <a:ext uri="{FF2B5EF4-FFF2-40B4-BE49-F238E27FC236}">
                <a16:creationId xmlns:a16="http://schemas.microsoft.com/office/drawing/2014/main" id="{F0AB4C97-377B-7BF1-4CCB-844118395F3B}"/>
              </a:ext>
            </a:extLst>
          </p:cNvPr>
          <p:cNvSpPr txBox="1"/>
          <p:nvPr/>
        </p:nvSpPr>
        <p:spPr>
          <a:xfrm>
            <a:off x="839197" y="3890415"/>
            <a:ext cx="4318420"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00"/>
                </a:solidFill>
                <a:effectLst/>
                <a:uLnTx/>
                <a:uFillTx/>
                <a:latin typeface="Aptos" panose="020B0004020202020204"/>
                <a:ea typeface="+mn-ea"/>
                <a:cs typeface="+mn-cs"/>
              </a:rPr>
              <a:t>Under LSA 1, 2, 3, and 4, it can be shown that the OLS estimators are unbiased.</a:t>
            </a:r>
            <a:endParaRPr kumimoji="0" lang="es-CO" sz="1400" b="1" i="0" u="sng" strike="noStrike" kern="1200" cap="none" spc="0" normalizeH="0" baseline="0" noProof="0">
              <a:ln>
                <a:noFill/>
              </a:ln>
              <a:solidFill>
                <a:srgbClr val="FFFF00"/>
              </a:solidFill>
              <a:effectLst/>
              <a:uLnTx/>
              <a:uFillTx/>
              <a:latin typeface="Aptos" panose="020B0004020202020204"/>
              <a:ea typeface="+mn-ea"/>
              <a:cs typeface="+mn-cs"/>
            </a:endParaRPr>
          </a:p>
        </p:txBody>
      </p:sp>
      <p:grpSp>
        <p:nvGrpSpPr>
          <p:cNvPr id="62" name="Group 61">
            <a:extLst>
              <a:ext uri="{FF2B5EF4-FFF2-40B4-BE49-F238E27FC236}">
                <a16:creationId xmlns:a16="http://schemas.microsoft.com/office/drawing/2014/main" id="{74932810-9F78-D8DD-E7B7-6EDFCDC2CC7F}"/>
              </a:ext>
            </a:extLst>
          </p:cNvPr>
          <p:cNvGrpSpPr/>
          <p:nvPr/>
        </p:nvGrpSpPr>
        <p:grpSpPr>
          <a:xfrm>
            <a:off x="1099775" y="4546471"/>
            <a:ext cx="2314694" cy="307777"/>
            <a:chOff x="1548980" y="4251018"/>
            <a:chExt cx="3597993" cy="478413"/>
          </a:xfrm>
        </p:grpSpPr>
        <p:grpSp>
          <p:nvGrpSpPr>
            <p:cNvPr id="39" name="Group 38">
              <a:extLst>
                <a:ext uri="{FF2B5EF4-FFF2-40B4-BE49-F238E27FC236}">
                  <a16:creationId xmlns:a16="http://schemas.microsoft.com/office/drawing/2014/main" id="{51A71797-8A42-7C88-93DA-0C19C06710DB}"/>
                </a:ext>
              </a:extLst>
            </p:cNvPr>
            <p:cNvGrpSpPr>
              <a:grpSpLocks noChangeAspect="1"/>
            </p:cNvGrpSpPr>
            <p:nvPr>
              <p:custDataLst>
                <p:tags r:id="rId2"/>
              </p:custDataLst>
            </p:nvPr>
          </p:nvGrpSpPr>
          <p:grpSpPr>
            <a:xfrm>
              <a:off x="1548980" y="4251018"/>
              <a:ext cx="1593151" cy="417681"/>
              <a:chOff x="5776867" y="5938339"/>
              <a:chExt cx="1593151" cy="417681"/>
            </a:xfrm>
          </p:grpSpPr>
          <p:sp>
            <p:nvSpPr>
              <p:cNvPr id="40" name="Freeform: Shape 39">
                <a:extLst>
                  <a:ext uri="{FF2B5EF4-FFF2-40B4-BE49-F238E27FC236}">
                    <a16:creationId xmlns:a16="http://schemas.microsoft.com/office/drawing/2014/main" id="{5C5B1F2E-E4ED-437D-66FD-39DAF318D3D1}"/>
                  </a:ext>
                </a:extLst>
              </p:cNvPr>
              <p:cNvSpPr/>
              <p:nvPr>
                <p:custDataLst>
                  <p:tags r:id="rId13"/>
                </p:custDataLst>
              </p:nvPr>
            </p:nvSpPr>
            <p:spPr>
              <a:xfrm>
                <a:off x="5776867" y="6034431"/>
                <a:ext cx="253698" cy="235139"/>
              </a:xfrm>
              <a:custGeom>
                <a:avLst/>
                <a:gdLst>
                  <a:gd name="connsiteX0" fmla="*/ 234278 w 253698"/>
                  <a:gd name="connsiteY0" fmla="*/ 154633 h 235139"/>
                  <a:gd name="connsiteX1" fmla="*/ 236025 w 253698"/>
                  <a:gd name="connsiteY1" fmla="*/ 149792 h 235139"/>
                  <a:gd name="connsiteX2" fmla="*/ 231831 w 253698"/>
                  <a:gd name="connsiteY2" fmla="*/ 145988 h 235139"/>
                  <a:gd name="connsiteX3" fmla="*/ 227287 w 253698"/>
                  <a:gd name="connsiteY3" fmla="*/ 150137 h 235139"/>
                  <a:gd name="connsiteX4" fmla="*/ 131858 w 253698"/>
                  <a:gd name="connsiteY4" fmla="*/ 224483 h 235139"/>
                  <a:gd name="connsiteX5" fmla="*/ 80824 w 253698"/>
                  <a:gd name="connsiteY5" fmla="*/ 224483 h 235139"/>
                  <a:gd name="connsiteX6" fmla="*/ 73133 w 253698"/>
                  <a:gd name="connsiteY6" fmla="*/ 224137 h 235139"/>
                  <a:gd name="connsiteX7" fmla="*/ 68589 w 253698"/>
                  <a:gd name="connsiteY7" fmla="*/ 220679 h 235139"/>
                  <a:gd name="connsiteX8" fmla="*/ 70337 w 253698"/>
                  <a:gd name="connsiteY8" fmla="*/ 212726 h 235139"/>
                  <a:gd name="connsiteX9" fmla="*/ 94107 w 253698"/>
                  <a:gd name="connsiteY9" fmla="*/ 118324 h 235139"/>
                  <a:gd name="connsiteX10" fmla="*/ 128712 w 253698"/>
                  <a:gd name="connsiteY10" fmla="*/ 118324 h 235139"/>
                  <a:gd name="connsiteX11" fmla="*/ 158424 w 253698"/>
                  <a:gd name="connsiteY11" fmla="*/ 134231 h 235139"/>
                  <a:gd name="connsiteX12" fmla="*/ 155978 w 253698"/>
                  <a:gd name="connsiteY12" fmla="*/ 151175 h 235139"/>
                  <a:gd name="connsiteX13" fmla="*/ 154929 w 253698"/>
                  <a:gd name="connsiteY13" fmla="*/ 154978 h 235139"/>
                  <a:gd name="connsiteX14" fmla="*/ 159473 w 253698"/>
                  <a:gd name="connsiteY14" fmla="*/ 158782 h 235139"/>
                  <a:gd name="connsiteX15" fmla="*/ 164716 w 253698"/>
                  <a:gd name="connsiteY15" fmla="*/ 151866 h 235139"/>
                  <a:gd name="connsiteX16" fmla="*/ 184641 w 253698"/>
                  <a:gd name="connsiteY16" fmla="*/ 70951 h 235139"/>
                  <a:gd name="connsiteX17" fmla="*/ 180446 w 253698"/>
                  <a:gd name="connsiteY17" fmla="*/ 67147 h 235139"/>
                  <a:gd name="connsiteX18" fmla="*/ 175553 w 253698"/>
                  <a:gd name="connsiteY18" fmla="*/ 73371 h 235139"/>
                  <a:gd name="connsiteX19" fmla="*/ 129761 w 253698"/>
                  <a:gd name="connsiteY19" fmla="*/ 107605 h 235139"/>
                  <a:gd name="connsiteX20" fmla="*/ 96903 w 253698"/>
                  <a:gd name="connsiteY20" fmla="*/ 107605 h 235139"/>
                  <a:gd name="connsiteX21" fmla="*/ 117876 w 253698"/>
                  <a:gd name="connsiteY21" fmla="*/ 24268 h 235139"/>
                  <a:gd name="connsiteX22" fmla="*/ 136752 w 253698"/>
                  <a:gd name="connsiteY22" fmla="*/ 10782 h 235139"/>
                  <a:gd name="connsiteX23" fmla="*/ 186039 w 253698"/>
                  <a:gd name="connsiteY23" fmla="*/ 10782 h 235139"/>
                  <a:gd name="connsiteX24" fmla="*/ 239171 w 253698"/>
                  <a:gd name="connsiteY24" fmla="*/ 49166 h 235139"/>
                  <a:gd name="connsiteX25" fmla="*/ 237773 w 253698"/>
                  <a:gd name="connsiteY25" fmla="*/ 67493 h 235139"/>
                  <a:gd name="connsiteX26" fmla="*/ 237424 w 253698"/>
                  <a:gd name="connsiteY26" fmla="*/ 73717 h 235139"/>
                  <a:gd name="connsiteX27" fmla="*/ 241618 w 253698"/>
                  <a:gd name="connsiteY27" fmla="*/ 77866 h 235139"/>
                  <a:gd name="connsiteX28" fmla="*/ 246512 w 253698"/>
                  <a:gd name="connsiteY28" fmla="*/ 69222 h 235139"/>
                  <a:gd name="connsiteX29" fmla="*/ 253503 w 253698"/>
                  <a:gd name="connsiteY29" fmla="*/ 9399 h 235139"/>
                  <a:gd name="connsiteX30" fmla="*/ 244065 w 253698"/>
                  <a:gd name="connsiteY30" fmla="*/ 63 h 235139"/>
                  <a:gd name="connsiteX31" fmla="*/ 67541 w 253698"/>
                  <a:gd name="connsiteY31" fmla="*/ 63 h 235139"/>
                  <a:gd name="connsiteX32" fmla="*/ 57054 w 253698"/>
                  <a:gd name="connsiteY32" fmla="*/ 6979 h 235139"/>
                  <a:gd name="connsiteX33" fmla="*/ 66841 w 253698"/>
                  <a:gd name="connsiteY33" fmla="*/ 10782 h 235139"/>
                  <a:gd name="connsiteX34" fmla="*/ 89562 w 253698"/>
                  <a:gd name="connsiteY34" fmla="*/ 17007 h 235139"/>
                  <a:gd name="connsiteX35" fmla="*/ 87815 w 253698"/>
                  <a:gd name="connsiteY35" fmla="*/ 25306 h 235139"/>
                  <a:gd name="connsiteX36" fmla="*/ 41674 w 253698"/>
                  <a:gd name="connsiteY36" fmla="*/ 208231 h 235139"/>
                  <a:gd name="connsiteX37" fmla="*/ 9864 w 253698"/>
                  <a:gd name="connsiteY37" fmla="*/ 224483 h 235139"/>
                  <a:gd name="connsiteX38" fmla="*/ 77 w 253698"/>
                  <a:gd name="connsiteY38" fmla="*/ 231053 h 235139"/>
                  <a:gd name="connsiteX39" fmla="*/ 9864 w 253698"/>
                  <a:gd name="connsiteY39" fmla="*/ 235203 h 235139"/>
                  <a:gd name="connsiteX40" fmla="*/ 191282 w 253698"/>
                  <a:gd name="connsiteY40" fmla="*/ 235203 h 235139"/>
                  <a:gd name="connsiteX41" fmla="*/ 202119 w 253698"/>
                  <a:gd name="connsiteY41" fmla="*/ 229324 h 235139"/>
                  <a:gd name="connsiteX42" fmla="*/ 234278 w 253698"/>
                  <a:gd name="connsiteY42" fmla="*/ 154633 h 23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3698" h="235139">
                    <a:moveTo>
                      <a:pt x="234278" y="154633"/>
                    </a:moveTo>
                    <a:cubicBezTo>
                      <a:pt x="234977" y="152904"/>
                      <a:pt x="236025" y="150483"/>
                      <a:pt x="236025" y="149792"/>
                    </a:cubicBezTo>
                    <a:cubicBezTo>
                      <a:pt x="236025" y="149446"/>
                      <a:pt x="236025" y="145988"/>
                      <a:pt x="231831" y="145988"/>
                    </a:cubicBezTo>
                    <a:cubicBezTo>
                      <a:pt x="228685" y="145988"/>
                      <a:pt x="227986" y="148063"/>
                      <a:pt x="227287" y="150137"/>
                    </a:cubicBezTo>
                    <a:cubicBezTo>
                      <a:pt x="204566" y="201315"/>
                      <a:pt x="191632" y="224483"/>
                      <a:pt x="131858" y="224483"/>
                    </a:cubicBezTo>
                    <a:lnTo>
                      <a:pt x="80824" y="224483"/>
                    </a:lnTo>
                    <a:cubicBezTo>
                      <a:pt x="75930" y="224483"/>
                      <a:pt x="75231" y="224483"/>
                      <a:pt x="73133" y="224137"/>
                    </a:cubicBezTo>
                    <a:cubicBezTo>
                      <a:pt x="69638" y="223792"/>
                      <a:pt x="68589" y="223446"/>
                      <a:pt x="68589" y="220679"/>
                    </a:cubicBezTo>
                    <a:cubicBezTo>
                      <a:pt x="68589" y="219642"/>
                      <a:pt x="68589" y="218950"/>
                      <a:pt x="70337" y="212726"/>
                    </a:cubicBezTo>
                    <a:lnTo>
                      <a:pt x="94107" y="118324"/>
                    </a:lnTo>
                    <a:lnTo>
                      <a:pt x="128712" y="118324"/>
                    </a:lnTo>
                    <a:cubicBezTo>
                      <a:pt x="158424" y="118324"/>
                      <a:pt x="158424" y="125586"/>
                      <a:pt x="158424" y="134231"/>
                    </a:cubicBezTo>
                    <a:cubicBezTo>
                      <a:pt x="158424" y="136651"/>
                      <a:pt x="158424" y="140801"/>
                      <a:pt x="155978" y="151175"/>
                    </a:cubicBezTo>
                    <a:cubicBezTo>
                      <a:pt x="155279" y="152904"/>
                      <a:pt x="154929" y="153941"/>
                      <a:pt x="154929" y="154978"/>
                    </a:cubicBezTo>
                    <a:cubicBezTo>
                      <a:pt x="154929" y="156707"/>
                      <a:pt x="156327" y="158782"/>
                      <a:pt x="159473" y="158782"/>
                    </a:cubicBezTo>
                    <a:cubicBezTo>
                      <a:pt x="162270" y="158782"/>
                      <a:pt x="163318" y="157053"/>
                      <a:pt x="164716" y="151866"/>
                    </a:cubicBezTo>
                    <a:lnTo>
                      <a:pt x="184641" y="70951"/>
                    </a:lnTo>
                    <a:cubicBezTo>
                      <a:pt x="184641" y="68876"/>
                      <a:pt x="182893" y="67147"/>
                      <a:pt x="180446" y="67147"/>
                    </a:cubicBezTo>
                    <a:cubicBezTo>
                      <a:pt x="177300" y="67147"/>
                      <a:pt x="176601" y="69222"/>
                      <a:pt x="175553" y="73371"/>
                    </a:cubicBezTo>
                    <a:cubicBezTo>
                      <a:pt x="168212" y="99651"/>
                      <a:pt x="161920" y="107605"/>
                      <a:pt x="129761" y="107605"/>
                    </a:cubicBezTo>
                    <a:lnTo>
                      <a:pt x="96903" y="107605"/>
                    </a:lnTo>
                    <a:lnTo>
                      <a:pt x="117876" y="24268"/>
                    </a:lnTo>
                    <a:cubicBezTo>
                      <a:pt x="121022" y="12166"/>
                      <a:pt x="121372" y="10782"/>
                      <a:pt x="136752" y="10782"/>
                    </a:cubicBezTo>
                    <a:lnTo>
                      <a:pt x="186039" y="10782"/>
                    </a:lnTo>
                    <a:cubicBezTo>
                      <a:pt x="228685" y="10782"/>
                      <a:pt x="239171" y="20810"/>
                      <a:pt x="239171" y="49166"/>
                    </a:cubicBezTo>
                    <a:cubicBezTo>
                      <a:pt x="239171" y="57465"/>
                      <a:pt x="239171" y="58156"/>
                      <a:pt x="237773" y="67493"/>
                    </a:cubicBezTo>
                    <a:cubicBezTo>
                      <a:pt x="237773" y="69567"/>
                      <a:pt x="237424" y="71988"/>
                      <a:pt x="237424" y="73717"/>
                    </a:cubicBezTo>
                    <a:cubicBezTo>
                      <a:pt x="237424" y="75446"/>
                      <a:pt x="238472" y="77866"/>
                      <a:pt x="241618" y="77866"/>
                    </a:cubicBezTo>
                    <a:cubicBezTo>
                      <a:pt x="245463" y="77866"/>
                      <a:pt x="245813" y="75792"/>
                      <a:pt x="246512" y="69222"/>
                    </a:cubicBezTo>
                    <a:lnTo>
                      <a:pt x="253503" y="9399"/>
                    </a:lnTo>
                    <a:cubicBezTo>
                      <a:pt x="254552" y="63"/>
                      <a:pt x="252804" y="63"/>
                      <a:pt x="244065" y="63"/>
                    </a:cubicBezTo>
                    <a:lnTo>
                      <a:pt x="67541" y="63"/>
                    </a:lnTo>
                    <a:cubicBezTo>
                      <a:pt x="60549" y="63"/>
                      <a:pt x="57054" y="63"/>
                      <a:pt x="57054" y="6979"/>
                    </a:cubicBezTo>
                    <a:cubicBezTo>
                      <a:pt x="57054" y="10782"/>
                      <a:pt x="60200" y="10782"/>
                      <a:pt x="66841" y="10782"/>
                    </a:cubicBezTo>
                    <a:cubicBezTo>
                      <a:pt x="79775" y="10782"/>
                      <a:pt x="89562" y="10782"/>
                      <a:pt x="89562" y="17007"/>
                    </a:cubicBezTo>
                    <a:cubicBezTo>
                      <a:pt x="89562" y="18390"/>
                      <a:pt x="89562" y="19081"/>
                      <a:pt x="87815" y="25306"/>
                    </a:cubicBezTo>
                    <a:lnTo>
                      <a:pt x="41674" y="208231"/>
                    </a:lnTo>
                    <a:cubicBezTo>
                      <a:pt x="38178" y="221717"/>
                      <a:pt x="37479" y="224483"/>
                      <a:pt x="9864" y="224483"/>
                    </a:cubicBezTo>
                    <a:cubicBezTo>
                      <a:pt x="3922" y="224483"/>
                      <a:pt x="77" y="224483"/>
                      <a:pt x="77" y="231053"/>
                    </a:cubicBezTo>
                    <a:cubicBezTo>
                      <a:pt x="77" y="235203"/>
                      <a:pt x="3223" y="235203"/>
                      <a:pt x="9864" y="235203"/>
                    </a:cubicBezTo>
                    <a:lnTo>
                      <a:pt x="191282" y="235203"/>
                    </a:lnTo>
                    <a:cubicBezTo>
                      <a:pt x="199322" y="235203"/>
                      <a:pt x="199672" y="234857"/>
                      <a:pt x="202119" y="229324"/>
                    </a:cubicBezTo>
                    <a:lnTo>
                      <a:pt x="234278" y="154633"/>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1" name="Freeform: Shape 40">
                <a:extLst>
                  <a:ext uri="{FF2B5EF4-FFF2-40B4-BE49-F238E27FC236}">
                    <a16:creationId xmlns:a16="http://schemas.microsoft.com/office/drawing/2014/main" id="{257D5A3F-D47B-1782-ED18-3EE1A693477D}"/>
                  </a:ext>
                </a:extLst>
              </p:cNvPr>
              <p:cNvSpPr/>
              <p:nvPr>
                <p:custDataLst>
                  <p:tags r:id="rId14"/>
                </p:custDataLst>
              </p:nvPr>
            </p:nvSpPr>
            <p:spPr>
              <a:xfrm>
                <a:off x="6083017" y="6010226"/>
                <a:ext cx="47888" cy="345794"/>
              </a:xfrm>
              <a:custGeom>
                <a:avLst/>
                <a:gdLst>
                  <a:gd name="connsiteX0" fmla="*/ 47973 w 47888"/>
                  <a:gd name="connsiteY0" fmla="*/ 345857 h 345794"/>
                  <a:gd name="connsiteX1" fmla="*/ 47973 w 47888"/>
                  <a:gd name="connsiteY1" fmla="*/ 332025 h 345794"/>
                  <a:gd name="connsiteX2" fmla="*/ 14067 w 47888"/>
                  <a:gd name="connsiteY2" fmla="*/ 332025 h 345794"/>
                  <a:gd name="connsiteX3" fmla="*/ 14067 w 47888"/>
                  <a:gd name="connsiteY3" fmla="*/ 13895 h 345794"/>
                  <a:gd name="connsiteX4" fmla="*/ 47973 w 47888"/>
                  <a:gd name="connsiteY4" fmla="*/ 13895 h 345794"/>
                  <a:gd name="connsiteX5" fmla="*/ 47973 w 47888"/>
                  <a:gd name="connsiteY5" fmla="*/ 63 h 345794"/>
                  <a:gd name="connsiteX6" fmla="*/ 85 w 47888"/>
                  <a:gd name="connsiteY6" fmla="*/ 63 h 345794"/>
                  <a:gd name="connsiteX7" fmla="*/ 85 w 47888"/>
                  <a:gd name="connsiteY7" fmla="*/ 345857 h 345794"/>
                  <a:gd name="connsiteX8" fmla="*/ 47973 w 47888"/>
                  <a:gd name="connsiteY8" fmla="*/ 345857 h 34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88" h="345794">
                    <a:moveTo>
                      <a:pt x="47973" y="345857"/>
                    </a:moveTo>
                    <a:lnTo>
                      <a:pt x="47973" y="332025"/>
                    </a:lnTo>
                    <a:lnTo>
                      <a:pt x="14067" y="332025"/>
                    </a:lnTo>
                    <a:lnTo>
                      <a:pt x="14067" y="13895"/>
                    </a:lnTo>
                    <a:lnTo>
                      <a:pt x="47973" y="13895"/>
                    </a:lnTo>
                    <a:lnTo>
                      <a:pt x="47973" y="63"/>
                    </a:lnTo>
                    <a:lnTo>
                      <a:pt x="85" y="63"/>
                    </a:lnTo>
                    <a:lnTo>
                      <a:pt x="85" y="345857"/>
                    </a:lnTo>
                    <a:lnTo>
                      <a:pt x="47973" y="345857"/>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2" name="Freeform: Shape 41">
                <a:extLst>
                  <a:ext uri="{FF2B5EF4-FFF2-40B4-BE49-F238E27FC236}">
                    <a16:creationId xmlns:a16="http://schemas.microsoft.com/office/drawing/2014/main" id="{0AF2205E-739F-A364-7A70-A4139081C03D}"/>
                  </a:ext>
                </a:extLst>
              </p:cNvPr>
              <p:cNvSpPr/>
              <p:nvPr>
                <p:custDataLst>
                  <p:tags r:id="rId15"/>
                </p:custDataLst>
              </p:nvPr>
            </p:nvSpPr>
            <p:spPr>
              <a:xfrm>
                <a:off x="6269293" y="5938339"/>
                <a:ext cx="93330" cy="53252"/>
              </a:xfrm>
              <a:custGeom>
                <a:avLst/>
                <a:gdLst>
                  <a:gd name="connsiteX0" fmla="*/ 46930 w 93330"/>
                  <a:gd name="connsiteY0" fmla="*/ 60 h 53252"/>
                  <a:gd name="connsiteX1" fmla="*/ 90 w 93330"/>
                  <a:gd name="connsiteY1" fmla="*/ 47088 h 53252"/>
                  <a:gd name="connsiteX2" fmla="*/ 6382 w 93330"/>
                  <a:gd name="connsiteY2" fmla="*/ 53312 h 53252"/>
                  <a:gd name="connsiteX3" fmla="*/ 46930 w 93330"/>
                  <a:gd name="connsiteY3" fmla="*/ 18041 h 53252"/>
                  <a:gd name="connsiteX4" fmla="*/ 87129 w 93330"/>
                  <a:gd name="connsiteY4" fmla="*/ 53312 h 53252"/>
                  <a:gd name="connsiteX5" fmla="*/ 93421 w 93330"/>
                  <a:gd name="connsiteY5" fmla="*/ 47088 h 53252"/>
                  <a:gd name="connsiteX6" fmla="*/ 46930 w 93330"/>
                  <a:gd name="connsiteY6" fmla="*/ 60 h 5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330" h="53252">
                    <a:moveTo>
                      <a:pt x="46930" y="60"/>
                    </a:moveTo>
                    <a:lnTo>
                      <a:pt x="90" y="47088"/>
                    </a:lnTo>
                    <a:lnTo>
                      <a:pt x="6382" y="53312"/>
                    </a:lnTo>
                    <a:lnTo>
                      <a:pt x="46930" y="18041"/>
                    </a:lnTo>
                    <a:lnTo>
                      <a:pt x="87129" y="53312"/>
                    </a:lnTo>
                    <a:lnTo>
                      <a:pt x="93421" y="47088"/>
                    </a:lnTo>
                    <a:lnTo>
                      <a:pt x="46930" y="60"/>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3" name="Freeform: Shape 42">
                <a:extLst>
                  <a:ext uri="{FF2B5EF4-FFF2-40B4-BE49-F238E27FC236}">
                    <a16:creationId xmlns:a16="http://schemas.microsoft.com/office/drawing/2014/main" id="{8B118241-ED41-7009-7B97-BAE07EBDC2D2}"/>
                  </a:ext>
                </a:extLst>
              </p:cNvPr>
              <p:cNvSpPr/>
              <p:nvPr>
                <p:custDataLst>
                  <p:tags r:id="rId16"/>
                </p:custDataLst>
              </p:nvPr>
            </p:nvSpPr>
            <p:spPr>
              <a:xfrm>
                <a:off x="6149310" y="6025441"/>
                <a:ext cx="190550" cy="311214"/>
              </a:xfrm>
              <a:custGeom>
                <a:avLst/>
                <a:gdLst>
                  <a:gd name="connsiteX0" fmla="*/ 190638 w 190550"/>
                  <a:gd name="connsiteY0" fmla="*/ 47437 h 311214"/>
                  <a:gd name="connsiteX1" fmla="*/ 143099 w 190550"/>
                  <a:gd name="connsiteY1" fmla="*/ 63 h 311214"/>
                  <a:gd name="connsiteX2" fmla="*/ 100803 w 190550"/>
                  <a:gd name="connsiteY2" fmla="*/ 14586 h 311214"/>
                  <a:gd name="connsiteX3" fmla="*/ 55711 w 190550"/>
                  <a:gd name="connsiteY3" fmla="*/ 88240 h 311214"/>
                  <a:gd name="connsiteX4" fmla="*/ 132 w 190550"/>
                  <a:gd name="connsiteY4" fmla="*/ 307820 h 311214"/>
                  <a:gd name="connsiteX5" fmla="*/ 4326 w 190550"/>
                  <a:gd name="connsiteY5" fmla="*/ 311277 h 311214"/>
                  <a:gd name="connsiteX6" fmla="*/ 8521 w 190550"/>
                  <a:gd name="connsiteY6" fmla="*/ 309549 h 311214"/>
                  <a:gd name="connsiteX7" fmla="*/ 32990 w 190550"/>
                  <a:gd name="connsiteY7" fmla="*/ 214109 h 311214"/>
                  <a:gd name="connsiteX8" fmla="*/ 80529 w 190550"/>
                  <a:gd name="connsiteY8" fmla="*/ 247651 h 311214"/>
                  <a:gd name="connsiteX9" fmla="*/ 147993 w 190550"/>
                  <a:gd name="connsiteY9" fmla="*/ 220334 h 311214"/>
                  <a:gd name="connsiteX10" fmla="*/ 175957 w 190550"/>
                  <a:gd name="connsiteY10" fmla="*/ 156708 h 311214"/>
                  <a:gd name="connsiteX11" fmla="*/ 150440 w 190550"/>
                  <a:gd name="connsiteY11" fmla="*/ 105184 h 311214"/>
                  <a:gd name="connsiteX12" fmla="*/ 190638 w 190550"/>
                  <a:gd name="connsiteY12" fmla="*/ 47437 h 311214"/>
                  <a:gd name="connsiteX13" fmla="*/ 127719 w 190550"/>
                  <a:gd name="connsiteY13" fmla="*/ 104838 h 311214"/>
                  <a:gd name="connsiteX14" fmla="*/ 110940 w 190550"/>
                  <a:gd name="connsiteY14" fmla="*/ 107259 h 311214"/>
                  <a:gd name="connsiteX15" fmla="*/ 95560 w 190550"/>
                  <a:gd name="connsiteY15" fmla="*/ 105876 h 311214"/>
                  <a:gd name="connsiteX16" fmla="*/ 112688 w 190550"/>
                  <a:gd name="connsiteY16" fmla="*/ 103109 h 311214"/>
                  <a:gd name="connsiteX17" fmla="*/ 127719 w 190550"/>
                  <a:gd name="connsiteY17" fmla="*/ 104838 h 311214"/>
                  <a:gd name="connsiteX18" fmla="*/ 171063 w 190550"/>
                  <a:gd name="connsiteY18" fmla="*/ 39483 h 311214"/>
                  <a:gd name="connsiteX19" fmla="*/ 139604 w 190550"/>
                  <a:gd name="connsiteY19" fmla="*/ 99306 h 311214"/>
                  <a:gd name="connsiteX20" fmla="*/ 112688 w 190550"/>
                  <a:gd name="connsiteY20" fmla="*/ 95156 h 311214"/>
                  <a:gd name="connsiteX21" fmla="*/ 85772 w 190550"/>
                  <a:gd name="connsiteY21" fmla="*/ 106222 h 311214"/>
                  <a:gd name="connsiteX22" fmla="*/ 109892 w 190550"/>
                  <a:gd name="connsiteY22" fmla="*/ 114866 h 311214"/>
                  <a:gd name="connsiteX23" fmla="*/ 138555 w 190550"/>
                  <a:gd name="connsiteY23" fmla="*/ 110371 h 311214"/>
                  <a:gd name="connsiteX24" fmla="*/ 153935 w 190550"/>
                  <a:gd name="connsiteY24" fmla="*/ 149446 h 311214"/>
                  <a:gd name="connsiteX25" fmla="*/ 136458 w 190550"/>
                  <a:gd name="connsiteY25" fmla="*/ 208922 h 311214"/>
                  <a:gd name="connsiteX26" fmla="*/ 79480 w 190550"/>
                  <a:gd name="connsiteY26" fmla="*/ 240044 h 311214"/>
                  <a:gd name="connsiteX27" fmla="*/ 39631 w 190550"/>
                  <a:gd name="connsiteY27" fmla="*/ 195436 h 311214"/>
                  <a:gd name="connsiteX28" fmla="*/ 41379 w 190550"/>
                  <a:gd name="connsiteY28" fmla="*/ 180222 h 311214"/>
                  <a:gd name="connsiteX29" fmla="*/ 63750 w 190550"/>
                  <a:gd name="connsiteY29" fmla="*/ 92736 h 311214"/>
                  <a:gd name="connsiteX30" fmla="*/ 138555 w 190550"/>
                  <a:gd name="connsiteY30" fmla="*/ 8016 h 311214"/>
                  <a:gd name="connsiteX31" fmla="*/ 171063 w 190550"/>
                  <a:gd name="connsiteY31" fmla="*/ 39483 h 31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50" h="311214">
                    <a:moveTo>
                      <a:pt x="190638" y="47437"/>
                    </a:moveTo>
                    <a:cubicBezTo>
                      <a:pt x="190638" y="21502"/>
                      <a:pt x="171413" y="63"/>
                      <a:pt x="143099" y="63"/>
                    </a:cubicBezTo>
                    <a:cubicBezTo>
                      <a:pt x="122825" y="63"/>
                      <a:pt x="113038" y="5595"/>
                      <a:pt x="100803" y="14586"/>
                    </a:cubicBezTo>
                    <a:cubicBezTo>
                      <a:pt x="81578" y="28418"/>
                      <a:pt x="62352" y="61960"/>
                      <a:pt x="55711" y="88240"/>
                    </a:cubicBezTo>
                    <a:lnTo>
                      <a:pt x="132" y="307820"/>
                    </a:lnTo>
                    <a:cubicBezTo>
                      <a:pt x="-218" y="309203"/>
                      <a:pt x="1530" y="311277"/>
                      <a:pt x="4326" y="311277"/>
                    </a:cubicBezTo>
                    <a:cubicBezTo>
                      <a:pt x="7123" y="311277"/>
                      <a:pt x="8171" y="310586"/>
                      <a:pt x="8521" y="309549"/>
                    </a:cubicBezTo>
                    <a:lnTo>
                      <a:pt x="32990" y="214109"/>
                    </a:lnTo>
                    <a:cubicBezTo>
                      <a:pt x="39631" y="234857"/>
                      <a:pt x="55012" y="247651"/>
                      <a:pt x="80529" y="247651"/>
                    </a:cubicBezTo>
                    <a:cubicBezTo>
                      <a:pt x="106046" y="247651"/>
                      <a:pt x="132263" y="235549"/>
                      <a:pt x="147993" y="220334"/>
                    </a:cubicBezTo>
                    <a:cubicBezTo>
                      <a:pt x="164771" y="204427"/>
                      <a:pt x="175957" y="182296"/>
                      <a:pt x="175957" y="156708"/>
                    </a:cubicBezTo>
                    <a:cubicBezTo>
                      <a:pt x="175957" y="131810"/>
                      <a:pt x="163024" y="113829"/>
                      <a:pt x="150440" y="105184"/>
                    </a:cubicBezTo>
                    <a:cubicBezTo>
                      <a:pt x="170714" y="93773"/>
                      <a:pt x="190638" y="72334"/>
                      <a:pt x="190638" y="47437"/>
                    </a:cubicBezTo>
                    <a:close/>
                    <a:moveTo>
                      <a:pt x="127719" y="104838"/>
                    </a:moveTo>
                    <a:cubicBezTo>
                      <a:pt x="123175" y="106567"/>
                      <a:pt x="119329" y="107259"/>
                      <a:pt x="110940" y="107259"/>
                    </a:cubicBezTo>
                    <a:cubicBezTo>
                      <a:pt x="106046" y="107259"/>
                      <a:pt x="99055" y="107605"/>
                      <a:pt x="95560" y="105876"/>
                    </a:cubicBezTo>
                    <a:cubicBezTo>
                      <a:pt x="96259" y="102418"/>
                      <a:pt x="108843" y="103109"/>
                      <a:pt x="112688" y="103109"/>
                    </a:cubicBezTo>
                    <a:cubicBezTo>
                      <a:pt x="120029" y="103109"/>
                      <a:pt x="123175" y="103109"/>
                      <a:pt x="127719" y="104838"/>
                    </a:cubicBezTo>
                    <a:close/>
                    <a:moveTo>
                      <a:pt x="171063" y="39483"/>
                    </a:moveTo>
                    <a:cubicBezTo>
                      <a:pt x="171063" y="63689"/>
                      <a:pt x="157780" y="88586"/>
                      <a:pt x="139604" y="99306"/>
                    </a:cubicBezTo>
                    <a:cubicBezTo>
                      <a:pt x="130166" y="95848"/>
                      <a:pt x="123175" y="95156"/>
                      <a:pt x="112688" y="95156"/>
                    </a:cubicBezTo>
                    <a:cubicBezTo>
                      <a:pt x="105347" y="95156"/>
                      <a:pt x="85772" y="94810"/>
                      <a:pt x="85772" y="106222"/>
                    </a:cubicBezTo>
                    <a:cubicBezTo>
                      <a:pt x="85423" y="115904"/>
                      <a:pt x="103600" y="114866"/>
                      <a:pt x="109892" y="114866"/>
                    </a:cubicBezTo>
                    <a:cubicBezTo>
                      <a:pt x="122825" y="114866"/>
                      <a:pt x="128068" y="114521"/>
                      <a:pt x="138555" y="110371"/>
                    </a:cubicBezTo>
                    <a:cubicBezTo>
                      <a:pt x="151838" y="122820"/>
                      <a:pt x="153586" y="133539"/>
                      <a:pt x="153935" y="149446"/>
                    </a:cubicBezTo>
                    <a:cubicBezTo>
                      <a:pt x="154634" y="169502"/>
                      <a:pt x="146245" y="195436"/>
                      <a:pt x="136458" y="208922"/>
                    </a:cubicBezTo>
                    <a:cubicBezTo>
                      <a:pt x="122825" y="227595"/>
                      <a:pt x="99405" y="240044"/>
                      <a:pt x="79480" y="240044"/>
                    </a:cubicBezTo>
                    <a:cubicBezTo>
                      <a:pt x="52914" y="240044"/>
                      <a:pt x="39631" y="219988"/>
                      <a:pt x="39631" y="195436"/>
                    </a:cubicBezTo>
                    <a:cubicBezTo>
                      <a:pt x="39631" y="191978"/>
                      <a:pt x="39631" y="186792"/>
                      <a:pt x="41379" y="180222"/>
                    </a:cubicBezTo>
                    <a:lnTo>
                      <a:pt x="63750" y="92736"/>
                    </a:lnTo>
                    <a:cubicBezTo>
                      <a:pt x="71441" y="62997"/>
                      <a:pt x="96609" y="8016"/>
                      <a:pt x="138555" y="8016"/>
                    </a:cubicBezTo>
                    <a:cubicBezTo>
                      <a:pt x="158829" y="8016"/>
                      <a:pt x="171063" y="18736"/>
                      <a:pt x="171063" y="3948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4" name="Freeform: Shape 43">
                <a:extLst>
                  <a:ext uri="{FF2B5EF4-FFF2-40B4-BE49-F238E27FC236}">
                    <a16:creationId xmlns:a16="http://schemas.microsoft.com/office/drawing/2014/main" id="{56BA7BE7-CBFF-5CAA-36F3-6B63814847A1}"/>
                  </a:ext>
                </a:extLst>
              </p:cNvPr>
              <p:cNvSpPr/>
              <p:nvPr>
                <p:custDataLst>
                  <p:tags r:id="rId17"/>
                </p:custDataLst>
              </p:nvPr>
            </p:nvSpPr>
            <p:spPr>
              <a:xfrm>
                <a:off x="6363256" y="6160715"/>
                <a:ext cx="89066" cy="160725"/>
              </a:xfrm>
              <a:custGeom>
                <a:avLst/>
                <a:gdLst>
                  <a:gd name="connsiteX0" fmla="*/ 55392 w 89066"/>
                  <a:gd name="connsiteY0" fmla="*/ 6842 h 160725"/>
                  <a:gd name="connsiteX1" fmla="*/ 48052 w 89066"/>
                  <a:gd name="connsiteY1" fmla="*/ 64 h 160725"/>
                  <a:gd name="connsiteX2" fmla="*/ 93 w 89066"/>
                  <a:gd name="connsiteY2" fmla="*/ 15556 h 160725"/>
                  <a:gd name="connsiteX3" fmla="*/ 93 w 89066"/>
                  <a:gd name="connsiteY3" fmla="*/ 24270 h 160725"/>
                  <a:gd name="connsiteX4" fmla="*/ 35573 w 89066"/>
                  <a:gd name="connsiteY4" fmla="*/ 17492 h 160725"/>
                  <a:gd name="connsiteX5" fmla="*/ 35573 w 89066"/>
                  <a:gd name="connsiteY5" fmla="*/ 140941 h 160725"/>
                  <a:gd name="connsiteX6" fmla="*/ 11104 w 89066"/>
                  <a:gd name="connsiteY6" fmla="*/ 152075 h 160725"/>
                  <a:gd name="connsiteX7" fmla="*/ 1806 w 89066"/>
                  <a:gd name="connsiteY7" fmla="*/ 152075 h 160725"/>
                  <a:gd name="connsiteX8" fmla="*/ 1806 w 89066"/>
                  <a:gd name="connsiteY8" fmla="*/ 160789 h 160725"/>
                  <a:gd name="connsiteX9" fmla="*/ 45360 w 89066"/>
                  <a:gd name="connsiteY9" fmla="*/ 159821 h 160725"/>
                  <a:gd name="connsiteX10" fmla="*/ 89159 w 89066"/>
                  <a:gd name="connsiteY10" fmla="*/ 160789 h 160725"/>
                  <a:gd name="connsiteX11" fmla="*/ 89159 w 89066"/>
                  <a:gd name="connsiteY11" fmla="*/ 152075 h 160725"/>
                  <a:gd name="connsiteX12" fmla="*/ 79861 w 89066"/>
                  <a:gd name="connsiteY12" fmla="*/ 152075 h 160725"/>
                  <a:gd name="connsiteX13" fmla="*/ 55392 w 89066"/>
                  <a:gd name="connsiteY13" fmla="*/ 140941 h 160725"/>
                  <a:gd name="connsiteX14" fmla="*/ 55392 w 89066"/>
                  <a:gd name="connsiteY14" fmla="*/ 6842 h 160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066" h="160725">
                    <a:moveTo>
                      <a:pt x="55392" y="6842"/>
                    </a:moveTo>
                    <a:cubicBezTo>
                      <a:pt x="55392" y="306"/>
                      <a:pt x="54903" y="64"/>
                      <a:pt x="48052" y="64"/>
                    </a:cubicBezTo>
                    <a:cubicBezTo>
                      <a:pt x="32392" y="15314"/>
                      <a:pt x="10125" y="15556"/>
                      <a:pt x="93" y="15556"/>
                    </a:cubicBezTo>
                    <a:lnTo>
                      <a:pt x="93" y="24270"/>
                    </a:lnTo>
                    <a:cubicBezTo>
                      <a:pt x="5966" y="24270"/>
                      <a:pt x="22115" y="24270"/>
                      <a:pt x="35573" y="17492"/>
                    </a:cubicBezTo>
                    <a:lnTo>
                      <a:pt x="35573" y="140941"/>
                    </a:lnTo>
                    <a:cubicBezTo>
                      <a:pt x="35573" y="148929"/>
                      <a:pt x="35573" y="152075"/>
                      <a:pt x="11104" y="152075"/>
                    </a:cubicBezTo>
                    <a:lnTo>
                      <a:pt x="1806" y="152075"/>
                    </a:lnTo>
                    <a:lnTo>
                      <a:pt x="1806" y="160789"/>
                    </a:lnTo>
                    <a:cubicBezTo>
                      <a:pt x="6210" y="160547"/>
                      <a:pt x="36307" y="159821"/>
                      <a:pt x="45360" y="159821"/>
                    </a:cubicBezTo>
                    <a:cubicBezTo>
                      <a:pt x="52946" y="159821"/>
                      <a:pt x="83776" y="160547"/>
                      <a:pt x="89159" y="160789"/>
                    </a:cubicBezTo>
                    <a:lnTo>
                      <a:pt x="89159" y="152075"/>
                    </a:lnTo>
                    <a:lnTo>
                      <a:pt x="79861" y="152075"/>
                    </a:lnTo>
                    <a:cubicBezTo>
                      <a:pt x="55392" y="152075"/>
                      <a:pt x="55392" y="148929"/>
                      <a:pt x="55392" y="140941"/>
                    </a:cubicBezTo>
                    <a:lnTo>
                      <a:pt x="55392" y="6842"/>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5" name="Freeform: Shape 44">
                <a:extLst>
                  <a:ext uri="{FF2B5EF4-FFF2-40B4-BE49-F238E27FC236}">
                    <a16:creationId xmlns:a16="http://schemas.microsoft.com/office/drawing/2014/main" id="{DB0C6A20-7C5C-E32C-4881-500DAD73CD3D}"/>
                  </a:ext>
                </a:extLst>
              </p:cNvPr>
              <p:cNvSpPr/>
              <p:nvPr>
                <p:custDataLst>
                  <p:tags r:id="rId18"/>
                </p:custDataLst>
              </p:nvPr>
            </p:nvSpPr>
            <p:spPr>
              <a:xfrm>
                <a:off x="6501089" y="6010226"/>
                <a:ext cx="47888" cy="345794"/>
              </a:xfrm>
              <a:custGeom>
                <a:avLst/>
                <a:gdLst>
                  <a:gd name="connsiteX0" fmla="*/ 47986 w 47888"/>
                  <a:gd name="connsiteY0" fmla="*/ 63 h 345794"/>
                  <a:gd name="connsiteX1" fmla="*/ 98 w 47888"/>
                  <a:gd name="connsiteY1" fmla="*/ 63 h 345794"/>
                  <a:gd name="connsiteX2" fmla="*/ 98 w 47888"/>
                  <a:gd name="connsiteY2" fmla="*/ 13895 h 345794"/>
                  <a:gd name="connsiteX3" fmla="*/ 34004 w 47888"/>
                  <a:gd name="connsiteY3" fmla="*/ 13895 h 345794"/>
                  <a:gd name="connsiteX4" fmla="*/ 34004 w 47888"/>
                  <a:gd name="connsiteY4" fmla="*/ 332025 h 345794"/>
                  <a:gd name="connsiteX5" fmla="*/ 98 w 47888"/>
                  <a:gd name="connsiteY5" fmla="*/ 332025 h 345794"/>
                  <a:gd name="connsiteX6" fmla="*/ 98 w 47888"/>
                  <a:gd name="connsiteY6" fmla="*/ 345857 h 345794"/>
                  <a:gd name="connsiteX7" fmla="*/ 47986 w 47888"/>
                  <a:gd name="connsiteY7" fmla="*/ 345857 h 345794"/>
                  <a:gd name="connsiteX8" fmla="*/ 47986 w 47888"/>
                  <a:gd name="connsiteY8" fmla="*/ 63 h 34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88" h="345794">
                    <a:moveTo>
                      <a:pt x="47986" y="63"/>
                    </a:moveTo>
                    <a:lnTo>
                      <a:pt x="98" y="63"/>
                    </a:lnTo>
                    <a:lnTo>
                      <a:pt x="98" y="13895"/>
                    </a:lnTo>
                    <a:lnTo>
                      <a:pt x="34004" y="13895"/>
                    </a:lnTo>
                    <a:lnTo>
                      <a:pt x="34004" y="332025"/>
                    </a:lnTo>
                    <a:lnTo>
                      <a:pt x="98" y="332025"/>
                    </a:lnTo>
                    <a:lnTo>
                      <a:pt x="98" y="345857"/>
                    </a:lnTo>
                    <a:lnTo>
                      <a:pt x="47986" y="345857"/>
                    </a:lnTo>
                    <a:lnTo>
                      <a:pt x="47986" y="63"/>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6" name="Freeform: Shape 45">
                <a:extLst>
                  <a:ext uri="{FF2B5EF4-FFF2-40B4-BE49-F238E27FC236}">
                    <a16:creationId xmlns:a16="http://schemas.microsoft.com/office/drawing/2014/main" id="{F9D2A1E1-F828-F432-4979-E37B373049E3}"/>
                  </a:ext>
                </a:extLst>
              </p:cNvPr>
              <p:cNvSpPr/>
              <p:nvPr>
                <p:custDataLst>
                  <p:tags r:id="rId19"/>
                </p:custDataLst>
              </p:nvPr>
            </p:nvSpPr>
            <p:spPr>
              <a:xfrm>
                <a:off x="6707168" y="6142665"/>
                <a:ext cx="232453" cy="80915"/>
              </a:xfrm>
              <a:custGeom>
                <a:avLst/>
                <a:gdLst>
                  <a:gd name="connsiteX0" fmla="*/ 220671 w 232453"/>
                  <a:gd name="connsiteY0" fmla="*/ 13895 h 80915"/>
                  <a:gd name="connsiteX1" fmla="*/ 232556 w 232453"/>
                  <a:gd name="connsiteY1" fmla="*/ 6979 h 80915"/>
                  <a:gd name="connsiteX2" fmla="*/ 221021 w 232453"/>
                  <a:gd name="connsiteY2" fmla="*/ 63 h 80915"/>
                  <a:gd name="connsiteX3" fmla="*/ 11638 w 232453"/>
                  <a:gd name="connsiteY3" fmla="*/ 63 h 80915"/>
                  <a:gd name="connsiteX4" fmla="*/ 103 w 232453"/>
                  <a:gd name="connsiteY4" fmla="*/ 6979 h 80915"/>
                  <a:gd name="connsiteX5" fmla="*/ 11988 w 232453"/>
                  <a:gd name="connsiteY5" fmla="*/ 13895 h 80915"/>
                  <a:gd name="connsiteX6" fmla="*/ 220671 w 232453"/>
                  <a:gd name="connsiteY6" fmla="*/ 13895 h 80915"/>
                  <a:gd name="connsiteX7" fmla="*/ 221021 w 232453"/>
                  <a:gd name="connsiteY7" fmla="*/ 80979 h 80915"/>
                  <a:gd name="connsiteX8" fmla="*/ 232556 w 232453"/>
                  <a:gd name="connsiteY8" fmla="*/ 74063 h 80915"/>
                  <a:gd name="connsiteX9" fmla="*/ 220671 w 232453"/>
                  <a:gd name="connsiteY9" fmla="*/ 67147 h 80915"/>
                  <a:gd name="connsiteX10" fmla="*/ 11988 w 232453"/>
                  <a:gd name="connsiteY10" fmla="*/ 67147 h 80915"/>
                  <a:gd name="connsiteX11" fmla="*/ 103 w 232453"/>
                  <a:gd name="connsiteY11" fmla="*/ 74063 h 80915"/>
                  <a:gd name="connsiteX12" fmla="*/ 11638 w 232453"/>
                  <a:gd name="connsiteY12" fmla="*/ 80979 h 80915"/>
                  <a:gd name="connsiteX13" fmla="*/ 221021 w 232453"/>
                  <a:gd name="connsiteY13" fmla="*/ 80979 h 8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2453" h="80915">
                    <a:moveTo>
                      <a:pt x="220671" y="13895"/>
                    </a:moveTo>
                    <a:cubicBezTo>
                      <a:pt x="225915" y="13895"/>
                      <a:pt x="232556" y="13895"/>
                      <a:pt x="232556" y="6979"/>
                    </a:cubicBezTo>
                    <a:cubicBezTo>
                      <a:pt x="232556" y="63"/>
                      <a:pt x="225915" y="63"/>
                      <a:pt x="221021" y="63"/>
                    </a:cubicBezTo>
                    <a:lnTo>
                      <a:pt x="11638" y="63"/>
                    </a:lnTo>
                    <a:cubicBezTo>
                      <a:pt x="6745" y="63"/>
                      <a:pt x="103" y="63"/>
                      <a:pt x="103" y="6979"/>
                    </a:cubicBezTo>
                    <a:cubicBezTo>
                      <a:pt x="103" y="13895"/>
                      <a:pt x="6745" y="13895"/>
                      <a:pt x="11988" y="13895"/>
                    </a:cubicBezTo>
                    <a:lnTo>
                      <a:pt x="220671" y="13895"/>
                    </a:lnTo>
                    <a:close/>
                    <a:moveTo>
                      <a:pt x="221021" y="80979"/>
                    </a:moveTo>
                    <a:cubicBezTo>
                      <a:pt x="225915" y="80979"/>
                      <a:pt x="232556" y="80979"/>
                      <a:pt x="232556" y="74063"/>
                    </a:cubicBezTo>
                    <a:cubicBezTo>
                      <a:pt x="232556" y="67147"/>
                      <a:pt x="225915" y="67147"/>
                      <a:pt x="220671" y="67147"/>
                    </a:cubicBezTo>
                    <a:lnTo>
                      <a:pt x="11988" y="67147"/>
                    </a:lnTo>
                    <a:cubicBezTo>
                      <a:pt x="6745" y="67147"/>
                      <a:pt x="103" y="67147"/>
                      <a:pt x="103" y="74063"/>
                    </a:cubicBezTo>
                    <a:cubicBezTo>
                      <a:pt x="103" y="80979"/>
                      <a:pt x="6745" y="80979"/>
                      <a:pt x="11638" y="80979"/>
                    </a:cubicBezTo>
                    <a:lnTo>
                      <a:pt x="221021" y="80979"/>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7" name="Freeform: Shape 46">
                <a:extLst>
                  <a:ext uri="{FF2B5EF4-FFF2-40B4-BE49-F238E27FC236}">
                    <a16:creationId xmlns:a16="http://schemas.microsoft.com/office/drawing/2014/main" id="{FC4FB3CF-0475-F3AB-0E55-05B6DFB425EE}"/>
                  </a:ext>
                </a:extLst>
              </p:cNvPr>
              <p:cNvSpPr/>
              <p:nvPr>
                <p:custDataLst>
                  <p:tags r:id="rId20"/>
                </p:custDataLst>
              </p:nvPr>
            </p:nvSpPr>
            <p:spPr>
              <a:xfrm>
                <a:off x="7067007" y="6025441"/>
                <a:ext cx="190550" cy="311214"/>
              </a:xfrm>
              <a:custGeom>
                <a:avLst/>
                <a:gdLst>
                  <a:gd name="connsiteX0" fmla="*/ 190665 w 190550"/>
                  <a:gd name="connsiteY0" fmla="*/ 47437 h 311214"/>
                  <a:gd name="connsiteX1" fmla="*/ 143125 w 190550"/>
                  <a:gd name="connsiteY1" fmla="*/ 63 h 311214"/>
                  <a:gd name="connsiteX2" fmla="*/ 100829 w 190550"/>
                  <a:gd name="connsiteY2" fmla="*/ 14586 h 311214"/>
                  <a:gd name="connsiteX3" fmla="*/ 55737 w 190550"/>
                  <a:gd name="connsiteY3" fmla="*/ 88240 h 311214"/>
                  <a:gd name="connsiteX4" fmla="*/ 158 w 190550"/>
                  <a:gd name="connsiteY4" fmla="*/ 307820 h 311214"/>
                  <a:gd name="connsiteX5" fmla="*/ 4353 w 190550"/>
                  <a:gd name="connsiteY5" fmla="*/ 311277 h 311214"/>
                  <a:gd name="connsiteX6" fmla="*/ 8547 w 190550"/>
                  <a:gd name="connsiteY6" fmla="*/ 309549 h 311214"/>
                  <a:gd name="connsiteX7" fmla="*/ 33016 w 190550"/>
                  <a:gd name="connsiteY7" fmla="*/ 214109 h 311214"/>
                  <a:gd name="connsiteX8" fmla="*/ 80555 w 190550"/>
                  <a:gd name="connsiteY8" fmla="*/ 247651 h 311214"/>
                  <a:gd name="connsiteX9" fmla="*/ 148019 w 190550"/>
                  <a:gd name="connsiteY9" fmla="*/ 220334 h 311214"/>
                  <a:gd name="connsiteX10" fmla="*/ 175983 w 190550"/>
                  <a:gd name="connsiteY10" fmla="*/ 156708 h 311214"/>
                  <a:gd name="connsiteX11" fmla="*/ 150466 w 190550"/>
                  <a:gd name="connsiteY11" fmla="*/ 105184 h 311214"/>
                  <a:gd name="connsiteX12" fmla="*/ 190665 w 190550"/>
                  <a:gd name="connsiteY12" fmla="*/ 47437 h 311214"/>
                  <a:gd name="connsiteX13" fmla="*/ 127745 w 190550"/>
                  <a:gd name="connsiteY13" fmla="*/ 104838 h 311214"/>
                  <a:gd name="connsiteX14" fmla="*/ 110966 w 190550"/>
                  <a:gd name="connsiteY14" fmla="*/ 107259 h 311214"/>
                  <a:gd name="connsiteX15" fmla="*/ 95586 w 190550"/>
                  <a:gd name="connsiteY15" fmla="*/ 105876 h 311214"/>
                  <a:gd name="connsiteX16" fmla="*/ 112714 w 190550"/>
                  <a:gd name="connsiteY16" fmla="*/ 103109 h 311214"/>
                  <a:gd name="connsiteX17" fmla="*/ 127745 w 190550"/>
                  <a:gd name="connsiteY17" fmla="*/ 104838 h 311214"/>
                  <a:gd name="connsiteX18" fmla="*/ 171090 w 190550"/>
                  <a:gd name="connsiteY18" fmla="*/ 39483 h 311214"/>
                  <a:gd name="connsiteX19" fmla="*/ 139630 w 190550"/>
                  <a:gd name="connsiteY19" fmla="*/ 99306 h 311214"/>
                  <a:gd name="connsiteX20" fmla="*/ 112714 w 190550"/>
                  <a:gd name="connsiteY20" fmla="*/ 95156 h 311214"/>
                  <a:gd name="connsiteX21" fmla="*/ 85799 w 190550"/>
                  <a:gd name="connsiteY21" fmla="*/ 106222 h 311214"/>
                  <a:gd name="connsiteX22" fmla="*/ 109918 w 190550"/>
                  <a:gd name="connsiteY22" fmla="*/ 114866 h 311214"/>
                  <a:gd name="connsiteX23" fmla="*/ 138581 w 190550"/>
                  <a:gd name="connsiteY23" fmla="*/ 110371 h 311214"/>
                  <a:gd name="connsiteX24" fmla="*/ 153961 w 190550"/>
                  <a:gd name="connsiteY24" fmla="*/ 149446 h 311214"/>
                  <a:gd name="connsiteX25" fmla="*/ 136484 w 190550"/>
                  <a:gd name="connsiteY25" fmla="*/ 208922 h 311214"/>
                  <a:gd name="connsiteX26" fmla="*/ 79507 w 190550"/>
                  <a:gd name="connsiteY26" fmla="*/ 240044 h 311214"/>
                  <a:gd name="connsiteX27" fmla="*/ 39657 w 190550"/>
                  <a:gd name="connsiteY27" fmla="*/ 195436 h 311214"/>
                  <a:gd name="connsiteX28" fmla="*/ 41405 w 190550"/>
                  <a:gd name="connsiteY28" fmla="*/ 180222 h 311214"/>
                  <a:gd name="connsiteX29" fmla="*/ 63777 w 190550"/>
                  <a:gd name="connsiteY29" fmla="*/ 92736 h 311214"/>
                  <a:gd name="connsiteX30" fmla="*/ 138581 w 190550"/>
                  <a:gd name="connsiteY30" fmla="*/ 8016 h 311214"/>
                  <a:gd name="connsiteX31" fmla="*/ 171090 w 190550"/>
                  <a:gd name="connsiteY31" fmla="*/ 39483 h 31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50" h="311214">
                    <a:moveTo>
                      <a:pt x="190665" y="47437"/>
                    </a:moveTo>
                    <a:cubicBezTo>
                      <a:pt x="190665" y="21502"/>
                      <a:pt x="171439" y="63"/>
                      <a:pt x="143125" y="63"/>
                    </a:cubicBezTo>
                    <a:cubicBezTo>
                      <a:pt x="122851" y="63"/>
                      <a:pt x="113064" y="5595"/>
                      <a:pt x="100829" y="14586"/>
                    </a:cubicBezTo>
                    <a:cubicBezTo>
                      <a:pt x="81604" y="28418"/>
                      <a:pt x="62378" y="61960"/>
                      <a:pt x="55737" y="88240"/>
                    </a:cubicBezTo>
                    <a:lnTo>
                      <a:pt x="158" y="307820"/>
                    </a:lnTo>
                    <a:cubicBezTo>
                      <a:pt x="-192" y="309203"/>
                      <a:pt x="1556" y="311277"/>
                      <a:pt x="4353" y="311277"/>
                    </a:cubicBezTo>
                    <a:cubicBezTo>
                      <a:pt x="7149" y="311277"/>
                      <a:pt x="8198" y="310586"/>
                      <a:pt x="8547" y="309549"/>
                    </a:cubicBezTo>
                    <a:lnTo>
                      <a:pt x="33016" y="214109"/>
                    </a:lnTo>
                    <a:cubicBezTo>
                      <a:pt x="39657" y="234857"/>
                      <a:pt x="55038" y="247651"/>
                      <a:pt x="80555" y="247651"/>
                    </a:cubicBezTo>
                    <a:cubicBezTo>
                      <a:pt x="106073" y="247651"/>
                      <a:pt x="132289" y="235549"/>
                      <a:pt x="148019" y="220334"/>
                    </a:cubicBezTo>
                    <a:cubicBezTo>
                      <a:pt x="164798" y="204427"/>
                      <a:pt x="175983" y="182296"/>
                      <a:pt x="175983" y="156708"/>
                    </a:cubicBezTo>
                    <a:cubicBezTo>
                      <a:pt x="175983" y="131810"/>
                      <a:pt x="163050" y="113829"/>
                      <a:pt x="150466" y="105184"/>
                    </a:cubicBezTo>
                    <a:cubicBezTo>
                      <a:pt x="170740" y="93773"/>
                      <a:pt x="190665" y="72334"/>
                      <a:pt x="190665" y="47437"/>
                    </a:cubicBezTo>
                    <a:close/>
                    <a:moveTo>
                      <a:pt x="127745" y="104838"/>
                    </a:moveTo>
                    <a:cubicBezTo>
                      <a:pt x="123201" y="106567"/>
                      <a:pt x="119356" y="107259"/>
                      <a:pt x="110966" y="107259"/>
                    </a:cubicBezTo>
                    <a:cubicBezTo>
                      <a:pt x="106073" y="107259"/>
                      <a:pt x="99082" y="107605"/>
                      <a:pt x="95586" y="105876"/>
                    </a:cubicBezTo>
                    <a:cubicBezTo>
                      <a:pt x="96285" y="102418"/>
                      <a:pt x="108869" y="103109"/>
                      <a:pt x="112714" y="103109"/>
                    </a:cubicBezTo>
                    <a:cubicBezTo>
                      <a:pt x="120055" y="103109"/>
                      <a:pt x="123201" y="103109"/>
                      <a:pt x="127745" y="104838"/>
                    </a:cubicBezTo>
                    <a:close/>
                    <a:moveTo>
                      <a:pt x="171090" y="39483"/>
                    </a:moveTo>
                    <a:cubicBezTo>
                      <a:pt x="171090" y="63689"/>
                      <a:pt x="157807" y="88586"/>
                      <a:pt x="139630" y="99306"/>
                    </a:cubicBezTo>
                    <a:cubicBezTo>
                      <a:pt x="130192" y="95848"/>
                      <a:pt x="123201" y="95156"/>
                      <a:pt x="112714" y="95156"/>
                    </a:cubicBezTo>
                    <a:cubicBezTo>
                      <a:pt x="105374" y="95156"/>
                      <a:pt x="85799" y="94810"/>
                      <a:pt x="85799" y="106222"/>
                    </a:cubicBezTo>
                    <a:cubicBezTo>
                      <a:pt x="85449" y="115904"/>
                      <a:pt x="103626" y="114866"/>
                      <a:pt x="109918" y="114866"/>
                    </a:cubicBezTo>
                    <a:cubicBezTo>
                      <a:pt x="122851" y="114866"/>
                      <a:pt x="128094" y="114521"/>
                      <a:pt x="138581" y="110371"/>
                    </a:cubicBezTo>
                    <a:cubicBezTo>
                      <a:pt x="151864" y="122820"/>
                      <a:pt x="153612" y="133539"/>
                      <a:pt x="153961" y="149446"/>
                    </a:cubicBezTo>
                    <a:cubicBezTo>
                      <a:pt x="154661" y="169502"/>
                      <a:pt x="146271" y="195436"/>
                      <a:pt x="136484" y="208922"/>
                    </a:cubicBezTo>
                    <a:cubicBezTo>
                      <a:pt x="122851" y="227595"/>
                      <a:pt x="99431" y="240044"/>
                      <a:pt x="79507" y="240044"/>
                    </a:cubicBezTo>
                    <a:cubicBezTo>
                      <a:pt x="52940" y="240044"/>
                      <a:pt x="39657" y="219988"/>
                      <a:pt x="39657" y="195436"/>
                    </a:cubicBezTo>
                    <a:cubicBezTo>
                      <a:pt x="39657" y="191978"/>
                      <a:pt x="39657" y="186792"/>
                      <a:pt x="41405" y="180222"/>
                    </a:cubicBezTo>
                    <a:lnTo>
                      <a:pt x="63777" y="92736"/>
                    </a:lnTo>
                    <a:cubicBezTo>
                      <a:pt x="71467" y="62997"/>
                      <a:pt x="96635" y="8016"/>
                      <a:pt x="138581" y="8016"/>
                    </a:cubicBezTo>
                    <a:cubicBezTo>
                      <a:pt x="158855" y="8016"/>
                      <a:pt x="171090" y="18736"/>
                      <a:pt x="171090" y="3948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8" name="Freeform: Shape 47">
                <a:extLst>
                  <a:ext uri="{FF2B5EF4-FFF2-40B4-BE49-F238E27FC236}">
                    <a16:creationId xmlns:a16="http://schemas.microsoft.com/office/drawing/2014/main" id="{93DE8B98-7F8E-6272-F9FF-EA40C04C51E9}"/>
                  </a:ext>
                </a:extLst>
              </p:cNvPr>
              <p:cNvSpPr/>
              <p:nvPr>
                <p:custDataLst>
                  <p:tags r:id="rId21"/>
                </p:custDataLst>
              </p:nvPr>
            </p:nvSpPr>
            <p:spPr>
              <a:xfrm>
                <a:off x="7280952" y="6160715"/>
                <a:ext cx="89066" cy="160725"/>
              </a:xfrm>
              <a:custGeom>
                <a:avLst/>
                <a:gdLst>
                  <a:gd name="connsiteX0" fmla="*/ 55419 w 89066"/>
                  <a:gd name="connsiteY0" fmla="*/ 6842 h 160725"/>
                  <a:gd name="connsiteX1" fmla="*/ 48078 w 89066"/>
                  <a:gd name="connsiteY1" fmla="*/ 64 h 160725"/>
                  <a:gd name="connsiteX2" fmla="*/ 119 w 89066"/>
                  <a:gd name="connsiteY2" fmla="*/ 15556 h 160725"/>
                  <a:gd name="connsiteX3" fmla="*/ 119 w 89066"/>
                  <a:gd name="connsiteY3" fmla="*/ 24270 h 160725"/>
                  <a:gd name="connsiteX4" fmla="*/ 35599 w 89066"/>
                  <a:gd name="connsiteY4" fmla="*/ 17492 h 160725"/>
                  <a:gd name="connsiteX5" fmla="*/ 35599 w 89066"/>
                  <a:gd name="connsiteY5" fmla="*/ 140941 h 160725"/>
                  <a:gd name="connsiteX6" fmla="*/ 11130 w 89066"/>
                  <a:gd name="connsiteY6" fmla="*/ 152075 h 160725"/>
                  <a:gd name="connsiteX7" fmla="*/ 1832 w 89066"/>
                  <a:gd name="connsiteY7" fmla="*/ 152075 h 160725"/>
                  <a:gd name="connsiteX8" fmla="*/ 1832 w 89066"/>
                  <a:gd name="connsiteY8" fmla="*/ 160789 h 160725"/>
                  <a:gd name="connsiteX9" fmla="*/ 45386 w 89066"/>
                  <a:gd name="connsiteY9" fmla="*/ 159821 h 160725"/>
                  <a:gd name="connsiteX10" fmla="*/ 89185 w 89066"/>
                  <a:gd name="connsiteY10" fmla="*/ 160789 h 160725"/>
                  <a:gd name="connsiteX11" fmla="*/ 89185 w 89066"/>
                  <a:gd name="connsiteY11" fmla="*/ 152075 h 160725"/>
                  <a:gd name="connsiteX12" fmla="*/ 79887 w 89066"/>
                  <a:gd name="connsiteY12" fmla="*/ 152075 h 160725"/>
                  <a:gd name="connsiteX13" fmla="*/ 55419 w 89066"/>
                  <a:gd name="connsiteY13" fmla="*/ 140941 h 160725"/>
                  <a:gd name="connsiteX14" fmla="*/ 55419 w 89066"/>
                  <a:gd name="connsiteY14" fmla="*/ 6842 h 160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066" h="160725">
                    <a:moveTo>
                      <a:pt x="55419" y="6842"/>
                    </a:moveTo>
                    <a:cubicBezTo>
                      <a:pt x="55419" y="306"/>
                      <a:pt x="54929" y="64"/>
                      <a:pt x="48078" y="64"/>
                    </a:cubicBezTo>
                    <a:cubicBezTo>
                      <a:pt x="32418" y="15314"/>
                      <a:pt x="10151" y="15556"/>
                      <a:pt x="119" y="15556"/>
                    </a:cubicBezTo>
                    <a:lnTo>
                      <a:pt x="119" y="24270"/>
                    </a:lnTo>
                    <a:cubicBezTo>
                      <a:pt x="5992" y="24270"/>
                      <a:pt x="22141" y="24270"/>
                      <a:pt x="35599" y="17492"/>
                    </a:cubicBezTo>
                    <a:lnTo>
                      <a:pt x="35599" y="140941"/>
                    </a:lnTo>
                    <a:cubicBezTo>
                      <a:pt x="35599" y="148929"/>
                      <a:pt x="35599" y="152075"/>
                      <a:pt x="11130" y="152075"/>
                    </a:cubicBezTo>
                    <a:lnTo>
                      <a:pt x="1832" y="152075"/>
                    </a:lnTo>
                    <a:lnTo>
                      <a:pt x="1832" y="160789"/>
                    </a:lnTo>
                    <a:cubicBezTo>
                      <a:pt x="6236" y="160547"/>
                      <a:pt x="36333" y="159821"/>
                      <a:pt x="45386" y="159821"/>
                    </a:cubicBezTo>
                    <a:cubicBezTo>
                      <a:pt x="52972" y="159821"/>
                      <a:pt x="83802" y="160547"/>
                      <a:pt x="89185" y="160789"/>
                    </a:cubicBezTo>
                    <a:lnTo>
                      <a:pt x="89185" y="152075"/>
                    </a:lnTo>
                    <a:lnTo>
                      <a:pt x="79887" y="152075"/>
                    </a:lnTo>
                    <a:cubicBezTo>
                      <a:pt x="55419" y="152075"/>
                      <a:pt x="55419" y="148929"/>
                      <a:pt x="55419" y="140941"/>
                    </a:cubicBezTo>
                    <a:lnTo>
                      <a:pt x="55419" y="6842"/>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grpSp>
          <p:nvGrpSpPr>
            <p:cNvPr id="51" name="Group 50">
              <a:extLst>
                <a:ext uri="{FF2B5EF4-FFF2-40B4-BE49-F238E27FC236}">
                  <a16:creationId xmlns:a16="http://schemas.microsoft.com/office/drawing/2014/main" id="{868F0129-B0D6-A1AF-8195-01021578AE51}"/>
                </a:ext>
              </a:extLst>
            </p:cNvPr>
            <p:cNvGrpSpPr>
              <a:grpSpLocks noChangeAspect="1"/>
            </p:cNvGrpSpPr>
            <p:nvPr>
              <p:custDataLst>
                <p:tags r:id="rId3"/>
              </p:custDataLst>
            </p:nvPr>
          </p:nvGrpSpPr>
          <p:grpSpPr>
            <a:xfrm>
              <a:off x="3543300" y="4256047"/>
              <a:ext cx="1603673" cy="417681"/>
              <a:chOff x="8538545" y="4285461"/>
              <a:chExt cx="1603673" cy="417681"/>
            </a:xfrm>
          </p:grpSpPr>
          <p:sp>
            <p:nvSpPr>
              <p:cNvPr id="52" name="Freeform: Shape 51">
                <a:extLst>
                  <a:ext uri="{FF2B5EF4-FFF2-40B4-BE49-F238E27FC236}">
                    <a16:creationId xmlns:a16="http://schemas.microsoft.com/office/drawing/2014/main" id="{6D4CC34F-5502-BC06-351B-5A8EA4074532}"/>
                  </a:ext>
                </a:extLst>
              </p:cNvPr>
              <p:cNvSpPr/>
              <p:nvPr>
                <p:custDataLst>
                  <p:tags r:id="rId4"/>
                </p:custDataLst>
              </p:nvPr>
            </p:nvSpPr>
            <p:spPr>
              <a:xfrm>
                <a:off x="8538545" y="4381553"/>
                <a:ext cx="253698" cy="235139"/>
              </a:xfrm>
              <a:custGeom>
                <a:avLst/>
                <a:gdLst>
                  <a:gd name="connsiteX0" fmla="*/ 234278 w 253698"/>
                  <a:gd name="connsiteY0" fmla="*/ 154633 h 235139"/>
                  <a:gd name="connsiteX1" fmla="*/ 236025 w 253698"/>
                  <a:gd name="connsiteY1" fmla="*/ 149792 h 235139"/>
                  <a:gd name="connsiteX2" fmla="*/ 231831 w 253698"/>
                  <a:gd name="connsiteY2" fmla="*/ 145988 h 235139"/>
                  <a:gd name="connsiteX3" fmla="*/ 227287 w 253698"/>
                  <a:gd name="connsiteY3" fmla="*/ 150137 h 235139"/>
                  <a:gd name="connsiteX4" fmla="*/ 131858 w 253698"/>
                  <a:gd name="connsiteY4" fmla="*/ 224483 h 235139"/>
                  <a:gd name="connsiteX5" fmla="*/ 80824 w 253698"/>
                  <a:gd name="connsiteY5" fmla="*/ 224483 h 235139"/>
                  <a:gd name="connsiteX6" fmla="*/ 73133 w 253698"/>
                  <a:gd name="connsiteY6" fmla="*/ 224137 h 235139"/>
                  <a:gd name="connsiteX7" fmla="*/ 68589 w 253698"/>
                  <a:gd name="connsiteY7" fmla="*/ 220679 h 235139"/>
                  <a:gd name="connsiteX8" fmla="*/ 70337 w 253698"/>
                  <a:gd name="connsiteY8" fmla="*/ 212726 h 235139"/>
                  <a:gd name="connsiteX9" fmla="*/ 94107 w 253698"/>
                  <a:gd name="connsiteY9" fmla="*/ 118324 h 235139"/>
                  <a:gd name="connsiteX10" fmla="*/ 128712 w 253698"/>
                  <a:gd name="connsiteY10" fmla="*/ 118324 h 235139"/>
                  <a:gd name="connsiteX11" fmla="*/ 158424 w 253698"/>
                  <a:gd name="connsiteY11" fmla="*/ 134231 h 235139"/>
                  <a:gd name="connsiteX12" fmla="*/ 155978 w 253698"/>
                  <a:gd name="connsiteY12" fmla="*/ 151175 h 235139"/>
                  <a:gd name="connsiteX13" fmla="*/ 154929 w 253698"/>
                  <a:gd name="connsiteY13" fmla="*/ 154978 h 235139"/>
                  <a:gd name="connsiteX14" fmla="*/ 159473 w 253698"/>
                  <a:gd name="connsiteY14" fmla="*/ 158782 h 235139"/>
                  <a:gd name="connsiteX15" fmla="*/ 164716 w 253698"/>
                  <a:gd name="connsiteY15" fmla="*/ 151866 h 235139"/>
                  <a:gd name="connsiteX16" fmla="*/ 184641 w 253698"/>
                  <a:gd name="connsiteY16" fmla="*/ 70951 h 235139"/>
                  <a:gd name="connsiteX17" fmla="*/ 180446 w 253698"/>
                  <a:gd name="connsiteY17" fmla="*/ 67147 h 235139"/>
                  <a:gd name="connsiteX18" fmla="*/ 175553 w 253698"/>
                  <a:gd name="connsiteY18" fmla="*/ 73371 h 235139"/>
                  <a:gd name="connsiteX19" fmla="*/ 129761 w 253698"/>
                  <a:gd name="connsiteY19" fmla="*/ 107605 h 235139"/>
                  <a:gd name="connsiteX20" fmla="*/ 96903 w 253698"/>
                  <a:gd name="connsiteY20" fmla="*/ 107605 h 235139"/>
                  <a:gd name="connsiteX21" fmla="*/ 117876 w 253698"/>
                  <a:gd name="connsiteY21" fmla="*/ 24268 h 235139"/>
                  <a:gd name="connsiteX22" fmla="*/ 136752 w 253698"/>
                  <a:gd name="connsiteY22" fmla="*/ 10782 h 235139"/>
                  <a:gd name="connsiteX23" fmla="*/ 186039 w 253698"/>
                  <a:gd name="connsiteY23" fmla="*/ 10782 h 235139"/>
                  <a:gd name="connsiteX24" fmla="*/ 239171 w 253698"/>
                  <a:gd name="connsiteY24" fmla="*/ 49166 h 235139"/>
                  <a:gd name="connsiteX25" fmla="*/ 237773 w 253698"/>
                  <a:gd name="connsiteY25" fmla="*/ 67493 h 235139"/>
                  <a:gd name="connsiteX26" fmla="*/ 237424 w 253698"/>
                  <a:gd name="connsiteY26" fmla="*/ 73717 h 235139"/>
                  <a:gd name="connsiteX27" fmla="*/ 241618 w 253698"/>
                  <a:gd name="connsiteY27" fmla="*/ 77866 h 235139"/>
                  <a:gd name="connsiteX28" fmla="*/ 246512 w 253698"/>
                  <a:gd name="connsiteY28" fmla="*/ 69222 h 235139"/>
                  <a:gd name="connsiteX29" fmla="*/ 253503 w 253698"/>
                  <a:gd name="connsiteY29" fmla="*/ 9399 h 235139"/>
                  <a:gd name="connsiteX30" fmla="*/ 244065 w 253698"/>
                  <a:gd name="connsiteY30" fmla="*/ 63 h 235139"/>
                  <a:gd name="connsiteX31" fmla="*/ 67541 w 253698"/>
                  <a:gd name="connsiteY31" fmla="*/ 63 h 235139"/>
                  <a:gd name="connsiteX32" fmla="*/ 57054 w 253698"/>
                  <a:gd name="connsiteY32" fmla="*/ 6979 h 235139"/>
                  <a:gd name="connsiteX33" fmla="*/ 66841 w 253698"/>
                  <a:gd name="connsiteY33" fmla="*/ 10782 h 235139"/>
                  <a:gd name="connsiteX34" fmla="*/ 89562 w 253698"/>
                  <a:gd name="connsiteY34" fmla="*/ 17007 h 235139"/>
                  <a:gd name="connsiteX35" fmla="*/ 87815 w 253698"/>
                  <a:gd name="connsiteY35" fmla="*/ 25306 h 235139"/>
                  <a:gd name="connsiteX36" fmla="*/ 41674 w 253698"/>
                  <a:gd name="connsiteY36" fmla="*/ 208231 h 235139"/>
                  <a:gd name="connsiteX37" fmla="*/ 9864 w 253698"/>
                  <a:gd name="connsiteY37" fmla="*/ 224483 h 235139"/>
                  <a:gd name="connsiteX38" fmla="*/ 77 w 253698"/>
                  <a:gd name="connsiteY38" fmla="*/ 231053 h 235139"/>
                  <a:gd name="connsiteX39" fmla="*/ 9864 w 253698"/>
                  <a:gd name="connsiteY39" fmla="*/ 235203 h 235139"/>
                  <a:gd name="connsiteX40" fmla="*/ 191282 w 253698"/>
                  <a:gd name="connsiteY40" fmla="*/ 235203 h 235139"/>
                  <a:gd name="connsiteX41" fmla="*/ 202119 w 253698"/>
                  <a:gd name="connsiteY41" fmla="*/ 229324 h 235139"/>
                  <a:gd name="connsiteX42" fmla="*/ 234278 w 253698"/>
                  <a:gd name="connsiteY42" fmla="*/ 154633 h 23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3698" h="235139">
                    <a:moveTo>
                      <a:pt x="234278" y="154633"/>
                    </a:moveTo>
                    <a:cubicBezTo>
                      <a:pt x="234977" y="152904"/>
                      <a:pt x="236025" y="150483"/>
                      <a:pt x="236025" y="149792"/>
                    </a:cubicBezTo>
                    <a:cubicBezTo>
                      <a:pt x="236025" y="149446"/>
                      <a:pt x="236025" y="145988"/>
                      <a:pt x="231831" y="145988"/>
                    </a:cubicBezTo>
                    <a:cubicBezTo>
                      <a:pt x="228685" y="145988"/>
                      <a:pt x="227986" y="148063"/>
                      <a:pt x="227287" y="150137"/>
                    </a:cubicBezTo>
                    <a:cubicBezTo>
                      <a:pt x="204566" y="201315"/>
                      <a:pt x="191632" y="224483"/>
                      <a:pt x="131858" y="224483"/>
                    </a:cubicBezTo>
                    <a:lnTo>
                      <a:pt x="80824" y="224483"/>
                    </a:lnTo>
                    <a:cubicBezTo>
                      <a:pt x="75930" y="224483"/>
                      <a:pt x="75231" y="224483"/>
                      <a:pt x="73133" y="224137"/>
                    </a:cubicBezTo>
                    <a:cubicBezTo>
                      <a:pt x="69638" y="223792"/>
                      <a:pt x="68589" y="223446"/>
                      <a:pt x="68589" y="220679"/>
                    </a:cubicBezTo>
                    <a:cubicBezTo>
                      <a:pt x="68589" y="219642"/>
                      <a:pt x="68589" y="218950"/>
                      <a:pt x="70337" y="212726"/>
                    </a:cubicBezTo>
                    <a:lnTo>
                      <a:pt x="94107" y="118324"/>
                    </a:lnTo>
                    <a:lnTo>
                      <a:pt x="128712" y="118324"/>
                    </a:lnTo>
                    <a:cubicBezTo>
                      <a:pt x="158424" y="118324"/>
                      <a:pt x="158424" y="125586"/>
                      <a:pt x="158424" y="134231"/>
                    </a:cubicBezTo>
                    <a:cubicBezTo>
                      <a:pt x="158424" y="136651"/>
                      <a:pt x="158424" y="140801"/>
                      <a:pt x="155978" y="151175"/>
                    </a:cubicBezTo>
                    <a:cubicBezTo>
                      <a:pt x="155279" y="152904"/>
                      <a:pt x="154929" y="153941"/>
                      <a:pt x="154929" y="154978"/>
                    </a:cubicBezTo>
                    <a:cubicBezTo>
                      <a:pt x="154929" y="156707"/>
                      <a:pt x="156327" y="158782"/>
                      <a:pt x="159473" y="158782"/>
                    </a:cubicBezTo>
                    <a:cubicBezTo>
                      <a:pt x="162270" y="158782"/>
                      <a:pt x="163318" y="157053"/>
                      <a:pt x="164716" y="151866"/>
                    </a:cubicBezTo>
                    <a:lnTo>
                      <a:pt x="184641" y="70951"/>
                    </a:lnTo>
                    <a:cubicBezTo>
                      <a:pt x="184641" y="68876"/>
                      <a:pt x="182893" y="67147"/>
                      <a:pt x="180446" y="67147"/>
                    </a:cubicBezTo>
                    <a:cubicBezTo>
                      <a:pt x="177300" y="67147"/>
                      <a:pt x="176601" y="69222"/>
                      <a:pt x="175553" y="73371"/>
                    </a:cubicBezTo>
                    <a:cubicBezTo>
                      <a:pt x="168212" y="99651"/>
                      <a:pt x="161920" y="107605"/>
                      <a:pt x="129761" y="107605"/>
                    </a:cubicBezTo>
                    <a:lnTo>
                      <a:pt x="96903" y="107605"/>
                    </a:lnTo>
                    <a:lnTo>
                      <a:pt x="117876" y="24268"/>
                    </a:lnTo>
                    <a:cubicBezTo>
                      <a:pt x="121022" y="12166"/>
                      <a:pt x="121372" y="10782"/>
                      <a:pt x="136752" y="10782"/>
                    </a:cubicBezTo>
                    <a:lnTo>
                      <a:pt x="186039" y="10782"/>
                    </a:lnTo>
                    <a:cubicBezTo>
                      <a:pt x="228685" y="10782"/>
                      <a:pt x="239171" y="20810"/>
                      <a:pt x="239171" y="49166"/>
                    </a:cubicBezTo>
                    <a:cubicBezTo>
                      <a:pt x="239171" y="57465"/>
                      <a:pt x="239171" y="58156"/>
                      <a:pt x="237773" y="67493"/>
                    </a:cubicBezTo>
                    <a:cubicBezTo>
                      <a:pt x="237773" y="69567"/>
                      <a:pt x="237424" y="71988"/>
                      <a:pt x="237424" y="73717"/>
                    </a:cubicBezTo>
                    <a:cubicBezTo>
                      <a:pt x="237424" y="75446"/>
                      <a:pt x="238472" y="77866"/>
                      <a:pt x="241618" y="77866"/>
                    </a:cubicBezTo>
                    <a:cubicBezTo>
                      <a:pt x="245463" y="77866"/>
                      <a:pt x="245813" y="75792"/>
                      <a:pt x="246512" y="69222"/>
                    </a:cubicBezTo>
                    <a:lnTo>
                      <a:pt x="253503" y="9399"/>
                    </a:lnTo>
                    <a:cubicBezTo>
                      <a:pt x="254552" y="63"/>
                      <a:pt x="252804" y="63"/>
                      <a:pt x="244065" y="63"/>
                    </a:cubicBezTo>
                    <a:lnTo>
                      <a:pt x="67541" y="63"/>
                    </a:lnTo>
                    <a:cubicBezTo>
                      <a:pt x="60549" y="63"/>
                      <a:pt x="57054" y="63"/>
                      <a:pt x="57054" y="6979"/>
                    </a:cubicBezTo>
                    <a:cubicBezTo>
                      <a:pt x="57054" y="10782"/>
                      <a:pt x="60200" y="10782"/>
                      <a:pt x="66841" y="10782"/>
                    </a:cubicBezTo>
                    <a:cubicBezTo>
                      <a:pt x="79775" y="10782"/>
                      <a:pt x="89562" y="10782"/>
                      <a:pt x="89562" y="17007"/>
                    </a:cubicBezTo>
                    <a:cubicBezTo>
                      <a:pt x="89562" y="18390"/>
                      <a:pt x="89562" y="19081"/>
                      <a:pt x="87815" y="25306"/>
                    </a:cubicBezTo>
                    <a:lnTo>
                      <a:pt x="41674" y="208231"/>
                    </a:lnTo>
                    <a:cubicBezTo>
                      <a:pt x="38178" y="221717"/>
                      <a:pt x="37479" y="224483"/>
                      <a:pt x="9864" y="224483"/>
                    </a:cubicBezTo>
                    <a:cubicBezTo>
                      <a:pt x="3922" y="224483"/>
                      <a:pt x="77" y="224483"/>
                      <a:pt x="77" y="231053"/>
                    </a:cubicBezTo>
                    <a:cubicBezTo>
                      <a:pt x="77" y="235203"/>
                      <a:pt x="3223" y="235203"/>
                      <a:pt x="9864" y="235203"/>
                    </a:cubicBezTo>
                    <a:lnTo>
                      <a:pt x="191282" y="235203"/>
                    </a:lnTo>
                    <a:cubicBezTo>
                      <a:pt x="199322" y="235203"/>
                      <a:pt x="199672" y="234857"/>
                      <a:pt x="202119" y="229324"/>
                    </a:cubicBezTo>
                    <a:lnTo>
                      <a:pt x="234278" y="154633"/>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3" name="Freeform: Shape 52">
                <a:extLst>
                  <a:ext uri="{FF2B5EF4-FFF2-40B4-BE49-F238E27FC236}">
                    <a16:creationId xmlns:a16="http://schemas.microsoft.com/office/drawing/2014/main" id="{F69A9667-EAFD-B652-E242-5569E0609246}"/>
                  </a:ext>
                </a:extLst>
              </p:cNvPr>
              <p:cNvSpPr/>
              <p:nvPr>
                <p:custDataLst>
                  <p:tags r:id="rId5"/>
                </p:custDataLst>
              </p:nvPr>
            </p:nvSpPr>
            <p:spPr>
              <a:xfrm>
                <a:off x="8844695" y="4357348"/>
                <a:ext cx="47888" cy="345794"/>
              </a:xfrm>
              <a:custGeom>
                <a:avLst/>
                <a:gdLst>
                  <a:gd name="connsiteX0" fmla="*/ 47973 w 47888"/>
                  <a:gd name="connsiteY0" fmla="*/ 345857 h 345794"/>
                  <a:gd name="connsiteX1" fmla="*/ 47973 w 47888"/>
                  <a:gd name="connsiteY1" fmla="*/ 332025 h 345794"/>
                  <a:gd name="connsiteX2" fmla="*/ 14067 w 47888"/>
                  <a:gd name="connsiteY2" fmla="*/ 332025 h 345794"/>
                  <a:gd name="connsiteX3" fmla="*/ 14067 w 47888"/>
                  <a:gd name="connsiteY3" fmla="*/ 13895 h 345794"/>
                  <a:gd name="connsiteX4" fmla="*/ 47973 w 47888"/>
                  <a:gd name="connsiteY4" fmla="*/ 13895 h 345794"/>
                  <a:gd name="connsiteX5" fmla="*/ 47973 w 47888"/>
                  <a:gd name="connsiteY5" fmla="*/ 63 h 345794"/>
                  <a:gd name="connsiteX6" fmla="*/ 85 w 47888"/>
                  <a:gd name="connsiteY6" fmla="*/ 63 h 345794"/>
                  <a:gd name="connsiteX7" fmla="*/ 85 w 47888"/>
                  <a:gd name="connsiteY7" fmla="*/ 345857 h 345794"/>
                  <a:gd name="connsiteX8" fmla="*/ 47973 w 47888"/>
                  <a:gd name="connsiteY8" fmla="*/ 345857 h 34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88" h="345794">
                    <a:moveTo>
                      <a:pt x="47973" y="345857"/>
                    </a:moveTo>
                    <a:lnTo>
                      <a:pt x="47973" y="332025"/>
                    </a:lnTo>
                    <a:lnTo>
                      <a:pt x="14067" y="332025"/>
                    </a:lnTo>
                    <a:lnTo>
                      <a:pt x="14067" y="13895"/>
                    </a:lnTo>
                    <a:lnTo>
                      <a:pt x="47973" y="13895"/>
                    </a:lnTo>
                    <a:lnTo>
                      <a:pt x="47973" y="63"/>
                    </a:lnTo>
                    <a:lnTo>
                      <a:pt x="85" y="63"/>
                    </a:lnTo>
                    <a:lnTo>
                      <a:pt x="85" y="345857"/>
                    </a:lnTo>
                    <a:lnTo>
                      <a:pt x="47973" y="345857"/>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4" name="Freeform: Shape 53">
                <a:extLst>
                  <a:ext uri="{FF2B5EF4-FFF2-40B4-BE49-F238E27FC236}">
                    <a16:creationId xmlns:a16="http://schemas.microsoft.com/office/drawing/2014/main" id="{9C699FA7-E201-8A68-BF40-DA8BBB860113}"/>
                  </a:ext>
                </a:extLst>
              </p:cNvPr>
              <p:cNvSpPr/>
              <p:nvPr>
                <p:custDataLst>
                  <p:tags r:id="rId6"/>
                </p:custDataLst>
              </p:nvPr>
            </p:nvSpPr>
            <p:spPr>
              <a:xfrm>
                <a:off x="9030971" y="4285461"/>
                <a:ext cx="93330" cy="53252"/>
              </a:xfrm>
              <a:custGeom>
                <a:avLst/>
                <a:gdLst>
                  <a:gd name="connsiteX0" fmla="*/ 46930 w 93330"/>
                  <a:gd name="connsiteY0" fmla="*/ 60 h 53252"/>
                  <a:gd name="connsiteX1" fmla="*/ 90 w 93330"/>
                  <a:gd name="connsiteY1" fmla="*/ 47088 h 53252"/>
                  <a:gd name="connsiteX2" fmla="*/ 6382 w 93330"/>
                  <a:gd name="connsiteY2" fmla="*/ 53312 h 53252"/>
                  <a:gd name="connsiteX3" fmla="*/ 46930 w 93330"/>
                  <a:gd name="connsiteY3" fmla="*/ 18041 h 53252"/>
                  <a:gd name="connsiteX4" fmla="*/ 87129 w 93330"/>
                  <a:gd name="connsiteY4" fmla="*/ 53312 h 53252"/>
                  <a:gd name="connsiteX5" fmla="*/ 93421 w 93330"/>
                  <a:gd name="connsiteY5" fmla="*/ 47088 h 53252"/>
                  <a:gd name="connsiteX6" fmla="*/ 46930 w 93330"/>
                  <a:gd name="connsiteY6" fmla="*/ 60 h 5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330" h="53252">
                    <a:moveTo>
                      <a:pt x="46930" y="60"/>
                    </a:moveTo>
                    <a:lnTo>
                      <a:pt x="90" y="47088"/>
                    </a:lnTo>
                    <a:lnTo>
                      <a:pt x="6382" y="53312"/>
                    </a:lnTo>
                    <a:lnTo>
                      <a:pt x="46930" y="18041"/>
                    </a:lnTo>
                    <a:lnTo>
                      <a:pt x="87129" y="53312"/>
                    </a:lnTo>
                    <a:lnTo>
                      <a:pt x="93421" y="47088"/>
                    </a:lnTo>
                    <a:lnTo>
                      <a:pt x="46930" y="60"/>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5" name="Freeform: Shape 54">
                <a:extLst>
                  <a:ext uri="{FF2B5EF4-FFF2-40B4-BE49-F238E27FC236}">
                    <a16:creationId xmlns:a16="http://schemas.microsoft.com/office/drawing/2014/main" id="{6AD3FEBE-0AA6-9998-07AE-AA508750031E}"/>
                  </a:ext>
                </a:extLst>
              </p:cNvPr>
              <p:cNvSpPr/>
              <p:nvPr>
                <p:custDataLst>
                  <p:tags r:id="rId7"/>
                </p:custDataLst>
              </p:nvPr>
            </p:nvSpPr>
            <p:spPr>
              <a:xfrm>
                <a:off x="8910988" y="4372563"/>
                <a:ext cx="190550" cy="311214"/>
              </a:xfrm>
              <a:custGeom>
                <a:avLst/>
                <a:gdLst>
                  <a:gd name="connsiteX0" fmla="*/ 190638 w 190550"/>
                  <a:gd name="connsiteY0" fmla="*/ 47437 h 311214"/>
                  <a:gd name="connsiteX1" fmla="*/ 143099 w 190550"/>
                  <a:gd name="connsiteY1" fmla="*/ 63 h 311214"/>
                  <a:gd name="connsiteX2" fmla="*/ 100803 w 190550"/>
                  <a:gd name="connsiteY2" fmla="*/ 14586 h 311214"/>
                  <a:gd name="connsiteX3" fmla="*/ 55711 w 190550"/>
                  <a:gd name="connsiteY3" fmla="*/ 88240 h 311214"/>
                  <a:gd name="connsiteX4" fmla="*/ 132 w 190550"/>
                  <a:gd name="connsiteY4" fmla="*/ 307820 h 311214"/>
                  <a:gd name="connsiteX5" fmla="*/ 4326 w 190550"/>
                  <a:gd name="connsiteY5" fmla="*/ 311277 h 311214"/>
                  <a:gd name="connsiteX6" fmla="*/ 8521 w 190550"/>
                  <a:gd name="connsiteY6" fmla="*/ 309549 h 311214"/>
                  <a:gd name="connsiteX7" fmla="*/ 32990 w 190550"/>
                  <a:gd name="connsiteY7" fmla="*/ 214109 h 311214"/>
                  <a:gd name="connsiteX8" fmla="*/ 80529 w 190550"/>
                  <a:gd name="connsiteY8" fmla="*/ 247651 h 311214"/>
                  <a:gd name="connsiteX9" fmla="*/ 147993 w 190550"/>
                  <a:gd name="connsiteY9" fmla="*/ 220334 h 311214"/>
                  <a:gd name="connsiteX10" fmla="*/ 175957 w 190550"/>
                  <a:gd name="connsiteY10" fmla="*/ 156708 h 311214"/>
                  <a:gd name="connsiteX11" fmla="*/ 150440 w 190550"/>
                  <a:gd name="connsiteY11" fmla="*/ 105184 h 311214"/>
                  <a:gd name="connsiteX12" fmla="*/ 190638 w 190550"/>
                  <a:gd name="connsiteY12" fmla="*/ 47437 h 311214"/>
                  <a:gd name="connsiteX13" fmla="*/ 127719 w 190550"/>
                  <a:gd name="connsiteY13" fmla="*/ 104838 h 311214"/>
                  <a:gd name="connsiteX14" fmla="*/ 110940 w 190550"/>
                  <a:gd name="connsiteY14" fmla="*/ 107259 h 311214"/>
                  <a:gd name="connsiteX15" fmla="*/ 95560 w 190550"/>
                  <a:gd name="connsiteY15" fmla="*/ 105876 h 311214"/>
                  <a:gd name="connsiteX16" fmla="*/ 112688 w 190550"/>
                  <a:gd name="connsiteY16" fmla="*/ 103109 h 311214"/>
                  <a:gd name="connsiteX17" fmla="*/ 127719 w 190550"/>
                  <a:gd name="connsiteY17" fmla="*/ 104838 h 311214"/>
                  <a:gd name="connsiteX18" fmla="*/ 171063 w 190550"/>
                  <a:gd name="connsiteY18" fmla="*/ 39483 h 311214"/>
                  <a:gd name="connsiteX19" fmla="*/ 139604 w 190550"/>
                  <a:gd name="connsiteY19" fmla="*/ 99306 h 311214"/>
                  <a:gd name="connsiteX20" fmla="*/ 112688 w 190550"/>
                  <a:gd name="connsiteY20" fmla="*/ 95156 h 311214"/>
                  <a:gd name="connsiteX21" fmla="*/ 85772 w 190550"/>
                  <a:gd name="connsiteY21" fmla="*/ 106222 h 311214"/>
                  <a:gd name="connsiteX22" fmla="*/ 109892 w 190550"/>
                  <a:gd name="connsiteY22" fmla="*/ 114866 h 311214"/>
                  <a:gd name="connsiteX23" fmla="*/ 138555 w 190550"/>
                  <a:gd name="connsiteY23" fmla="*/ 110371 h 311214"/>
                  <a:gd name="connsiteX24" fmla="*/ 153935 w 190550"/>
                  <a:gd name="connsiteY24" fmla="*/ 149446 h 311214"/>
                  <a:gd name="connsiteX25" fmla="*/ 136458 w 190550"/>
                  <a:gd name="connsiteY25" fmla="*/ 208922 h 311214"/>
                  <a:gd name="connsiteX26" fmla="*/ 79480 w 190550"/>
                  <a:gd name="connsiteY26" fmla="*/ 240044 h 311214"/>
                  <a:gd name="connsiteX27" fmla="*/ 39631 w 190550"/>
                  <a:gd name="connsiteY27" fmla="*/ 195436 h 311214"/>
                  <a:gd name="connsiteX28" fmla="*/ 41379 w 190550"/>
                  <a:gd name="connsiteY28" fmla="*/ 180222 h 311214"/>
                  <a:gd name="connsiteX29" fmla="*/ 63750 w 190550"/>
                  <a:gd name="connsiteY29" fmla="*/ 92736 h 311214"/>
                  <a:gd name="connsiteX30" fmla="*/ 138555 w 190550"/>
                  <a:gd name="connsiteY30" fmla="*/ 8016 h 311214"/>
                  <a:gd name="connsiteX31" fmla="*/ 171063 w 190550"/>
                  <a:gd name="connsiteY31" fmla="*/ 39483 h 31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50" h="311214">
                    <a:moveTo>
                      <a:pt x="190638" y="47437"/>
                    </a:moveTo>
                    <a:cubicBezTo>
                      <a:pt x="190638" y="21502"/>
                      <a:pt x="171413" y="63"/>
                      <a:pt x="143099" y="63"/>
                    </a:cubicBezTo>
                    <a:cubicBezTo>
                      <a:pt x="122825" y="63"/>
                      <a:pt x="113038" y="5595"/>
                      <a:pt x="100803" y="14586"/>
                    </a:cubicBezTo>
                    <a:cubicBezTo>
                      <a:pt x="81578" y="28418"/>
                      <a:pt x="62352" y="61960"/>
                      <a:pt x="55711" y="88240"/>
                    </a:cubicBezTo>
                    <a:lnTo>
                      <a:pt x="132" y="307820"/>
                    </a:lnTo>
                    <a:cubicBezTo>
                      <a:pt x="-218" y="309203"/>
                      <a:pt x="1530" y="311277"/>
                      <a:pt x="4326" y="311277"/>
                    </a:cubicBezTo>
                    <a:cubicBezTo>
                      <a:pt x="7123" y="311277"/>
                      <a:pt x="8171" y="310586"/>
                      <a:pt x="8521" y="309549"/>
                    </a:cubicBezTo>
                    <a:lnTo>
                      <a:pt x="32990" y="214109"/>
                    </a:lnTo>
                    <a:cubicBezTo>
                      <a:pt x="39631" y="234857"/>
                      <a:pt x="55012" y="247651"/>
                      <a:pt x="80529" y="247651"/>
                    </a:cubicBezTo>
                    <a:cubicBezTo>
                      <a:pt x="106046" y="247651"/>
                      <a:pt x="132263" y="235549"/>
                      <a:pt x="147993" y="220334"/>
                    </a:cubicBezTo>
                    <a:cubicBezTo>
                      <a:pt x="164771" y="204427"/>
                      <a:pt x="175957" y="182296"/>
                      <a:pt x="175957" y="156708"/>
                    </a:cubicBezTo>
                    <a:cubicBezTo>
                      <a:pt x="175957" y="131810"/>
                      <a:pt x="163024" y="113829"/>
                      <a:pt x="150440" y="105184"/>
                    </a:cubicBezTo>
                    <a:cubicBezTo>
                      <a:pt x="170714" y="93773"/>
                      <a:pt x="190638" y="72334"/>
                      <a:pt x="190638" y="47437"/>
                    </a:cubicBezTo>
                    <a:close/>
                    <a:moveTo>
                      <a:pt x="127719" y="104838"/>
                    </a:moveTo>
                    <a:cubicBezTo>
                      <a:pt x="123175" y="106567"/>
                      <a:pt x="119329" y="107259"/>
                      <a:pt x="110940" y="107259"/>
                    </a:cubicBezTo>
                    <a:cubicBezTo>
                      <a:pt x="106046" y="107259"/>
                      <a:pt x="99055" y="107605"/>
                      <a:pt x="95560" y="105876"/>
                    </a:cubicBezTo>
                    <a:cubicBezTo>
                      <a:pt x="96259" y="102418"/>
                      <a:pt x="108843" y="103109"/>
                      <a:pt x="112688" y="103109"/>
                    </a:cubicBezTo>
                    <a:cubicBezTo>
                      <a:pt x="120029" y="103109"/>
                      <a:pt x="123175" y="103109"/>
                      <a:pt x="127719" y="104838"/>
                    </a:cubicBezTo>
                    <a:close/>
                    <a:moveTo>
                      <a:pt x="171063" y="39483"/>
                    </a:moveTo>
                    <a:cubicBezTo>
                      <a:pt x="171063" y="63689"/>
                      <a:pt x="157780" y="88586"/>
                      <a:pt x="139604" y="99306"/>
                    </a:cubicBezTo>
                    <a:cubicBezTo>
                      <a:pt x="130166" y="95848"/>
                      <a:pt x="123175" y="95156"/>
                      <a:pt x="112688" y="95156"/>
                    </a:cubicBezTo>
                    <a:cubicBezTo>
                      <a:pt x="105347" y="95156"/>
                      <a:pt x="85772" y="94810"/>
                      <a:pt x="85772" y="106222"/>
                    </a:cubicBezTo>
                    <a:cubicBezTo>
                      <a:pt x="85423" y="115904"/>
                      <a:pt x="103600" y="114866"/>
                      <a:pt x="109892" y="114866"/>
                    </a:cubicBezTo>
                    <a:cubicBezTo>
                      <a:pt x="122825" y="114866"/>
                      <a:pt x="128068" y="114521"/>
                      <a:pt x="138555" y="110371"/>
                    </a:cubicBezTo>
                    <a:cubicBezTo>
                      <a:pt x="151838" y="122820"/>
                      <a:pt x="153586" y="133539"/>
                      <a:pt x="153935" y="149446"/>
                    </a:cubicBezTo>
                    <a:cubicBezTo>
                      <a:pt x="154634" y="169502"/>
                      <a:pt x="146245" y="195436"/>
                      <a:pt x="136458" y="208922"/>
                    </a:cubicBezTo>
                    <a:cubicBezTo>
                      <a:pt x="122825" y="227595"/>
                      <a:pt x="99405" y="240044"/>
                      <a:pt x="79480" y="240044"/>
                    </a:cubicBezTo>
                    <a:cubicBezTo>
                      <a:pt x="52914" y="240044"/>
                      <a:pt x="39631" y="219988"/>
                      <a:pt x="39631" y="195436"/>
                    </a:cubicBezTo>
                    <a:cubicBezTo>
                      <a:pt x="39631" y="191978"/>
                      <a:pt x="39631" y="186792"/>
                      <a:pt x="41379" y="180222"/>
                    </a:cubicBezTo>
                    <a:lnTo>
                      <a:pt x="63750" y="92736"/>
                    </a:lnTo>
                    <a:cubicBezTo>
                      <a:pt x="71441" y="62997"/>
                      <a:pt x="96609" y="8016"/>
                      <a:pt x="138555" y="8016"/>
                    </a:cubicBezTo>
                    <a:cubicBezTo>
                      <a:pt x="158829" y="8016"/>
                      <a:pt x="171063" y="18736"/>
                      <a:pt x="171063" y="3948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6" name="Freeform: Shape 55">
                <a:extLst>
                  <a:ext uri="{FF2B5EF4-FFF2-40B4-BE49-F238E27FC236}">
                    <a16:creationId xmlns:a16="http://schemas.microsoft.com/office/drawing/2014/main" id="{86302196-896D-85E9-2833-A4D6CA2ADEB4}"/>
                  </a:ext>
                </a:extLst>
              </p:cNvPr>
              <p:cNvSpPr/>
              <p:nvPr>
                <p:custDataLst>
                  <p:tags r:id="rId8"/>
                </p:custDataLst>
              </p:nvPr>
            </p:nvSpPr>
            <p:spPr>
              <a:xfrm>
                <a:off x="9110987" y="4507837"/>
                <a:ext cx="113535" cy="165566"/>
              </a:xfrm>
              <a:custGeom>
                <a:avLst/>
                <a:gdLst>
                  <a:gd name="connsiteX0" fmla="*/ 113628 w 113535"/>
                  <a:gd name="connsiteY0" fmla="*/ 83574 h 165566"/>
                  <a:gd name="connsiteX1" fmla="*/ 99191 w 113535"/>
                  <a:gd name="connsiteY1" fmla="*/ 20881 h 165566"/>
                  <a:gd name="connsiteX2" fmla="*/ 56861 w 113535"/>
                  <a:gd name="connsiteY2" fmla="*/ 64 h 165566"/>
                  <a:gd name="connsiteX3" fmla="*/ 93 w 113535"/>
                  <a:gd name="connsiteY3" fmla="*/ 83574 h 165566"/>
                  <a:gd name="connsiteX4" fmla="*/ 56861 w 113535"/>
                  <a:gd name="connsiteY4" fmla="*/ 165630 h 165566"/>
                  <a:gd name="connsiteX5" fmla="*/ 113628 w 113535"/>
                  <a:gd name="connsiteY5" fmla="*/ 83574 h 165566"/>
                  <a:gd name="connsiteX6" fmla="*/ 56861 w 113535"/>
                  <a:gd name="connsiteY6" fmla="*/ 158853 h 165566"/>
                  <a:gd name="connsiteX7" fmla="*/ 25785 w 113535"/>
                  <a:gd name="connsiteY7" fmla="*/ 132469 h 165566"/>
                  <a:gd name="connsiteX8" fmla="*/ 22360 w 113535"/>
                  <a:gd name="connsiteY8" fmla="*/ 80427 h 165566"/>
                  <a:gd name="connsiteX9" fmla="*/ 26030 w 113535"/>
                  <a:gd name="connsiteY9" fmla="*/ 31047 h 165566"/>
                  <a:gd name="connsiteX10" fmla="*/ 56861 w 113535"/>
                  <a:gd name="connsiteY10" fmla="*/ 6842 h 165566"/>
                  <a:gd name="connsiteX11" fmla="*/ 87202 w 113535"/>
                  <a:gd name="connsiteY11" fmla="*/ 28869 h 165566"/>
                  <a:gd name="connsiteX12" fmla="*/ 91361 w 113535"/>
                  <a:gd name="connsiteY12" fmla="*/ 80427 h 165566"/>
                  <a:gd name="connsiteX13" fmla="*/ 88181 w 113535"/>
                  <a:gd name="connsiteY13" fmla="*/ 131501 h 165566"/>
                  <a:gd name="connsiteX14" fmla="*/ 56861 w 113535"/>
                  <a:gd name="connsiteY14" fmla="*/ 158853 h 16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35" h="165566">
                    <a:moveTo>
                      <a:pt x="113628" y="83574"/>
                    </a:moveTo>
                    <a:cubicBezTo>
                      <a:pt x="113628" y="56947"/>
                      <a:pt x="110447" y="37825"/>
                      <a:pt x="99191" y="20881"/>
                    </a:cubicBezTo>
                    <a:cubicBezTo>
                      <a:pt x="91606" y="9746"/>
                      <a:pt x="76436" y="64"/>
                      <a:pt x="56861" y="64"/>
                    </a:cubicBezTo>
                    <a:cubicBezTo>
                      <a:pt x="93" y="64"/>
                      <a:pt x="93" y="66145"/>
                      <a:pt x="93" y="83574"/>
                    </a:cubicBezTo>
                    <a:cubicBezTo>
                      <a:pt x="93" y="101002"/>
                      <a:pt x="93" y="165630"/>
                      <a:pt x="56861" y="165630"/>
                    </a:cubicBezTo>
                    <a:cubicBezTo>
                      <a:pt x="113628" y="165630"/>
                      <a:pt x="113628" y="101002"/>
                      <a:pt x="113628" y="83574"/>
                    </a:cubicBezTo>
                    <a:close/>
                    <a:moveTo>
                      <a:pt x="56861" y="158853"/>
                    </a:moveTo>
                    <a:cubicBezTo>
                      <a:pt x="45605" y="158853"/>
                      <a:pt x="30679" y="152317"/>
                      <a:pt x="25785" y="132469"/>
                    </a:cubicBezTo>
                    <a:cubicBezTo>
                      <a:pt x="22360" y="118188"/>
                      <a:pt x="22360" y="98339"/>
                      <a:pt x="22360" y="80427"/>
                    </a:cubicBezTo>
                    <a:cubicBezTo>
                      <a:pt x="22360" y="62757"/>
                      <a:pt x="22360" y="44360"/>
                      <a:pt x="26030" y="31047"/>
                    </a:cubicBezTo>
                    <a:cubicBezTo>
                      <a:pt x="31168" y="11925"/>
                      <a:pt x="46828" y="6842"/>
                      <a:pt x="56861" y="6842"/>
                    </a:cubicBezTo>
                    <a:cubicBezTo>
                      <a:pt x="70074" y="6842"/>
                      <a:pt x="82797" y="14830"/>
                      <a:pt x="87202" y="28869"/>
                    </a:cubicBezTo>
                    <a:cubicBezTo>
                      <a:pt x="91117" y="41940"/>
                      <a:pt x="91361" y="59368"/>
                      <a:pt x="91361" y="80427"/>
                    </a:cubicBezTo>
                    <a:cubicBezTo>
                      <a:pt x="91361" y="98339"/>
                      <a:pt x="91361" y="116251"/>
                      <a:pt x="88181" y="131501"/>
                    </a:cubicBezTo>
                    <a:cubicBezTo>
                      <a:pt x="83287" y="153528"/>
                      <a:pt x="66648" y="158853"/>
                      <a:pt x="56861" y="15885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7" name="Freeform: Shape 56">
                <a:extLst>
                  <a:ext uri="{FF2B5EF4-FFF2-40B4-BE49-F238E27FC236}">
                    <a16:creationId xmlns:a16="http://schemas.microsoft.com/office/drawing/2014/main" id="{741186D6-A00C-D03F-9C4C-FA8531F2CA3D}"/>
                  </a:ext>
                </a:extLst>
              </p:cNvPr>
              <p:cNvSpPr/>
              <p:nvPr>
                <p:custDataLst>
                  <p:tags r:id="rId9"/>
                </p:custDataLst>
              </p:nvPr>
            </p:nvSpPr>
            <p:spPr>
              <a:xfrm>
                <a:off x="9262767" y="4357348"/>
                <a:ext cx="47888" cy="345794"/>
              </a:xfrm>
              <a:custGeom>
                <a:avLst/>
                <a:gdLst>
                  <a:gd name="connsiteX0" fmla="*/ 47986 w 47888"/>
                  <a:gd name="connsiteY0" fmla="*/ 63 h 345794"/>
                  <a:gd name="connsiteX1" fmla="*/ 98 w 47888"/>
                  <a:gd name="connsiteY1" fmla="*/ 63 h 345794"/>
                  <a:gd name="connsiteX2" fmla="*/ 98 w 47888"/>
                  <a:gd name="connsiteY2" fmla="*/ 13895 h 345794"/>
                  <a:gd name="connsiteX3" fmla="*/ 34004 w 47888"/>
                  <a:gd name="connsiteY3" fmla="*/ 13895 h 345794"/>
                  <a:gd name="connsiteX4" fmla="*/ 34004 w 47888"/>
                  <a:gd name="connsiteY4" fmla="*/ 332025 h 345794"/>
                  <a:gd name="connsiteX5" fmla="*/ 98 w 47888"/>
                  <a:gd name="connsiteY5" fmla="*/ 332025 h 345794"/>
                  <a:gd name="connsiteX6" fmla="*/ 98 w 47888"/>
                  <a:gd name="connsiteY6" fmla="*/ 345857 h 345794"/>
                  <a:gd name="connsiteX7" fmla="*/ 47986 w 47888"/>
                  <a:gd name="connsiteY7" fmla="*/ 345857 h 345794"/>
                  <a:gd name="connsiteX8" fmla="*/ 47986 w 47888"/>
                  <a:gd name="connsiteY8" fmla="*/ 63 h 34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88" h="345794">
                    <a:moveTo>
                      <a:pt x="47986" y="63"/>
                    </a:moveTo>
                    <a:lnTo>
                      <a:pt x="98" y="63"/>
                    </a:lnTo>
                    <a:lnTo>
                      <a:pt x="98" y="13895"/>
                    </a:lnTo>
                    <a:lnTo>
                      <a:pt x="34004" y="13895"/>
                    </a:lnTo>
                    <a:lnTo>
                      <a:pt x="34004" y="332025"/>
                    </a:lnTo>
                    <a:lnTo>
                      <a:pt x="98" y="332025"/>
                    </a:lnTo>
                    <a:lnTo>
                      <a:pt x="98" y="345857"/>
                    </a:lnTo>
                    <a:lnTo>
                      <a:pt x="47986" y="345857"/>
                    </a:lnTo>
                    <a:lnTo>
                      <a:pt x="47986" y="63"/>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8" name="Freeform: Shape 57">
                <a:extLst>
                  <a:ext uri="{FF2B5EF4-FFF2-40B4-BE49-F238E27FC236}">
                    <a16:creationId xmlns:a16="http://schemas.microsoft.com/office/drawing/2014/main" id="{0DBD4403-27FF-47D5-1FC9-42138D3A7E10}"/>
                  </a:ext>
                </a:extLst>
              </p:cNvPr>
              <p:cNvSpPr/>
              <p:nvPr>
                <p:custDataLst>
                  <p:tags r:id="rId10"/>
                </p:custDataLst>
              </p:nvPr>
            </p:nvSpPr>
            <p:spPr>
              <a:xfrm>
                <a:off x="9468846" y="4489787"/>
                <a:ext cx="232453" cy="80915"/>
              </a:xfrm>
              <a:custGeom>
                <a:avLst/>
                <a:gdLst>
                  <a:gd name="connsiteX0" fmla="*/ 220671 w 232453"/>
                  <a:gd name="connsiteY0" fmla="*/ 13895 h 80915"/>
                  <a:gd name="connsiteX1" fmla="*/ 232556 w 232453"/>
                  <a:gd name="connsiteY1" fmla="*/ 6979 h 80915"/>
                  <a:gd name="connsiteX2" fmla="*/ 221021 w 232453"/>
                  <a:gd name="connsiteY2" fmla="*/ 63 h 80915"/>
                  <a:gd name="connsiteX3" fmla="*/ 11638 w 232453"/>
                  <a:gd name="connsiteY3" fmla="*/ 63 h 80915"/>
                  <a:gd name="connsiteX4" fmla="*/ 103 w 232453"/>
                  <a:gd name="connsiteY4" fmla="*/ 6979 h 80915"/>
                  <a:gd name="connsiteX5" fmla="*/ 11988 w 232453"/>
                  <a:gd name="connsiteY5" fmla="*/ 13895 h 80915"/>
                  <a:gd name="connsiteX6" fmla="*/ 220671 w 232453"/>
                  <a:gd name="connsiteY6" fmla="*/ 13895 h 80915"/>
                  <a:gd name="connsiteX7" fmla="*/ 221021 w 232453"/>
                  <a:gd name="connsiteY7" fmla="*/ 80979 h 80915"/>
                  <a:gd name="connsiteX8" fmla="*/ 232556 w 232453"/>
                  <a:gd name="connsiteY8" fmla="*/ 74063 h 80915"/>
                  <a:gd name="connsiteX9" fmla="*/ 220671 w 232453"/>
                  <a:gd name="connsiteY9" fmla="*/ 67147 h 80915"/>
                  <a:gd name="connsiteX10" fmla="*/ 11988 w 232453"/>
                  <a:gd name="connsiteY10" fmla="*/ 67147 h 80915"/>
                  <a:gd name="connsiteX11" fmla="*/ 103 w 232453"/>
                  <a:gd name="connsiteY11" fmla="*/ 74063 h 80915"/>
                  <a:gd name="connsiteX12" fmla="*/ 11638 w 232453"/>
                  <a:gd name="connsiteY12" fmla="*/ 80979 h 80915"/>
                  <a:gd name="connsiteX13" fmla="*/ 221021 w 232453"/>
                  <a:gd name="connsiteY13" fmla="*/ 80979 h 8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2453" h="80915">
                    <a:moveTo>
                      <a:pt x="220671" y="13895"/>
                    </a:moveTo>
                    <a:cubicBezTo>
                      <a:pt x="225915" y="13895"/>
                      <a:pt x="232556" y="13895"/>
                      <a:pt x="232556" y="6979"/>
                    </a:cubicBezTo>
                    <a:cubicBezTo>
                      <a:pt x="232556" y="63"/>
                      <a:pt x="225915" y="63"/>
                      <a:pt x="221021" y="63"/>
                    </a:cubicBezTo>
                    <a:lnTo>
                      <a:pt x="11638" y="63"/>
                    </a:lnTo>
                    <a:cubicBezTo>
                      <a:pt x="6745" y="63"/>
                      <a:pt x="103" y="63"/>
                      <a:pt x="103" y="6979"/>
                    </a:cubicBezTo>
                    <a:cubicBezTo>
                      <a:pt x="103" y="13895"/>
                      <a:pt x="6745" y="13895"/>
                      <a:pt x="11988" y="13895"/>
                    </a:cubicBezTo>
                    <a:lnTo>
                      <a:pt x="220671" y="13895"/>
                    </a:lnTo>
                    <a:close/>
                    <a:moveTo>
                      <a:pt x="221021" y="80979"/>
                    </a:moveTo>
                    <a:cubicBezTo>
                      <a:pt x="225915" y="80979"/>
                      <a:pt x="232556" y="80979"/>
                      <a:pt x="232556" y="74063"/>
                    </a:cubicBezTo>
                    <a:cubicBezTo>
                      <a:pt x="232556" y="67147"/>
                      <a:pt x="225915" y="67147"/>
                      <a:pt x="220671" y="67147"/>
                    </a:cubicBezTo>
                    <a:lnTo>
                      <a:pt x="11988" y="67147"/>
                    </a:lnTo>
                    <a:cubicBezTo>
                      <a:pt x="6745" y="67147"/>
                      <a:pt x="103" y="67147"/>
                      <a:pt x="103" y="74063"/>
                    </a:cubicBezTo>
                    <a:cubicBezTo>
                      <a:pt x="103" y="80979"/>
                      <a:pt x="6745" y="80979"/>
                      <a:pt x="11638" y="80979"/>
                    </a:cubicBezTo>
                    <a:lnTo>
                      <a:pt x="221021" y="80979"/>
                    </a:ln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59" name="Freeform: Shape 58">
                <a:extLst>
                  <a:ext uri="{FF2B5EF4-FFF2-40B4-BE49-F238E27FC236}">
                    <a16:creationId xmlns:a16="http://schemas.microsoft.com/office/drawing/2014/main" id="{BA364EBA-C6BD-52E0-CCD3-708B682043F9}"/>
                  </a:ext>
                </a:extLst>
              </p:cNvPr>
              <p:cNvSpPr/>
              <p:nvPr>
                <p:custDataLst>
                  <p:tags r:id="rId11"/>
                </p:custDataLst>
              </p:nvPr>
            </p:nvSpPr>
            <p:spPr>
              <a:xfrm>
                <a:off x="9828685" y="4372563"/>
                <a:ext cx="190550" cy="311214"/>
              </a:xfrm>
              <a:custGeom>
                <a:avLst/>
                <a:gdLst>
                  <a:gd name="connsiteX0" fmla="*/ 190665 w 190550"/>
                  <a:gd name="connsiteY0" fmla="*/ 47437 h 311214"/>
                  <a:gd name="connsiteX1" fmla="*/ 143125 w 190550"/>
                  <a:gd name="connsiteY1" fmla="*/ 63 h 311214"/>
                  <a:gd name="connsiteX2" fmla="*/ 100829 w 190550"/>
                  <a:gd name="connsiteY2" fmla="*/ 14586 h 311214"/>
                  <a:gd name="connsiteX3" fmla="*/ 55737 w 190550"/>
                  <a:gd name="connsiteY3" fmla="*/ 88240 h 311214"/>
                  <a:gd name="connsiteX4" fmla="*/ 158 w 190550"/>
                  <a:gd name="connsiteY4" fmla="*/ 307820 h 311214"/>
                  <a:gd name="connsiteX5" fmla="*/ 4353 w 190550"/>
                  <a:gd name="connsiteY5" fmla="*/ 311277 h 311214"/>
                  <a:gd name="connsiteX6" fmla="*/ 8547 w 190550"/>
                  <a:gd name="connsiteY6" fmla="*/ 309549 h 311214"/>
                  <a:gd name="connsiteX7" fmla="*/ 33016 w 190550"/>
                  <a:gd name="connsiteY7" fmla="*/ 214109 h 311214"/>
                  <a:gd name="connsiteX8" fmla="*/ 80555 w 190550"/>
                  <a:gd name="connsiteY8" fmla="*/ 247651 h 311214"/>
                  <a:gd name="connsiteX9" fmla="*/ 148019 w 190550"/>
                  <a:gd name="connsiteY9" fmla="*/ 220334 h 311214"/>
                  <a:gd name="connsiteX10" fmla="*/ 175983 w 190550"/>
                  <a:gd name="connsiteY10" fmla="*/ 156708 h 311214"/>
                  <a:gd name="connsiteX11" fmla="*/ 150466 w 190550"/>
                  <a:gd name="connsiteY11" fmla="*/ 105184 h 311214"/>
                  <a:gd name="connsiteX12" fmla="*/ 190665 w 190550"/>
                  <a:gd name="connsiteY12" fmla="*/ 47437 h 311214"/>
                  <a:gd name="connsiteX13" fmla="*/ 127745 w 190550"/>
                  <a:gd name="connsiteY13" fmla="*/ 104838 h 311214"/>
                  <a:gd name="connsiteX14" fmla="*/ 110966 w 190550"/>
                  <a:gd name="connsiteY14" fmla="*/ 107259 h 311214"/>
                  <a:gd name="connsiteX15" fmla="*/ 95586 w 190550"/>
                  <a:gd name="connsiteY15" fmla="*/ 105876 h 311214"/>
                  <a:gd name="connsiteX16" fmla="*/ 112714 w 190550"/>
                  <a:gd name="connsiteY16" fmla="*/ 103109 h 311214"/>
                  <a:gd name="connsiteX17" fmla="*/ 127745 w 190550"/>
                  <a:gd name="connsiteY17" fmla="*/ 104838 h 311214"/>
                  <a:gd name="connsiteX18" fmla="*/ 171090 w 190550"/>
                  <a:gd name="connsiteY18" fmla="*/ 39483 h 311214"/>
                  <a:gd name="connsiteX19" fmla="*/ 139630 w 190550"/>
                  <a:gd name="connsiteY19" fmla="*/ 99306 h 311214"/>
                  <a:gd name="connsiteX20" fmla="*/ 112714 w 190550"/>
                  <a:gd name="connsiteY20" fmla="*/ 95156 h 311214"/>
                  <a:gd name="connsiteX21" fmla="*/ 85799 w 190550"/>
                  <a:gd name="connsiteY21" fmla="*/ 106222 h 311214"/>
                  <a:gd name="connsiteX22" fmla="*/ 109918 w 190550"/>
                  <a:gd name="connsiteY22" fmla="*/ 114866 h 311214"/>
                  <a:gd name="connsiteX23" fmla="*/ 138581 w 190550"/>
                  <a:gd name="connsiteY23" fmla="*/ 110371 h 311214"/>
                  <a:gd name="connsiteX24" fmla="*/ 153961 w 190550"/>
                  <a:gd name="connsiteY24" fmla="*/ 149446 h 311214"/>
                  <a:gd name="connsiteX25" fmla="*/ 136484 w 190550"/>
                  <a:gd name="connsiteY25" fmla="*/ 208922 h 311214"/>
                  <a:gd name="connsiteX26" fmla="*/ 79507 w 190550"/>
                  <a:gd name="connsiteY26" fmla="*/ 240044 h 311214"/>
                  <a:gd name="connsiteX27" fmla="*/ 39657 w 190550"/>
                  <a:gd name="connsiteY27" fmla="*/ 195436 h 311214"/>
                  <a:gd name="connsiteX28" fmla="*/ 41405 w 190550"/>
                  <a:gd name="connsiteY28" fmla="*/ 180222 h 311214"/>
                  <a:gd name="connsiteX29" fmla="*/ 63777 w 190550"/>
                  <a:gd name="connsiteY29" fmla="*/ 92736 h 311214"/>
                  <a:gd name="connsiteX30" fmla="*/ 138581 w 190550"/>
                  <a:gd name="connsiteY30" fmla="*/ 8016 h 311214"/>
                  <a:gd name="connsiteX31" fmla="*/ 171090 w 190550"/>
                  <a:gd name="connsiteY31" fmla="*/ 39483 h 31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50" h="311214">
                    <a:moveTo>
                      <a:pt x="190665" y="47437"/>
                    </a:moveTo>
                    <a:cubicBezTo>
                      <a:pt x="190665" y="21502"/>
                      <a:pt x="171439" y="63"/>
                      <a:pt x="143125" y="63"/>
                    </a:cubicBezTo>
                    <a:cubicBezTo>
                      <a:pt x="122851" y="63"/>
                      <a:pt x="113064" y="5595"/>
                      <a:pt x="100829" y="14586"/>
                    </a:cubicBezTo>
                    <a:cubicBezTo>
                      <a:pt x="81604" y="28418"/>
                      <a:pt x="62378" y="61960"/>
                      <a:pt x="55737" y="88240"/>
                    </a:cubicBezTo>
                    <a:lnTo>
                      <a:pt x="158" y="307820"/>
                    </a:lnTo>
                    <a:cubicBezTo>
                      <a:pt x="-192" y="309203"/>
                      <a:pt x="1556" y="311277"/>
                      <a:pt x="4353" y="311277"/>
                    </a:cubicBezTo>
                    <a:cubicBezTo>
                      <a:pt x="7149" y="311277"/>
                      <a:pt x="8198" y="310586"/>
                      <a:pt x="8547" y="309549"/>
                    </a:cubicBezTo>
                    <a:lnTo>
                      <a:pt x="33016" y="214109"/>
                    </a:lnTo>
                    <a:cubicBezTo>
                      <a:pt x="39657" y="234857"/>
                      <a:pt x="55038" y="247651"/>
                      <a:pt x="80555" y="247651"/>
                    </a:cubicBezTo>
                    <a:cubicBezTo>
                      <a:pt x="106073" y="247651"/>
                      <a:pt x="132289" y="235549"/>
                      <a:pt x="148019" y="220334"/>
                    </a:cubicBezTo>
                    <a:cubicBezTo>
                      <a:pt x="164798" y="204427"/>
                      <a:pt x="175983" y="182296"/>
                      <a:pt x="175983" y="156708"/>
                    </a:cubicBezTo>
                    <a:cubicBezTo>
                      <a:pt x="175983" y="131810"/>
                      <a:pt x="163050" y="113829"/>
                      <a:pt x="150466" y="105184"/>
                    </a:cubicBezTo>
                    <a:cubicBezTo>
                      <a:pt x="170740" y="93773"/>
                      <a:pt x="190665" y="72334"/>
                      <a:pt x="190665" y="47437"/>
                    </a:cubicBezTo>
                    <a:close/>
                    <a:moveTo>
                      <a:pt x="127745" y="104838"/>
                    </a:moveTo>
                    <a:cubicBezTo>
                      <a:pt x="123201" y="106567"/>
                      <a:pt x="119356" y="107259"/>
                      <a:pt x="110966" y="107259"/>
                    </a:cubicBezTo>
                    <a:cubicBezTo>
                      <a:pt x="106073" y="107259"/>
                      <a:pt x="99082" y="107605"/>
                      <a:pt x="95586" y="105876"/>
                    </a:cubicBezTo>
                    <a:cubicBezTo>
                      <a:pt x="96285" y="102418"/>
                      <a:pt x="108869" y="103109"/>
                      <a:pt x="112714" y="103109"/>
                    </a:cubicBezTo>
                    <a:cubicBezTo>
                      <a:pt x="120055" y="103109"/>
                      <a:pt x="123201" y="103109"/>
                      <a:pt x="127745" y="104838"/>
                    </a:cubicBezTo>
                    <a:close/>
                    <a:moveTo>
                      <a:pt x="171090" y="39483"/>
                    </a:moveTo>
                    <a:cubicBezTo>
                      <a:pt x="171090" y="63689"/>
                      <a:pt x="157807" y="88586"/>
                      <a:pt x="139630" y="99306"/>
                    </a:cubicBezTo>
                    <a:cubicBezTo>
                      <a:pt x="130192" y="95848"/>
                      <a:pt x="123201" y="95156"/>
                      <a:pt x="112714" y="95156"/>
                    </a:cubicBezTo>
                    <a:cubicBezTo>
                      <a:pt x="105374" y="95156"/>
                      <a:pt x="85799" y="94810"/>
                      <a:pt x="85799" y="106222"/>
                    </a:cubicBezTo>
                    <a:cubicBezTo>
                      <a:pt x="85449" y="115904"/>
                      <a:pt x="103626" y="114866"/>
                      <a:pt x="109918" y="114866"/>
                    </a:cubicBezTo>
                    <a:cubicBezTo>
                      <a:pt x="122851" y="114866"/>
                      <a:pt x="128094" y="114521"/>
                      <a:pt x="138581" y="110371"/>
                    </a:cubicBezTo>
                    <a:cubicBezTo>
                      <a:pt x="151864" y="122820"/>
                      <a:pt x="153612" y="133539"/>
                      <a:pt x="153961" y="149446"/>
                    </a:cubicBezTo>
                    <a:cubicBezTo>
                      <a:pt x="154661" y="169502"/>
                      <a:pt x="146271" y="195436"/>
                      <a:pt x="136484" y="208922"/>
                    </a:cubicBezTo>
                    <a:cubicBezTo>
                      <a:pt x="122851" y="227595"/>
                      <a:pt x="99431" y="240044"/>
                      <a:pt x="79507" y="240044"/>
                    </a:cubicBezTo>
                    <a:cubicBezTo>
                      <a:pt x="52940" y="240044"/>
                      <a:pt x="39657" y="219988"/>
                      <a:pt x="39657" y="195436"/>
                    </a:cubicBezTo>
                    <a:cubicBezTo>
                      <a:pt x="39657" y="191978"/>
                      <a:pt x="39657" y="186792"/>
                      <a:pt x="41405" y="180222"/>
                    </a:cubicBezTo>
                    <a:lnTo>
                      <a:pt x="63777" y="92736"/>
                    </a:lnTo>
                    <a:cubicBezTo>
                      <a:pt x="71467" y="62997"/>
                      <a:pt x="96635" y="8016"/>
                      <a:pt x="138581" y="8016"/>
                    </a:cubicBezTo>
                    <a:cubicBezTo>
                      <a:pt x="158855" y="8016"/>
                      <a:pt x="171090" y="18736"/>
                      <a:pt x="171090" y="3948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sp>
            <p:nvSpPr>
              <p:cNvPr id="60" name="Freeform: Shape 59">
                <a:extLst>
                  <a:ext uri="{FF2B5EF4-FFF2-40B4-BE49-F238E27FC236}">
                    <a16:creationId xmlns:a16="http://schemas.microsoft.com/office/drawing/2014/main" id="{A934C101-F993-573D-C8F6-F67117FCEDE2}"/>
                  </a:ext>
                </a:extLst>
              </p:cNvPr>
              <p:cNvSpPr/>
              <p:nvPr>
                <p:custDataLst>
                  <p:tags r:id="rId12"/>
                </p:custDataLst>
              </p:nvPr>
            </p:nvSpPr>
            <p:spPr>
              <a:xfrm>
                <a:off x="10028683" y="4507837"/>
                <a:ext cx="113535" cy="165566"/>
              </a:xfrm>
              <a:custGeom>
                <a:avLst/>
                <a:gdLst>
                  <a:gd name="connsiteX0" fmla="*/ 113654 w 113535"/>
                  <a:gd name="connsiteY0" fmla="*/ 83574 h 165566"/>
                  <a:gd name="connsiteX1" fmla="*/ 99218 w 113535"/>
                  <a:gd name="connsiteY1" fmla="*/ 20881 h 165566"/>
                  <a:gd name="connsiteX2" fmla="*/ 56887 w 113535"/>
                  <a:gd name="connsiteY2" fmla="*/ 64 h 165566"/>
                  <a:gd name="connsiteX3" fmla="*/ 119 w 113535"/>
                  <a:gd name="connsiteY3" fmla="*/ 83574 h 165566"/>
                  <a:gd name="connsiteX4" fmla="*/ 56887 w 113535"/>
                  <a:gd name="connsiteY4" fmla="*/ 165630 h 165566"/>
                  <a:gd name="connsiteX5" fmla="*/ 113654 w 113535"/>
                  <a:gd name="connsiteY5" fmla="*/ 83574 h 165566"/>
                  <a:gd name="connsiteX6" fmla="*/ 56887 w 113535"/>
                  <a:gd name="connsiteY6" fmla="*/ 158853 h 165566"/>
                  <a:gd name="connsiteX7" fmla="*/ 25811 w 113535"/>
                  <a:gd name="connsiteY7" fmla="*/ 132469 h 165566"/>
                  <a:gd name="connsiteX8" fmla="*/ 22386 w 113535"/>
                  <a:gd name="connsiteY8" fmla="*/ 80427 h 165566"/>
                  <a:gd name="connsiteX9" fmla="*/ 26056 w 113535"/>
                  <a:gd name="connsiteY9" fmla="*/ 31047 h 165566"/>
                  <a:gd name="connsiteX10" fmla="*/ 56887 w 113535"/>
                  <a:gd name="connsiteY10" fmla="*/ 6842 h 165566"/>
                  <a:gd name="connsiteX11" fmla="*/ 87228 w 113535"/>
                  <a:gd name="connsiteY11" fmla="*/ 28869 h 165566"/>
                  <a:gd name="connsiteX12" fmla="*/ 91388 w 113535"/>
                  <a:gd name="connsiteY12" fmla="*/ 80427 h 165566"/>
                  <a:gd name="connsiteX13" fmla="*/ 88207 w 113535"/>
                  <a:gd name="connsiteY13" fmla="*/ 131501 h 165566"/>
                  <a:gd name="connsiteX14" fmla="*/ 56887 w 113535"/>
                  <a:gd name="connsiteY14" fmla="*/ 158853 h 16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35" h="165566">
                    <a:moveTo>
                      <a:pt x="113654" y="83574"/>
                    </a:moveTo>
                    <a:cubicBezTo>
                      <a:pt x="113654" y="56947"/>
                      <a:pt x="110473" y="37825"/>
                      <a:pt x="99218" y="20881"/>
                    </a:cubicBezTo>
                    <a:cubicBezTo>
                      <a:pt x="91632" y="9746"/>
                      <a:pt x="76462" y="64"/>
                      <a:pt x="56887" y="64"/>
                    </a:cubicBezTo>
                    <a:cubicBezTo>
                      <a:pt x="119" y="64"/>
                      <a:pt x="119" y="66145"/>
                      <a:pt x="119" y="83574"/>
                    </a:cubicBezTo>
                    <a:cubicBezTo>
                      <a:pt x="119" y="101002"/>
                      <a:pt x="119" y="165630"/>
                      <a:pt x="56887" y="165630"/>
                    </a:cubicBezTo>
                    <a:cubicBezTo>
                      <a:pt x="113654" y="165630"/>
                      <a:pt x="113654" y="101002"/>
                      <a:pt x="113654" y="83574"/>
                    </a:cubicBezTo>
                    <a:close/>
                    <a:moveTo>
                      <a:pt x="56887" y="158853"/>
                    </a:moveTo>
                    <a:cubicBezTo>
                      <a:pt x="45631" y="158853"/>
                      <a:pt x="30705" y="152317"/>
                      <a:pt x="25811" y="132469"/>
                    </a:cubicBezTo>
                    <a:cubicBezTo>
                      <a:pt x="22386" y="118188"/>
                      <a:pt x="22386" y="98339"/>
                      <a:pt x="22386" y="80427"/>
                    </a:cubicBezTo>
                    <a:cubicBezTo>
                      <a:pt x="22386" y="62757"/>
                      <a:pt x="22386" y="44360"/>
                      <a:pt x="26056" y="31047"/>
                    </a:cubicBezTo>
                    <a:cubicBezTo>
                      <a:pt x="31195" y="11925"/>
                      <a:pt x="46855" y="6842"/>
                      <a:pt x="56887" y="6842"/>
                    </a:cubicBezTo>
                    <a:cubicBezTo>
                      <a:pt x="70100" y="6842"/>
                      <a:pt x="82824" y="14830"/>
                      <a:pt x="87228" y="28869"/>
                    </a:cubicBezTo>
                    <a:cubicBezTo>
                      <a:pt x="91143" y="41940"/>
                      <a:pt x="91388" y="59368"/>
                      <a:pt x="91388" y="80427"/>
                    </a:cubicBezTo>
                    <a:cubicBezTo>
                      <a:pt x="91388" y="98339"/>
                      <a:pt x="91388" y="116251"/>
                      <a:pt x="88207" y="131501"/>
                    </a:cubicBezTo>
                    <a:cubicBezTo>
                      <a:pt x="83313" y="153528"/>
                      <a:pt x="66674" y="158853"/>
                      <a:pt x="56887" y="158853"/>
                    </a:cubicBezTo>
                    <a:close/>
                  </a:path>
                </a:pathLst>
              </a:custGeom>
              <a:solidFill>
                <a:schemeClr val="bg1"/>
              </a:solidFill>
              <a:ln w="229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prstClr val="white"/>
                  </a:solidFill>
                  <a:latin typeface="Aptos" panose="020B0004020202020204"/>
                </a:endParaRPr>
              </a:p>
            </p:txBody>
          </p:sp>
        </p:grpSp>
        <p:cxnSp>
          <p:nvCxnSpPr>
            <p:cNvPr id="61" name="Straight Connector 60">
              <a:extLst>
                <a:ext uri="{FF2B5EF4-FFF2-40B4-BE49-F238E27FC236}">
                  <a16:creationId xmlns:a16="http://schemas.microsoft.com/office/drawing/2014/main" id="{21BAD2B9-A443-66B5-4F41-4087AA673095}"/>
                </a:ext>
              </a:extLst>
            </p:cNvPr>
            <p:cNvCxnSpPr>
              <a:cxnSpLocks/>
            </p:cNvCxnSpPr>
            <p:nvPr/>
          </p:nvCxnSpPr>
          <p:spPr>
            <a:xfrm>
              <a:off x="3345750" y="4272231"/>
              <a:ext cx="0" cy="4572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65" name="TextBox 64">
            <a:extLst>
              <a:ext uri="{FF2B5EF4-FFF2-40B4-BE49-F238E27FC236}">
                <a16:creationId xmlns:a16="http://schemas.microsoft.com/office/drawing/2014/main" id="{692FC117-EEE4-AAA5-C0B2-E780F00B5475}"/>
              </a:ext>
            </a:extLst>
          </p:cNvPr>
          <p:cNvSpPr txBox="1"/>
          <p:nvPr/>
        </p:nvSpPr>
        <p:spPr>
          <a:xfrm>
            <a:off x="839197" y="4987082"/>
            <a:ext cx="6591345" cy="138499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00"/>
                </a:solidFill>
                <a:effectLst/>
                <a:uLnTx/>
                <a:uFillTx/>
                <a:latin typeface="Aptos" panose="020B0004020202020204"/>
              </a:defRPr>
            </a:lvl1pPr>
          </a:lstStyle>
          <a:p>
            <a:r>
              <a:rPr lang="en-US" b="0">
                <a:solidFill>
                  <a:schemeClr val="bg1"/>
                </a:solidFill>
              </a:rPr>
              <a:t>Unbiasedness is a property of the sampling distributions of β1​ and β0​; </a:t>
            </a:r>
            <a:r>
              <a:rPr lang="en-US">
                <a:solidFill>
                  <a:schemeClr val="bg1"/>
                </a:solidFill>
                <a:highlight>
                  <a:srgbClr val="000000"/>
                </a:highlight>
              </a:rPr>
              <a:t>it says nothing about the estimates obtained from any particular sample</a:t>
            </a:r>
            <a:r>
              <a:rPr lang="en-US" b="0">
                <a:solidFill>
                  <a:schemeClr val="bg1"/>
                </a:solidFill>
              </a:rPr>
              <a:t>.</a:t>
            </a:r>
            <a:br>
              <a:rPr lang="en-US" b="0">
                <a:solidFill>
                  <a:schemeClr val="bg1"/>
                </a:solidFill>
              </a:rPr>
            </a:br>
            <a:br>
              <a:rPr lang="en-US" b="0">
                <a:solidFill>
                  <a:schemeClr val="bg1"/>
                </a:solidFill>
              </a:rPr>
            </a:br>
            <a:r>
              <a:rPr lang="en-US" b="0">
                <a:solidFill>
                  <a:schemeClr val="bg1"/>
                </a:solidFill>
                <a:highlight>
                  <a:srgbClr val="000000"/>
                </a:highlight>
              </a:rPr>
              <a:t>In general, unbiasedness does not hold when any of the four assumptions is not satisfied</a:t>
            </a:r>
            <a:r>
              <a:rPr lang="en-US" b="0">
                <a:solidFill>
                  <a:schemeClr val="bg1"/>
                </a:solidFill>
              </a:rPr>
              <a:t>. This is why it is very important to reflect on the truth of each assumption in the particular application being studied.</a:t>
            </a:r>
            <a:endParaRPr lang="en-GB" b="0">
              <a:solidFill>
                <a:schemeClr val="bg1"/>
              </a:solidFill>
            </a:endParaRPr>
          </a:p>
        </p:txBody>
      </p:sp>
    </p:spTree>
    <p:extLst>
      <p:ext uri="{BB962C8B-B14F-4D97-AF65-F5344CB8AC3E}">
        <p14:creationId xmlns:p14="http://schemas.microsoft.com/office/powerpoint/2010/main" val="20198956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fade">
                                      <p:cBhvr>
                                        <p:cTn id="18"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5"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68761BCD-BE51-50A5-4D89-3B0EE358E28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FD0DBE2F-36F5-B6D7-DECC-D4204597332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7C7E7A22-A084-CBA9-A9AF-1C19C412741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0765AD39-1BA9-23EF-032F-59BC6E26A8E2}"/>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E79493AE-B99C-1E75-B895-D2DCC077255B}"/>
              </a:ext>
            </a:extLst>
          </p:cNvPr>
          <p:cNvPicPr>
            <a:picLocks noChangeAspect="1"/>
          </p:cNvPicPr>
          <p:nvPr/>
        </p:nvPicPr>
        <p:blipFill>
          <a:blip r:embed="rId4"/>
          <a:stretch>
            <a:fillRect/>
          </a:stretch>
        </p:blipFill>
        <p:spPr>
          <a:xfrm>
            <a:off x="295480" y="6230670"/>
            <a:ext cx="5249008" cy="609685"/>
          </a:xfrm>
          <a:prstGeom prst="rect">
            <a:avLst/>
          </a:prstGeom>
        </p:spPr>
      </p:pic>
      <p:sp>
        <p:nvSpPr>
          <p:cNvPr id="13" name="TextBox 12">
            <a:extLst>
              <a:ext uri="{FF2B5EF4-FFF2-40B4-BE49-F238E27FC236}">
                <a16:creationId xmlns:a16="http://schemas.microsoft.com/office/drawing/2014/main" id="{0678DB88-A8CB-017C-D2EC-26ACE667CBAD}"/>
              </a:ext>
            </a:extLst>
          </p:cNvPr>
          <p:cNvSpPr txBox="1"/>
          <p:nvPr/>
        </p:nvSpPr>
        <p:spPr>
          <a:xfrm>
            <a:off x="864509" y="1444918"/>
            <a:ext cx="61765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Unbiasedness of OLS estimators</a:t>
            </a:r>
            <a:endParaRPr kumimoji="0" lang="es-CO" sz="1800" b="1" i="0" u="none" strike="noStrike" kern="1200" cap="none" spc="0" normalizeH="0" baseline="0" noProof="0">
              <a:ln>
                <a:noFill/>
              </a:ln>
              <a:solidFill>
                <a:srgbClr val="FFFF00"/>
              </a:solidFill>
              <a:effectLst/>
              <a:uLnTx/>
              <a:uFillTx/>
              <a:latin typeface="Aptos" panose="020B0004020202020204"/>
              <a:ea typeface="+mn-ea"/>
              <a:cs typeface="+mn-cs"/>
            </a:endParaRPr>
          </a:p>
        </p:txBody>
      </p:sp>
      <p:sp>
        <p:nvSpPr>
          <p:cNvPr id="65" name="TextBox 64">
            <a:extLst>
              <a:ext uri="{FF2B5EF4-FFF2-40B4-BE49-F238E27FC236}">
                <a16:creationId xmlns:a16="http://schemas.microsoft.com/office/drawing/2014/main" id="{AB3431C7-3CF7-AF25-E92F-3F28D6A6EEA7}"/>
              </a:ext>
            </a:extLst>
          </p:cNvPr>
          <p:cNvSpPr txBox="1"/>
          <p:nvPr/>
        </p:nvSpPr>
        <p:spPr>
          <a:xfrm>
            <a:off x="945333" y="1944967"/>
            <a:ext cx="6591345" cy="738664"/>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00"/>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In general, unbiasedness does not hold when any of the four assumptions is not satisfied</a:t>
            </a: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 This is why it is very important to reflect on the truth of each assumption in the particular application being studied.</a:t>
            </a:r>
            <a:endParaRPr kumimoji="0" lang="en-GB" sz="1400" b="0" i="0" u="none" strike="noStrike" kern="1200" cap="none" spc="0" normalizeH="0" baseline="0" noProof="0">
              <a:ln>
                <a:noFill/>
              </a:ln>
              <a:solidFill>
                <a:prstClr val="white"/>
              </a:solidFill>
              <a:effectLst/>
              <a:uLnTx/>
              <a:uFillTx/>
              <a:latin typeface="Aptos" panose="020B0004020202020204"/>
              <a:ea typeface="+mn-ea"/>
              <a:cs typeface="+mn-cs"/>
            </a:endParaRPr>
          </a:p>
        </p:txBody>
      </p:sp>
      <p:graphicFrame>
        <p:nvGraphicFramePr>
          <p:cNvPr id="2" name="Table 1">
            <a:extLst>
              <a:ext uri="{FF2B5EF4-FFF2-40B4-BE49-F238E27FC236}">
                <a16:creationId xmlns:a16="http://schemas.microsoft.com/office/drawing/2014/main" id="{9C29587D-0B64-38E9-49A5-323B4D47BF68}"/>
              </a:ext>
            </a:extLst>
          </p:cNvPr>
          <p:cNvGraphicFramePr>
            <a:graphicFrameLocks noGrp="1"/>
          </p:cNvGraphicFramePr>
          <p:nvPr>
            <p:extLst>
              <p:ext uri="{D42A27DB-BD31-4B8C-83A1-F6EECF244321}">
                <p14:modId xmlns:p14="http://schemas.microsoft.com/office/powerpoint/2010/main" val="2024358949"/>
              </p:ext>
            </p:extLst>
          </p:nvPr>
        </p:nvGraphicFramePr>
        <p:xfrm>
          <a:off x="945333" y="3156569"/>
          <a:ext cx="8128000" cy="2204720"/>
        </p:xfrm>
        <a:graphic>
          <a:graphicData uri="http://schemas.openxmlformats.org/drawingml/2006/table">
            <a:tbl>
              <a:tblPr firstRow="1" bandRow="1">
                <a:tableStyleId>{0E3FDE45-AF77-4B5C-9715-49D594BDF05E}</a:tableStyleId>
              </a:tblPr>
              <a:tblGrid>
                <a:gridCol w="2326149">
                  <a:extLst>
                    <a:ext uri="{9D8B030D-6E8A-4147-A177-3AD203B41FA5}">
                      <a16:colId xmlns:a16="http://schemas.microsoft.com/office/drawing/2014/main" val="2072914333"/>
                    </a:ext>
                  </a:extLst>
                </a:gridCol>
                <a:gridCol w="5801851">
                  <a:extLst>
                    <a:ext uri="{9D8B030D-6E8A-4147-A177-3AD203B41FA5}">
                      <a16:colId xmlns:a16="http://schemas.microsoft.com/office/drawing/2014/main" val="2995735934"/>
                    </a:ext>
                  </a:extLst>
                </a:gridCol>
              </a:tblGrid>
              <a:tr h="370840">
                <a:tc>
                  <a:txBody>
                    <a:bodyPr/>
                    <a:lstStyle/>
                    <a:p>
                      <a:pPr algn="ctr"/>
                      <a:r>
                        <a:rPr lang="es-CO" sz="1400" noProof="0" err="1">
                          <a:solidFill>
                            <a:srgbClr val="FFFF00"/>
                          </a:solidFill>
                        </a:rPr>
                        <a:t>Asumption</a:t>
                      </a:r>
                      <a:endParaRPr lang="es-CO" sz="1400" noProof="0">
                        <a:solidFill>
                          <a:srgbClr val="FFFF00"/>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400" noProof="0">
                          <a:solidFill>
                            <a:srgbClr val="FFFF00"/>
                          </a:solidFill>
                        </a:rPr>
                        <a:t>What should we ask ourselves 🔥?</a:t>
                      </a:r>
                      <a:endParaRPr lang="es-CO" sz="1400" noProof="0">
                        <a:solidFill>
                          <a:srgbClr val="FFFF00"/>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038541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prstClr val="white"/>
                          </a:solidFill>
                          <a:effectLst/>
                          <a:uLnTx/>
                          <a:uFillTx/>
                          <a:latin typeface="+mn-lt"/>
                          <a:ea typeface="+mn-ea"/>
                          <a:cs typeface="+mn-cs"/>
                        </a:rPr>
                        <a:t>LSA1</a:t>
                      </a:r>
                      <a:r>
                        <a:rPr kumimoji="0" lang="en-US" sz="1400" b="0" i="0" u="none" strike="noStrike" kern="1200" cap="none" spc="0" normalizeH="0" baseline="0">
                          <a:ln>
                            <a:noFill/>
                          </a:ln>
                          <a:solidFill>
                            <a:prstClr val="white"/>
                          </a:solidFill>
                          <a:effectLst/>
                          <a:uLnTx/>
                          <a:uFillTx/>
                          <a:latin typeface="+mn-lt"/>
                          <a:ea typeface="+mn-ea"/>
                          <a:cs typeface="+mn-cs"/>
                        </a:rPr>
                        <a:t>:</a:t>
                      </a:r>
                      <a:r>
                        <a:rPr lang="en-US" sz="1400"/>
                        <a:t> </a:t>
                      </a:r>
                      <a:r>
                        <a:rPr kumimoji="0" lang="en-US" sz="1200" b="0" i="0" u="none" strike="noStrike" kern="1200" cap="none" spc="0" normalizeH="0" baseline="0">
                          <a:ln>
                            <a:noFill/>
                          </a:ln>
                          <a:solidFill>
                            <a:prstClr val="white"/>
                          </a:solidFill>
                          <a:effectLst/>
                          <a:uLnTx/>
                          <a:uFillTx/>
                          <a:latin typeface="+mn-lt"/>
                          <a:ea typeface="+mn-ea"/>
                          <a:cs typeface="+mn-cs"/>
                        </a:rPr>
                        <a:t>Linearity in the parameters</a:t>
                      </a:r>
                      <a:endParaRPr kumimoji="0" lang="es-CO" sz="1200" b="0" i="0" u="none" strike="noStrike" kern="1200" cap="none" spc="0" normalizeH="0" baseline="0" noProof="0">
                        <a:ln>
                          <a:noFill/>
                        </a:ln>
                        <a:solidFill>
                          <a:prstClr val="white"/>
                        </a:solidFill>
                        <a:effectLst/>
                        <a:uLnTx/>
                        <a:uFillTx/>
                        <a:latin typeface="+mn-lt"/>
                        <a:ea typeface="+mn-ea"/>
                        <a:cs typeface="+mn-cs"/>
                      </a:endParaRPr>
                    </a:p>
                  </a:txBody>
                  <a:tcPr>
                    <a:lnT w="12700" cap="flat" cmpd="sng" algn="ctr">
                      <a:solidFill>
                        <a:schemeClr val="bg1"/>
                      </a:solidFill>
                      <a:prstDash val="solid"/>
                      <a:round/>
                      <a:headEnd type="none" w="med" len="med"/>
                      <a:tailEnd type="none" w="med" len="med"/>
                    </a:lnT>
                  </a:tcPr>
                </a:tc>
                <a:tc>
                  <a:txBody>
                    <a:bodyPr/>
                    <a:lstStyle/>
                    <a:p>
                      <a:r>
                        <a:rPr kumimoji="0" lang="en-US" sz="1200" b="0" i="0" u="none" strike="noStrike" kern="1200" cap="none" spc="0" normalizeH="0" baseline="0">
                          <a:ln>
                            <a:noFill/>
                          </a:ln>
                          <a:solidFill>
                            <a:prstClr val="white"/>
                          </a:solidFill>
                          <a:effectLst/>
                          <a:uLnTx/>
                          <a:uFillTx/>
                          <a:latin typeface="+mn-lt"/>
                          <a:ea typeface="+mn-ea"/>
                          <a:cs typeface="+mn-cs"/>
                        </a:rPr>
                        <a:t>Can y and x be chosen in such a way that they produce interesting non‑linear relationships?</a:t>
                      </a:r>
                      <a:endParaRPr kumimoji="0" lang="en-GB" sz="1200" b="0" i="0" u="none" strike="noStrike" kern="1200" cap="none" spc="0" normalizeH="0" baseline="0">
                        <a:ln>
                          <a:noFill/>
                        </a:ln>
                        <a:solidFill>
                          <a:prstClr val="white"/>
                        </a:solidFill>
                        <a:effectLst/>
                        <a:uLnTx/>
                        <a:uFillTx/>
                        <a:latin typeface="Aptos" panose="020B0004020202020204"/>
                        <a:ea typeface="+mn-ea"/>
                        <a:cs typeface="+mn-cs"/>
                      </a:endParaRPr>
                    </a:p>
                  </a:txBody>
                  <a:tcP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262564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n-lt"/>
                          <a:ea typeface="+mn-ea"/>
                          <a:cs typeface="+mn-cs"/>
                        </a:rPr>
                        <a:t>LSA2</a:t>
                      </a:r>
                      <a:r>
                        <a:rPr kumimoji="0" lang="en-US" sz="1600" b="0" i="0" u="none" strike="noStrike" kern="1200" cap="none" spc="0" normalizeH="0" baseline="0">
                          <a:ln>
                            <a:noFill/>
                          </a:ln>
                          <a:solidFill>
                            <a:prstClr val="white"/>
                          </a:solidFill>
                          <a:effectLst/>
                          <a:uLnTx/>
                          <a:uFillTx/>
                          <a:latin typeface="+mn-lt"/>
                          <a:ea typeface="+mn-ea"/>
                          <a:cs typeface="+mn-cs"/>
                        </a:rPr>
                        <a:t>:</a:t>
                      </a:r>
                      <a:r>
                        <a:rPr lang="en-US" sz="1400"/>
                        <a:t> </a:t>
                      </a:r>
                      <a:r>
                        <a:rPr kumimoji="0" lang="es-CO" sz="1200" b="0" i="0" u="none" strike="noStrike" kern="1200" cap="none" spc="0" normalizeH="0" baseline="0" noProof="0" err="1">
                          <a:ln>
                            <a:noFill/>
                          </a:ln>
                          <a:solidFill>
                            <a:prstClr val="white"/>
                          </a:solidFill>
                          <a:effectLst/>
                          <a:uLnTx/>
                          <a:uFillTx/>
                          <a:latin typeface="+mn-lt"/>
                          <a:ea typeface="+mn-ea"/>
                          <a:cs typeface="+mn-cs"/>
                        </a:rPr>
                        <a:t>Random</a:t>
                      </a:r>
                      <a:r>
                        <a:rPr kumimoji="0" lang="es-CO" sz="1200" b="0" i="0" u="none" strike="noStrike" kern="1200" cap="none" spc="0" normalizeH="0" baseline="0" noProof="0">
                          <a:ln>
                            <a:noFill/>
                          </a:ln>
                          <a:solidFill>
                            <a:prstClr val="white"/>
                          </a:solidFill>
                          <a:effectLst/>
                          <a:uLnTx/>
                          <a:uFillTx/>
                          <a:latin typeface="+mn-lt"/>
                          <a:ea typeface="+mn-ea"/>
                          <a:cs typeface="+mn-cs"/>
                        </a:rPr>
                        <a:t> </a:t>
                      </a:r>
                      <a:r>
                        <a:rPr kumimoji="0" lang="es-CO" sz="1200" b="0" i="0" u="none" strike="noStrike" kern="1200" cap="none" spc="0" normalizeH="0" baseline="0" noProof="0" err="1">
                          <a:ln>
                            <a:noFill/>
                          </a:ln>
                          <a:solidFill>
                            <a:prstClr val="white"/>
                          </a:solidFill>
                          <a:effectLst/>
                          <a:uLnTx/>
                          <a:uFillTx/>
                          <a:latin typeface="+mn-lt"/>
                          <a:ea typeface="+mn-ea"/>
                          <a:cs typeface="+mn-cs"/>
                        </a:rPr>
                        <a:t>sampling</a:t>
                      </a:r>
                      <a:endParaRPr kumimoji="0" lang="es-CO" sz="1400" b="0" i="0" u="none" strike="noStrike" kern="1200" cap="none" spc="0" normalizeH="0" baseline="0" noProof="0">
                        <a:ln>
                          <a:noFill/>
                        </a:ln>
                        <a:solidFill>
                          <a:prstClr val="white"/>
                        </a:solidFill>
                        <a:effectLst/>
                        <a:uLnTx/>
                        <a:uFillTx/>
                        <a:latin typeface="+mn-lt"/>
                        <a:ea typeface="+mn-ea"/>
                        <a:cs typeface="+mn-cs"/>
                      </a:endParaRPr>
                    </a:p>
                  </a:txBody>
                  <a:tcPr/>
                </a:tc>
                <a:tc>
                  <a:txBody>
                    <a:bodyPr/>
                    <a:lstStyle/>
                    <a:p>
                      <a:r>
                        <a:rPr lang="en-US" sz="1200">
                          <a:solidFill>
                            <a:schemeClr val="bg1"/>
                          </a:solidFill>
                        </a:rPr>
                        <a:t>In a cross‑sectional sample, is the sample representative of the underlying population?</a:t>
                      </a:r>
                      <a:endParaRPr lang="en-GB" sz="1200">
                        <a:solidFill>
                          <a:schemeClr val="bg1"/>
                        </a:solidFill>
                      </a:endParaRPr>
                    </a:p>
                  </a:txBody>
                  <a:tcPr/>
                </a:tc>
                <a:extLst>
                  <a:ext uri="{0D108BD9-81ED-4DB2-BD59-A6C34878D82A}">
                    <a16:rowId xmlns:a16="http://schemas.microsoft.com/office/drawing/2014/main" val="187785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n-lt"/>
                          <a:ea typeface="+mn-ea"/>
                          <a:cs typeface="+mn-cs"/>
                        </a:rPr>
                        <a:t>LSA</a:t>
                      </a:r>
                      <a:r>
                        <a:rPr kumimoji="0" lang="en-US" sz="1600" b="1" i="0" u="none" strike="noStrike" kern="1200" cap="none" spc="0" normalizeH="0" baseline="0" noProof="0">
                          <a:ln>
                            <a:noFill/>
                          </a:ln>
                          <a:solidFill>
                            <a:prstClr val="white"/>
                          </a:solidFill>
                          <a:effectLst/>
                          <a:uLnTx/>
                          <a:uFillTx/>
                          <a:latin typeface="+mn-lt"/>
                          <a:ea typeface="+mn-ea"/>
                          <a:cs typeface="+mn-cs"/>
                        </a:rPr>
                        <a:t>3</a:t>
                      </a:r>
                      <a:r>
                        <a:rPr kumimoji="0" lang="en-US" sz="1600" b="0" i="0" u="none" strike="noStrike" kern="1200" cap="none" spc="0" normalizeH="0" baseline="0" noProof="0">
                          <a:ln>
                            <a:noFill/>
                          </a:ln>
                          <a:solidFill>
                            <a:prstClr val="white"/>
                          </a:solidFill>
                          <a:effectLst/>
                          <a:uLnTx/>
                          <a:uFillTx/>
                          <a:latin typeface="+mn-lt"/>
                          <a:ea typeface="+mn-ea"/>
                          <a:cs typeface="+mn-cs"/>
                        </a:rPr>
                        <a:t>:</a:t>
                      </a:r>
                      <a:r>
                        <a:rPr kumimoji="0" lang="en-US" sz="1400" b="0" i="0" u="none" strike="noStrike" kern="1200" cap="none" spc="0" normalizeH="0" baseline="0" noProof="0">
                          <a:ln>
                            <a:noFill/>
                          </a:ln>
                          <a:solidFill>
                            <a:prstClr val="black"/>
                          </a:solidFill>
                          <a:effectLst/>
                          <a:uLnTx/>
                          <a:uFillTx/>
                          <a:latin typeface="+mn-lt"/>
                          <a:ea typeface="+mn-ea"/>
                          <a:cs typeface="+mn-cs"/>
                        </a:rPr>
                        <a:t> </a:t>
                      </a:r>
                      <a:r>
                        <a:rPr kumimoji="0" lang="es-ES" sz="1200" b="0" i="0" u="none" strike="noStrike" kern="1200" cap="none" spc="0" normalizeH="0" baseline="0" noProof="0" err="1">
                          <a:ln>
                            <a:noFill/>
                          </a:ln>
                          <a:solidFill>
                            <a:prstClr val="white"/>
                          </a:solidFill>
                          <a:effectLst/>
                          <a:uLnTx/>
                          <a:uFillTx/>
                          <a:latin typeface="+mn-lt"/>
                          <a:ea typeface="+mn-ea"/>
                          <a:cs typeface="+mn-cs"/>
                        </a:rPr>
                        <a:t>Sample</a:t>
                      </a:r>
                      <a:r>
                        <a:rPr kumimoji="0" lang="es-ES" sz="1200" b="0" i="0" u="none" strike="noStrike" kern="1200" cap="none" spc="0" normalizeH="0" baseline="0" noProof="0">
                          <a:ln>
                            <a:noFill/>
                          </a:ln>
                          <a:solidFill>
                            <a:prstClr val="white"/>
                          </a:solidFill>
                          <a:effectLst/>
                          <a:uLnTx/>
                          <a:uFillTx/>
                          <a:latin typeface="+mn-lt"/>
                          <a:ea typeface="+mn-ea"/>
                          <a:cs typeface="+mn-cs"/>
                        </a:rPr>
                        <a:t> </a:t>
                      </a:r>
                      <a:r>
                        <a:rPr kumimoji="0" lang="es-ES" sz="1200" b="0" i="0" u="none" strike="noStrike" kern="1200" cap="none" spc="0" normalizeH="0" baseline="0" noProof="0" err="1">
                          <a:ln>
                            <a:noFill/>
                          </a:ln>
                          <a:solidFill>
                            <a:prstClr val="white"/>
                          </a:solidFill>
                          <a:effectLst/>
                          <a:uLnTx/>
                          <a:uFillTx/>
                          <a:latin typeface="+mn-lt"/>
                          <a:ea typeface="+mn-ea"/>
                          <a:cs typeface="+mn-cs"/>
                        </a:rPr>
                        <a:t>variation</a:t>
                      </a:r>
                      <a:r>
                        <a:rPr kumimoji="0" lang="es-ES" sz="1200" b="0" i="0" u="none" strike="noStrike" kern="1200" cap="none" spc="0" normalizeH="0" baseline="0" noProof="0">
                          <a:ln>
                            <a:noFill/>
                          </a:ln>
                          <a:solidFill>
                            <a:prstClr val="white"/>
                          </a:solidFill>
                          <a:effectLst/>
                          <a:uLnTx/>
                          <a:uFillTx/>
                          <a:latin typeface="+mn-lt"/>
                          <a:ea typeface="+mn-ea"/>
                          <a:cs typeface="+mn-cs"/>
                        </a:rPr>
                        <a:t> in x</a:t>
                      </a:r>
                      <a:endParaRPr kumimoji="0" lang="es-ES" sz="1200" b="0" i="1" u="none" strike="noStrike" kern="1200" cap="none" spc="0" normalizeH="0" baseline="0" noProof="0">
                        <a:ln>
                          <a:noFill/>
                        </a:ln>
                        <a:solidFill>
                          <a:prstClr val="white"/>
                        </a:solidFill>
                        <a:effectLst/>
                        <a:uLnTx/>
                        <a:uFillTx/>
                        <a:latin typeface="+mn-lt"/>
                        <a:ea typeface="+mn-ea"/>
                        <a:cs typeface="+mn-cs"/>
                      </a:endParaRPr>
                    </a:p>
                  </a:txBody>
                  <a:tcPr/>
                </a:tc>
                <a:tc>
                  <a:txBody>
                    <a:bodyPr/>
                    <a:lstStyle/>
                    <a:p>
                      <a:r>
                        <a:rPr lang="en-US" sz="1200" kern="1200" noProof="0">
                          <a:solidFill>
                            <a:schemeClr val="bg1"/>
                          </a:solidFill>
                          <a:latin typeface="+mn-lt"/>
                          <a:ea typeface="+mn-ea"/>
                          <a:cs typeface="+mn-cs"/>
                        </a:rPr>
                        <a:t>Within the sample, is there variation in xxx?</a:t>
                      </a:r>
                      <a:endParaRPr lang="es-CO" sz="1200" kern="1200" noProof="0">
                        <a:solidFill>
                          <a:schemeClr val="bg1"/>
                        </a:solidFill>
                        <a:latin typeface="+mn-lt"/>
                        <a:ea typeface="+mn-ea"/>
                        <a:cs typeface="+mn-cs"/>
                      </a:endParaRPr>
                    </a:p>
                  </a:txBody>
                  <a:tcPr/>
                </a:tc>
                <a:extLst>
                  <a:ext uri="{0D108BD9-81ED-4DB2-BD59-A6C34878D82A}">
                    <a16:rowId xmlns:a16="http://schemas.microsoft.com/office/drawing/2014/main" val="28449468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a:ln>
                            <a:noFill/>
                          </a:ln>
                          <a:solidFill>
                            <a:prstClr val="white"/>
                          </a:solidFill>
                          <a:effectLst/>
                          <a:uLnTx/>
                          <a:uFillTx/>
                          <a:latin typeface="+mn-lt"/>
                          <a:ea typeface="+mn-ea"/>
                          <a:cs typeface="+mn-cs"/>
                        </a:rPr>
                        <a:t>LSA</a:t>
                      </a:r>
                      <a:r>
                        <a:rPr kumimoji="0" lang="en-US" sz="1600" b="1" i="0" u="none" strike="noStrike" kern="1200" cap="none" spc="0" normalizeH="0" baseline="0" noProof="0">
                          <a:ln>
                            <a:noFill/>
                          </a:ln>
                          <a:solidFill>
                            <a:prstClr val="white"/>
                          </a:solidFill>
                          <a:effectLst/>
                          <a:uLnTx/>
                          <a:uFillTx/>
                          <a:latin typeface="+mn-lt"/>
                          <a:ea typeface="+mn-ea"/>
                          <a:cs typeface="+mn-cs"/>
                        </a:rPr>
                        <a:t>4</a:t>
                      </a:r>
                      <a:r>
                        <a:rPr kumimoji="0" lang="en-US" sz="1600" b="0" i="0" u="none" strike="noStrike" kern="1200" cap="none" spc="0" normalizeH="0" baseline="0" noProof="0">
                          <a:ln>
                            <a:noFill/>
                          </a:ln>
                          <a:solidFill>
                            <a:prstClr val="white"/>
                          </a:solidFill>
                          <a:effectLst/>
                          <a:uLnTx/>
                          <a:uFillTx/>
                          <a:latin typeface="+mn-lt"/>
                          <a:ea typeface="+mn-ea"/>
                          <a:cs typeface="+mn-cs"/>
                        </a:rPr>
                        <a:t>:</a:t>
                      </a:r>
                      <a:r>
                        <a:rPr kumimoji="0" lang="en-US" sz="1400" b="0" i="0" u="none" strike="noStrike" kern="1200" cap="none" spc="0" normalizeH="0" baseline="0" noProof="0">
                          <a:ln>
                            <a:noFill/>
                          </a:ln>
                          <a:solidFill>
                            <a:prstClr val="black"/>
                          </a:solidFill>
                          <a:effectLst/>
                          <a:uLnTx/>
                          <a:uFillTx/>
                          <a:latin typeface="+mn-lt"/>
                          <a:ea typeface="+mn-ea"/>
                          <a:cs typeface="+mn-cs"/>
                        </a:rPr>
                        <a:t> </a:t>
                      </a:r>
                      <a:r>
                        <a:rPr kumimoji="0" lang="es-CO" sz="1200" b="0" i="0" u="none" strike="noStrike" kern="1200" cap="none" spc="0" normalizeH="0" baseline="0" noProof="0">
                          <a:ln>
                            <a:noFill/>
                          </a:ln>
                          <a:solidFill>
                            <a:prstClr val="white"/>
                          </a:solidFill>
                          <a:effectLst/>
                          <a:uLnTx/>
                          <a:uFillTx/>
                          <a:latin typeface="+mn-lt"/>
                          <a:ea typeface="+mn-ea"/>
                          <a:cs typeface="+mn-cs"/>
                        </a:rPr>
                        <a:t>Zero </a:t>
                      </a:r>
                      <a:br>
                        <a:rPr kumimoji="0" lang="es-CO" sz="1200" b="0" i="0" u="none" strike="noStrike" kern="1200" cap="none" spc="0" normalizeH="0" baseline="0" noProof="0">
                          <a:ln>
                            <a:noFill/>
                          </a:ln>
                          <a:solidFill>
                            <a:prstClr val="white"/>
                          </a:solidFill>
                          <a:effectLst/>
                          <a:uLnTx/>
                          <a:uFillTx/>
                          <a:latin typeface="+mn-lt"/>
                          <a:ea typeface="+mn-ea"/>
                          <a:cs typeface="+mn-cs"/>
                        </a:rPr>
                      </a:br>
                      <a:r>
                        <a:rPr kumimoji="0" lang="es-CO" sz="1200" b="0" i="0" u="none" strike="noStrike" kern="1200" cap="none" spc="0" normalizeH="0" baseline="0" noProof="0" err="1">
                          <a:ln>
                            <a:noFill/>
                          </a:ln>
                          <a:solidFill>
                            <a:prstClr val="white"/>
                          </a:solidFill>
                          <a:effectLst/>
                          <a:uLnTx/>
                          <a:uFillTx/>
                          <a:latin typeface="+mn-lt"/>
                          <a:ea typeface="+mn-ea"/>
                          <a:cs typeface="+mn-cs"/>
                        </a:rPr>
                        <a:t>conditional</a:t>
                      </a:r>
                      <a:r>
                        <a:rPr kumimoji="0" lang="es-CO" sz="1200" b="0" i="0" u="none" strike="noStrike" kern="1200" cap="none" spc="0" normalizeH="0" baseline="0" noProof="0">
                          <a:ln>
                            <a:noFill/>
                          </a:ln>
                          <a:solidFill>
                            <a:prstClr val="white"/>
                          </a:solidFill>
                          <a:effectLst/>
                          <a:uLnTx/>
                          <a:uFillTx/>
                          <a:latin typeface="+mn-lt"/>
                          <a:ea typeface="+mn-ea"/>
                          <a:cs typeface="+mn-cs"/>
                        </a:rPr>
                        <a:t> mean</a:t>
                      </a:r>
                    </a:p>
                  </a:txBody>
                  <a:tcPr>
                    <a:lnB w="12700" cap="flat" cmpd="sng" algn="ctr">
                      <a:solidFill>
                        <a:schemeClr val="bg1"/>
                      </a:solidFill>
                      <a:prstDash val="solid"/>
                      <a:round/>
                      <a:headEnd type="none" w="med" len="med"/>
                      <a:tailEnd type="none" w="med" len="med"/>
                    </a:lnB>
                  </a:tcPr>
                </a:tc>
                <a:tc>
                  <a:txBody>
                    <a:bodyPr/>
                    <a:lstStyle/>
                    <a:p>
                      <a:r>
                        <a:rPr lang="en-US" sz="1200" kern="1200">
                          <a:solidFill>
                            <a:schemeClr val="bg1"/>
                          </a:solidFill>
                          <a:latin typeface="+mn-lt"/>
                          <a:ea typeface="+mn-ea"/>
                          <a:cs typeface="+mn-cs"/>
                        </a:rPr>
                        <a:t>In the relationship between y and x, might the association actually be driven by unobserved factors that affect y and that happen to be correlated with x?</a:t>
                      </a:r>
                      <a:endParaRPr lang="en-GB" sz="1200" kern="1200">
                        <a:solidFill>
                          <a:schemeClr val="bg1"/>
                        </a:solidFill>
                        <a:latin typeface="+mn-lt"/>
                        <a:ea typeface="+mn-ea"/>
                        <a:cs typeface="+mn-cs"/>
                      </a:endParaRPr>
                    </a:p>
                  </a:txBody>
                  <a:tcP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82872994"/>
                  </a:ext>
                </a:extLst>
              </a:tr>
            </a:tbl>
          </a:graphicData>
        </a:graphic>
      </p:graphicFrame>
    </p:spTree>
    <p:extLst>
      <p:ext uri="{BB962C8B-B14F-4D97-AF65-F5344CB8AC3E}">
        <p14:creationId xmlns:p14="http://schemas.microsoft.com/office/powerpoint/2010/main" val="13600104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72000">
              <a:srgbClr val="F22D1C"/>
            </a:gs>
            <a:gs pos="0">
              <a:srgbClr val="DF102C"/>
            </a:gs>
            <a:gs pos="100000">
              <a:srgbClr val="F26665"/>
            </a:gs>
          </a:gsLst>
          <a:lin ang="3000000" scaled="0"/>
        </a:gradFill>
        <a:effectLst/>
      </p:bgPr>
    </p:bg>
    <p:spTree>
      <p:nvGrpSpPr>
        <p:cNvPr id="1" name="">
          <a:extLst>
            <a:ext uri="{FF2B5EF4-FFF2-40B4-BE49-F238E27FC236}">
              <a16:creationId xmlns:a16="http://schemas.microsoft.com/office/drawing/2014/main" id="{EFF16A85-44E8-EE9F-60E8-9D38A2038AAE}"/>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96E7F3D-01A4-4108-9B57-6CC1FB5BDC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Date Placeholder 3">
            <a:extLst>
              <a:ext uri="{FF2B5EF4-FFF2-40B4-BE49-F238E27FC236}">
                <a16:creationId xmlns:a16="http://schemas.microsoft.com/office/drawing/2014/main" id="{EDF93998-C4F9-FB69-8CA7-CCBE44BEA20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AB8C26-330F-4C13-A9D7-A5B1D2394DAC}" type="datetime1">
              <a:rPr kumimoji="0" lang="en-US" sz="1200" b="0" i="0" u="none" strike="noStrike" kern="1200" cap="none" spc="0" normalizeH="0" baseline="0" noProof="0" smtClean="0">
                <a:ln>
                  <a:noFill/>
                </a:ln>
                <a:solidFill>
                  <a:prstClr val="white">
                    <a:lumMod val="85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lumMod val="85000"/>
                </a:prstClr>
              </a:solidFill>
              <a:effectLst/>
              <a:uLnTx/>
              <a:uFillTx/>
              <a:latin typeface="Aptos" panose="020B0004020202020204"/>
              <a:ea typeface="+mn-ea"/>
              <a:cs typeface="+mn-cs"/>
            </a:endParaRPr>
          </a:p>
        </p:txBody>
      </p:sp>
      <p:sp>
        <p:nvSpPr>
          <p:cNvPr id="30" name="Título 1">
            <a:extLst>
              <a:ext uri="{FF2B5EF4-FFF2-40B4-BE49-F238E27FC236}">
                <a16:creationId xmlns:a16="http://schemas.microsoft.com/office/drawing/2014/main" id="{5B68B8AD-C024-18D0-63CF-540B6701D735}"/>
              </a:ext>
            </a:extLst>
          </p:cNvPr>
          <p:cNvSpPr txBox="1">
            <a:spLocks/>
          </p:cNvSpPr>
          <p:nvPr/>
        </p:nvSpPr>
        <p:spPr>
          <a:xfrm>
            <a:off x="891590" y="501651"/>
            <a:ext cx="3349416"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SemiBold" panose="020F0502020204030204" pitchFamily="34" charset="0"/>
                <a:ea typeface="+mj-ea"/>
                <a:cs typeface="+mj-cs"/>
              </a:rPr>
              <a:t>Simple linear regression</a:t>
            </a:r>
          </a:p>
        </p:txBody>
      </p:sp>
      <p:pic>
        <p:nvPicPr>
          <p:cNvPr id="4" name="Picture 3">
            <a:extLst>
              <a:ext uri="{FF2B5EF4-FFF2-40B4-BE49-F238E27FC236}">
                <a16:creationId xmlns:a16="http://schemas.microsoft.com/office/drawing/2014/main" id="{E37B2B97-12D4-766F-17FE-798D6AC9FF41}"/>
              </a:ext>
            </a:extLst>
          </p:cNvPr>
          <p:cNvPicPr>
            <a:picLocks noChangeAspect="1"/>
          </p:cNvPicPr>
          <p:nvPr/>
        </p:nvPicPr>
        <p:blipFill>
          <a:blip r:embed="rId180"/>
          <a:stretch>
            <a:fillRect/>
          </a:stretch>
        </p:blipFill>
        <p:spPr>
          <a:xfrm>
            <a:off x="295480" y="6230670"/>
            <a:ext cx="5249008" cy="609685"/>
          </a:xfrm>
          <a:prstGeom prst="rect">
            <a:avLst/>
          </a:prstGeom>
        </p:spPr>
      </p:pic>
      <p:sp>
        <p:nvSpPr>
          <p:cNvPr id="3" name="Oval 2">
            <a:extLst>
              <a:ext uri="{FF2B5EF4-FFF2-40B4-BE49-F238E27FC236}">
                <a16:creationId xmlns:a16="http://schemas.microsoft.com/office/drawing/2014/main" id="{4E9FE18D-114F-3B5C-7D6C-86D26798191D}"/>
              </a:ext>
            </a:extLst>
          </p:cNvPr>
          <p:cNvSpPr/>
          <p:nvPr/>
        </p:nvSpPr>
        <p:spPr>
          <a:xfrm>
            <a:off x="2058269" y="2620663"/>
            <a:ext cx="671715" cy="671714"/>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LSA</a:t>
            </a:r>
            <a:r>
              <a:rPr lang="en-US" sz="1200" b="1">
                <a:solidFill>
                  <a:prstClr val="black"/>
                </a:solidFill>
                <a:latin typeface="Aptos" panose="020B0004020202020204"/>
              </a:rPr>
              <a:t>5</a:t>
            </a:r>
            <a:endParaRPr kumimoji="0" lang="en-GB" sz="1200" b="1"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CB198CBB-3C0E-0E4A-7F31-C1324F0EC0EA}"/>
              </a:ext>
            </a:extLst>
          </p:cNvPr>
          <p:cNvSpPr txBox="1"/>
          <p:nvPr/>
        </p:nvSpPr>
        <p:spPr>
          <a:xfrm>
            <a:off x="1188384" y="3429000"/>
            <a:ext cx="2411486"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err="1">
                <a:ln>
                  <a:noFill/>
                </a:ln>
                <a:solidFill>
                  <a:prstClr val="white"/>
                </a:solidFill>
                <a:effectLst/>
                <a:uLnTx/>
                <a:uFillTx/>
                <a:latin typeface="Aptos" panose="020B0004020202020204"/>
                <a:ea typeface="+mn-ea"/>
                <a:cs typeface="+mn-cs"/>
              </a:rPr>
              <a:t>Homoscedasticity</a:t>
            </a:r>
            <a:endParaRPr kumimoji="0" lang="es-CO" sz="1400" b="1"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 name="TextBox 12">
            <a:extLst>
              <a:ext uri="{FF2B5EF4-FFF2-40B4-BE49-F238E27FC236}">
                <a16:creationId xmlns:a16="http://schemas.microsoft.com/office/drawing/2014/main" id="{62DB50D2-CA71-3AFB-9013-FBF1CE9F9B23}"/>
              </a:ext>
            </a:extLst>
          </p:cNvPr>
          <p:cNvSpPr txBox="1"/>
          <p:nvPr/>
        </p:nvSpPr>
        <p:spPr>
          <a:xfrm>
            <a:off x="891590" y="1614946"/>
            <a:ext cx="21834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00"/>
                </a:solidFill>
                <a:effectLst/>
                <a:uLnTx/>
                <a:uFillTx/>
                <a:latin typeface="Aptos" panose="020B0004020202020204"/>
                <a:ea typeface="+mn-ea"/>
                <a:cs typeface="+mn-cs"/>
              </a:rPr>
              <a:t>Variance of the OLS estimators</a:t>
            </a:r>
            <a:endParaRPr kumimoji="0" lang="es-CO" sz="1800" b="1" i="0" u="none" strike="noStrike" kern="1200" cap="none" spc="0" normalizeH="0" baseline="0" noProof="0">
              <a:ln>
                <a:noFill/>
              </a:ln>
              <a:solidFill>
                <a:srgbClr val="FFFF00"/>
              </a:solidFill>
              <a:effectLst/>
              <a:uLnTx/>
              <a:uFillTx/>
              <a:latin typeface="Aptos" panose="020B0004020202020204"/>
              <a:ea typeface="+mn-ea"/>
              <a:cs typeface="+mn-cs"/>
            </a:endParaRPr>
          </a:p>
        </p:txBody>
      </p:sp>
      <p:sp>
        <p:nvSpPr>
          <p:cNvPr id="15" name="TextBox 14">
            <a:extLst>
              <a:ext uri="{FF2B5EF4-FFF2-40B4-BE49-F238E27FC236}">
                <a16:creationId xmlns:a16="http://schemas.microsoft.com/office/drawing/2014/main" id="{A3B87D85-5645-B816-ED99-C80523E62BE5}"/>
              </a:ext>
            </a:extLst>
          </p:cNvPr>
          <p:cNvSpPr txBox="1"/>
          <p:nvPr/>
        </p:nvSpPr>
        <p:spPr>
          <a:xfrm>
            <a:off x="4462296" y="1667545"/>
            <a:ext cx="639980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ptos" panose="020B0004020202020204"/>
                <a:ea typeface="+mn-ea"/>
                <a:cs typeface="+mn-cs"/>
              </a:rPr>
              <a:t>We need to add an assumption in cross‑sectional analysis which </a:t>
            </a:r>
            <a:r>
              <a:rPr kumimoji="0" lang="en-US" sz="1400" b="1" i="0" u="none" strike="noStrike" kern="1200" cap="none" spc="0" normalizeH="0" baseline="0" noProof="0">
                <a:ln>
                  <a:noFill/>
                </a:ln>
                <a:solidFill>
                  <a:schemeClr val="bg1"/>
                </a:solidFill>
                <a:effectLst/>
                <a:highlight>
                  <a:srgbClr val="000000"/>
                </a:highlight>
                <a:uLnTx/>
                <a:uFillTx/>
                <a:latin typeface="Aptos" panose="020B0004020202020204"/>
                <a:ea typeface="+mn-ea"/>
                <a:cs typeface="+mn-cs"/>
              </a:rPr>
              <a:t>states that the variance of the unobservable factors u, conditional on x, is constant</a:t>
            </a:r>
            <a:r>
              <a:rPr kumimoji="0" lang="en-US" sz="1400" b="1" i="0" u="none" strike="noStrike" kern="1200" cap="none" spc="0" normalizeH="0" baseline="0" noProof="0">
                <a:ln>
                  <a:noFill/>
                </a:ln>
                <a:solidFill>
                  <a:schemeClr val="bg1"/>
                </a:solidFill>
                <a:effectLst/>
                <a:uLnTx/>
                <a:uFillTx/>
                <a:latin typeface="Aptos" panose="020B0004020202020204"/>
                <a:ea typeface="+mn-ea"/>
                <a:cs typeface="+mn-cs"/>
              </a:rPr>
              <a:t>.</a:t>
            </a:r>
            <a:endParaRPr kumimoji="0" lang="es-CO" sz="1400" b="1" i="0" u="sng" strike="noStrike" kern="1200" cap="none" spc="0" normalizeH="0" baseline="0" noProof="0">
              <a:ln>
                <a:noFill/>
              </a:ln>
              <a:solidFill>
                <a:schemeClr val="bg1"/>
              </a:solidFill>
              <a:effectLst/>
              <a:uLnTx/>
              <a:uFillTx/>
              <a:latin typeface="Aptos" panose="020B0004020202020204"/>
              <a:ea typeface="+mn-ea"/>
              <a:cs typeface="+mn-cs"/>
            </a:endParaRPr>
          </a:p>
        </p:txBody>
      </p:sp>
      <p:sp>
        <p:nvSpPr>
          <p:cNvPr id="65" name="TextBox 64">
            <a:extLst>
              <a:ext uri="{FF2B5EF4-FFF2-40B4-BE49-F238E27FC236}">
                <a16:creationId xmlns:a16="http://schemas.microsoft.com/office/drawing/2014/main" id="{899132DF-0A4B-6E22-5C23-06425822C20F}"/>
              </a:ext>
            </a:extLst>
          </p:cNvPr>
          <p:cNvSpPr txBox="1"/>
          <p:nvPr/>
        </p:nvSpPr>
        <p:spPr>
          <a:xfrm>
            <a:off x="4534897" y="2725673"/>
            <a:ext cx="6468719" cy="1815882"/>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FFFF00"/>
                </a:solidFill>
                <a:effectLst/>
                <a:uLnTx/>
                <a:uFillTx/>
                <a:latin typeface="Aptos" panose="020B0004020202020204"/>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The unbiasedness of the regression estimators (which we demonstrated using assumptions RLS1 to RLS4) does not depend on the assumption of homoscedasticity.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If we assume that u and x are independent, then the distribution of u given x does not depend on x.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This allows us to see the connection between RLS4 and RLS5.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Here we have a problem: </a:t>
            </a:r>
            <a:r>
              <a:rPr kumimoji="0" lang="en-US" sz="1400" i="0" u="none" strike="noStrike" kern="1200" cap="none" spc="0" normalizeH="0" baseline="0" noProof="0">
                <a:ln>
                  <a:noFill/>
                </a:ln>
                <a:solidFill>
                  <a:prstClr val="white"/>
                </a:solidFill>
                <a:effectLst/>
                <a:highlight>
                  <a:srgbClr val="000000"/>
                </a:highlight>
                <a:uLnTx/>
                <a:uFillTx/>
                <a:latin typeface="Aptos" panose="020B0004020202020204"/>
                <a:ea typeface="+mn-ea"/>
                <a:cs typeface="+mn-cs"/>
              </a:rPr>
              <a:t>the assumption of conditional mean independence can be very strong and difficult to justify</a:t>
            </a:r>
            <a:r>
              <a:rPr kumimoji="0" lang="en-US" sz="1400" b="0" i="0" u="none" strike="noStrike" kern="1200" cap="none" spc="0" normalizeH="0" baseline="0" noProof="0">
                <a:ln>
                  <a:noFill/>
                </a:ln>
                <a:solidFill>
                  <a:prstClr val="white"/>
                </a:solidFill>
                <a:effectLst/>
                <a:uLnTx/>
                <a:uFillTx/>
                <a:latin typeface="Aptos" panose="020B0004020202020204"/>
                <a:ea typeface="+mn-ea"/>
                <a:cs typeface="+mn-cs"/>
              </a:rPr>
              <a:t>.</a:t>
            </a:r>
            <a:endParaRPr kumimoji="0" lang="en-GB" sz="14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nvGrpSpPr>
          <p:cNvPr id="16" name="Group 15">
            <a:extLst>
              <a:ext uri="{FF2B5EF4-FFF2-40B4-BE49-F238E27FC236}">
                <a16:creationId xmlns:a16="http://schemas.microsoft.com/office/drawing/2014/main" id="{2663705E-F137-6DE1-DC62-71EAA30A9F72}"/>
              </a:ext>
            </a:extLst>
          </p:cNvPr>
          <p:cNvGrpSpPr>
            <a:grpSpLocks noChangeAspect="1"/>
          </p:cNvGrpSpPr>
          <p:nvPr>
            <p:custDataLst>
              <p:tags r:id="rId2"/>
            </p:custDataLst>
          </p:nvPr>
        </p:nvGrpSpPr>
        <p:grpSpPr>
          <a:xfrm>
            <a:off x="7187018" y="2341078"/>
            <a:ext cx="1423582" cy="234282"/>
            <a:chOff x="7661803" y="4262995"/>
            <a:chExt cx="1423582" cy="234282"/>
          </a:xfrm>
          <a:solidFill>
            <a:schemeClr val="bg1"/>
          </a:solidFill>
        </p:grpSpPr>
        <p:sp>
          <p:nvSpPr>
            <p:cNvPr id="17" name="Freeform: Shape 16">
              <a:extLst>
                <a:ext uri="{FF2B5EF4-FFF2-40B4-BE49-F238E27FC236}">
                  <a16:creationId xmlns:a16="http://schemas.microsoft.com/office/drawing/2014/main" id="{5FE4C7C4-74FB-EF9C-A918-010CCE3C172A}"/>
                </a:ext>
              </a:extLst>
            </p:cNvPr>
            <p:cNvSpPr/>
            <p:nvPr>
              <p:custDataLst>
                <p:tags r:id="rId167"/>
              </p:custDataLst>
            </p:nvPr>
          </p:nvSpPr>
          <p:spPr>
            <a:xfrm>
              <a:off x="7661803" y="4294450"/>
              <a:ext cx="162382" cy="153262"/>
            </a:xfrm>
            <a:custGeom>
              <a:avLst/>
              <a:gdLst>
                <a:gd name="connsiteX0" fmla="*/ 130347 w 162382"/>
                <a:gd name="connsiteY0" fmla="*/ 24846 h 153262"/>
                <a:gd name="connsiteX1" fmla="*/ 159499 w 162382"/>
                <a:gd name="connsiteY1" fmla="*/ 6802 h 153262"/>
                <a:gd name="connsiteX2" fmla="*/ 162460 w 162382"/>
                <a:gd name="connsiteY2" fmla="*/ 2671 h 153262"/>
                <a:gd name="connsiteX3" fmla="*/ 159499 w 162382"/>
                <a:gd name="connsiteY3" fmla="*/ 63 h 153262"/>
                <a:gd name="connsiteX4" fmla="*/ 140824 w 162382"/>
                <a:gd name="connsiteY4" fmla="*/ 715 h 153262"/>
                <a:gd name="connsiteX5" fmla="*/ 118277 w 162382"/>
                <a:gd name="connsiteY5" fmla="*/ 63 h 153262"/>
                <a:gd name="connsiteX6" fmla="*/ 113950 w 162382"/>
                <a:gd name="connsiteY6" fmla="*/ 4193 h 153262"/>
                <a:gd name="connsiteX7" fmla="*/ 117594 w 162382"/>
                <a:gd name="connsiteY7" fmla="*/ 6802 h 153262"/>
                <a:gd name="connsiteX8" fmla="*/ 128070 w 162382"/>
                <a:gd name="connsiteY8" fmla="*/ 13976 h 153262"/>
                <a:gd name="connsiteX9" fmla="*/ 124654 w 162382"/>
                <a:gd name="connsiteY9" fmla="*/ 22237 h 153262"/>
                <a:gd name="connsiteX10" fmla="*/ 54736 w 162382"/>
                <a:gd name="connsiteY10" fmla="*/ 128325 h 153262"/>
                <a:gd name="connsiteX11" fmla="*/ 39249 w 162382"/>
                <a:gd name="connsiteY11" fmla="*/ 13324 h 153262"/>
                <a:gd name="connsiteX12" fmla="*/ 54963 w 162382"/>
                <a:gd name="connsiteY12" fmla="*/ 6802 h 153262"/>
                <a:gd name="connsiteX13" fmla="*/ 60657 w 162382"/>
                <a:gd name="connsiteY13" fmla="*/ 2454 h 153262"/>
                <a:gd name="connsiteX14" fmla="*/ 57469 w 162382"/>
                <a:gd name="connsiteY14" fmla="*/ 63 h 153262"/>
                <a:gd name="connsiteX15" fmla="*/ 29228 w 162382"/>
                <a:gd name="connsiteY15" fmla="*/ 715 h 153262"/>
                <a:gd name="connsiteX16" fmla="*/ 16702 w 162382"/>
                <a:gd name="connsiteY16" fmla="*/ 498 h 153262"/>
                <a:gd name="connsiteX17" fmla="*/ 4404 w 162382"/>
                <a:gd name="connsiteY17" fmla="*/ 63 h 153262"/>
                <a:gd name="connsiteX18" fmla="*/ 77 w 162382"/>
                <a:gd name="connsiteY18" fmla="*/ 4193 h 153262"/>
                <a:gd name="connsiteX19" fmla="*/ 5770 w 162382"/>
                <a:gd name="connsiteY19" fmla="*/ 6802 h 153262"/>
                <a:gd name="connsiteX20" fmla="*/ 19435 w 162382"/>
                <a:gd name="connsiteY20" fmla="*/ 14193 h 153262"/>
                <a:gd name="connsiteX21" fmla="*/ 37427 w 162382"/>
                <a:gd name="connsiteY21" fmla="*/ 148325 h 153262"/>
                <a:gd name="connsiteX22" fmla="*/ 41982 w 162382"/>
                <a:gd name="connsiteY22" fmla="*/ 153325 h 153262"/>
                <a:gd name="connsiteX23" fmla="*/ 48359 w 162382"/>
                <a:gd name="connsiteY23" fmla="*/ 149412 h 153262"/>
                <a:gd name="connsiteX24" fmla="*/ 130347 w 162382"/>
                <a:gd name="connsiteY24" fmla="*/ 24846 h 15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3262">
                  <a:moveTo>
                    <a:pt x="130347" y="24846"/>
                  </a:moveTo>
                  <a:cubicBezTo>
                    <a:pt x="141507" y="7889"/>
                    <a:pt x="151072" y="7237"/>
                    <a:pt x="159499" y="6802"/>
                  </a:cubicBezTo>
                  <a:cubicBezTo>
                    <a:pt x="162232" y="6585"/>
                    <a:pt x="162460" y="2889"/>
                    <a:pt x="162460" y="2671"/>
                  </a:cubicBezTo>
                  <a:cubicBezTo>
                    <a:pt x="162460" y="932"/>
                    <a:pt x="161321" y="63"/>
                    <a:pt x="159499" y="63"/>
                  </a:cubicBezTo>
                  <a:cubicBezTo>
                    <a:pt x="153577" y="63"/>
                    <a:pt x="146973" y="715"/>
                    <a:pt x="140824" y="715"/>
                  </a:cubicBezTo>
                  <a:cubicBezTo>
                    <a:pt x="133308" y="715"/>
                    <a:pt x="125565" y="63"/>
                    <a:pt x="118277" y="63"/>
                  </a:cubicBezTo>
                  <a:cubicBezTo>
                    <a:pt x="116910" y="63"/>
                    <a:pt x="113950" y="63"/>
                    <a:pt x="113950" y="4193"/>
                  </a:cubicBezTo>
                  <a:cubicBezTo>
                    <a:pt x="113950" y="6585"/>
                    <a:pt x="115999" y="6802"/>
                    <a:pt x="117594" y="6802"/>
                  </a:cubicBezTo>
                  <a:cubicBezTo>
                    <a:pt x="123743" y="7237"/>
                    <a:pt x="128070" y="9411"/>
                    <a:pt x="128070" y="13976"/>
                  </a:cubicBezTo>
                  <a:cubicBezTo>
                    <a:pt x="128070" y="17237"/>
                    <a:pt x="124654" y="22020"/>
                    <a:pt x="124654" y="22237"/>
                  </a:cubicBezTo>
                  <a:lnTo>
                    <a:pt x="54736" y="128325"/>
                  </a:lnTo>
                  <a:lnTo>
                    <a:pt x="39249" y="13324"/>
                  </a:lnTo>
                  <a:cubicBezTo>
                    <a:pt x="39249" y="9628"/>
                    <a:pt x="44487" y="6802"/>
                    <a:pt x="54963" y="6802"/>
                  </a:cubicBezTo>
                  <a:cubicBezTo>
                    <a:pt x="58152" y="6802"/>
                    <a:pt x="60657" y="6802"/>
                    <a:pt x="60657" y="2454"/>
                  </a:cubicBezTo>
                  <a:cubicBezTo>
                    <a:pt x="60657" y="498"/>
                    <a:pt x="58835" y="63"/>
                    <a:pt x="57469" y="63"/>
                  </a:cubicBezTo>
                  <a:cubicBezTo>
                    <a:pt x="48359" y="63"/>
                    <a:pt x="38566" y="715"/>
                    <a:pt x="29228" y="715"/>
                  </a:cubicBezTo>
                  <a:cubicBezTo>
                    <a:pt x="25129" y="715"/>
                    <a:pt x="20802" y="498"/>
                    <a:pt x="16702" y="498"/>
                  </a:cubicBezTo>
                  <a:cubicBezTo>
                    <a:pt x="12603" y="498"/>
                    <a:pt x="8276" y="63"/>
                    <a:pt x="4404" y="63"/>
                  </a:cubicBezTo>
                  <a:cubicBezTo>
                    <a:pt x="2810" y="63"/>
                    <a:pt x="77" y="63"/>
                    <a:pt x="77" y="4193"/>
                  </a:cubicBezTo>
                  <a:cubicBezTo>
                    <a:pt x="77" y="6802"/>
                    <a:pt x="2126" y="6802"/>
                    <a:pt x="5770" y="6802"/>
                  </a:cubicBezTo>
                  <a:cubicBezTo>
                    <a:pt x="18524" y="6802"/>
                    <a:pt x="18752" y="8759"/>
                    <a:pt x="19435" y="14193"/>
                  </a:cubicBezTo>
                  <a:lnTo>
                    <a:pt x="37427" y="148325"/>
                  </a:lnTo>
                  <a:cubicBezTo>
                    <a:pt x="38110" y="152673"/>
                    <a:pt x="39021" y="153325"/>
                    <a:pt x="41982" y="153325"/>
                  </a:cubicBezTo>
                  <a:cubicBezTo>
                    <a:pt x="45626" y="153325"/>
                    <a:pt x="46537" y="152238"/>
                    <a:pt x="48359" y="149412"/>
                  </a:cubicBezTo>
                  <a:lnTo>
                    <a:pt x="130347" y="2484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8" name="Freeform: Shape 17">
              <a:extLst>
                <a:ext uri="{FF2B5EF4-FFF2-40B4-BE49-F238E27FC236}">
                  <a16:creationId xmlns:a16="http://schemas.microsoft.com/office/drawing/2014/main" id="{20527435-25CA-3D23-465B-A3B86F127FC2}"/>
                </a:ext>
              </a:extLst>
            </p:cNvPr>
            <p:cNvSpPr/>
            <p:nvPr>
              <p:custDataLst>
                <p:tags r:id="rId168"/>
              </p:custDataLst>
            </p:nvPr>
          </p:nvSpPr>
          <p:spPr>
            <a:xfrm>
              <a:off x="7841622" y="4346842"/>
              <a:ext cx="104307" cy="98479"/>
            </a:xfrm>
            <a:custGeom>
              <a:avLst/>
              <a:gdLst>
                <a:gd name="connsiteX0" fmla="*/ 75924 w 104307"/>
                <a:gd name="connsiteY0" fmla="*/ 13976 h 98479"/>
                <a:gd name="connsiteX1" fmla="*/ 54972 w 104307"/>
                <a:gd name="connsiteY1" fmla="*/ 63 h 98479"/>
                <a:gd name="connsiteX2" fmla="*/ 85 w 104307"/>
                <a:gd name="connsiteY2" fmla="*/ 63759 h 98479"/>
                <a:gd name="connsiteX3" fmla="*/ 30375 w 104307"/>
                <a:gd name="connsiteY3" fmla="*/ 98542 h 98479"/>
                <a:gd name="connsiteX4" fmla="*/ 59982 w 104307"/>
                <a:gd name="connsiteY4" fmla="*/ 82238 h 98479"/>
                <a:gd name="connsiteX5" fmla="*/ 80707 w 104307"/>
                <a:gd name="connsiteY5" fmla="*/ 98542 h 98479"/>
                <a:gd name="connsiteX6" fmla="*/ 97560 w 104307"/>
                <a:gd name="connsiteY6" fmla="*/ 86586 h 98479"/>
                <a:gd name="connsiteX7" fmla="*/ 104392 w 104307"/>
                <a:gd name="connsiteY7" fmla="*/ 65064 h 98479"/>
                <a:gd name="connsiteX8" fmla="*/ 101659 w 104307"/>
                <a:gd name="connsiteY8" fmla="*/ 62890 h 98479"/>
                <a:gd name="connsiteX9" fmla="*/ 98471 w 104307"/>
                <a:gd name="connsiteY9" fmla="*/ 66803 h 98479"/>
                <a:gd name="connsiteX10" fmla="*/ 81162 w 104307"/>
                <a:gd name="connsiteY10" fmla="*/ 93760 h 98479"/>
                <a:gd name="connsiteX11" fmla="*/ 74330 w 104307"/>
                <a:gd name="connsiteY11" fmla="*/ 83759 h 98479"/>
                <a:gd name="connsiteX12" fmla="*/ 77291 w 104307"/>
                <a:gd name="connsiteY12" fmla="*/ 67672 h 98479"/>
                <a:gd name="connsiteX13" fmla="*/ 82301 w 104307"/>
                <a:gd name="connsiteY13" fmla="*/ 48107 h 98479"/>
                <a:gd name="connsiteX14" fmla="*/ 90500 w 104307"/>
                <a:gd name="connsiteY14" fmla="*/ 17672 h 98479"/>
                <a:gd name="connsiteX15" fmla="*/ 92094 w 104307"/>
                <a:gd name="connsiteY15" fmla="*/ 10280 h 98479"/>
                <a:gd name="connsiteX16" fmla="*/ 85489 w 104307"/>
                <a:gd name="connsiteY16" fmla="*/ 4411 h 98479"/>
                <a:gd name="connsiteX17" fmla="*/ 75924 w 104307"/>
                <a:gd name="connsiteY17" fmla="*/ 13976 h 98479"/>
                <a:gd name="connsiteX18" fmla="*/ 61121 w 104307"/>
                <a:gd name="connsiteY18" fmla="*/ 70281 h 98479"/>
                <a:gd name="connsiteX19" fmla="*/ 56566 w 104307"/>
                <a:gd name="connsiteY19" fmla="*/ 78325 h 98479"/>
                <a:gd name="connsiteX20" fmla="*/ 30830 w 104307"/>
                <a:gd name="connsiteY20" fmla="*/ 93760 h 98479"/>
                <a:gd name="connsiteX21" fmla="*/ 16255 w 104307"/>
                <a:gd name="connsiteY21" fmla="*/ 73325 h 98479"/>
                <a:gd name="connsiteX22" fmla="*/ 28781 w 104307"/>
                <a:gd name="connsiteY22" fmla="*/ 25715 h 98479"/>
                <a:gd name="connsiteX23" fmla="*/ 55199 w 104307"/>
                <a:gd name="connsiteY23" fmla="*/ 4845 h 98479"/>
                <a:gd name="connsiteX24" fmla="*/ 73191 w 104307"/>
                <a:gd name="connsiteY24" fmla="*/ 23976 h 98479"/>
                <a:gd name="connsiteX25" fmla="*/ 72508 w 104307"/>
                <a:gd name="connsiteY25" fmla="*/ 27672 h 98479"/>
                <a:gd name="connsiteX26" fmla="*/ 61121 w 104307"/>
                <a:gd name="connsiteY26" fmla="*/ 70281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4307" h="98479">
                  <a:moveTo>
                    <a:pt x="75924" y="13976"/>
                  </a:moveTo>
                  <a:cubicBezTo>
                    <a:pt x="71825" y="5932"/>
                    <a:pt x="65220" y="63"/>
                    <a:pt x="54972" y="63"/>
                  </a:cubicBezTo>
                  <a:cubicBezTo>
                    <a:pt x="28325" y="63"/>
                    <a:pt x="85" y="32020"/>
                    <a:pt x="85" y="63759"/>
                  </a:cubicBezTo>
                  <a:cubicBezTo>
                    <a:pt x="85" y="84194"/>
                    <a:pt x="12611" y="98542"/>
                    <a:pt x="30375" y="98542"/>
                  </a:cubicBezTo>
                  <a:cubicBezTo>
                    <a:pt x="34930" y="98542"/>
                    <a:pt x="46317" y="97673"/>
                    <a:pt x="59982" y="82238"/>
                  </a:cubicBezTo>
                  <a:cubicBezTo>
                    <a:pt x="61804" y="91368"/>
                    <a:pt x="69775" y="98542"/>
                    <a:pt x="80707" y="98542"/>
                  </a:cubicBezTo>
                  <a:cubicBezTo>
                    <a:pt x="88678" y="98542"/>
                    <a:pt x="93916" y="93542"/>
                    <a:pt x="97560" y="86586"/>
                  </a:cubicBezTo>
                  <a:cubicBezTo>
                    <a:pt x="101432" y="78759"/>
                    <a:pt x="104392" y="65498"/>
                    <a:pt x="104392" y="65064"/>
                  </a:cubicBezTo>
                  <a:cubicBezTo>
                    <a:pt x="104392" y="62890"/>
                    <a:pt x="102343" y="62890"/>
                    <a:pt x="101659" y="62890"/>
                  </a:cubicBezTo>
                  <a:cubicBezTo>
                    <a:pt x="99382" y="62890"/>
                    <a:pt x="99154" y="63759"/>
                    <a:pt x="98471" y="66803"/>
                  </a:cubicBezTo>
                  <a:cubicBezTo>
                    <a:pt x="94599" y="80933"/>
                    <a:pt x="90500" y="93760"/>
                    <a:pt x="81162" y="93760"/>
                  </a:cubicBezTo>
                  <a:cubicBezTo>
                    <a:pt x="75013" y="93760"/>
                    <a:pt x="74330" y="88107"/>
                    <a:pt x="74330" y="83759"/>
                  </a:cubicBezTo>
                  <a:cubicBezTo>
                    <a:pt x="74330" y="78977"/>
                    <a:pt x="74785" y="77238"/>
                    <a:pt x="77291" y="67672"/>
                  </a:cubicBezTo>
                  <a:cubicBezTo>
                    <a:pt x="79796" y="58542"/>
                    <a:pt x="80251" y="56368"/>
                    <a:pt x="82301" y="48107"/>
                  </a:cubicBezTo>
                  <a:lnTo>
                    <a:pt x="90500" y="17672"/>
                  </a:lnTo>
                  <a:cubicBezTo>
                    <a:pt x="92094" y="11585"/>
                    <a:pt x="92094" y="11150"/>
                    <a:pt x="92094" y="10280"/>
                  </a:cubicBezTo>
                  <a:cubicBezTo>
                    <a:pt x="92094" y="6585"/>
                    <a:pt x="89361" y="4411"/>
                    <a:pt x="85489" y="4411"/>
                  </a:cubicBezTo>
                  <a:cubicBezTo>
                    <a:pt x="80024" y="4411"/>
                    <a:pt x="76607" y="9193"/>
                    <a:pt x="75924" y="13976"/>
                  </a:cubicBezTo>
                  <a:close/>
                  <a:moveTo>
                    <a:pt x="61121" y="70281"/>
                  </a:moveTo>
                  <a:cubicBezTo>
                    <a:pt x="59982" y="74194"/>
                    <a:pt x="59982" y="74629"/>
                    <a:pt x="56566" y="78325"/>
                  </a:cubicBezTo>
                  <a:cubicBezTo>
                    <a:pt x="46545" y="90281"/>
                    <a:pt x="37207" y="93760"/>
                    <a:pt x="30830" y="93760"/>
                  </a:cubicBezTo>
                  <a:cubicBezTo>
                    <a:pt x="19443" y="93760"/>
                    <a:pt x="16255" y="81803"/>
                    <a:pt x="16255" y="73325"/>
                  </a:cubicBezTo>
                  <a:cubicBezTo>
                    <a:pt x="16255" y="62455"/>
                    <a:pt x="23543" y="35715"/>
                    <a:pt x="28781" y="25715"/>
                  </a:cubicBezTo>
                  <a:cubicBezTo>
                    <a:pt x="35841" y="12889"/>
                    <a:pt x="46089" y="4845"/>
                    <a:pt x="55199" y="4845"/>
                  </a:cubicBezTo>
                  <a:cubicBezTo>
                    <a:pt x="70003" y="4845"/>
                    <a:pt x="73191" y="22672"/>
                    <a:pt x="73191" y="23976"/>
                  </a:cubicBezTo>
                  <a:cubicBezTo>
                    <a:pt x="73191" y="25280"/>
                    <a:pt x="72736" y="26585"/>
                    <a:pt x="72508" y="27672"/>
                  </a:cubicBezTo>
                  <a:lnTo>
                    <a:pt x="61121" y="70281"/>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19" name="Freeform: Shape 18">
              <a:extLst>
                <a:ext uri="{FF2B5EF4-FFF2-40B4-BE49-F238E27FC236}">
                  <a16:creationId xmlns:a16="http://schemas.microsoft.com/office/drawing/2014/main" id="{AFB6CAFE-0414-D412-CADB-B992F66BB22D}"/>
                </a:ext>
              </a:extLst>
            </p:cNvPr>
            <p:cNvSpPr/>
            <p:nvPr>
              <p:custDataLst>
                <p:tags r:id="rId169"/>
              </p:custDataLst>
            </p:nvPr>
          </p:nvSpPr>
          <p:spPr>
            <a:xfrm>
              <a:off x="7959501" y="4346842"/>
              <a:ext cx="92692" cy="98479"/>
            </a:xfrm>
            <a:custGeom>
              <a:avLst/>
              <a:gdLst>
                <a:gd name="connsiteX0" fmla="*/ 13527 w 92692"/>
                <a:gd name="connsiteY0" fmla="*/ 83325 h 98479"/>
                <a:gd name="connsiteX1" fmla="*/ 11477 w 92692"/>
                <a:gd name="connsiteY1" fmla="*/ 92673 h 98479"/>
                <a:gd name="connsiteX2" fmla="*/ 18082 w 92692"/>
                <a:gd name="connsiteY2" fmla="*/ 98542 h 98479"/>
                <a:gd name="connsiteX3" fmla="*/ 26509 w 92692"/>
                <a:gd name="connsiteY3" fmla="*/ 92455 h 98479"/>
                <a:gd name="connsiteX4" fmla="*/ 35618 w 92692"/>
                <a:gd name="connsiteY4" fmla="*/ 58107 h 98479"/>
                <a:gd name="connsiteX5" fmla="*/ 42906 w 92692"/>
                <a:gd name="connsiteY5" fmla="*/ 29846 h 98479"/>
                <a:gd name="connsiteX6" fmla="*/ 55660 w 92692"/>
                <a:gd name="connsiteY6" fmla="*/ 12019 h 98479"/>
                <a:gd name="connsiteX7" fmla="*/ 73880 w 92692"/>
                <a:gd name="connsiteY7" fmla="*/ 4845 h 98479"/>
                <a:gd name="connsiteX8" fmla="*/ 83445 w 92692"/>
                <a:gd name="connsiteY8" fmla="*/ 7454 h 98479"/>
                <a:gd name="connsiteX9" fmla="*/ 71602 w 92692"/>
                <a:gd name="connsiteY9" fmla="*/ 19411 h 98479"/>
                <a:gd name="connsiteX10" fmla="*/ 80257 w 92692"/>
                <a:gd name="connsiteY10" fmla="*/ 27020 h 98479"/>
                <a:gd name="connsiteX11" fmla="*/ 92783 w 92692"/>
                <a:gd name="connsiteY11" fmla="*/ 14193 h 98479"/>
                <a:gd name="connsiteX12" fmla="*/ 73880 w 92692"/>
                <a:gd name="connsiteY12" fmla="*/ 63 h 98479"/>
                <a:gd name="connsiteX13" fmla="*/ 44728 w 92692"/>
                <a:gd name="connsiteY13" fmla="*/ 16802 h 98479"/>
                <a:gd name="connsiteX14" fmla="*/ 24003 w 92692"/>
                <a:gd name="connsiteY14" fmla="*/ 63 h 98479"/>
                <a:gd name="connsiteX15" fmla="*/ 7150 w 92692"/>
                <a:gd name="connsiteY15" fmla="*/ 12454 h 98479"/>
                <a:gd name="connsiteX16" fmla="*/ 90 w 92692"/>
                <a:gd name="connsiteY16" fmla="*/ 33541 h 98479"/>
                <a:gd name="connsiteX17" fmla="*/ 2823 w 92692"/>
                <a:gd name="connsiteY17" fmla="*/ 35715 h 98479"/>
                <a:gd name="connsiteX18" fmla="*/ 6695 w 92692"/>
                <a:gd name="connsiteY18" fmla="*/ 30715 h 98479"/>
                <a:gd name="connsiteX19" fmla="*/ 23320 w 92692"/>
                <a:gd name="connsiteY19" fmla="*/ 4845 h 98479"/>
                <a:gd name="connsiteX20" fmla="*/ 30380 w 92692"/>
                <a:gd name="connsiteY20" fmla="*/ 14846 h 98479"/>
                <a:gd name="connsiteX21" fmla="*/ 26736 w 92692"/>
                <a:gd name="connsiteY21" fmla="*/ 33107 h 98479"/>
                <a:gd name="connsiteX22" fmla="*/ 13527 w 92692"/>
                <a:gd name="connsiteY22" fmla="*/ 83325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2692" h="98479">
                  <a:moveTo>
                    <a:pt x="13527" y="83325"/>
                  </a:moveTo>
                  <a:cubicBezTo>
                    <a:pt x="12844" y="86586"/>
                    <a:pt x="11477" y="91586"/>
                    <a:pt x="11477" y="92673"/>
                  </a:cubicBezTo>
                  <a:cubicBezTo>
                    <a:pt x="11477" y="96586"/>
                    <a:pt x="14666" y="98542"/>
                    <a:pt x="18082" y="98542"/>
                  </a:cubicBezTo>
                  <a:cubicBezTo>
                    <a:pt x="20815" y="98542"/>
                    <a:pt x="24914" y="96803"/>
                    <a:pt x="26509" y="92455"/>
                  </a:cubicBezTo>
                  <a:cubicBezTo>
                    <a:pt x="26964" y="91586"/>
                    <a:pt x="34707" y="62020"/>
                    <a:pt x="35618" y="58107"/>
                  </a:cubicBezTo>
                  <a:cubicBezTo>
                    <a:pt x="37440" y="50933"/>
                    <a:pt x="41540" y="35715"/>
                    <a:pt x="42906" y="29846"/>
                  </a:cubicBezTo>
                  <a:cubicBezTo>
                    <a:pt x="43817" y="27020"/>
                    <a:pt x="50194" y="16802"/>
                    <a:pt x="55660" y="12019"/>
                  </a:cubicBezTo>
                  <a:cubicBezTo>
                    <a:pt x="57482" y="10498"/>
                    <a:pt x="64087" y="4845"/>
                    <a:pt x="73880" y="4845"/>
                  </a:cubicBezTo>
                  <a:cubicBezTo>
                    <a:pt x="79801" y="4845"/>
                    <a:pt x="83217" y="7454"/>
                    <a:pt x="83445" y="7454"/>
                  </a:cubicBezTo>
                  <a:cubicBezTo>
                    <a:pt x="76613" y="8541"/>
                    <a:pt x="71602" y="13759"/>
                    <a:pt x="71602" y="19411"/>
                  </a:cubicBezTo>
                  <a:cubicBezTo>
                    <a:pt x="71602" y="22889"/>
                    <a:pt x="74107" y="27020"/>
                    <a:pt x="80257" y="27020"/>
                  </a:cubicBezTo>
                  <a:cubicBezTo>
                    <a:pt x="86406" y="27020"/>
                    <a:pt x="92783" y="22020"/>
                    <a:pt x="92783" y="14193"/>
                  </a:cubicBezTo>
                  <a:cubicBezTo>
                    <a:pt x="92783" y="6585"/>
                    <a:pt x="85495" y="63"/>
                    <a:pt x="73880" y="63"/>
                  </a:cubicBezTo>
                  <a:cubicBezTo>
                    <a:pt x="59076" y="63"/>
                    <a:pt x="49055" y="10715"/>
                    <a:pt x="44728" y="16802"/>
                  </a:cubicBezTo>
                  <a:cubicBezTo>
                    <a:pt x="42906" y="7019"/>
                    <a:pt x="34707" y="63"/>
                    <a:pt x="24003" y="63"/>
                  </a:cubicBezTo>
                  <a:cubicBezTo>
                    <a:pt x="13527" y="63"/>
                    <a:pt x="9200" y="8541"/>
                    <a:pt x="7150" y="12454"/>
                  </a:cubicBezTo>
                  <a:cubicBezTo>
                    <a:pt x="3051" y="19846"/>
                    <a:pt x="90" y="32889"/>
                    <a:pt x="90" y="33541"/>
                  </a:cubicBezTo>
                  <a:cubicBezTo>
                    <a:pt x="90" y="35715"/>
                    <a:pt x="2367" y="35715"/>
                    <a:pt x="2823" y="35715"/>
                  </a:cubicBezTo>
                  <a:cubicBezTo>
                    <a:pt x="5100" y="35715"/>
                    <a:pt x="5328" y="35498"/>
                    <a:pt x="6695" y="30715"/>
                  </a:cubicBezTo>
                  <a:cubicBezTo>
                    <a:pt x="10566" y="15280"/>
                    <a:pt x="15121" y="4845"/>
                    <a:pt x="23320" y="4845"/>
                  </a:cubicBezTo>
                  <a:cubicBezTo>
                    <a:pt x="27192" y="4845"/>
                    <a:pt x="30380" y="6585"/>
                    <a:pt x="30380" y="14846"/>
                  </a:cubicBezTo>
                  <a:cubicBezTo>
                    <a:pt x="30380" y="19411"/>
                    <a:pt x="29697" y="21802"/>
                    <a:pt x="26736" y="33107"/>
                  </a:cubicBezTo>
                  <a:lnTo>
                    <a:pt x="13527" y="8332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0" name="Freeform: Shape 19">
              <a:extLst>
                <a:ext uri="{FF2B5EF4-FFF2-40B4-BE49-F238E27FC236}">
                  <a16:creationId xmlns:a16="http://schemas.microsoft.com/office/drawing/2014/main" id="{F04E7A55-800E-1373-7394-C98EEDDD9024}"/>
                </a:ext>
              </a:extLst>
            </p:cNvPr>
            <p:cNvSpPr/>
            <p:nvPr>
              <p:custDataLst>
                <p:tags r:id="rId170"/>
              </p:custDataLst>
            </p:nvPr>
          </p:nvSpPr>
          <p:spPr>
            <a:xfrm>
              <a:off x="8084519" y="4279884"/>
              <a:ext cx="52837" cy="217393"/>
            </a:xfrm>
            <a:custGeom>
              <a:avLst/>
              <a:gdLst>
                <a:gd name="connsiteX0" fmla="*/ 52932 w 52837"/>
                <a:gd name="connsiteY0" fmla="*/ 215283 h 217393"/>
                <a:gd name="connsiteX1" fmla="*/ 49060 w 52837"/>
                <a:gd name="connsiteY1" fmla="*/ 210500 h 217393"/>
                <a:gd name="connsiteX2" fmla="*/ 13304 w 52837"/>
                <a:gd name="connsiteY2" fmla="*/ 108760 h 217393"/>
                <a:gd name="connsiteX3" fmla="*/ 49971 w 52837"/>
                <a:gd name="connsiteY3" fmla="*/ 5932 h 217393"/>
                <a:gd name="connsiteX4" fmla="*/ 52932 w 52837"/>
                <a:gd name="connsiteY4" fmla="*/ 2237 h 217393"/>
                <a:gd name="connsiteX5" fmla="*/ 50654 w 52837"/>
                <a:gd name="connsiteY5" fmla="*/ 63 h 217393"/>
                <a:gd name="connsiteX6" fmla="*/ 14443 w 52837"/>
                <a:gd name="connsiteY6" fmla="*/ 42455 h 217393"/>
                <a:gd name="connsiteX7" fmla="*/ 95 w 52837"/>
                <a:gd name="connsiteY7" fmla="*/ 108760 h 217393"/>
                <a:gd name="connsiteX8" fmla="*/ 15126 w 52837"/>
                <a:gd name="connsiteY8" fmla="*/ 176587 h 217393"/>
                <a:gd name="connsiteX9" fmla="*/ 50654 w 52837"/>
                <a:gd name="connsiteY9" fmla="*/ 217457 h 217393"/>
                <a:gd name="connsiteX10" fmla="*/ 52932 w 52837"/>
                <a:gd name="connsiteY10" fmla="*/ 21528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7393">
                  <a:moveTo>
                    <a:pt x="52932" y="215283"/>
                  </a:moveTo>
                  <a:cubicBezTo>
                    <a:pt x="52932" y="214631"/>
                    <a:pt x="52932" y="214196"/>
                    <a:pt x="49060" y="210500"/>
                  </a:cubicBezTo>
                  <a:cubicBezTo>
                    <a:pt x="20592" y="183108"/>
                    <a:pt x="13304" y="142021"/>
                    <a:pt x="13304" y="108760"/>
                  </a:cubicBezTo>
                  <a:cubicBezTo>
                    <a:pt x="13304" y="70933"/>
                    <a:pt x="21958" y="33107"/>
                    <a:pt x="49971" y="5932"/>
                  </a:cubicBezTo>
                  <a:cubicBezTo>
                    <a:pt x="52932" y="3324"/>
                    <a:pt x="52932" y="2889"/>
                    <a:pt x="52932" y="2237"/>
                  </a:cubicBezTo>
                  <a:cubicBezTo>
                    <a:pt x="52932" y="715"/>
                    <a:pt x="52021" y="63"/>
                    <a:pt x="50654" y="63"/>
                  </a:cubicBezTo>
                  <a:cubicBezTo>
                    <a:pt x="48377" y="63"/>
                    <a:pt x="27880" y="14846"/>
                    <a:pt x="14443" y="42455"/>
                  </a:cubicBezTo>
                  <a:cubicBezTo>
                    <a:pt x="2828" y="66368"/>
                    <a:pt x="95" y="90499"/>
                    <a:pt x="95" y="108760"/>
                  </a:cubicBezTo>
                  <a:cubicBezTo>
                    <a:pt x="95" y="125716"/>
                    <a:pt x="2600" y="152021"/>
                    <a:pt x="15126" y="176587"/>
                  </a:cubicBezTo>
                  <a:cubicBezTo>
                    <a:pt x="28791" y="203326"/>
                    <a:pt x="48377" y="217457"/>
                    <a:pt x="50654" y="217457"/>
                  </a:cubicBezTo>
                  <a:cubicBezTo>
                    <a:pt x="52021" y="217457"/>
                    <a:pt x="52932" y="216804"/>
                    <a:pt x="52932" y="215283"/>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1" name="Freeform: Shape 20">
              <a:extLst>
                <a:ext uri="{FF2B5EF4-FFF2-40B4-BE49-F238E27FC236}">
                  <a16:creationId xmlns:a16="http://schemas.microsoft.com/office/drawing/2014/main" id="{17F62059-C3A1-E9FE-5DA5-35D427874CA5}"/>
                </a:ext>
              </a:extLst>
            </p:cNvPr>
            <p:cNvSpPr/>
            <p:nvPr>
              <p:custDataLst>
                <p:tags r:id="rId171"/>
              </p:custDataLst>
            </p:nvPr>
          </p:nvSpPr>
          <p:spPr>
            <a:xfrm>
              <a:off x="8157145" y="4346842"/>
              <a:ext cx="117061" cy="98479"/>
            </a:xfrm>
            <a:custGeom>
              <a:avLst/>
              <a:gdLst>
                <a:gd name="connsiteX0" fmla="*/ 73205 w 117061"/>
                <a:gd name="connsiteY0" fmla="*/ 83977 h 98479"/>
                <a:gd name="connsiteX1" fmla="*/ 93474 w 117061"/>
                <a:gd name="connsiteY1" fmla="*/ 98542 h 98479"/>
                <a:gd name="connsiteX2" fmla="*/ 110328 w 117061"/>
                <a:gd name="connsiteY2" fmla="*/ 86586 h 98479"/>
                <a:gd name="connsiteX3" fmla="*/ 117160 w 117061"/>
                <a:gd name="connsiteY3" fmla="*/ 65064 h 98479"/>
                <a:gd name="connsiteX4" fmla="*/ 114427 w 117061"/>
                <a:gd name="connsiteY4" fmla="*/ 62890 h 98479"/>
                <a:gd name="connsiteX5" fmla="*/ 111239 w 117061"/>
                <a:gd name="connsiteY5" fmla="*/ 66803 h 98479"/>
                <a:gd name="connsiteX6" fmla="*/ 94158 w 117061"/>
                <a:gd name="connsiteY6" fmla="*/ 93760 h 98479"/>
                <a:gd name="connsiteX7" fmla="*/ 87098 w 117061"/>
                <a:gd name="connsiteY7" fmla="*/ 83759 h 98479"/>
                <a:gd name="connsiteX8" fmla="*/ 91653 w 117061"/>
                <a:gd name="connsiteY8" fmla="*/ 61150 h 98479"/>
                <a:gd name="connsiteX9" fmla="*/ 98029 w 117061"/>
                <a:gd name="connsiteY9" fmla="*/ 37672 h 98479"/>
                <a:gd name="connsiteX10" fmla="*/ 101901 w 117061"/>
                <a:gd name="connsiteY10" fmla="*/ 22889 h 98479"/>
                <a:gd name="connsiteX11" fmla="*/ 105317 w 117061"/>
                <a:gd name="connsiteY11" fmla="*/ 8324 h 98479"/>
                <a:gd name="connsiteX12" fmla="*/ 98713 w 117061"/>
                <a:gd name="connsiteY12" fmla="*/ 2454 h 98479"/>
                <a:gd name="connsiteX13" fmla="*/ 89831 w 117061"/>
                <a:gd name="connsiteY13" fmla="*/ 10063 h 98479"/>
                <a:gd name="connsiteX14" fmla="*/ 72750 w 117061"/>
                <a:gd name="connsiteY14" fmla="*/ 75498 h 98479"/>
                <a:gd name="connsiteX15" fmla="*/ 46787 w 117061"/>
                <a:gd name="connsiteY15" fmla="*/ 93760 h 98479"/>
                <a:gd name="connsiteX16" fmla="*/ 32666 w 117061"/>
                <a:gd name="connsiteY16" fmla="*/ 75933 h 98479"/>
                <a:gd name="connsiteX17" fmla="*/ 44965 w 117061"/>
                <a:gd name="connsiteY17" fmla="*/ 31585 h 98479"/>
                <a:gd name="connsiteX18" fmla="*/ 48836 w 117061"/>
                <a:gd name="connsiteY18" fmla="*/ 17889 h 98479"/>
                <a:gd name="connsiteX19" fmla="*/ 30161 w 117061"/>
                <a:gd name="connsiteY19" fmla="*/ 63 h 98479"/>
                <a:gd name="connsiteX20" fmla="*/ 99 w 117061"/>
                <a:gd name="connsiteY20" fmla="*/ 33541 h 98479"/>
                <a:gd name="connsiteX21" fmla="*/ 2832 w 117061"/>
                <a:gd name="connsiteY21" fmla="*/ 35715 h 98479"/>
                <a:gd name="connsiteX22" fmla="*/ 6476 w 117061"/>
                <a:gd name="connsiteY22" fmla="*/ 31802 h 98479"/>
                <a:gd name="connsiteX23" fmla="*/ 29478 w 117061"/>
                <a:gd name="connsiteY23" fmla="*/ 4845 h 98479"/>
                <a:gd name="connsiteX24" fmla="*/ 35172 w 117061"/>
                <a:gd name="connsiteY24" fmla="*/ 12019 h 98479"/>
                <a:gd name="connsiteX25" fmla="*/ 31300 w 117061"/>
                <a:gd name="connsiteY25" fmla="*/ 26802 h 98479"/>
                <a:gd name="connsiteX26" fmla="*/ 18091 w 117061"/>
                <a:gd name="connsiteY26" fmla="*/ 72455 h 98479"/>
                <a:gd name="connsiteX27" fmla="*/ 46103 w 117061"/>
                <a:gd name="connsiteY27" fmla="*/ 98542 h 98479"/>
                <a:gd name="connsiteX28" fmla="*/ 73205 w 117061"/>
                <a:gd name="connsiteY28" fmla="*/ 83977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061" h="98479">
                  <a:moveTo>
                    <a:pt x="73205" y="83977"/>
                  </a:moveTo>
                  <a:cubicBezTo>
                    <a:pt x="75710" y="92890"/>
                    <a:pt x="83681" y="98542"/>
                    <a:pt x="93474" y="98542"/>
                  </a:cubicBezTo>
                  <a:cubicBezTo>
                    <a:pt x="101446" y="98542"/>
                    <a:pt x="106684" y="93542"/>
                    <a:pt x="110328" y="86586"/>
                  </a:cubicBezTo>
                  <a:cubicBezTo>
                    <a:pt x="114199" y="78759"/>
                    <a:pt x="117160" y="65498"/>
                    <a:pt x="117160" y="65064"/>
                  </a:cubicBezTo>
                  <a:cubicBezTo>
                    <a:pt x="117160" y="62890"/>
                    <a:pt x="115110" y="62890"/>
                    <a:pt x="114427" y="62890"/>
                  </a:cubicBezTo>
                  <a:cubicBezTo>
                    <a:pt x="112150" y="62890"/>
                    <a:pt x="111922" y="63759"/>
                    <a:pt x="111239" y="66803"/>
                  </a:cubicBezTo>
                  <a:cubicBezTo>
                    <a:pt x="108050" y="78977"/>
                    <a:pt x="103723" y="93760"/>
                    <a:pt x="94158" y="93760"/>
                  </a:cubicBezTo>
                  <a:cubicBezTo>
                    <a:pt x="89375" y="93760"/>
                    <a:pt x="87098" y="90933"/>
                    <a:pt x="87098" y="83759"/>
                  </a:cubicBezTo>
                  <a:cubicBezTo>
                    <a:pt x="87098" y="78977"/>
                    <a:pt x="89831" y="68759"/>
                    <a:pt x="91653" y="61150"/>
                  </a:cubicBezTo>
                  <a:lnTo>
                    <a:pt x="98029" y="37672"/>
                  </a:lnTo>
                  <a:cubicBezTo>
                    <a:pt x="98713" y="34411"/>
                    <a:pt x="100990" y="26150"/>
                    <a:pt x="101901" y="22889"/>
                  </a:cubicBezTo>
                  <a:cubicBezTo>
                    <a:pt x="103040" y="17889"/>
                    <a:pt x="105317" y="9628"/>
                    <a:pt x="105317" y="8324"/>
                  </a:cubicBezTo>
                  <a:cubicBezTo>
                    <a:pt x="105317" y="4411"/>
                    <a:pt x="102129" y="2454"/>
                    <a:pt x="98713" y="2454"/>
                  </a:cubicBezTo>
                  <a:cubicBezTo>
                    <a:pt x="97574" y="2454"/>
                    <a:pt x="91653" y="2672"/>
                    <a:pt x="89831" y="10063"/>
                  </a:cubicBezTo>
                  <a:cubicBezTo>
                    <a:pt x="85503" y="25933"/>
                    <a:pt x="75483" y="63977"/>
                    <a:pt x="72750" y="75498"/>
                  </a:cubicBezTo>
                  <a:cubicBezTo>
                    <a:pt x="72522" y="76368"/>
                    <a:pt x="63412" y="93760"/>
                    <a:pt x="46787" y="93760"/>
                  </a:cubicBezTo>
                  <a:cubicBezTo>
                    <a:pt x="34944" y="93760"/>
                    <a:pt x="32666" y="83977"/>
                    <a:pt x="32666" y="75933"/>
                  </a:cubicBezTo>
                  <a:cubicBezTo>
                    <a:pt x="32666" y="63759"/>
                    <a:pt x="39043" y="46585"/>
                    <a:pt x="44965" y="31585"/>
                  </a:cubicBezTo>
                  <a:cubicBezTo>
                    <a:pt x="47698" y="25063"/>
                    <a:pt x="48836" y="22020"/>
                    <a:pt x="48836" y="17889"/>
                  </a:cubicBezTo>
                  <a:cubicBezTo>
                    <a:pt x="48836" y="8106"/>
                    <a:pt x="41548" y="63"/>
                    <a:pt x="30161" y="63"/>
                  </a:cubicBezTo>
                  <a:cubicBezTo>
                    <a:pt x="8525" y="63"/>
                    <a:pt x="99" y="31585"/>
                    <a:pt x="99" y="33541"/>
                  </a:cubicBezTo>
                  <a:cubicBezTo>
                    <a:pt x="99" y="35715"/>
                    <a:pt x="2376" y="35715"/>
                    <a:pt x="2832" y="35715"/>
                  </a:cubicBezTo>
                  <a:cubicBezTo>
                    <a:pt x="5109" y="35715"/>
                    <a:pt x="5337" y="35281"/>
                    <a:pt x="6476" y="31802"/>
                  </a:cubicBezTo>
                  <a:cubicBezTo>
                    <a:pt x="12169" y="12889"/>
                    <a:pt x="20824" y="4845"/>
                    <a:pt x="29478" y="4845"/>
                  </a:cubicBezTo>
                  <a:cubicBezTo>
                    <a:pt x="31528" y="4845"/>
                    <a:pt x="35172" y="5063"/>
                    <a:pt x="35172" y="12019"/>
                  </a:cubicBezTo>
                  <a:cubicBezTo>
                    <a:pt x="35172" y="17237"/>
                    <a:pt x="32666" y="23541"/>
                    <a:pt x="31300" y="26802"/>
                  </a:cubicBezTo>
                  <a:cubicBezTo>
                    <a:pt x="22873" y="48324"/>
                    <a:pt x="18091" y="61803"/>
                    <a:pt x="18091" y="72455"/>
                  </a:cubicBezTo>
                  <a:cubicBezTo>
                    <a:pt x="18091" y="93107"/>
                    <a:pt x="33805" y="98542"/>
                    <a:pt x="46103" y="98542"/>
                  </a:cubicBezTo>
                  <a:cubicBezTo>
                    <a:pt x="61135" y="98542"/>
                    <a:pt x="69333" y="88759"/>
                    <a:pt x="73205" y="83977"/>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2" name="Freeform: Shape 21">
              <a:extLst>
                <a:ext uri="{FF2B5EF4-FFF2-40B4-BE49-F238E27FC236}">
                  <a16:creationId xmlns:a16="http://schemas.microsoft.com/office/drawing/2014/main" id="{F0AFDD66-9761-48F8-38C6-09ABBCB3A1AC}"/>
                </a:ext>
              </a:extLst>
            </p:cNvPr>
            <p:cNvSpPr/>
            <p:nvPr>
              <p:custDataLst>
                <p:tags r:id="rId172"/>
              </p:custDataLst>
            </p:nvPr>
          </p:nvSpPr>
          <p:spPr>
            <a:xfrm>
              <a:off x="8308017" y="4279884"/>
              <a:ext cx="9109" cy="217393"/>
            </a:xfrm>
            <a:custGeom>
              <a:avLst/>
              <a:gdLst>
                <a:gd name="connsiteX0" fmla="*/ 9214 w 9109"/>
                <a:gd name="connsiteY0" fmla="*/ 7889 h 217393"/>
                <a:gd name="connsiteX1" fmla="*/ 4659 w 9109"/>
                <a:gd name="connsiteY1" fmla="*/ 63 h 217393"/>
                <a:gd name="connsiteX2" fmla="*/ 104 w 9109"/>
                <a:gd name="connsiteY2" fmla="*/ 7889 h 217393"/>
                <a:gd name="connsiteX3" fmla="*/ 104 w 9109"/>
                <a:gd name="connsiteY3" fmla="*/ 209630 h 217393"/>
                <a:gd name="connsiteX4" fmla="*/ 4659 w 9109"/>
                <a:gd name="connsiteY4" fmla="*/ 217457 h 217393"/>
                <a:gd name="connsiteX5" fmla="*/ 9214 w 9109"/>
                <a:gd name="connsiteY5" fmla="*/ 209630 h 217393"/>
                <a:gd name="connsiteX6" fmla="*/ 9214 w 9109"/>
                <a:gd name="connsiteY6" fmla="*/ 7889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09" h="217393">
                  <a:moveTo>
                    <a:pt x="9214" y="7889"/>
                  </a:moveTo>
                  <a:cubicBezTo>
                    <a:pt x="9214" y="3976"/>
                    <a:pt x="9214" y="63"/>
                    <a:pt x="4659" y="63"/>
                  </a:cubicBezTo>
                  <a:cubicBezTo>
                    <a:pt x="104" y="63"/>
                    <a:pt x="104" y="3976"/>
                    <a:pt x="104" y="7889"/>
                  </a:cubicBezTo>
                  <a:lnTo>
                    <a:pt x="104" y="209630"/>
                  </a:lnTo>
                  <a:cubicBezTo>
                    <a:pt x="104" y="213544"/>
                    <a:pt x="104" y="217457"/>
                    <a:pt x="4659" y="217457"/>
                  </a:cubicBezTo>
                  <a:cubicBezTo>
                    <a:pt x="9214" y="217457"/>
                    <a:pt x="9214" y="213544"/>
                    <a:pt x="9214" y="209630"/>
                  </a:cubicBezTo>
                  <a:lnTo>
                    <a:pt x="9214" y="7889"/>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3" name="Freeform: Shape 22">
              <a:extLst>
                <a:ext uri="{FF2B5EF4-FFF2-40B4-BE49-F238E27FC236}">
                  <a16:creationId xmlns:a16="http://schemas.microsoft.com/office/drawing/2014/main" id="{6554E593-82B4-63A3-4319-D949CE1A5C65}"/>
                </a:ext>
              </a:extLst>
            </p:cNvPr>
            <p:cNvSpPr/>
            <p:nvPr>
              <p:custDataLst>
                <p:tags r:id="rId173"/>
              </p:custDataLst>
            </p:nvPr>
          </p:nvSpPr>
          <p:spPr>
            <a:xfrm>
              <a:off x="8350783" y="4346842"/>
              <a:ext cx="113417" cy="98479"/>
            </a:xfrm>
            <a:custGeom>
              <a:avLst/>
              <a:gdLst>
                <a:gd name="connsiteX0" fmla="*/ 69570 w 113417"/>
                <a:gd name="connsiteY0" fmla="*/ 30498 h 98479"/>
                <a:gd name="connsiteX1" fmla="*/ 92116 w 113417"/>
                <a:gd name="connsiteY1" fmla="*/ 4845 h 98479"/>
                <a:gd name="connsiteX2" fmla="*/ 103504 w 113417"/>
                <a:gd name="connsiteY2" fmla="*/ 7672 h 98479"/>
                <a:gd name="connsiteX3" fmla="*/ 92572 w 113417"/>
                <a:gd name="connsiteY3" fmla="*/ 19411 h 98479"/>
                <a:gd name="connsiteX4" fmla="*/ 101226 w 113417"/>
                <a:gd name="connsiteY4" fmla="*/ 27020 h 98479"/>
                <a:gd name="connsiteX5" fmla="*/ 113525 w 113417"/>
                <a:gd name="connsiteY5" fmla="*/ 14411 h 98479"/>
                <a:gd name="connsiteX6" fmla="*/ 92344 w 113417"/>
                <a:gd name="connsiteY6" fmla="*/ 63 h 98479"/>
                <a:gd name="connsiteX7" fmla="*/ 68431 w 113417"/>
                <a:gd name="connsiteY7" fmla="*/ 16585 h 98479"/>
                <a:gd name="connsiteX8" fmla="*/ 43834 w 113417"/>
                <a:gd name="connsiteY8" fmla="*/ 63 h 98479"/>
                <a:gd name="connsiteX9" fmla="*/ 7167 w 113417"/>
                <a:gd name="connsiteY9" fmla="*/ 33541 h 98479"/>
                <a:gd name="connsiteX10" fmla="*/ 9900 w 113417"/>
                <a:gd name="connsiteY10" fmla="*/ 35715 h 98479"/>
                <a:gd name="connsiteX11" fmla="*/ 12861 w 113417"/>
                <a:gd name="connsiteY11" fmla="*/ 33324 h 98479"/>
                <a:gd name="connsiteX12" fmla="*/ 43379 w 113417"/>
                <a:gd name="connsiteY12" fmla="*/ 4845 h 98479"/>
                <a:gd name="connsiteX13" fmla="*/ 55677 w 113417"/>
                <a:gd name="connsiteY13" fmla="*/ 19411 h 98479"/>
                <a:gd name="connsiteX14" fmla="*/ 43379 w 113417"/>
                <a:gd name="connsiteY14" fmla="*/ 71151 h 98479"/>
                <a:gd name="connsiteX15" fmla="*/ 21743 w 113417"/>
                <a:gd name="connsiteY15" fmla="*/ 93760 h 98479"/>
                <a:gd name="connsiteX16" fmla="*/ 10356 w 113417"/>
                <a:gd name="connsiteY16" fmla="*/ 90933 h 98479"/>
                <a:gd name="connsiteX17" fmla="*/ 21060 w 113417"/>
                <a:gd name="connsiteY17" fmla="*/ 79194 h 98479"/>
                <a:gd name="connsiteX18" fmla="*/ 12633 w 113417"/>
                <a:gd name="connsiteY18" fmla="*/ 71585 h 98479"/>
                <a:gd name="connsiteX19" fmla="*/ 107 w 113417"/>
                <a:gd name="connsiteY19" fmla="*/ 84194 h 98479"/>
                <a:gd name="connsiteX20" fmla="*/ 21515 w 113417"/>
                <a:gd name="connsiteY20" fmla="*/ 98542 h 98479"/>
                <a:gd name="connsiteX21" fmla="*/ 45429 w 113417"/>
                <a:gd name="connsiteY21" fmla="*/ 82020 h 98479"/>
                <a:gd name="connsiteX22" fmla="*/ 70025 w 113417"/>
                <a:gd name="connsiteY22" fmla="*/ 98542 h 98479"/>
                <a:gd name="connsiteX23" fmla="*/ 106464 w 113417"/>
                <a:gd name="connsiteY23" fmla="*/ 65064 h 98479"/>
                <a:gd name="connsiteX24" fmla="*/ 103732 w 113417"/>
                <a:gd name="connsiteY24" fmla="*/ 62890 h 98479"/>
                <a:gd name="connsiteX25" fmla="*/ 100771 w 113417"/>
                <a:gd name="connsiteY25" fmla="*/ 65281 h 98479"/>
                <a:gd name="connsiteX26" fmla="*/ 70481 w 113417"/>
                <a:gd name="connsiteY26" fmla="*/ 93760 h 98479"/>
                <a:gd name="connsiteX27" fmla="*/ 57955 w 113417"/>
                <a:gd name="connsiteY27" fmla="*/ 79412 h 98479"/>
                <a:gd name="connsiteX28" fmla="*/ 61826 w 113417"/>
                <a:gd name="connsiteY28" fmla="*/ 60281 h 98479"/>
                <a:gd name="connsiteX29" fmla="*/ 69570 w 113417"/>
                <a:gd name="connsiteY29" fmla="*/ 30498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417" h="98479">
                  <a:moveTo>
                    <a:pt x="69570" y="30498"/>
                  </a:moveTo>
                  <a:cubicBezTo>
                    <a:pt x="70936" y="24846"/>
                    <a:pt x="76174" y="4845"/>
                    <a:pt x="92116" y="4845"/>
                  </a:cubicBezTo>
                  <a:cubicBezTo>
                    <a:pt x="93255" y="4845"/>
                    <a:pt x="98721" y="4845"/>
                    <a:pt x="103504" y="7672"/>
                  </a:cubicBezTo>
                  <a:cubicBezTo>
                    <a:pt x="97127" y="8759"/>
                    <a:pt x="92572" y="14193"/>
                    <a:pt x="92572" y="19411"/>
                  </a:cubicBezTo>
                  <a:cubicBezTo>
                    <a:pt x="92572" y="22889"/>
                    <a:pt x="95077" y="27020"/>
                    <a:pt x="101226" y="27020"/>
                  </a:cubicBezTo>
                  <a:cubicBezTo>
                    <a:pt x="106237" y="27020"/>
                    <a:pt x="113525" y="23107"/>
                    <a:pt x="113525" y="14411"/>
                  </a:cubicBezTo>
                  <a:cubicBezTo>
                    <a:pt x="113525" y="3106"/>
                    <a:pt x="100088" y="63"/>
                    <a:pt x="92344" y="63"/>
                  </a:cubicBezTo>
                  <a:cubicBezTo>
                    <a:pt x="79135" y="63"/>
                    <a:pt x="71164" y="11585"/>
                    <a:pt x="68431" y="16585"/>
                  </a:cubicBezTo>
                  <a:cubicBezTo>
                    <a:pt x="62737" y="2237"/>
                    <a:pt x="50439" y="63"/>
                    <a:pt x="43834" y="63"/>
                  </a:cubicBezTo>
                  <a:cubicBezTo>
                    <a:pt x="20149" y="63"/>
                    <a:pt x="7167" y="28107"/>
                    <a:pt x="7167" y="33541"/>
                  </a:cubicBezTo>
                  <a:cubicBezTo>
                    <a:pt x="7167" y="35715"/>
                    <a:pt x="9445" y="35715"/>
                    <a:pt x="9900" y="35715"/>
                  </a:cubicBezTo>
                  <a:cubicBezTo>
                    <a:pt x="11722" y="35715"/>
                    <a:pt x="12405" y="35281"/>
                    <a:pt x="12861" y="33324"/>
                  </a:cubicBezTo>
                  <a:cubicBezTo>
                    <a:pt x="20604" y="10280"/>
                    <a:pt x="35635" y="4845"/>
                    <a:pt x="43379" y="4845"/>
                  </a:cubicBezTo>
                  <a:cubicBezTo>
                    <a:pt x="47706" y="4845"/>
                    <a:pt x="55677" y="6802"/>
                    <a:pt x="55677" y="19411"/>
                  </a:cubicBezTo>
                  <a:cubicBezTo>
                    <a:pt x="55677" y="26150"/>
                    <a:pt x="51805" y="40715"/>
                    <a:pt x="43379" y="71151"/>
                  </a:cubicBezTo>
                  <a:cubicBezTo>
                    <a:pt x="39735" y="84629"/>
                    <a:pt x="31764" y="93760"/>
                    <a:pt x="21743" y="93760"/>
                  </a:cubicBezTo>
                  <a:cubicBezTo>
                    <a:pt x="20377" y="93760"/>
                    <a:pt x="15138" y="93760"/>
                    <a:pt x="10356" y="90933"/>
                  </a:cubicBezTo>
                  <a:cubicBezTo>
                    <a:pt x="16049" y="89846"/>
                    <a:pt x="21060" y="85281"/>
                    <a:pt x="21060" y="79194"/>
                  </a:cubicBezTo>
                  <a:cubicBezTo>
                    <a:pt x="21060" y="73325"/>
                    <a:pt x="16049" y="71585"/>
                    <a:pt x="12633" y="71585"/>
                  </a:cubicBezTo>
                  <a:cubicBezTo>
                    <a:pt x="5801" y="71585"/>
                    <a:pt x="107" y="77238"/>
                    <a:pt x="107" y="84194"/>
                  </a:cubicBezTo>
                  <a:cubicBezTo>
                    <a:pt x="107" y="94194"/>
                    <a:pt x="11494" y="98542"/>
                    <a:pt x="21515" y="98542"/>
                  </a:cubicBezTo>
                  <a:cubicBezTo>
                    <a:pt x="36546" y="98542"/>
                    <a:pt x="44745" y="83325"/>
                    <a:pt x="45429" y="82020"/>
                  </a:cubicBezTo>
                  <a:cubicBezTo>
                    <a:pt x="48162" y="90064"/>
                    <a:pt x="56360" y="98542"/>
                    <a:pt x="70025" y="98542"/>
                  </a:cubicBezTo>
                  <a:cubicBezTo>
                    <a:pt x="93483" y="98542"/>
                    <a:pt x="106464" y="70498"/>
                    <a:pt x="106464" y="65064"/>
                  </a:cubicBezTo>
                  <a:cubicBezTo>
                    <a:pt x="106464" y="62890"/>
                    <a:pt x="104415" y="62890"/>
                    <a:pt x="103732" y="62890"/>
                  </a:cubicBezTo>
                  <a:cubicBezTo>
                    <a:pt x="101682" y="62890"/>
                    <a:pt x="101226" y="63759"/>
                    <a:pt x="100771" y="65281"/>
                  </a:cubicBezTo>
                  <a:cubicBezTo>
                    <a:pt x="93255" y="88542"/>
                    <a:pt x="77768" y="93760"/>
                    <a:pt x="70481" y="93760"/>
                  </a:cubicBezTo>
                  <a:cubicBezTo>
                    <a:pt x="61599" y="93760"/>
                    <a:pt x="57955" y="86803"/>
                    <a:pt x="57955" y="79412"/>
                  </a:cubicBezTo>
                  <a:cubicBezTo>
                    <a:pt x="57955" y="74629"/>
                    <a:pt x="59321" y="69846"/>
                    <a:pt x="61826" y="60281"/>
                  </a:cubicBezTo>
                  <a:lnTo>
                    <a:pt x="69570" y="30498"/>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4" name="Freeform: Shape 23">
              <a:extLst>
                <a:ext uri="{FF2B5EF4-FFF2-40B4-BE49-F238E27FC236}">
                  <a16:creationId xmlns:a16="http://schemas.microsoft.com/office/drawing/2014/main" id="{8DBFB8D4-CB81-2CFF-A0F4-51DD32E42942}"/>
                </a:ext>
              </a:extLst>
            </p:cNvPr>
            <p:cNvSpPr/>
            <p:nvPr>
              <p:custDataLst>
                <p:tags r:id="rId174"/>
              </p:custDataLst>
            </p:nvPr>
          </p:nvSpPr>
          <p:spPr>
            <a:xfrm>
              <a:off x="8487323" y="4279884"/>
              <a:ext cx="52837" cy="217393"/>
            </a:xfrm>
            <a:custGeom>
              <a:avLst/>
              <a:gdLst>
                <a:gd name="connsiteX0" fmla="*/ 52950 w 52837"/>
                <a:gd name="connsiteY0" fmla="*/ 108760 h 217393"/>
                <a:gd name="connsiteX1" fmla="*/ 37919 w 52837"/>
                <a:gd name="connsiteY1" fmla="*/ 40933 h 217393"/>
                <a:gd name="connsiteX2" fmla="*/ 2390 w 52837"/>
                <a:gd name="connsiteY2" fmla="*/ 63 h 217393"/>
                <a:gd name="connsiteX3" fmla="*/ 113 w 52837"/>
                <a:gd name="connsiteY3" fmla="*/ 2237 h 217393"/>
                <a:gd name="connsiteX4" fmla="*/ 4440 w 52837"/>
                <a:gd name="connsiteY4" fmla="*/ 7237 h 217393"/>
                <a:gd name="connsiteX5" fmla="*/ 39741 w 52837"/>
                <a:gd name="connsiteY5" fmla="*/ 108760 h 217393"/>
                <a:gd name="connsiteX6" fmla="*/ 3074 w 52837"/>
                <a:gd name="connsiteY6" fmla="*/ 211587 h 217393"/>
                <a:gd name="connsiteX7" fmla="*/ 113 w 52837"/>
                <a:gd name="connsiteY7" fmla="*/ 215283 h 217393"/>
                <a:gd name="connsiteX8" fmla="*/ 2390 w 52837"/>
                <a:gd name="connsiteY8" fmla="*/ 217457 h 217393"/>
                <a:gd name="connsiteX9" fmla="*/ 38602 w 52837"/>
                <a:gd name="connsiteY9" fmla="*/ 175065 h 217393"/>
                <a:gd name="connsiteX10" fmla="*/ 52950 w 52837"/>
                <a:gd name="connsiteY10" fmla="*/ 108760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7393">
                  <a:moveTo>
                    <a:pt x="52950" y="108760"/>
                  </a:moveTo>
                  <a:cubicBezTo>
                    <a:pt x="52950" y="91803"/>
                    <a:pt x="50445" y="65498"/>
                    <a:pt x="37919" y="40933"/>
                  </a:cubicBezTo>
                  <a:cubicBezTo>
                    <a:pt x="24254" y="14193"/>
                    <a:pt x="4668" y="63"/>
                    <a:pt x="2390" y="63"/>
                  </a:cubicBezTo>
                  <a:cubicBezTo>
                    <a:pt x="1024" y="63"/>
                    <a:pt x="113" y="932"/>
                    <a:pt x="113" y="2237"/>
                  </a:cubicBezTo>
                  <a:cubicBezTo>
                    <a:pt x="113" y="2889"/>
                    <a:pt x="113" y="3324"/>
                    <a:pt x="4440" y="7237"/>
                  </a:cubicBezTo>
                  <a:cubicBezTo>
                    <a:pt x="26759" y="28759"/>
                    <a:pt x="39741" y="63324"/>
                    <a:pt x="39741" y="108760"/>
                  </a:cubicBezTo>
                  <a:cubicBezTo>
                    <a:pt x="39741" y="145934"/>
                    <a:pt x="31314" y="184195"/>
                    <a:pt x="3074" y="211587"/>
                  </a:cubicBezTo>
                  <a:cubicBezTo>
                    <a:pt x="113" y="214196"/>
                    <a:pt x="113" y="214631"/>
                    <a:pt x="113" y="215283"/>
                  </a:cubicBezTo>
                  <a:cubicBezTo>
                    <a:pt x="113" y="216587"/>
                    <a:pt x="1024" y="217457"/>
                    <a:pt x="2390" y="217457"/>
                  </a:cubicBezTo>
                  <a:cubicBezTo>
                    <a:pt x="4668" y="217457"/>
                    <a:pt x="25165" y="202674"/>
                    <a:pt x="38602" y="175065"/>
                  </a:cubicBezTo>
                  <a:cubicBezTo>
                    <a:pt x="50217" y="151152"/>
                    <a:pt x="52950" y="127021"/>
                    <a:pt x="52950" y="10876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6" name="Freeform: Shape 25">
              <a:extLst>
                <a:ext uri="{FF2B5EF4-FFF2-40B4-BE49-F238E27FC236}">
                  <a16:creationId xmlns:a16="http://schemas.microsoft.com/office/drawing/2014/main" id="{C4E5AA46-7705-F75E-5194-8AAF366BB078}"/>
                </a:ext>
              </a:extLst>
            </p:cNvPr>
            <p:cNvSpPr/>
            <p:nvPr>
              <p:custDataLst>
                <p:tags r:id="rId175"/>
              </p:custDataLst>
            </p:nvPr>
          </p:nvSpPr>
          <p:spPr>
            <a:xfrm>
              <a:off x="8638925" y="4363146"/>
              <a:ext cx="151451" cy="50870"/>
            </a:xfrm>
            <a:custGeom>
              <a:avLst/>
              <a:gdLst>
                <a:gd name="connsiteX0" fmla="*/ 143827 w 151451"/>
                <a:gd name="connsiteY0" fmla="*/ 8759 h 50870"/>
                <a:gd name="connsiteX1" fmla="*/ 151571 w 151451"/>
                <a:gd name="connsiteY1" fmla="*/ 4411 h 50870"/>
                <a:gd name="connsiteX2" fmla="*/ 144055 w 151451"/>
                <a:gd name="connsiteY2" fmla="*/ 63 h 50870"/>
                <a:gd name="connsiteX3" fmla="*/ 7635 w 151451"/>
                <a:gd name="connsiteY3" fmla="*/ 63 h 50870"/>
                <a:gd name="connsiteX4" fmla="*/ 119 w 151451"/>
                <a:gd name="connsiteY4" fmla="*/ 4411 h 50870"/>
                <a:gd name="connsiteX5" fmla="*/ 7863 w 151451"/>
                <a:gd name="connsiteY5" fmla="*/ 8759 h 50870"/>
                <a:gd name="connsiteX6" fmla="*/ 143827 w 151451"/>
                <a:gd name="connsiteY6" fmla="*/ 8759 h 50870"/>
                <a:gd name="connsiteX7" fmla="*/ 144055 w 151451"/>
                <a:gd name="connsiteY7" fmla="*/ 50933 h 50870"/>
                <a:gd name="connsiteX8" fmla="*/ 151571 w 151451"/>
                <a:gd name="connsiteY8" fmla="*/ 46585 h 50870"/>
                <a:gd name="connsiteX9" fmla="*/ 143827 w 151451"/>
                <a:gd name="connsiteY9" fmla="*/ 42237 h 50870"/>
                <a:gd name="connsiteX10" fmla="*/ 7863 w 151451"/>
                <a:gd name="connsiteY10" fmla="*/ 42237 h 50870"/>
                <a:gd name="connsiteX11" fmla="*/ 119 w 151451"/>
                <a:gd name="connsiteY11" fmla="*/ 46585 h 50870"/>
                <a:gd name="connsiteX12" fmla="*/ 7635 w 151451"/>
                <a:gd name="connsiteY12" fmla="*/ 50933 h 50870"/>
                <a:gd name="connsiteX13" fmla="*/ 144055 w 151451"/>
                <a:gd name="connsiteY13" fmla="*/ 50933 h 5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0870">
                  <a:moveTo>
                    <a:pt x="143827" y="8759"/>
                  </a:moveTo>
                  <a:cubicBezTo>
                    <a:pt x="147243" y="8759"/>
                    <a:pt x="151571" y="8759"/>
                    <a:pt x="151571" y="4411"/>
                  </a:cubicBezTo>
                  <a:cubicBezTo>
                    <a:pt x="151571" y="63"/>
                    <a:pt x="147243" y="63"/>
                    <a:pt x="144055" y="63"/>
                  </a:cubicBezTo>
                  <a:lnTo>
                    <a:pt x="7635" y="63"/>
                  </a:lnTo>
                  <a:cubicBezTo>
                    <a:pt x="4447" y="63"/>
                    <a:pt x="119" y="63"/>
                    <a:pt x="119" y="4411"/>
                  </a:cubicBezTo>
                  <a:cubicBezTo>
                    <a:pt x="119" y="8759"/>
                    <a:pt x="4447" y="8759"/>
                    <a:pt x="7863" y="8759"/>
                  </a:cubicBezTo>
                  <a:lnTo>
                    <a:pt x="143827" y="8759"/>
                  </a:lnTo>
                  <a:close/>
                  <a:moveTo>
                    <a:pt x="144055" y="50933"/>
                  </a:moveTo>
                  <a:cubicBezTo>
                    <a:pt x="147243" y="50933"/>
                    <a:pt x="151571" y="50933"/>
                    <a:pt x="151571" y="46585"/>
                  </a:cubicBezTo>
                  <a:cubicBezTo>
                    <a:pt x="151571" y="42237"/>
                    <a:pt x="147243" y="42237"/>
                    <a:pt x="143827" y="42237"/>
                  </a:cubicBezTo>
                  <a:lnTo>
                    <a:pt x="7863" y="42237"/>
                  </a:lnTo>
                  <a:cubicBezTo>
                    <a:pt x="4447" y="42237"/>
                    <a:pt x="119" y="42237"/>
                    <a:pt x="119" y="46585"/>
                  </a:cubicBezTo>
                  <a:cubicBezTo>
                    <a:pt x="119" y="50933"/>
                    <a:pt x="4447" y="50933"/>
                    <a:pt x="7635" y="50933"/>
                  </a:cubicBezTo>
                  <a:lnTo>
                    <a:pt x="144055" y="5093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7" name="Freeform: Shape 26">
              <a:extLst>
                <a:ext uri="{FF2B5EF4-FFF2-40B4-BE49-F238E27FC236}">
                  <a16:creationId xmlns:a16="http://schemas.microsoft.com/office/drawing/2014/main" id="{6E383993-2A07-3BF0-A5B7-50907DB44176}"/>
                </a:ext>
              </a:extLst>
            </p:cNvPr>
            <p:cNvSpPr/>
            <p:nvPr>
              <p:custDataLst>
                <p:tags r:id="rId176"/>
              </p:custDataLst>
            </p:nvPr>
          </p:nvSpPr>
          <p:spPr>
            <a:xfrm>
              <a:off x="8875223" y="4349233"/>
              <a:ext cx="120477" cy="96088"/>
            </a:xfrm>
            <a:custGeom>
              <a:avLst/>
              <a:gdLst>
                <a:gd name="connsiteX0" fmla="*/ 109448 w 120477"/>
                <a:gd name="connsiteY0" fmla="*/ 12672 h 96088"/>
                <a:gd name="connsiteX1" fmla="*/ 120608 w 120477"/>
                <a:gd name="connsiteY1" fmla="*/ 5280 h 96088"/>
                <a:gd name="connsiteX2" fmla="*/ 111725 w 120477"/>
                <a:gd name="connsiteY2" fmla="*/ 63 h 96088"/>
                <a:gd name="connsiteX3" fmla="*/ 59799 w 120477"/>
                <a:gd name="connsiteY3" fmla="*/ 63 h 96088"/>
                <a:gd name="connsiteX4" fmla="*/ 130 w 120477"/>
                <a:gd name="connsiteY4" fmla="*/ 61803 h 96088"/>
                <a:gd name="connsiteX5" fmla="*/ 34292 w 120477"/>
                <a:gd name="connsiteY5" fmla="*/ 96151 h 96088"/>
                <a:gd name="connsiteX6" fmla="*/ 91456 w 120477"/>
                <a:gd name="connsiteY6" fmla="*/ 36368 h 96088"/>
                <a:gd name="connsiteX7" fmla="*/ 84396 w 120477"/>
                <a:gd name="connsiteY7" fmla="*/ 12672 h 96088"/>
                <a:gd name="connsiteX8" fmla="*/ 109448 w 120477"/>
                <a:gd name="connsiteY8" fmla="*/ 12672 h 96088"/>
                <a:gd name="connsiteX9" fmla="*/ 34520 w 120477"/>
                <a:gd name="connsiteY9" fmla="*/ 91368 h 96088"/>
                <a:gd name="connsiteX10" fmla="*/ 14250 w 120477"/>
                <a:gd name="connsiteY10" fmla="*/ 67890 h 96088"/>
                <a:gd name="connsiteX11" fmla="*/ 24954 w 120477"/>
                <a:gd name="connsiteY11" fmla="*/ 30715 h 96088"/>
                <a:gd name="connsiteX12" fmla="*/ 55928 w 120477"/>
                <a:gd name="connsiteY12" fmla="*/ 12672 h 96088"/>
                <a:gd name="connsiteX13" fmla="*/ 76880 w 120477"/>
                <a:gd name="connsiteY13" fmla="*/ 33759 h 96088"/>
                <a:gd name="connsiteX14" fmla="*/ 64582 w 120477"/>
                <a:gd name="connsiteY14" fmla="*/ 72890 h 96088"/>
                <a:gd name="connsiteX15" fmla="*/ 34520 w 120477"/>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0477" h="96088">
                  <a:moveTo>
                    <a:pt x="109448" y="12672"/>
                  </a:moveTo>
                  <a:cubicBezTo>
                    <a:pt x="112409" y="12672"/>
                    <a:pt x="120608" y="12672"/>
                    <a:pt x="120608" y="5280"/>
                  </a:cubicBezTo>
                  <a:cubicBezTo>
                    <a:pt x="120608" y="63"/>
                    <a:pt x="115825" y="63"/>
                    <a:pt x="111725" y="63"/>
                  </a:cubicBezTo>
                  <a:lnTo>
                    <a:pt x="59799" y="63"/>
                  </a:lnTo>
                  <a:cubicBezTo>
                    <a:pt x="25410" y="63"/>
                    <a:pt x="130" y="35933"/>
                    <a:pt x="130" y="61803"/>
                  </a:cubicBezTo>
                  <a:cubicBezTo>
                    <a:pt x="130" y="80933"/>
                    <a:pt x="13567" y="96151"/>
                    <a:pt x="34292" y="96151"/>
                  </a:cubicBezTo>
                  <a:cubicBezTo>
                    <a:pt x="61166" y="96151"/>
                    <a:pt x="91456" y="69846"/>
                    <a:pt x="91456" y="36368"/>
                  </a:cubicBezTo>
                  <a:cubicBezTo>
                    <a:pt x="91456" y="32672"/>
                    <a:pt x="91456" y="22237"/>
                    <a:pt x="84396" y="12672"/>
                  </a:cubicBezTo>
                  <a:lnTo>
                    <a:pt x="109448" y="12672"/>
                  </a:lnTo>
                  <a:close/>
                  <a:moveTo>
                    <a:pt x="34520" y="91368"/>
                  </a:moveTo>
                  <a:cubicBezTo>
                    <a:pt x="23360" y="91368"/>
                    <a:pt x="14250" y="83542"/>
                    <a:pt x="14250" y="67890"/>
                  </a:cubicBezTo>
                  <a:cubicBezTo>
                    <a:pt x="14250" y="61368"/>
                    <a:pt x="16983" y="43542"/>
                    <a:pt x="24954" y="30715"/>
                  </a:cubicBezTo>
                  <a:cubicBezTo>
                    <a:pt x="34520" y="15715"/>
                    <a:pt x="48184" y="12672"/>
                    <a:pt x="55928" y="12672"/>
                  </a:cubicBezTo>
                  <a:cubicBezTo>
                    <a:pt x="75058" y="12672"/>
                    <a:pt x="76880" y="27020"/>
                    <a:pt x="76880" y="33759"/>
                  </a:cubicBezTo>
                  <a:cubicBezTo>
                    <a:pt x="76880" y="43976"/>
                    <a:pt x="72325" y="61803"/>
                    <a:pt x="64582" y="72890"/>
                  </a:cubicBezTo>
                  <a:cubicBezTo>
                    <a:pt x="55700" y="85716"/>
                    <a:pt x="43402" y="91368"/>
                    <a:pt x="34520" y="91368"/>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sp>
          <p:nvSpPr>
            <p:cNvPr id="28" name="Freeform: Shape 27">
              <a:extLst>
                <a:ext uri="{FF2B5EF4-FFF2-40B4-BE49-F238E27FC236}">
                  <a16:creationId xmlns:a16="http://schemas.microsoft.com/office/drawing/2014/main" id="{12E84D59-00C8-2F20-F9CD-AA5B51442D9F}"/>
                </a:ext>
              </a:extLst>
            </p:cNvPr>
            <p:cNvSpPr/>
            <p:nvPr>
              <p:custDataLst>
                <p:tags r:id="rId177"/>
              </p:custDataLst>
            </p:nvPr>
          </p:nvSpPr>
          <p:spPr>
            <a:xfrm>
              <a:off x="9014921" y="4262995"/>
              <a:ext cx="70464" cy="101044"/>
            </a:xfrm>
            <a:custGeom>
              <a:avLst/>
              <a:gdLst>
                <a:gd name="connsiteX0" fmla="*/ 70601 w 70464"/>
                <a:gd name="connsiteY0" fmla="*/ 73408 h 101044"/>
                <a:gd name="connsiteX1" fmla="*/ 65180 w 70464"/>
                <a:gd name="connsiteY1" fmla="*/ 73408 h 101044"/>
                <a:gd name="connsiteX2" fmla="*/ 61035 w 70464"/>
                <a:gd name="connsiteY2" fmla="*/ 87256 h 101044"/>
                <a:gd name="connsiteX3" fmla="*/ 45252 w 70464"/>
                <a:gd name="connsiteY3" fmla="*/ 88169 h 101044"/>
                <a:gd name="connsiteX4" fmla="*/ 15919 w 70464"/>
                <a:gd name="connsiteY4" fmla="*/ 88169 h 101044"/>
                <a:gd name="connsiteX5" fmla="*/ 47803 w 70464"/>
                <a:gd name="connsiteY5" fmla="*/ 62603 h 101044"/>
                <a:gd name="connsiteX6" fmla="*/ 70601 w 70464"/>
                <a:gd name="connsiteY6" fmla="*/ 29733 h 101044"/>
                <a:gd name="connsiteX7" fmla="*/ 33296 w 70464"/>
                <a:gd name="connsiteY7" fmla="*/ 59 h 101044"/>
                <a:gd name="connsiteX8" fmla="*/ 136 w 70464"/>
                <a:gd name="connsiteY8" fmla="*/ 27299 h 101044"/>
                <a:gd name="connsiteX9" fmla="*/ 8585 w 70464"/>
                <a:gd name="connsiteY9" fmla="*/ 35820 h 101044"/>
                <a:gd name="connsiteX10" fmla="*/ 17035 w 70464"/>
                <a:gd name="connsiteY10" fmla="*/ 27755 h 101044"/>
                <a:gd name="connsiteX11" fmla="*/ 7629 w 70464"/>
                <a:gd name="connsiteY11" fmla="*/ 19690 h 101044"/>
                <a:gd name="connsiteX12" fmla="*/ 30905 w 70464"/>
                <a:gd name="connsiteY12" fmla="*/ 5537 h 101044"/>
                <a:gd name="connsiteX13" fmla="*/ 55137 w 70464"/>
                <a:gd name="connsiteY13" fmla="*/ 29733 h 101044"/>
                <a:gd name="connsiteX14" fmla="*/ 40151 w 70464"/>
                <a:gd name="connsiteY14" fmla="*/ 58951 h 101044"/>
                <a:gd name="connsiteX15" fmla="*/ 1730 w 70464"/>
                <a:gd name="connsiteY15" fmla="*/ 95169 h 101044"/>
                <a:gd name="connsiteX16" fmla="*/ 136 w 70464"/>
                <a:gd name="connsiteY16" fmla="*/ 101104 h 101044"/>
                <a:gd name="connsiteX17" fmla="*/ 65818 w 70464"/>
                <a:gd name="connsiteY17" fmla="*/ 101104 h 101044"/>
                <a:gd name="connsiteX18" fmla="*/ 70601 w 70464"/>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464" h="101044">
                  <a:moveTo>
                    <a:pt x="70601" y="73408"/>
                  </a:moveTo>
                  <a:lnTo>
                    <a:pt x="65180" y="73408"/>
                  </a:lnTo>
                  <a:cubicBezTo>
                    <a:pt x="64702" y="76756"/>
                    <a:pt x="63108" y="85734"/>
                    <a:pt x="61035" y="87256"/>
                  </a:cubicBezTo>
                  <a:cubicBezTo>
                    <a:pt x="59760" y="88169"/>
                    <a:pt x="47484" y="88169"/>
                    <a:pt x="45252" y="88169"/>
                  </a:cubicBezTo>
                  <a:lnTo>
                    <a:pt x="15919" y="88169"/>
                  </a:lnTo>
                  <a:cubicBezTo>
                    <a:pt x="32658" y="74017"/>
                    <a:pt x="38238" y="69756"/>
                    <a:pt x="47803" y="62603"/>
                  </a:cubicBezTo>
                  <a:cubicBezTo>
                    <a:pt x="59601" y="53625"/>
                    <a:pt x="70601" y="44190"/>
                    <a:pt x="70601" y="29733"/>
                  </a:cubicBezTo>
                  <a:cubicBezTo>
                    <a:pt x="70601" y="11320"/>
                    <a:pt x="53702" y="59"/>
                    <a:pt x="33296" y="59"/>
                  </a:cubicBezTo>
                  <a:cubicBezTo>
                    <a:pt x="13528" y="59"/>
                    <a:pt x="136" y="13298"/>
                    <a:pt x="136" y="27299"/>
                  </a:cubicBezTo>
                  <a:cubicBezTo>
                    <a:pt x="136" y="35060"/>
                    <a:pt x="6991" y="35820"/>
                    <a:pt x="8585" y="35820"/>
                  </a:cubicBezTo>
                  <a:cubicBezTo>
                    <a:pt x="12412" y="35820"/>
                    <a:pt x="17035" y="33233"/>
                    <a:pt x="17035" y="27755"/>
                  </a:cubicBezTo>
                  <a:cubicBezTo>
                    <a:pt x="17035" y="25016"/>
                    <a:pt x="15919" y="19690"/>
                    <a:pt x="7629" y="19690"/>
                  </a:cubicBezTo>
                  <a:cubicBezTo>
                    <a:pt x="12571" y="8885"/>
                    <a:pt x="23412" y="5537"/>
                    <a:pt x="30905" y="5537"/>
                  </a:cubicBezTo>
                  <a:cubicBezTo>
                    <a:pt x="46847" y="5537"/>
                    <a:pt x="55137" y="17407"/>
                    <a:pt x="55137" y="29733"/>
                  </a:cubicBezTo>
                  <a:cubicBezTo>
                    <a:pt x="55137" y="42973"/>
                    <a:pt x="45252" y="53473"/>
                    <a:pt x="40151" y="58951"/>
                  </a:cubicBezTo>
                  <a:lnTo>
                    <a:pt x="1730" y="95169"/>
                  </a:lnTo>
                  <a:cubicBezTo>
                    <a:pt x="136" y="96539"/>
                    <a:pt x="136" y="96843"/>
                    <a:pt x="136" y="101104"/>
                  </a:cubicBezTo>
                  <a:lnTo>
                    <a:pt x="65818" y="101104"/>
                  </a:lnTo>
                  <a:lnTo>
                    <a:pt x="70601" y="73408"/>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p>
          </p:txBody>
        </p:sp>
      </p:grpSp>
      <p:sp>
        <p:nvSpPr>
          <p:cNvPr id="33" name="TextBox 32">
            <a:extLst>
              <a:ext uri="{FF2B5EF4-FFF2-40B4-BE49-F238E27FC236}">
                <a16:creationId xmlns:a16="http://schemas.microsoft.com/office/drawing/2014/main" id="{472ACC28-639F-2DE6-0645-059094D3D798}"/>
              </a:ext>
            </a:extLst>
          </p:cNvPr>
          <p:cNvSpPr txBox="1"/>
          <p:nvPr/>
        </p:nvSpPr>
        <p:spPr>
          <a:xfrm>
            <a:off x="4764866" y="4658535"/>
            <a:ext cx="879101" cy="369332"/>
          </a:xfrm>
          <a:prstGeom prst="rect">
            <a:avLst/>
          </a:prstGeom>
          <a:noFill/>
        </p:spPr>
        <p:txBody>
          <a:bodyPr wrap="square">
            <a:spAutoFit/>
          </a:bodyPr>
          <a:lstStyle/>
          <a:p>
            <a:r>
              <a:rPr lang="es-CO" sz="1800" b="1">
                <a:solidFill>
                  <a:srgbClr val="FFFF00"/>
                </a:solidFill>
              </a:rPr>
              <a:t>LSA4</a:t>
            </a:r>
            <a:endParaRPr lang="en-GB">
              <a:solidFill>
                <a:srgbClr val="FFFF00"/>
              </a:solidFill>
            </a:endParaRPr>
          </a:p>
        </p:txBody>
      </p:sp>
      <p:grpSp>
        <p:nvGrpSpPr>
          <p:cNvPr id="34" name="Group 33">
            <a:extLst>
              <a:ext uri="{FF2B5EF4-FFF2-40B4-BE49-F238E27FC236}">
                <a16:creationId xmlns:a16="http://schemas.microsoft.com/office/drawing/2014/main" id="{8093F0A7-0172-951A-6180-C859ED5EE549}"/>
              </a:ext>
            </a:extLst>
          </p:cNvPr>
          <p:cNvGrpSpPr>
            <a:grpSpLocks noChangeAspect="1"/>
          </p:cNvGrpSpPr>
          <p:nvPr>
            <p:custDataLst>
              <p:tags r:id="rId3"/>
            </p:custDataLst>
          </p:nvPr>
        </p:nvGrpSpPr>
        <p:grpSpPr>
          <a:xfrm>
            <a:off x="4903346" y="5208803"/>
            <a:ext cx="2516628" cy="135492"/>
            <a:chOff x="4481994" y="4874809"/>
            <a:chExt cx="4124393" cy="222052"/>
          </a:xfrm>
          <a:solidFill>
            <a:schemeClr val="bg1"/>
          </a:solidFill>
        </p:grpSpPr>
        <p:sp>
          <p:nvSpPr>
            <p:cNvPr id="35" name="Freeform: Shape 34">
              <a:extLst>
                <a:ext uri="{FF2B5EF4-FFF2-40B4-BE49-F238E27FC236}">
                  <a16:creationId xmlns:a16="http://schemas.microsoft.com/office/drawing/2014/main" id="{79B67F31-2197-3D6B-AAEC-0F62BE3299A0}"/>
                </a:ext>
              </a:extLst>
            </p:cNvPr>
            <p:cNvSpPr/>
            <p:nvPr>
              <p:custDataLst>
                <p:tags r:id="rId135"/>
              </p:custDataLst>
            </p:nvPr>
          </p:nvSpPr>
          <p:spPr>
            <a:xfrm>
              <a:off x="4481994" y="4890352"/>
              <a:ext cx="165981" cy="150995"/>
            </a:xfrm>
            <a:custGeom>
              <a:avLst/>
              <a:gdLst>
                <a:gd name="connsiteX0" fmla="*/ 153302 w 165981"/>
                <a:gd name="connsiteY0" fmla="*/ 99320 h 150995"/>
                <a:gd name="connsiteX1" fmla="*/ 154446 w 165981"/>
                <a:gd name="connsiteY1" fmla="*/ 96211 h 150995"/>
                <a:gd name="connsiteX2" fmla="*/ 151701 w 165981"/>
                <a:gd name="connsiteY2" fmla="*/ 93769 h 150995"/>
                <a:gd name="connsiteX3" fmla="*/ 148728 w 165981"/>
                <a:gd name="connsiteY3" fmla="*/ 96433 h 150995"/>
                <a:gd name="connsiteX4" fmla="*/ 86295 w 165981"/>
                <a:gd name="connsiteY4" fmla="*/ 144175 h 150995"/>
                <a:gd name="connsiteX5" fmla="*/ 52905 w 165981"/>
                <a:gd name="connsiteY5" fmla="*/ 144175 h 150995"/>
                <a:gd name="connsiteX6" fmla="*/ 47874 w 165981"/>
                <a:gd name="connsiteY6" fmla="*/ 143953 h 150995"/>
                <a:gd name="connsiteX7" fmla="*/ 44901 w 165981"/>
                <a:gd name="connsiteY7" fmla="*/ 141732 h 150995"/>
                <a:gd name="connsiteX8" fmla="*/ 46044 w 165981"/>
                <a:gd name="connsiteY8" fmla="*/ 136625 h 150995"/>
                <a:gd name="connsiteX9" fmla="*/ 61596 w 165981"/>
                <a:gd name="connsiteY9" fmla="*/ 76005 h 150995"/>
                <a:gd name="connsiteX10" fmla="*/ 84236 w 165981"/>
                <a:gd name="connsiteY10" fmla="*/ 76005 h 150995"/>
                <a:gd name="connsiteX11" fmla="*/ 103675 w 165981"/>
                <a:gd name="connsiteY11" fmla="*/ 86219 h 150995"/>
                <a:gd name="connsiteX12" fmla="*/ 102075 w 165981"/>
                <a:gd name="connsiteY12" fmla="*/ 97100 h 150995"/>
                <a:gd name="connsiteX13" fmla="*/ 101389 w 165981"/>
                <a:gd name="connsiteY13" fmla="*/ 99542 h 150995"/>
                <a:gd name="connsiteX14" fmla="*/ 104362 w 165981"/>
                <a:gd name="connsiteY14" fmla="*/ 101985 h 150995"/>
                <a:gd name="connsiteX15" fmla="*/ 107792 w 165981"/>
                <a:gd name="connsiteY15" fmla="*/ 97544 h 150995"/>
                <a:gd name="connsiteX16" fmla="*/ 120828 w 165981"/>
                <a:gd name="connsiteY16" fmla="*/ 45583 h 150995"/>
                <a:gd name="connsiteX17" fmla="*/ 118083 w 165981"/>
                <a:gd name="connsiteY17" fmla="*/ 43141 h 150995"/>
                <a:gd name="connsiteX18" fmla="*/ 114882 w 165981"/>
                <a:gd name="connsiteY18" fmla="*/ 47138 h 150995"/>
                <a:gd name="connsiteX19" fmla="*/ 84923 w 165981"/>
                <a:gd name="connsiteY19" fmla="*/ 69121 h 150995"/>
                <a:gd name="connsiteX20" fmla="*/ 63425 w 165981"/>
                <a:gd name="connsiteY20" fmla="*/ 69121 h 150995"/>
                <a:gd name="connsiteX21" fmla="*/ 77147 w 165981"/>
                <a:gd name="connsiteY21" fmla="*/ 15606 h 150995"/>
                <a:gd name="connsiteX22" fmla="*/ 89496 w 165981"/>
                <a:gd name="connsiteY22" fmla="*/ 6946 h 150995"/>
                <a:gd name="connsiteX23" fmla="*/ 121742 w 165981"/>
                <a:gd name="connsiteY23" fmla="*/ 6946 h 150995"/>
                <a:gd name="connsiteX24" fmla="*/ 156504 w 165981"/>
                <a:gd name="connsiteY24" fmla="*/ 31594 h 150995"/>
                <a:gd name="connsiteX25" fmla="*/ 155589 w 165981"/>
                <a:gd name="connsiteY25" fmla="*/ 43363 h 150995"/>
                <a:gd name="connsiteX26" fmla="*/ 155361 w 165981"/>
                <a:gd name="connsiteY26" fmla="*/ 47360 h 150995"/>
                <a:gd name="connsiteX27" fmla="*/ 158105 w 165981"/>
                <a:gd name="connsiteY27" fmla="*/ 50025 h 150995"/>
                <a:gd name="connsiteX28" fmla="*/ 161307 w 165981"/>
                <a:gd name="connsiteY28" fmla="*/ 44473 h 150995"/>
                <a:gd name="connsiteX29" fmla="*/ 165880 w 165981"/>
                <a:gd name="connsiteY29" fmla="*/ 6058 h 150995"/>
                <a:gd name="connsiteX30" fmla="*/ 159706 w 165981"/>
                <a:gd name="connsiteY30" fmla="*/ 63 h 150995"/>
                <a:gd name="connsiteX31" fmla="*/ 44215 w 165981"/>
                <a:gd name="connsiteY31" fmla="*/ 63 h 150995"/>
                <a:gd name="connsiteX32" fmla="*/ 37354 w 165981"/>
                <a:gd name="connsiteY32" fmla="*/ 4504 h 150995"/>
                <a:gd name="connsiteX33" fmla="*/ 43757 w 165981"/>
                <a:gd name="connsiteY33" fmla="*/ 6946 h 150995"/>
                <a:gd name="connsiteX34" fmla="*/ 58623 w 165981"/>
                <a:gd name="connsiteY34" fmla="*/ 10943 h 150995"/>
                <a:gd name="connsiteX35" fmla="*/ 57479 w 165981"/>
                <a:gd name="connsiteY35" fmla="*/ 16273 h 150995"/>
                <a:gd name="connsiteX36" fmla="*/ 27291 w 165981"/>
                <a:gd name="connsiteY36" fmla="*/ 133738 h 150995"/>
                <a:gd name="connsiteX37" fmla="*/ 6480 w 165981"/>
                <a:gd name="connsiteY37" fmla="*/ 144175 h 150995"/>
                <a:gd name="connsiteX38" fmla="*/ 77 w 165981"/>
                <a:gd name="connsiteY38" fmla="*/ 148394 h 150995"/>
                <a:gd name="connsiteX39" fmla="*/ 6480 w 165981"/>
                <a:gd name="connsiteY39" fmla="*/ 151058 h 150995"/>
                <a:gd name="connsiteX40" fmla="*/ 125173 w 165981"/>
                <a:gd name="connsiteY40" fmla="*/ 151058 h 150995"/>
                <a:gd name="connsiteX41" fmla="*/ 132262 w 165981"/>
                <a:gd name="connsiteY41" fmla="*/ 147283 h 150995"/>
                <a:gd name="connsiteX42" fmla="*/ 153302 w 165981"/>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981" h="150995">
                  <a:moveTo>
                    <a:pt x="153302" y="99320"/>
                  </a:moveTo>
                  <a:cubicBezTo>
                    <a:pt x="153760" y="98210"/>
                    <a:pt x="154446" y="96656"/>
                    <a:pt x="154446" y="96211"/>
                  </a:cubicBezTo>
                  <a:cubicBezTo>
                    <a:pt x="154446" y="95989"/>
                    <a:pt x="154446" y="93769"/>
                    <a:pt x="151701" y="93769"/>
                  </a:cubicBezTo>
                  <a:cubicBezTo>
                    <a:pt x="149643" y="93769"/>
                    <a:pt x="149186" y="95101"/>
                    <a:pt x="148728" y="96433"/>
                  </a:cubicBezTo>
                  <a:cubicBezTo>
                    <a:pt x="133863" y="129297"/>
                    <a:pt x="125401" y="144175"/>
                    <a:pt x="86295" y="144175"/>
                  </a:cubicBezTo>
                  <a:lnTo>
                    <a:pt x="52905" y="144175"/>
                  </a:lnTo>
                  <a:cubicBezTo>
                    <a:pt x="49703" y="144175"/>
                    <a:pt x="49246" y="144175"/>
                    <a:pt x="47874" y="143953"/>
                  </a:cubicBezTo>
                  <a:cubicBezTo>
                    <a:pt x="45587" y="143731"/>
                    <a:pt x="44901" y="143509"/>
                    <a:pt x="44901" y="141732"/>
                  </a:cubicBezTo>
                  <a:cubicBezTo>
                    <a:pt x="44901" y="141066"/>
                    <a:pt x="44901" y="140622"/>
                    <a:pt x="46044" y="136625"/>
                  </a:cubicBezTo>
                  <a:lnTo>
                    <a:pt x="61596" y="76005"/>
                  </a:lnTo>
                  <a:lnTo>
                    <a:pt x="84236" y="76005"/>
                  </a:lnTo>
                  <a:cubicBezTo>
                    <a:pt x="103675" y="76005"/>
                    <a:pt x="103675" y="80668"/>
                    <a:pt x="103675" y="86219"/>
                  </a:cubicBezTo>
                  <a:cubicBezTo>
                    <a:pt x="103675" y="87773"/>
                    <a:pt x="103675" y="90438"/>
                    <a:pt x="102075" y="97100"/>
                  </a:cubicBezTo>
                  <a:cubicBezTo>
                    <a:pt x="101617" y="98210"/>
                    <a:pt x="101389" y="98876"/>
                    <a:pt x="101389" y="99542"/>
                  </a:cubicBezTo>
                  <a:cubicBezTo>
                    <a:pt x="101389" y="100652"/>
                    <a:pt x="102303" y="101985"/>
                    <a:pt x="104362" y="101985"/>
                  </a:cubicBezTo>
                  <a:cubicBezTo>
                    <a:pt x="106191" y="101985"/>
                    <a:pt x="106877" y="100874"/>
                    <a:pt x="107792" y="97544"/>
                  </a:cubicBezTo>
                  <a:lnTo>
                    <a:pt x="120828" y="45583"/>
                  </a:lnTo>
                  <a:cubicBezTo>
                    <a:pt x="120828" y="44251"/>
                    <a:pt x="119684" y="43141"/>
                    <a:pt x="118083" y="43141"/>
                  </a:cubicBezTo>
                  <a:cubicBezTo>
                    <a:pt x="116025" y="43141"/>
                    <a:pt x="115568" y="44473"/>
                    <a:pt x="114882" y="47138"/>
                  </a:cubicBezTo>
                  <a:cubicBezTo>
                    <a:pt x="110079" y="64014"/>
                    <a:pt x="105962" y="69121"/>
                    <a:pt x="84923" y="69121"/>
                  </a:cubicBezTo>
                  <a:lnTo>
                    <a:pt x="63425" y="69121"/>
                  </a:lnTo>
                  <a:lnTo>
                    <a:pt x="77147" y="15606"/>
                  </a:lnTo>
                  <a:cubicBezTo>
                    <a:pt x="79205" y="7835"/>
                    <a:pt x="79434" y="6946"/>
                    <a:pt x="89496" y="6946"/>
                  </a:cubicBezTo>
                  <a:lnTo>
                    <a:pt x="121742" y="6946"/>
                  </a:lnTo>
                  <a:cubicBezTo>
                    <a:pt x="149643" y="6946"/>
                    <a:pt x="156504" y="13386"/>
                    <a:pt x="156504" y="31594"/>
                  </a:cubicBezTo>
                  <a:cubicBezTo>
                    <a:pt x="156504" y="36923"/>
                    <a:pt x="156504" y="37368"/>
                    <a:pt x="155589" y="43363"/>
                  </a:cubicBezTo>
                  <a:cubicBezTo>
                    <a:pt x="155589" y="44695"/>
                    <a:pt x="155361" y="46250"/>
                    <a:pt x="155361" y="47360"/>
                  </a:cubicBezTo>
                  <a:cubicBezTo>
                    <a:pt x="155361" y="48470"/>
                    <a:pt x="156047" y="50025"/>
                    <a:pt x="158105" y="50025"/>
                  </a:cubicBezTo>
                  <a:cubicBezTo>
                    <a:pt x="160621" y="50025"/>
                    <a:pt x="160849" y="48692"/>
                    <a:pt x="161307" y="44473"/>
                  </a:cubicBezTo>
                  <a:lnTo>
                    <a:pt x="165880" y="6058"/>
                  </a:lnTo>
                  <a:cubicBezTo>
                    <a:pt x="166567" y="63"/>
                    <a:pt x="165423" y="63"/>
                    <a:pt x="159706" y="63"/>
                  </a:cubicBezTo>
                  <a:lnTo>
                    <a:pt x="44215" y="63"/>
                  </a:lnTo>
                  <a:cubicBezTo>
                    <a:pt x="39641" y="63"/>
                    <a:pt x="37354" y="63"/>
                    <a:pt x="37354" y="4504"/>
                  </a:cubicBezTo>
                  <a:cubicBezTo>
                    <a:pt x="37354" y="6946"/>
                    <a:pt x="39412" y="6946"/>
                    <a:pt x="43757" y="6946"/>
                  </a:cubicBezTo>
                  <a:cubicBezTo>
                    <a:pt x="52219" y="6946"/>
                    <a:pt x="58623" y="6946"/>
                    <a:pt x="58623" y="10943"/>
                  </a:cubicBezTo>
                  <a:cubicBezTo>
                    <a:pt x="58623" y="11832"/>
                    <a:pt x="58623" y="12276"/>
                    <a:pt x="57479" y="16273"/>
                  </a:cubicBezTo>
                  <a:lnTo>
                    <a:pt x="27291" y="133738"/>
                  </a:lnTo>
                  <a:cubicBezTo>
                    <a:pt x="25004" y="142398"/>
                    <a:pt x="24547" y="144175"/>
                    <a:pt x="6480" y="144175"/>
                  </a:cubicBezTo>
                  <a:cubicBezTo>
                    <a:pt x="2592" y="144175"/>
                    <a:pt x="77" y="144175"/>
                    <a:pt x="77" y="148394"/>
                  </a:cubicBezTo>
                  <a:cubicBezTo>
                    <a:pt x="77" y="151058"/>
                    <a:pt x="2135" y="151058"/>
                    <a:pt x="6480" y="151058"/>
                  </a:cubicBezTo>
                  <a:lnTo>
                    <a:pt x="125173" y="151058"/>
                  </a:lnTo>
                  <a:cubicBezTo>
                    <a:pt x="130433" y="151058"/>
                    <a:pt x="130661" y="150836"/>
                    <a:pt x="132262" y="147283"/>
                  </a:cubicBezTo>
                  <a:lnTo>
                    <a:pt x="153302" y="9932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36" name="Freeform: Shape 35">
              <a:extLst>
                <a:ext uri="{FF2B5EF4-FFF2-40B4-BE49-F238E27FC236}">
                  <a16:creationId xmlns:a16="http://schemas.microsoft.com/office/drawing/2014/main" id="{E743F7CF-49F6-D8A9-4792-C83A28D46C14}"/>
                </a:ext>
              </a:extLst>
            </p:cNvPr>
            <p:cNvSpPr/>
            <p:nvPr>
              <p:custDataLst>
                <p:tags r:id="rId136"/>
              </p:custDataLst>
            </p:nvPr>
          </p:nvSpPr>
          <p:spPr>
            <a:xfrm>
              <a:off x="4682293" y="4874809"/>
              <a:ext cx="31331" cy="222052"/>
            </a:xfrm>
            <a:custGeom>
              <a:avLst/>
              <a:gdLst>
                <a:gd name="connsiteX0" fmla="*/ 31416 w 31331"/>
                <a:gd name="connsiteY0" fmla="*/ 222115 h 222052"/>
                <a:gd name="connsiteX1" fmla="*/ 31416 w 31331"/>
                <a:gd name="connsiteY1" fmla="*/ 213233 h 222052"/>
                <a:gd name="connsiteX2" fmla="*/ 9232 w 31331"/>
                <a:gd name="connsiteY2" fmla="*/ 213233 h 222052"/>
                <a:gd name="connsiteX3" fmla="*/ 9232 w 31331"/>
                <a:gd name="connsiteY3" fmla="*/ 8945 h 222052"/>
                <a:gd name="connsiteX4" fmla="*/ 31416 w 31331"/>
                <a:gd name="connsiteY4" fmla="*/ 8945 h 222052"/>
                <a:gd name="connsiteX5" fmla="*/ 31416 w 31331"/>
                <a:gd name="connsiteY5" fmla="*/ 63 h 222052"/>
                <a:gd name="connsiteX6" fmla="*/ 85 w 31331"/>
                <a:gd name="connsiteY6" fmla="*/ 63 h 222052"/>
                <a:gd name="connsiteX7" fmla="*/ 85 w 31331"/>
                <a:gd name="connsiteY7" fmla="*/ 222115 h 222052"/>
                <a:gd name="connsiteX8" fmla="*/ 31416 w 313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416" y="222115"/>
                  </a:moveTo>
                  <a:lnTo>
                    <a:pt x="31416" y="213233"/>
                  </a:lnTo>
                  <a:lnTo>
                    <a:pt x="9232" y="213233"/>
                  </a:lnTo>
                  <a:lnTo>
                    <a:pt x="9232" y="8945"/>
                  </a:lnTo>
                  <a:lnTo>
                    <a:pt x="31416" y="8945"/>
                  </a:lnTo>
                  <a:lnTo>
                    <a:pt x="31416" y="63"/>
                  </a:lnTo>
                  <a:lnTo>
                    <a:pt x="85" y="63"/>
                  </a:lnTo>
                  <a:lnTo>
                    <a:pt x="85" y="222115"/>
                  </a:lnTo>
                  <a:lnTo>
                    <a:pt x="31416" y="22211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37" name="Freeform: Shape 36">
              <a:extLst>
                <a:ext uri="{FF2B5EF4-FFF2-40B4-BE49-F238E27FC236}">
                  <a16:creationId xmlns:a16="http://schemas.microsoft.com/office/drawing/2014/main" id="{DF07F71E-D6D5-A7F0-E0E0-F00163E76263}"/>
                </a:ext>
              </a:extLst>
            </p:cNvPr>
            <p:cNvSpPr/>
            <p:nvPr>
              <p:custDataLst>
                <p:tags r:id="rId137"/>
              </p:custDataLst>
            </p:nvPr>
          </p:nvSpPr>
          <p:spPr>
            <a:xfrm>
              <a:off x="4725465" y="4943201"/>
              <a:ext cx="117549" cy="100589"/>
            </a:xfrm>
            <a:custGeom>
              <a:avLst/>
              <a:gdLst>
                <a:gd name="connsiteX0" fmla="*/ 73498 w 117549"/>
                <a:gd name="connsiteY0" fmla="*/ 85775 h 100589"/>
                <a:gd name="connsiteX1" fmla="*/ 93852 w 117549"/>
                <a:gd name="connsiteY1" fmla="*/ 100652 h 100589"/>
                <a:gd name="connsiteX2" fmla="*/ 110776 w 117549"/>
                <a:gd name="connsiteY2" fmla="*/ 88440 h 100589"/>
                <a:gd name="connsiteX3" fmla="*/ 117637 w 117549"/>
                <a:gd name="connsiteY3" fmla="*/ 66456 h 100589"/>
                <a:gd name="connsiteX4" fmla="*/ 114892 w 117549"/>
                <a:gd name="connsiteY4" fmla="*/ 64236 h 100589"/>
                <a:gd name="connsiteX5" fmla="*/ 111690 w 117549"/>
                <a:gd name="connsiteY5" fmla="*/ 68233 h 100589"/>
                <a:gd name="connsiteX6" fmla="*/ 94538 w 117549"/>
                <a:gd name="connsiteY6" fmla="*/ 95767 h 100589"/>
                <a:gd name="connsiteX7" fmla="*/ 87449 w 117549"/>
                <a:gd name="connsiteY7" fmla="*/ 85553 h 100589"/>
                <a:gd name="connsiteX8" fmla="*/ 92023 w 117549"/>
                <a:gd name="connsiteY8" fmla="*/ 62459 h 100589"/>
                <a:gd name="connsiteX9" fmla="*/ 98426 w 117549"/>
                <a:gd name="connsiteY9" fmla="*/ 38478 h 100589"/>
                <a:gd name="connsiteX10" fmla="*/ 102314 w 117549"/>
                <a:gd name="connsiteY10" fmla="*/ 23378 h 100589"/>
                <a:gd name="connsiteX11" fmla="*/ 105744 w 117549"/>
                <a:gd name="connsiteY11" fmla="*/ 8501 h 100589"/>
                <a:gd name="connsiteX12" fmla="*/ 99112 w 117549"/>
                <a:gd name="connsiteY12" fmla="*/ 2505 h 100589"/>
                <a:gd name="connsiteX13" fmla="*/ 90193 w 117549"/>
                <a:gd name="connsiteY13" fmla="*/ 10277 h 100589"/>
                <a:gd name="connsiteX14" fmla="*/ 73041 w 117549"/>
                <a:gd name="connsiteY14" fmla="*/ 77115 h 100589"/>
                <a:gd name="connsiteX15" fmla="*/ 46970 w 117549"/>
                <a:gd name="connsiteY15" fmla="*/ 95767 h 100589"/>
                <a:gd name="connsiteX16" fmla="*/ 32791 w 117549"/>
                <a:gd name="connsiteY16" fmla="*/ 77559 h 100589"/>
                <a:gd name="connsiteX17" fmla="*/ 45140 w 117549"/>
                <a:gd name="connsiteY17" fmla="*/ 32260 h 100589"/>
                <a:gd name="connsiteX18" fmla="*/ 49028 w 117549"/>
                <a:gd name="connsiteY18" fmla="*/ 18271 h 100589"/>
                <a:gd name="connsiteX19" fmla="*/ 30275 w 117549"/>
                <a:gd name="connsiteY19" fmla="*/ 63 h 100589"/>
                <a:gd name="connsiteX20" fmla="*/ 87 w 117549"/>
                <a:gd name="connsiteY20" fmla="*/ 34259 h 100589"/>
                <a:gd name="connsiteX21" fmla="*/ 2832 w 117549"/>
                <a:gd name="connsiteY21" fmla="*/ 36479 h 100589"/>
                <a:gd name="connsiteX22" fmla="*/ 6491 w 117549"/>
                <a:gd name="connsiteY22" fmla="*/ 32482 h 100589"/>
                <a:gd name="connsiteX23" fmla="*/ 29589 w 117549"/>
                <a:gd name="connsiteY23" fmla="*/ 4948 h 100589"/>
                <a:gd name="connsiteX24" fmla="*/ 35306 w 117549"/>
                <a:gd name="connsiteY24" fmla="*/ 12276 h 100589"/>
                <a:gd name="connsiteX25" fmla="*/ 31419 w 117549"/>
                <a:gd name="connsiteY25" fmla="*/ 27375 h 100589"/>
                <a:gd name="connsiteX26" fmla="*/ 18154 w 117549"/>
                <a:gd name="connsiteY26" fmla="*/ 74006 h 100589"/>
                <a:gd name="connsiteX27" fmla="*/ 46284 w 117549"/>
                <a:gd name="connsiteY27" fmla="*/ 100652 h 100589"/>
                <a:gd name="connsiteX28" fmla="*/ 73498 w 117549"/>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549" h="100589">
                  <a:moveTo>
                    <a:pt x="73498" y="85775"/>
                  </a:moveTo>
                  <a:cubicBezTo>
                    <a:pt x="76014" y="94879"/>
                    <a:pt x="84018" y="100652"/>
                    <a:pt x="93852" y="100652"/>
                  </a:cubicBezTo>
                  <a:cubicBezTo>
                    <a:pt x="101857" y="100652"/>
                    <a:pt x="107117" y="95545"/>
                    <a:pt x="110776" y="88440"/>
                  </a:cubicBezTo>
                  <a:cubicBezTo>
                    <a:pt x="114664" y="80446"/>
                    <a:pt x="117637" y="66901"/>
                    <a:pt x="117637" y="66456"/>
                  </a:cubicBezTo>
                  <a:cubicBezTo>
                    <a:pt x="117637" y="64236"/>
                    <a:pt x="115578" y="64236"/>
                    <a:pt x="114892" y="64236"/>
                  </a:cubicBezTo>
                  <a:cubicBezTo>
                    <a:pt x="112605" y="64236"/>
                    <a:pt x="112377" y="65124"/>
                    <a:pt x="111690" y="68233"/>
                  </a:cubicBezTo>
                  <a:cubicBezTo>
                    <a:pt x="108489" y="80668"/>
                    <a:pt x="104144" y="95767"/>
                    <a:pt x="94538" y="95767"/>
                  </a:cubicBezTo>
                  <a:cubicBezTo>
                    <a:pt x="89736" y="95767"/>
                    <a:pt x="87449" y="92881"/>
                    <a:pt x="87449" y="85553"/>
                  </a:cubicBezTo>
                  <a:cubicBezTo>
                    <a:pt x="87449" y="80668"/>
                    <a:pt x="90193" y="70231"/>
                    <a:pt x="92023" y="62459"/>
                  </a:cubicBezTo>
                  <a:lnTo>
                    <a:pt x="98426" y="38478"/>
                  </a:lnTo>
                  <a:cubicBezTo>
                    <a:pt x="99112" y="35147"/>
                    <a:pt x="101399" y="26709"/>
                    <a:pt x="102314" y="23378"/>
                  </a:cubicBezTo>
                  <a:cubicBezTo>
                    <a:pt x="103457" y="18271"/>
                    <a:pt x="105744" y="9833"/>
                    <a:pt x="105744" y="8501"/>
                  </a:cubicBezTo>
                  <a:cubicBezTo>
                    <a:pt x="105744" y="4504"/>
                    <a:pt x="102543" y="2505"/>
                    <a:pt x="99112" y="2505"/>
                  </a:cubicBezTo>
                  <a:cubicBezTo>
                    <a:pt x="97969" y="2505"/>
                    <a:pt x="92023" y="2727"/>
                    <a:pt x="90193" y="10277"/>
                  </a:cubicBezTo>
                  <a:cubicBezTo>
                    <a:pt x="85848" y="26487"/>
                    <a:pt x="75785" y="65346"/>
                    <a:pt x="73041" y="77115"/>
                  </a:cubicBezTo>
                  <a:cubicBezTo>
                    <a:pt x="72812" y="78003"/>
                    <a:pt x="63665" y="95767"/>
                    <a:pt x="46970" y="95767"/>
                  </a:cubicBezTo>
                  <a:cubicBezTo>
                    <a:pt x="35078" y="95767"/>
                    <a:pt x="32791" y="85775"/>
                    <a:pt x="32791" y="77559"/>
                  </a:cubicBezTo>
                  <a:cubicBezTo>
                    <a:pt x="32791" y="65124"/>
                    <a:pt x="39194" y="47582"/>
                    <a:pt x="45140" y="32260"/>
                  </a:cubicBezTo>
                  <a:cubicBezTo>
                    <a:pt x="47885" y="25599"/>
                    <a:pt x="49028" y="22490"/>
                    <a:pt x="49028" y="18271"/>
                  </a:cubicBezTo>
                  <a:cubicBezTo>
                    <a:pt x="49028" y="8279"/>
                    <a:pt x="41710" y="63"/>
                    <a:pt x="30275" y="63"/>
                  </a:cubicBezTo>
                  <a:cubicBezTo>
                    <a:pt x="8549" y="63"/>
                    <a:pt x="87" y="32260"/>
                    <a:pt x="87" y="34259"/>
                  </a:cubicBezTo>
                  <a:cubicBezTo>
                    <a:pt x="87" y="36479"/>
                    <a:pt x="2374" y="36479"/>
                    <a:pt x="2832" y="36479"/>
                  </a:cubicBezTo>
                  <a:cubicBezTo>
                    <a:pt x="5119" y="36479"/>
                    <a:pt x="5347" y="36035"/>
                    <a:pt x="6491" y="32482"/>
                  </a:cubicBezTo>
                  <a:cubicBezTo>
                    <a:pt x="12208" y="13164"/>
                    <a:pt x="20899" y="4948"/>
                    <a:pt x="29589" y="4948"/>
                  </a:cubicBezTo>
                  <a:cubicBezTo>
                    <a:pt x="31647" y="4948"/>
                    <a:pt x="35306" y="5170"/>
                    <a:pt x="35306" y="12276"/>
                  </a:cubicBezTo>
                  <a:cubicBezTo>
                    <a:pt x="35306" y="17605"/>
                    <a:pt x="32791" y="24044"/>
                    <a:pt x="31419" y="27375"/>
                  </a:cubicBezTo>
                  <a:cubicBezTo>
                    <a:pt x="22957" y="49358"/>
                    <a:pt x="18154" y="63126"/>
                    <a:pt x="18154" y="74006"/>
                  </a:cubicBezTo>
                  <a:cubicBezTo>
                    <a:pt x="18154" y="95101"/>
                    <a:pt x="33934" y="100652"/>
                    <a:pt x="46284" y="100652"/>
                  </a:cubicBezTo>
                  <a:cubicBezTo>
                    <a:pt x="61378" y="100652"/>
                    <a:pt x="69611" y="90660"/>
                    <a:pt x="73498" y="85775"/>
                  </a:cubicBez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38" name="Freeform: Shape 37">
              <a:extLst>
                <a:ext uri="{FF2B5EF4-FFF2-40B4-BE49-F238E27FC236}">
                  <a16:creationId xmlns:a16="http://schemas.microsoft.com/office/drawing/2014/main" id="{33458E73-42AD-0061-0737-B1E0FC406E22}"/>
                </a:ext>
              </a:extLst>
            </p:cNvPr>
            <p:cNvSpPr/>
            <p:nvPr>
              <p:custDataLst>
                <p:tags r:id="rId138"/>
              </p:custDataLst>
            </p:nvPr>
          </p:nvSpPr>
          <p:spPr>
            <a:xfrm>
              <a:off x="4876966" y="4874809"/>
              <a:ext cx="9147" cy="222052"/>
            </a:xfrm>
            <a:custGeom>
              <a:avLst/>
              <a:gdLst>
                <a:gd name="connsiteX0" fmla="*/ 9241 w 9147"/>
                <a:gd name="connsiteY0" fmla="*/ 8057 h 222052"/>
                <a:gd name="connsiteX1" fmla="*/ 4667 w 9147"/>
                <a:gd name="connsiteY1" fmla="*/ 63 h 222052"/>
                <a:gd name="connsiteX2" fmla="*/ 93 w 9147"/>
                <a:gd name="connsiteY2" fmla="*/ 8057 h 222052"/>
                <a:gd name="connsiteX3" fmla="*/ 93 w 9147"/>
                <a:gd name="connsiteY3" fmla="*/ 214121 h 222052"/>
                <a:gd name="connsiteX4" fmla="*/ 4667 w 9147"/>
                <a:gd name="connsiteY4" fmla="*/ 222115 h 222052"/>
                <a:gd name="connsiteX5" fmla="*/ 9241 w 9147"/>
                <a:gd name="connsiteY5" fmla="*/ 214121 h 222052"/>
                <a:gd name="connsiteX6" fmla="*/ 9241 w 9147"/>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7" h="222052">
                  <a:moveTo>
                    <a:pt x="9241" y="8057"/>
                  </a:moveTo>
                  <a:cubicBezTo>
                    <a:pt x="9241" y="4060"/>
                    <a:pt x="9241" y="63"/>
                    <a:pt x="4667" y="63"/>
                  </a:cubicBezTo>
                  <a:cubicBezTo>
                    <a:pt x="93" y="63"/>
                    <a:pt x="93" y="4060"/>
                    <a:pt x="93" y="8057"/>
                  </a:cubicBezTo>
                  <a:lnTo>
                    <a:pt x="93" y="214121"/>
                  </a:lnTo>
                  <a:cubicBezTo>
                    <a:pt x="93" y="218118"/>
                    <a:pt x="93" y="222115"/>
                    <a:pt x="4667" y="222115"/>
                  </a:cubicBezTo>
                  <a:cubicBezTo>
                    <a:pt x="9241" y="222115"/>
                    <a:pt x="9241" y="218118"/>
                    <a:pt x="9241" y="214121"/>
                  </a:cubicBezTo>
                  <a:lnTo>
                    <a:pt x="9241" y="8057"/>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49" name="Freeform: Shape 48">
              <a:extLst>
                <a:ext uri="{FF2B5EF4-FFF2-40B4-BE49-F238E27FC236}">
                  <a16:creationId xmlns:a16="http://schemas.microsoft.com/office/drawing/2014/main" id="{4D77033B-0BFC-7670-C0E7-28ACFC371C4D}"/>
                </a:ext>
              </a:extLst>
            </p:cNvPr>
            <p:cNvSpPr/>
            <p:nvPr>
              <p:custDataLst>
                <p:tags r:id="rId139"/>
              </p:custDataLst>
            </p:nvPr>
          </p:nvSpPr>
          <p:spPr>
            <a:xfrm>
              <a:off x="4919910" y="4943201"/>
              <a:ext cx="113890" cy="100589"/>
            </a:xfrm>
            <a:custGeom>
              <a:avLst/>
              <a:gdLst>
                <a:gd name="connsiteX0" fmla="*/ 69848 w 113890"/>
                <a:gd name="connsiteY0" fmla="*/ 31150 h 100589"/>
                <a:gd name="connsiteX1" fmla="*/ 92489 w 113890"/>
                <a:gd name="connsiteY1" fmla="*/ 4948 h 100589"/>
                <a:gd name="connsiteX2" fmla="*/ 103923 w 113890"/>
                <a:gd name="connsiteY2" fmla="*/ 7835 h 100589"/>
                <a:gd name="connsiteX3" fmla="*/ 92946 w 113890"/>
                <a:gd name="connsiteY3" fmla="*/ 19825 h 100589"/>
                <a:gd name="connsiteX4" fmla="*/ 101636 w 113890"/>
                <a:gd name="connsiteY4" fmla="*/ 27597 h 100589"/>
                <a:gd name="connsiteX5" fmla="*/ 113986 w 113890"/>
                <a:gd name="connsiteY5" fmla="*/ 14718 h 100589"/>
                <a:gd name="connsiteX6" fmla="*/ 92717 w 113890"/>
                <a:gd name="connsiteY6" fmla="*/ 63 h 100589"/>
                <a:gd name="connsiteX7" fmla="*/ 68704 w 113890"/>
                <a:gd name="connsiteY7" fmla="*/ 16939 h 100589"/>
                <a:gd name="connsiteX8" fmla="*/ 44005 w 113890"/>
                <a:gd name="connsiteY8" fmla="*/ 63 h 100589"/>
                <a:gd name="connsiteX9" fmla="*/ 7185 w 113890"/>
                <a:gd name="connsiteY9" fmla="*/ 34259 h 100589"/>
                <a:gd name="connsiteX10" fmla="*/ 9930 w 113890"/>
                <a:gd name="connsiteY10" fmla="*/ 36479 h 100589"/>
                <a:gd name="connsiteX11" fmla="*/ 12903 w 113890"/>
                <a:gd name="connsiteY11" fmla="*/ 34037 h 100589"/>
                <a:gd name="connsiteX12" fmla="*/ 43548 w 113890"/>
                <a:gd name="connsiteY12" fmla="*/ 4948 h 100589"/>
                <a:gd name="connsiteX13" fmla="*/ 55897 w 113890"/>
                <a:gd name="connsiteY13" fmla="*/ 19825 h 100589"/>
                <a:gd name="connsiteX14" fmla="*/ 43548 w 113890"/>
                <a:gd name="connsiteY14" fmla="*/ 72674 h 100589"/>
                <a:gd name="connsiteX15" fmla="*/ 21822 w 113890"/>
                <a:gd name="connsiteY15" fmla="*/ 95767 h 100589"/>
                <a:gd name="connsiteX16" fmla="*/ 10387 w 113890"/>
                <a:gd name="connsiteY16" fmla="*/ 92881 h 100589"/>
                <a:gd name="connsiteX17" fmla="*/ 21136 w 113890"/>
                <a:gd name="connsiteY17" fmla="*/ 80890 h 100589"/>
                <a:gd name="connsiteX18" fmla="*/ 12674 w 113890"/>
                <a:gd name="connsiteY18" fmla="*/ 73118 h 100589"/>
                <a:gd name="connsiteX19" fmla="*/ 96 w 113890"/>
                <a:gd name="connsiteY19" fmla="*/ 85997 h 100589"/>
                <a:gd name="connsiteX20" fmla="*/ 21593 w 113890"/>
                <a:gd name="connsiteY20" fmla="*/ 100652 h 100589"/>
                <a:gd name="connsiteX21" fmla="*/ 45606 w 113890"/>
                <a:gd name="connsiteY21" fmla="*/ 83776 h 100589"/>
                <a:gd name="connsiteX22" fmla="*/ 70305 w 113890"/>
                <a:gd name="connsiteY22" fmla="*/ 100652 h 100589"/>
                <a:gd name="connsiteX23" fmla="*/ 106896 w 113890"/>
                <a:gd name="connsiteY23" fmla="*/ 66456 h 100589"/>
                <a:gd name="connsiteX24" fmla="*/ 104152 w 113890"/>
                <a:gd name="connsiteY24" fmla="*/ 64236 h 100589"/>
                <a:gd name="connsiteX25" fmla="*/ 101179 w 113890"/>
                <a:gd name="connsiteY25" fmla="*/ 66678 h 100589"/>
                <a:gd name="connsiteX26" fmla="*/ 70763 w 113890"/>
                <a:gd name="connsiteY26" fmla="*/ 95767 h 100589"/>
                <a:gd name="connsiteX27" fmla="*/ 58184 w 113890"/>
                <a:gd name="connsiteY27" fmla="*/ 81112 h 100589"/>
                <a:gd name="connsiteX28" fmla="*/ 62072 w 113890"/>
                <a:gd name="connsiteY28" fmla="*/ 61571 h 100589"/>
                <a:gd name="connsiteX29" fmla="*/ 69848 w 11389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90" h="100589">
                  <a:moveTo>
                    <a:pt x="69848" y="31150"/>
                  </a:moveTo>
                  <a:cubicBezTo>
                    <a:pt x="71220" y="25377"/>
                    <a:pt x="76480" y="4948"/>
                    <a:pt x="92489" y="4948"/>
                  </a:cubicBezTo>
                  <a:cubicBezTo>
                    <a:pt x="93632" y="4948"/>
                    <a:pt x="99121" y="4948"/>
                    <a:pt x="103923" y="7835"/>
                  </a:cubicBezTo>
                  <a:cubicBezTo>
                    <a:pt x="97520" y="8945"/>
                    <a:pt x="92946" y="14496"/>
                    <a:pt x="92946" y="19825"/>
                  </a:cubicBezTo>
                  <a:cubicBezTo>
                    <a:pt x="92946" y="23378"/>
                    <a:pt x="95462" y="27597"/>
                    <a:pt x="101636" y="27597"/>
                  </a:cubicBezTo>
                  <a:cubicBezTo>
                    <a:pt x="106668" y="27597"/>
                    <a:pt x="113986" y="23600"/>
                    <a:pt x="113986" y="14718"/>
                  </a:cubicBezTo>
                  <a:cubicBezTo>
                    <a:pt x="113986" y="3172"/>
                    <a:pt x="100493" y="63"/>
                    <a:pt x="92717" y="63"/>
                  </a:cubicBezTo>
                  <a:cubicBezTo>
                    <a:pt x="79453" y="63"/>
                    <a:pt x="71449" y="11832"/>
                    <a:pt x="68704" y="16939"/>
                  </a:cubicBezTo>
                  <a:cubicBezTo>
                    <a:pt x="62987" y="2283"/>
                    <a:pt x="50637" y="63"/>
                    <a:pt x="44005" y="63"/>
                  </a:cubicBezTo>
                  <a:cubicBezTo>
                    <a:pt x="20221" y="63"/>
                    <a:pt x="7185" y="28708"/>
                    <a:pt x="7185" y="34259"/>
                  </a:cubicBezTo>
                  <a:cubicBezTo>
                    <a:pt x="7185" y="36479"/>
                    <a:pt x="9472" y="36479"/>
                    <a:pt x="9930" y="36479"/>
                  </a:cubicBezTo>
                  <a:cubicBezTo>
                    <a:pt x="11759" y="36479"/>
                    <a:pt x="12445" y="36035"/>
                    <a:pt x="12903" y="34037"/>
                  </a:cubicBezTo>
                  <a:cubicBezTo>
                    <a:pt x="20678" y="10499"/>
                    <a:pt x="35772" y="4948"/>
                    <a:pt x="43548" y="4948"/>
                  </a:cubicBezTo>
                  <a:cubicBezTo>
                    <a:pt x="47893" y="4948"/>
                    <a:pt x="55897" y="6946"/>
                    <a:pt x="55897" y="19825"/>
                  </a:cubicBezTo>
                  <a:cubicBezTo>
                    <a:pt x="55897" y="26709"/>
                    <a:pt x="52010" y="41587"/>
                    <a:pt x="43548" y="72674"/>
                  </a:cubicBezTo>
                  <a:cubicBezTo>
                    <a:pt x="39889" y="86441"/>
                    <a:pt x="31884" y="95767"/>
                    <a:pt x="21822" y="95767"/>
                  </a:cubicBezTo>
                  <a:cubicBezTo>
                    <a:pt x="20450" y="95767"/>
                    <a:pt x="15190" y="95767"/>
                    <a:pt x="10387" y="92881"/>
                  </a:cubicBezTo>
                  <a:cubicBezTo>
                    <a:pt x="16104" y="91770"/>
                    <a:pt x="21136" y="87107"/>
                    <a:pt x="21136" y="80890"/>
                  </a:cubicBezTo>
                  <a:cubicBezTo>
                    <a:pt x="21136" y="74894"/>
                    <a:pt x="16104" y="73118"/>
                    <a:pt x="12674" y="73118"/>
                  </a:cubicBezTo>
                  <a:cubicBezTo>
                    <a:pt x="5813" y="73118"/>
                    <a:pt x="96" y="78891"/>
                    <a:pt x="96" y="85997"/>
                  </a:cubicBezTo>
                  <a:cubicBezTo>
                    <a:pt x="96" y="96211"/>
                    <a:pt x="11531" y="100652"/>
                    <a:pt x="21593" y="100652"/>
                  </a:cubicBezTo>
                  <a:cubicBezTo>
                    <a:pt x="36687" y="100652"/>
                    <a:pt x="44920" y="85109"/>
                    <a:pt x="45606" y="83776"/>
                  </a:cubicBezTo>
                  <a:cubicBezTo>
                    <a:pt x="48350" y="91992"/>
                    <a:pt x="56584" y="100652"/>
                    <a:pt x="70305" y="100652"/>
                  </a:cubicBezTo>
                  <a:cubicBezTo>
                    <a:pt x="93861" y="100652"/>
                    <a:pt x="106896" y="72008"/>
                    <a:pt x="106896" y="66456"/>
                  </a:cubicBezTo>
                  <a:cubicBezTo>
                    <a:pt x="106896" y="64236"/>
                    <a:pt x="104838" y="64236"/>
                    <a:pt x="104152" y="64236"/>
                  </a:cubicBezTo>
                  <a:cubicBezTo>
                    <a:pt x="102094" y="64236"/>
                    <a:pt x="101636" y="65124"/>
                    <a:pt x="101179" y="66678"/>
                  </a:cubicBezTo>
                  <a:cubicBezTo>
                    <a:pt x="93632" y="90438"/>
                    <a:pt x="78081" y="95767"/>
                    <a:pt x="70763" y="95767"/>
                  </a:cubicBezTo>
                  <a:cubicBezTo>
                    <a:pt x="61843" y="95767"/>
                    <a:pt x="58184" y="88662"/>
                    <a:pt x="58184" y="81112"/>
                  </a:cubicBezTo>
                  <a:cubicBezTo>
                    <a:pt x="58184" y="76227"/>
                    <a:pt x="59557" y="71342"/>
                    <a:pt x="62072" y="61571"/>
                  </a:cubicBezTo>
                  <a:lnTo>
                    <a:pt x="69848" y="3115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50" name="Freeform: Shape 49">
              <a:extLst>
                <a:ext uri="{FF2B5EF4-FFF2-40B4-BE49-F238E27FC236}">
                  <a16:creationId xmlns:a16="http://schemas.microsoft.com/office/drawing/2014/main" id="{CA551F63-0162-E476-BC22-71E67EE0F776}"/>
                </a:ext>
              </a:extLst>
            </p:cNvPr>
            <p:cNvSpPr/>
            <p:nvPr>
              <p:custDataLst>
                <p:tags r:id="rId140"/>
              </p:custDataLst>
            </p:nvPr>
          </p:nvSpPr>
          <p:spPr>
            <a:xfrm>
              <a:off x="5049015" y="4874809"/>
              <a:ext cx="31331" cy="222052"/>
            </a:xfrm>
            <a:custGeom>
              <a:avLst/>
              <a:gdLst>
                <a:gd name="connsiteX0" fmla="*/ 31433 w 31331"/>
                <a:gd name="connsiteY0" fmla="*/ 63 h 222052"/>
                <a:gd name="connsiteX1" fmla="*/ 102 w 31331"/>
                <a:gd name="connsiteY1" fmla="*/ 63 h 222052"/>
                <a:gd name="connsiteX2" fmla="*/ 102 w 31331"/>
                <a:gd name="connsiteY2" fmla="*/ 8945 h 222052"/>
                <a:gd name="connsiteX3" fmla="*/ 22285 w 31331"/>
                <a:gd name="connsiteY3" fmla="*/ 8945 h 222052"/>
                <a:gd name="connsiteX4" fmla="*/ 22285 w 31331"/>
                <a:gd name="connsiteY4" fmla="*/ 213233 h 222052"/>
                <a:gd name="connsiteX5" fmla="*/ 102 w 31331"/>
                <a:gd name="connsiteY5" fmla="*/ 213233 h 222052"/>
                <a:gd name="connsiteX6" fmla="*/ 102 w 31331"/>
                <a:gd name="connsiteY6" fmla="*/ 222115 h 222052"/>
                <a:gd name="connsiteX7" fmla="*/ 31433 w 31331"/>
                <a:gd name="connsiteY7" fmla="*/ 222115 h 222052"/>
                <a:gd name="connsiteX8" fmla="*/ 31433 w 313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433" y="63"/>
                  </a:moveTo>
                  <a:lnTo>
                    <a:pt x="102" y="63"/>
                  </a:lnTo>
                  <a:lnTo>
                    <a:pt x="102" y="8945"/>
                  </a:lnTo>
                  <a:lnTo>
                    <a:pt x="22285" y="8945"/>
                  </a:lnTo>
                  <a:lnTo>
                    <a:pt x="22285" y="213233"/>
                  </a:lnTo>
                  <a:lnTo>
                    <a:pt x="102" y="213233"/>
                  </a:lnTo>
                  <a:lnTo>
                    <a:pt x="102" y="222115"/>
                  </a:lnTo>
                  <a:lnTo>
                    <a:pt x="31433" y="222115"/>
                  </a:lnTo>
                  <a:lnTo>
                    <a:pt x="31433" y="6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3" name="Freeform: Shape 62">
              <a:extLst>
                <a:ext uri="{FF2B5EF4-FFF2-40B4-BE49-F238E27FC236}">
                  <a16:creationId xmlns:a16="http://schemas.microsoft.com/office/drawing/2014/main" id="{E1707188-DC6C-6093-BC7F-88C6847C3310}"/>
                </a:ext>
              </a:extLst>
            </p:cNvPr>
            <p:cNvSpPr/>
            <p:nvPr>
              <p:custDataLst>
                <p:tags r:id="rId141"/>
              </p:custDataLst>
            </p:nvPr>
          </p:nvSpPr>
          <p:spPr>
            <a:xfrm>
              <a:off x="5183842" y="4959855"/>
              <a:ext cx="152082" cy="51960"/>
            </a:xfrm>
            <a:custGeom>
              <a:avLst/>
              <a:gdLst>
                <a:gd name="connsiteX0" fmla="*/ 144414 w 152082"/>
                <a:gd name="connsiteY0" fmla="*/ 8945 h 51960"/>
                <a:gd name="connsiteX1" fmla="*/ 152189 w 152082"/>
                <a:gd name="connsiteY1" fmla="*/ 4504 h 51960"/>
                <a:gd name="connsiteX2" fmla="*/ 144642 w 152082"/>
                <a:gd name="connsiteY2" fmla="*/ 63 h 51960"/>
                <a:gd name="connsiteX3" fmla="*/ 7654 w 152082"/>
                <a:gd name="connsiteY3" fmla="*/ 63 h 51960"/>
                <a:gd name="connsiteX4" fmla="*/ 107 w 152082"/>
                <a:gd name="connsiteY4" fmla="*/ 4504 h 51960"/>
                <a:gd name="connsiteX5" fmla="*/ 7883 w 152082"/>
                <a:gd name="connsiteY5" fmla="*/ 8945 h 51960"/>
                <a:gd name="connsiteX6" fmla="*/ 144414 w 152082"/>
                <a:gd name="connsiteY6" fmla="*/ 8945 h 51960"/>
                <a:gd name="connsiteX7" fmla="*/ 144642 w 152082"/>
                <a:gd name="connsiteY7" fmla="*/ 52023 h 51960"/>
                <a:gd name="connsiteX8" fmla="*/ 152189 w 152082"/>
                <a:gd name="connsiteY8" fmla="*/ 47582 h 51960"/>
                <a:gd name="connsiteX9" fmla="*/ 144414 w 152082"/>
                <a:gd name="connsiteY9" fmla="*/ 43141 h 51960"/>
                <a:gd name="connsiteX10" fmla="*/ 7883 w 152082"/>
                <a:gd name="connsiteY10" fmla="*/ 43141 h 51960"/>
                <a:gd name="connsiteX11" fmla="*/ 107 w 152082"/>
                <a:gd name="connsiteY11" fmla="*/ 47582 h 51960"/>
                <a:gd name="connsiteX12" fmla="*/ 7654 w 152082"/>
                <a:gd name="connsiteY12" fmla="*/ 52023 h 51960"/>
                <a:gd name="connsiteX13" fmla="*/ 144642 w 152082"/>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82" h="51960">
                  <a:moveTo>
                    <a:pt x="144414" y="8945"/>
                  </a:moveTo>
                  <a:cubicBezTo>
                    <a:pt x="147844" y="8945"/>
                    <a:pt x="152189" y="8945"/>
                    <a:pt x="152189" y="4504"/>
                  </a:cubicBezTo>
                  <a:cubicBezTo>
                    <a:pt x="152189" y="63"/>
                    <a:pt x="147844" y="63"/>
                    <a:pt x="144642" y="63"/>
                  </a:cubicBezTo>
                  <a:lnTo>
                    <a:pt x="7654" y="63"/>
                  </a:lnTo>
                  <a:cubicBezTo>
                    <a:pt x="4452" y="63"/>
                    <a:pt x="107" y="63"/>
                    <a:pt x="107" y="4504"/>
                  </a:cubicBezTo>
                  <a:cubicBezTo>
                    <a:pt x="107" y="8945"/>
                    <a:pt x="4452" y="8945"/>
                    <a:pt x="7883" y="8945"/>
                  </a:cubicBezTo>
                  <a:lnTo>
                    <a:pt x="144414" y="8945"/>
                  </a:lnTo>
                  <a:close/>
                  <a:moveTo>
                    <a:pt x="144642" y="52023"/>
                  </a:moveTo>
                  <a:cubicBezTo>
                    <a:pt x="147844" y="52023"/>
                    <a:pt x="152189" y="52023"/>
                    <a:pt x="152189" y="47582"/>
                  </a:cubicBezTo>
                  <a:cubicBezTo>
                    <a:pt x="152189" y="43141"/>
                    <a:pt x="147844" y="43141"/>
                    <a:pt x="144414" y="43141"/>
                  </a:cubicBezTo>
                  <a:lnTo>
                    <a:pt x="7883" y="43141"/>
                  </a:lnTo>
                  <a:cubicBezTo>
                    <a:pt x="4452" y="43141"/>
                    <a:pt x="107" y="43141"/>
                    <a:pt x="107" y="47582"/>
                  </a:cubicBezTo>
                  <a:cubicBezTo>
                    <a:pt x="107" y="52023"/>
                    <a:pt x="4452" y="52023"/>
                    <a:pt x="7654" y="52023"/>
                  </a:cubicBezTo>
                  <a:lnTo>
                    <a:pt x="144642" y="5202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4" name="Freeform: Shape 63">
              <a:extLst>
                <a:ext uri="{FF2B5EF4-FFF2-40B4-BE49-F238E27FC236}">
                  <a16:creationId xmlns:a16="http://schemas.microsoft.com/office/drawing/2014/main" id="{6DCECDAE-C829-3CD2-4411-2B6FAA40D633}"/>
                </a:ext>
              </a:extLst>
            </p:cNvPr>
            <p:cNvSpPr/>
            <p:nvPr>
              <p:custDataLst>
                <p:tags r:id="rId142"/>
              </p:custDataLst>
            </p:nvPr>
          </p:nvSpPr>
          <p:spPr>
            <a:xfrm>
              <a:off x="5421124" y="4890352"/>
              <a:ext cx="165981" cy="150995"/>
            </a:xfrm>
            <a:custGeom>
              <a:avLst/>
              <a:gdLst>
                <a:gd name="connsiteX0" fmla="*/ 153343 w 165981"/>
                <a:gd name="connsiteY0" fmla="*/ 99320 h 150995"/>
                <a:gd name="connsiteX1" fmla="*/ 154487 w 165981"/>
                <a:gd name="connsiteY1" fmla="*/ 96211 h 150995"/>
                <a:gd name="connsiteX2" fmla="*/ 151742 w 165981"/>
                <a:gd name="connsiteY2" fmla="*/ 93769 h 150995"/>
                <a:gd name="connsiteX3" fmla="*/ 148769 w 165981"/>
                <a:gd name="connsiteY3" fmla="*/ 96433 h 150995"/>
                <a:gd name="connsiteX4" fmla="*/ 86336 w 165981"/>
                <a:gd name="connsiteY4" fmla="*/ 144175 h 150995"/>
                <a:gd name="connsiteX5" fmla="*/ 52946 w 165981"/>
                <a:gd name="connsiteY5" fmla="*/ 144175 h 150995"/>
                <a:gd name="connsiteX6" fmla="*/ 47915 w 165981"/>
                <a:gd name="connsiteY6" fmla="*/ 143953 h 150995"/>
                <a:gd name="connsiteX7" fmla="*/ 44942 w 165981"/>
                <a:gd name="connsiteY7" fmla="*/ 141732 h 150995"/>
                <a:gd name="connsiteX8" fmla="*/ 46085 w 165981"/>
                <a:gd name="connsiteY8" fmla="*/ 136625 h 150995"/>
                <a:gd name="connsiteX9" fmla="*/ 61637 w 165981"/>
                <a:gd name="connsiteY9" fmla="*/ 76005 h 150995"/>
                <a:gd name="connsiteX10" fmla="*/ 84277 w 165981"/>
                <a:gd name="connsiteY10" fmla="*/ 76005 h 150995"/>
                <a:gd name="connsiteX11" fmla="*/ 103716 w 165981"/>
                <a:gd name="connsiteY11" fmla="*/ 86219 h 150995"/>
                <a:gd name="connsiteX12" fmla="*/ 102116 w 165981"/>
                <a:gd name="connsiteY12" fmla="*/ 97100 h 150995"/>
                <a:gd name="connsiteX13" fmla="*/ 101429 w 165981"/>
                <a:gd name="connsiteY13" fmla="*/ 99542 h 150995"/>
                <a:gd name="connsiteX14" fmla="*/ 104402 w 165981"/>
                <a:gd name="connsiteY14" fmla="*/ 101985 h 150995"/>
                <a:gd name="connsiteX15" fmla="*/ 107833 w 165981"/>
                <a:gd name="connsiteY15" fmla="*/ 97544 h 150995"/>
                <a:gd name="connsiteX16" fmla="*/ 120869 w 165981"/>
                <a:gd name="connsiteY16" fmla="*/ 45583 h 150995"/>
                <a:gd name="connsiteX17" fmla="*/ 118124 w 165981"/>
                <a:gd name="connsiteY17" fmla="*/ 43141 h 150995"/>
                <a:gd name="connsiteX18" fmla="*/ 114922 w 165981"/>
                <a:gd name="connsiteY18" fmla="*/ 47138 h 150995"/>
                <a:gd name="connsiteX19" fmla="*/ 84963 w 165981"/>
                <a:gd name="connsiteY19" fmla="*/ 69121 h 150995"/>
                <a:gd name="connsiteX20" fmla="*/ 63466 w 165981"/>
                <a:gd name="connsiteY20" fmla="*/ 69121 h 150995"/>
                <a:gd name="connsiteX21" fmla="*/ 77188 w 165981"/>
                <a:gd name="connsiteY21" fmla="*/ 15606 h 150995"/>
                <a:gd name="connsiteX22" fmla="*/ 89537 w 165981"/>
                <a:gd name="connsiteY22" fmla="*/ 6946 h 150995"/>
                <a:gd name="connsiteX23" fmla="*/ 121783 w 165981"/>
                <a:gd name="connsiteY23" fmla="*/ 6946 h 150995"/>
                <a:gd name="connsiteX24" fmla="*/ 156545 w 165981"/>
                <a:gd name="connsiteY24" fmla="*/ 31594 h 150995"/>
                <a:gd name="connsiteX25" fmla="*/ 155630 w 165981"/>
                <a:gd name="connsiteY25" fmla="*/ 43363 h 150995"/>
                <a:gd name="connsiteX26" fmla="*/ 155401 w 165981"/>
                <a:gd name="connsiteY26" fmla="*/ 47360 h 150995"/>
                <a:gd name="connsiteX27" fmla="*/ 158146 w 165981"/>
                <a:gd name="connsiteY27" fmla="*/ 50025 h 150995"/>
                <a:gd name="connsiteX28" fmla="*/ 161348 w 165981"/>
                <a:gd name="connsiteY28" fmla="*/ 44473 h 150995"/>
                <a:gd name="connsiteX29" fmla="*/ 165921 w 165981"/>
                <a:gd name="connsiteY29" fmla="*/ 6058 h 150995"/>
                <a:gd name="connsiteX30" fmla="*/ 159747 w 165981"/>
                <a:gd name="connsiteY30" fmla="*/ 63 h 150995"/>
                <a:gd name="connsiteX31" fmla="*/ 44256 w 165981"/>
                <a:gd name="connsiteY31" fmla="*/ 63 h 150995"/>
                <a:gd name="connsiteX32" fmla="*/ 37395 w 165981"/>
                <a:gd name="connsiteY32" fmla="*/ 4504 h 150995"/>
                <a:gd name="connsiteX33" fmla="*/ 43798 w 165981"/>
                <a:gd name="connsiteY33" fmla="*/ 6946 h 150995"/>
                <a:gd name="connsiteX34" fmla="*/ 58664 w 165981"/>
                <a:gd name="connsiteY34" fmla="*/ 10943 h 150995"/>
                <a:gd name="connsiteX35" fmla="*/ 57520 w 165981"/>
                <a:gd name="connsiteY35" fmla="*/ 16273 h 150995"/>
                <a:gd name="connsiteX36" fmla="*/ 27332 w 165981"/>
                <a:gd name="connsiteY36" fmla="*/ 133738 h 150995"/>
                <a:gd name="connsiteX37" fmla="*/ 6521 w 165981"/>
                <a:gd name="connsiteY37" fmla="*/ 144175 h 150995"/>
                <a:gd name="connsiteX38" fmla="*/ 118 w 165981"/>
                <a:gd name="connsiteY38" fmla="*/ 148394 h 150995"/>
                <a:gd name="connsiteX39" fmla="*/ 6521 w 165981"/>
                <a:gd name="connsiteY39" fmla="*/ 151058 h 150995"/>
                <a:gd name="connsiteX40" fmla="*/ 125214 w 165981"/>
                <a:gd name="connsiteY40" fmla="*/ 151058 h 150995"/>
                <a:gd name="connsiteX41" fmla="*/ 132303 w 165981"/>
                <a:gd name="connsiteY41" fmla="*/ 147283 h 150995"/>
                <a:gd name="connsiteX42" fmla="*/ 153343 w 165981"/>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981" h="150995">
                  <a:moveTo>
                    <a:pt x="153343" y="99320"/>
                  </a:moveTo>
                  <a:cubicBezTo>
                    <a:pt x="153801" y="98210"/>
                    <a:pt x="154487" y="96656"/>
                    <a:pt x="154487" y="96211"/>
                  </a:cubicBezTo>
                  <a:cubicBezTo>
                    <a:pt x="154487" y="95989"/>
                    <a:pt x="154487" y="93769"/>
                    <a:pt x="151742" y="93769"/>
                  </a:cubicBezTo>
                  <a:cubicBezTo>
                    <a:pt x="149684" y="93769"/>
                    <a:pt x="149227" y="95101"/>
                    <a:pt x="148769" y="96433"/>
                  </a:cubicBezTo>
                  <a:cubicBezTo>
                    <a:pt x="133904" y="129297"/>
                    <a:pt x="125442" y="144175"/>
                    <a:pt x="86336" y="144175"/>
                  </a:cubicBezTo>
                  <a:lnTo>
                    <a:pt x="52946" y="144175"/>
                  </a:lnTo>
                  <a:cubicBezTo>
                    <a:pt x="49744" y="144175"/>
                    <a:pt x="49287" y="144175"/>
                    <a:pt x="47915" y="143953"/>
                  </a:cubicBezTo>
                  <a:cubicBezTo>
                    <a:pt x="45628" y="143731"/>
                    <a:pt x="44942" y="143509"/>
                    <a:pt x="44942" y="141732"/>
                  </a:cubicBezTo>
                  <a:cubicBezTo>
                    <a:pt x="44942" y="141066"/>
                    <a:pt x="44942" y="140622"/>
                    <a:pt x="46085" y="136625"/>
                  </a:cubicBezTo>
                  <a:lnTo>
                    <a:pt x="61637" y="76005"/>
                  </a:lnTo>
                  <a:lnTo>
                    <a:pt x="84277" y="76005"/>
                  </a:lnTo>
                  <a:cubicBezTo>
                    <a:pt x="103716" y="76005"/>
                    <a:pt x="103716" y="80668"/>
                    <a:pt x="103716" y="86219"/>
                  </a:cubicBezTo>
                  <a:cubicBezTo>
                    <a:pt x="103716" y="87773"/>
                    <a:pt x="103716" y="90438"/>
                    <a:pt x="102116" y="97100"/>
                  </a:cubicBezTo>
                  <a:cubicBezTo>
                    <a:pt x="101658" y="98210"/>
                    <a:pt x="101429" y="98876"/>
                    <a:pt x="101429" y="99542"/>
                  </a:cubicBezTo>
                  <a:cubicBezTo>
                    <a:pt x="101429" y="100652"/>
                    <a:pt x="102344" y="101985"/>
                    <a:pt x="104402" y="101985"/>
                  </a:cubicBezTo>
                  <a:cubicBezTo>
                    <a:pt x="106232" y="101985"/>
                    <a:pt x="106918" y="100874"/>
                    <a:pt x="107833" y="97544"/>
                  </a:cubicBezTo>
                  <a:lnTo>
                    <a:pt x="120869" y="45583"/>
                  </a:lnTo>
                  <a:cubicBezTo>
                    <a:pt x="120869" y="44251"/>
                    <a:pt x="119725" y="43141"/>
                    <a:pt x="118124" y="43141"/>
                  </a:cubicBezTo>
                  <a:cubicBezTo>
                    <a:pt x="116066" y="43141"/>
                    <a:pt x="115609" y="44473"/>
                    <a:pt x="114922" y="47138"/>
                  </a:cubicBezTo>
                  <a:cubicBezTo>
                    <a:pt x="110120" y="64014"/>
                    <a:pt x="106003" y="69121"/>
                    <a:pt x="84963" y="69121"/>
                  </a:cubicBezTo>
                  <a:lnTo>
                    <a:pt x="63466" y="69121"/>
                  </a:lnTo>
                  <a:lnTo>
                    <a:pt x="77188" y="15606"/>
                  </a:lnTo>
                  <a:cubicBezTo>
                    <a:pt x="79246" y="7835"/>
                    <a:pt x="79475" y="6946"/>
                    <a:pt x="89537" y="6946"/>
                  </a:cubicBezTo>
                  <a:lnTo>
                    <a:pt x="121783" y="6946"/>
                  </a:lnTo>
                  <a:cubicBezTo>
                    <a:pt x="149684" y="6946"/>
                    <a:pt x="156545" y="13386"/>
                    <a:pt x="156545" y="31594"/>
                  </a:cubicBezTo>
                  <a:cubicBezTo>
                    <a:pt x="156545" y="36923"/>
                    <a:pt x="156545" y="37368"/>
                    <a:pt x="155630" y="43363"/>
                  </a:cubicBezTo>
                  <a:cubicBezTo>
                    <a:pt x="155630" y="44695"/>
                    <a:pt x="155401" y="46250"/>
                    <a:pt x="155401" y="47360"/>
                  </a:cubicBezTo>
                  <a:cubicBezTo>
                    <a:pt x="155401" y="48470"/>
                    <a:pt x="156088" y="50025"/>
                    <a:pt x="158146" y="50025"/>
                  </a:cubicBezTo>
                  <a:cubicBezTo>
                    <a:pt x="160661" y="50025"/>
                    <a:pt x="160890" y="48692"/>
                    <a:pt x="161348" y="44473"/>
                  </a:cubicBezTo>
                  <a:lnTo>
                    <a:pt x="165921" y="6058"/>
                  </a:lnTo>
                  <a:cubicBezTo>
                    <a:pt x="166607" y="63"/>
                    <a:pt x="165464" y="63"/>
                    <a:pt x="159747" y="63"/>
                  </a:cubicBezTo>
                  <a:lnTo>
                    <a:pt x="44256" y="63"/>
                  </a:lnTo>
                  <a:cubicBezTo>
                    <a:pt x="39682" y="63"/>
                    <a:pt x="37395" y="63"/>
                    <a:pt x="37395" y="4504"/>
                  </a:cubicBezTo>
                  <a:cubicBezTo>
                    <a:pt x="37395" y="6946"/>
                    <a:pt x="39453" y="6946"/>
                    <a:pt x="43798" y="6946"/>
                  </a:cubicBezTo>
                  <a:cubicBezTo>
                    <a:pt x="52260" y="6946"/>
                    <a:pt x="58664" y="6946"/>
                    <a:pt x="58664" y="10943"/>
                  </a:cubicBezTo>
                  <a:cubicBezTo>
                    <a:pt x="58664" y="11832"/>
                    <a:pt x="58664" y="12276"/>
                    <a:pt x="57520" y="16273"/>
                  </a:cubicBezTo>
                  <a:lnTo>
                    <a:pt x="27332" y="133738"/>
                  </a:lnTo>
                  <a:cubicBezTo>
                    <a:pt x="25045" y="142398"/>
                    <a:pt x="24588" y="144175"/>
                    <a:pt x="6521" y="144175"/>
                  </a:cubicBezTo>
                  <a:cubicBezTo>
                    <a:pt x="2633" y="144175"/>
                    <a:pt x="118" y="144175"/>
                    <a:pt x="118" y="148394"/>
                  </a:cubicBezTo>
                  <a:cubicBezTo>
                    <a:pt x="118" y="151058"/>
                    <a:pt x="2176" y="151058"/>
                    <a:pt x="6521" y="151058"/>
                  </a:cubicBezTo>
                  <a:lnTo>
                    <a:pt x="125214" y="151058"/>
                  </a:lnTo>
                  <a:cubicBezTo>
                    <a:pt x="130474" y="151058"/>
                    <a:pt x="130702" y="150836"/>
                    <a:pt x="132303" y="147283"/>
                  </a:cubicBezTo>
                  <a:lnTo>
                    <a:pt x="153343" y="9932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6" name="Freeform: Shape 65">
              <a:extLst>
                <a:ext uri="{FF2B5EF4-FFF2-40B4-BE49-F238E27FC236}">
                  <a16:creationId xmlns:a16="http://schemas.microsoft.com/office/drawing/2014/main" id="{20614C3B-7AE3-2829-EC4C-AA17D86520D5}"/>
                </a:ext>
              </a:extLst>
            </p:cNvPr>
            <p:cNvSpPr/>
            <p:nvPr>
              <p:custDataLst>
                <p:tags r:id="rId143"/>
              </p:custDataLst>
            </p:nvPr>
          </p:nvSpPr>
          <p:spPr>
            <a:xfrm>
              <a:off x="5621423" y="4874809"/>
              <a:ext cx="31331" cy="222052"/>
            </a:xfrm>
            <a:custGeom>
              <a:avLst/>
              <a:gdLst>
                <a:gd name="connsiteX0" fmla="*/ 31457 w 31331"/>
                <a:gd name="connsiteY0" fmla="*/ 222115 h 222052"/>
                <a:gd name="connsiteX1" fmla="*/ 31457 w 31331"/>
                <a:gd name="connsiteY1" fmla="*/ 213233 h 222052"/>
                <a:gd name="connsiteX2" fmla="*/ 9273 w 31331"/>
                <a:gd name="connsiteY2" fmla="*/ 213233 h 222052"/>
                <a:gd name="connsiteX3" fmla="*/ 9273 w 31331"/>
                <a:gd name="connsiteY3" fmla="*/ 8945 h 222052"/>
                <a:gd name="connsiteX4" fmla="*/ 31457 w 31331"/>
                <a:gd name="connsiteY4" fmla="*/ 8945 h 222052"/>
                <a:gd name="connsiteX5" fmla="*/ 31457 w 31331"/>
                <a:gd name="connsiteY5" fmla="*/ 63 h 222052"/>
                <a:gd name="connsiteX6" fmla="*/ 126 w 31331"/>
                <a:gd name="connsiteY6" fmla="*/ 63 h 222052"/>
                <a:gd name="connsiteX7" fmla="*/ 126 w 31331"/>
                <a:gd name="connsiteY7" fmla="*/ 222115 h 222052"/>
                <a:gd name="connsiteX8" fmla="*/ 31457 w 313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457" y="222115"/>
                  </a:moveTo>
                  <a:lnTo>
                    <a:pt x="31457" y="213233"/>
                  </a:lnTo>
                  <a:lnTo>
                    <a:pt x="9273" y="213233"/>
                  </a:lnTo>
                  <a:lnTo>
                    <a:pt x="9273" y="8945"/>
                  </a:lnTo>
                  <a:lnTo>
                    <a:pt x="31457" y="8945"/>
                  </a:lnTo>
                  <a:lnTo>
                    <a:pt x="31457" y="63"/>
                  </a:lnTo>
                  <a:lnTo>
                    <a:pt x="126" y="63"/>
                  </a:lnTo>
                  <a:lnTo>
                    <a:pt x="126" y="222115"/>
                  </a:lnTo>
                  <a:lnTo>
                    <a:pt x="31457" y="22211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7" name="Freeform: Shape 66">
              <a:extLst>
                <a:ext uri="{FF2B5EF4-FFF2-40B4-BE49-F238E27FC236}">
                  <a16:creationId xmlns:a16="http://schemas.microsoft.com/office/drawing/2014/main" id="{F69AA900-CAE4-E367-8307-FAACD6F42865}"/>
                </a:ext>
              </a:extLst>
            </p:cNvPr>
            <p:cNvSpPr/>
            <p:nvPr>
              <p:custDataLst>
                <p:tags r:id="rId144"/>
              </p:custDataLst>
            </p:nvPr>
          </p:nvSpPr>
          <p:spPr>
            <a:xfrm>
              <a:off x="5664595" y="4943201"/>
              <a:ext cx="105428" cy="143667"/>
            </a:xfrm>
            <a:custGeom>
              <a:avLst/>
              <a:gdLst>
                <a:gd name="connsiteX0" fmla="*/ 104642 w 105428"/>
                <a:gd name="connsiteY0" fmla="*/ 13608 h 143667"/>
                <a:gd name="connsiteX1" fmla="*/ 105557 w 105428"/>
                <a:gd name="connsiteY1" fmla="*/ 8501 h 143667"/>
                <a:gd name="connsiteX2" fmla="*/ 98924 w 105428"/>
                <a:gd name="connsiteY2" fmla="*/ 2505 h 143667"/>
                <a:gd name="connsiteX3" fmla="*/ 90920 w 105428"/>
                <a:gd name="connsiteY3" fmla="*/ 7168 h 143667"/>
                <a:gd name="connsiteX4" fmla="*/ 87718 w 105428"/>
                <a:gd name="connsiteY4" fmla="*/ 19159 h 143667"/>
                <a:gd name="connsiteX5" fmla="*/ 83145 w 105428"/>
                <a:gd name="connsiteY5" fmla="*/ 36923 h 143667"/>
                <a:gd name="connsiteX6" fmla="*/ 72853 w 105428"/>
                <a:gd name="connsiteY6" fmla="*/ 76893 h 143667"/>
                <a:gd name="connsiteX7" fmla="*/ 47011 w 105428"/>
                <a:gd name="connsiteY7" fmla="*/ 95767 h 143667"/>
                <a:gd name="connsiteX8" fmla="*/ 32832 w 105428"/>
                <a:gd name="connsiteY8" fmla="*/ 77781 h 143667"/>
                <a:gd name="connsiteX9" fmla="*/ 44495 w 105428"/>
                <a:gd name="connsiteY9" fmla="*/ 34259 h 143667"/>
                <a:gd name="connsiteX10" fmla="*/ 49069 w 105428"/>
                <a:gd name="connsiteY10" fmla="*/ 18271 h 143667"/>
                <a:gd name="connsiteX11" fmla="*/ 30316 w 105428"/>
                <a:gd name="connsiteY11" fmla="*/ 63 h 143667"/>
                <a:gd name="connsiteX12" fmla="*/ 128 w 105428"/>
                <a:gd name="connsiteY12" fmla="*/ 34259 h 143667"/>
                <a:gd name="connsiteX13" fmla="*/ 2873 w 105428"/>
                <a:gd name="connsiteY13" fmla="*/ 36479 h 143667"/>
                <a:gd name="connsiteX14" fmla="*/ 6532 w 105428"/>
                <a:gd name="connsiteY14" fmla="*/ 32482 h 143667"/>
                <a:gd name="connsiteX15" fmla="*/ 29630 w 105428"/>
                <a:gd name="connsiteY15" fmla="*/ 4948 h 143667"/>
                <a:gd name="connsiteX16" fmla="*/ 35347 w 105428"/>
                <a:gd name="connsiteY16" fmla="*/ 12054 h 143667"/>
                <a:gd name="connsiteX17" fmla="*/ 31459 w 105428"/>
                <a:gd name="connsiteY17" fmla="*/ 27597 h 143667"/>
                <a:gd name="connsiteX18" fmla="*/ 18195 w 105428"/>
                <a:gd name="connsiteY18" fmla="*/ 74228 h 143667"/>
                <a:gd name="connsiteX19" fmla="*/ 46096 w 105428"/>
                <a:gd name="connsiteY19" fmla="*/ 100652 h 143667"/>
                <a:gd name="connsiteX20" fmla="*/ 69194 w 105428"/>
                <a:gd name="connsiteY20" fmla="*/ 90660 h 143667"/>
                <a:gd name="connsiteX21" fmla="*/ 54329 w 105428"/>
                <a:gd name="connsiteY21" fmla="*/ 124856 h 143667"/>
                <a:gd name="connsiteX22" fmla="*/ 29173 w 105428"/>
                <a:gd name="connsiteY22" fmla="*/ 138845 h 143667"/>
                <a:gd name="connsiteX23" fmla="*/ 11792 w 105428"/>
                <a:gd name="connsiteY23" fmla="*/ 129519 h 143667"/>
                <a:gd name="connsiteX24" fmla="*/ 21626 w 105428"/>
                <a:gd name="connsiteY24" fmla="*/ 126855 h 143667"/>
                <a:gd name="connsiteX25" fmla="*/ 26200 w 105428"/>
                <a:gd name="connsiteY25" fmla="*/ 117750 h 143667"/>
                <a:gd name="connsiteX26" fmla="*/ 17738 w 105428"/>
                <a:gd name="connsiteY26" fmla="*/ 109979 h 143667"/>
                <a:gd name="connsiteX27" fmla="*/ 4931 w 105428"/>
                <a:gd name="connsiteY27" fmla="*/ 124412 h 143667"/>
                <a:gd name="connsiteX28" fmla="*/ 29173 w 105428"/>
                <a:gd name="connsiteY28" fmla="*/ 143731 h 143667"/>
                <a:gd name="connsiteX29" fmla="*/ 82687 w 105428"/>
                <a:gd name="connsiteY29" fmla="*/ 98432 h 143667"/>
                <a:gd name="connsiteX30" fmla="*/ 104642 w 105428"/>
                <a:gd name="connsiteY30" fmla="*/ 13608 h 14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5428" h="143667">
                  <a:moveTo>
                    <a:pt x="104642" y="13608"/>
                  </a:moveTo>
                  <a:cubicBezTo>
                    <a:pt x="105557" y="10499"/>
                    <a:pt x="105557" y="10055"/>
                    <a:pt x="105557" y="8501"/>
                  </a:cubicBezTo>
                  <a:cubicBezTo>
                    <a:pt x="105557" y="4504"/>
                    <a:pt x="102355" y="2505"/>
                    <a:pt x="98924" y="2505"/>
                  </a:cubicBezTo>
                  <a:cubicBezTo>
                    <a:pt x="96638" y="2505"/>
                    <a:pt x="92978" y="3838"/>
                    <a:pt x="90920" y="7168"/>
                  </a:cubicBezTo>
                  <a:cubicBezTo>
                    <a:pt x="90463" y="8279"/>
                    <a:pt x="88633" y="15162"/>
                    <a:pt x="87718" y="19159"/>
                  </a:cubicBezTo>
                  <a:cubicBezTo>
                    <a:pt x="86118" y="24933"/>
                    <a:pt x="84517" y="30928"/>
                    <a:pt x="83145" y="36923"/>
                  </a:cubicBezTo>
                  <a:lnTo>
                    <a:pt x="72853" y="76893"/>
                  </a:lnTo>
                  <a:cubicBezTo>
                    <a:pt x="71939" y="80224"/>
                    <a:pt x="62105" y="95767"/>
                    <a:pt x="47011" y="95767"/>
                  </a:cubicBezTo>
                  <a:cubicBezTo>
                    <a:pt x="35347" y="95767"/>
                    <a:pt x="32832" y="85997"/>
                    <a:pt x="32832" y="77781"/>
                  </a:cubicBezTo>
                  <a:cubicBezTo>
                    <a:pt x="32832" y="67567"/>
                    <a:pt x="36719" y="53799"/>
                    <a:pt x="44495" y="34259"/>
                  </a:cubicBezTo>
                  <a:cubicBezTo>
                    <a:pt x="48154" y="25155"/>
                    <a:pt x="49069" y="22712"/>
                    <a:pt x="49069" y="18271"/>
                  </a:cubicBezTo>
                  <a:cubicBezTo>
                    <a:pt x="49069" y="8279"/>
                    <a:pt x="41751" y="63"/>
                    <a:pt x="30316" y="63"/>
                  </a:cubicBezTo>
                  <a:cubicBezTo>
                    <a:pt x="8590" y="63"/>
                    <a:pt x="128" y="32260"/>
                    <a:pt x="128" y="34259"/>
                  </a:cubicBezTo>
                  <a:cubicBezTo>
                    <a:pt x="128" y="36479"/>
                    <a:pt x="2415" y="36479"/>
                    <a:pt x="2873" y="36479"/>
                  </a:cubicBezTo>
                  <a:cubicBezTo>
                    <a:pt x="5160" y="36479"/>
                    <a:pt x="5388" y="36035"/>
                    <a:pt x="6532" y="32482"/>
                  </a:cubicBezTo>
                  <a:cubicBezTo>
                    <a:pt x="12707" y="11609"/>
                    <a:pt x="21854" y="4948"/>
                    <a:pt x="29630" y="4948"/>
                  </a:cubicBezTo>
                  <a:cubicBezTo>
                    <a:pt x="31459" y="4948"/>
                    <a:pt x="35347" y="4948"/>
                    <a:pt x="35347" y="12054"/>
                  </a:cubicBezTo>
                  <a:cubicBezTo>
                    <a:pt x="35347" y="17605"/>
                    <a:pt x="33060" y="23378"/>
                    <a:pt x="31459" y="27597"/>
                  </a:cubicBezTo>
                  <a:cubicBezTo>
                    <a:pt x="22312" y="51135"/>
                    <a:pt x="18195" y="63792"/>
                    <a:pt x="18195" y="74228"/>
                  </a:cubicBezTo>
                  <a:cubicBezTo>
                    <a:pt x="18195" y="93991"/>
                    <a:pt x="32603" y="100652"/>
                    <a:pt x="46096" y="100652"/>
                  </a:cubicBezTo>
                  <a:cubicBezTo>
                    <a:pt x="55015" y="100652"/>
                    <a:pt x="62791" y="96878"/>
                    <a:pt x="69194" y="90660"/>
                  </a:cubicBezTo>
                  <a:cubicBezTo>
                    <a:pt x="66221" y="102207"/>
                    <a:pt x="63477" y="113087"/>
                    <a:pt x="54329" y="124856"/>
                  </a:cubicBezTo>
                  <a:cubicBezTo>
                    <a:pt x="48383" y="132406"/>
                    <a:pt x="39693" y="138845"/>
                    <a:pt x="29173" y="138845"/>
                  </a:cubicBezTo>
                  <a:cubicBezTo>
                    <a:pt x="25971" y="138845"/>
                    <a:pt x="15680" y="138179"/>
                    <a:pt x="11792" y="129519"/>
                  </a:cubicBezTo>
                  <a:cubicBezTo>
                    <a:pt x="15451" y="129519"/>
                    <a:pt x="18424" y="129519"/>
                    <a:pt x="21626" y="126855"/>
                  </a:cubicBezTo>
                  <a:cubicBezTo>
                    <a:pt x="23913" y="124856"/>
                    <a:pt x="26200" y="121969"/>
                    <a:pt x="26200" y="117750"/>
                  </a:cubicBezTo>
                  <a:cubicBezTo>
                    <a:pt x="26200" y="110867"/>
                    <a:pt x="20025" y="109979"/>
                    <a:pt x="17738" y="109979"/>
                  </a:cubicBezTo>
                  <a:cubicBezTo>
                    <a:pt x="12478" y="109979"/>
                    <a:pt x="4931" y="113531"/>
                    <a:pt x="4931" y="124412"/>
                  </a:cubicBezTo>
                  <a:cubicBezTo>
                    <a:pt x="4931" y="135515"/>
                    <a:pt x="14993" y="143731"/>
                    <a:pt x="29173" y="143731"/>
                  </a:cubicBezTo>
                  <a:cubicBezTo>
                    <a:pt x="52728" y="143731"/>
                    <a:pt x="76284" y="123524"/>
                    <a:pt x="82687" y="98432"/>
                  </a:cubicBezTo>
                  <a:lnTo>
                    <a:pt x="104642" y="13608"/>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8" name="Freeform: Shape 67">
              <a:extLst>
                <a:ext uri="{FF2B5EF4-FFF2-40B4-BE49-F238E27FC236}">
                  <a16:creationId xmlns:a16="http://schemas.microsoft.com/office/drawing/2014/main" id="{A86E24B1-3C33-8BAE-70B3-9458432F1F8F}"/>
                </a:ext>
              </a:extLst>
            </p:cNvPr>
            <p:cNvSpPr/>
            <p:nvPr>
              <p:custDataLst>
                <p:tags r:id="rId145"/>
              </p:custDataLst>
            </p:nvPr>
          </p:nvSpPr>
          <p:spPr>
            <a:xfrm>
              <a:off x="5805508" y="4874809"/>
              <a:ext cx="9147" cy="222052"/>
            </a:xfrm>
            <a:custGeom>
              <a:avLst/>
              <a:gdLst>
                <a:gd name="connsiteX0" fmla="*/ 9281 w 9147"/>
                <a:gd name="connsiteY0" fmla="*/ 8057 h 222052"/>
                <a:gd name="connsiteX1" fmla="*/ 4707 w 9147"/>
                <a:gd name="connsiteY1" fmla="*/ 63 h 222052"/>
                <a:gd name="connsiteX2" fmla="*/ 134 w 9147"/>
                <a:gd name="connsiteY2" fmla="*/ 8057 h 222052"/>
                <a:gd name="connsiteX3" fmla="*/ 134 w 9147"/>
                <a:gd name="connsiteY3" fmla="*/ 214121 h 222052"/>
                <a:gd name="connsiteX4" fmla="*/ 4707 w 9147"/>
                <a:gd name="connsiteY4" fmla="*/ 222115 h 222052"/>
                <a:gd name="connsiteX5" fmla="*/ 9281 w 9147"/>
                <a:gd name="connsiteY5" fmla="*/ 214121 h 222052"/>
                <a:gd name="connsiteX6" fmla="*/ 9281 w 9147"/>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7" h="222052">
                  <a:moveTo>
                    <a:pt x="9281" y="8057"/>
                  </a:moveTo>
                  <a:cubicBezTo>
                    <a:pt x="9281" y="4060"/>
                    <a:pt x="9281" y="63"/>
                    <a:pt x="4707" y="63"/>
                  </a:cubicBezTo>
                  <a:cubicBezTo>
                    <a:pt x="134" y="63"/>
                    <a:pt x="134" y="4060"/>
                    <a:pt x="134" y="8057"/>
                  </a:cubicBezTo>
                  <a:lnTo>
                    <a:pt x="134" y="214121"/>
                  </a:lnTo>
                  <a:cubicBezTo>
                    <a:pt x="134" y="218118"/>
                    <a:pt x="134" y="222115"/>
                    <a:pt x="4707" y="222115"/>
                  </a:cubicBezTo>
                  <a:cubicBezTo>
                    <a:pt x="9281" y="222115"/>
                    <a:pt x="9281" y="218118"/>
                    <a:pt x="9281" y="214121"/>
                  </a:cubicBezTo>
                  <a:lnTo>
                    <a:pt x="9281" y="8057"/>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69" name="Freeform: Shape 68">
              <a:extLst>
                <a:ext uri="{FF2B5EF4-FFF2-40B4-BE49-F238E27FC236}">
                  <a16:creationId xmlns:a16="http://schemas.microsoft.com/office/drawing/2014/main" id="{E331C212-7662-7E16-2A89-77AECB61124F}"/>
                </a:ext>
              </a:extLst>
            </p:cNvPr>
            <p:cNvSpPr/>
            <p:nvPr>
              <p:custDataLst>
                <p:tags r:id="rId146"/>
              </p:custDataLst>
            </p:nvPr>
          </p:nvSpPr>
          <p:spPr>
            <a:xfrm>
              <a:off x="5848452" y="4943201"/>
              <a:ext cx="113890" cy="100589"/>
            </a:xfrm>
            <a:custGeom>
              <a:avLst/>
              <a:gdLst>
                <a:gd name="connsiteX0" fmla="*/ 69888 w 113890"/>
                <a:gd name="connsiteY0" fmla="*/ 31150 h 100589"/>
                <a:gd name="connsiteX1" fmla="*/ 92529 w 113890"/>
                <a:gd name="connsiteY1" fmla="*/ 4948 h 100589"/>
                <a:gd name="connsiteX2" fmla="*/ 103964 w 113890"/>
                <a:gd name="connsiteY2" fmla="*/ 7835 h 100589"/>
                <a:gd name="connsiteX3" fmla="*/ 92986 w 113890"/>
                <a:gd name="connsiteY3" fmla="*/ 19825 h 100589"/>
                <a:gd name="connsiteX4" fmla="*/ 101677 w 113890"/>
                <a:gd name="connsiteY4" fmla="*/ 27597 h 100589"/>
                <a:gd name="connsiteX5" fmla="*/ 114026 w 113890"/>
                <a:gd name="connsiteY5" fmla="*/ 14718 h 100589"/>
                <a:gd name="connsiteX6" fmla="*/ 92758 w 113890"/>
                <a:gd name="connsiteY6" fmla="*/ 63 h 100589"/>
                <a:gd name="connsiteX7" fmla="*/ 68745 w 113890"/>
                <a:gd name="connsiteY7" fmla="*/ 16939 h 100589"/>
                <a:gd name="connsiteX8" fmla="*/ 44046 w 113890"/>
                <a:gd name="connsiteY8" fmla="*/ 63 h 100589"/>
                <a:gd name="connsiteX9" fmla="*/ 7226 w 113890"/>
                <a:gd name="connsiteY9" fmla="*/ 34259 h 100589"/>
                <a:gd name="connsiteX10" fmla="*/ 9970 w 113890"/>
                <a:gd name="connsiteY10" fmla="*/ 36479 h 100589"/>
                <a:gd name="connsiteX11" fmla="*/ 12943 w 113890"/>
                <a:gd name="connsiteY11" fmla="*/ 34037 h 100589"/>
                <a:gd name="connsiteX12" fmla="*/ 43588 w 113890"/>
                <a:gd name="connsiteY12" fmla="*/ 4948 h 100589"/>
                <a:gd name="connsiteX13" fmla="*/ 55938 w 113890"/>
                <a:gd name="connsiteY13" fmla="*/ 19825 h 100589"/>
                <a:gd name="connsiteX14" fmla="*/ 43588 w 113890"/>
                <a:gd name="connsiteY14" fmla="*/ 72674 h 100589"/>
                <a:gd name="connsiteX15" fmla="*/ 21862 w 113890"/>
                <a:gd name="connsiteY15" fmla="*/ 95767 h 100589"/>
                <a:gd name="connsiteX16" fmla="*/ 10428 w 113890"/>
                <a:gd name="connsiteY16" fmla="*/ 92881 h 100589"/>
                <a:gd name="connsiteX17" fmla="*/ 21176 w 113890"/>
                <a:gd name="connsiteY17" fmla="*/ 80890 h 100589"/>
                <a:gd name="connsiteX18" fmla="*/ 12715 w 113890"/>
                <a:gd name="connsiteY18" fmla="*/ 73118 h 100589"/>
                <a:gd name="connsiteX19" fmla="*/ 136 w 113890"/>
                <a:gd name="connsiteY19" fmla="*/ 85997 h 100589"/>
                <a:gd name="connsiteX20" fmla="*/ 21634 w 113890"/>
                <a:gd name="connsiteY20" fmla="*/ 100652 h 100589"/>
                <a:gd name="connsiteX21" fmla="*/ 45647 w 113890"/>
                <a:gd name="connsiteY21" fmla="*/ 83776 h 100589"/>
                <a:gd name="connsiteX22" fmla="*/ 70346 w 113890"/>
                <a:gd name="connsiteY22" fmla="*/ 100652 h 100589"/>
                <a:gd name="connsiteX23" fmla="*/ 106937 w 113890"/>
                <a:gd name="connsiteY23" fmla="*/ 66456 h 100589"/>
                <a:gd name="connsiteX24" fmla="*/ 104192 w 113890"/>
                <a:gd name="connsiteY24" fmla="*/ 64236 h 100589"/>
                <a:gd name="connsiteX25" fmla="*/ 101219 w 113890"/>
                <a:gd name="connsiteY25" fmla="*/ 66678 h 100589"/>
                <a:gd name="connsiteX26" fmla="*/ 70803 w 113890"/>
                <a:gd name="connsiteY26" fmla="*/ 95767 h 100589"/>
                <a:gd name="connsiteX27" fmla="*/ 58225 w 113890"/>
                <a:gd name="connsiteY27" fmla="*/ 81112 h 100589"/>
                <a:gd name="connsiteX28" fmla="*/ 62113 w 113890"/>
                <a:gd name="connsiteY28" fmla="*/ 61571 h 100589"/>
                <a:gd name="connsiteX29" fmla="*/ 69888 w 11389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90" h="100589">
                  <a:moveTo>
                    <a:pt x="69888" y="31150"/>
                  </a:moveTo>
                  <a:cubicBezTo>
                    <a:pt x="71260" y="25377"/>
                    <a:pt x="76520" y="4948"/>
                    <a:pt x="92529" y="4948"/>
                  </a:cubicBezTo>
                  <a:cubicBezTo>
                    <a:pt x="93673" y="4948"/>
                    <a:pt x="99161" y="4948"/>
                    <a:pt x="103964" y="7835"/>
                  </a:cubicBezTo>
                  <a:cubicBezTo>
                    <a:pt x="97560" y="8945"/>
                    <a:pt x="92986" y="14496"/>
                    <a:pt x="92986" y="19825"/>
                  </a:cubicBezTo>
                  <a:cubicBezTo>
                    <a:pt x="92986" y="23378"/>
                    <a:pt x="95502" y="27597"/>
                    <a:pt x="101677" y="27597"/>
                  </a:cubicBezTo>
                  <a:cubicBezTo>
                    <a:pt x="106708" y="27597"/>
                    <a:pt x="114026" y="23600"/>
                    <a:pt x="114026" y="14718"/>
                  </a:cubicBezTo>
                  <a:cubicBezTo>
                    <a:pt x="114026" y="3172"/>
                    <a:pt x="100533" y="63"/>
                    <a:pt x="92758" y="63"/>
                  </a:cubicBezTo>
                  <a:cubicBezTo>
                    <a:pt x="79493" y="63"/>
                    <a:pt x="71489" y="11832"/>
                    <a:pt x="68745" y="16939"/>
                  </a:cubicBezTo>
                  <a:cubicBezTo>
                    <a:pt x="63027" y="2283"/>
                    <a:pt x="50678" y="63"/>
                    <a:pt x="44046" y="63"/>
                  </a:cubicBezTo>
                  <a:cubicBezTo>
                    <a:pt x="20261" y="63"/>
                    <a:pt x="7226" y="28708"/>
                    <a:pt x="7226" y="34259"/>
                  </a:cubicBezTo>
                  <a:cubicBezTo>
                    <a:pt x="7226" y="36479"/>
                    <a:pt x="9513" y="36479"/>
                    <a:pt x="9970" y="36479"/>
                  </a:cubicBezTo>
                  <a:cubicBezTo>
                    <a:pt x="11800" y="36479"/>
                    <a:pt x="12486" y="36035"/>
                    <a:pt x="12943" y="34037"/>
                  </a:cubicBezTo>
                  <a:cubicBezTo>
                    <a:pt x="20719" y="10499"/>
                    <a:pt x="35813" y="4948"/>
                    <a:pt x="43588" y="4948"/>
                  </a:cubicBezTo>
                  <a:cubicBezTo>
                    <a:pt x="47934" y="4948"/>
                    <a:pt x="55938" y="6946"/>
                    <a:pt x="55938" y="19825"/>
                  </a:cubicBezTo>
                  <a:cubicBezTo>
                    <a:pt x="55938" y="26709"/>
                    <a:pt x="52050" y="41587"/>
                    <a:pt x="43588" y="72674"/>
                  </a:cubicBezTo>
                  <a:cubicBezTo>
                    <a:pt x="39929" y="86441"/>
                    <a:pt x="31925" y="95767"/>
                    <a:pt x="21862" y="95767"/>
                  </a:cubicBezTo>
                  <a:cubicBezTo>
                    <a:pt x="20490" y="95767"/>
                    <a:pt x="15230" y="95767"/>
                    <a:pt x="10428" y="92881"/>
                  </a:cubicBezTo>
                  <a:cubicBezTo>
                    <a:pt x="16145" y="91770"/>
                    <a:pt x="21176" y="87107"/>
                    <a:pt x="21176" y="80890"/>
                  </a:cubicBezTo>
                  <a:cubicBezTo>
                    <a:pt x="21176" y="74894"/>
                    <a:pt x="16145" y="73118"/>
                    <a:pt x="12715" y="73118"/>
                  </a:cubicBezTo>
                  <a:cubicBezTo>
                    <a:pt x="5854" y="73118"/>
                    <a:pt x="136" y="78891"/>
                    <a:pt x="136" y="85997"/>
                  </a:cubicBezTo>
                  <a:cubicBezTo>
                    <a:pt x="136" y="96211"/>
                    <a:pt x="11571" y="100652"/>
                    <a:pt x="21634" y="100652"/>
                  </a:cubicBezTo>
                  <a:cubicBezTo>
                    <a:pt x="36727" y="100652"/>
                    <a:pt x="44961" y="85109"/>
                    <a:pt x="45647" y="83776"/>
                  </a:cubicBezTo>
                  <a:cubicBezTo>
                    <a:pt x="48391" y="91992"/>
                    <a:pt x="56624" y="100652"/>
                    <a:pt x="70346" y="100652"/>
                  </a:cubicBezTo>
                  <a:cubicBezTo>
                    <a:pt x="93901" y="100652"/>
                    <a:pt x="106937" y="72008"/>
                    <a:pt x="106937" y="66456"/>
                  </a:cubicBezTo>
                  <a:cubicBezTo>
                    <a:pt x="106937" y="64236"/>
                    <a:pt x="104879" y="64236"/>
                    <a:pt x="104192" y="64236"/>
                  </a:cubicBezTo>
                  <a:cubicBezTo>
                    <a:pt x="102134" y="64236"/>
                    <a:pt x="101677" y="65124"/>
                    <a:pt x="101219" y="66678"/>
                  </a:cubicBezTo>
                  <a:cubicBezTo>
                    <a:pt x="93673" y="90438"/>
                    <a:pt x="78121" y="95767"/>
                    <a:pt x="70803" y="95767"/>
                  </a:cubicBezTo>
                  <a:cubicBezTo>
                    <a:pt x="61884" y="95767"/>
                    <a:pt x="58225" y="88662"/>
                    <a:pt x="58225" y="81112"/>
                  </a:cubicBezTo>
                  <a:cubicBezTo>
                    <a:pt x="58225" y="76227"/>
                    <a:pt x="59597" y="71342"/>
                    <a:pt x="62113" y="61571"/>
                  </a:cubicBezTo>
                  <a:lnTo>
                    <a:pt x="69888" y="3115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0" name="Freeform: Shape 69">
              <a:extLst>
                <a:ext uri="{FF2B5EF4-FFF2-40B4-BE49-F238E27FC236}">
                  <a16:creationId xmlns:a16="http://schemas.microsoft.com/office/drawing/2014/main" id="{B693F505-1C27-DC22-A9E3-805F18C8E3C4}"/>
                </a:ext>
              </a:extLst>
            </p:cNvPr>
            <p:cNvSpPr/>
            <p:nvPr>
              <p:custDataLst>
                <p:tags r:id="rId147"/>
              </p:custDataLst>
            </p:nvPr>
          </p:nvSpPr>
          <p:spPr>
            <a:xfrm>
              <a:off x="5977557" y="4874809"/>
              <a:ext cx="31331" cy="222052"/>
            </a:xfrm>
            <a:custGeom>
              <a:avLst/>
              <a:gdLst>
                <a:gd name="connsiteX0" fmla="*/ 31473 w 31331"/>
                <a:gd name="connsiteY0" fmla="*/ 63 h 222052"/>
                <a:gd name="connsiteX1" fmla="*/ 142 w 31331"/>
                <a:gd name="connsiteY1" fmla="*/ 63 h 222052"/>
                <a:gd name="connsiteX2" fmla="*/ 142 w 31331"/>
                <a:gd name="connsiteY2" fmla="*/ 8945 h 222052"/>
                <a:gd name="connsiteX3" fmla="*/ 22325 w 31331"/>
                <a:gd name="connsiteY3" fmla="*/ 8945 h 222052"/>
                <a:gd name="connsiteX4" fmla="*/ 22325 w 31331"/>
                <a:gd name="connsiteY4" fmla="*/ 213233 h 222052"/>
                <a:gd name="connsiteX5" fmla="*/ 142 w 31331"/>
                <a:gd name="connsiteY5" fmla="*/ 213233 h 222052"/>
                <a:gd name="connsiteX6" fmla="*/ 142 w 31331"/>
                <a:gd name="connsiteY6" fmla="*/ 222115 h 222052"/>
                <a:gd name="connsiteX7" fmla="*/ 31473 w 31331"/>
                <a:gd name="connsiteY7" fmla="*/ 222115 h 222052"/>
                <a:gd name="connsiteX8" fmla="*/ 31473 w 313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473" y="63"/>
                  </a:moveTo>
                  <a:lnTo>
                    <a:pt x="142" y="63"/>
                  </a:lnTo>
                  <a:lnTo>
                    <a:pt x="142" y="8945"/>
                  </a:lnTo>
                  <a:lnTo>
                    <a:pt x="22325" y="8945"/>
                  </a:lnTo>
                  <a:lnTo>
                    <a:pt x="22325" y="213233"/>
                  </a:lnTo>
                  <a:lnTo>
                    <a:pt x="142" y="213233"/>
                  </a:lnTo>
                  <a:lnTo>
                    <a:pt x="142" y="222115"/>
                  </a:lnTo>
                  <a:lnTo>
                    <a:pt x="31473" y="222115"/>
                  </a:lnTo>
                  <a:lnTo>
                    <a:pt x="31473" y="6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1" name="Freeform: Shape 70">
              <a:extLst>
                <a:ext uri="{FF2B5EF4-FFF2-40B4-BE49-F238E27FC236}">
                  <a16:creationId xmlns:a16="http://schemas.microsoft.com/office/drawing/2014/main" id="{67CB2E77-87ED-4F8E-731F-653B10C25C6F}"/>
                </a:ext>
              </a:extLst>
            </p:cNvPr>
            <p:cNvSpPr/>
            <p:nvPr>
              <p:custDataLst>
                <p:tags r:id="rId148"/>
              </p:custDataLst>
            </p:nvPr>
          </p:nvSpPr>
          <p:spPr>
            <a:xfrm>
              <a:off x="6105854" y="4981394"/>
              <a:ext cx="139732" cy="8882"/>
            </a:xfrm>
            <a:custGeom>
              <a:avLst/>
              <a:gdLst>
                <a:gd name="connsiteX0" fmla="*/ 131875 w 139732"/>
                <a:gd name="connsiteY0" fmla="*/ 8945 h 8882"/>
                <a:gd name="connsiteX1" fmla="*/ 139880 w 139732"/>
                <a:gd name="connsiteY1" fmla="*/ 4504 h 8882"/>
                <a:gd name="connsiteX2" fmla="*/ 131875 w 139732"/>
                <a:gd name="connsiteY2" fmla="*/ 63 h 8882"/>
                <a:gd name="connsiteX3" fmla="*/ 8151 w 139732"/>
                <a:gd name="connsiteY3" fmla="*/ 63 h 8882"/>
                <a:gd name="connsiteX4" fmla="*/ 147 w 139732"/>
                <a:gd name="connsiteY4" fmla="*/ 4504 h 8882"/>
                <a:gd name="connsiteX5" fmla="*/ 8151 w 139732"/>
                <a:gd name="connsiteY5" fmla="*/ 8945 h 8882"/>
                <a:gd name="connsiteX6" fmla="*/ 131875 w 139732"/>
                <a:gd name="connsiteY6" fmla="*/ 8945 h 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732" h="8882">
                  <a:moveTo>
                    <a:pt x="131875" y="8945"/>
                  </a:moveTo>
                  <a:cubicBezTo>
                    <a:pt x="135763" y="8945"/>
                    <a:pt x="139880" y="8945"/>
                    <a:pt x="139880" y="4504"/>
                  </a:cubicBezTo>
                  <a:cubicBezTo>
                    <a:pt x="139880" y="63"/>
                    <a:pt x="135763" y="63"/>
                    <a:pt x="131875" y="63"/>
                  </a:cubicBezTo>
                  <a:lnTo>
                    <a:pt x="8151" y="63"/>
                  </a:lnTo>
                  <a:cubicBezTo>
                    <a:pt x="4264" y="63"/>
                    <a:pt x="147" y="63"/>
                    <a:pt x="147" y="4504"/>
                  </a:cubicBezTo>
                  <a:cubicBezTo>
                    <a:pt x="147" y="8945"/>
                    <a:pt x="4264" y="8945"/>
                    <a:pt x="8151" y="8945"/>
                  </a:cubicBezTo>
                  <a:lnTo>
                    <a:pt x="131875" y="894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2" name="Freeform: Shape 71">
              <a:extLst>
                <a:ext uri="{FF2B5EF4-FFF2-40B4-BE49-F238E27FC236}">
                  <a16:creationId xmlns:a16="http://schemas.microsoft.com/office/drawing/2014/main" id="{34A50B10-54DB-6548-132A-90E59F430B96}"/>
                </a:ext>
              </a:extLst>
            </p:cNvPr>
            <p:cNvSpPr/>
            <p:nvPr>
              <p:custDataLst>
                <p:tags r:id="rId149"/>
              </p:custDataLst>
            </p:nvPr>
          </p:nvSpPr>
          <p:spPr>
            <a:xfrm>
              <a:off x="6324257" y="4890352"/>
              <a:ext cx="165981" cy="150995"/>
            </a:xfrm>
            <a:custGeom>
              <a:avLst/>
              <a:gdLst>
                <a:gd name="connsiteX0" fmla="*/ 153383 w 165981"/>
                <a:gd name="connsiteY0" fmla="*/ 99320 h 150995"/>
                <a:gd name="connsiteX1" fmla="*/ 154526 w 165981"/>
                <a:gd name="connsiteY1" fmla="*/ 96211 h 150995"/>
                <a:gd name="connsiteX2" fmla="*/ 151782 w 165981"/>
                <a:gd name="connsiteY2" fmla="*/ 93769 h 150995"/>
                <a:gd name="connsiteX3" fmla="*/ 148809 w 165981"/>
                <a:gd name="connsiteY3" fmla="*/ 96433 h 150995"/>
                <a:gd name="connsiteX4" fmla="*/ 86375 w 165981"/>
                <a:gd name="connsiteY4" fmla="*/ 144175 h 150995"/>
                <a:gd name="connsiteX5" fmla="*/ 52985 w 165981"/>
                <a:gd name="connsiteY5" fmla="*/ 144175 h 150995"/>
                <a:gd name="connsiteX6" fmla="*/ 47954 w 165981"/>
                <a:gd name="connsiteY6" fmla="*/ 143953 h 150995"/>
                <a:gd name="connsiteX7" fmla="*/ 44981 w 165981"/>
                <a:gd name="connsiteY7" fmla="*/ 141732 h 150995"/>
                <a:gd name="connsiteX8" fmla="*/ 46125 w 165981"/>
                <a:gd name="connsiteY8" fmla="*/ 136625 h 150995"/>
                <a:gd name="connsiteX9" fmla="*/ 61676 w 165981"/>
                <a:gd name="connsiteY9" fmla="*/ 76005 h 150995"/>
                <a:gd name="connsiteX10" fmla="*/ 84317 w 165981"/>
                <a:gd name="connsiteY10" fmla="*/ 76005 h 150995"/>
                <a:gd name="connsiteX11" fmla="*/ 103756 w 165981"/>
                <a:gd name="connsiteY11" fmla="*/ 86219 h 150995"/>
                <a:gd name="connsiteX12" fmla="*/ 102155 w 165981"/>
                <a:gd name="connsiteY12" fmla="*/ 97100 h 150995"/>
                <a:gd name="connsiteX13" fmla="*/ 101469 w 165981"/>
                <a:gd name="connsiteY13" fmla="*/ 99542 h 150995"/>
                <a:gd name="connsiteX14" fmla="*/ 104442 w 165981"/>
                <a:gd name="connsiteY14" fmla="*/ 101985 h 150995"/>
                <a:gd name="connsiteX15" fmla="*/ 107872 w 165981"/>
                <a:gd name="connsiteY15" fmla="*/ 97544 h 150995"/>
                <a:gd name="connsiteX16" fmla="*/ 120908 w 165981"/>
                <a:gd name="connsiteY16" fmla="*/ 45583 h 150995"/>
                <a:gd name="connsiteX17" fmla="*/ 118164 w 165981"/>
                <a:gd name="connsiteY17" fmla="*/ 43141 h 150995"/>
                <a:gd name="connsiteX18" fmla="*/ 114962 w 165981"/>
                <a:gd name="connsiteY18" fmla="*/ 47138 h 150995"/>
                <a:gd name="connsiteX19" fmla="*/ 85003 w 165981"/>
                <a:gd name="connsiteY19" fmla="*/ 69121 h 150995"/>
                <a:gd name="connsiteX20" fmla="*/ 63505 w 165981"/>
                <a:gd name="connsiteY20" fmla="*/ 69121 h 150995"/>
                <a:gd name="connsiteX21" fmla="*/ 77227 w 165981"/>
                <a:gd name="connsiteY21" fmla="*/ 15606 h 150995"/>
                <a:gd name="connsiteX22" fmla="*/ 89577 w 165981"/>
                <a:gd name="connsiteY22" fmla="*/ 6946 h 150995"/>
                <a:gd name="connsiteX23" fmla="*/ 121823 w 165981"/>
                <a:gd name="connsiteY23" fmla="*/ 6946 h 150995"/>
                <a:gd name="connsiteX24" fmla="*/ 156584 w 165981"/>
                <a:gd name="connsiteY24" fmla="*/ 31594 h 150995"/>
                <a:gd name="connsiteX25" fmla="*/ 155669 w 165981"/>
                <a:gd name="connsiteY25" fmla="*/ 43363 h 150995"/>
                <a:gd name="connsiteX26" fmla="*/ 155441 w 165981"/>
                <a:gd name="connsiteY26" fmla="*/ 47360 h 150995"/>
                <a:gd name="connsiteX27" fmla="*/ 158185 w 165981"/>
                <a:gd name="connsiteY27" fmla="*/ 50025 h 150995"/>
                <a:gd name="connsiteX28" fmla="*/ 161387 w 165981"/>
                <a:gd name="connsiteY28" fmla="*/ 44473 h 150995"/>
                <a:gd name="connsiteX29" fmla="*/ 165961 w 165981"/>
                <a:gd name="connsiteY29" fmla="*/ 6058 h 150995"/>
                <a:gd name="connsiteX30" fmla="*/ 159786 w 165981"/>
                <a:gd name="connsiteY30" fmla="*/ 63 h 150995"/>
                <a:gd name="connsiteX31" fmla="*/ 44295 w 165981"/>
                <a:gd name="connsiteY31" fmla="*/ 63 h 150995"/>
                <a:gd name="connsiteX32" fmla="*/ 37434 w 165981"/>
                <a:gd name="connsiteY32" fmla="*/ 4504 h 150995"/>
                <a:gd name="connsiteX33" fmla="*/ 43838 w 165981"/>
                <a:gd name="connsiteY33" fmla="*/ 6946 h 150995"/>
                <a:gd name="connsiteX34" fmla="*/ 58703 w 165981"/>
                <a:gd name="connsiteY34" fmla="*/ 10943 h 150995"/>
                <a:gd name="connsiteX35" fmla="*/ 57559 w 165981"/>
                <a:gd name="connsiteY35" fmla="*/ 16273 h 150995"/>
                <a:gd name="connsiteX36" fmla="*/ 27372 w 165981"/>
                <a:gd name="connsiteY36" fmla="*/ 133738 h 150995"/>
                <a:gd name="connsiteX37" fmla="*/ 6560 w 165981"/>
                <a:gd name="connsiteY37" fmla="*/ 144175 h 150995"/>
                <a:gd name="connsiteX38" fmla="*/ 157 w 165981"/>
                <a:gd name="connsiteY38" fmla="*/ 148394 h 150995"/>
                <a:gd name="connsiteX39" fmla="*/ 6560 w 165981"/>
                <a:gd name="connsiteY39" fmla="*/ 151058 h 150995"/>
                <a:gd name="connsiteX40" fmla="*/ 125253 w 165981"/>
                <a:gd name="connsiteY40" fmla="*/ 151058 h 150995"/>
                <a:gd name="connsiteX41" fmla="*/ 132343 w 165981"/>
                <a:gd name="connsiteY41" fmla="*/ 147283 h 150995"/>
                <a:gd name="connsiteX42" fmla="*/ 153383 w 165981"/>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981" h="150995">
                  <a:moveTo>
                    <a:pt x="153383" y="99320"/>
                  </a:moveTo>
                  <a:cubicBezTo>
                    <a:pt x="153840" y="98210"/>
                    <a:pt x="154526" y="96656"/>
                    <a:pt x="154526" y="96211"/>
                  </a:cubicBezTo>
                  <a:cubicBezTo>
                    <a:pt x="154526" y="95989"/>
                    <a:pt x="154526" y="93769"/>
                    <a:pt x="151782" y="93769"/>
                  </a:cubicBezTo>
                  <a:cubicBezTo>
                    <a:pt x="149723" y="93769"/>
                    <a:pt x="149266" y="95101"/>
                    <a:pt x="148809" y="96433"/>
                  </a:cubicBezTo>
                  <a:cubicBezTo>
                    <a:pt x="133943" y="129297"/>
                    <a:pt x="125482" y="144175"/>
                    <a:pt x="86375" y="144175"/>
                  </a:cubicBezTo>
                  <a:lnTo>
                    <a:pt x="52985" y="144175"/>
                  </a:lnTo>
                  <a:cubicBezTo>
                    <a:pt x="49784" y="144175"/>
                    <a:pt x="49326" y="144175"/>
                    <a:pt x="47954" y="143953"/>
                  </a:cubicBezTo>
                  <a:cubicBezTo>
                    <a:pt x="45667" y="143731"/>
                    <a:pt x="44981" y="143509"/>
                    <a:pt x="44981" y="141732"/>
                  </a:cubicBezTo>
                  <a:cubicBezTo>
                    <a:pt x="44981" y="141066"/>
                    <a:pt x="44981" y="140622"/>
                    <a:pt x="46125" y="136625"/>
                  </a:cubicBezTo>
                  <a:lnTo>
                    <a:pt x="61676" y="76005"/>
                  </a:lnTo>
                  <a:lnTo>
                    <a:pt x="84317" y="76005"/>
                  </a:lnTo>
                  <a:cubicBezTo>
                    <a:pt x="103756" y="76005"/>
                    <a:pt x="103756" y="80668"/>
                    <a:pt x="103756" y="86219"/>
                  </a:cubicBezTo>
                  <a:cubicBezTo>
                    <a:pt x="103756" y="87773"/>
                    <a:pt x="103756" y="90438"/>
                    <a:pt x="102155" y="97100"/>
                  </a:cubicBezTo>
                  <a:cubicBezTo>
                    <a:pt x="101697" y="98210"/>
                    <a:pt x="101469" y="98876"/>
                    <a:pt x="101469" y="99542"/>
                  </a:cubicBezTo>
                  <a:cubicBezTo>
                    <a:pt x="101469" y="100652"/>
                    <a:pt x="102384" y="101985"/>
                    <a:pt x="104442" y="101985"/>
                  </a:cubicBezTo>
                  <a:cubicBezTo>
                    <a:pt x="106271" y="101985"/>
                    <a:pt x="106957" y="100874"/>
                    <a:pt x="107872" y="97544"/>
                  </a:cubicBezTo>
                  <a:lnTo>
                    <a:pt x="120908" y="45583"/>
                  </a:lnTo>
                  <a:cubicBezTo>
                    <a:pt x="120908" y="44251"/>
                    <a:pt x="119764" y="43141"/>
                    <a:pt x="118164" y="43141"/>
                  </a:cubicBezTo>
                  <a:cubicBezTo>
                    <a:pt x="116105" y="43141"/>
                    <a:pt x="115648" y="44473"/>
                    <a:pt x="114962" y="47138"/>
                  </a:cubicBezTo>
                  <a:cubicBezTo>
                    <a:pt x="110159" y="64014"/>
                    <a:pt x="106043" y="69121"/>
                    <a:pt x="85003" y="69121"/>
                  </a:cubicBezTo>
                  <a:lnTo>
                    <a:pt x="63505" y="69121"/>
                  </a:lnTo>
                  <a:lnTo>
                    <a:pt x="77227" y="15606"/>
                  </a:lnTo>
                  <a:cubicBezTo>
                    <a:pt x="79285" y="7835"/>
                    <a:pt x="79514" y="6946"/>
                    <a:pt x="89577" y="6946"/>
                  </a:cubicBezTo>
                  <a:lnTo>
                    <a:pt x="121823" y="6946"/>
                  </a:lnTo>
                  <a:cubicBezTo>
                    <a:pt x="149723" y="6946"/>
                    <a:pt x="156584" y="13386"/>
                    <a:pt x="156584" y="31594"/>
                  </a:cubicBezTo>
                  <a:cubicBezTo>
                    <a:pt x="156584" y="36923"/>
                    <a:pt x="156584" y="37368"/>
                    <a:pt x="155669" y="43363"/>
                  </a:cubicBezTo>
                  <a:cubicBezTo>
                    <a:pt x="155669" y="44695"/>
                    <a:pt x="155441" y="46250"/>
                    <a:pt x="155441" y="47360"/>
                  </a:cubicBezTo>
                  <a:cubicBezTo>
                    <a:pt x="155441" y="48470"/>
                    <a:pt x="156127" y="50025"/>
                    <a:pt x="158185" y="50025"/>
                  </a:cubicBezTo>
                  <a:cubicBezTo>
                    <a:pt x="160701" y="50025"/>
                    <a:pt x="160929" y="48692"/>
                    <a:pt x="161387" y="44473"/>
                  </a:cubicBezTo>
                  <a:lnTo>
                    <a:pt x="165961" y="6058"/>
                  </a:lnTo>
                  <a:cubicBezTo>
                    <a:pt x="166647" y="63"/>
                    <a:pt x="165503" y="63"/>
                    <a:pt x="159786" y="63"/>
                  </a:cubicBezTo>
                  <a:lnTo>
                    <a:pt x="44295" y="63"/>
                  </a:lnTo>
                  <a:cubicBezTo>
                    <a:pt x="39721" y="63"/>
                    <a:pt x="37434" y="63"/>
                    <a:pt x="37434" y="4504"/>
                  </a:cubicBezTo>
                  <a:cubicBezTo>
                    <a:pt x="37434" y="6946"/>
                    <a:pt x="39492" y="6946"/>
                    <a:pt x="43838" y="6946"/>
                  </a:cubicBezTo>
                  <a:cubicBezTo>
                    <a:pt x="52299" y="6946"/>
                    <a:pt x="58703" y="6946"/>
                    <a:pt x="58703" y="10943"/>
                  </a:cubicBezTo>
                  <a:cubicBezTo>
                    <a:pt x="58703" y="11832"/>
                    <a:pt x="58703" y="12276"/>
                    <a:pt x="57559" y="16273"/>
                  </a:cubicBezTo>
                  <a:lnTo>
                    <a:pt x="27372" y="133738"/>
                  </a:lnTo>
                  <a:cubicBezTo>
                    <a:pt x="25085" y="142398"/>
                    <a:pt x="24627" y="144175"/>
                    <a:pt x="6560" y="144175"/>
                  </a:cubicBezTo>
                  <a:cubicBezTo>
                    <a:pt x="2673" y="144175"/>
                    <a:pt x="157" y="144175"/>
                    <a:pt x="157" y="148394"/>
                  </a:cubicBezTo>
                  <a:cubicBezTo>
                    <a:pt x="157" y="151058"/>
                    <a:pt x="2215" y="151058"/>
                    <a:pt x="6560" y="151058"/>
                  </a:cubicBezTo>
                  <a:lnTo>
                    <a:pt x="125253" y="151058"/>
                  </a:lnTo>
                  <a:cubicBezTo>
                    <a:pt x="130513" y="151058"/>
                    <a:pt x="130742" y="150836"/>
                    <a:pt x="132343" y="147283"/>
                  </a:cubicBezTo>
                  <a:lnTo>
                    <a:pt x="153383" y="9932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3" name="Freeform: Shape 72">
              <a:extLst>
                <a:ext uri="{FF2B5EF4-FFF2-40B4-BE49-F238E27FC236}">
                  <a16:creationId xmlns:a16="http://schemas.microsoft.com/office/drawing/2014/main" id="{2F7B4C9E-5A42-64BB-9892-A839DA17EA4E}"/>
                </a:ext>
              </a:extLst>
            </p:cNvPr>
            <p:cNvSpPr/>
            <p:nvPr>
              <p:custDataLst>
                <p:tags r:id="rId150"/>
              </p:custDataLst>
            </p:nvPr>
          </p:nvSpPr>
          <p:spPr>
            <a:xfrm>
              <a:off x="6524555" y="4874809"/>
              <a:ext cx="31331" cy="222052"/>
            </a:xfrm>
            <a:custGeom>
              <a:avLst/>
              <a:gdLst>
                <a:gd name="connsiteX0" fmla="*/ 31496 w 31331"/>
                <a:gd name="connsiteY0" fmla="*/ 222115 h 222052"/>
                <a:gd name="connsiteX1" fmla="*/ 31496 w 31331"/>
                <a:gd name="connsiteY1" fmla="*/ 213233 h 222052"/>
                <a:gd name="connsiteX2" fmla="*/ 9313 w 31331"/>
                <a:gd name="connsiteY2" fmla="*/ 213233 h 222052"/>
                <a:gd name="connsiteX3" fmla="*/ 9313 w 31331"/>
                <a:gd name="connsiteY3" fmla="*/ 8945 h 222052"/>
                <a:gd name="connsiteX4" fmla="*/ 31496 w 31331"/>
                <a:gd name="connsiteY4" fmla="*/ 8945 h 222052"/>
                <a:gd name="connsiteX5" fmla="*/ 31496 w 31331"/>
                <a:gd name="connsiteY5" fmla="*/ 63 h 222052"/>
                <a:gd name="connsiteX6" fmla="*/ 165 w 31331"/>
                <a:gd name="connsiteY6" fmla="*/ 63 h 222052"/>
                <a:gd name="connsiteX7" fmla="*/ 165 w 31331"/>
                <a:gd name="connsiteY7" fmla="*/ 222115 h 222052"/>
                <a:gd name="connsiteX8" fmla="*/ 31496 w 313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496" y="222115"/>
                  </a:moveTo>
                  <a:lnTo>
                    <a:pt x="31496" y="213233"/>
                  </a:lnTo>
                  <a:lnTo>
                    <a:pt x="9313" y="213233"/>
                  </a:lnTo>
                  <a:lnTo>
                    <a:pt x="9313" y="8945"/>
                  </a:lnTo>
                  <a:lnTo>
                    <a:pt x="31496" y="8945"/>
                  </a:lnTo>
                  <a:lnTo>
                    <a:pt x="31496" y="63"/>
                  </a:lnTo>
                  <a:lnTo>
                    <a:pt x="165" y="63"/>
                  </a:lnTo>
                  <a:lnTo>
                    <a:pt x="165" y="222115"/>
                  </a:lnTo>
                  <a:lnTo>
                    <a:pt x="31496" y="22211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4" name="Freeform: Shape 73">
              <a:extLst>
                <a:ext uri="{FF2B5EF4-FFF2-40B4-BE49-F238E27FC236}">
                  <a16:creationId xmlns:a16="http://schemas.microsoft.com/office/drawing/2014/main" id="{B7439E39-87BC-4163-AEFA-3B512621E245}"/>
                </a:ext>
              </a:extLst>
            </p:cNvPr>
            <p:cNvSpPr/>
            <p:nvPr>
              <p:custDataLst>
                <p:tags r:id="rId151"/>
              </p:custDataLst>
            </p:nvPr>
          </p:nvSpPr>
          <p:spPr>
            <a:xfrm>
              <a:off x="6567927" y="4884579"/>
              <a:ext cx="124667" cy="199847"/>
            </a:xfrm>
            <a:custGeom>
              <a:avLst/>
              <a:gdLst>
                <a:gd name="connsiteX0" fmla="*/ 124835 w 124667"/>
                <a:gd name="connsiteY0" fmla="*/ 30484 h 199847"/>
                <a:gd name="connsiteX1" fmla="*/ 93733 w 124667"/>
                <a:gd name="connsiteY1" fmla="*/ 63 h 199847"/>
                <a:gd name="connsiteX2" fmla="*/ 66061 w 124667"/>
                <a:gd name="connsiteY2" fmla="*/ 9389 h 199847"/>
                <a:gd name="connsiteX3" fmla="*/ 36559 w 124667"/>
                <a:gd name="connsiteY3" fmla="*/ 56686 h 199847"/>
                <a:gd name="connsiteX4" fmla="*/ 197 w 124667"/>
                <a:gd name="connsiteY4" fmla="*/ 197689 h 199847"/>
                <a:gd name="connsiteX5" fmla="*/ 2941 w 124667"/>
                <a:gd name="connsiteY5" fmla="*/ 199910 h 199847"/>
                <a:gd name="connsiteX6" fmla="*/ 5685 w 124667"/>
                <a:gd name="connsiteY6" fmla="*/ 198800 h 199847"/>
                <a:gd name="connsiteX7" fmla="*/ 21694 w 124667"/>
                <a:gd name="connsiteY7" fmla="*/ 137513 h 199847"/>
                <a:gd name="connsiteX8" fmla="*/ 52796 w 124667"/>
                <a:gd name="connsiteY8" fmla="*/ 159052 h 199847"/>
                <a:gd name="connsiteX9" fmla="*/ 96935 w 124667"/>
                <a:gd name="connsiteY9" fmla="*/ 141510 h 199847"/>
                <a:gd name="connsiteX10" fmla="*/ 115230 w 124667"/>
                <a:gd name="connsiteY10" fmla="*/ 100652 h 199847"/>
                <a:gd name="connsiteX11" fmla="*/ 98535 w 124667"/>
                <a:gd name="connsiteY11" fmla="*/ 67567 h 199847"/>
                <a:gd name="connsiteX12" fmla="*/ 124835 w 124667"/>
                <a:gd name="connsiteY12" fmla="*/ 30484 h 199847"/>
                <a:gd name="connsiteX13" fmla="*/ 83670 w 124667"/>
                <a:gd name="connsiteY13" fmla="*/ 67345 h 199847"/>
                <a:gd name="connsiteX14" fmla="*/ 72693 w 124667"/>
                <a:gd name="connsiteY14" fmla="*/ 68899 h 199847"/>
                <a:gd name="connsiteX15" fmla="*/ 62630 w 124667"/>
                <a:gd name="connsiteY15" fmla="*/ 68011 h 199847"/>
                <a:gd name="connsiteX16" fmla="*/ 73836 w 124667"/>
                <a:gd name="connsiteY16" fmla="*/ 66234 h 199847"/>
                <a:gd name="connsiteX17" fmla="*/ 83670 w 124667"/>
                <a:gd name="connsiteY17" fmla="*/ 67345 h 199847"/>
                <a:gd name="connsiteX18" fmla="*/ 112028 w 124667"/>
                <a:gd name="connsiteY18" fmla="*/ 25377 h 199847"/>
                <a:gd name="connsiteX19" fmla="*/ 91446 w 124667"/>
                <a:gd name="connsiteY19" fmla="*/ 63792 h 199847"/>
                <a:gd name="connsiteX20" fmla="*/ 73836 w 124667"/>
                <a:gd name="connsiteY20" fmla="*/ 61127 h 199847"/>
                <a:gd name="connsiteX21" fmla="*/ 56227 w 124667"/>
                <a:gd name="connsiteY21" fmla="*/ 68233 h 199847"/>
                <a:gd name="connsiteX22" fmla="*/ 72007 w 124667"/>
                <a:gd name="connsiteY22" fmla="*/ 73784 h 199847"/>
                <a:gd name="connsiteX23" fmla="*/ 90760 w 124667"/>
                <a:gd name="connsiteY23" fmla="*/ 70897 h 199847"/>
                <a:gd name="connsiteX24" fmla="*/ 100822 w 124667"/>
                <a:gd name="connsiteY24" fmla="*/ 95989 h 199847"/>
                <a:gd name="connsiteX25" fmla="*/ 89388 w 124667"/>
                <a:gd name="connsiteY25" fmla="*/ 134182 h 199847"/>
                <a:gd name="connsiteX26" fmla="*/ 52110 w 124667"/>
                <a:gd name="connsiteY26" fmla="*/ 154167 h 199847"/>
                <a:gd name="connsiteX27" fmla="*/ 26039 w 124667"/>
                <a:gd name="connsiteY27" fmla="*/ 125522 h 199847"/>
                <a:gd name="connsiteX28" fmla="*/ 27183 w 124667"/>
                <a:gd name="connsiteY28" fmla="*/ 115752 h 199847"/>
                <a:gd name="connsiteX29" fmla="*/ 41819 w 124667"/>
                <a:gd name="connsiteY29" fmla="*/ 59573 h 199847"/>
                <a:gd name="connsiteX30" fmla="*/ 90760 w 124667"/>
                <a:gd name="connsiteY30" fmla="*/ 5170 h 199847"/>
                <a:gd name="connsiteX31" fmla="*/ 112028 w 124667"/>
                <a:gd name="connsiteY31" fmla="*/ 25377 h 1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667" h="199847">
                  <a:moveTo>
                    <a:pt x="124835" y="30484"/>
                  </a:moveTo>
                  <a:cubicBezTo>
                    <a:pt x="124835" y="13830"/>
                    <a:pt x="112257" y="63"/>
                    <a:pt x="93733" y="63"/>
                  </a:cubicBezTo>
                  <a:cubicBezTo>
                    <a:pt x="80469" y="63"/>
                    <a:pt x="74065" y="3616"/>
                    <a:pt x="66061" y="9389"/>
                  </a:cubicBezTo>
                  <a:cubicBezTo>
                    <a:pt x="53483" y="18271"/>
                    <a:pt x="40904" y="39810"/>
                    <a:pt x="36559" y="56686"/>
                  </a:cubicBezTo>
                  <a:lnTo>
                    <a:pt x="197" y="197689"/>
                  </a:lnTo>
                  <a:cubicBezTo>
                    <a:pt x="-32" y="198578"/>
                    <a:pt x="1111" y="199910"/>
                    <a:pt x="2941" y="199910"/>
                  </a:cubicBezTo>
                  <a:cubicBezTo>
                    <a:pt x="4771" y="199910"/>
                    <a:pt x="5457" y="199466"/>
                    <a:pt x="5685" y="198800"/>
                  </a:cubicBezTo>
                  <a:lnTo>
                    <a:pt x="21694" y="137513"/>
                  </a:lnTo>
                  <a:cubicBezTo>
                    <a:pt x="26039" y="150836"/>
                    <a:pt x="36102" y="159052"/>
                    <a:pt x="52796" y="159052"/>
                  </a:cubicBezTo>
                  <a:cubicBezTo>
                    <a:pt x="69491" y="159052"/>
                    <a:pt x="86643" y="151280"/>
                    <a:pt x="96935" y="141510"/>
                  </a:cubicBezTo>
                  <a:cubicBezTo>
                    <a:pt x="107912" y="131296"/>
                    <a:pt x="115230" y="117084"/>
                    <a:pt x="115230" y="100652"/>
                  </a:cubicBezTo>
                  <a:cubicBezTo>
                    <a:pt x="115230" y="84665"/>
                    <a:pt x="106768" y="73118"/>
                    <a:pt x="98535" y="67567"/>
                  </a:cubicBezTo>
                  <a:cubicBezTo>
                    <a:pt x="111800" y="60239"/>
                    <a:pt x="124835" y="46472"/>
                    <a:pt x="124835" y="30484"/>
                  </a:cubicBezTo>
                  <a:close/>
                  <a:moveTo>
                    <a:pt x="83670" y="67345"/>
                  </a:moveTo>
                  <a:cubicBezTo>
                    <a:pt x="80697" y="68455"/>
                    <a:pt x="78182" y="68899"/>
                    <a:pt x="72693" y="68899"/>
                  </a:cubicBezTo>
                  <a:cubicBezTo>
                    <a:pt x="69491" y="68899"/>
                    <a:pt x="64917" y="69121"/>
                    <a:pt x="62630" y="68011"/>
                  </a:cubicBezTo>
                  <a:cubicBezTo>
                    <a:pt x="63088" y="65790"/>
                    <a:pt x="71321" y="66234"/>
                    <a:pt x="73836" y="66234"/>
                  </a:cubicBezTo>
                  <a:cubicBezTo>
                    <a:pt x="78639" y="66234"/>
                    <a:pt x="80697" y="66234"/>
                    <a:pt x="83670" y="67345"/>
                  </a:cubicBezTo>
                  <a:close/>
                  <a:moveTo>
                    <a:pt x="112028" y="25377"/>
                  </a:moveTo>
                  <a:cubicBezTo>
                    <a:pt x="112028" y="40920"/>
                    <a:pt x="103338" y="56908"/>
                    <a:pt x="91446" y="63792"/>
                  </a:cubicBezTo>
                  <a:cubicBezTo>
                    <a:pt x="85271" y="61571"/>
                    <a:pt x="80697" y="61127"/>
                    <a:pt x="73836" y="61127"/>
                  </a:cubicBezTo>
                  <a:cubicBezTo>
                    <a:pt x="69034" y="61127"/>
                    <a:pt x="56227" y="60905"/>
                    <a:pt x="56227" y="68233"/>
                  </a:cubicBezTo>
                  <a:cubicBezTo>
                    <a:pt x="55998" y="74450"/>
                    <a:pt x="67890" y="73784"/>
                    <a:pt x="72007" y="73784"/>
                  </a:cubicBezTo>
                  <a:cubicBezTo>
                    <a:pt x="80469" y="73784"/>
                    <a:pt x="83899" y="73562"/>
                    <a:pt x="90760" y="70897"/>
                  </a:cubicBezTo>
                  <a:cubicBezTo>
                    <a:pt x="99450" y="78891"/>
                    <a:pt x="100594" y="85775"/>
                    <a:pt x="100822" y="95989"/>
                  </a:cubicBezTo>
                  <a:cubicBezTo>
                    <a:pt x="101280" y="108868"/>
                    <a:pt x="95791" y="125522"/>
                    <a:pt x="89388" y="134182"/>
                  </a:cubicBezTo>
                  <a:cubicBezTo>
                    <a:pt x="80469" y="146173"/>
                    <a:pt x="65146" y="154167"/>
                    <a:pt x="52110" y="154167"/>
                  </a:cubicBezTo>
                  <a:cubicBezTo>
                    <a:pt x="34730" y="154167"/>
                    <a:pt x="26039" y="141288"/>
                    <a:pt x="26039" y="125522"/>
                  </a:cubicBezTo>
                  <a:cubicBezTo>
                    <a:pt x="26039" y="123302"/>
                    <a:pt x="26039" y="119971"/>
                    <a:pt x="27183" y="115752"/>
                  </a:cubicBezTo>
                  <a:lnTo>
                    <a:pt x="41819" y="59573"/>
                  </a:lnTo>
                  <a:cubicBezTo>
                    <a:pt x="46850" y="40476"/>
                    <a:pt x="63316" y="5170"/>
                    <a:pt x="90760" y="5170"/>
                  </a:cubicBezTo>
                  <a:cubicBezTo>
                    <a:pt x="104024" y="5170"/>
                    <a:pt x="112028" y="12054"/>
                    <a:pt x="112028" y="25377"/>
                  </a:cubicBez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5" name="Freeform: Shape 74">
              <a:extLst>
                <a:ext uri="{FF2B5EF4-FFF2-40B4-BE49-F238E27FC236}">
                  <a16:creationId xmlns:a16="http://schemas.microsoft.com/office/drawing/2014/main" id="{5130F6EB-5E99-5045-84BD-990AE9C7142B}"/>
                </a:ext>
              </a:extLst>
            </p:cNvPr>
            <p:cNvSpPr/>
            <p:nvPr>
              <p:custDataLst>
                <p:tags r:id="rId152"/>
              </p:custDataLst>
            </p:nvPr>
          </p:nvSpPr>
          <p:spPr>
            <a:xfrm>
              <a:off x="6698776" y="4971446"/>
              <a:ext cx="74280" cy="106318"/>
            </a:xfrm>
            <a:custGeom>
              <a:avLst/>
              <a:gdLst>
                <a:gd name="connsiteX0" fmla="*/ 74453 w 74280"/>
                <a:gd name="connsiteY0" fmla="*/ 53690 h 106318"/>
                <a:gd name="connsiteX1" fmla="*/ 65008 w 74280"/>
                <a:gd name="connsiteY1" fmla="*/ 13432 h 106318"/>
                <a:gd name="connsiteX2" fmla="*/ 37313 w 74280"/>
                <a:gd name="connsiteY2" fmla="*/ 64 h 106318"/>
                <a:gd name="connsiteX3" fmla="*/ 173 w 74280"/>
                <a:gd name="connsiteY3" fmla="*/ 53690 h 106318"/>
                <a:gd name="connsiteX4" fmla="*/ 37313 w 74280"/>
                <a:gd name="connsiteY4" fmla="*/ 106383 h 106318"/>
                <a:gd name="connsiteX5" fmla="*/ 74453 w 74280"/>
                <a:gd name="connsiteY5" fmla="*/ 53690 h 106318"/>
                <a:gd name="connsiteX6" fmla="*/ 37313 w 74280"/>
                <a:gd name="connsiteY6" fmla="*/ 102031 h 106318"/>
                <a:gd name="connsiteX7" fmla="*/ 16982 w 74280"/>
                <a:gd name="connsiteY7" fmla="*/ 85088 h 106318"/>
                <a:gd name="connsiteX8" fmla="*/ 14741 w 74280"/>
                <a:gd name="connsiteY8" fmla="*/ 51669 h 106318"/>
                <a:gd name="connsiteX9" fmla="*/ 17142 w 74280"/>
                <a:gd name="connsiteY9" fmla="*/ 19960 h 106318"/>
                <a:gd name="connsiteX10" fmla="*/ 37313 w 74280"/>
                <a:gd name="connsiteY10" fmla="*/ 4416 h 106318"/>
                <a:gd name="connsiteX11" fmla="*/ 57164 w 74280"/>
                <a:gd name="connsiteY11" fmla="*/ 18561 h 106318"/>
                <a:gd name="connsiteX12" fmla="*/ 59886 w 74280"/>
                <a:gd name="connsiteY12" fmla="*/ 51669 h 106318"/>
                <a:gd name="connsiteX13" fmla="*/ 57804 w 74280"/>
                <a:gd name="connsiteY13" fmla="*/ 84466 h 106318"/>
                <a:gd name="connsiteX14" fmla="*/ 37313 w 74280"/>
                <a:gd name="connsiteY14" fmla="*/ 102031 h 10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80" h="106318">
                  <a:moveTo>
                    <a:pt x="74453" y="53690"/>
                  </a:moveTo>
                  <a:cubicBezTo>
                    <a:pt x="74453" y="36592"/>
                    <a:pt x="72372" y="24312"/>
                    <a:pt x="65008" y="13432"/>
                  </a:cubicBezTo>
                  <a:cubicBezTo>
                    <a:pt x="60046" y="6282"/>
                    <a:pt x="50120" y="64"/>
                    <a:pt x="37313" y="64"/>
                  </a:cubicBezTo>
                  <a:cubicBezTo>
                    <a:pt x="173" y="64"/>
                    <a:pt x="173" y="42498"/>
                    <a:pt x="173" y="53690"/>
                  </a:cubicBezTo>
                  <a:cubicBezTo>
                    <a:pt x="173" y="64881"/>
                    <a:pt x="173" y="106383"/>
                    <a:pt x="37313" y="106383"/>
                  </a:cubicBezTo>
                  <a:cubicBezTo>
                    <a:pt x="74453" y="106383"/>
                    <a:pt x="74453" y="64881"/>
                    <a:pt x="74453" y="53690"/>
                  </a:cubicBezTo>
                  <a:close/>
                  <a:moveTo>
                    <a:pt x="37313" y="102031"/>
                  </a:moveTo>
                  <a:cubicBezTo>
                    <a:pt x="29949" y="102031"/>
                    <a:pt x="20184" y="97834"/>
                    <a:pt x="16982" y="85088"/>
                  </a:cubicBezTo>
                  <a:cubicBezTo>
                    <a:pt x="14741" y="75917"/>
                    <a:pt x="14741" y="63172"/>
                    <a:pt x="14741" y="51669"/>
                  </a:cubicBezTo>
                  <a:cubicBezTo>
                    <a:pt x="14741" y="40322"/>
                    <a:pt x="14741" y="28509"/>
                    <a:pt x="17142" y="19960"/>
                  </a:cubicBezTo>
                  <a:cubicBezTo>
                    <a:pt x="20504" y="7681"/>
                    <a:pt x="30750" y="4416"/>
                    <a:pt x="37313" y="4416"/>
                  </a:cubicBezTo>
                  <a:cubicBezTo>
                    <a:pt x="45958" y="4416"/>
                    <a:pt x="54283" y="9546"/>
                    <a:pt x="57164" y="18561"/>
                  </a:cubicBezTo>
                  <a:cubicBezTo>
                    <a:pt x="59725" y="26955"/>
                    <a:pt x="59886" y="38146"/>
                    <a:pt x="59886" y="51669"/>
                  </a:cubicBezTo>
                  <a:cubicBezTo>
                    <a:pt x="59886" y="63172"/>
                    <a:pt x="59886" y="74674"/>
                    <a:pt x="57804" y="84466"/>
                  </a:cubicBezTo>
                  <a:cubicBezTo>
                    <a:pt x="54603" y="98611"/>
                    <a:pt x="43717" y="102031"/>
                    <a:pt x="37313" y="102031"/>
                  </a:cubicBez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6" name="Freeform: Shape 75">
              <a:extLst>
                <a:ext uri="{FF2B5EF4-FFF2-40B4-BE49-F238E27FC236}">
                  <a16:creationId xmlns:a16="http://schemas.microsoft.com/office/drawing/2014/main" id="{EFD8D4A2-7CA1-5F1E-E49D-AAB390A6AFDA}"/>
                </a:ext>
              </a:extLst>
            </p:cNvPr>
            <p:cNvSpPr/>
            <p:nvPr>
              <p:custDataLst>
                <p:tags r:id="rId153"/>
              </p:custDataLst>
            </p:nvPr>
          </p:nvSpPr>
          <p:spPr>
            <a:xfrm>
              <a:off x="6820261" y="4874809"/>
              <a:ext cx="9147" cy="222052"/>
            </a:xfrm>
            <a:custGeom>
              <a:avLst/>
              <a:gdLst>
                <a:gd name="connsiteX0" fmla="*/ 9326 w 9147"/>
                <a:gd name="connsiteY0" fmla="*/ 8057 h 222052"/>
                <a:gd name="connsiteX1" fmla="*/ 4752 w 9147"/>
                <a:gd name="connsiteY1" fmla="*/ 63 h 222052"/>
                <a:gd name="connsiteX2" fmla="*/ 178 w 9147"/>
                <a:gd name="connsiteY2" fmla="*/ 8057 h 222052"/>
                <a:gd name="connsiteX3" fmla="*/ 178 w 9147"/>
                <a:gd name="connsiteY3" fmla="*/ 214121 h 222052"/>
                <a:gd name="connsiteX4" fmla="*/ 4752 w 9147"/>
                <a:gd name="connsiteY4" fmla="*/ 222115 h 222052"/>
                <a:gd name="connsiteX5" fmla="*/ 9326 w 9147"/>
                <a:gd name="connsiteY5" fmla="*/ 214121 h 222052"/>
                <a:gd name="connsiteX6" fmla="*/ 9326 w 9147"/>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7" h="222052">
                  <a:moveTo>
                    <a:pt x="9326" y="8057"/>
                  </a:moveTo>
                  <a:cubicBezTo>
                    <a:pt x="9326" y="4060"/>
                    <a:pt x="9326" y="63"/>
                    <a:pt x="4752" y="63"/>
                  </a:cubicBezTo>
                  <a:cubicBezTo>
                    <a:pt x="178" y="63"/>
                    <a:pt x="178" y="4060"/>
                    <a:pt x="178" y="8057"/>
                  </a:cubicBezTo>
                  <a:lnTo>
                    <a:pt x="178" y="214121"/>
                  </a:lnTo>
                  <a:cubicBezTo>
                    <a:pt x="178" y="218118"/>
                    <a:pt x="178" y="222115"/>
                    <a:pt x="4752" y="222115"/>
                  </a:cubicBezTo>
                  <a:cubicBezTo>
                    <a:pt x="9326" y="222115"/>
                    <a:pt x="9326" y="218118"/>
                    <a:pt x="9326" y="214121"/>
                  </a:cubicBezTo>
                  <a:lnTo>
                    <a:pt x="9326" y="8057"/>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7" name="Freeform: Shape 76">
              <a:extLst>
                <a:ext uri="{FF2B5EF4-FFF2-40B4-BE49-F238E27FC236}">
                  <a16:creationId xmlns:a16="http://schemas.microsoft.com/office/drawing/2014/main" id="{20C1DB2E-3B7E-672B-4FBA-3D0618B6A49B}"/>
                </a:ext>
              </a:extLst>
            </p:cNvPr>
            <p:cNvSpPr/>
            <p:nvPr>
              <p:custDataLst>
                <p:tags r:id="rId154"/>
              </p:custDataLst>
            </p:nvPr>
          </p:nvSpPr>
          <p:spPr>
            <a:xfrm>
              <a:off x="6863205" y="4943201"/>
              <a:ext cx="113890" cy="100589"/>
            </a:xfrm>
            <a:custGeom>
              <a:avLst/>
              <a:gdLst>
                <a:gd name="connsiteX0" fmla="*/ 69932 w 113890"/>
                <a:gd name="connsiteY0" fmla="*/ 31150 h 100589"/>
                <a:gd name="connsiteX1" fmla="*/ 92573 w 113890"/>
                <a:gd name="connsiteY1" fmla="*/ 4948 h 100589"/>
                <a:gd name="connsiteX2" fmla="*/ 104008 w 113890"/>
                <a:gd name="connsiteY2" fmla="*/ 7835 h 100589"/>
                <a:gd name="connsiteX3" fmla="*/ 93031 w 113890"/>
                <a:gd name="connsiteY3" fmla="*/ 19825 h 100589"/>
                <a:gd name="connsiteX4" fmla="*/ 101721 w 113890"/>
                <a:gd name="connsiteY4" fmla="*/ 27597 h 100589"/>
                <a:gd name="connsiteX5" fmla="*/ 114071 w 113890"/>
                <a:gd name="connsiteY5" fmla="*/ 14718 h 100589"/>
                <a:gd name="connsiteX6" fmla="*/ 92802 w 113890"/>
                <a:gd name="connsiteY6" fmla="*/ 63 h 100589"/>
                <a:gd name="connsiteX7" fmla="*/ 68789 w 113890"/>
                <a:gd name="connsiteY7" fmla="*/ 16939 h 100589"/>
                <a:gd name="connsiteX8" fmla="*/ 44090 w 113890"/>
                <a:gd name="connsiteY8" fmla="*/ 63 h 100589"/>
                <a:gd name="connsiteX9" fmla="*/ 7270 w 113890"/>
                <a:gd name="connsiteY9" fmla="*/ 34259 h 100589"/>
                <a:gd name="connsiteX10" fmla="*/ 10014 w 113890"/>
                <a:gd name="connsiteY10" fmla="*/ 36479 h 100589"/>
                <a:gd name="connsiteX11" fmla="*/ 12987 w 113890"/>
                <a:gd name="connsiteY11" fmla="*/ 34037 h 100589"/>
                <a:gd name="connsiteX12" fmla="*/ 43633 w 113890"/>
                <a:gd name="connsiteY12" fmla="*/ 4948 h 100589"/>
                <a:gd name="connsiteX13" fmla="*/ 55982 w 113890"/>
                <a:gd name="connsiteY13" fmla="*/ 19825 h 100589"/>
                <a:gd name="connsiteX14" fmla="*/ 43633 w 113890"/>
                <a:gd name="connsiteY14" fmla="*/ 72674 h 100589"/>
                <a:gd name="connsiteX15" fmla="*/ 21907 w 113890"/>
                <a:gd name="connsiteY15" fmla="*/ 95767 h 100589"/>
                <a:gd name="connsiteX16" fmla="*/ 10472 w 113890"/>
                <a:gd name="connsiteY16" fmla="*/ 92881 h 100589"/>
                <a:gd name="connsiteX17" fmla="*/ 21220 w 113890"/>
                <a:gd name="connsiteY17" fmla="*/ 80890 h 100589"/>
                <a:gd name="connsiteX18" fmla="*/ 12759 w 113890"/>
                <a:gd name="connsiteY18" fmla="*/ 73118 h 100589"/>
                <a:gd name="connsiteX19" fmla="*/ 181 w 113890"/>
                <a:gd name="connsiteY19" fmla="*/ 85997 h 100589"/>
                <a:gd name="connsiteX20" fmla="*/ 21678 w 113890"/>
                <a:gd name="connsiteY20" fmla="*/ 100652 h 100589"/>
                <a:gd name="connsiteX21" fmla="*/ 45691 w 113890"/>
                <a:gd name="connsiteY21" fmla="*/ 83776 h 100589"/>
                <a:gd name="connsiteX22" fmla="*/ 70390 w 113890"/>
                <a:gd name="connsiteY22" fmla="*/ 100652 h 100589"/>
                <a:gd name="connsiteX23" fmla="*/ 106981 w 113890"/>
                <a:gd name="connsiteY23" fmla="*/ 66456 h 100589"/>
                <a:gd name="connsiteX24" fmla="*/ 104237 w 113890"/>
                <a:gd name="connsiteY24" fmla="*/ 64236 h 100589"/>
                <a:gd name="connsiteX25" fmla="*/ 101264 w 113890"/>
                <a:gd name="connsiteY25" fmla="*/ 66678 h 100589"/>
                <a:gd name="connsiteX26" fmla="*/ 70847 w 113890"/>
                <a:gd name="connsiteY26" fmla="*/ 95767 h 100589"/>
                <a:gd name="connsiteX27" fmla="*/ 58269 w 113890"/>
                <a:gd name="connsiteY27" fmla="*/ 81112 h 100589"/>
                <a:gd name="connsiteX28" fmla="*/ 62157 w 113890"/>
                <a:gd name="connsiteY28" fmla="*/ 61571 h 100589"/>
                <a:gd name="connsiteX29" fmla="*/ 69932 w 11389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90" h="100589">
                  <a:moveTo>
                    <a:pt x="69932" y="31150"/>
                  </a:moveTo>
                  <a:cubicBezTo>
                    <a:pt x="71305" y="25377"/>
                    <a:pt x="76565" y="4948"/>
                    <a:pt x="92573" y="4948"/>
                  </a:cubicBezTo>
                  <a:cubicBezTo>
                    <a:pt x="93717" y="4948"/>
                    <a:pt x="99205" y="4948"/>
                    <a:pt x="104008" y="7835"/>
                  </a:cubicBezTo>
                  <a:cubicBezTo>
                    <a:pt x="97605" y="8945"/>
                    <a:pt x="93031" y="14496"/>
                    <a:pt x="93031" y="19825"/>
                  </a:cubicBezTo>
                  <a:cubicBezTo>
                    <a:pt x="93031" y="23378"/>
                    <a:pt x="95546" y="27597"/>
                    <a:pt x="101721" y="27597"/>
                  </a:cubicBezTo>
                  <a:cubicBezTo>
                    <a:pt x="106752" y="27597"/>
                    <a:pt x="114071" y="23600"/>
                    <a:pt x="114071" y="14718"/>
                  </a:cubicBezTo>
                  <a:cubicBezTo>
                    <a:pt x="114071" y="3172"/>
                    <a:pt x="100578" y="63"/>
                    <a:pt x="92802" y="63"/>
                  </a:cubicBezTo>
                  <a:cubicBezTo>
                    <a:pt x="79538" y="63"/>
                    <a:pt x="71533" y="11832"/>
                    <a:pt x="68789" y="16939"/>
                  </a:cubicBezTo>
                  <a:cubicBezTo>
                    <a:pt x="63072" y="2283"/>
                    <a:pt x="50722" y="63"/>
                    <a:pt x="44090" y="63"/>
                  </a:cubicBezTo>
                  <a:cubicBezTo>
                    <a:pt x="20306" y="63"/>
                    <a:pt x="7270" y="28708"/>
                    <a:pt x="7270" y="34259"/>
                  </a:cubicBezTo>
                  <a:cubicBezTo>
                    <a:pt x="7270" y="36479"/>
                    <a:pt x="9557" y="36479"/>
                    <a:pt x="10014" y="36479"/>
                  </a:cubicBezTo>
                  <a:cubicBezTo>
                    <a:pt x="11844" y="36479"/>
                    <a:pt x="12530" y="36035"/>
                    <a:pt x="12987" y="34037"/>
                  </a:cubicBezTo>
                  <a:cubicBezTo>
                    <a:pt x="20763" y="10499"/>
                    <a:pt x="35857" y="4948"/>
                    <a:pt x="43633" y="4948"/>
                  </a:cubicBezTo>
                  <a:cubicBezTo>
                    <a:pt x="47978" y="4948"/>
                    <a:pt x="55982" y="6946"/>
                    <a:pt x="55982" y="19825"/>
                  </a:cubicBezTo>
                  <a:cubicBezTo>
                    <a:pt x="55982" y="26709"/>
                    <a:pt x="52094" y="41587"/>
                    <a:pt x="43633" y="72674"/>
                  </a:cubicBezTo>
                  <a:cubicBezTo>
                    <a:pt x="39973" y="86441"/>
                    <a:pt x="31969" y="95767"/>
                    <a:pt x="21907" y="95767"/>
                  </a:cubicBezTo>
                  <a:cubicBezTo>
                    <a:pt x="20534" y="95767"/>
                    <a:pt x="15274" y="95767"/>
                    <a:pt x="10472" y="92881"/>
                  </a:cubicBezTo>
                  <a:cubicBezTo>
                    <a:pt x="16189" y="91770"/>
                    <a:pt x="21220" y="87107"/>
                    <a:pt x="21220" y="80890"/>
                  </a:cubicBezTo>
                  <a:cubicBezTo>
                    <a:pt x="21220" y="74894"/>
                    <a:pt x="16189" y="73118"/>
                    <a:pt x="12759" y="73118"/>
                  </a:cubicBezTo>
                  <a:cubicBezTo>
                    <a:pt x="5898" y="73118"/>
                    <a:pt x="181" y="78891"/>
                    <a:pt x="181" y="85997"/>
                  </a:cubicBezTo>
                  <a:cubicBezTo>
                    <a:pt x="181" y="96211"/>
                    <a:pt x="11615" y="100652"/>
                    <a:pt x="21678" y="100652"/>
                  </a:cubicBezTo>
                  <a:cubicBezTo>
                    <a:pt x="36772" y="100652"/>
                    <a:pt x="45005" y="85109"/>
                    <a:pt x="45691" y="83776"/>
                  </a:cubicBezTo>
                  <a:cubicBezTo>
                    <a:pt x="48435" y="91992"/>
                    <a:pt x="56668" y="100652"/>
                    <a:pt x="70390" y="100652"/>
                  </a:cubicBezTo>
                  <a:cubicBezTo>
                    <a:pt x="93945" y="100652"/>
                    <a:pt x="106981" y="72008"/>
                    <a:pt x="106981" y="66456"/>
                  </a:cubicBezTo>
                  <a:cubicBezTo>
                    <a:pt x="106981" y="64236"/>
                    <a:pt x="104923" y="64236"/>
                    <a:pt x="104237" y="64236"/>
                  </a:cubicBezTo>
                  <a:cubicBezTo>
                    <a:pt x="102178" y="64236"/>
                    <a:pt x="101721" y="65124"/>
                    <a:pt x="101264" y="66678"/>
                  </a:cubicBezTo>
                  <a:cubicBezTo>
                    <a:pt x="93717" y="90438"/>
                    <a:pt x="78165" y="95767"/>
                    <a:pt x="70847" y="95767"/>
                  </a:cubicBezTo>
                  <a:cubicBezTo>
                    <a:pt x="61928" y="95767"/>
                    <a:pt x="58269" y="88662"/>
                    <a:pt x="58269" y="81112"/>
                  </a:cubicBezTo>
                  <a:cubicBezTo>
                    <a:pt x="58269" y="76227"/>
                    <a:pt x="59641" y="71342"/>
                    <a:pt x="62157" y="61571"/>
                  </a:cubicBezTo>
                  <a:lnTo>
                    <a:pt x="69932" y="3115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8" name="Freeform: Shape 77">
              <a:extLst>
                <a:ext uri="{FF2B5EF4-FFF2-40B4-BE49-F238E27FC236}">
                  <a16:creationId xmlns:a16="http://schemas.microsoft.com/office/drawing/2014/main" id="{058109FA-4B38-2706-6F94-D2150BC7982D}"/>
                </a:ext>
              </a:extLst>
            </p:cNvPr>
            <p:cNvSpPr/>
            <p:nvPr>
              <p:custDataLst>
                <p:tags r:id="rId155"/>
              </p:custDataLst>
            </p:nvPr>
          </p:nvSpPr>
          <p:spPr>
            <a:xfrm>
              <a:off x="6992310" y="4874809"/>
              <a:ext cx="31331" cy="222052"/>
            </a:xfrm>
            <a:custGeom>
              <a:avLst/>
              <a:gdLst>
                <a:gd name="connsiteX0" fmla="*/ 31517 w 31331"/>
                <a:gd name="connsiteY0" fmla="*/ 63 h 222052"/>
                <a:gd name="connsiteX1" fmla="*/ 186 w 31331"/>
                <a:gd name="connsiteY1" fmla="*/ 63 h 222052"/>
                <a:gd name="connsiteX2" fmla="*/ 186 w 31331"/>
                <a:gd name="connsiteY2" fmla="*/ 8945 h 222052"/>
                <a:gd name="connsiteX3" fmla="*/ 22370 w 31331"/>
                <a:gd name="connsiteY3" fmla="*/ 8945 h 222052"/>
                <a:gd name="connsiteX4" fmla="*/ 22370 w 31331"/>
                <a:gd name="connsiteY4" fmla="*/ 213233 h 222052"/>
                <a:gd name="connsiteX5" fmla="*/ 186 w 31331"/>
                <a:gd name="connsiteY5" fmla="*/ 213233 h 222052"/>
                <a:gd name="connsiteX6" fmla="*/ 186 w 31331"/>
                <a:gd name="connsiteY6" fmla="*/ 222115 h 222052"/>
                <a:gd name="connsiteX7" fmla="*/ 31517 w 31331"/>
                <a:gd name="connsiteY7" fmla="*/ 222115 h 222052"/>
                <a:gd name="connsiteX8" fmla="*/ 31517 w 313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517" y="63"/>
                  </a:moveTo>
                  <a:lnTo>
                    <a:pt x="186" y="63"/>
                  </a:lnTo>
                  <a:lnTo>
                    <a:pt x="186" y="8945"/>
                  </a:lnTo>
                  <a:lnTo>
                    <a:pt x="22370" y="8945"/>
                  </a:lnTo>
                  <a:lnTo>
                    <a:pt x="22370" y="213233"/>
                  </a:lnTo>
                  <a:lnTo>
                    <a:pt x="186" y="213233"/>
                  </a:lnTo>
                  <a:lnTo>
                    <a:pt x="186" y="222115"/>
                  </a:lnTo>
                  <a:lnTo>
                    <a:pt x="31517" y="222115"/>
                  </a:lnTo>
                  <a:lnTo>
                    <a:pt x="31517" y="6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79" name="Freeform: Shape 78">
              <a:extLst>
                <a:ext uri="{FF2B5EF4-FFF2-40B4-BE49-F238E27FC236}">
                  <a16:creationId xmlns:a16="http://schemas.microsoft.com/office/drawing/2014/main" id="{AC392F92-0729-50AC-1118-17432BCD22A1}"/>
                </a:ext>
              </a:extLst>
            </p:cNvPr>
            <p:cNvSpPr/>
            <p:nvPr>
              <p:custDataLst>
                <p:tags r:id="rId156"/>
              </p:custDataLst>
            </p:nvPr>
          </p:nvSpPr>
          <p:spPr>
            <a:xfrm>
              <a:off x="7120607" y="4981394"/>
              <a:ext cx="139732" cy="8882"/>
            </a:xfrm>
            <a:custGeom>
              <a:avLst/>
              <a:gdLst>
                <a:gd name="connsiteX0" fmla="*/ 131919 w 139732"/>
                <a:gd name="connsiteY0" fmla="*/ 8945 h 8882"/>
                <a:gd name="connsiteX1" fmla="*/ 139924 w 139732"/>
                <a:gd name="connsiteY1" fmla="*/ 4504 h 8882"/>
                <a:gd name="connsiteX2" fmla="*/ 131919 w 139732"/>
                <a:gd name="connsiteY2" fmla="*/ 63 h 8882"/>
                <a:gd name="connsiteX3" fmla="*/ 8196 w 139732"/>
                <a:gd name="connsiteY3" fmla="*/ 63 h 8882"/>
                <a:gd name="connsiteX4" fmla="*/ 191 w 139732"/>
                <a:gd name="connsiteY4" fmla="*/ 4504 h 8882"/>
                <a:gd name="connsiteX5" fmla="*/ 8196 w 139732"/>
                <a:gd name="connsiteY5" fmla="*/ 8945 h 8882"/>
                <a:gd name="connsiteX6" fmla="*/ 131919 w 139732"/>
                <a:gd name="connsiteY6" fmla="*/ 8945 h 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732" h="8882">
                  <a:moveTo>
                    <a:pt x="131919" y="8945"/>
                  </a:moveTo>
                  <a:cubicBezTo>
                    <a:pt x="135807" y="8945"/>
                    <a:pt x="139924" y="8945"/>
                    <a:pt x="139924" y="4504"/>
                  </a:cubicBezTo>
                  <a:cubicBezTo>
                    <a:pt x="139924" y="63"/>
                    <a:pt x="135807" y="63"/>
                    <a:pt x="131919" y="63"/>
                  </a:cubicBezTo>
                  <a:lnTo>
                    <a:pt x="8196" y="63"/>
                  </a:lnTo>
                  <a:cubicBezTo>
                    <a:pt x="4308" y="63"/>
                    <a:pt x="191" y="63"/>
                    <a:pt x="191" y="4504"/>
                  </a:cubicBezTo>
                  <a:cubicBezTo>
                    <a:pt x="191" y="8945"/>
                    <a:pt x="4308" y="8945"/>
                    <a:pt x="8196" y="8945"/>
                  </a:cubicBezTo>
                  <a:lnTo>
                    <a:pt x="131919" y="894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0" name="Freeform: Shape 79">
              <a:extLst>
                <a:ext uri="{FF2B5EF4-FFF2-40B4-BE49-F238E27FC236}">
                  <a16:creationId xmlns:a16="http://schemas.microsoft.com/office/drawing/2014/main" id="{A18B5AC0-E1F0-9DA8-4D65-413A29F5269C}"/>
                </a:ext>
              </a:extLst>
            </p:cNvPr>
            <p:cNvSpPr/>
            <p:nvPr>
              <p:custDataLst>
                <p:tags r:id="rId157"/>
              </p:custDataLst>
            </p:nvPr>
          </p:nvSpPr>
          <p:spPr>
            <a:xfrm>
              <a:off x="7339010" y="4890352"/>
              <a:ext cx="165981" cy="150995"/>
            </a:xfrm>
            <a:custGeom>
              <a:avLst/>
              <a:gdLst>
                <a:gd name="connsiteX0" fmla="*/ 153427 w 165981"/>
                <a:gd name="connsiteY0" fmla="*/ 99320 h 150995"/>
                <a:gd name="connsiteX1" fmla="*/ 154570 w 165981"/>
                <a:gd name="connsiteY1" fmla="*/ 96211 h 150995"/>
                <a:gd name="connsiteX2" fmla="*/ 151826 w 165981"/>
                <a:gd name="connsiteY2" fmla="*/ 93769 h 150995"/>
                <a:gd name="connsiteX3" fmla="*/ 148853 w 165981"/>
                <a:gd name="connsiteY3" fmla="*/ 96433 h 150995"/>
                <a:gd name="connsiteX4" fmla="*/ 86419 w 165981"/>
                <a:gd name="connsiteY4" fmla="*/ 144175 h 150995"/>
                <a:gd name="connsiteX5" fmla="*/ 53030 w 165981"/>
                <a:gd name="connsiteY5" fmla="*/ 144175 h 150995"/>
                <a:gd name="connsiteX6" fmla="*/ 47998 w 165981"/>
                <a:gd name="connsiteY6" fmla="*/ 143953 h 150995"/>
                <a:gd name="connsiteX7" fmla="*/ 45025 w 165981"/>
                <a:gd name="connsiteY7" fmla="*/ 141732 h 150995"/>
                <a:gd name="connsiteX8" fmla="*/ 46169 w 165981"/>
                <a:gd name="connsiteY8" fmla="*/ 136625 h 150995"/>
                <a:gd name="connsiteX9" fmla="*/ 61720 w 165981"/>
                <a:gd name="connsiteY9" fmla="*/ 76005 h 150995"/>
                <a:gd name="connsiteX10" fmla="*/ 84361 w 165981"/>
                <a:gd name="connsiteY10" fmla="*/ 76005 h 150995"/>
                <a:gd name="connsiteX11" fmla="*/ 103800 w 165981"/>
                <a:gd name="connsiteY11" fmla="*/ 86219 h 150995"/>
                <a:gd name="connsiteX12" fmla="*/ 102199 w 165981"/>
                <a:gd name="connsiteY12" fmla="*/ 97100 h 150995"/>
                <a:gd name="connsiteX13" fmla="*/ 101513 w 165981"/>
                <a:gd name="connsiteY13" fmla="*/ 99542 h 150995"/>
                <a:gd name="connsiteX14" fmla="*/ 104486 w 165981"/>
                <a:gd name="connsiteY14" fmla="*/ 101985 h 150995"/>
                <a:gd name="connsiteX15" fmla="*/ 107916 w 165981"/>
                <a:gd name="connsiteY15" fmla="*/ 97544 h 150995"/>
                <a:gd name="connsiteX16" fmla="*/ 120952 w 165981"/>
                <a:gd name="connsiteY16" fmla="*/ 45583 h 150995"/>
                <a:gd name="connsiteX17" fmla="*/ 118208 w 165981"/>
                <a:gd name="connsiteY17" fmla="*/ 43141 h 150995"/>
                <a:gd name="connsiteX18" fmla="*/ 115006 w 165981"/>
                <a:gd name="connsiteY18" fmla="*/ 47138 h 150995"/>
                <a:gd name="connsiteX19" fmla="*/ 85047 w 165981"/>
                <a:gd name="connsiteY19" fmla="*/ 69121 h 150995"/>
                <a:gd name="connsiteX20" fmla="*/ 63550 w 165981"/>
                <a:gd name="connsiteY20" fmla="*/ 69121 h 150995"/>
                <a:gd name="connsiteX21" fmla="*/ 77271 w 165981"/>
                <a:gd name="connsiteY21" fmla="*/ 15606 h 150995"/>
                <a:gd name="connsiteX22" fmla="*/ 89621 w 165981"/>
                <a:gd name="connsiteY22" fmla="*/ 6946 h 150995"/>
                <a:gd name="connsiteX23" fmla="*/ 121867 w 165981"/>
                <a:gd name="connsiteY23" fmla="*/ 6946 h 150995"/>
                <a:gd name="connsiteX24" fmla="*/ 156628 w 165981"/>
                <a:gd name="connsiteY24" fmla="*/ 31594 h 150995"/>
                <a:gd name="connsiteX25" fmla="*/ 155714 w 165981"/>
                <a:gd name="connsiteY25" fmla="*/ 43363 h 150995"/>
                <a:gd name="connsiteX26" fmla="*/ 155485 w 165981"/>
                <a:gd name="connsiteY26" fmla="*/ 47360 h 150995"/>
                <a:gd name="connsiteX27" fmla="*/ 158229 w 165981"/>
                <a:gd name="connsiteY27" fmla="*/ 50025 h 150995"/>
                <a:gd name="connsiteX28" fmla="*/ 161431 w 165981"/>
                <a:gd name="connsiteY28" fmla="*/ 44473 h 150995"/>
                <a:gd name="connsiteX29" fmla="*/ 166005 w 165981"/>
                <a:gd name="connsiteY29" fmla="*/ 6058 h 150995"/>
                <a:gd name="connsiteX30" fmla="*/ 159830 w 165981"/>
                <a:gd name="connsiteY30" fmla="*/ 63 h 150995"/>
                <a:gd name="connsiteX31" fmla="*/ 44339 w 165981"/>
                <a:gd name="connsiteY31" fmla="*/ 63 h 150995"/>
                <a:gd name="connsiteX32" fmla="*/ 37478 w 165981"/>
                <a:gd name="connsiteY32" fmla="*/ 4504 h 150995"/>
                <a:gd name="connsiteX33" fmla="*/ 43882 w 165981"/>
                <a:gd name="connsiteY33" fmla="*/ 6946 h 150995"/>
                <a:gd name="connsiteX34" fmla="*/ 58747 w 165981"/>
                <a:gd name="connsiteY34" fmla="*/ 10943 h 150995"/>
                <a:gd name="connsiteX35" fmla="*/ 57604 w 165981"/>
                <a:gd name="connsiteY35" fmla="*/ 16273 h 150995"/>
                <a:gd name="connsiteX36" fmla="*/ 27416 w 165981"/>
                <a:gd name="connsiteY36" fmla="*/ 133738 h 150995"/>
                <a:gd name="connsiteX37" fmla="*/ 6605 w 165981"/>
                <a:gd name="connsiteY37" fmla="*/ 144175 h 150995"/>
                <a:gd name="connsiteX38" fmla="*/ 201 w 165981"/>
                <a:gd name="connsiteY38" fmla="*/ 148394 h 150995"/>
                <a:gd name="connsiteX39" fmla="*/ 6605 w 165981"/>
                <a:gd name="connsiteY39" fmla="*/ 151058 h 150995"/>
                <a:gd name="connsiteX40" fmla="*/ 125297 w 165981"/>
                <a:gd name="connsiteY40" fmla="*/ 151058 h 150995"/>
                <a:gd name="connsiteX41" fmla="*/ 132387 w 165981"/>
                <a:gd name="connsiteY41" fmla="*/ 147283 h 150995"/>
                <a:gd name="connsiteX42" fmla="*/ 153427 w 165981"/>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5981" h="150995">
                  <a:moveTo>
                    <a:pt x="153427" y="99320"/>
                  </a:moveTo>
                  <a:cubicBezTo>
                    <a:pt x="153884" y="98210"/>
                    <a:pt x="154570" y="96656"/>
                    <a:pt x="154570" y="96211"/>
                  </a:cubicBezTo>
                  <a:cubicBezTo>
                    <a:pt x="154570" y="95989"/>
                    <a:pt x="154570" y="93769"/>
                    <a:pt x="151826" y="93769"/>
                  </a:cubicBezTo>
                  <a:cubicBezTo>
                    <a:pt x="149768" y="93769"/>
                    <a:pt x="149310" y="95101"/>
                    <a:pt x="148853" y="96433"/>
                  </a:cubicBezTo>
                  <a:cubicBezTo>
                    <a:pt x="133988" y="129297"/>
                    <a:pt x="125526" y="144175"/>
                    <a:pt x="86419" y="144175"/>
                  </a:cubicBezTo>
                  <a:lnTo>
                    <a:pt x="53030" y="144175"/>
                  </a:lnTo>
                  <a:cubicBezTo>
                    <a:pt x="49828" y="144175"/>
                    <a:pt x="49371" y="144175"/>
                    <a:pt x="47998" y="143953"/>
                  </a:cubicBezTo>
                  <a:cubicBezTo>
                    <a:pt x="45711" y="143731"/>
                    <a:pt x="45025" y="143509"/>
                    <a:pt x="45025" y="141732"/>
                  </a:cubicBezTo>
                  <a:cubicBezTo>
                    <a:pt x="45025" y="141066"/>
                    <a:pt x="45025" y="140622"/>
                    <a:pt x="46169" y="136625"/>
                  </a:cubicBezTo>
                  <a:lnTo>
                    <a:pt x="61720" y="76005"/>
                  </a:lnTo>
                  <a:lnTo>
                    <a:pt x="84361" y="76005"/>
                  </a:lnTo>
                  <a:cubicBezTo>
                    <a:pt x="103800" y="76005"/>
                    <a:pt x="103800" y="80668"/>
                    <a:pt x="103800" y="86219"/>
                  </a:cubicBezTo>
                  <a:cubicBezTo>
                    <a:pt x="103800" y="87773"/>
                    <a:pt x="103800" y="90438"/>
                    <a:pt x="102199" y="97100"/>
                  </a:cubicBezTo>
                  <a:cubicBezTo>
                    <a:pt x="101742" y="98210"/>
                    <a:pt x="101513" y="98876"/>
                    <a:pt x="101513" y="99542"/>
                  </a:cubicBezTo>
                  <a:cubicBezTo>
                    <a:pt x="101513" y="100652"/>
                    <a:pt x="102428" y="101985"/>
                    <a:pt x="104486" y="101985"/>
                  </a:cubicBezTo>
                  <a:cubicBezTo>
                    <a:pt x="106316" y="101985"/>
                    <a:pt x="107002" y="100874"/>
                    <a:pt x="107916" y="97544"/>
                  </a:cubicBezTo>
                  <a:lnTo>
                    <a:pt x="120952" y="45583"/>
                  </a:lnTo>
                  <a:cubicBezTo>
                    <a:pt x="120952" y="44251"/>
                    <a:pt x="119809" y="43141"/>
                    <a:pt x="118208" y="43141"/>
                  </a:cubicBezTo>
                  <a:cubicBezTo>
                    <a:pt x="116149" y="43141"/>
                    <a:pt x="115692" y="44473"/>
                    <a:pt x="115006" y="47138"/>
                  </a:cubicBezTo>
                  <a:cubicBezTo>
                    <a:pt x="110203" y="64014"/>
                    <a:pt x="106087" y="69121"/>
                    <a:pt x="85047" y="69121"/>
                  </a:cubicBezTo>
                  <a:lnTo>
                    <a:pt x="63550" y="69121"/>
                  </a:lnTo>
                  <a:lnTo>
                    <a:pt x="77271" y="15606"/>
                  </a:lnTo>
                  <a:cubicBezTo>
                    <a:pt x="79330" y="7835"/>
                    <a:pt x="79558" y="6946"/>
                    <a:pt x="89621" y="6946"/>
                  </a:cubicBezTo>
                  <a:lnTo>
                    <a:pt x="121867" y="6946"/>
                  </a:lnTo>
                  <a:cubicBezTo>
                    <a:pt x="149768" y="6946"/>
                    <a:pt x="156628" y="13386"/>
                    <a:pt x="156628" y="31594"/>
                  </a:cubicBezTo>
                  <a:cubicBezTo>
                    <a:pt x="156628" y="36923"/>
                    <a:pt x="156628" y="37368"/>
                    <a:pt x="155714" y="43363"/>
                  </a:cubicBezTo>
                  <a:cubicBezTo>
                    <a:pt x="155714" y="44695"/>
                    <a:pt x="155485" y="46250"/>
                    <a:pt x="155485" y="47360"/>
                  </a:cubicBezTo>
                  <a:cubicBezTo>
                    <a:pt x="155485" y="48470"/>
                    <a:pt x="156171" y="50025"/>
                    <a:pt x="158229" y="50025"/>
                  </a:cubicBezTo>
                  <a:cubicBezTo>
                    <a:pt x="160745" y="50025"/>
                    <a:pt x="160974" y="48692"/>
                    <a:pt x="161431" y="44473"/>
                  </a:cubicBezTo>
                  <a:lnTo>
                    <a:pt x="166005" y="6058"/>
                  </a:lnTo>
                  <a:cubicBezTo>
                    <a:pt x="166691" y="63"/>
                    <a:pt x="165548" y="63"/>
                    <a:pt x="159830" y="63"/>
                  </a:cubicBezTo>
                  <a:lnTo>
                    <a:pt x="44339" y="63"/>
                  </a:lnTo>
                  <a:cubicBezTo>
                    <a:pt x="39765" y="63"/>
                    <a:pt x="37478" y="63"/>
                    <a:pt x="37478" y="4504"/>
                  </a:cubicBezTo>
                  <a:cubicBezTo>
                    <a:pt x="37478" y="6946"/>
                    <a:pt x="39537" y="6946"/>
                    <a:pt x="43882" y="6946"/>
                  </a:cubicBezTo>
                  <a:cubicBezTo>
                    <a:pt x="52344" y="6946"/>
                    <a:pt x="58747" y="6946"/>
                    <a:pt x="58747" y="10943"/>
                  </a:cubicBezTo>
                  <a:cubicBezTo>
                    <a:pt x="58747" y="11832"/>
                    <a:pt x="58747" y="12276"/>
                    <a:pt x="57604" y="16273"/>
                  </a:cubicBezTo>
                  <a:lnTo>
                    <a:pt x="27416" y="133738"/>
                  </a:lnTo>
                  <a:cubicBezTo>
                    <a:pt x="25129" y="142398"/>
                    <a:pt x="24672" y="144175"/>
                    <a:pt x="6605" y="144175"/>
                  </a:cubicBezTo>
                  <a:cubicBezTo>
                    <a:pt x="2717" y="144175"/>
                    <a:pt x="201" y="144175"/>
                    <a:pt x="201" y="148394"/>
                  </a:cubicBezTo>
                  <a:cubicBezTo>
                    <a:pt x="201" y="151058"/>
                    <a:pt x="2259" y="151058"/>
                    <a:pt x="6605" y="151058"/>
                  </a:cubicBezTo>
                  <a:lnTo>
                    <a:pt x="125297" y="151058"/>
                  </a:lnTo>
                  <a:cubicBezTo>
                    <a:pt x="130557" y="151058"/>
                    <a:pt x="130786" y="150836"/>
                    <a:pt x="132387" y="147283"/>
                  </a:cubicBezTo>
                  <a:lnTo>
                    <a:pt x="153427" y="9932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1" name="Freeform: Shape 80">
              <a:extLst>
                <a:ext uri="{FF2B5EF4-FFF2-40B4-BE49-F238E27FC236}">
                  <a16:creationId xmlns:a16="http://schemas.microsoft.com/office/drawing/2014/main" id="{3ADA56CC-9C90-DA41-D537-A0E503D609D9}"/>
                </a:ext>
              </a:extLst>
            </p:cNvPr>
            <p:cNvSpPr/>
            <p:nvPr>
              <p:custDataLst>
                <p:tags r:id="rId158"/>
              </p:custDataLst>
            </p:nvPr>
          </p:nvSpPr>
          <p:spPr>
            <a:xfrm>
              <a:off x="7539308" y="4874809"/>
              <a:ext cx="31331" cy="222052"/>
            </a:xfrm>
            <a:custGeom>
              <a:avLst/>
              <a:gdLst>
                <a:gd name="connsiteX0" fmla="*/ 31540 w 31331"/>
                <a:gd name="connsiteY0" fmla="*/ 222115 h 222052"/>
                <a:gd name="connsiteX1" fmla="*/ 31540 w 31331"/>
                <a:gd name="connsiteY1" fmla="*/ 213233 h 222052"/>
                <a:gd name="connsiteX2" fmla="*/ 9357 w 31331"/>
                <a:gd name="connsiteY2" fmla="*/ 213233 h 222052"/>
                <a:gd name="connsiteX3" fmla="*/ 9357 w 31331"/>
                <a:gd name="connsiteY3" fmla="*/ 8945 h 222052"/>
                <a:gd name="connsiteX4" fmla="*/ 31540 w 31331"/>
                <a:gd name="connsiteY4" fmla="*/ 8945 h 222052"/>
                <a:gd name="connsiteX5" fmla="*/ 31540 w 31331"/>
                <a:gd name="connsiteY5" fmla="*/ 63 h 222052"/>
                <a:gd name="connsiteX6" fmla="*/ 209 w 31331"/>
                <a:gd name="connsiteY6" fmla="*/ 63 h 222052"/>
                <a:gd name="connsiteX7" fmla="*/ 209 w 31331"/>
                <a:gd name="connsiteY7" fmla="*/ 222115 h 222052"/>
                <a:gd name="connsiteX8" fmla="*/ 31540 w 313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540" y="222115"/>
                  </a:moveTo>
                  <a:lnTo>
                    <a:pt x="31540" y="213233"/>
                  </a:lnTo>
                  <a:lnTo>
                    <a:pt x="9357" y="213233"/>
                  </a:lnTo>
                  <a:lnTo>
                    <a:pt x="9357" y="8945"/>
                  </a:lnTo>
                  <a:lnTo>
                    <a:pt x="31540" y="8945"/>
                  </a:lnTo>
                  <a:lnTo>
                    <a:pt x="31540" y="63"/>
                  </a:lnTo>
                  <a:lnTo>
                    <a:pt x="209" y="63"/>
                  </a:lnTo>
                  <a:lnTo>
                    <a:pt x="209" y="222115"/>
                  </a:lnTo>
                  <a:lnTo>
                    <a:pt x="31540" y="222115"/>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2" name="Freeform: Shape 81">
              <a:extLst>
                <a:ext uri="{FF2B5EF4-FFF2-40B4-BE49-F238E27FC236}">
                  <a16:creationId xmlns:a16="http://schemas.microsoft.com/office/drawing/2014/main" id="{89889809-2D3C-EC5F-B8E4-9D8C767577F3}"/>
                </a:ext>
              </a:extLst>
            </p:cNvPr>
            <p:cNvSpPr/>
            <p:nvPr>
              <p:custDataLst>
                <p:tags r:id="rId159"/>
              </p:custDataLst>
            </p:nvPr>
          </p:nvSpPr>
          <p:spPr>
            <a:xfrm>
              <a:off x="7582681" y="4884579"/>
              <a:ext cx="124667" cy="199847"/>
            </a:xfrm>
            <a:custGeom>
              <a:avLst/>
              <a:gdLst>
                <a:gd name="connsiteX0" fmla="*/ 124880 w 124667"/>
                <a:gd name="connsiteY0" fmla="*/ 30484 h 199847"/>
                <a:gd name="connsiteX1" fmla="*/ 93777 w 124667"/>
                <a:gd name="connsiteY1" fmla="*/ 63 h 199847"/>
                <a:gd name="connsiteX2" fmla="*/ 66105 w 124667"/>
                <a:gd name="connsiteY2" fmla="*/ 9389 h 199847"/>
                <a:gd name="connsiteX3" fmla="*/ 36603 w 124667"/>
                <a:gd name="connsiteY3" fmla="*/ 56686 h 199847"/>
                <a:gd name="connsiteX4" fmla="*/ 241 w 124667"/>
                <a:gd name="connsiteY4" fmla="*/ 197689 h 199847"/>
                <a:gd name="connsiteX5" fmla="*/ 2985 w 124667"/>
                <a:gd name="connsiteY5" fmla="*/ 199910 h 199847"/>
                <a:gd name="connsiteX6" fmla="*/ 5730 w 124667"/>
                <a:gd name="connsiteY6" fmla="*/ 198800 h 199847"/>
                <a:gd name="connsiteX7" fmla="*/ 21738 w 124667"/>
                <a:gd name="connsiteY7" fmla="*/ 137513 h 199847"/>
                <a:gd name="connsiteX8" fmla="*/ 52841 w 124667"/>
                <a:gd name="connsiteY8" fmla="*/ 159052 h 199847"/>
                <a:gd name="connsiteX9" fmla="*/ 96979 w 124667"/>
                <a:gd name="connsiteY9" fmla="*/ 141510 h 199847"/>
                <a:gd name="connsiteX10" fmla="*/ 115274 w 124667"/>
                <a:gd name="connsiteY10" fmla="*/ 100652 h 199847"/>
                <a:gd name="connsiteX11" fmla="*/ 98580 w 124667"/>
                <a:gd name="connsiteY11" fmla="*/ 67567 h 199847"/>
                <a:gd name="connsiteX12" fmla="*/ 124880 w 124667"/>
                <a:gd name="connsiteY12" fmla="*/ 30484 h 199847"/>
                <a:gd name="connsiteX13" fmla="*/ 83714 w 124667"/>
                <a:gd name="connsiteY13" fmla="*/ 67345 h 199847"/>
                <a:gd name="connsiteX14" fmla="*/ 72737 w 124667"/>
                <a:gd name="connsiteY14" fmla="*/ 68899 h 199847"/>
                <a:gd name="connsiteX15" fmla="*/ 62675 w 124667"/>
                <a:gd name="connsiteY15" fmla="*/ 68011 h 199847"/>
                <a:gd name="connsiteX16" fmla="*/ 73881 w 124667"/>
                <a:gd name="connsiteY16" fmla="*/ 66234 h 199847"/>
                <a:gd name="connsiteX17" fmla="*/ 83714 w 124667"/>
                <a:gd name="connsiteY17" fmla="*/ 67345 h 199847"/>
                <a:gd name="connsiteX18" fmla="*/ 112073 w 124667"/>
                <a:gd name="connsiteY18" fmla="*/ 25377 h 199847"/>
                <a:gd name="connsiteX19" fmla="*/ 91490 w 124667"/>
                <a:gd name="connsiteY19" fmla="*/ 63792 h 199847"/>
                <a:gd name="connsiteX20" fmla="*/ 73881 w 124667"/>
                <a:gd name="connsiteY20" fmla="*/ 61127 h 199847"/>
                <a:gd name="connsiteX21" fmla="*/ 56271 w 124667"/>
                <a:gd name="connsiteY21" fmla="*/ 68233 h 199847"/>
                <a:gd name="connsiteX22" fmla="*/ 72051 w 124667"/>
                <a:gd name="connsiteY22" fmla="*/ 73784 h 199847"/>
                <a:gd name="connsiteX23" fmla="*/ 90804 w 124667"/>
                <a:gd name="connsiteY23" fmla="*/ 70897 h 199847"/>
                <a:gd name="connsiteX24" fmla="*/ 100867 w 124667"/>
                <a:gd name="connsiteY24" fmla="*/ 95989 h 199847"/>
                <a:gd name="connsiteX25" fmla="*/ 89432 w 124667"/>
                <a:gd name="connsiteY25" fmla="*/ 134182 h 199847"/>
                <a:gd name="connsiteX26" fmla="*/ 52155 w 124667"/>
                <a:gd name="connsiteY26" fmla="*/ 154167 h 199847"/>
                <a:gd name="connsiteX27" fmla="*/ 26083 w 124667"/>
                <a:gd name="connsiteY27" fmla="*/ 125522 h 199847"/>
                <a:gd name="connsiteX28" fmla="*/ 27227 w 124667"/>
                <a:gd name="connsiteY28" fmla="*/ 115752 h 199847"/>
                <a:gd name="connsiteX29" fmla="*/ 41863 w 124667"/>
                <a:gd name="connsiteY29" fmla="*/ 59573 h 199847"/>
                <a:gd name="connsiteX30" fmla="*/ 90804 w 124667"/>
                <a:gd name="connsiteY30" fmla="*/ 5170 h 199847"/>
                <a:gd name="connsiteX31" fmla="*/ 112073 w 124667"/>
                <a:gd name="connsiteY31" fmla="*/ 25377 h 1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667" h="199847">
                  <a:moveTo>
                    <a:pt x="124880" y="30484"/>
                  </a:moveTo>
                  <a:cubicBezTo>
                    <a:pt x="124880" y="13830"/>
                    <a:pt x="112301" y="63"/>
                    <a:pt x="93777" y="63"/>
                  </a:cubicBezTo>
                  <a:cubicBezTo>
                    <a:pt x="80513" y="63"/>
                    <a:pt x="74109" y="3616"/>
                    <a:pt x="66105" y="9389"/>
                  </a:cubicBezTo>
                  <a:cubicBezTo>
                    <a:pt x="53527" y="18271"/>
                    <a:pt x="40949" y="39810"/>
                    <a:pt x="36603" y="56686"/>
                  </a:cubicBezTo>
                  <a:lnTo>
                    <a:pt x="241" y="197689"/>
                  </a:lnTo>
                  <a:cubicBezTo>
                    <a:pt x="12" y="198578"/>
                    <a:pt x="1156" y="199910"/>
                    <a:pt x="2985" y="199910"/>
                  </a:cubicBezTo>
                  <a:cubicBezTo>
                    <a:pt x="4815" y="199910"/>
                    <a:pt x="5501" y="199466"/>
                    <a:pt x="5730" y="198800"/>
                  </a:cubicBezTo>
                  <a:lnTo>
                    <a:pt x="21738" y="137513"/>
                  </a:lnTo>
                  <a:cubicBezTo>
                    <a:pt x="26083" y="150836"/>
                    <a:pt x="36146" y="159052"/>
                    <a:pt x="52841" y="159052"/>
                  </a:cubicBezTo>
                  <a:cubicBezTo>
                    <a:pt x="69535" y="159052"/>
                    <a:pt x="86688" y="151280"/>
                    <a:pt x="96979" y="141510"/>
                  </a:cubicBezTo>
                  <a:cubicBezTo>
                    <a:pt x="107956" y="131296"/>
                    <a:pt x="115274" y="117084"/>
                    <a:pt x="115274" y="100652"/>
                  </a:cubicBezTo>
                  <a:cubicBezTo>
                    <a:pt x="115274" y="84665"/>
                    <a:pt x="106813" y="73118"/>
                    <a:pt x="98580" y="67567"/>
                  </a:cubicBezTo>
                  <a:cubicBezTo>
                    <a:pt x="111844" y="60239"/>
                    <a:pt x="124880" y="46472"/>
                    <a:pt x="124880" y="30484"/>
                  </a:cubicBezTo>
                  <a:close/>
                  <a:moveTo>
                    <a:pt x="83714" y="67345"/>
                  </a:moveTo>
                  <a:cubicBezTo>
                    <a:pt x="80741" y="68455"/>
                    <a:pt x="78226" y="68899"/>
                    <a:pt x="72737" y="68899"/>
                  </a:cubicBezTo>
                  <a:cubicBezTo>
                    <a:pt x="69535" y="68899"/>
                    <a:pt x="64961" y="69121"/>
                    <a:pt x="62675" y="68011"/>
                  </a:cubicBezTo>
                  <a:cubicBezTo>
                    <a:pt x="63132" y="65790"/>
                    <a:pt x="71365" y="66234"/>
                    <a:pt x="73881" y="66234"/>
                  </a:cubicBezTo>
                  <a:cubicBezTo>
                    <a:pt x="78683" y="66234"/>
                    <a:pt x="80741" y="66234"/>
                    <a:pt x="83714" y="67345"/>
                  </a:cubicBezTo>
                  <a:close/>
                  <a:moveTo>
                    <a:pt x="112073" y="25377"/>
                  </a:moveTo>
                  <a:cubicBezTo>
                    <a:pt x="112073" y="40920"/>
                    <a:pt x="103382" y="56908"/>
                    <a:pt x="91490" y="63792"/>
                  </a:cubicBezTo>
                  <a:cubicBezTo>
                    <a:pt x="85315" y="61571"/>
                    <a:pt x="80741" y="61127"/>
                    <a:pt x="73881" y="61127"/>
                  </a:cubicBezTo>
                  <a:cubicBezTo>
                    <a:pt x="69078" y="61127"/>
                    <a:pt x="56271" y="60905"/>
                    <a:pt x="56271" y="68233"/>
                  </a:cubicBezTo>
                  <a:cubicBezTo>
                    <a:pt x="56042" y="74450"/>
                    <a:pt x="67935" y="73784"/>
                    <a:pt x="72051" y="73784"/>
                  </a:cubicBezTo>
                  <a:cubicBezTo>
                    <a:pt x="80513" y="73784"/>
                    <a:pt x="83943" y="73562"/>
                    <a:pt x="90804" y="70897"/>
                  </a:cubicBezTo>
                  <a:cubicBezTo>
                    <a:pt x="99494" y="78891"/>
                    <a:pt x="100638" y="85775"/>
                    <a:pt x="100867" y="95989"/>
                  </a:cubicBezTo>
                  <a:cubicBezTo>
                    <a:pt x="101324" y="108868"/>
                    <a:pt x="95835" y="125522"/>
                    <a:pt x="89432" y="134182"/>
                  </a:cubicBezTo>
                  <a:cubicBezTo>
                    <a:pt x="80513" y="146173"/>
                    <a:pt x="65190" y="154167"/>
                    <a:pt x="52155" y="154167"/>
                  </a:cubicBezTo>
                  <a:cubicBezTo>
                    <a:pt x="34774" y="154167"/>
                    <a:pt x="26083" y="141288"/>
                    <a:pt x="26083" y="125522"/>
                  </a:cubicBezTo>
                  <a:cubicBezTo>
                    <a:pt x="26083" y="123302"/>
                    <a:pt x="26083" y="119971"/>
                    <a:pt x="27227" y="115752"/>
                  </a:cubicBezTo>
                  <a:lnTo>
                    <a:pt x="41863" y="59573"/>
                  </a:lnTo>
                  <a:cubicBezTo>
                    <a:pt x="46895" y="40476"/>
                    <a:pt x="63361" y="5170"/>
                    <a:pt x="90804" y="5170"/>
                  </a:cubicBezTo>
                  <a:cubicBezTo>
                    <a:pt x="104068" y="5170"/>
                    <a:pt x="112073" y="12054"/>
                    <a:pt x="112073" y="25377"/>
                  </a:cubicBez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3" name="Freeform: Shape 82">
              <a:extLst>
                <a:ext uri="{FF2B5EF4-FFF2-40B4-BE49-F238E27FC236}">
                  <a16:creationId xmlns:a16="http://schemas.microsoft.com/office/drawing/2014/main" id="{A8BDD8DE-8868-FC86-7D80-69ABC7733244}"/>
                </a:ext>
              </a:extLst>
            </p:cNvPr>
            <p:cNvSpPr/>
            <p:nvPr>
              <p:custDataLst>
                <p:tags r:id="rId160"/>
              </p:custDataLst>
            </p:nvPr>
          </p:nvSpPr>
          <p:spPr>
            <a:xfrm>
              <a:off x="7722654" y="4971446"/>
              <a:ext cx="58271" cy="103209"/>
            </a:xfrm>
            <a:custGeom>
              <a:avLst/>
              <a:gdLst>
                <a:gd name="connsiteX0" fmla="*/ 36397 w 58271"/>
                <a:gd name="connsiteY0" fmla="*/ 4416 h 103209"/>
                <a:gd name="connsiteX1" fmla="*/ 31594 w 58271"/>
                <a:gd name="connsiteY1" fmla="*/ 64 h 103209"/>
                <a:gd name="connsiteX2" fmla="*/ 218 w 58271"/>
                <a:gd name="connsiteY2" fmla="*/ 10012 h 103209"/>
                <a:gd name="connsiteX3" fmla="*/ 218 w 58271"/>
                <a:gd name="connsiteY3" fmla="*/ 15608 h 103209"/>
                <a:gd name="connsiteX4" fmla="*/ 23430 w 58271"/>
                <a:gd name="connsiteY4" fmla="*/ 11256 h 103209"/>
                <a:gd name="connsiteX5" fmla="*/ 23430 w 58271"/>
                <a:gd name="connsiteY5" fmla="*/ 90528 h 103209"/>
                <a:gd name="connsiteX6" fmla="*/ 7421 w 58271"/>
                <a:gd name="connsiteY6" fmla="*/ 97678 h 103209"/>
                <a:gd name="connsiteX7" fmla="*/ 1338 w 58271"/>
                <a:gd name="connsiteY7" fmla="*/ 97678 h 103209"/>
                <a:gd name="connsiteX8" fmla="*/ 1338 w 58271"/>
                <a:gd name="connsiteY8" fmla="*/ 103274 h 103209"/>
                <a:gd name="connsiteX9" fmla="*/ 29833 w 58271"/>
                <a:gd name="connsiteY9" fmla="*/ 102652 h 103209"/>
                <a:gd name="connsiteX10" fmla="*/ 58489 w 58271"/>
                <a:gd name="connsiteY10" fmla="*/ 103274 h 103209"/>
                <a:gd name="connsiteX11" fmla="*/ 58489 w 58271"/>
                <a:gd name="connsiteY11" fmla="*/ 97678 h 103209"/>
                <a:gd name="connsiteX12" fmla="*/ 52406 w 58271"/>
                <a:gd name="connsiteY12" fmla="*/ 97678 h 103209"/>
                <a:gd name="connsiteX13" fmla="*/ 36397 w 58271"/>
                <a:gd name="connsiteY13" fmla="*/ 90528 h 103209"/>
                <a:gd name="connsiteX14" fmla="*/ 36397 w 58271"/>
                <a:gd name="connsiteY14" fmla="*/ 4416 h 10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271" h="103209">
                  <a:moveTo>
                    <a:pt x="36397" y="4416"/>
                  </a:moveTo>
                  <a:cubicBezTo>
                    <a:pt x="36397" y="220"/>
                    <a:pt x="36077" y="64"/>
                    <a:pt x="31594" y="64"/>
                  </a:cubicBezTo>
                  <a:cubicBezTo>
                    <a:pt x="21349" y="9857"/>
                    <a:pt x="6781" y="10012"/>
                    <a:pt x="218" y="10012"/>
                  </a:cubicBezTo>
                  <a:lnTo>
                    <a:pt x="218" y="15608"/>
                  </a:lnTo>
                  <a:cubicBezTo>
                    <a:pt x="4060" y="15608"/>
                    <a:pt x="14625" y="15608"/>
                    <a:pt x="23430" y="11256"/>
                  </a:cubicBezTo>
                  <a:lnTo>
                    <a:pt x="23430" y="90528"/>
                  </a:lnTo>
                  <a:cubicBezTo>
                    <a:pt x="23430" y="95658"/>
                    <a:pt x="23430" y="97678"/>
                    <a:pt x="7421" y="97678"/>
                  </a:cubicBezTo>
                  <a:lnTo>
                    <a:pt x="1338" y="97678"/>
                  </a:lnTo>
                  <a:lnTo>
                    <a:pt x="1338" y="103274"/>
                  </a:lnTo>
                  <a:cubicBezTo>
                    <a:pt x="4220" y="103119"/>
                    <a:pt x="23910" y="102652"/>
                    <a:pt x="29833" y="102652"/>
                  </a:cubicBezTo>
                  <a:cubicBezTo>
                    <a:pt x="34796" y="102652"/>
                    <a:pt x="54967" y="103119"/>
                    <a:pt x="58489" y="103274"/>
                  </a:cubicBezTo>
                  <a:lnTo>
                    <a:pt x="58489" y="97678"/>
                  </a:lnTo>
                  <a:lnTo>
                    <a:pt x="52406" y="97678"/>
                  </a:lnTo>
                  <a:cubicBezTo>
                    <a:pt x="36397" y="97678"/>
                    <a:pt x="36397" y="95658"/>
                    <a:pt x="36397" y="90528"/>
                  </a:cubicBezTo>
                  <a:lnTo>
                    <a:pt x="36397" y="4416"/>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4" name="Freeform: Shape 83">
              <a:extLst>
                <a:ext uri="{FF2B5EF4-FFF2-40B4-BE49-F238E27FC236}">
                  <a16:creationId xmlns:a16="http://schemas.microsoft.com/office/drawing/2014/main" id="{C6632E51-697B-8627-8663-6C8A04313D27}"/>
                </a:ext>
              </a:extLst>
            </p:cNvPr>
            <p:cNvSpPr/>
            <p:nvPr>
              <p:custDataLst>
                <p:tags r:id="rId161"/>
              </p:custDataLst>
            </p:nvPr>
          </p:nvSpPr>
          <p:spPr>
            <a:xfrm>
              <a:off x="7814432" y="4943201"/>
              <a:ext cx="113890" cy="100589"/>
            </a:xfrm>
            <a:custGeom>
              <a:avLst/>
              <a:gdLst>
                <a:gd name="connsiteX0" fmla="*/ 69974 w 113890"/>
                <a:gd name="connsiteY0" fmla="*/ 31150 h 100589"/>
                <a:gd name="connsiteX1" fmla="*/ 92615 w 113890"/>
                <a:gd name="connsiteY1" fmla="*/ 4948 h 100589"/>
                <a:gd name="connsiteX2" fmla="*/ 104049 w 113890"/>
                <a:gd name="connsiteY2" fmla="*/ 7835 h 100589"/>
                <a:gd name="connsiteX3" fmla="*/ 93072 w 113890"/>
                <a:gd name="connsiteY3" fmla="*/ 19825 h 100589"/>
                <a:gd name="connsiteX4" fmla="*/ 101762 w 113890"/>
                <a:gd name="connsiteY4" fmla="*/ 27597 h 100589"/>
                <a:gd name="connsiteX5" fmla="*/ 114112 w 113890"/>
                <a:gd name="connsiteY5" fmla="*/ 14718 h 100589"/>
                <a:gd name="connsiteX6" fmla="*/ 92843 w 113890"/>
                <a:gd name="connsiteY6" fmla="*/ 63 h 100589"/>
                <a:gd name="connsiteX7" fmla="*/ 68830 w 113890"/>
                <a:gd name="connsiteY7" fmla="*/ 16939 h 100589"/>
                <a:gd name="connsiteX8" fmla="*/ 44131 w 113890"/>
                <a:gd name="connsiteY8" fmla="*/ 63 h 100589"/>
                <a:gd name="connsiteX9" fmla="*/ 7311 w 113890"/>
                <a:gd name="connsiteY9" fmla="*/ 34259 h 100589"/>
                <a:gd name="connsiteX10" fmla="*/ 10056 w 113890"/>
                <a:gd name="connsiteY10" fmla="*/ 36479 h 100589"/>
                <a:gd name="connsiteX11" fmla="*/ 13029 w 113890"/>
                <a:gd name="connsiteY11" fmla="*/ 34037 h 100589"/>
                <a:gd name="connsiteX12" fmla="*/ 43674 w 113890"/>
                <a:gd name="connsiteY12" fmla="*/ 4948 h 100589"/>
                <a:gd name="connsiteX13" fmla="*/ 56024 w 113890"/>
                <a:gd name="connsiteY13" fmla="*/ 19825 h 100589"/>
                <a:gd name="connsiteX14" fmla="*/ 43674 w 113890"/>
                <a:gd name="connsiteY14" fmla="*/ 72674 h 100589"/>
                <a:gd name="connsiteX15" fmla="*/ 21948 w 113890"/>
                <a:gd name="connsiteY15" fmla="*/ 95767 h 100589"/>
                <a:gd name="connsiteX16" fmla="*/ 10513 w 113890"/>
                <a:gd name="connsiteY16" fmla="*/ 92881 h 100589"/>
                <a:gd name="connsiteX17" fmla="*/ 21262 w 113890"/>
                <a:gd name="connsiteY17" fmla="*/ 80890 h 100589"/>
                <a:gd name="connsiteX18" fmla="*/ 12800 w 113890"/>
                <a:gd name="connsiteY18" fmla="*/ 73118 h 100589"/>
                <a:gd name="connsiteX19" fmla="*/ 222 w 113890"/>
                <a:gd name="connsiteY19" fmla="*/ 85997 h 100589"/>
                <a:gd name="connsiteX20" fmla="*/ 21719 w 113890"/>
                <a:gd name="connsiteY20" fmla="*/ 100652 h 100589"/>
                <a:gd name="connsiteX21" fmla="*/ 45732 w 113890"/>
                <a:gd name="connsiteY21" fmla="*/ 83776 h 100589"/>
                <a:gd name="connsiteX22" fmla="*/ 70431 w 113890"/>
                <a:gd name="connsiteY22" fmla="*/ 100652 h 100589"/>
                <a:gd name="connsiteX23" fmla="*/ 107022 w 113890"/>
                <a:gd name="connsiteY23" fmla="*/ 66456 h 100589"/>
                <a:gd name="connsiteX24" fmla="*/ 104278 w 113890"/>
                <a:gd name="connsiteY24" fmla="*/ 64236 h 100589"/>
                <a:gd name="connsiteX25" fmla="*/ 101305 w 113890"/>
                <a:gd name="connsiteY25" fmla="*/ 66678 h 100589"/>
                <a:gd name="connsiteX26" fmla="*/ 70889 w 113890"/>
                <a:gd name="connsiteY26" fmla="*/ 95767 h 100589"/>
                <a:gd name="connsiteX27" fmla="*/ 58310 w 113890"/>
                <a:gd name="connsiteY27" fmla="*/ 81112 h 100589"/>
                <a:gd name="connsiteX28" fmla="*/ 62198 w 113890"/>
                <a:gd name="connsiteY28" fmla="*/ 61571 h 100589"/>
                <a:gd name="connsiteX29" fmla="*/ 69974 w 11389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90" h="100589">
                  <a:moveTo>
                    <a:pt x="69974" y="31150"/>
                  </a:moveTo>
                  <a:cubicBezTo>
                    <a:pt x="71346" y="25377"/>
                    <a:pt x="76606" y="4948"/>
                    <a:pt x="92615" y="4948"/>
                  </a:cubicBezTo>
                  <a:cubicBezTo>
                    <a:pt x="93758" y="4948"/>
                    <a:pt x="99247" y="4948"/>
                    <a:pt x="104049" y="7835"/>
                  </a:cubicBezTo>
                  <a:cubicBezTo>
                    <a:pt x="97646" y="8945"/>
                    <a:pt x="93072" y="14496"/>
                    <a:pt x="93072" y="19825"/>
                  </a:cubicBezTo>
                  <a:cubicBezTo>
                    <a:pt x="93072" y="23378"/>
                    <a:pt x="95588" y="27597"/>
                    <a:pt x="101762" y="27597"/>
                  </a:cubicBezTo>
                  <a:cubicBezTo>
                    <a:pt x="106794" y="27597"/>
                    <a:pt x="114112" y="23600"/>
                    <a:pt x="114112" y="14718"/>
                  </a:cubicBezTo>
                  <a:cubicBezTo>
                    <a:pt x="114112" y="3172"/>
                    <a:pt x="100619" y="63"/>
                    <a:pt x="92843" y="63"/>
                  </a:cubicBezTo>
                  <a:cubicBezTo>
                    <a:pt x="79579" y="63"/>
                    <a:pt x="71575" y="11832"/>
                    <a:pt x="68830" y="16939"/>
                  </a:cubicBezTo>
                  <a:cubicBezTo>
                    <a:pt x="63113" y="2283"/>
                    <a:pt x="50764" y="63"/>
                    <a:pt x="44131" y="63"/>
                  </a:cubicBezTo>
                  <a:cubicBezTo>
                    <a:pt x="20347" y="63"/>
                    <a:pt x="7311" y="28708"/>
                    <a:pt x="7311" y="34259"/>
                  </a:cubicBezTo>
                  <a:cubicBezTo>
                    <a:pt x="7311" y="36479"/>
                    <a:pt x="9598" y="36479"/>
                    <a:pt x="10056" y="36479"/>
                  </a:cubicBezTo>
                  <a:cubicBezTo>
                    <a:pt x="11885" y="36479"/>
                    <a:pt x="12571" y="36035"/>
                    <a:pt x="13029" y="34037"/>
                  </a:cubicBezTo>
                  <a:cubicBezTo>
                    <a:pt x="20804" y="10499"/>
                    <a:pt x="35898" y="4948"/>
                    <a:pt x="43674" y="4948"/>
                  </a:cubicBezTo>
                  <a:cubicBezTo>
                    <a:pt x="48019" y="4948"/>
                    <a:pt x="56024" y="6946"/>
                    <a:pt x="56024" y="19825"/>
                  </a:cubicBezTo>
                  <a:cubicBezTo>
                    <a:pt x="56024" y="26709"/>
                    <a:pt x="52136" y="41587"/>
                    <a:pt x="43674" y="72674"/>
                  </a:cubicBezTo>
                  <a:cubicBezTo>
                    <a:pt x="40015" y="86441"/>
                    <a:pt x="32011" y="95767"/>
                    <a:pt x="21948" y="95767"/>
                  </a:cubicBezTo>
                  <a:cubicBezTo>
                    <a:pt x="20576" y="95767"/>
                    <a:pt x="15316" y="95767"/>
                    <a:pt x="10513" y="92881"/>
                  </a:cubicBezTo>
                  <a:cubicBezTo>
                    <a:pt x="16231" y="91770"/>
                    <a:pt x="21262" y="87107"/>
                    <a:pt x="21262" y="80890"/>
                  </a:cubicBezTo>
                  <a:cubicBezTo>
                    <a:pt x="21262" y="74894"/>
                    <a:pt x="16231" y="73118"/>
                    <a:pt x="12800" y="73118"/>
                  </a:cubicBezTo>
                  <a:cubicBezTo>
                    <a:pt x="5939" y="73118"/>
                    <a:pt x="222" y="78891"/>
                    <a:pt x="222" y="85997"/>
                  </a:cubicBezTo>
                  <a:cubicBezTo>
                    <a:pt x="222" y="96211"/>
                    <a:pt x="11657" y="100652"/>
                    <a:pt x="21719" y="100652"/>
                  </a:cubicBezTo>
                  <a:cubicBezTo>
                    <a:pt x="36813" y="100652"/>
                    <a:pt x="45046" y="85109"/>
                    <a:pt x="45732" y="83776"/>
                  </a:cubicBezTo>
                  <a:cubicBezTo>
                    <a:pt x="48477" y="91992"/>
                    <a:pt x="56710" y="100652"/>
                    <a:pt x="70431" y="100652"/>
                  </a:cubicBezTo>
                  <a:cubicBezTo>
                    <a:pt x="93987" y="100652"/>
                    <a:pt x="107022" y="72008"/>
                    <a:pt x="107022" y="66456"/>
                  </a:cubicBezTo>
                  <a:cubicBezTo>
                    <a:pt x="107022" y="64236"/>
                    <a:pt x="104964" y="64236"/>
                    <a:pt x="104278" y="64236"/>
                  </a:cubicBezTo>
                  <a:cubicBezTo>
                    <a:pt x="102220" y="64236"/>
                    <a:pt x="101762" y="65124"/>
                    <a:pt x="101305" y="66678"/>
                  </a:cubicBezTo>
                  <a:cubicBezTo>
                    <a:pt x="93758" y="90438"/>
                    <a:pt x="78207" y="95767"/>
                    <a:pt x="70889" y="95767"/>
                  </a:cubicBezTo>
                  <a:cubicBezTo>
                    <a:pt x="61970" y="95767"/>
                    <a:pt x="58310" y="88662"/>
                    <a:pt x="58310" y="81112"/>
                  </a:cubicBezTo>
                  <a:cubicBezTo>
                    <a:pt x="58310" y="76227"/>
                    <a:pt x="59683" y="71342"/>
                    <a:pt x="62198" y="61571"/>
                  </a:cubicBezTo>
                  <a:lnTo>
                    <a:pt x="69974" y="3115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5" name="Freeform: Shape 84">
              <a:extLst>
                <a:ext uri="{FF2B5EF4-FFF2-40B4-BE49-F238E27FC236}">
                  <a16:creationId xmlns:a16="http://schemas.microsoft.com/office/drawing/2014/main" id="{68A60297-6CB6-CD55-B377-A1BAE7D849B9}"/>
                </a:ext>
              </a:extLst>
            </p:cNvPr>
            <p:cNvSpPr/>
            <p:nvPr>
              <p:custDataLst>
                <p:tags r:id="rId162"/>
              </p:custDataLst>
            </p:nvPr>
          </p:nvSpPr>
          <p:spPr>
            <a:xfrm>
              <a:off x="7965720" y="4874809"/>
              <a:ext cx="9147" cy="222052"/>
            </a:xfrm>
            <a:custGeom>
              <a:avLst/>
              <a:gdLst>
                <a:gd name="connsiteX0" fmla="*/ 9375 w 9147"/>
                <a:gd name="connsiteY0" fmla="*/ 8057 h 222052"/>
                <a:gd name="connsiteX1" fmla="*/ 4802 w 9147"/>
                <a:gd name="connsiteY1" fmla="*/ 63 h 222052"/>
                <a:gd name="connsiteX2" fmla="*/ 228 w 9147"/>
                <a:gd name="connsiteY2" fmla="*/ 8057 h 222052"/>
                <a:gd name="connsiteX3" fmla="*/ 228 w 9147"/>
                <a:gd name="connsiteY3" fmla="*/ 214121 h 222052"/>
                <a:gd name="connsiteX4" fmla="*/ 4802 w 9147"/>
                <a:gd name="connsiteY4" fmla="*/ 222115 h 222052"/>
                <a:gd name="connsiteX5" fmla="*/ 9375 w 9147"/>
                <a:gd name="connsiteY5" fmla="*/ 214121 h 222052"/>
                <a:gd name="connsiteX6" fmla="*/ 9375 w 9147"/>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7" h="222052">
                  <a:moveTo>
                    <a:pt x="9375" y="8057"/>
                  </a:moveTo>
                  <a:cubicBezTo>
                    <a:pt x="9375" y="4060"/>
                    <a:pt x="9375" y="63"/>
                    <a:pt x="4802" y="63"/>
                  </a:cubicBezTo>
                  <a:cubicBezTo>
                    <a:pt x="228" y="63"/>
                    <a:pt x="228" y="4060"/>
                    <a:pt x="228" y="8057"/>
                  </a:cubicBezTo>
                  <a:lnTo>
                    <a:pt x="228" y="214121"/>
                  </a:lnTo>
                  <a:cubicBezTo>
                    <a:pt x="228" y="218118"/>
                    <a:pt x="228" y="222115"/>
                    <a:pt x="4802" y="222115"/>
                  </a:cubicBezTo>
                  <a:cubicBezTo>
                    <a:pt x="9375" y="222115"/>
                    <a:pt x="9375" y="218118"/>
                    <a:pt x="9375" y="214121"/>
                  </a:cubicBezTo>
                  <a:lnTo>
                    <a:pt x="9375" y="8057"/>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6" name="Freeform: Shape 85">
              <a:extLst>
                <a:ext uri="{FF2B5EF4-FFF2-40B4-BE49-F238E27FC236}">
                  <a16:creationId xmlns:a16="http://schemas.microsoft.com/office/drawing/2014/main" id="{A8F478F7-4679-361C-D26D-C04B3BDFFD39}"/>
                </a:ext>
              </a:extLst>
            </p:cNvPr>
            <p:cNvSpPr/>
            <p:nvPr>
              <p:custDataLst>
                <p:tags r:id="rId163"/>
              </p:custDataLst>
            </p:nvPr>
          </p:nvSpPr>
          <p:spPr>
            <a:xfrm>
              <a:off x="8008664" y="4943201"/>
              <a:ext cx="113890" cy="100589"/>
            </a:xfrm>
            <a:custGeom>
              <a:avLst/>
              <a:gdLst>
                <a:gd name="connsiteX0" fmla="*/ 69982 w 113890"/>
                <a:gd name="connsiteY0" fmla="*/ 31150 h 100589"/>
                <a:gd name="connsiteX1" fmla="*/ 92623 w 113890"/>
                <a:gd name="connsiteY1" fmla="*/ 4948 h 100589"/>
                <a:gd name="connsiteX2" fmla="*/ 104058 w 113890"/>
                <a:gd name="connsiteY2" fmla="*/ 7835 h 100589"/>
                <a:gd name="connsiteX3" fmla="*/ 93081 w 113890"/>
                <a:gd name="connsiteY3" fmla="*/ 19825 h 100589"/>
                <a:gd name="connsiteX4" fmla="*/ 101771 w 113890"/>
                <a:gd name="connsiteY4" fmla="*/ 27597 h 100589"/>
                <a:gd name="connsiteX5" fmla="*/ 114120 w 113890"/>
                <a:gd name="connsiteY5" fmla="*/ 14718 h 100589"/>
                <a:gd name="connsiteX6" fmla="*/ 92852 w 113890"/>
                <a:gd name="connsiteY6" fmla="*/ 63 h 100589"/>
                <a:gd name="connsiteX7" fmla="*/ 68839 w 113890"/>
                <a:gd name="connsiteY7" fmla="*/ 16939 h 100589"/>
                <a:gd name="connsiteX8" fmla="*/ 44140 w 113890"/>
                <a:gd name="connsiteY8" fmla="*/ 63 h 100589"/>
                <a:gd name="connsiteX9" fmla="*/ 7320 w 113890"/>
                <a:gd name="connsiteY9" fmla="*/ 34259 h 100589"/>
                <a:gd name="connsiteX10" fmla="*/ 10064 w 113890"/>
                <a:gd name="connsiteY10" fmla="*/ 36479 h 100589"/>
                <a:gd name="connsiteX11" fmla="*/ 13037 w 113890"/>
                <a:gd name="connsiteY11" fmla="*/ 34037 h 100589"/>
                <a:gd name="connsiteX12" fmla="*/ 43682 w 113890"/>
                <a:gd name="connsiteY12" fmla="*/ 4948 h 100589"/>
                <a:gd name="connsiteX13" fmla="*/ 56032 w 113890"/>
                <a:gd name="connsiteY13" fmla="*/ 19825 h 100589"/>
                <a:gd name="connsiteX14" fmla="*/ 43682 w 113890"/>
                <a:gd name="connsiteY14" fmla="*/ 72674 h 100589"/>
                <a:gd name="connsiteX15" fmla="*/ 21956 w 113890"/>
                <a:gd name="connsiteY15" fmla="*/ 95767 h 100589"/>
                <a:gd name="connsiteX16" fmla="*/ 10522 w 113890"/>
                <a:gd name="connsiteY16" fmla="*/ 92881 h 100589"/>
                <a:gd name="connsiteX17" fmla="*/ 21270 w 113890"/>
                <a:gd name="connsiteY17" fmla="*/ 80890 h 100589"/>
                <a:gd name="connsiteX18" fmla="*/ 12809 w 113890"/>
                <a:gd name="connsiteY18" fmla="*/ 73118 h 100589"/>
                <a:gd name="connsiteX19" fmla="*/ 230 w 113890"/>
                <a:gd name="connsiteY19" fmla="*/ 85997 h 100589"/>
                <a:gd name="connsiteX20" fmla="*/ 21728 w 113890"/>
                <a:gd name="connsiteY20" fmla="*/ 100652 h 100589"/>
                <a:gd name="connsiteX21" fmla="*/ 45741 w 113890"/>
                <a:gd name="connsiteY21" fmla="*/ 83776 h 100589"/>
                <a:gd name="connsiteX22" fmla="*/ 70440 w 113890"/>
                <a:gd name="connsiteY22" fmla="*/ 100652 h 100589"/>
                <a:gd name="connsiteX23" fmla="*/ 107031 w 113890"/>
                <a:gd name="connsiteY23" fmla="*/ 66456 h 100589"/>
                <a:gd name="connsiteX24" fmla="*/ 104287 w 113890"/>
                <a:gd name="connsiteY24" fmla="*/ 64236 h 100589"/>
                <a:gd name="connsiteX25" fmla="*/ 101314 w 113890"/>
                <a:gd name="connsiteY25" fmla="*/ 66678 h 100589"/>
                <a:gd name="connsiteX26" fmla="*/ 70897 w 113890"/>
                <a:gd name="connsiteY26" fmla="*/ 95767 h 100589"/>
                <a:gd name="connsiteX27" fmla="*/ 58319 w 113890"/>
                <a:gd name="connsiteY27" fmla="*/ 81112 h 100589"/>
                <a:gd name="connsiteX28" fmla="*/ 62207 w 113890"/>
                <a:gd name="connsiteY28" fmla="*/ 61571 h 100589"/>
                <a:gd name="connsiteX29" fmla="*/ 69982 w 113890"/>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890" h="100589">
                  <a:moveTo>
                    <a:pt x="69982" y="31150"/>
                  </a:moveTo>
                  <a:cubicBezTo>
                    <a:pt x="71355" y="25377"/>
                    <a:pt x="76614" y="4948"/>
                    <a:pt x="92623" y="4948"/>
                  </a:cubicBezTo>
                  <a:cubicBezTo>
                    <a:pt x="93767" y="4948"/>
                    <a:pt x="99255" y="4948"/>
                    <a:pt x="104058" y="7835"/>
                  </a:cubicBezTo>
                  <a:cubicBezTo>
                    <a:pt x="97654" y="8945"/>
                    <a:pt x="93081" y="14496"/>
                    <a:pt x="93081" y="19825"/>
                  </a:cubicBezTo>
                  <a:cubicBezTo>
                    <a:pt x="93081" y="23378"/>
                    <a:pt x="95596" y="27597"/>
                    <a:pt x="101771" y="27597"/>
                  </a:cubicBezTo>
                  <a:cubicBezTo>
                    <a:pt x="106802" y="27597"/>
                    <a:pt x="114120" y="23600"/>
                    <a:pt x="114120" y="14718"/>
                  </a:cubicBezTo>
                  <a:cubicBezTo>
                    <a:pt x="114120" y="3172"/>
                    <a:pt x="100627" y="63"/>
                    <a:pt x="92852" y="63"/>
                  </a:cubicBezTo>
                  <a:cubicBezTo>
                    <a:pt x="79588" y="63"/>
                    <a:pt x="71583" y="11832"/>
                    <a:pt x="68839" y="16939"/>
                  </a:cubicBezTo>
                  <a:cubicBezTo>
                    <a:pt x="63122" y="2283"/>
                    <a:pt x="50772" y="63"/>
                    <a:pt x="44140" y="63"/>
                  </a:cubicBezTo>
                  <a:cubicBezTo>
                    <a:pt x="20356" y="63"/>
                    <a:pt x="7320" y="28708"/>
                    <a:pt x="7320" y="34259"/>
                  </a:cubicBezTo>
                  <a:cubicBezTo>
                    <a:pt x="7320" y="36479"/>
                    <a:pt x="9607" y="36479"/>
                    <a:pt x="10064" y="36479"/>
                  </a:cubicBezTo>
                  <a:cubicBezTo>
                    <a:pt x="11894" y="36479"/>
                    <a:pt x="12580" y="36035"/>
                    <a:pt x="13037" y="34037"/>
                  </a:cubicBezTo>
                  <a:cubicBezTo>
                    <a:pt x="20813" y="10499"/>
                    <a:pt x="35907" y="4948"/>
                    <a:pt x="43682" y="4948"/>
                  </a:cubicBezTo>
                  <a:cubicBezTo>
                    <a:pt x="48028" y="4948"/>
                    <a:pt x="56032" y="6946"/>
                    <a:pt x="56032" y="19825"/>
                  </a:cubicBezTo>
                  <a:cubicBezTo>
                    <a:pt x="56032" y="26709"/>
                    <a:pt x="52144" y="41587"/>
                    <a:pt x="43682" y="72674"/>
                  </a:cubicBezTo>
                  <a:cubicBezTo>
                    <a:pt x="40023" y="86441"/>
                    <a:pt x="32019" y="95767"/>
                    <a:pt x="21956" y="95767"/>
                  </a:cubicBezTo>
                  <a:cubicBezTo>
                    <a:pt x="20584" y="95767"/>
                    <a:pt x="15324" y="95767"/>
                    <a:pt x="10522" y="92881"/>
                  </a:cubicBezTo>
                  <a:cubicBezTo>
                    <a:pt x="16239" y="91770"/>
                    <a:pt x="21270" y="87107"/>
                    <a:pt x="21270" y="80890"/>
                  </a:cubicBezTo>
                  <a:cubicBezTo>
                    <a:pt x="21270" y="74894"/>
                    <a:pt x="16239" y="73118"/>
                    <a:pt x="12809" y="73118"/>
                  </a:cubicBezTo>
                  <a:cubicBezTo>
                    <a:pt x="5948" y="73118"/>
                    <a:pt x="230" y="78891"/>
                    <a:pt x="230" y="85997"/>
                  </a:cubicBezTo>
                  <a:cubicBezTo>
                    <a:pt x="230" y="96211"/>
                    <a:pt x="11665" y="100652"/>
                    <a:pt x="21728" y="100652"/>
                  </a:cubicBezTo>
                  <a:cubicBezTo>
                    <a:pt x="36822" y="100652"/>
                    <a:pt x="45055" y="85109"/>
                    <a:pt x="45741" y="83776"/>
                  </a:cubicBezTo>
                  <a:cubicBezTo>
                    <a:pt x="48485" y="91992"/>
                    <a:pt x="56718" y="100652"/>
                    <a:pt x="70440" y="100652"/>
                  </a:cubicBezTo>
                  <a:cubicBezTo>
                    <a:pt x="93995" y="100652"/>
                    <a:pt x="107031" y="72008"/>
                    <a:pt x="107031" y="66456"/>
                  </a:cubicBezTo>
                  <a:cubicBezTo>
                    <a:pt x="107031" y="64236"/>
                    <a:pt x="104973" y="64236"/>
                    <a:pt x="104287" y="64236"/>
                  </a:cubicBezTo>
                  <a:cubicBezTo>
                    <a:pt x="102228" y="64236"/>
                    <a:pt x="101771" y="65124"/>
                    <a:pt x="101314" y="66678"/>
                  </a:cubicBezTo>
                  <a:cubicBezTo>
                    <a:pt x="93767" y="90438"/>
                    <a:pt x="78215" y="95767"/>
                    <a:pt x="70897" y="95767"/>
                  </a:cubicBezTo>
                  <a:cubicBezTo>
                    <a:pt x="61978" y="95767"/>
                    <a:pt x="58319" y="88662"/>
                    <a:pt x="58319" y="81112"/>
                  </a:cubicBezTo>
                  <a:cubicBezTo>
                    <a:pt x="58319" y="76227"/>
                    <a:pt x="59691" y="71342"/>
                    <a:pt x="62207" y="61571"/>
                  </a:cubicBezTo>
                  <a:lnTo>
                    <a:pt x="69982" y="31150"/>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7" name="Freeform: Shape 86">
              <a:extLst>
                <a:ext uri="{FF2B5EF4-FFF2-40B4-BE49-F238E27FC236}">
                  <a16:creationId xmlns:a16="http://schemas.microsoft.com/office/drawing/2014/main" id="{E4CB26F2-C79F-BBBF-4B52-521EC9C39307}"/>
                </a:ext>
              </a:extLst>
            </p:cNvPr>
            <p:cNvSpPr/>
            <p:nvPr>
              <p:custDataLst>
                <p:tags r:id="rId164"/>
              </p:custDataLst>
            </p:nvPr>
          </p:nvSpPr>
          <p:spPr>
            <a:xfrm>
              <a:off x="8137769" y="4874809"/>
              <a:ext cx="31331" cy="222052"/>
            </a:xfrm>
            <a:custGeom>
              <a:avLst/>
              <a:gdLst>
                <a:gd name="connsiteX0" fmla="*/ 31567 w 31331"/>
                <a:gd name="connsiteY0" fmla="*/ 63 h 222052"/>
                <a:gd name="connsiteX1" fmla="*/ 236 w 31331"/>
                <a:gd name="connsiteY1" fmla="*/ 63 h 222052"/>
                <a:gd name="connsiteX2" fmla="*/ 236 w 31331"/>
                <a:gd name="connsiteY2" fmla="*/ 8945 h 222052"/>
                <a:gd name="connsiteX3" fmla="*/ 22420 w 31331"/>
                <a:gd name="connsiteY3" fmla="*/ 8945 h 222052"/>
                <a:gd name="connsiteX4" fmla="*/ 22420 w 31331"/>
                <a:gd name="connsiteY4" fmla="*/ 213233 h 222052"/>
                <a:gd name="connsiteX5" fmla="*/ 236 w 31331"/>
                <a:gd name="connsiteY5" fmla="*/ 213233 h 222052"/>
                <a:gd name="connsiteX6" fmla="*/ 236 w 31331"/>
                <a:gd name="connsiteY6" fmla="*/ 222115 h 222052"/>
                <a:gd name="connsiteX7" fmla="*/ 31567 w 31331"/>
                <a:gd name="connsiteY7" fmla="*/ 222115 h 222052"/>
                <a:gd name="connsiteX8" fmla="*/ 31567 w 313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1" h="222052">
                  <a:moveTo>
                    <a:pt x="31567" y="63"/>
                  </a:moveTo>
                  <a:lnTo>
                    <a:pt x="236" y="63"/>
                  </a:lnTo>
                  <a:lnTo>
                    <a:pt x="236" y="8945"/>
                  </a:lnTo>
                  <a:lnTo>
                    <a:pt x="22420" y="8945"/>
                  </a:lnTo>
                  <a:lnTo>
                    <a:pt x="22420" y="213233"/>
                  </a:lnTo>
                  <a:lnTo>
                    <a:pt x="236" y="213233"/>
                  </a:lnTo>
                  <a:lnTo>
                    <a:pt x="236" y="222115"/>
                  </a:lnTo>
                  <a:lnTo>
                    <a:pt x="31567" y="222115"/>
                  </a:lnTo>
                  <a:lnTo>
                    <a:pt x="31567" y="6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8" name="Freeform: Shape 87">
              <a:extLst>
                <a:ext uri="{FF2B5EF4-FFF2-40B4-BE49-F238E27FC236}">
                  <a16:creationId xmlns:a16="http://schemas.microsoft.com/office/drawing/2014/main" id="{A661501E-B420-3883-602C-1E0DBDD738EE}"/>
                </a:ext>
              </a:extLst>
            </p:cNvPr>
            <p:cNvSpPr/>
            <p:nvPr>
              <p:custDataLst>
                <p:tags r:id="rId165"/>
              </p:custDataLst>
            </p:nvPr>
          </p:nvSpPr>
          <p:spPr>
            <a:xfrm>
              <a:off x="8272596" y="4959855"/>
              <a:ext cx="152082" cy="51960"/>
            </a:xfrm>
            <a:custGeom>
              <a:avLst/>
              <a:gdLst>
                <a:gd name="connsiteX0" fmla="*/ 144548 w 152082"/>
                <a:gd name="connsiteY0" fmla="*/ 8945 h 51960"/>
                <a:gd name="connsiteX1" fmla="*/ 152324 w 152082"/>
                <a:gd name="connsiteY1" fmla="*/ 4504 h 51960"/>
                <a:gd name="connsiteX2" fmla="*/ 144777 w 152082"/>
                <a:gd name="connsiteY2" fmla="*/ 63 h 51960"/>
                <a:gd name="connsiteX3" fmla="*/ 7789 w 152082"/>
                <a:gd name="connsiteY3" fmla="*/ 63 h 51960"/>
                <a:gd name="connsiteX4" fmla="*/ 242 w 152082"/>
                <a:gd name="connsiteY4" fmla="*/ 4504 h 51960"/>
                <a:gd name="connsiteX5" fmla="*/ 8017 w 152082"/>
                <a:gd name="connsiteY5" fmla="*/ 8945 h 51960"/>
                <a:gd name="connsiteX6" fmla="*/ 144548 w 152082"/>
                <a:gd name="connsiteY6" fmla="*/ 8945 h 51960"/>
                <a:gd name="connsiteX7" fmla="*/ 144777 w 152082"/>
                <a:gd name="connsiteY7" fmla="*/ 52023 h 51960"/>
                <a:gd name="connsiteX8" fmla="*/ 152324 w 152082"/>
                <a:gd name="connsiteY8" fmla="*/ 47582 h 51960"/>
                <a:gd name="connsiteX9" fmla="*/ 144548 w 152082"/>
                <a:gd name="connsiteY9" fmla="*/ 43141 h 51960"/>
                <a:gd name="connsiteX10" fmla="*/ 8017 w 152082"/>
                <a:gd name="connsiteY10" fmla="*/ 43141 h 51960"/>
                <a:gd name="connsiteX11" fmla="*/ 242 w 152082"/>
                <a:gd name="connsiteY11" fmla="*/ 47582 h 51960"/>
                <a:gd name="connsiteX12" fmla="*/ 7789 w 152082"/>
                <a:gd name="connsiteY12" fmla="*/ 52023 h 51960"/>
                <a:gd name="connsiteX13" fmla="*/ 144777 w 152082"/>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82" h="51960">
                  <a:moveTo>
                    <a:pt x="144548" y="8945"/>
                  </a:moveTo>
                  <a:cubicBezTo>
                    <a:pt x="147979" y="8945"/>
                    <a:pt x="152324" y="8945"/>
                    <a:pt x="152324" y="4504"/>
                  </a:cubicBezTo>
                  <a:cubicBezTo>
                    <a:pt x="152324" y="63"/>
                    <a:pt x="147979" y="63"/>
                    <a:pt x="144777" y="63"/>
                  </a:cubicBezTo>
                  <a:lnTo>
                    <a:pt x="7789" y="63"/>
                  </a:lnTo>
                  <a:cubicBezTo>
                    <a:pt x="4587" y="63"/>
                    <a:pt x="242" y="63"/>
                    <a:pt x="242" y="4504"/>
                  </a:cubicBezTo>
                  <a:cubicBezTo>
                    <a:pt x="242" y="8945"/>
                    <a:pt x="4587" y="8945"/>
                    <a:pt x="8017" y="8945"/>
                  </a:cubicBezTo>
                  <a:lnTo>
                    <a:pt x="144548" y="8945"/>
                  </a:lnTo>
                  <a:close/>
                  <a:moveTo>
                    <a:pt x="144777" y="52023"/>
                  </a:moveTo>
                  <a:cubicBezTo>
                    <a:pt x="147979" y="52023"/>
                    <a:pt x="152324" y="52023"/>
                    <a:pt x="152324" y="47582"/>
                  </a:cubicBezTo>
                  <a:cubicBezTo>
                    <a:pt x="152324" y="43141"/>
                    <a:pt x="147979" y="43141"/>
                    <a:pt x="144548" y="43141"/>
                  </a:cubicBezTo>
                  <a:lnTo>
                    <a:pt x="8017" y="43141"/>
                  </a:lnTo>
                  <a:cubicBezTo>
                    <a:pt x="4587" y="43141"/>
                    <a:pt x="242" y="43141"/>
                    <a:pt x="242" y="47582"/>
                  </a:cubicBezTo>
                  <a:cubicBezTo>
                    <a:pt x="242" y="52023"/>
                    <a:pt x="4587" y="52023"/>
                    <a:pt x="7789" y="52023"/>
                  </a:cubicBezTo>
                  <a:lnTo>
                    <a:pt x="144777" y="52023"/>
                  </a:ln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sp>
          <p:nvSpPr>
            <p:cNvPr id="89" name="Freeform: Shape 88">
              <a:extLst>
                <a:ext uri="{FF2B5EF4-FFF2-40B4-BE49-F238E27FC236}">
                  <a16:creationId xmlns:a16="http://schemas.microsoft.com/office/drawing/2014/main" id="{CC69A939-95A9-EF10-95AA-94D0942684D1}"/>
                </a:ext>
              </a:extLst>
            </p:cNvPr>
            <p:cNvSpPr/>
            <p:nvPr>
              <p:custDataLst>
                <p:tags r:id="rId166"/>
              </p:custDataLst>
            </p:nvPr>
          </p:nvSpPr>
          <p:spPr>
            <a:xfrm>
              <a:off x="8510107" y="4893461"/>
              <a:ext cx="96280" cy="152771"/>
            </a:xfrm>
            <a:custGeom>
              <a:avLst/>
              <a:gdLst>
                <a:gd name="connsiteX0" fmla="*/ 96533 w 96280"/>
                <a:gd name="connsiteY0" fmla="*/ 76893 h 152771"/>
                <a:gd name="connsiteX1" fmla="*/ 87385 w 96280"/>
                <a:gd name="connsiteY1" fmla="*/ 24933 h 152771"/>
                <a:gd name="connsiteX2" fmla="*/ 48507 w 96280"/>
                <a:gd name="connsiteY2" fmla="*/ 63 h 152771"/>
                <a:gd name="connsiteX3" fmla="*/ 8714 w 96280"/>
                <a:gd name="connsiteY3" fmla="*/ 26487 h 152771"/>
                <a:gd name="connsiteX4" fmla="*/ 252 w 96280"/>
                <a:gd name="connsiteY4" fmla="*/ 76893 h 152771"/>
                <a:gd name="connsiteX5" fmla="*/ 10543 w 96280"/>
                <a:gd name="connsiteY5" fmla="*/ 130407 h 152771"/>
                <a:gd name="connsiteX6" fmla="*/ 48278 w 96280"/>
                <a:gd name="connsiteY6" fmla="*/ 152835 h 152771"/>
                <a:gd name="connsiteX7" fmla="*/ 88071 w 96280"/>
                <a:gd name="connsiteY7" fmla="*/ 127077 h 152771"/>
                <a:gd name="connsiteX8" fmla="*/ 96533 w 96280"/>
                <a:gd name="connsiteY8" fmla="*/ 76893 h 152771"/>
                <a:gd name="connsiteX9" fmla="*/ 48278 w 96280"/>
                <a:gd name="connsiteY9" fmla="*/ 147950 h 152771"/>
                <a:gd name="connsiteX10" fmla="*/ 21749 w 96280"/>
                <a:gd name="connsiteY10" fmla="*/ 121081 h 152771"/>
                <a:gd name="connsiteX11" fmla="*/ 19234 w 96280"/>
                <a:gd name="connsiteY11" fmla="*/ 74228 h 152771"/>
                <a:gd name="connsiteX12" fmla="*/ 21063 w 96280"/>
                <a:gd name="connsiteY12" fmla="*/ 33371 h 152771"/>
                <a:gd name="connsiteX13" fmla="*/ 48278 w 96280"/>
                <a:gd name="connsiteY13" fmla="*/ 4948 h 152771"/>
                <a:gd name="connsiteX14" fmla="*/ 75264 w 96280"/>
                <a:gd name="connsiteY14" fmla="*/ 30928 h 152771"/>
                <a:gd name="connsiteX15" fmla="*/ 77551 w 96280"/>
                <a:gd name="connsiteY15" fmla="*/ 74228 h 152771"/>
                <a:gd name="connsiteX16" fmla="*/ 75035 w 96280"/>
                <a:gd name="connsiteY16" fmla="*/ 120193 h 152771"/>
                <a:gd name="connsiteX17" fmla="*/ 48278 w 96280"/>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6280" h="152771">
                  <a:moveTo>
                    <a:pt x="96533" y="76893"/>
                  </a:moveTo>
                  <a:cubicBezTo>
                    <a:pt x="96533" y="59129"/>
                    <a:pt x="95389" y="41364"/>
                    <a:pt x="87385" y="24933"/>
                  </a:cubicBezTo>
                  <a:cubicBezTo>
                    <a:pt x="76865" y="3616"/>
                    <a:pt x="58112" y="63"/>
                    <a:pt x="48507" y="63"/>
                  </a:cubicBezTo>
                  <a:cubicBezTo>
                    <a:pt x="34785" y="63"/>
                    <a:pt x="18090" y="5836"/>
                    <a:pt x="8714" y="26487"/>
                  </a:cubicBezTo>
                  <a:cubicBezTo>
                    <a:pt x="1396" y="41809"/>
                    <a:pt x="252" y="59129"/>
                    <a:pt x="252" y="76893"/>
                  </a:cubicBezTo>
                  <a:cubicBezTo>
                    <a:pt x="252" y="93547"/>
                    <a:pt x="1167" y="113531"/>
                    <a:pt x="10543" y="130407"/>
                  </a:cubicBezTo>
                  <a:cubicBezTo>
                    <a:pt x="20377" y="148394"/>
                    <a:pt x="37072" y="152835"/>
                    <a:pt x="48278" y="152835"/>
                  </a:cubicBezTo>
                  <a:cubicBezTo>
                    <a:pt x="60628" y="152835"/>
                    <a:pt x="78008" y="148172"/>
                    <a:pt x="88071" y="127077"/>
                  </a:cubicBezTo>
                  <a:cubicBezTo>
                    <a:pt x="95389" y="111755"/>
                    <a:pt x="96533" y="94435"/>
                    <a:pt x="96533" y="76893"/>
                  </a:cubicBezTo>
                  <a:close/>
                  <a:moveTo>
                    <a:pt x="48278" y="147950"/>
                  </a:moveTo>
                  <a:cubicBezTo>
                    <a:pt x="39359" y="147950"/>
                    <a:pt x="25866" y="142398"/>
                    <a:pt x="21749" y="121081"/>
                  </a:cubicBezTo>
                  <a:cubicBezTo>
                    <a:pt x="19234" y="107758"/>
                    <a:pt x="19234" y="87329"/>
                    <a:pt x="19234" y="74228"/>
                  </a:cubicBezTo>
                  <a:cubicBezTo>
                    <a:pt x="19234" y="60017"/>
                    <a:pt x="19234" y="45361"/>
                    <a:pt x="21063" y="33371"/>
                  </a:cubicBezTo>
                  <a:cubicBezTo>
                    <a:pt x="25409" y="6946"/>
                    <a:pt x="42561" y="4948"/>
                    <a:pt x="48278" y="4948"/>
                  </a:cubicBezTo>
                  <a:cubicBezTo>
                    <a:pt x="55825" y="4948"/>
                    <a:pt x="70919" y="8945"/>
                    <a:pt x="75264" y="30928"/>
                  </a:cubicBezTo>
                  <a:cubicBezTo>
                    <a:pt x="77551" y="43363"/>
                    <a:pt x="77551" y="60239"/>
                    <a:pt x="77551" y="74228"/>
                  </a:cubicBezTo>
                  <a:cubicBezTo>
                    <a:pt x="77551" y="90882"/>
                    <a:pt x="77551" y="105982"/>
                    <a:pt x="75035" y="120193"/>
                  </a:cubicBezTo>
                  <a:cubicBezTo>
                    <a:pt x="71605" y="141288"/>
                    <a:pt x="58569" y="147950"/>
                    <a:pt x="48278" y="147950"/>
                  </a:cubicBezTo>
                  <a:close/>
                </a:path>
              </a:pathLst>
            </a:custGeom>
            <a:grpFill/>
            <a:ln w="22713" cap="flat">
              <a:noFill/>
              <a:prstDash val="solid"/>
              <a:miter/>
            </a:ln>
          </p:spPr>
          <p:txBody>
            <a:bodyPr rtlCol="0" anchor="ctr"/>
            <a:lstStyle/>
            <a:p>
              <a:endParaRPr lang="en-GB">
                <a:solidFill>
                  <a:schemeClr val="bg1"/>
                </a:solidFill>
                <a:latin typeface="Aptos" panose="020B0004020202020204"/>
              </a:endParaRPr>
            </a:p>
          </p:txBody>
        </p:sp>
      </p:grpSp>
      <p:grpSp>
        <p:nvGrpSpPr>
          <p:cNvPr id="90" name="Group 89">
            <a:extLst>
              <a:ext uri="{FF2B5EF4-FFF2-40B4-BE49-F238E27FC236}">
                <a16:creationId xmlns:a16="http://schemas.microsoft.com/office/drawing/2014/main" id="{4433C1A5-CE5E-5403-5853-C36E1B70C035}"/>
              </a:ext>
            </a:extLst>
          </p:cNvPr>
          <p:cNvGrpSpPr>
            <a:grpSpLocks noChangeAspect="1"/>
          </p:cNvGrpSpPr>
          <p:nvPr>
            <p:custDataLst>
              <p:tags r:id="rId4"/>
            </p:custDataLst>
          </p:nvPr>
        </p:nvGrpSpPr>
        <p:grpSpPr>
          <a:xfrm>
            <a:off x="5662630" y="4739434"/>
            <a:ext cx="1025736" cy="222052"/>
            <a:chOff x="3663204" y="6853006"/>
            <a:chExt cx="1025736" cy="222052"/>
          </a:xfrm>
          <a:solidFill>
            <a:schemeClr val="bg1"/>
          </a:solidFill>
        </p:grpSpPr>
        <p:sp>
          <p:nvSpPr>
            <p:cNvPr id="91" name="Freeform: Shape 90">
              <a:extLst>
                <a:ext uri="{FF2B5EF4-FFF2-40B4-BE49-F238E27FC236}">
                  <a16:creationId xmlns:a16="http://schemas.microsoft.com/office/drawing/2014/main" id="{DC977201-C30A-5EAB-3E58-7532B4ED1668}"/>
                </a:ext>
              </a:extLst>
            </p:cNvPr>
            <p:cNvSpPr/>
            <p:nvPr>
              <p:custDataLst>
                <p:tags r:id="rId127"/>
              </p:custDataLst>
            </p:nvPr>
          </p:nvSpPr>
          <p:spPr>
            <a:xfrm>
              <a:off x="3663204" y="6868549"/>
              <a:ext cx="164394" cy="150995"/>
            </a:xfrm>
            <a:custGeom>
              <a:avLst/>
              <a:gdLst>
                <a:gd name="connsiteX0" fmla="*/ 151837 w 164394"/>
                <a:gd name="connsiteY0" fmla="*/ 99320 h 150995"/>
                <a:gd name="connsiteX1" fmla="*/ 152970 w 164394"/>
                <a:gd name="connsiteY1" fmla="*/ 96211 h 150995"/>
                <a:gd name="connsiteX2" fmla="*/ 150252 w 164394"/>
                <a:gd name="connsiteY2" fmla="*/ 93769 h 150995"/>
                <a:gd name="connsiteX3" fmla="*/ 147307 w 164394"/>
                <a:gd name="connsiteY3" fmla="*/ 96433 h 150995"/>
                <a:gd name="connsiteX4" fmla="*/ 85470 w 164394"/>
                <a:gd name="connsiteY4" fmla="*/ 144175 h 150995"/>
                <a:gd name="connsiteX5" fmla="*/ 52400 w 164394"/>
                <a:gd name="connsiteY5" fmla="*/ 144175 h 150995"/>
                <a:gd name="connsiteX6" fmla="*/ 47417 w 164394"/>
                <a:gd name="connsiteY6" fmla="*/ 143953 h 150995"/>
                <a:gd name="connsiteX7" fmla="*/ 44472 w 164394"/>
                <a:gd name="connsiteY7" fmla="*/ 141732 h 150995"/>
                <a:gd name="connsiteX8" fmla="*/ 45605 w 164394"/>
                <a:gd name="connsiteY8" fmla="*/ 136625 h 150995"/>
                <a:gd name="connsiteX9" fmla="*/ 61007 w 164394"/>
                <a:gd name="connsiteY9" fmla="*/ 76005 h 150995"/>
                <a:gd name="connsiteX10" fmla="*/ 83432 w 164394"/>
                <a:gd name="connsiteY10" fmla="*/ 76005 h 150995"/>
                <a:gd name="connsiteX11" fmla="*/ 102685 w 164394"/>
                <a:gd name="connsiteY11" fmla="*/ 86219 h 150995"/>
                <a:gd name="connsiteX12" fmla="*/ 101099 w 164394"/>
                <a:gd name="connsiteY12" fmla="*/ 97100 h 150995"/>
                <a:gd name="connsiteX13" fmla="*/ 100420 w 164394"/>
                <a:gd name="connsiteY13" fmla="*/ 99542 h 150995"/>
                <a:gd name="connsiteX14" fmla="*/ 103364 w 164394"/>
                <a:gd name="connsiteY14" fmla="*/ 101985 h 150995"/>
                <a:gd name="connsiteX15" fmla="*/ 106762 w 164394"/>
                <a:gd name="connsiteY15" fmla="*/ 97544 h 150995"/>
                <a:gd name="connsiteX16" fmla="*/ 119673 w 164394"/>
                <a:gd name="connsiteY16" fmla="*/ 45583 h 150995"/>
                <a:gd name="connsiteX17" fmla="*/ 116955 w 164394"/>
                <a:gd name="connsiteY17" fmla="*/ 43141 h 150995"/>
                <a:gd name="connsiteX18" fmla="*/ 113784 w 164394"/>
                <a:gd name="connsiteY18" fmla="*/ 47138 h 150995"/>
                <a:gd name="connsiteX19" fmla="*/ 84111 w 164394"/>
                <a:gd name="connsiteY19" fmla="*/ 69121 h 150995"/>
                <a:gd name="connsiteX20" fmla="*/ 62820 w 164394"/>
                <a:gd name="connsiteY20" fmla="*/ 69121 h 150995"/>
                <a:gd name="connsiteX21" fmla="*/ 76410 w 164394"/>
                <a:gd name="connsiteY21" fmla="*/ 15606 h 150995"/>
                <a:gd name="connsiteX22" fmla="*/ 88641 w 164394"/>
                <a:gd name="connsiteY22" fmla="*/ 6946 h 150995"/>
                <a:gd name="connsiteX23" fmla="*/ 120579 w 164394"/>
                <a:gd name="connsiteY23" fmla="*/ 6946 h 150995"/>
                <a:gd name="connsiteX24" fmla="*/ 155008 w 164394"/>
                <a:gd name="connsiteY24" fmla="*/ 31594 h 150995"/>
                <a:gd name="connsiteX25" fmla="*/ 154102 w 164394"/>
                <a:gd name="connsiteY25" fmla="*/ 43363 h 150995"/>
                <a:gd name="connsiteX26" fmla="*/ 153876 w 164394"/>
                <a:gd name="connsiteY26" fmla="*/ 47360 h 150995"/>
                <a:gd name="connsiteX27" fmla="*/ 156594 w 164394"/>
                <a:gd name="connsiteY27" fmla="*/ 50025 h 150995"/>
                <a:gd name="connsiteX28" fmla="*/ 159765 w 164394"/>
                <a:gd name="connsiteY28" fmla="*/ 44473 h 150995"/>
                <a:gd name="connsiteX29" fmla="*/ 164295 w 164394"/>
                <a:gd name="connsiteY29" fmla="*/ 6058 h 150995"/>
                <a:gd name="connsiteX30" fmla="*/ 158179 w 164394"/>
                <a:gd name="connsiteY30" fmla="*/ 63 h 150995"/>
                <a:gd name="connsiteX31" fmla="*/ 43793 w 164394"/>
                <a:gd name="connsiteY31" fmla="*/ 63 h 150995"/>
                <a:gd name="connsiteX32" fmla="*/ 36998 w 164394"/>
                <a:gd name="connsiteY32" fmla="*/ 4504 h 150995"/>
                <a:gd name="connsiteX33" fmla="*/ 43340 w 164394"/>
                <a:gd name="connsiteY33" fmla="*/ 6946 h 150995"/>
                <a:gd name="connsiteX34" fmla="*/ 58063 w 164394"/>
                <a:gd name="connsiteY34" fmla="*/ 10943 h 150995"/>
                <a:gd name="connsiteX35" fmla="*/ 56930 w 164394"/>
                <a:gd name="connsiteY35" fmla="*/ 16273 h 150995"/>
                <a:gd name="connsiteX36" fmla="*/ 27031 w 164394"/>
                <a:gd name="connsiteY36" fmla="*/ 133738 h 150995"/>
                <a:gd name="connsiteX37" fmla="*/ 6419 w 164394"/>
                <a:gd name="connsiteY37" fmla="*/ 144175 h 150995"/>
                <a:gd name="connsiteX38" fmla="*/ 77 w 164394"/>
                <a:gd name="connsiteY38" fmla="*/ 148394 h 150995"/>
                <a:gd name="connsiteX39" fmla="*/ 6419 w 164394"/>
                <a:gd name="connsiteY39" fmla="*/ 151058 h 150995"/>
                <a:gd name="connsiteX40" fmla="*/ 123977 w 164394"/>
                <a:gd name="connsiteY40" fmla="*/ 151058 h 150995"/>
                <a:gd name="connsiteX41" fmla="*/ 130998 w 164394"/>
                <a:gd name="connsiteY41" fmla="*/ 147283 h 150995"/>
                <a:gd name="connsiteX42" fmla="*/ 151837 w 164394"/>
                <a:gd name="connsiteY42" fmla="*/ 99320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4394" h="150995">
                  <a:moveTo>
                    <a:pt x="151837" y="99320"/>
                  </a:moveTo>
                  <a:cubicBezTo>
                    <a:pt x="152290" y="98210"/>
                    <a:pt x="152970" y="96656"/>
                    <a:pt x="152970" y="96211"/>
                  </a:cubicBezTo>
                  <a:cubicBezTo>
                    <a:pt x="152970" y="95989"/>
                    <a:pt x="152970" y="93769"/>
                    <a:pt x="150252" y="93769"/>
                  </a:cubicBezTo>
                  <a:cubicBezTo>
                    <a:pt x="148213" y="93769"/>
                    <a:pt x="147760" y="95101"/>
                    <a:pt x="147307" y="96433"/>
                  </a:cubicBezTo>
                  <a:cubicBezTo>
                    <a:pt x="132584" y="129297"/>
                    <a:pt x="124203" y="144175"/>
                    <a:pt x="85470" y="144175"/>
                  </a:cubicBezTo>
                  <a:lnTo>
                    <a:pt x="52400" y="144175"/>
                  </a:lnTo>
                  <a:cubicBezTo>
                    <a:pt x="49229" y="144175"/>
                    <a:pt x="48776" y="144175"/>
                    <a:pt x="47417" y="143953"/>
                  </a:cubicBezTo>
                  <a:cubicBezTo>
                    <a:pt x="45152" y="143731"/>
                    <a:pt x="44472" y="143509"/>
                    <a:pt x="44472" y="141732"/>
                  </a:cubicBezTo>
                  <a:cubicBezTo>
                    <a:pt x="44472" y="141066"/>
                    <a:pt x="44472" y="140622"/>
                    <a:pt x="45605" y="136625"/>
                  </a:cubicBezTo>
                  <a:lnTo>
                    <a:pt x="61007" y="76005"/>
                  </a:lnTo>
                  <a:lnTo>
                    <a:pt x="83432" y="76005"/>
                  </a:lnTo>
                  <a:cubicBezTo>
                    <a:pt x="102685" y="76005"/>
                    <a:pt x="102685" y="80668"/>
                    <a:pt x="102685" y="86219"/>
                  </a:cubicBezTo>
                  <a:cubicBezTo>
                    <a:pt x="102685" y="87773"/>
                    <a:pt x="102685" y="90438"/>
                    <a:pt x="101099" y="97100"/>
                  </a:cubicBezTo>
                  <a:cubicBezTo>
                    <a:pt x="100646" y="98210"/>
                    <a:pt x="100420" y="98876"/>
                    <a:pt x="100420" y="99542"/>
                  </a:cubicBezTo>
                  <a:cubicBezTo>
                    <a:pt x="100420" y="100652"/>
                    <a:pt x="101326" y="101985"/>
                    <a:pt x="103364" y="101985"/>
                  </a:cubicBezTo>
                  <a:cubicBezTo>
                    <a:pt x="105177" y="101985"/>
                    <a:pt x="105856" y="100874"/>
                    <a:pt x="106762" y="97544"/>
                  </a:cubicBezTo>
                  <a:lnTo>
                    <a:pt x="119673" y="45583"/>
                  </a:lnTo>
                  <a:cubicBezTo>
                    <a:pt x="119673" y="44251"/>
                    <a:pt x="118541" y="43141"/>
                    <a:pt x="116955" y="43141"/>
                  </a:cubicBezTo>
                  <a:cubicBezTo>
                    <a:pt x="114916" y="43141"/>
                    <a:pt x="114463" y="44473"/>
                    <a:pt x="113784" y="47138"/>
                  </a:cubicBezTo>
                  <a:cubicBezTo>
                    <a:pt x="109027" y="64014"/>
                    <a:pt x="104950" y="69121"/>
                    <a:pt x="84111" y="69121"/>
                  </a:cubicBezTo>
                  <a:lnTo>
                    <a:pt x="62820" y="69121"/>
                  </a:lnTo>
                  <a:lnTo>
                    <a:pt x="76410" y="15606"/>
                  </a:lnTo>
                  <a:cubicBezTo>
                    <a:pt x="78449" y="7835"/>
                    <a:pt x="78675" y="6946"/>
                    <a:pt x="88641" y="6946"/>
                  </a:cubicBezTo>
                  <a:lnTo>
                    <a:pt x="120579" y="6946"/>
                  </a:lnTo>
                  <a:cubicBezTo>
                    <a:pt x="148213" y="6946"/>
                    <a:pt x="155008" y="13386"/>
                    <a:pt x="155008" y="31594"/>
                  </a:cubicBezTo>
                  <a:cubicBezTo>
                    <a:pt x="155008" y="36923"/>
                    <a:pt x="155008" y="37368"/>
                    <a:pt x="154102" y="43363"/>
                  </a:cubicBezTo>
                  <a:cubicBezTo>
                    <a:pt x="154102" y="44695"/>
                    <a:pt x="153876" y="46250"/>
                    <a:pt x="153876" y="47360"/>
                  </a:cubicBezTo>
                  <a:cubicBezTo>
                    <a:pt x="153876" y="48470"/>
                    <a:pt x="154555" y="50025"/>
                    <a:pt x="156594" y="50025"/>
                  </a:cubicBezTo>
                  <a:cubicBezTo>
                    <a:pt x="159085" y="50025"/>
                    <a:pt x="159312" y="48692"/>
                    <a:pt x="159765" y="44473"/>
                  </a:cubicBezTo>
                  <a:lnTo>
                    <a:pt x="164295" y="6058"/>
                  </a:lnTo>
                  <a:cubicBezTo>
                    <a:pt x="164975" y="63"/>
                    <a:pt x="163842" y="63"/>
                    <a:pt x="158179" y="63"/>
                  </a:cubicBezTo>
                  <a:lnTo>
                    <a:pt x="43793" y="63"/>
                  </a:lnTo>
                  <a:cubicBezTo>
                    <a:pt x="39263" y="63"/>
                    <a:pt x="36998" y="63"/>
                    <a:pt x="36998" y="4504"/>
                  </a:cubicBezTo>
                  <a:cubicBezTo>
                    <a:pt x="36998" y="6946"/>
                    <a:pt x="39036" y="6946"/>
                    <a:pt x="43340" y="6946"/>
                  </a:cubicBezTo>
                  <a:cubicBezTo>
                    <a:pt x="51721" y="6946"/>
                    <a:pt x="58063" y="6946"/>
                    <a:pt x="58063" y="10943"/>
                  </a:cubicBezTo>
                  <a:cubicBezTo>
                    <a:pt x="58063" y="11832"/>
                    <a:pt x="58063" y="12276"/>
                    <a:pt x="56930" y="16273"/>
                  </a:cubicBezTo>
                  <a:lnTo>
                    <a:pt x="27031" y="133738"/>
                  </a:lnTo>
                  <a:cubicBezTo>
                    <a:pt x="24766" y="142398"/>
                    <a:pt x="24313" y="144175"/>
                    <a:pt x="6419" y="144175"/>
                  </a:cubicBezTo>
                  <a:cubicBezTo>
                    <a:pt x="2568" y="144175"/>
                    <a:pt x="77" y="144175"/>
                    <a:pt x="77" y="148394"/>
                  </a:cubicBezTo>
                  <a:cubicBezTo>
                    <a:pt x="77" y="151058"/>
                    <a:pt x="2115" y="151058"/>
                    <a:pt x="6419" y="151058"/>
                  </a:cubicBezTo>
                  <a:lnTo>
                    <a:pt x="123977" y="151058"/>
                  </a:lnTo>
                  <a:cubicBezTo>
                    <a:pt x="129186" y="151058"/>
                    <a:pt x="129413" y="150836"/>
                    <a:pt x="130998" y="147283"/>
                  </a:cubicBezTo>
                  <a:lnTo>
                    <a:pt x="151837" y="9932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2" name="Freeform: Shape 91">
              <a:extLst>
                <a:ext uri="{FF2B5EF4-FFF2-40B4-BE49-F238E27FC236}">
                  <a16:creationId xmlns:a16="http://schemas.microsoft.com/office/drawing/2014/main" id="{FA0CA46F-229F-F9B4-81F4-9B223B0B6BC5}"/>
                </a:ext>
              </a:extLst>
            </p:cNvPr>
            <p:cNvSpPr/>
            <p:nvPr>
              <p:custDataLst>
                <p:tags r:id="rId128"/>
              </p:custDataLst>
            </p:nvPr>
          </p:nvSpPr>
          <p:spPr>
            <a:xfrm>
              <a:off x="3861587" y="6853006"/>
              <a:ext cx="31031" cy="222052"/>
            </a:xfrm>
            <a:custGeom>
              <a:avLst/>
              <a:gdLst>
                <a:gd name="connsiteX0" fmla="*/ 31116 w 31031"/>
                <a:gd name="connsiteY0" fmla="*/ 222115 h 222052"/>
                <a:gd name="connsiteX1" fmla="*/ 31116 w 31031"/>
                <a:gd name="connsiteY1" fmla="*/ 213233 h 222052"/>
                <a:gd name="connsiteX2" fmla="*/ 9145 w 31031"/>
                <a:gd name="connsiteY2" fmla="*/ 213233 h 222052"/>
                <a:gd name="connsiteX3" fmla="*/ 9145 w 31031"/>
                <a:gd name="connsiteY3" fmla="*/ 8945 h 222052"/>
                <a:gd name="connsiteX4" fmla="*/ 31116 w 31031"/>
                <a:gd name="connsiteY4" fmla="*/ 8945 h 222052"/>
                <a:gd name="connsiteX5" fmla="*/ 31116 w 31031"/>
                <a:gd name="connsiteY5" fmla="*/ 63 h 222052"/>
                <a:gd name="connsiteX6" fmla="*/ 85 w 31031"/>
                <a:gd name="connsiteY6" fmla="*/ 63 h 222052"/>
                <a:gd name="connsiteX7" fmla="*/ 85 w 31031"/>
                <a:gd name="connsiteY7" fmla="*/ 222115 h 222052"/>
                <a:gd name="connsiteX8" fmla="*/ 31116 w 31031"/>
                <a:gd name="connsiteY8" fmla="*/ 22211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16" y="222115"/>
                  </a:moveTo>
                  <a:lnTo>
                    <a:pt x="31116" y="213233"/>
                  </a:lnTo>
                  <a:lnTo>
                    <a:pt x="9145" y="213233"/>
                  </a:lnTo>
                  <a:lnTo>
                    <a:pt x="9145" y="8945"/>
                  </a:lnTo>
                  <a:lnTo>
                    <a:pt x="31116" y="8945"/>
                  </a:lnTo>
                  <a:lnTo>
                    <a:pt x="31116" y="63"/>
                  </a:lnTo>
                  <a:lnTo>
                    <a:pt x="85" y="63"/>
                  </a:lnTo>
                  <a:lnTo>
                    <a:pt x="85" y="222115"/>
                  </a:lnTo>
                  <a:lnTo>
                    <a:pt x="31116" y="22211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3" name="Freeform: Shape 92">
              <a:extLst>
                <a:ext uri="{FF2B5EF4-FFF2-40B4-BE49-F238E27FC236}">
                  <a16:creationId xmlns:a16="http://schemas.microsoft.com/office/drawing/2014/main" id="{2920FC65-B91F-62C9-61A6-B1BF2DFB3BC2}"/>
                </a:ext>
              </a:extLst>
            </p:cNvPr>
            <p:cNvSpPr/>
            <p:nvPr>
              <p:custDataLst>
                <p:tags r:id="rId129"/>
              </p:custDataLst>
            </p:nvPr>
          </p:nvSpPr>
          <p:spPr>
            <a:xfrm>
              <a:off x="3904347" y="6921398"/>
              <a:ext cx="116425" cy="100589"/>
            </a:xfrm>
            <a:custGeom>
              <a:avLst/>
              <a:gdLst>
                <a:gd name="connsiteX0" fmla="*/ 72797 w 116425"/>
                <a:gd name="connsiteY0" fmla="*/ 85775 h 100589"/>
                <a:gd name="connsiteX1" fmla="*/ 92956 w 116425"/>
                <a:gd name="connsiteY1" fmla="*/ 100652 h 100589"/>
                <a:gd name="connsiteX2" fmla="*/ 109717 w 116425"/>
                <a:gd name="connsiteY2" fmla="*/ 88440 h 100589"/>
                <a:gd name="connsiteX3" fmla="*/ 116513 w 116425"/>
                <a:gd name="connsiteY3" fmla="*/ 66456 h 100589"/>
                <a:gd name="connsiteX4" fmla="*/ 113795 w 116425"/>
                <a:gd name="connsiteY4" fmla="*/ 64236 h 100589"/>
                <a:gd name="connsiteX5" fmla="*/ 110623 w 116425"/>
                <a:gd name="connsiteY5" fmla="*/ 68233 h 100589"/>
                <a:gd name="connsiteX6" fmla="*/ 93635 w 116425"/>
                <a:gd name="connsiteY6" fmla="*/ 95767 h 100589"/>
                <a:gd name="connsiteX7" fmla="*/ 86614 w 116425"/>
                <a:gd name="connsiteY7" fmla="*/ 85553 h 100589"/>
                <a:gd name="connsiteX8" fmla="*/ 91144 w 116425"/>
                <a:gd name="connsiteY8" fmla="*/ 62459 h 100589"/>
                <a:gd name="connsiteX9" fmla="*/ 97486 w 116425"/>
                <a:gd name="connsiteY9" fmla="*/ 38478 h 100589"/>
                <a:gd name="connsiteX10" fmla="*/ 101337 w 116425"/>
                <a:gd name="connsiteY10" fmla="*/ 23378 h 100589"/>
                <a:gd name="connsiteX11" fmla="*/ 104734 w 116425"/>
                <a:gd name="connsiteY11" fmla="*/ 8501 h 100589"/>
                <a:gd name="connsiteX12" fmla="*/ 98165 w 116425"/>
                <a:gd name="connsiteY12" fmla="*/ 2505 h 100589"/>
                <a:gd name="connsiteX13" fmla="*/ 89332 w 116425"/>
                <a:gd name="connsiteY13" fmla="*/ 10277 h 100589"/>
                <a:gd name="connsiteX14" fmla="*/ 72344 w 116425"/>
                <a:gd name="connsiteY14" fmla="*/ 77115 h 100589"/>
                <a:gd name="connsiteX15" fmla="*/ 46522 w 116425"/>
                <a:gd name="connsiteY15" fmla="*/ 95767 h 100589"/>
                <a:gd name="connsiteX16" fmla="*/ 32478 w 116425"/>
                <a:gd name="connsiteY16" fmla="*/ 77559 h 100589"/>
                <a:gd name="connsiteX17" fmla="*/ 44710 w 116425"/>
                <a:gd name="connsiteY17" fmla="*/ 32260 h 100589"/>
                <a:gd name="connsiteX18" fmla="*/ 48560 w 116425"/>
                <a:gd name="connsiteY18" fmla="*/ 18271 h 100589"/>
                <a:gd name="connsiteX19" fmla="*/ 29986 w 116425"/>
                <a:gd name="connsiteY19" fmla="*/ 63 h 100589"/>
                <a:gd name="connsiteX20" fmla="*/ 87 w 116425"/>
                <a:gd name="connsiteY20" fmla="*/ 34259 h 100589"/>
                <a:gd name="connsiteX21" fmla="*/ 2805 w 116425"/>
                <a:gd name="connsiteY21" fmla="*/ 36479 h 100589"/>
                <a:gd name="connsiteX22" fmla="*/ 6430 w 116425"/>
                <a:gd name="connsiteY22" fmla="*/ 32482 h 100589"/>
                <a:gd name="connsiteX23" fmla="*/ 29307 w 116425"/>
                <a:gd name="connsiteY23" fmla="*/ 4948 h 100589"/>
                <a:gd name="connsiteX24" fmla="*/ 34970 w 116425"/>
                <a:gd name="connsiteY24" fmla="*/ 12276 h 100589"/>
                <a:gd name="connsiteX25" fmla="*/ 31119 w 116425"/>
                <a:gd name="connsiteY25" fmla="*/ 27375 h 100589"/>
                <a:gd name="connsiteX26" fmla="*/ 17982 w 116425"/>
                <a:gd name="connsiteY26" fmla="*/ 74006 h 100589"/>
                <a:gd name="connsiteX27" fmla="*/ 45842 w 116425"/>
                <a:gd name="connsiteY27" fmla="*/ 100652 h 100589"/>
                <a:gd name="connsiteX28" fmla="*/ 72797 w 116425"/>
                <a:gd name="connsiteY28" fmla="*/ 85775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425" h="100589">
                  <a:moveTo>
                    <a:pt x="72797" y="85775"/>
                  </a:moveTo>
                  <a:cubicBezTo>
                    <a:pt x="75288" y="94879"/>
                    <a:pt x="83216" y="100652"/>
                    <a:pt x="92956" y="100652"/>
                  </a:cubicBezTo>
                  <a:cubicBezTo>
                    <a:pt x="100884" y="100652"/>
                    <a:pt x="106093" y="95545"/>
                    <a:pt x="109717" y="88440"/>
                  </a:cubicBezTo>
                  <a:cubicBezTo>
                    <a:pt x="113568" y="80446"/>
                    <a:pt x="116513" y="66901"/>
                    <a:pt x="116513" y="66456"/>
                  </a:cubicBezTo>
                  <a:cubicBezTo>
                    <a:pt x="116513" y="64236"/>
                    <a:pt x="114474" y="64236"/>
                    <a:pt x="113795" y="64236"/>
                  </a:cubicBezTo>
                  <a:cubicBezTo>
                    <a:pt x="111529" y="64236"/>
                    <a:pt x="111303" y="65124"/>
                    <a:pt x="110623" y="68233"/>
                  </a:cubicBezTo>
                  <a:cubicBezTo>
                    <a:pt x="107452" y="80668"/>
                    <a:pt x="103149" y="95767"/>
                    <a:pt x="93635" y="95767"/>
                  </a:cubicBezTo>
                  <a:cubicBezTo>
                    <a:pt x="88879" y="95767"/>
                    <a:pt x="86614" y="92881"/>
                    <a:pt x="86614" y="85553"/>
                  </a:cubicBezTo>
                  <a:cubicBezTo>
                    <a:pt x="86614" y="80668"/>
                    <a:pt x="89332" y="70231"/>
                    <a:pt x="91144" y="62459"/>
                  </a:cubicBezTo>
                  <a:lnTo>
                    <a:pt x="97486" y="38478"/>
                  </a:lnTo>
                  <a:cubicBezTo>
                    <a:pt x="98165" y="35147"/>
                    <a:pt x="100431" y="26709"/>
                    <a:pt x="101337" y="23378"/>
                  </a:cubicBezTo>
                  <a:cubicBezTo>
                    <a:pt x="102469" y="18271"/>
                    <a:pt x="104734" y="9833"/>
                    <a:pt x="104734" y="8501"/>
                  </a:cubicBezTo>
                  <a:cubicBezTo>
                    <a:pt x="104734" y="4504"/>
                    <a:pt x="101563" y="2505"/>
                    <a:pt x="98165" y="2505"/>
                  </a:cubicBezTo>
                  <a:cubicBezTo>
                    <a:pt x="97033" y="2505"/>
                    <a:pt x="91144" y="2727"/>
                    <a:pt x="89332" y="10277"/>
                  </a:cubicBezTo>
                  <a:cubicBezTo>
                    <a:pt x="85028" y="26487"/>
                    <a:pt x="75062" y="65346"/>
                    <a:pt x="72344" y="77115"/>
                  </a:cubicBezTo>
                  <a:cubicBezTo>
                    <a:pt x="72117" y="78003"/>
                    <a:pt x="63057" y="95767"/>
                    <a:pt x="46522" y="95767"/>
                  </a:cubicBezTo>
                  <a:cubicBezTo>
                    <a:pt x="34743" y="95767"/>
                    <a:pt x="32478" y="85775"/>
                    <a:pt x="32478" y="77559"/>
                  </a:cubicBezTo>
                  <a:cubicBezTo>
                    <a:pt x="32478" y="65124"/>
                    <a:pt x="38820" y="47582"/>
                    <a:pt x="44710" y="32260"/>
                  </a:cubicBezTo>
                  <a:cubicBezTo>
                    <a:pt x="47428" y="25599"/>
                    <a:pt x="48560" y="22490"/>
                    <a:pt x="48560" y="18271"/>
                  </a:cubicBezTo>
                  <a:cubicBezTo>
                    <a:pt x="48560" y="8279"/>
                    <a:pt x="41312" y="63"/>
                    <a:pt x="29986" y="63"/>
                  </a:cubicBezTo>
                  <a:cubicBezTo>
                    <a:pt x="8468" y="63"/>
                    <a:pt x="87" y="32260"/>
                    <a:pt x="87" y="34259"/>
                  </a:cubicBezTo>
                  <a:cubicBezTo>
                    <a:pt x="87" y="36479"/>
                    <a:pt x="2352" y="36479"/>
                    <a:pt x="2805" y="36479"/>
                  </a:cubicBezTo>
                  <a:cubicBezTo>
                    <a:pt x="5071" y="36479"/>
                    <a:pt x="5297" y="36035"/>
                    <a:pt x="6430" y="32482"/>
                  </a:cubicBezTo>
                  <a:cubicBezTo>
                    <a:pt x="12092" y="13164"/>
                    <a:pt x="20700" y="4948"/>
                    <a:pt x="29307" y="4948"/>
                  </a:cubicBezTo>
                  <a:cubicBezTo>
                    <a:pt x="31346" y="4948"/>
                    <a:pt x="34970" y="5170"/>
                    <a:pt x="34970" y="12276"/>
                  </a:cubicBezTo>
                  <a:cubicBezTo>
                    <a:pt x="34970" y="17605"/>
                    <a:pt x="32478" y="24044"/>
                    <a:pt x="31119" y="27375"/>
                  </a:cubicBezTo>
                  <a:cubicBezTo>
                    <a:pt x="22738" y="49358"/>
                    <a:pt x="17982" y="63126"/>
                    <a:pt x="17982" y="74006"/>
                  </a:cubicBezTo>
                  <a:cubicBezTo>
                    <a:pt x="17982" y="95101"/>
                    <a:pt x="33611" y="100652"/>
                    <a:pt x="45842" y="100652"/>
                  </a:cubicBezTo>
                  <a:cubicBezTo>
                    <a:pt x="60792" y="100652"/>
                    <a:pt x="68946" y="90660"/>
                    <a:pt x="72797" y="85775"/>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4" name="Freeform: Shape 93">
              <a:extLst>
                <a:ext uri="{FF2B5EF4-FFF2-40B4-BE49-F238E27FC236}">
                  <a16:creationId xmlns:a16="http://schemas.microsoft.com/office/drawing/2014/main" id="{3C8F0213-8D66-F7AE-D032-33334E4272B6}"/>
                </a:ext>
              </a:extLst>
            </p:cNvPr>
            <p:cNvSpPr/>
            <p:nvPr>
              <p:custDataLst>
                <p:tags r:id="rId130"/>
              </p:custDataLst>
            </p:nvPr>
          </p:nvSpPr>
          <p:spPr>
            <a:xfrm>
              <a:off x="4054399" y="6853006"/>
              <a:ext cx="9060" cy="222052"/>
            </a:xfrm>
            <a:custGeom>
              <a:avLst/>
              <a:gdLst>
                <a:gd name="connsiteX0" fmla="*/ 9153 w 9060"/>
                <a:gd name="connsiteY0" fmla="*/ 8057 h 222052"/>
                <a:gd name="connsiteX1" fmla="*/ 4623 w 9060"/>
                <a:gd name="connsiteY1" fmla="*/ 63 h 222052"/>
                <a:gd name="connsiteX2" fmla="*/ 93 w 9060"/>
                <a:gd name="connsiteY2" fmla="*/ 8057 h 222052"/>
                <a:gd name="connsiteX3" fmla="*/ 93 w 9060"/>
                <a:gd name="connsiteY3" fmla="*/ 214121 h 222052"/>
                <a:gd name="connsiteX4" fmla="*/ 4623 w 9060"/>
                <a:gd name="connsiteY4" fmla="*/ 222115 h 222052"/>
                <a:gd name="connsiteX5" fmla="*/ 9153 w 9060"/>
                <a:gd name="connsiteY5" fmla="*/ 214121 h 222052"/>
                <a:gd name="connsiteX6" fmla="*/ 9153 w 9060"/>
                <a:gd name="connsiteY6" fmla="*/ 8057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60" h="222052">
                  <a:moveTo>
                    <a:pt x="9153" y="8057"/>
                  </a:moveTo>
                  <a:cubicBezTo>
                    <a:pt x="9153" y="4060"/>
                    <a:pt x="9153" y="63"/>
                    <a:pt x="4623" y="63"/>
                  </a:cubicBezTo>
                  <a:cubicBezTo>
                    <a:pt x="93" y="63"/>
                    <a:pt x="93" y="4060"/>
                    <a:pt x="93" y="8057"/>
                  </a:cubicBezTo>
                  <a:lnTo>
                    <a:pt x="93" y="214121"/>
                  </a:lnTo>
                  <a:cubicBezTo>
                    <a:pt x="93" y="218118"/>
                    <a:pt x="93" y="222115"/>
                    <a:pt x="4623" y="222115"/>
                  </a:cubicBezTo>
                  <a:cubicBezTo>
                    <a:pt x="9153" y="222115"/>
                    <a:pt x="9153" y="218118"/>
                    <a:pt x="9153" y="214121"/>
                  </a:cubicBezTo>
                  <a:lnTo>
                    <a:pt x="9153" y="80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5" name="Freeform: Shape 94">
              <a:extLst>
                <a:ext uri="{FF2B5EF4-FFF2-40B4-BE49-F238E27FC236}">
                  <a16:creationId xmlns:a16="http://schemas.microsoft.com/office/drawing/2014/main" id="{9D147124-4AE3-079B-4222-44875DD35B60}"/>
                </a:ext>
              </a:extLst>
            </p:cNvPr>
            <p:cNvSpPr/>
            <p:nvPr>
              <p:custDataLst>
                <p:tags r:id="rId131"/>
              </p:custDataLst>
            </p:nvPr>
          </p:nvSpPr>
          <p:spPr>
            <a:xfrm>
              <a:off x="4096933" y="6921398"/>
              <a:ext cx="112801" cy="100589"/>
            </a:xfrm>
            <a:custGeom>
              <a:avLst/>
              <a:gdLst>
                <a:gd name="connsiteX0" fmla="*/ 69181 w 112801"/>
                <a:gd name="connsiteY0" fmla="*/ 31150 h 100589"/>
                <a:gd name="connsiteX1" fmla="*/ 91605 w 112801"/>
                <a:gd name="connsiteY1" fmla="*/ 4948 h 100589"/>
                <a:gd name="connsiteX2" fmla="*/ 102931 w 112801"/>
                <a:gd name="connsiteY2" fmla="*/ 7835 h 100589"/>
                <a:gd name="connsiteX3" fmla="*/ 92058 w 112801"/>
                <a:gd name="connsiteY3" fmla="*/ 19825 h 100589"/>
                <a:gd name="connsiteX4" fmla="*/ 100666 w 112801"/>
                <a:gd name="connsiteY4" fmla="*/ 27597 h 100589"/>
                <a:gd name="connsiteX5" fmla="*/ 112897 w 112801"/>
                <a:gd name="connsiteY5" fmla="*/ 14718 h 100589"/>
                <a:gd name="connsiteX6" fmla="*/ 91832 w 112801"/>
                <a:gd name="connsiteY6" fmla="*/ 63 h 100589"/>
                <a:gd name="connsiteX7" fmla="*/ 68048 w 112801"/>
                <a:gd name="connsiteY7" fmla="*/ 16939 h 100589"/>
                <a:gd name="connsiteX8" fmla="*/ 43585 w 112801"/>
                <a:gd name="connsiteY8" fmla="*/ 63 h 100589"/>
                <a:gd name="connsiteX9" fmla="*/ 7118 w 112801"/>
                <a:gd name="connsiteY9" fmla="*/ 34259 h 100589"/>
                <a:gd name="connsiteX10" fmla="*/ 9836 w 112801"/>
                <a:gd name="connsiteY10" fmla="*/ 36479 h 100589"/>
                <a:gd name="connsiteX11" fmla="*/ 12780 w 112801"/>
                <a:gd name="connsiteY11" fmla="*/ 34037 h 100589"/>
                <a:gd name="connsiteX12" fmla="*/ 43132 w 112801"/>
                <a:gd name="connsiteY12" fmla="*/ 4948 h 100589"/>
                <a:gd name="connsiteX13" fmla="*/ 55364 w 112801"/>
                <a:gd name="connsiteY13" fmla="*/ 19825 h 100589"/>
                <a:gd name="connsiteX14" fmla="*/ 43132 w 112801"/>
                <a:gd name="connsiteY14" fmla="*/ 72674 h 100589"/>
                <a:gd name="connsiteX15" fmla="*/ 21614 w 112801"/>
                <a:gd name="connsiteY15" fmla="*/ 95767 h 100589"/>
                <a:gd name="connsiteX16" fmla="*/ 10289 w 112801"/>
                <a:gd name="connsiteY16" fmla="*/ 92881 h 100589"/>
                <a:gd name="connsiteX17" fmla="*/ 20935 w 112801"/>
                <a:gd name="connsiteY17" fmla="*/ 80890 h 100589"/>
                <a:gd name="connsiteX18" fmla="*/ 12554 w 112801"/>
                <a:gd name="connsiteY18" fmla="*/ 73118 h 100589"/>
                <a:gd name="connsiteX19" fmla="*/ 96 w 112801"/>
                <a:gd name="connsiteY19" fmla="*/ 85997 h 100589"/>
                <a:gd name="connsiteX20" fmla="*/ 21388 w 112801"/>
                <a:gd name="connsiteY20" fmla="*/ 100652 h 100589"/>
                <a:gd name="connsiteX21" fmla="*/ 45171 w 112801"/>
                <a:gd name="connsiteY21" fmla="*/ 83776 h 100589"/>
                <a:gd name="connsiteX22" fmla="*/ 69634 w 112801"/>
                <a:gd name="connsiteY22" fmla="*/ 100652 h 100589"/>
                <a:gd name="connsiteX23" fmla="*/ 105875 w 112801"/>
                <a:gd name="connsiteY23" fmla="*/ 66456 h 100589"/>
                <a:gd name="connsiteX24" fmla="*/ 103157 w 112801"/>
                <a:gd name="connsiteY24" fmla="*/ 64236 h 100589"/>
                <a:gd name="connsiteX25" fmla="*/ 100212 w 112801"/>
                <a:gd name="connsiteY25" fmla="*/ 66678 h 100589"/>
                <a:gd name="connsiteX26" fmla="*/ 70087 w 112801"/>
                <a:gd name="connsiteY26" fmla="*/ 95767 h 100589"/>
                <a:gd name="connsiteX27" fmla="*/ 57629 w 112801"/>
                <a:gd name="connsiteY27" fmla="*/ 81112 h 100589"/>
                <a:gd name="connsiteX28" fmla="*/ 61480 w 112801"/>
                <a:gd name="connsiteY28" fmla="*/ 61571 h 100589"/>
                <a:gd name="connsiteX29" fmla="*/ 69181 w 112801"/>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801" h="100589">
                  <a:moveTo>
                    <a:pt x="69181" y="31150"/>
                  </a:moveTo>
                  <a:cubicBezTo>
                    <a:pt x="70540" y="25377"/>
                    <a:pt x="75750" y="4948"/>
                    <a:pt x="91605" y="4948"/>
                  </a:cubicBezTo>
                  <a:cubicBezTo>
                    <a:pt x="92738" y="4948"/>
                    <a:pt x="98174" y="4948"/>
                    <a:pt x="102931" y="7835"/>
                  </a:cubicBezTo>
                  <a:cubicBezTo>
                    <a:pt x="96588" y="8945"/>
                    <a:pt x="92058" y="14496"/>
                    <a:pt x="92058" y="19825"/>
                  </a:cubicBezTo>
                  <a:cubicBezTo>
                    <a:pt x="92058" y="23378"/>
                    <a:pt x="94550" y="27597"/>
                    <a:pt x="100666" y="27597"/>
                  </a:cubicBezTo>
                  <a:cubicBezTo>
                    <a:pt x="105649" y="27597"/>
                    <a:pt x="112897" y="23600"/>
                    <a:pt x="112897" y="14718"/>
                  </a:cubicBezTo>
                  <a:cubicBezTo>
                    <a:pt x="112897" y="3172"/>
                    <a:pt x="99533" y="63"/>
                    <a:pt x="91832" y="63"/>
                  </a:cubicBezTo>
                  <a:cubicBezTo>
                    <a:pt x="78694" y="63"/>
                    <a:pt x="70766" y="11832"/>
                    <a:pt x="68048" y="16939"/>
                  </a:cubicBezTo>
                  <a:cubicBezTo>
                    <a:pt x="62386" y="2283"/>
                    <a:pt x="50154" y="63"/>
                    <a:pt x="43585" y="63"/>
                  </a:cubicBezTo>
                  <a:cubicBezTo>
                    <a:pt x="20029" y="63"/>
                    <a:pt x="7118" y="28708"/>
                    <a:pt x="7118" y="34259"/>
                  </a:cubicBezTo>
                  <a:cubicBezTo>
                    <a:pt x="7118" y="36479"/>
                    <a:pt x="9383" y="36479"/>
                    <a:pt x="9836" y="36479"/>
                  </a:cubicBezTo>
                  <a:cubicBezTo>
                    <a:pt x="11648" y="36479"/>
                    <a:pt x="12327" y="36035"/>
                    <a:pt x="12780" y="34037"/>
                  </a:cubicBezTo>
                  <a:cubicBezTo>
                    <a:pt x="20482" y="10499"/>
                    <a:pt x="35431" y="4948"/>
                    <a:pt x="43132" y="4948"/>
                  </a:cubicBezTo>
                  <a:cubicBezTo>
                    <a:pt x="47436" y="4948"/>
                    <a:pt x="55364" y="6946"/>
                    <a:pt x="55364" y="19825"/>
                  </a:cubicBezTo>
                  <a:cubicBezTo>
                    <a:pt x="55364" y="26709"/>
                    <a:pt x="51513" y="41587"/>
                    <a:pt x="43132" y="72674"/>
                  </a:cubicBezTo>
                  <a:cubicBezTo>
                    <a:pt x="39508" y="86441"/>
                    <a:pt x="31581" y="95767"/>
                    <a:pt x="21614" y="95767"/>
                  </a:cubicBezTo>
                  <a:cubicBezTo>
                    <a:pt x="20255" y="95767"/>
                    <a:pt x="15045" y="95767"/>
                    <a:pt x="10289" y="92881"/>
                  </a:cubicBezTo>
                  <a:cubicBezTo>
                    <a:pt x="15951" y="91770"/>
                    <a:pt x="20935" y="87107"/>
                    <a:pt x="20935" y="80890"/>
                  </a:cubicBezTo>
                  <a:cubicBezTo>
                    <a:pt x="20935" y="74894"/>
                    <a:pt x="15951" y="73118"/>
                    <a:pt x="12554" y="73118"/>
                  </a:cubicBezTo>
                  <a:cubicBezTo>
                    <a:pt x="5759" y="73118"/>
                    <a:pt x="96" y="78891"/>
                    <a:pt x="96" y="85997"/>
                  </a:cubicBezTo>
                  <a:cubicBezTo>
                    <a:pt x="96" y="96211"/>
                    <a:pt x="11421" y="100652"/>
                    <a:pt x="21388" y="100652"/>
                  </a:cubicBezTo>
                  <a:cubicBezTo>
                    <a:pt x="36337" y="100652"/>
                    <a:pt x="44491" y="85109"/>
                    <a:pt x="45171" y="83776"/>
                  </a:cubicBezTo>
                  <a:cubicBezTo>
                    <a:pt x="47889" y="91992"/>
                    <a:pt x="56043" y="100652"/>
                    <a:pt x="69634" y="100652"/>
                  </a:cubicBezTo>
                  <a:cubicBezTo>
                    <a:pt x="92964" y="100652"/>
                    <a:pt x="105875" y="72008"/>
                    <a:pt x="105875" y="66456"/>
                  </a:cubicBezTo>
                  <a:cubicBezTo>
                    <a:pt x="105875" y="64236"/>
                    <a:pt x="103837" y="64236"/>
                    <a:pt x="103157" y="64236"/>
                  </a:cubicBezTo>
                  <a:cubicBezTo>
                    <a:pt x="101119" y="64236"/>
                    <a:pt x="100666" y="65124"/>
                    <a:pt x="100212" y="66678"/>
                  </a:cubicBezTo>
                  <a:cubicBezTo>
                    <a:pt x="92738" y="90438"/>
                    <a:pt x="77335" y="95767"/>
                    <a:pt x="70087" y="95767"/>
                  </a:cubicBezTo>
                  <a:cubicBezTo>
                    <a:pt x="61253" y="95767"/>
                    <a:pt x="57629" y="88662"/>
                    <a:pt x="57629" y="81112"/>
                  </a:cubicBezTo>
                  <a:cubicBezTo>
                    <a:pt x="57629" y="76227"/>
                    <a:pt x="58988" y="71342"/>
                    <a:pt x="61480" y="61571"/>
                  </a:cubicBezTo>
                  <a:lnTo>
                    <a:pt x="69181" y="31150"/>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6" name="Freeform: Shape 95">
              <a:extLst>
                <a:ext uri="{FF2B5EF4-FFF2-40B4-BE49-F238E27FC236}">
                  <a16:creationId xmlns:a16="http://schemas.microsoft.com/office/drawing/2014/main" id="{DED003B9-45EF-ED61-521D-A34FAFB23F60}"/>
                </a:ext>
              </a:extLst>
            </p:cNvPr>
            <p:cNvSpPr/>
            <p:nvPr>
              <p:custDataLst>
                <p:tags r:id="rId132"/>
              </p:custDataLst>
            </p:nvPr>
          </p:nvSpPr>
          <p:spPr>
            <a:xfrm>
              <a:off x="4224803" y="6853006"/>
              <a:ext cx="31031" cy="222052"/>
            </a:xfrm>
            <a:custGeom>
              <a:avLst/>
              <a:gdLst>
                <a:gd name="connsiteX0" fmla="*/ 31133 w 31031"/>
                <a:gd name="connsiteY0" fmla="*/ 63 h 222052"/>
                <a:gd name="connsiteX1" fmla="*/ 102 w 31031"/>
                <a:gd name="connsiteY1" fmla="*/ 63 h 222052"/>
                <a:gd name="connsiteX2" fmla="*/ 102 w 31031"/>
                <a:gd name="connsiteY2" fmla="*/ 8945 h 222052"/>
                <a:gd name="connsiteX3" fmla="*/ 22073 w 31031"/>
                <a:gd name="connsiteY3" fmla="*/ 8945 h 222052"/>
                <a:gd name="connsiteX4" fmla="*/ 22073 w 31031"/>
                <a:gd name="connsiteY4" fmla="*/ 213233 h 222052"/>
                <a:gd name="connsiteX5" fmla="*/ 102 w 31031"/>
                <a:gd name="connsiteY5" fmla="*/ 213233 h 222052"/>
                <a:gd name="connsiteX6" fmla="*/ 102 w 31031"/>
                <a:gd name="connsiteY6" fmla="*/ 222115 h 222052"/>
                <a:gd name="connsiteX7" fmla="*/ 31133 w 31031"/>
                <a:gd name="connsiteY7" fmla="*/ 222115 h 222052"/>
                <a:gd name="connsiteX8" fmla="*/ 31133 w 31031"/>
                <a:gd name="connsiteY8" fmla="*/ 63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31" h="222052">
                  <a:moveTo>
                    <a:pt x="31133" y="63"/>
                  </a:moveTo>
                  <a:lnTo>
                    <a:pt x="102" y="63"/>
                  </a:lnTo>
                  <a:lnTo>
                    <a:pt x="102" y="8945"/>
                  </a:lnTo>
                  <a:lnTo>
                    <a:pt x="22073" y="8945"/>
                  </a:lnTo>
                  <a:lnTo>
                    <a:pt x="22073" y="213233"/>
                  </a:lnTo>
                  <a:lnTo>
                    <a:pt x="102" y="213233"/>
                  </a:lnTo>
                  <a:lnTo>
                    <a:pt x="102" y="222115"/>
                  </a:lnTo>
                  <a:lnTo>
                    <a:pt x="31133" y="222115"/>
                  </a:lnTo>
                  <a:lnTo>
                    <a:pt x="31133"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7" name="Freeform: Shape 96">
              <a:extLst>
                <a:ext uri="{FF2B5EF4-FFF2-40B4-BE49-F238E27FC236}">
                  <a16:creationId xmlns:a16="http://schemas.microsoft.com/office/drawing/2014/main" id="{EA9FED0C-8755-219E-4E1E-C8C9B0DCA109}"/>
                </a:ext>
              </a:extLst>
            </p:cNvPr>
            <p:cNvSpPr/>
            <p:nvPr>
              <p:custDataLst>
                <p:tags r:id="rId133"/>
              </p:custDataLst>
            </p:nvPr>
          </p:nvSpPr>
          <p:spPr>
            <a:xfrm>
              <a:off x="4358341" y="6938052"/>
              <a:ext cx="150627" cy="51960"/>
            </a:xfrm>
            <a:custGeom>
              <a:avLst/>
              <a:gdLst>
                <a:gd name="connsiteX0" fmla="*/ 143034 w 150627"/>
                <a:gd name="connsiteY0" fmla="*/ 8945 h 51960"/>
                <a:gd name="connsiteX1" fmla="*/ 150735 w 150627"/>
                <a:gd name="connsiteY1" fmla="*/ 4504 h 51960"/>
                <a:gd name="connsiteX2" fmla="*/ 143260 w 150627"/>
                <a:gd name="connsiteY2" fmla="*/ 63 h 51960"/>
                <a:gd name="connsiteX3" fmla="*/ 7582 w 150627"/>
                <a:gd name="connsiteY3" fmla="*/ 63 h 51960"/>
                <a:gd name="connsiteX4" fmla="*/ 107 w 150627"/>
                <a:gd name="connsiteY4" fmla="*/ 4504 h 51960"/>
                <a:gd name="connsiteX5" fmla="*/ 7808 w 150627"/>
                <a:gd name="connsiteY5" fmla="*/ 8945 h 51960"/>
                <a:gd name="connsiteX6" fmla="*/ 143034 w 150627"/>
                <a:gd name="connsiteY6" fmla="*/ 8945 h 51960"/>
                <a:gd name="connsiteX7" fmla="*/ 143260 w 150627"/>
                <a:gd name="connsiteY7" fmla="*/ 52023 h 51960"/>
                <a:gd name="connsiteX8" fmla="*/ 150735 w 150627"/>
                <a:gd name="connsiteY8" fmla="*/ 47582 h 51960"/>
                <a:gd name="connsiteX9" fmla="*/ 143034 w 150627"/>
                <a:gd name="connsiteY9" fmla="*/ 43141 h 51960"/>
                <a:gd name="connsiteX10" fmla="*/ 7808 w 150627"/>
                <a:gd name="connsiteY10" fmla="*/ 43141 h 51960"/>
                <a:gd name="connsiteX11" fmla="*/ 107 w 150627"/>
                <a:gd name="connsiteY11" fmla="*/ 47582 h 51960"/>
                <a:gd name="connsiteX12" fmla="*/ 7582 w 150627"/>
                <a:gd name="connsiteY12" fmla="*/ 52023 h 51960"/>
                <a:gd name="connsiteX13" fmla="*/ 143260 w 150627"/>
                <a:gd name="connsiteY13" fmla="*/ 52023 h 5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627" h="51960">
                  <a:moveTo>
                    <a:pt x="143034" y="8945"/>
                  </a:moveTo>
                  <a:cubicBezTo>
                    <a:pt x="146431" y="8945"/>
                    <a:pt x="150735" y="8945"/>
                    <a:pt x="150735" y="4504"/>
                  </a:cubicBezTo>
                  <a:cubicBezTo>
                    <a:pt x="150735" y="63"/>
                    <a:pt x="146431" y="63"/>
                    <a:pt x="143260" y="63"/>
                  </a:cubicBezTo>
                  <a:lnTo>
                    <a:pt x="7582" y="63"/>
                  </a:lnTo>
                  <a:cubicBezTo>
                    <a:pt x="4411" y="63"/>
                    <a:pt x="107" y="63"/>
                    <a:pt x="107" y="4504"/>
                  </a:cubicBezTo>
                  <a:cubicBezTo>
                    <a:pt x="107" y="8945"/>
                    <a:pt x="4411" y="8945"/>
                    <a:pt x="7808" y="8945"/>
                  </a:cubicBezTo>
                  <a:lnTo>
                    <a:pt x="143034" y="8945"/>
                  </a:lnTo>
                  <a:close/>
                  <a:moveTo>
                    <a:pt x="143260" y="52023"/>
                  </a:moveTo>
                  <a:cubicBezTo>
                    <a:pt x="146431" y="52023"/>
                    <a:pt x="150735" y="52023"/>
                    <a:pt x="150735" y="47582"/>
                  </a:cubicBezTo>
                  <a:cubicBezTo>
                    <a:pt x="150735" y="43141"/>
                    <a:pt x="146431" y="43141"/>
                    <a:pt x="143034" y="43141"/>
                  </a:cubicBezTo>
                  <a:lnTo>
                    <a:pt x="7808" y="43141"/>
                  </a:lnTo>
                  <a:cubicBezTo>
                    <a:pt x="4411" y="43141"/>
                    <a:pt x="107" y="43141"/>
                    <a:pt x="107" y="47582"/>
                  </a:cubicBezTo>
                  <a:cubicBezTo>
                    <a:pt x="107" y="52023"/>
                    <a:pt x="4411" y="52023"/>
                    <a:pt x="7582" y="52023"/>
                  </a:cubicBezTo>
                  <a:lnTo>
                    <a:pt x="143260" y="5202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98" name="Freeform: Shape 97">
              <a:extLst>
                <a:ext uri="{FF2B5EF4-FFF2-40B4-BE49-F238E27FC236}">
                  <a16:creationId xmlns:a16="http://schemas.microsoft.com/office/drawing/2014/main" id="{897F18E7-7253-7CE6-C578-85219D3991A3}"/>
                </a:ext>
              </a:extLst>
            </p:cNvPr>
            <p:cNvSpPr/>
            <p:nvPr>
              <p:custDataLst>
                <p:tags r:id="rId134"/>
              </p:custDataLst>
            </p:nvPr>
          </p:nvSpPr>
          <p:spPr>
            <a:xfrm>
              <a:off x="4593581" y="6871658"/>
              <a:ext cx="95359" cy="152771"/>
            </a:xfrm>
            <a:custGeom>
              <a:avLst/>
              <a:gdLst>
                <a:gd name="connsiteX0" fmla="*/ 95478 w 95359"/>
                <a:gd name="connsiteY0" fmla="*/ 76893 h 152771"/>
                <a:gd name="connsiteX1" fmla="*/ 86417 w 95359"/>
                <a:gd name="connsiteY1" fmla="*/ 24933 h 152771"/>
                <a:gd name="connsiteX2" fmla="*/ 47911 w 95359"/>
                <a:gd name="connsiteY2" fmla="*/ 63 h 152771"/>
                <a:gd name="connsiteX3" fmla="*/ 8498 w 95359"/>
                <a:gd name="connsiteY3" fmla="*/ 26487 h 152771"/>
                <a:gd name="connsiteX4" fmla="*/ 118 w 95359"/>
                <a:gd name="connsiteY4" fmla="*/ 76893 h 152771"/>
                <a:gd name="connsiteX5" fmla="*/ 10310 w 95359"/>
                <a:gd name="connsiteY5" fmla="*/ 130407 h 152771"/>
                <a:gd name="connsiteX6" fmla="*/ 47684 w 95359"/>
                <a:gd name="connsiteY6" fmla="*/ 152835 h 152771"/>
                <a:gd name="connsiteX7" fmla="*/ 87097 w 95359"/>
                <a:gd name="connsiteY7" fmla="*/ 127077 h 152771"/>
                <a:gd name="connsiteX8" fmla="*/ 95478 w 95359"/>
                <a:gd name="connsiteY8" fmla="*/ 76893 h 152771"/>
                <a:gd name="connsiteX9" fmla="*/ 47684 w 95359"/>
                <a:gd name="connsiteY9" fmla="*/ 147950 h 152771"/>
                <a:gd name="connsiteX10" fmla="*/ 21409 w 95359"/>
                <a:gd name="connsiteY10" fmla="*/ 121081 h 152771"/>
                <a:gd name="connsiteX11" fmla="*/ 18918 w 95359"/>
                <a:gd name="connsiteY11" fmla="*/ 74228 h 152771"/>
                <a:gd name="connsiteX12" fmla="*/ 20730 w 95359"/>
                <a:gd name="connsiteY12" fmla="*/ 33371 h 152771"/>
                <a:gd name="connsiteX13" fmla="*/ 47684 w 95359"/>
                <a:gd name="connsiteY13" fmla="*/ 4948 h 152771"/>
                <a:gd name="connsiteX14" fmla="*/ 74412 w 95359"/>
                <a:gd name="connsiteY14" fmla="*/ 30928 h 152771"/>
                <a:gd name="connsiteX15" fmla="*/ 76677 w 95359"/>
                <a:gd name="connsiteY15" fmla="*/ 74228 h 152771"/>
                <a:gd name="connsiteX16" fmla="*/ 74186 w 95359"/>
                <a:gd name="connsiteY16" fmla="*/ 120193 h 152771"/>
                <a:gd name="connsiteX17" fmla="*/ 47684 w 95359"/>
                <a:gd name="connsiteY17" fmla="*/ 147950 h 15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359" h="152771">
                  <a:moveTo>
                    <a:pt x="95478" y="76893"/>
                  </a:moveTo>
                  <a:cubicBezTo>
                    <a:pt x="95478" y="59129"/>
                    <a:pt x="94345" y="41364"/>
                    <a:pt x="86417" y="24933"/>
                  </a:cubicBezTo>
                  <a:cubicBezTo>
                    <a:pt x="75998" y="3616"/>
                    <a:pt x="57424" y="63"/>
                    <a:pt x="47911" y="63"/>
                  </a:cubicBezTo>
                  <a:cubicBezTo>
                    <a:pt x="34320" y="63"/>
                    <a:pt x="17785" y="5836"/>
                    <a:pt x="8498" y="26487"/>
                  </a:cubicBezTo>
                  <a:cubicBezTo>
                    <a:pt x="1250" y="41809"/>
                    <a:pt x="118" y="59129"/>
                    <a:pt x="118" y="76893"/>
                  </a:cubicBezTo>
                  <a:cubicBezTo>
                    <a:pt x="118" y="93547"/>
                    <a:pt x="1024" y="113531"/>
                    <a:pt x="10310" y="130407"/>
                  </a:cubicBezTo>
                  <a:cubicBezTo>
                    <a:pt x="20050" y="148394"/>
                    <a:pt x="36585" y="152835"/>
                    <a:pt x="47684" y="152835"/>
                  </a:cubicBezTo>
                  <a:cubicBezTo>
                    <a:pt x="59916" y="152835"/>
                    <a:pt x="77130" y="148172"/>
                    <a:pt x="87097" y="127077"/>
                  </a:cubicBezTo>
                  <a:cubicBezTo>
                    <a:pt x="94345" y="111755"/>
                    <a:pt x="95478" y="94435"/>
                    <a:pt x="95478" y="76893"/>
                  </a:cubicBezTo>
                  <a:close/>
                  <a:moveTo>
                    <a:pt x="47684" y="147950"/>
                  </a:moveTo>
                  <a:cubicBezTo>
                    <a:pt x="38851" y="147950"/>
                    <a:pt x="25487" y="142398"/>
                    <a:pt x="21409" y="121081"/>
                  </a:cubicBezTo>
                  <a:cubicBezTo>
                    <a:pt x="18918" y="107758"/>
                    <a:pt x="18918" y="87329"/>
                    <a:pt x="18918" y="74228"/>
                  </a:cubicBezTo>
                  <a:cubicBezTo>
                    <a:pt x="18918" y="60017"/>
                    <a:pt x="18918" y="45361"/>
                    <a:pt x="20730" y="33371"/>
                  </a:cubicBezTo>
                  <a:cubicBezTo>
                    <a:pt x="25034" y="6946"/>
                    <a:pt x="42022" y="4948"/>
                    <a:pt x="47684" y="4948"/>
                  </a:cubicBezTo>
                  <a:cubicBezTo>
                    <a:pt x="55159" y="4948"/>
                    <a:pt x="70109" y="8945"/>
                    <a:pt x="74412" y="30928"/>
                  </a:cubicBezTo>
                  <a:cubicBezTo>
                    <a:pt x="76677" y="43363"/>
                    <a:pt x="76677" y="60239"/>
                    <a:pt x="76677" y="74228"/>
                  </a:cubicBezTo>
                  <a:cubicBezTo>
                    <a:pt x="76677" y="90882"/>
                    <a:pt x="76677" y="105982"/>
                    <a:pt x="74186" y="120193"/>
                  </a:cubicBezTo>
                  <a:cubicBezTo>
                    <a:pt x="70788" y="141288"/>
                    <a:pt x="57877" y="147950"/>
                    <a:pt x="47684" y="147950"/>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grpSp>
      <p:grpSp>
        <p:nvGrpSpPr>
          <p:cNvPr id="99" name="Group 98">
            <a:extLst>
              <a:ext uri="{FF2B5EF4-FFF2-40B4-BE49-F238E27FC236}">
                <a16:creationId xmlns:a16="http://schemas.microsoft.com/office/drawing/2014/main" id="{7C0D1AFD-F40D-B0BF-75A7-A10491135F2E}"/>
              </a:ext>
            </a:extLst>
          </p:cNvPr>
          <p:cNvGrpSpPr>
            <a:grpSpLocks noChangeAspect="1"/>
          </p:cNvGrpSpPr>
          <p:nvPr>
            <p:custDataLst>
              <p:tags r:id="rId5"/>
            </p:custDataLst>
          </p:nvPr>
        </p:nvGrpSpPr>
        <p:grpSpPr>
          <a:xfrm>
            <a:off x="4903345" y="5539003"/>
            <a:ext cx="1688700" cy="135491"/>
            <a:chOff x="3792902" y="4725084"/>
            <a:chExt cx="1688700" cy="135491"/>
          </a:xfrm>
          <a:solidFill>
            <a:schemeClr val="bg1"/>
          </a:solidFill>
        </p:grpSpPr>
        <p:sp>
          <p:nvSpPr>
            <p:cNvPr id="100" name="Freeform: Shape 99">
              <a:extLst>
                <a:ext uri="{FF2B5EF4-FFF2-40B4-BE49-F238E27FC236}">
                  <a16:creationId xmlns:a16="http://schemas.microsoft.com/office/drawing/2014/main" id="{2DF22ECB-A5F2-58DC-EC57-FEB37C69CE19}"/>
                </a:ext>
              </a:extLst>
            </p:cNvPr>
            <p:cNvSpPr/>
            <p:nvPr>
              <p:custDataLst>
                <p:tags r:id="rId104"/>
              </p:custDataLst>
            </p:nvPr>
          </p:nvSpPr>
          <p:spPr>
            <a:xfrm>
              <a:off x="3792902" y="4734568"/>
              <a:ext cx="101065" cy="92134"/>
            </a:xfrm>
            <a:custGeom>
              <a:avLst/>
              <a:gdLst>
                <a:gd name="connsiteX0" fmla="*/ 93375 w 101065"/>
                <a:gd name="connsiteY0" fmla="*/ 60628 h 92134"/>
                <a:gd name="connsiteX1" fmla="*/ 94071 w 101065"/>
                <a:gd name="connsiteY1" fmla="*/ 58731 h 92134"/>
                <a:gd name="connsiteX2" fmla="*/ 92400 w 101065"/>
                <a:gd name="connsiteY2" fmla="*/ 57240 h 92134"/>
                <a:gd name="connsiteX3" fmla="*/ 90590 w 101065"/>
                <a:gd name="connsiteY3" fmla="*/ 58866 h 92134"/>
                <a:gd name="connsiteX4" fmla="*/ 52574 w 101065"/>
                <a:gd name="connsiteY4" fmla="*/ 87997 h 92134"/>
                <a:gd name="connsiteX5" fmla="*/ 32244 w 101065"/>
                <a:gd name="connsiteY5" fmla="*/ 87997 h 92134"/>
                <a:gd name="connsiteX6" fmla="*/ 29180 w 101065"/>
                <a:gd name="connsiteY6" fmla="*/ 87862 h 92134"/>
                <a:gd name="connsiteX7" fmla="*/ 27370 w 101065"/>
                <a:gd name="connsiteY7" fmla="*/ 86507 h 92134"/>
                <a:gd name="connsiteX8" fmla="*/ 28066 w 101065"/>
                <a:gd name="connsiteY8" fmla="*/ 83390 h 92134"/>
                <a:gd name="connsiteX9" fmla="*/ 37535 w 101065"/>
                <a:gd name="connsiteY9" fmla="*/ 46401 h 92134"/>
                <a:gd name="connsiteX10" fmla="*/ 51321 w 101065"/>
                <a:gd name="connsiteY10" fmla="*/ 46401 h 92134"/>
                <a:gd name="connsiteX11" fmla="*/ 63157 w 101065"/>
                <a:gd name="connsiteY11" fmla="*/ 52634 h 92134"/>
                <a:gd name="connsiteX12" fmla="*/ 62183 w 101065"/>
                <a:gd name="connsiteY12" fmla="*/ 59273 h 92134"/>
                <a:gd name="connsiteX13" fmla="*/ 61765 w 101065"/>
                <a:gd name="connsiteY13" fmla="*/ 60763 h 92134"/>
                <a:gd name="connsiteX14" fmla="*/ 63575 w 101065"/>
                <a:gd name="connsiteY14" fmla="*/ 62254 h 92134"/>
                <a:gd name="connsiteX15" fmla="*/ 65664 w 101065"/>
                <a:gd name="connsiteY15" fmla="*/ 59544 h 92134"/>
                <a:gd name="connsiteX16" fmla="*/ 73601 w 101065"/>
                <a:gd name="connsiteY16" fmla="*/ 27839 h 92134"/>
                <a:gd name="connsiteX17" fmla="*/ 71930 w 101065"/>
                <a:gd name="connsiteY17" fmla="*/ 26348 h 92134"/>
                <a:gd name="connsiteX18" fmla="*/ 69981 w 101065"/>
                <a:gd name="connsiteY18" fmla="*/ 28787 h 92134"/>
                <a:gd name="connsiteX19" fmla="*/ 51739 w 101065"/>
                <a:gd name="connsiteY19" fmla="*/ 42201 h 92134"/>
                <a:gd name="connsiteX20" fmla="*/ 38649 w 101065"/>
                <a:gd name="connsiteY20" fmla="*/ 42201 h 92134"/>
                <a:gd name="connsiteX21" fmla="*/ 47004 w 101065"/>
                <a:gd name="connsiteY21" fmla="*/ 9547 h 92134"/>
                <a:gd name="connsiteX22" fmla="*/ 54524 w 101065"/>
                <a:gd name="connsiteY22" fmla="*/ 4263 h 92134"/>
                <a:gd name="connsiteX23" fmla="*/ 74158 w 101065"/>
                <a:gd name="connsiteY23" fmla="*/ 4263 h 92134"/>
                <a:gd name="connsiteX24" fmla="*/ 95324 w 101065"/>
                <a:gd name="connsiteY24" fmla="*/ 19303 h 92134"/>
                <a:gd name="connsiteX25" fmla="*/ 94767 w 101065"/>
                <a:gd name="connsiteY25" fmla="*/ 26484 h 92134"/>
                <a:gd name="connsiteX26" fmla="*/ 94628 w 101065"/>
                <a:gd name="connsiteY26" fmla="*/ 28923 h 92134"/>
                <a:gd name="connsiteX27" fmla="*/ 96299 w 101065"/>
                <a:gd name="connsiteY27" fmla="*/ 30548 h 92134"/>
                <a:gd name="connsiteX28" fmla="*/ 98249 w 101065"/>
                <a:gd name="connsiteY28" fmla="*/ 27161 h 92134"/>
                <a:gd name="connsiteX29" fmla="*/ 101034 w 101065"/>
                <a:gd name="connsiteY29" fmla="*/ 3721 h 92134"/>
                <a:gd name="connsiteX30" fmla="*/ 97274 w 101065"/>
                <a:gd name="connsiteY30" fmla="*/ 63 h 92134"/>
                <a:gd name="connsiteX31" fmla="*/ 26952 w 101065"/>
                <a:gd name="connsiteY31" fmla="*/ 63 h 92134"/>
                <a:gd name="connsiteX32" fmla="*/ 22775 w 101065"/>
                <a:gd name="connsiteY32" fmla="*/ 2773 h 92134"/>
                <a:gd name="connsiteX33" fmla="*/ 26674 w 101065"/>
                <a:gd name="connsiteY33" fmla="*/ 4263 h 92134"/>
                <a:gd name="connsiteX34" fmla="*/ 35725 w 101065"/>
                <a:gd name="connsiteY34" fmla="*/ 6702 h 92134"/>
                <a:gd name="connsiteX35" fmla="*/ 35029 w 101065"/>
                <a:gd name="connsiteY35" fmla="*/ 9954 h 92134"/>
                <a:gd name="connsiteX36" fmla="*/ 16648 w 101065"/>
                <a:gd name="connsiteY36" fmla="*/ 81629 h 92134"/>
                <a:gd name="connsiteX37" fmla="*/ 3976 w 101065"/>
                <a:gd name="connsiteY37" fmla="*/ 87997 h 92134"/>
                <a:gd name="connsiteX38" fmla="*/ 77 w 101065"/>
                <a:gd name="connsiteY38" fmla="*/ 90571 h 92134"/>
                <a:gd name="connsiteX39" fmla="*/ 3976 w 101065"/>
                <a:gd name="connsiteY39" fmla="*/ 92197 h 92134"/>
                <a:gd name="connsiteX40" fmla="*/ 76247 w 101065"/>
                <a:gd name="connsiteY40" fmla="*/ 92197 h 92134"/>
                <a:gd name="connsiteX41" fmla="*/ 80564 w 101065"/>
                <a:gd name="connsiteY41" fmla="*/ 89894 h 92134"/>
                <a:gd name="connsiteX42" fmla="*/ 93375 w 101065"/>
                <a:gd name="connsiteY42" fmla="*/ 60628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1065" h="92134">
                  <a:moveTo>
                    <a:pt x="93375" y="60628"/>
                  </a:moveTo>
                  <a:cubicBezTo>
                    <a:pt x="93653" y="59950"/>
                    <a:pt x="94071" y="59002"/>
                    <a:pt x="94071" y="58731"/>
                  </a:cubicBezTo>
                  <a:cubicBezTo>
                    <a:pt x="94071" y="58595"/>
                    <a:pt x="94071" y="57240"/>
                    <a:pt x="92400" y="57240"/>
                  </a:cubicBezTo>
                  <a:cubicBezTo>
                    <a:pt x="91147" y="57240"/>
                    <a:pt x="90868" y="58053"/>
                    <a:pt x="90590" y="58866"/>
                  </a:cubicBezTo>
                  <a:cubicBezTo>
                    <a:pt x="81539" y="78919"/>
                    <a:pt x="76386" y="87997"/>
                    <a:pt x="52574" y="87997"/>
                  </a:cubicBezTo>
                  <a:lnTo>
                    <a:pt x="32244" y="87997"/>
                  </a:lnTo>
                  <a:cubicBezTo>
                    <a:pt x="30294" y="87997"/>
                    <a:pt x="30016" y="87997"/>
                    <a:pt x="29180" y="87862"/>
                  </a:cubicBezTo>
                  <a:cubicBezTo>
                    <a:pt x="27788" y="87726"/>
                    <a:pt x="27370" y="87591"/>
                    <a:pt x="27370" y="86507"/>
                  </a:cubicBezTo>
                  <a:cubicBezTo>
                    <a:pt x="27370" y="86100"/>
                    <a:pt x="27370" y="85829"/>
                    <a:pt x="28066" y="83390"/>
                  </a:cubicBezTo>
                  <a:lnTo>
                    <a:pt x="37535" y="46401"/>
                  </a:lnTo>
                  <a:lnTo>
                    <a:pt x="51321" y="46401"/>
                  </a:lnTo>
                  <a:cubicBezTo>
                    <a:pt x="63157" y="46401"/>
                    <a:pt x="63157" y="49246"/>
                    <a:pt x="63157" y="52634"/>
                  </a:cubicBezTo>
                  <a:cubicBezTo>
                    <a:pt x="63157" y="53582"/>
                    <a:pt x="63157" y="55208"/>
                    <a:pt x="62183" y="59273"/>
                  </a:cubicBezTo>
                  <a:cubicBezTo>
                    <a:pt x="61904" y="59950"/>
                    <a:pt x="61765" y="60357"/>
                    <a:pt x="61765" y="60763"/>
                  </a:cubicBezTo>
                  <a:cubicBezTo>
                    <a:pt x="61765" y="61441"/>
                    <a:pt x="62322" y="62254"/>
                    <a:pt x="63575" y="62254"/>
                  </a:cubicBezTo>
                  <a:cubicBezTo>
                    <a:pt x="64689" y="62254"/>
                    <a:pt x="65107" y="61576"/>
                    <a:pt x="65664" y="59544"/>
                  </a:cubicBezTo>
                  <a:lnTo>
                    <a:pt x="73601" y="27839"/>
                  </a:lnTo>
                  <a:cubicBezTo>
                    <a:pt x="73601" y="27026"/>
                    <a:pt x="72905" y="26348"/>
                    <a:pt x="71930" y="26348"/>
                  </a:cubicBezTo>
                  <a:cubicBezTo>
                    <a:pt x="70677" y="26348"/>
                    <a:pt x="70399" y="27161"/>
                    <a:pt x="69981" y="28787"/>
                  </a:cubicBezTo>
                  <a:cubicBezTo>
                    <a:pt x="67056" y="39084"/>
                    <a:pt x="64550" y="42201"/>
                    <a:pt x="51739" y="42201"/>
                  </a:cubicBezTo>
                  <a:lnTo>
                    <a:pt x="38649" y="42201"/>
                  </a:lnTo>
                  <a:lnTo>
                    <a:pt x="47004" y="9547"/>
                  </a:lnTo>
                  <a:cubicBezTo>
                    <a:pt x="48258" y="4805"/>
                    <a:pt x="48397" y="4263"/>
                    <a:pt x="54524" y="4263"/>
                  </a:cubicBezTo>
                  <a:lnTo>
                    <a:pt x="74158" y="4263"/>
                  </a:lnTo>
                  <a:cubicBezTo>
                    <a:pt x="91147" y="4263"/>
                    <a:pt x="95324" y="8192"/>
                    <a:pt x="95324" y="19303"/>
                  </a:cubicBezTo>
                  <a:cubicBezTo>
                    <a:pt x="95324" y="22554"/>
                    <a:pt x="95324" y="22825"/>
                    <a:pt x="94767" y="26484"/>
                  </a:cubicBezTo>
                  <a:cubicBezTo>
                    <a:pt x="94767" y="27297"/>
                    <a:pt x="94628" y="28245"/>
                    <a:pt x="94628" y="28923"/>
                  </a:cubicBezTo>
                  <a:cubicBezTo>
                    <a:pt x="94628" y="29600"/>
                    <a:pt x="95046" y="30548"/>
                    <a:pt x="96299" y="30548"/>
                  </a:cubicBezTo>
                  <a:cubicBezTo>
                    <a:pt x="97831" y="30548"/>
                    <a:pt x="97970" y="29735"/>
                    <a:pt x="98249" y="27161"/>
                  </a:cubicBezTo>
                  <a:lnTo>
                    <a:pt x="101034" y="3721"/>
                  </a:lnTo>
                  <a:cubicBezTo>
                    <a:pt x="101452" y="63"/>
                    <a:pt x="100755" y="63"/>
                    <a:pt x="97274" y="63"/>
                  </a:cubicBezTo>
                  <a:lnTo>
                    <a:pt x="26952" y="63"/>
                  </a:lnTo>
                  <a:cubicBezTo>
                    <a:pt x="24167" y="63"/>
                    <a:pt x="22775" y="63"/>
                    <a:pt x="22775" y="2773"/>
                  </a:cubicBezTo>
                  <a:cubicBezTo>
                    <a:pt x="22775" y="4263"/>
                    <a:pt x="24028" y="4263"/>
                    <a:pt x="26674" y="4263"/>
                  </a:cubicBezTo>
                  <a:cubicBezTo>
                    <a:pt x="31826" y="4263"/>
                    <a:pt x="35725" y="4263"/>
                    <a:pt x="35725" y="6702"/>
                  </a:cubicBezTo>
                  <a:cubicBezTo>
                    <a:pt x="35725" y="7244"/>
                    <a:pt x="35725" y="7515"/>
                    <a:pt x="35029" y="9954"/>
                  </a:cubicBezTo>
                  <a:lnTo>
                    <a:pt x="16648" y="81629"/>
                  </a:lnTo>
                  <a:cubicBezTo>
                    <a:pt x="15255" y="86913"/>
                    <a:pt x="14977" y="87997"/>
                    <a:pt x="3976" y="87997"/>
                  </a:cubicBezTo>
                  <a:cubicBezTo>
                    <a:pt x="1608" y="87997"/>
                    <a:pt x="77" y="87997"/>
                    <a:pt x="77" y="90571"/>
                  </a:cubicBezTo>
                  <a:cubicBezTo>
                    <a:pt x="77" y="92197"/>
                    <a:pt x="1330" y="92197"/>
                    <a:pt x="3976" y="92197"/>
                  </a:cubicBezTo>
                  <a:lnTo>
                    <a:pt x="76247" y="92197"/>
                  </a:lnTo>
                  <a:cubicBezTo>
                    <a:pt x="79450" y="92197"/>
                    <a:pt x="79589" y="92062"/>
                    <a:pt x="80564" y="89894"/>
                  </a:cubicBezTo>
                  <a:lnTo>
                    <a:pt x="93375" y="606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1" name="Freeform: Shape 100">
              <a:extLst>
                <a:ext uri="{FF2B5EF4-FFF2-40B4-BE49-F238E27FC236}">
                  <a16:creationId xmlns:a16="http://schemas.microsoft.com/office/drawing/2014/main" id="{7AC69923-7D97-10C4-EE4C-2EC7758012DE}"/>
                </a:ext>
              </a:extLst>
            </p:cNvPr>
            <p:cNvSpPr/>
            <p:nvPr>
              <p:custDataLst>
                <p:tags r:id="rId105"/>
              </p:custDataLst>
            </p:nvPr>
          </p:nvSpPr>
          <p:spPr>
            <a:xfrm>
              <a:off x="3914863" y="4725084"/>
              <a:ext cx="19077" cy="135491"/>
            </a:xfrm>
            <a:custGeom>
              <a:avLst/>
              <a:gdLst>
                <a:gd name="connsiteX0" fmla="*/ 19162 w 19077"/>
                <a:gd name="connsiteY0" fmla="*/ 135555 h 135491"/>
                <a:gd name="connsiteX1" fmla="*/ 19162 w 19077"/>
                <a:gd name="connsiteY1" fmla="*/ 130135 h 135491"/>
                <a:gd name="connsiteX2" fmla="*/ 5655 w 19077"/>
                <a:gd name="connsiteY2" fmla="*/ 130135 h 135491"/>
                <a:gd name="connsiteX3" fmla="*/ 5655 w 19077"/>
                <a:gd name="connsiteY3" fmla="*/ 5482 h 135491"/>
                <a:gd name="connsiteX4" fmla="*/ 19162 w 19077"/>
                <a:gd name="connsiteY4" fmla="*/ 5482 h 135491"/>
                <a:gd name="connsiteX5" fmla="*/ 19162 w 19077"/>
                <a:gd name="connsiteY5" fmla="*/ 63 h 135491"/>
                <a:gd name="connsiteX6" fmla="*/ 85 w 19077"/>
                <a:gd name="connsiteY6" fmla="*/ 63 h 135491"/>
                <a:gd name="connsiteX7" fmla="*/ 85 w 19077"/>
                <a:gd name="connsiteY7" fmla="*/ 135555 h 135491"/>
                <a:gd name="connsiteX8" fmla="*/ 19162 w 19077"/>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162" y="135555"/>
                  </a:moveTo>
                  <a:lnTo>
                    <a:pt x="19162" y="130135"/>
                  </a:lnTo>
                  <a:lnTo>
                    <a:pt x="5655" y="130135"/>
                  </a:lnTo>
                  <a:lnTo>
                    <a:pt x="5655" y="5482"/>
                  </a:lnTo>
                  <a:lnTo>
                    <a:pt x="19162" y="5482"/>
                  </a:lnTo>
                  <a:lnTo>
                    <a:pt x="19162" y="63"/>
                  </a:lnTo>
                  <a:lnTo>
                    <a:pt x="85" y="63"/>
                  </a:lnTo>
                  <a:lnTo>
                    <a:pt x="85" y="135555"/>
                  </a:lnTo>
                  <a:lnTo>
                    <a:pt x="19162"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2" name="Freeform: Shape 101">
              <a:extLst>
                <a:ext uri="{FF2B5EF4-FFF2-40B4-BE49-F238E27FC236}">
                  <a16:creationId xmlns:a16="http://schemas.microsoft.com/office/drawing/2014/main" id="{0D5CFAC5-045F-7BF5-6FFA-409235FB6851}"/>
                </a:ext>
              </a:extLst>
            </p:cNvPr>
            <p:cNvSpPr/>
            <p:nvPr>
              <p:custDataLst>
                <p:tags r:id="rId106"/>
              </p:custDataLst>
            </p:nvPr>
          </p:nvSpPr>
          <p:spPr>
            <a:xfrm>
              <a:off x="3941151" y="4766815"/>
              <a:ext cx="64194" cy="87663"/>
            </a:xfrm>
            <a:custGeom>
              <a:avLst/>
              <a:gdLst>
                <a:gd name="connsiteX0" fmla="*/ 63725 w 64194"/>
                <a:gd name="connsiteY0" fmla="*/ 8328 h 87663"/>
                <a:gd name="connsiteX1" fmla="*/ 64282 w 64194"/>
                <a:gd name="connsiteY1" fmla="*/ 5211 h 87663"/>
                <a:gd name="connsiteX2" fmla="*/ 60244 w 64194"/>
                <a:gd name="connsiteY2" fmla="*/ 1553 h 87663"/>
                <a:gd name="connsiteX3" fmla="*/ 55370 w 64194"/>
                <a:gd name="connsiteY3" fmla="*/ 4399 h 87663"/>
                <a:gd name="connsiteX4" fmla="*/ 53421 w 64194"/>
                <a:gd name="connsiteY4" fmla="*/ 11715 h 87663"/>
                <a:gd name="connsiteX5" fmla="*/ 50636 w 64194"/>
                <a:gd name="connsiteY5" fmla="*/ 22554 h 87663"/>
                <a:gd name="connsiteX6" fmla="*/ 44369 w 64194"/>
                <a:gd name="connsiteY6" fmla="*/ 46943 h 87663"/>
                <a:gd name="connsiteX7" fmla="*/ 28634 w 64194"/>
                <a:gd name="connsiteY7" fmla="*/ 58460 h 87663"/>
                <a:gd name="connsiteX8" fmla="*/ 20000 w 64194"/>
                <a:gd name="connsiteY8" fmla="*/ 47485 h 87663"/>
                <a:gd name="connsiteX9" fmla="*/ 27102 w 64194"/>
                <a:gd name="connsiteY9" fmla="*/ 20929 h 87663"/>
                <a:gd name="connsiteX10" fmla="*/ 29887 w 64194"/>
                <a:gd name="connsiteY10" fmla="*/ 11173 h 87663"/>
                <a:gd name="connsiteX11" fmla="*/ 18469 w 64194"/>
                <a:gd name="connsiteY11" fmla="*/ 63 h 87663"/>
                <a:gd name="connsiteX12" fmla="*/ 87 w 64194"/>
                <a:gd name="connsiteY12" fmla="*/ 20929 h 87663"/>
                <a:gd name="connsiteX13" fmla="*/ 1758 w 64194"/>
                <a:gd name="connsiteY13" fmla="*/ 22283 h 87663"/>
                <a:gd name="connsiteX14" fmla="*/ 3986 w 64194"/>
                <a:gd name="connsiteY14" fmla="*/ 19845 h 87663"/>
                <a:gd name="connsiteX15" fmla="*/ 18051 w 64194"/>
                <a:gd name="connsiteY15" fmla="*/ 3044 h 87663"/>
                <a:gd name="connsiteX16" fmla="*/ 21532 w 64194"/>
                <a:gd name="connsiteY16" fmla="*/ 7379 h 87663"/>
                <a:gd name="connsiteX17" fmla="*/ 19165 w 64194"/>
                <a:gd name="connsiteY17" fmla="*/ 16864 h 87663"/>
                <a:gd name="connsiteX18" fmla="*/ 11088 w 64194"/>
                <a:gd name="connsiteY18" fmla="*/ 45317 h 87663"/>
                <a:gd name="connsiteX19" fmla="*/ 28077 w 64194"/>
                <a:gd name="connsiteY19" fmla="*/ 61441 h 87663"/>
                <a:gd name="connsiteX20" fmla="*/ 42141 w 64194"/>
                <a:gd name="connsiteY20" fmla="*/ 55343 h 87663"/>
                <a:gd name="connsiteX21" fmla="*/ 33090 w 64194"/>
                <a:gd name="connsiteY21" fmla="*/ 76209 h 87663"/>
                <a:gd name="connsiteX22" fmla="*/ 17772 w 64194"/>
                <a:gd name="connsiteY22" fmla="*/ 84745 h 87663"/>
                <a:gd name="connsiteX23" fmla="*/ 7189 w 64194"/>
                <a:gd name="connsiteY23" fmla="*/ 79055 h 87663"/>
                <a:gd name="connsiteX24" fmla="*/ 13177 w 64194"/>
                <a:gd name="connsiteY24" fmla="*/ 77429 h 87663"/>
                <a:gd name="connsiteX25" fmla="*/ 15962 w 64194"/>
                <a:gd name="connsiteY25" fmla="*/ 71873 h 87663"/>
                <a:gd name="connsiteX26" fmla="*/ 10810 w 64194"/>
                <a:gd name="connsiteY26" fmla="*/ 67131 h 87663"/>
                <a:gd name="connsiteX27" fmla="*/ 3012 w 64194"/>
                <a:gd name="connsiteY27" fmla="*/ 75938 h 87663"/>
                <a:gd name="connsiteX28" fmla="*/ 17772 w 64194"/>
                <a:gd name="connsiteY28" fmla="*/ 87726 h 87663"/>
                <a:gd name="connsiteX29" fmla="*/ 50357 w 64194"/>
                <a:gd name="connsiteY29" fmla="*/ 60086 h 87663"/>
                <a:gd name="connsiteX30" fmla="*/ 63725 w 64194"/>
                <a:gd name="connsiteY30" fmla="*/ 8328 h 8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4194" h="87663">
                  <a:moveTo>
                    <a:pt x="63725" y="8328"/>
                  </a:moveTo>
                  <a:cubicBezTo>
                    <a:pt x="64282" y="6431"/>
                    <a:pt x="64282" y="6160"/>
                    <a:pt x="64282" y="5211"/>
                  </a:cubicBezTo>
                  <a:cubicBezTo>
                    <a:pt x="64282" y="2773"/>
                    <a:pt x="62333" y="1553"/>
                    <a:pt x="60244" y="1553"/>
                  </a:cubicBezTo>
                  <a:cubicBezTo>
                    <a:pt x="58851" y="1553"/>
                    <a:pt x="56623" y="2366"/>
                    <a:pt x="55370" y="4399"/>
                  </a:cubicBezTo>
                  <a:cubicBezTo>
                    <a:pt x="55092" y="5076"/>
                    <a:pt x="53978" y="9276"/>
                    <a:pt x="53421" y="11715"/>
                  </a:cubicBezTo>
                  <a:cubicBezTo>
                    <a:pt x="52446" y="15238"/>
                    <a:pt x="51471" y="18896"/>
                    <a:pt x="50636" y="22554"/>
                  </a:cubicBezTo>
                  <a:lnTo>
                    <a:pt x="44369" y="46943"/>
                  </a:lnTo>
                  <a:cubicBezTo>
                    <a:pt x="43812" y="48975"/>
                    <a:pt x="37824" y="58460"/>
                    <a:pt x="28634" y="58460"/>
                  </a:cubicBezTo>
                  <a:cubicBezTo>
                    <a:pt x="21532" y="58460"/>
                    <a:pt x="20000" y="52498"/>
                    <a:pt x="20000" y="47485"/>
                  </a:cubicBezTo>
                  <a:cubicBezTo>
                    <a:pt x="20000" y="41252"/>
                    <a:pt x="22368" y="32852"/>
                    <a:pt x="27102" y="20929"/>
                  </a:cubicBezTo>
                  <a:cubicBezTo>
                    <a:pt x="29330" y="15373"/>
                    <a:pt x="29887" y="13883"/>
                    <a:pt x="29887" y="11173"/>
                  </a:cubicBezTo>
                  <a:cubicBezTo>
                    <a:pt x="29887" y="5076"/>
                    <a:pt x="25431" y="63"/>
                    <a:pt x="18469" y="63"/>
                  </a:cubicBezTo>
                  <a:cubicBezTo>
                    <a:pt x="5240" y="63"/>
                    <a:pt x="87" y="19709"/>
                    <a:pt x="87" y="20929"/>
                  </a:cubicBezTo>
                  <a:cubicBezTo>
                    <a:pt x="87" y="22283"/>
                    <a:pt x="1480" y="22283"/>
                    <a:pt x="1758" y="22283"/>
                  </a:cubicBezTo>
                  <a:cubicBezTo>
                    <a:pt x="3151" y="22283"/>
                    <a:pt x="3290" y="22012"/>
                    <a:pt x="3986" y="19845"/>
                  </a:cubicBezTo>
                  <a:cubicBezTo>
                    <a:pt x="7746" y="7108"/>
                    <a:pt x="13316" y="3044"/>
                    <a:pt x="18051" y="3044"/>
                  </a:cubicBezTo>
                  <a:cubicBezTo>
                    <a:pt x="19165" y="3044"/>
                    <a:pt x="21532" y="3044"/>
                    <a:pt x="21532" y="7379"/>
                  </a:cubicBezTo>
                  <a:cubicBezTo>
                    <a:pt x="21532" y="10767"/>
                    <a:pt x="20140" y="14289"/>
                    <a:pt x="19165" y="16864"/>
                  </a:cubicBezTo>
                  <a:cubicBezTo>
                    <a:pt x="13595" y="31226"/>
                    <a:pt x="11088" y="38949"/>
                    <a:pt x="11088" y="45317"/>
                  </a:cubicBezTo>
                  <a:cubicBezTo>
                    <a:pt x="11088" y="57376"/>
                    <a:pt x="19861" y="61441"/>
                    <a:pt x="28077" y="61441"/>
                  </a:cubicBezTo>
                  <a:cubicBezTo>
                    <a:pt x="33508" y="61441"/>
                    <a:pt x="38242" y="59137"/>
                    <a:pt x="42141" y="55343"/>
                  </a:cubicBezTo>
                  <a:cubicBezTo>
                    <a:pt x="40331" y="62389"/>
                    <a:pt x="38660" y="69028"/>
                    <a:pt x="33090" y="76209"/>
                  </a:cubicBezTo>
                  <a:cubicBezTo>
                    <a:pt x="29469" y="80816"/>
                    <a:pt x="24178" y="84745"/>
                    <a:pt x="17772" y="84745"/>
                  </a:cubicBezTo>
                  <a:cubicBezTo>
                    <a:pt x="15823" y="84745"/>
                    <a:pt x="9556" y="84339"/>
                    <a:pt x="7189" y="79055"/>
                  </a:cubicBezTo>
                  <a:cubicBezTo>
                    <a:pt x="9417" y="79055"/>
                    <a:pt x="11227" y="79055"/>
                    <a:pt x="13177" y="77429"/>
                  </a:cubicBezTo>
                  <a:cubicBezTo>
                    <a:pt x="14570" y="76209"/>
                    <a:pt x="15962" y="74448"/>
                    <a:pt x="15962" y="71873"/>
                  </a:cubicBezTo>
                  <a:cubicBezTo>
                    <a:pt x="15962" y="67673"/>
                    <a:pt x="12202" y="67131"/>
                    <a:pt x="10810" y="67131"/>
                  </a:cubicBezTo>
                  <a:cubicBezTo>
                    <a:pt x="7607" y="67131"/>
                    <a:pt x="3012" y="69299"/>
                    <a:pt x="3012" y="75938"/>
                  </a:cubicBezTo>
                  <a:cubicBezTo>
                    <a:pt x="3012" y="82713"/>
                    <a:pt x="9139" y="87726"/>
                    <a:pt x="17772" y="87726"/>
                  </a:cubicBezTo>
                  <a:cubicBezTo>
                    <a:pt x="32115" y="87726"/>
                    <a:pt x="46458" y="75396"/>
                    <a:pt x="50357" y="60086"/>
                  </a:cubicBezTo>
                  <a:lnTo>
                    <a:pt x="63725" y="83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3" name="Freeform: Shape 102">
              <a:extLst>
                <a:ext uri="{FF2B5EF4-FFF2-40B4-BE49-F238E27FC236}">
                  <a16:creationId xmlns:a16="http://schemas.microsoft.com/office/drawing/2014/main" id="{FA1B691F-0E68-A2F6-983A-532B074B0874}"/>
                </a:ext>
              </a:extLst>
            </p:cNvPr>
            <p:cNvSpPr/>
            <p:nvPr>
              <p:custDataLst>
                <p:tags r:id="rId107"/>
              </p:custDataLst>
            </p:nvPr>
          </p:nvSpPr>
          <p:spPr>
            <a:xfrm>
              <a:off x="4026952" y="4725084"/>
              <a:ext cx="5570" cy="135491"/>
            </a:xfrm>
            <a:custGeom>
              <a:avLst/>
              <a:gdLst>
                <a:gd name="connsiteX0" fmla="*/ 5663 w 5570"/>
                <a:gd name="connsiteY0" fmla="*/ 4940 h 135491"/>
                <a:gd name="connsiteX1" fmla="*/ 2878 w 5570"/>
                <a:gd name="connsiteY1" fmla="*/ 63 h 135491"/>
                <a:gd name="connsiteX2" fmla="*/ 93 w 5570"/>
                <a:gd name="connsiteY2" fmla="*/ 4940 h 135491"/>
                <a:gd name="connsiteX3" fmla="*/ 93 w 5570"/>
                <a:gd name="connsiteY3" fmla="*/ 130677 h 135491"/>
                <a:gd name="connsiteX4" fmla="*/ 2878 w 5570"/>
                <a:gd name="connsiteY4" fmla="*/ 135555 h 135491"/>
                <a:gd name="connsiteX5" fmla="*/ 5663 w 5570"/>
                <a:gd name="connsiteY5" fmla="*/ 130677 h 135491"/>
                <a:gd name="connsiteX6" fmla="*/ 5663 w 5570"/>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0" h="135491">
                  <a:moveTo>
                    <a:pt x="5663" y="4940"/>
                  </a:moveTo>
                  <a:cubicBezTo>
                    <a:pt x="5663" y="2502"/>
                    <a:pt x="5663" y="63"/>
                    <a:pt x="2878" y="63"/>
                  </a:cubicBezTo>
                  <a:cubicBezTo>
                    <a:pt x="93" y="63"/>
                    <a:pt x="93" y="2502"/>
                    <a:pt x="93" y="4940"/>
                  </a:cubicBezTo>
                  <a:lnTo>
                    <a:pt x="93" y="130677"/>
                  </a:lnTo>
                  <a:cubicBezTo>
                    <a:pt x="93" y="133116"/>
                    <a:pt x="93" y="135555"/>
                    <a:pt x="2878" y="135555"/>
                  </a:cubicBezTo>
                  <a:cubicBezTo>
                    <a:pt x="5663" y="135555"/>
                    <a:pt x="5663" y="133116"/>
                    <a:pt x="5663" y="130677"/>
                  </a:cubicBezTo>
                  <a:lnTo>
                    <a:pt x="5663"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4" name="Freeform: Shape 103">
              <a:extLst>
                <a:ext uri="{FF2B5EF4-FFF2-40B4-BE49-F238E27FC236}">
                  <a16:creationId xmlns:a16="http://schemas.microsoft.com/office/drawing/2014/main" id="{8B22A64E-0975-523D-AF7E-DF71DF89DA15}"/>
                </a:ext>
              </a:extLst>
            </p:cNvPr>
            <p:cNvSpPr/>
            <p:nvPr>
              <p:custDataLst>
                <p:tags r:id="rId108"/>
              </p:custDataLst>
            </p:nvPr>
          </p:nvSpPr>
          <p:spPr>
            <a:xfrm>
              <a:off x="4053100" y="4766815"/>
              <a:ext cx="69347" cy="61377"/>
            </a:xfrm>
            <a:custGeom>
              <a:avLst/>
              <a:gdLst>
                <a:gd name="connsiteX0" fmla="*/ 42567 w 69347"/>
                <a:gd name="connsiteY0" fmla="*/ 19032 h 61377"/>
                <a:gd name="connsiteX1" fmla="*/ 56353 w 69347"/>
                <a:gd name="connsiteY1" fmla="*/ 3044 h 61377"/>
                <a:gd name="connsiteX2" fmla="*/ 63315 w 69347"/>
                <a:gd name="connsiteY2" fmla="*/ 4805 h 61377"/>
                <a:gd name="connsiteX3" fmla="*/ 56631 w 69347"/>
                <a:gd name="connsiteY3" fmla="*/ 12122 h 61377"/>
                <a:gd name="connsiteX4" fmla="*/ 61923 w 69347"/>
                <a:gd name="connsiteY4" fmla="*/ 16864 h 61377"/>
                <a:gd name="connsiteX5" fmla="*/ 69442 w 69347"/>
                <a:gd name="connsiteY5" fmla="*/ 9005 h 61377"/>
                <a:gd name="connsiteX6" fmla="*/ 56492 w 69347"/>
                <a:gd name="connsiteY6" fmla="*/ 63 h 61377"/>
                <a:gd name="connsiteX7" fmla="*/ 41871 w 69347"/>
                <a:gd name="connsiteY7" fmla="*/ 10360 h 61377"/>
                <a:gd name="connsiteX8" fmla="*/ 26832 w 69347"/>
                <a:gd name="connsiteY8" fmla="*/ 63 h 61377"/>
                <a:gd name="connsiteX9" fmla="*/ 4412 w 69347"/>
                <a:gd name="connsiteY9" fmla="*/ 20929 h 61377"/>
                <a:gd name="connsiteX10" fmla="*/ 6083 w 69347"/>
                <a:gd name="connsiteY10" fmla="*/ 22283 h 61377"/>
                <a:gd name="connsiteX11" fmla="*/ 7893 w 69347"/>
                <a:gd name="connsiteY11" fmla="*/ 20793 h 61377"/>
                <a:gd name="connsiteX12" fmla="*/ 26553 w 69347"/>
                <a:gd name="connsiteY12" fmla="*/ 3044 h 61377"/>
                <a:gd name="connsiteX13" fmla="*/ 34073 w 69347"/>
                <a:gd name="connsiteY13" fmla="*/ 12122 h 61377"/>
                <a:gd name="connsiteX14" fmla="*/ 26553 w 69347"/>
                <a:gd name="connsiteY14" fmla="*/ 44369 h 61377"/>
                <a:gd name="connsiteX15" fmla="*/ 13324 w 69347"/>
                <a:gd name="connsiteY15" fmla="*/ 58460 h 61377"/>
                <a:gd name="connsiteX16" fmla="*/ 6362 w 69347"/>
                <a:gd name="connsiteY16" fmla="*/ 56698 h 61377"/>
                <a:gd name="connsiteX17" fmla="*/ 12907 w 69347"/>
                <a:gd name="connsiteY17" fmla="*/ 49382 h 61377"/>
                <a:gd name="connsiteX18" fmla="*/ 7754 w 69347"/>
                <a:gd name="connsiteY18" fmla="*/ 44640 h 61377"/>
                <a:gd name="connsiteX19" fmla="*/ 95 w 69347"/>
                <a:gd name="connsiteY19" fmla="*/ 52498 h 61377"/>
                <a:gd name="connsiteX20" fmla="*/ 13185 w 69347"/>
                <a:gd name="connsiteY20" fmla="*/ 61441 h 61377"/>
                <a:gd name="connsiteX21" fmla="*/ 27806 w 69347"/>
                <a:gd name="connsiteY21" fmla="*/ 51143 h 61377"/>
                <a:gd name="connsiteX22" fmla="*/ 42845 w 69347"/>
                <a:gd name="connsiteY22" fmla="*/ 61441 h 61377"/>
                <a:gd name="connsiteX23" fmla="*/ 65126 w 69347"/>
                <a:gd name="connsiteY23" fmla="*/ 40575 h 61377"/>
                <a:gd name="connsiteX24" fmla="*/ 63455 w 69347"/>
                <a:gd name="connsiteY24" fmla="*/ 39220 h 61377"/>
                <a:gd name="connsiteX25" fmla="*/ 61644 w 69347"/>
                <a:gd name="connsiteY25" fmla="*/ 40710 h 61377"/>
                <a:gd name="connsiteX26" fmla="*/ 43124 w 69347"/>
                <a:gd name="connsiteY26" fmla="*/ 58460 h 61377"/>
                <a:gd name="connsiteX27" fmla="*/ 35465 w 69347"/>
                <a:gd name="connsiteY27" fmla="*/ 49517 h 61377"/>
                <a:gd name="connsiteX28" fmla="*/ 37832 w 69347"/>
                <a:gd name="connsiteY28" fmla="*/ 37594 h 61377"/>
                <a:gd name="connsiteX29" fmla="*/ 42567 w 69347"/>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347" h="61377">
                  <a:moveTo>
                    <a:pt x="42567" y="19032"/>
                  </a:moveTo>
                  <a:cubicBezTo>
                    <a:pt x="43403" y="15509"/>
                    <a:pt x="46605" y="3044"/>
                    <a:pt x="56353" y="3044"/>
                  </a:cubicBezTo>
                  <a:cubicBezTo>
                    <a:pt x="57049" y="3044"/>
                    <a:pt x="60391" y="3044"/>
                    <a:pt x="63315" y="4805"/>
                  </a:cubicBezTo>
                  <a:cubicBezTo>
                    <a:pt x="59416" y="5482"/>
                    <a:pt x="56631" y="8870"/>
                    <a:pt x="56631" y="12122"/>
                  </a:cubicBezTo>
                  <a:cubicBezTo>
                    <a:pt x="56631" y="14289"/>
                    <a:pt x="58163" y="16864"/>
                    <a:pt x="61923" y="16864"/>
                  </a:cubicBezTo>
                  <a:cubicBezTo>
                    <a:pt x="64986" y="16864"/>
                    <a:pt x="69442" y="14425"/>
                    <a:pt x="69442" y="9005"/>
                  </a:cubicBezTo>
                  <a:cubicBezTo>
                    <a:pt x="69442" y="1960"/>
                    <a:pt x="61227" y="63"/>
                    <a:pt x="56492" y="63"/>
                  </a:cubicBezTo>
                  <a:cubicBezTo>
                    <a:pt x="48416" y="63"/>
                    <a:pt x="43542" y="7244"/>
                    <a:pt x="41871" y="10360"/>
                  </a:cubicBezTo>
                  <a:cubicBezTo>
                    <a:pt x="38389" y="1418"/>
                    <a:pt x="30870" y="63"/>
                    <a:pt x="26832" y="63"/>
                  </a:cubicBezTo>
                  <a:cubicBezTo>
                    <a:pt x="12350" y="63"/>
                    <a:pt x="4412" y="17541"/>
                    <a:pt x="4412" y="20929"/>
                  </a:cubicBezTo>
                  <a:cubicBezTo>
                    <a:pt x="4412" y="22283"/>
                    <a:pt x="5805" y="22283"/>
                    <a:pt x="6083" y="22283"/>
                  </a:cubicBezTo>
                  <a:cubicBezTo>
                    <a:pt x="7197" y="22283"/>
                    <a:pt x="7615" y="22012"/>
                    <a:pt x="7893" y="20793"/>
                  </a:cubicBezTo>
                  <a:cubicBezTo>
                    <a:pt x="12628" y="6431"/>
                    <a:pt x="21819" y="3044"/>
                    <a:pt x="26553" y="3044"/>
                  </a:cubicBezTo>
                  <a:cubicBezTo>
                    <a:pt x="29199" y="3044"/>
                    <a:pt x="34073" y="4263"/>
                    <a:pt x="34073" y="12122"/>
                  </a:cubicBezTo>
                  <a:cubicBezTo>
                    <a:pt x="34073" y="16322"/>
                    <a:pt x="31705" y="25400"/>
                    <a:pt x="26553" y="44369"/>
                  </a:cubicBezTo>
                  <a:cubicBezTo>
                    <a:pt x="24325" y="52769"/>
                    <a:pt x="19451" y="58460"/>
                    <a:pt x="13324" y="58460"/>
                  </a:cubicBezTo>
                  <a:cubicBezTo>
                    <a:pt x="12489" y="58460"/>
                    <a:pt x="9286" y="58460"/>
                    <a:pt x="6362" y="56698"/>
                  </a:cubicBezTo>
                  <a:cubicBezTo>
                    <a:pt x="9843" y="56021"/>
                    <a:pt x="12907" y="53176"/>
                    <a:pt x="12907" y="49382"/>
                  </a:cubicBezTo>
                  <a:cubicBezTo>
                    <a:pt x="12907" y="45724"/>
                    <a:pt x="9843" y="44640"/>
                    <a:pt x="7754" y="44640"/>
                  </a:cubicBezTo>
                  <a:cubicBezTo>
                    <a:pt x="3577" y="44640"/>
                    <a:pt x="95" y="48162"/>
                    <a:pt x="95" y="52498"/>
                  </a:cubicBezTo>
                  <a:cubicBezTo>
                    <a:pt x="95" y="58731"/>
                    <a:pt x="7058" y="61441"/>
                    <a:pt x="13185" y="61441"/>
                  </a:cubicBezTo>
                  <a:cubicBezTo>
                    <a:pt x="22376" y="61441"/>
                    <a:pt x="27389" y="51956"/>
                    <a:pt x="27806" y="51143"/>
                  </a:cubicBezTo>
                  <a:cubicBezTo>
                    <a:pt x="29477" y="56156"/>
                    <a:pt x="34490" y="61441"/>
                    <a:pt x="42845" y="61441"/>
                  </a:cubicBezTo>
                  <a:cubicBezTo>
                    <a:pt x="57188" y="61441"/>
                    <a:pt x="65126" y="43962"/>
                    <a:pt x="65126" y="40575"/>
                  </a:cubicBezTo>
                  <a:cubicBezTo>
                    <a:pt x="65126" y="39220"/>
                    <a:pt x="63872" y="39220"/>
                    <a:pt x="63455" y="39220"/>
                  </a:cubicBezTo>
                  <a:cubicBezTo>
                    <a:pt x="62201" y="39220"/>
                    <a:pt x="61923" y="39762"/>
                    <a:pt x="61644" y="40710"/>
                  </a:cubicBezTo>
                  <a:cubicBezTo>
                    <a:pt x="57049" y="55208"/>
                    <a:pt x="47580" y="58460"/>
                    <a:pt x="43124" y="58460"/>
                  </a:cubicBezTo>
                  <a:cubicBezTo>
                    <a:pt x="37693" y="58460"/>
                    <a:pt x="35465" y="54124"/>
                    <a:pt x="35465" y="49517"/>
                  </a:cubicBezTo>
                  <a:cubicBezTo>
                    <a:pt x="35465" y="46536"/>
                    <a:pt x="36301" y="43556"/>
                    <a:pt x="37832" y="37594"/>
                  </a:cubicBezTo>
                  <a:lnTo>
                    <a:pt x="42567"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5" name="Freeform: Shape 104">
              <a:extLst>
                <a:ext uri="{FF2B5EF4-FFF2-40B4-BE49-F238E27FC236}">
                  <a16:creationId xmlns:a16="http://schemas.microsoft.com/office/drawing/2014/main" id="{DE8CE3C7-80B4-5FAF-8A49-B0F44EC52A95}"/>
                </a:ext>
              </a:extLst>
            </p:cNvPr>
            <p:cNvSpPr/>
            <p:nvPr>
              <p:custDataLst>
                <p:tags r:id="rId109"/>
              </p:custDataLst>
            </p:nvPr>
          </p:nvSpPr>
          <p:spPr>
            <a:xfrm>
              <a:off x="4131711" y="4725084"/>
              <a:ext cx="19077" cy="135491"/>
            </a:xfrm>
            <a:custGeom>
              <a:avLst/>
              <a:gdLst>
                <a:gd name="connsiteX0" fmla="*/ 19179 w 19077"/>
                <a:gd name="connsiteY0" fmla="*/ 63 h 135491"/>
                <a:gd name="connsiteX1" fmla="*/ 101 w 19077"/>
                <a:gd name="connsiteY1" fmla="*/ 63 h 135491"/>
                <a:gd name="connsiteX2" fmla="*/ 101 w 19077"/>
                <a:gd name="connsiteY2" fmla="*/ 5482 h 135491"/>
                <a:gd name="connsiteX3" fmla="*/ 13608 w 19077"/>
                <a:gd name="connsiteY3" fmla="*/ 5482 h 135491"/>
                <a:gd name="connsiteX4" fmla="*/ 13608 w 19077"/>
                <a:gd name="connsiteY4" fmla="*/ 130135 h 135491"/>
                <a:gd name="connsiteX5" fmla="*/ 101 w 19077"/>
                <a:gd name="connsiteY5" fmla="*/ 130135 h 135491"/>
                <a:gd name="connsiteX6" fmla="*/ 101 w 19077"/>
                <a:gd name="connsiteY6" fmla="*/ 135555 h 135491"/>
                <a:gd name="connsiteX7" fmla="*/ 19179 w 19077"/>
                <a:gd name="connsiteY7" fmla="*/ 135555 h 135491"/>
                <a:gd name="connsiteX8" fmla="*/ 19179 w 19077"/>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179" y="63"/>
                  </a:moveTo>
                  <a:lnTo>
                    <a:pt x="101" y="63"/>
                  </a:lnTo>
                  <a:lnTo>
                    <a:pt x="101" y="5482"/>
                  </a:lnTo>
                  <a:lnTo>
                    <a:pt x="13608" y="5482"/>
                  </a:lnTo>
                  <a:lnTo>
                    <a:pt x="13608" y="130135"/>
                  </a:lnTo>
                  <a:lnTo>
                    <a:pt x="101" y="130135"/>
                  </a:lnTo>
                  <a:lnTo>
                    <a:pt x="101" y="135555"/>
                  </a:lnTo>
                  <a:lnTo>
                    <a:pt x="19179" y="135555"/>
                  </a:lnTo>
                  <a:lnTo>
                    <a:pt x="19179"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6" name="Freeform: Shape 105">
              <a:extLst>
                <a:ext uri="{FF2B5EF4-FFF2-40B4-BE49-F238E27FC236}">
                  <a16:creationId xmlns:a16="http://schemas.microsoft.com/office/drawing/2014/main" id="{29D856E4-D477-C2DB-FB58-A0BA8F61363C}"/>
                </a:ext>
              </a:extLst>
            </p:cNvPr>
            <p:cNvSpPr/>
            <p:nvPr>
              <p:custDataLst>
                <p:tags r:id="rId110"/>
              </p:custDataLst>
            </p:nvPr>
          </p:nvSpPr>
          <p:spPr>
            <a:xfrm>
              <a:off x="4213807" y="4776977"/>
              <a:ext cx="92601" cy="31705"/>
            </a:xfrm>
            <a:custGeom>
              <a:avLst/>
              <a:gdLst>
                <a:gd name="connsiteX0" fmla="*/ 87974 w 92601"/>
                <a:gd name="connsiteY0" fmla="*/ 5482 h 31705"/>
                <a:gd name="connsiteX1" fmla="*/ 92709 w 92601"/>
                <a:gd name="connsiteY1" fmla="*/ 2773 h 31705"/>
                <a:gd name="connsiteX2" fmla="*/ 88113 w 92601"/>
                <a:gd name="connsiteY2" fmla="*/ 63 h 31705"/>
                <a:gd name="connsiteX3" fmla="*/ 4702 w 92601"/>
                <a:gd name="connsiteY3" fmla="*/ 63 h 31705"/>
                <a:gd name="connsiteX4" fmla="*/ 107 w 92601"/>
                <a:gd name="connsiteY4" fmla="*/ 2773 h 31705"/>
                <a:gd name="connsiteX5" fmla="*/ 4841 w 92601"/>
                <a:gd name="connsiteY5" fmla="*/ 5482 h 31705"/>
                <a:gd name="connsiteX6" fmla="*/ 87974 w 92601"/>
                <a:gd name="connsiteY6" fmla="*/ 5482 h 31705"/>
                <a:gd name="connsiteX7" fmla="*/ 88113 w 92601"/>
                <a:gd name="connsiteY7" fmla="*/ 31768 h 31705"/>
                <a:gd name="connsiteX8" fmla="*/ 92709 w 92601"/>
                <a:gd name="connsiteY8" fmla="*/ 29058 h 31705"/>
                <a:gd name="connsiteX9" fmla="*/ 87974 w 92601"/>
                <a:gd name="connsiteY9" fmla="*/ 26348 h 31705"/>
                <a:gd name="connsiteX10" fmla="*/ 4841 w 92601"/>
                <a:gd name="connsiteY10" fmla="*/ 26348 h 31705"/>
                <a:gd name="connsiteX11" fmla="*/ 107 w 92601"/>
                <a:gd name="connsiteY11" fmla="*/ 29058 h 31705"/>
                <a:gd name="connsiteX12" fmla="*/ 4702 w 92601"/>
                <a:gd name="connsiteY12" fmla="*/ 31768 h 31705"/>
                <a:gd name="connsiteX13" fmla="*/ 88113 w 92601"/>
                <a:gd name="connsiteY13" fmla="*/ 31768 h 3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601" h="31705">
                  <a:moveTo>
                    <a:pt x="87974" y="5482"/>
                  </a:moveTo>
                  <a:cubicBezTo>
                    <a:pt x="90063" y="5482"/>
                    <a:pt x="92709" y="5482"/>
                    <a:pt x="92709" y="2773"/>
                  </a:cubicBezTo>
                  <a:cubicBezTo>
                    <a:pt x="92709" y="63"/>
                    <a:pt x="90063" y="63"/>
                    <a:pt x="88113" y="63"/>
                  </a:cubicBezTo>
                  <a:lnTo>
                    <a:pt x="4702" y="63"/>
                  </a:lnTo>
                  <a:cubicBezTo>
                    <a:pt x="2752" y="63"/>
                    <a:pt x="107" y="63"/>
                    <a:pt x="107" y="2773"/>
                  </a:cubicBezTo>
                  <a:cubicBezTo>
                    <a:pt x="107" y="5482"/>
                    <a:pt x="2752" y="5482"/>
                    <a:pt x="4841" y="5482"/>
                  </a:cubicBezTo>
                  <a:lnTo>
                    <a:pt x="87974" y="5482"/>
                  </a:lnTo>
                  <a:close/>
                  <a:moveTo>
                    <a:pt x="88113" y="31768"/>
                  </a:moveTo>
                  <a:cubicBezTo>
                    <a:pt x="90063" y="31768"/>
                    <a:pt x="92709" y="31768"/>
                    <a:pt x="92709" y="29058"/>
                  </a:cubicBezTo>
                  <a:cubicBezTo>
                    <a:pt x="92709" y="26348"/>
                    <a:pt x="90063" y="26348"/>
                    <a:pt x="87974" y="26348"/>
                  </a:cubicBezTo>
                  <a:lnTo>
                    <a:pt x="4841" y="26348"/>
                  </a:lnTo>
                  <a:cubicBezTo>
                    <a:pt x="2752" y="26348"/>
                    <a:pt x="107" y="26348"/>
                    <a:pt x="107" y="29058"/>
                  </a:cubicBezTo>
                  <a:cubicBezTo>
                    <a:pt x="107" y="31768"/>
                    <a:pt x="2752" y="31768"/>
                    <a:pt x="4702" y="31768"/>
                  </a:cubicBezTo>
                  <a:lnTo>
                    <a:pt x="88113" y="3176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7" name="Freeform: Shape 106">
              <a:extLst>
                <a:ext uri="{FF2B5EF4-FFF2-40B4-BE49-F238E27FC236}">
                  <a16:creationId xmlns:a16="http://schemas.microsoft.com/office/drawing/2014/main" id="{1C3658A5-8D40-9283-B815-6384214DED25}"/>
                </a:ext>
              </a:extLst>
            </p:cNvPr>
            <p:cNvSpPr/>
            <p:nvPr>
              <p:custDataLst>
                <p:tags r:id="rId111"/>
              </p:custDataLst>
            </p:nvPr>
          </p:nvSpPr>
          <p:spPr>
            <a:xfrm>
              <a:off x="4358287" y="4734568"/>
              <a:ext cx="101065" cy="92134"/>
            </a:xfrm>
            <a:custGeom>
              <a:avLst/>
              <a:gdLst>
                <a:gd name="connsiteX0" fmla="*/ 93415 w 101065"/>
                <a:gd name="connsiteY0" fmla="*/ 60628 h 92134"/>
                <a:gd name="connsiteX1" fmla="*/ 94112 w 101065"/>
                <a:gd name="connsiteY1" fmla="*/ 58731 h 92134"/>
                <a:gd name="connsiteX2" fmla="*/ 92441 w 101065"/>
                <a:gd name="connsiteY2" fmla="*/ 57240 h 92134"/>
                <a:gd name="connsiteX3" fmla="*/ 90630 w 101065"/>
                <a:gd name="connsiteY3" fmla="*/ 58866 h 92134"/>
                <a:gd name="connsiteX4" fmla="*/ 52615 w 101065"/>
                <a:gd name="connsiteY4" fmla="*/ 87997 h 92134"/>
                <a:gd name="connsiteX5" fmla="*/ 32284 w 101065"/>
                <a:gd name="connsiteY5" fmla="*/ 87997 h 92134"/>
                <a:gd name="connsiteX6" fmla="*/ 29221 w 101065"/>
                <a:gd name="connsiteY6" fmla="*/ 87862 h 92134"/>
                <a:gd name="connsiteX7" fmla="*/ 27410 w 101065"/>
                <a:gd name="connsiteY7" fmla="*/ 86507 h 92134"/>
                <a:gd name="connsiteX8" fmla="*/ 28107 w 101065"/>
                <a:gd name="connsiteY8" fmla="*/ 83390 h 92134"/>
                <a:gd name="connsiteX9" fmla="*/ 37576 w 101065"/>
                <a:gd name="connsiteY9" fmla="*/ 46401 h 92134"/>
                <a:gd name="connsiteX10" fmla="*/ 51362 w 101065"/>
                <a:gd name="connsiteY10" fmla="*/ 46401 h 92134"/>
                <a:gd name="connsiteX11" fmla="*/ 63198 w 101065"/>
                <a:gd name="connsiteY11" fmla="*/ 52634 h 92134"/>
                <a:gd name="connsiteX12" fmla="*/ 62223 w 101065"/>
                <a:gd name="connsiteY12" fmla="*/ 59273 h 92134"/>
                <a:gd name="connsiteX13" fmla="*/ 61805 w 101065"/>
                <a:gd name="connsiteY13" fmla="*/ 60763 h 92134"/>
                <a:gd name="connsiteX14" fmla="*/ 63616 w 101065"/>
                <a:gd name="connsiteY14" fmla="*/ 62254 h 92134"/>
                <a:gd name="connsiteX15" fmla="*/ 65704 w 101065"/>
                <a:gd name="connsiteY15" fmla="*/ 59544 h 92134"/>
                <a:gd name="connsiteX16" fmla="*/ 73642 w 101065"/>
                <a:gd name="connsiteY16" fmla="*/ 27839 h 92134"/>
                <a:gd name="connsiteX17" fmla="*/ 71971 w 101065"/>
                <a:gd name="connsiteY17" fmla="*/ 26348 h 92134"/>
                <a:gd name="connsiteX18" fmla="*/ 70021 w 101065"/>
                <a:gd name="connsiteY18" fmla="*/ 28787 h 92134"/>
                <a:gd name="connsiteX19" fmla="*/ 51779 w 101065"/>
                <a:gd name="connsiteY19" fmla="*/ 42201 h 92134"/>
                <a:gd name="connsiteX20" fmla="*/ 38690 w 101065"/>
                <a:gd name="connsiteY20" fmla="*/ 42201 h 92134"/>
                <a:gd name="connsiteX21" fmla="*/ 47045 w 101065"/>
                <a:gd name="connsiteY21" fmla="*/ 9547 h 92134"/>
                <a:gd name="connsiteX22" fmla="*/ 54564 w 101065"/>
                <a:gd name="connsiteY22" fmla="*/ 4263 h 92134"/>
                <a:gd name="connsiteX23" fmla="*/ 74199 w 101065"/>
                <a:gd name="connsiteY23" fmla="*/ 4263 h 92134"/>
                <a:gd name="connsiteX24" fmla="*/ 95365 w 101065"/>
                <a:gd name="connsiteY24" fmla="*/ 19303 h 92134"/>
                <a:gd name="connsiteX25" fmla="*/ 94808 w 101065"/>
                <a:gd name="connsiteY25" fmla="*/ 26484 h 92134"/>
                <a:gd name="connsiteX26" fmla="*/ 94669 w 101065"/>
                <a:gd name="connsiteY26" fmla="*/ 28923 h 92134"/>
                <a:gd name="connsiteX27" fmla="*/ 96340 w 101065"/>
                <a:gd name="connsiteY27" fmla="*/ 30548 h 92134"/>
                <a:gd name="connsiteX28" fmla="*/ 98289 w 101065"/>
                <a:gd name="connsiteY28" fmla="*/ 27161 h 92134"/>
                <a:gd name="connsiteX29" fmla="*/ 101074 w 101065"/>
                <a:gd name="connsiteY29" fmla="*/ 3721 h 92134"/>
                <a:gd name="connsiteX30" fmla="*/ 97314 w 101065"/>
                <a:gd name="connsiteY30" fmla="*/ 63 h 92134"/>
                <a:gd name="connsiteX31" fmla="*/ 26993 w 101065"/>
                <a:gd name="connsiteY31" fmla="*/ 63 h 92134"/>
                <a:gd name="connsiteX32" fmla="*/ 22815 w 101065"/>
                <a:gd name="connsiteY32" fmla="*/ 2773 h 92134"/>
                <a:gd name="connsiteX33" fmla="*/ 26714 w 101065"/>
                <a:gd name="connsiteY33" fmla="*/ 4263 h 92134"/>
                <a:gd name="connsiteX34" fmla="*/ 35765 w 101065"/>
                <a:gd name="connsiteY34" fmla="*/ 6702 h 92134"/>
                <a:gd name="connsiteX35" fmla="*/ 35069 w 101065"/>
                <a:gd name="connsiteY35" fmla="*/ 9954 h 92134"/>
                <a:gd name="connsiteX36" fmla="*/ 16688 w 101065"/>
                <a:gd name="connsiteY36" fmla="*/ 81629 h 92134"/>
                <a:gd name="connsiteX37" fmla="*/ 4016 w 101065"/>
                <a:gd name="connsiteY37" fmla="*/ 87997 h 92134"/>
                <a:gd name="connsiteX38" fmla="*/ 117 w 101065"/>
                <a:gd name="connsiteY38" fmla="*/ 90571 h 92134"/>
                <a:gd name="connsiteX39" fmla="*/ 4016 w 101065"/>
                <a:gd name="connsiteY39" fmla="*/ 92197 h 92134"/>
                <a:gd name="connsiteX40" fmla="*/ 76288 w 101065"/>
                <a:gd name="connsiteY40" fmla="*/ 92197 h 92134"/>
                <a:gd name="connsiteX41" fmla="*/ 80604 w 101065"/>
                <a:gd name="connsiteY41" fmla="*/ 89894 h 92134"/>
                <a:gd name="connsiteX42" fmla="*/ 93415 w 101065"/>
                <a:gd name="connsiteY42" fmla="*/ 60628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1065" h="92134">
                  <a:moveTo>
                    <a:pt x="93415" y="60628"/>
                  </a:moveTo>
                  <a:cubicBezTo>
                    <a:pt x="93694" y="59950"/>
                    <a:pt x="94112" y="59002"/>
                    <a:pt x="94112" y="58731"/>
                  </a:cubicBezTo>
                  <a:cubicBezTo>
                    <a:pt x="94112" y="58595"/>
                    <a:pt x="94112" y="57240"/>
                    <a:pt x="92441" y="57240"/>
                  </a:cubicBezTo>
                  <a:cubicBezTo>
                    <a:pt x="91187" y="57240"/>
                    <a:pt x="90909" y="58053"/>
                    <a:pt x="90630" y="58866"/>
                  </a:cubicBezTo>
                  <a:cubicBezTo>
                    <a:pt x="81579" y="78919"/>
                    <a:pt x="76427" y="87997"/>
                    <a:pt x="52615" y="87997"/>
                  </a:cubicBezTo>
                  <a:lnTo>
                    <a:pt x="32284" y="87997"/>
                  </a:lnTo>
                  <a:cubicBezTo>
                    <a:pt x="30335" y="87997"/>
                    <a:pt x="30056" y="87997"/>
                    <a:pt x="29221" y="87862"/>
                  </a:cubicBezTo>
                  <a:cubicBezTo>
                    <a:pt x="27828" y="87726"/>
                    <a:pt x="27410" y="87591"/>
                    <a:pt x="27410" y="86507"/>
                  </a:cubicBezTo>
                  <a:cubicBezTo>
                    <a:pt x="27410" y="86100"/>
                    <a:pt x="27410" y="85829"/>
                    <a:pt x="28107" y="83390"/>
                  </a:cubicBezTo>
                  <a:lnTo>
                    <a:pt x="37576" y="46401"/>
                  </a:lnTo>
                  <a:lnTo>
                    <a:pt x="51362" y="46401"/>
                  </a:lnTo>
                  <a:cubicBezTo>
                    <a:pt x="63198" y="46401"/>
                    <a:pt x="63198" y="49246"/>
                    <a:pt x="63198" y="52634"/>
                  </a:cubicBezTo>
                  <a:cubicBezTo>
                    <a:pt x="63198" y="53582"/>
                    <a:pt x="63198" y="55208"/>
                    <a:pt x="62223" y="59273"/>
                  </a:cubicBezTo>
                  <a:cubicBezTo>
                    <a:pt x="61945" y="59950"/>
                    <a:pt x="61805" y="60357"/>
                    <a:pt x="61805" y="60763"/>
                  </a:cubicBezTo>
                  <a:cubicBezTo>
                    <a:pt x="61805" y="61441"/>
                    <a:pt x="62362" y="62254"/>
                    <a:pt x="63616" y="62254"/>
                  </a:cubicBezTo>
                  <a:cubicBezTo>
                    <a:pt x="64730" y="62254"/>
                    <a:pt x="65147" y="61576"/>
                    <a:pt x="65704" y="59544"/>
                  </a:cubicBezTo>
                  <a:lnTo>
                    <a:pt x="73642" y="27839"/>
                  </a:lnTo>
                  <a:cubicBezTo>
                    <a:pt x="73642" y="27026"/>
                    <a:pt x="72945" y="26348"/>
                    <a:pt x="71971" y="26348"/>
                  </a:cubicBezTo>
                  <a:cubicBezTo>
                    <a:pt x="70717" y="26348"/>
                    <a:pt x="70439" y="27161"/>
                    <a:pt x="70021" y="28787"/>
                  </a:cubicBezTo>
                  <a:cubicBezTo>
                    <a:pt x="67097" y="39084"/>
                    <a:pt x="64590" y="42201"/>
                    <a:pt x="51779" y="42201"/>
                  </a:cubicBezTo>
                  <a:lnTo>
                    <a:pt x="38690" y="42201"/>
                  </a:lnTo>
                  <a:lnTo>
                    <a:pt x="47045" y="9547"/>
                  </a:lnTo>
                  <a:cubicBezTo>
                    <a:pt x="48298" y="4805"/>
                    <a:pt x="48437" y="4263"/>
                    <a:pt x="54564" y="4263"/>
                  </a:cubicBezTo>
                  <a:lnTo>
                    <a:pt x="74199" y="4263"/>
                  </a:lnTo>
                  <a:cubicBezTo>
                    <a:pt x="91187" y="4263"/>
                    <a:pt x="95365" y="8192"/>
                    <a:pt x="95365" y="19303"/>
                  </a:cubicBezTo>
                  <a:cubicBezTo>
                    <a:pt x="95365" y="22554"/>
                    <a:pt x="95365" y="22825"/>
                    <a:pt x="94808" y="26484"/>
                  </a:cubicBezTo>
                  <a:cubicBezTo>
                    <a:pt x="94808" y="27297"/>
                    <a:pt x="94669" y="28245"/>
                    <a:pt x="94669" y="28923"/>
                  </a:cubicBezTo>
                  <a:cubicBezTo>
                    <a:pt x="94669" y="29600"/>
                    <a:pt x="95086" y="30548"/>
                    <a:pt x="96340" y="30548"/>
                  </a:cubicBezTo>
                  <a:cubicBezTo>
                    <a:pt x="97871" y="30548"/>
                    <a:pt x="98011" y="29735"/>
                    <a:pt x="98289" y="27161"/>
                  </a:cubicBezTo>
                  <a:lnTo>
                    <a:pt x="101074" y="3721"/>
                  </a:lnTo>
                  <a:cubicBezTo>
                    <a:pt x="101492" y="63"/>
                    <a:pt x="100796" y="63"/>
                    <a:pt x="97314" y="63"/>
                  </a:cubicBezTo>
                  <a:lnTo>
                    <a:pt x="26993" y="63"/>
                  </a:lnTo>
                  <a:cubicBezTo>
                    <a:pt x="24208" y="63"/>
                    <a:pt x="22815" y="63"/>
                    <a:pt x="22815" y="2773"/>
                  </a:cubicBezTo>
                  <a:cubicBezTo>
                    <a:pt x="22815" y="4263"/>
                    <a:pt x="24068" y="4263"/>
                    <a:pt x="26714" y="4263"/>
                  </a:cubicBezTo>
                  <a:cubicBezTo>
                    <a:pt x="31866" y="4263"/>
                    <a:pt x="35765" y="4263"/>
                    <a:pt x="35765" y="6702"/>
                  </a:cubicBezTo>
                  <a:cubicBezTo>
                    <a:pt x="35765" y="7244"/>
                    <a:pt x="35765" y="7515"/>
                    <a:pt x="35069" y="9954"/>
                  </a:cubicBezTo>
                  <a:lnTo>
                    <a:pt x="16688" y="81629"/>
                  </a:lnTo>
                  <a:cubicBezTo>
                    <a:pt x="15296" y="86913"/>
                    <a:pt x="15017" y="87997"/>
                    <a:pt x="4016" y="87997"/>
                  </a:cubicBezTo>
                  <a:cubicBezTo>
                    <a:pt x="1649" y="87997"/>
                    <a:pt x="117" y="87997"/>
                    <a:pt x="117" y="90571"/>
                  </a:cubicBezTo>
                  <a:cubicBezTo>
                    <a:pt x="117" y="92197"/>
                    <a:pt x="1370" y="92197"/>
                    <a:pt x="4016" y="92197"/>
                  </a:cubicBezTo>
                  <a:lnTo>
                    <a:pt x="76288" y="92197"/>
                  </a:lnTo>
                  <a:cubicBezTo>
                    <a:pt x="79490" y="92197"/>
                    <a:pt x="79630" y="92062"/>
                    <a:pt x="80604" y="89894"/>
                  </a:cubicBezTo>
                  <a:lnTo>
                    <a:pt x="93415" y="606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8" name="Freeform: Shape 107">
              <a:extLst>
                <a:ext uri="{FF2B5EF4-FFF2-40B4-BE49-F238E27FC236}">
                  <a16:creationId xmlns:a16="http://schemas.microsoft.com/office/drawing/2014/main" id="{ED53409C-327C-5441-C361-A18BDFB517DE}"/>
                </a:ext>
              </a:extLst>
            </p:cNvPr>
            <p:cNvSpPr/>
            <p:nvPr>
              <p:custDataLst>
                <p:tags r:id="rId112"/>
              </p:custDataLst>
            </p:nvPr>
          </p:nvSpPr>
          <p:spPr>
            <a:xfrm>
              <a:off x="4480247" y="4725084"/>
              <a:ext cx="19077" cy="135491"/>
            </a:xfrm>
            <a:custGeom>
              <a:avLst/>
              <a:gdLst>
                <a:gd name="connsiteX0" fmla="*/ 19202 w 19077"/>
                <a:gd name="connsiteY0" fmla="*/ 135555 h 135491"/>
                <a:gd name="connsiteX1" fmla="*/ 19202 w 19077"/>
                <a:gd name="connsiteY1" fmla="*/ 130135 h 135491"/>
                <a:gd name="connsiteX2" fmla="*/ 5695 w 19077"/>
                <a:gd name="connsiteY2" fmla="*/ 130135 h 135491"/>
                <a:gd name="connsiteX3" fmla="*/ 5695 w 19077"/>
                <a:gd name="connsiteY3" fmla="*/ 5482 h 135491"/>
                <a:gd name="connsiteX4" fmla="*/ 19202 w 19077"/>
                <a:gd name="connsiteY4" fmla="*/ 5482 h 135491"/>
                <a:gd name="connsiteX5" fmla="*/ 19202 w 19077"/>
                <a:gd name="connsiteY5" fmla="*/ 63 h 135491"/>
                <a:gd name="connsiteX6" fmla="*/ 125 w 19077"/>
                <a:gd name="connsiteY6" fmla="*/ 63 h 135491"/>
                <a:gd name="connsiteX7" fmla="*/ 125 w 19077"/>
                <a:gd name="connsiteY7" fmla="*/ 135555 h 135491"/>
                <a:gd name="connsiteX8" fmla="*/ 19202 w 19077"/>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202" y="135555"/>
                  </a:moveTo>
                  <a:lnTo>
                    <a:pt x="19202" y="130135"/>
                  </a:lnTo>
                  <a:lnTo>
                    <a:pt x="5695" y="130135"/>
                  </a:lnTo>
                  <a:lnTo>
                    <a:pt x="5695" y="5482"/>
                  </a:lnTo>
                  <a:lnTo>
                    <a:pt x="19202" y="5482"/>
                  </a:lnTo>
                  <a:lnTo>
                    <a:pt x="19202" y="63"/>
                  </a:lnTo>
                  <a:lnTo>
                    <a:pt x="125" y="63"/>
                  </a:lnTo>
                  <a:lnTo>
                    <a:pt x="125" y="135555"/>
                  </a:lnTo>
                  <a:lnTo>
                    <a:pt x="19202"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09" name="Freeform: Shape 108">
              <a:extLst>
                <a:ext uri="{FF2B5EF4-FFF2-40B4-BE49-F238E27FC236}">
                  <a16:creationId xmlns:a16="http://schemas.microsoft.com/office/drawing/2014/main" id="{C0CE8D53-B75A-88EE-C496-20F37A5F710F}"/>
                </a:ext>
              </a:extLst>
            </p:cNvPr>
            <p:cNvSpPr/>
            <p:nvPr>
              <p:custDataLst>
                <p:tags r:id="rId113"/>
              </p:custDataLst>
            </p:nvPr>
          </p:nvSpPr>
          <p:spPr>
            <a:xfrm>
              <a:off x="4506657" y="4731045"/>
              <a:ext cx="75909" cy="121942"/>
            </a:xfrm>
            <a:custGeom>
              <a:avLst/>
              <a:gdLst>
                <a:gd name="connsiteX0" fmla="*/ 76037 w 75909"/>
                <a:gd name="connsiteY0" fmla="*/ 18625 h 121942"/>
                <a:gd name="connsiteX1" fmla="*/ 57099 w 75909"/>
                <a:gd name="connsiteY1" fmla="*/ 63 h 121942"/>
                <a:gd name="connsiteX2" fmla="*/ 40250 w 75909"/>
                <a:gd name="connsiteY2" fmla="*/ 5753 h 121942"/>
                <a:gd name="connsiteX3" fmla="*/ 22286 w 75909"/>
                <a:gd name="connsiteY3" fmla="*/ 34613 h 121942"/>
                <a:gd name="connsiteX4" fmla="*/ 146 w 75909"/>
                <a:gd name="connsiteY4" fmla="*/ 120651 h 121942"/>
                <a:gd name="connsiteX5" fmla="*/ 1817 w 75909"/>
                <a:gd name="connsiteY5" fmla="*/ 122005 h 121942"/>
                <a:gd name="connsiteX6" fmla="*/ 3488 w 75909"/>
                <a:gd name="connsiteY6" fmla="*/ 121328 h 121942"/>
                <a:gd name="connsiteX7" fmla="*/ 13235 w 75909"/>
                <a:gd name="connsiteY7" fmla="*/ 83932 h 121942"/>
                <a:gd name="connsiteX8" fmla="*/ 32173 w 75909"/>
                <a:gd name="connsiteY8" fmla="*/ 97075 h 121942"/>
                <a:gd name="connsiteX9" fmla="*/ 59049 w 75909"/>
                <a:gd name="connsiteY9" fmla="*/ 86371 h 121942"/>
                <a:gd name="connsiteX10" fmla="*/ 70189 w 75909"/>
                <a:gd name="connsiteY10" fmla="*/ 61441 h 121942"/>
                <a:gd name="connsiteX11" fmla="*/ 60023 w 75909"/>
                <a:gd name="connsiteY11" fmla="*/ 41252 h 121942"/>
                <a:gd name="connsiteX12" fmla="*/ 76037 w 75909"/>
                <a:gd name="connsiteY12" fmla="*/ 18625 h 121942"/>
                <a:gd name="connsiteX13" fmla="*/ 50972 w 75909"/>
                <a:gd name="connsiteY13" fmla="*/ 41117 h 121942"/>
                <a:gd name="connsiteX14" fmla="*/ 44288 w 75909"/>
                <a:gd name="connsiteY14" fmla="*/ 42065 h 121942"/>
                <a:gd name="connsiteX15" fmla="*/ 38161 w 75909"/>
                <a:gd name="connsiteY15" fmla="*/ 41523 h 121942"/>
                <a:gd name="connsiteX16" fmla="*/ 44984 w 75909"/>
                <a:gd name="connsiteY16" fmla="*/ 40439 h 121942"/>
                <a:gd name="connsiteX17" fmla="*/ 50972 w 75909"/>
                <a:gd name="connsiteY17" fmla="*/ 41117 h 121942"/>
                <a:gd name="connsiteX18" fmla="*/ 68239 w 75909"/>
                <a:gd name="connsiteY18" fmla="*/ 15509 h 121942"/>
                <a:gd name="connsiteX19" fmla="*/ 55707 w 75909"/>
                <a:gd name="connsiteY19" fmla="*/ 38949 h 121942"/>
                <a:gd name="connsiteX20" fmla="*/ 44984 w 75909"/>
                <a:gd name="connsiteY20" fmla="*/ 37323 h 121942"/>
                <a:gd name="connsiteX21" fmla="*/ 34262 w 75909"/>
                <a:gd name="connsiteY21" fmla="*/ 41659 h 121942"/>
                <a:gd name="connsiteX22" fmla="*/ 43870 w 75909"/>
                <a:gd name="connsiteY22" fmla="*/ 45046 h 121942"/>
                <a:gd name="connsiteX23" fmla="*/ 55289 w 75909"/>
                <a:gd name="connsiteY23" fmla="*/ 43285 h 121942"/>
                <a:gd name="connsiteX24" fmla="*/ 61416 w 75909"/>
                <a:gd name="connsiteY24" fmla="*/ 58595 h 121942"/>
                <a:gd name="connsiteX25" fmla="*/ 54453 w 75909"/>
                <a:gd name="connsiteY25" fmla="*/ 81900 h 121942"/>
                <a:gd name="connsiteX26" fmla="*/ 31756 w 75909"/>
                <a:gd name="connsiteY26" fmla="*/ 94094 h 121942"/>
                <a:gd name="connsiteX27" fmla="*/ 15881 w 75909"/>
                <a:gd name="connsiteY27" fmla="*/ 76616 h 121942"/>
                <a:gd name="connsiteX28" fmla="*/ 16577 w 75909"/>
                <a:gd name="connsiteY28" fmla="*/ 70654 h 121942"/>
                <a:gd name="connsiteX29" fmla="*/ 25489 w 75909"/>
                <a:gd name="connsiteY29" fmla="*/ 36375 h 121942"/>
                <a:gd name="connsiteX30" fmla="*/ 55289 w 75909"/>
                <a:gd name="connsiteY30" fmla="*/ 3179 h 121942"/>
                <a:gd name="connsiteX31" fmla="*/ 68239 w 75909"/>
                <a:gd name="connsiteY31" fmla="*/ 15509 h 12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909" h="121942">
                  <a:moveTo>
                    <a:pt x="76037" y="18625"/>
                  </a:moveTo>
                  <a:cubicBezTo>
                    <a:pt x="76037" y="8463"/>
                    <a:pt x="68379" y="63"/>
                    <a:pt x="57099" y="63"/>
                  </a:cubicBezTo>
                  <a:cubicBezTo>
                    <a:pt x="49023" y="63"/>
                    <a:pt x="45124" y="2231"/>
                    <a:pt x="40250" y="5753"/>
                  </a:cubicBezTo>
                  <a:cubicBezTo>
                    <a:pt x="32591" y="11173"/>
                    <a:pt x="24932" y="24316"/>
                    <a:pt x="22286" y="34613"/>
                  </a:cubicBezTo>
                  <a:lnTo>
                    <a:pt x="146" y="120651"/>
                  </a:lnTo>
                  <a:cubicBezTo>
                    <a:pt x="6" y="121193"/>
                    <a:pt x="703" y="122005"/>
                    <a:pt x="1817" y="122005"/>
                  </a:cubicBezTo>
                  <a:cubicBezTo>
                    <a:pt x="2931" y="122005"/>
                    <a:pt x="3348" y="121735"/>
                    <a:pt x="3488" y="121328"/>
                  </a:cubicBezTo>
                  <a:lnTo>
                    <a:pt x="13235" y="83932"/>
                  </a:lnTo>
                  <a:cubicBezTo>
                    <a:pt x="15881" y="92062"/>
                    <a:pt x="22008" y="97075"/>
                    <a:pt x="32173" y="97075"/>
                  </a:cubicBezTo>
                  <a:cubicBezTo>
                    <a:pt x="42339" y="97075"/>
                    <a:pt x="52782" y="92333"/>
                    <a:pt x="59049" y="86371"/>
                  </a:cubicBezTo>
                  <a:cubicBezTo>
                    <a:pt x="65733" y="80138"/>
                    <a:pt x="70189" y="71467"/>
                    <a:pt x="70189" y="61441"/>
                  </a:cubicBezTo>
                  <a:cubicBezTo>
                    <a:pt x="70189" y="51685"/>
                    <a:pt x="65037" y="44640"/>
                    <a:pt x="60023" y="41252"/>
                  </a:cubicBezTo>
                  <a:cubicBezTo>
                    <a:pt x="68100" y="36781"/>
                    <a:pt x="76037" y="28381"/>
                    <a:pt x="76037" y="18625"/>
                  </a:cubicBezTo>
                  <a:close/>
                  <a:moveTo>
                    <a:pt x="50972" y="41117"/>
                  </a:moveTo>
                  <a:cubicBezTo>
                    <a:pt x="49162" y="41794"/>
                    <a:pt x="47630" y="42065"/>
                    <a:pt x="44288" y="42065"/>
                  </a:cubicBezTo>
                  <a:cubicBezTo>
                    <a:pt x="42339" y="42065"/>
                    <a:pt x="39554" y="42201"/>
                    <a:pt x="38161" y="41523"/>
                  </a:cubicBezTo>
                  <a:cubicBezTo>
                    <a:pt x="38440" y="40168"/>
                    <a:pt x="43453" y="40439"/>
                    <a:pt x="44984" y="40439"/>
                  </a:cubicBezTo>
                  <a:cubicBezTo>
                    <a:pt x="47909" y="40439"/>
                    <a:pt x="49162" y="40439"/>
                    <a:pt x="50972" y="41117"/>
                  </a:cubicBezTo>
                  <a:close/>
                  <a:moveTo>
                    <a:pt x="68239" y="15509"/>
                  </a:moveTo>
                  <a:cubicBezTo>
                    <a:pt x="68239" y="24993"/>
                    <a:pt x="62948" y="34749"/>
                    <a:pt x="55707" y="38949"/>
                  </a:cubicBezTo>
                  <a:cubicBezTo>
                    <a:pt x="51947" y="37594"/>
                    <a:pt x="49162" y="37323"/>
                    <a:pt x="44984" y="37323"/>
                  </a:cubicBezTo>
                  <a:cubicBezTo>
                    <a:pt x="42060" y="37323"/>
                    <a:pt x="34262" y="37188"/>
                    <a:pt x="34262" y="41659"/>
                  </a:cubicBezTo>
                  <a:cubicBezTo>
                    <a:pt x="34123" y="45453"/>
                    <a:pt x="41364" y="45046"/>
                    <a:pt x="43870" y="45046"/>
                  </a:cubicBezTo>
                  <a:cubicBezTo>
                    <a:pt x="49023" y="45046"/>
                    <a:pt x="51111" y="44911"/>
                    <a:pt x="55289" y="43285"/>
                  </a:cubicBezTo>
                  <a:cubicBezTo>
                    <a:pt x="60580" y="48162"/>
                    <a:pt x="61277" y="52363"/>
                    <a:pt x="61416" y="58595"/>
                  </a:cubicBezTo>
                  <a:cubicBezTo>
                    <a:pt x="61694" y="66454"/>
                    <a:pt x="58352" y="76616"/>
                    <a:pt x="54453" y="81900"/>
                  </a:cubicBezTo>
                  <a:cubicBezTo>
                    <a:pt x="49023" y="89216"/>
                    <a:pt x="39693" y="94094"/>
                    <a:pt x="31756" y="94094"/>
                  </a:cubicBezTo>
                  <a:cubicBezTo>
                    <a:pt x="21172" y="94094"/>
                    <a:pt x="15881" y="86236"/>
                    <a:pt x="15881" y="76616"/>
                  </a:cubicBezTo>
                  <a:cubicBezTo>
                    <a:pt x="15881" y="75261"/>
                    <a:pt x="15881" y="73228"/>
                    <a:pt x="16577" y="70654"/>
                  </a:cubicBezTo>
                  <a:lnTo>
                    <a:pt x="25489" y="36375"/>
                  </a:lnTo>
                  <a:cubicBezTo>
                    <a:pt x="28553" y="24722"/>
                    <a:pt x="38579" y="3179"/>
                    <a:pt x="55289" y="3179"/>
                  </a:cubicBezTo>
                  <a:cubicBezTo>
                    <a:pt x="63366" y="3179"/>
                    <a:pt x="68239" y="7379"/>
                    <a:pt x="68239" y="15509"/>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0" name="Freeform: Shape 109">
              <a:extLst>
                <a:ext uri="{FF2B5EF4-FFF2-40B4-BE49-F238E27FC236}">
                  <a16:creationId xmlns:a16="http://schemas.microsoft.com/office/drawing/2014/main" id="{77C2D426-0CA6-13FA-AE45-EC794252827C}"/>
                </a:ext>
              </a:extLst>
            </p:cNvPr>
            <p:cNvSpPr/>
            <p:nvPr>
              <p:custDataLst>
                <p:tags r:id="rId114"/>
              </p:custDataLst>
            </p:nvPr>
          </p:nvSpPr>
          <p:spPr>
            <a:xfrm>
              <a:off x="4586330" y="4784049"/>
              <a:ext cx="45228" cy="64873"/>
            </a:xfrm>
            <a:custGeom>
              <a:avLst/>
              <a:gdLst>
                <a:gd name="connsiteX0" fmla="*/ 45362 w 45228"/>
                <a:gd name="connsiteY0" fmla="*/ 32786 h 64873"/>
                <a:gd name="connsiteX1" fmla="*/ 39611 w 45228"/>
                <a:gd name="connsiteY1" fmla="*/ 8221 h 64873"/>
                <a:gd name="connsiteX2" fmla="*/ 22748 w 45228"/>
                <a:gd name="connsiteY2" fmla="*/ 64 h 64873"/>
                <a:gd name="connsiteX3" fmla="*/ 133 w 45228"/>
                <a:gd name="connsiteY3" fmla="*/ 32786 h 64873"/>
                <a:gd name="connsiteX4" fmla="*/ 22748 w 45228"/>
                <a:gd name="connsiteY4" fmla="*/ 64938 h 64873"/>
                <a:gd name="connsiteX5" fmla="*/ 45362 w 45228"/>
                <a:gd name="connsiteY5" fmla="*/ 32786 h 64873"/>
                <a:gd name="connsiteX6" fmla="*/ 22748 w 45228"/>
                <a:gd name="connsiteY6" fmla="*/ 62282 h 64873"/>
                <a:gd name="connsiteX7" fmla="*/ 10368 w 45228"/>
                <a:gd name="connsiteY7" fmla="*/ 51944 h 64873"/>
                <a:gd name="connsiteX8" fmla="*/ 9004 w 45228"/>
                <a:gd name="connsiteY8" fmla="*/ 31553 h 64873"/>
                <a:gd name="connsiteX9" fmla="*/ 10466 w 45228"/>
                <a:gd name="connsiteY9" fmla="*/ 12204 h 64873"/>
                <a:gd name="connsiteX10" fmla="*/ 22748 w 45228"/>
                <a:gd name="connsiteY10" fmla="*/ 2720 h 64873"/>
                <a:gd name="connsiteX11" fmla="*/ 34835 w 45228"/>
                <a:gd name="connsiteY11" fmla="*/ 11351 h 64873"/>
                <a:gd name="connsiteX12" fmla="*/ 36492 w 45228"/>
                <a:gd name="connsiteY12" fmla="*/ 31553 h 64873"/>
                <a:gd name="connsiteX13" fmla="*/ 35225 w 45228"/>
                <a:gd name="connsiteY13" fmla="*/ 51565 h 64873"/>
                <a:gd name="connsiteX14" fmla="*/ 22748 w 45228"/>
                <a:gd name="connsiteY14" fmla="*/ 62282 h 6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228" h="64873">
                  <a:moveTo>
                    <a:pt x="45362" y="32786"/>
                  </a:moveTo>
                  <a:cubicBezTo>
                    <a:pt x="45362" y="22353"/>
                    <a:pt x="44095" y="14860"/>
                    <a:pt x="39611" y="8221"/>
                  </a:cubicBezTo>
                  <a:cubicBezTo>
                    <a:pt x="36589" y="3858"/>
                    <a:pt x="30546" y="64"/>
                    <a:pt x="22748" y="64"/>
                  </a:cubicBezTo>
                  <a:cubicBezTo>
                    <a:pt x="133" y="64"/>
                    <a:pt x="133" y="25957"/>
                    <a:pt x="133" y="32786"/>
                  </a:cubicBezTo>
                  <a:cubicBezTo>
                    <a:pt x="133" y="39614"/>
                    <a:pt x="133" y="64938"/>
                    <a:pt x="22748" y="64938"/>
                  </a:cubicBezTo>
                  <a:cubicBezTo>
                    <a:pt x="45362" y="64938"/>
                    <a:pt x="45362" y="39614"/>
                    <a:pt x="45362" y="32786"/>
                  </a:cubicBezTo>
                  <a:close/>
                  <a:moveTo>
                    <a:pt x="22748" y="62282"/>
                  </a:moveTo>
                  <a:cubicBezTo>
                    <a:pt x="18264" y="62282"/>
                    <a:pt x="12318" y="59721"/>
                    <a:pt x="10368" y="51944"/>
                  </a:cubicBezTo>
                  <a:cubicBezTo>
                    <a:pt x="9004" y="46348"/>
                    <a:pt x="9004" y="38571"/>
                    <a:pt x="9004" y="31553"/>
                  </a:cubicBezTo>
                  <a:cubicBezTo>
                    <a:pt x="9004" y="24629"/>
                    <a:pt x="9004" y="17421"/>
                    <a:pt x="10466" y="12204"/>
                  </a:cubicBezTo>
                  <a:cubicBezTo>
                    <a:pt x="12513" y="4712"/>
                    <a:pt x="18751" y="2720"/>
                    <a:pt x="22748" y="2720"/>
                  </a:cubicBezTo>
                  <a:cubicBezTo>
                    <a:pt x="28012" y="2720"/>
                    <a:pt x="33080" y="5850"/>
                    <a:pt x="34835" y="11351"/>
                  </a:cubicBezTo>
                  <a:cubicBezTo>
                    <a:pt x="36394" y="16472"/>
                    <a:pt x="36492" y="23301"/>
                    <a:pt x="36492" y="31553"/>
                  </a:cubicBezTo>
                  <a:cubicBezTo>
                    <a:pt x="36492" y="38571"/>
                    <a:pt x="36492" y="45590"/>
                    <a:pt x="35225" y="51565"/>
                  </a:cubicBezTo>
                  <a:cubicBezTo>
                    <a:pt x="33275" y="60196"/>
                    <a:pt x="26647" y="62282"/>
                    <a:pt x="22748" y="62282"/>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1" name="Freeform: Shape 110">
              <a:extLst>
                <a:ext uri="{FF2B5EF4-FFF2-40B4-BE49-F238E27FC236}">
                  <a16:creationId xmlns:a16="http://schemas.microsoft.com/office/drawing/2014/main" id="{1B616DD6-C389-78B3-109A-4DC883C7B111}"/>
                </a:ext>
              </a:extLst>
            </p:cNvPr>
            <p:cNvSpPr/>
            <p:nvPr>
              <p:custDataLst>
                <p:tags r:id="rId115"/>
              </p:custDataLst>
            </p:nvPr>
          </p:nvSpPr>
          <p:spPr>
            <a:xfrm>
              <a:off x="4660302" y="4725084"/>
              <a:ext cx="5570" cy="135491"/>
            </a:xfrm>
            <a:custGeom>
              <a:avLst/>
              <a:gdLst>
                <a:gd name="connsiteX0" fmla="*/ 5708 w 5570"/>
                <a:gd name="connsiteY0" fmla="*/ 4940 h 135491"/>
                <a:gd name="connsiteX1" fmla="*/ 2923 w 5570"/>
                <a:gd name="connsiteY1" fmla="*/ 63 h 135491"/>
                <a:gd name="connsiteX2" fmla="*/ 138 w 5570"/>
                <a:gd name="connsiteY2" fmla="*/ 4940 h 135491"/>
                <a:gd name="connsiteX3" fmla="*/ 138 w 5570"/>
                <a:gd name="connsiteY3" fmla="*/ 130677 h 135491"/>
                <a:gd name="connsiteX4" fmla="*/ 2923 w 5570"/>
                <a:gd name="connsiteY4" fmla="*/ 135555 h 135491"/>
                <a:gd name="connsiteX5" fmla="*/ 5708 w 5570"/>
                <a:gd name="connsiteY5" fmla="*/ 130677 h 135491"/>
                <a:gd name="connsiteX6" fmla="*/ 5708 w 5570"/>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0" h="135491">
                  <a:moveTo>
                    <a:pt x="5708" y="4940"/>
                  </a:moveTo>
                  <a:cubicBezTo>
                    <a:pt x="5708" y="2502"/>
                    <a:pt x="5708" y="63"/>
                    <a:pt x="2923" y="63"/>
                  </a:cubicBezTo>
                  <a:cubicBezTo>
                    <a:pt x="138" y="63"/>
                    <a:pt x="138" y="2502"/>
                    <a:pt x="138" y="4940"/>
                  </a:cubicBezTo>
                  <a:lnTo>
                    <a:pt x="138" y="130677"/>
                  </a:lnTo>
                  <a:cubicBezTo>
                    <a:pt x="138" y="133116"/>
                    <a:pt x="138" y="135555"/>
                    <a:pt x="2923" y="135555"/>
                  </a:cubicBezTo>
                  <a:cubicBezTo>
                    <a:pt x="5708" y="135555"/>
                    <a:pt x="5708" y="133116"/>
                    <a:pt x="5708" y="130677"/>
                  </a:cubicBezTo>
                  <a:lnTo>
                    <a:pt x="5708"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2" name="Freeform: Shape 111">
              <a:extLst>
                <a:ext uri="{FF2B5EF4-FFF2-40B4-BE49-F238E27FC236}">
                  <a16:creationId xmlns:a16="http://schemas.microsoft.com/office/drawing/2014/main" id="{AA8FE8AF-6DCB-4E29-AC6A-F2146F8FF2A8}"/>
                </a:ext>
              </a:extLst>
            </p:cNvPr>
            <p:cNvSpPr/>
            <p:nvPr>
              <p:custDataLst>
                <p:tags r:id="rId116"/>
              </p:custDataLst>
            </p:nvPr>
          </p:nvSpPr>
          <p:spPr>
            <a:xfrm>
              <a:off x="4686450" y="4766815"/>
              <a:ext cx="69347" cy="61377"/>
            </a:xfrm>
            <a:custGeom>
              <a:avLst/>
              <a:gdLst>
                <a:gd name="connsiteX0" fmla="*/ 42612 w 69347"/>
                <a:gd name="connsiteY0" fmla="*/ 19032 h 61377"/>
                <a:gd name="connsiteX1" fmla="*/ 56398 w 69347"/>
                <a:gd name="connsiteY1" fmla="*/ 3044 h 61377"/>
                <a:gd name="connsiteX2" fmla="*/ 63361 w 69347"/>
                <a:gd name="connsiteY2" fmla="*/ 4805 h 61377"/>
                <a:gd name="connsiteX3" fmla="*/ 56677 w 69347"/>
                <a:gd name="connsiteY3" fmla="*/ 12122 h 61377"/>
                <a:gd name="connsiteX4" fmla="*/ 61968 w 69347"/>
                <a:gd name="connsiteY4" fmla="*/ 16864 h 61377"/>
                <a:gd name="connsiteX5" fmla="*/ 69488 w 69347"/>
                <a:gd name="connsiteY5" fmla="*/ 9005 h 61377"/>
                <a:gd name="connsiteX6" fmla="*/ 56537 w 69347"/>
                <a:gd name="connsiteY6" fmla="*/ 63 h 61377"/>
                <a:gd name="connsiteX7" fmla="*/ 41916 w 69347"/>
                <a:gd name="connsiteY7" fmla="*/ 10360 h 61377"/>
                <a:gd name="connsiteX8" fmla="*/ 26877 w 69347"/>
                <a:gd name="connsiteY8" fmla="*/ 63 h 61377"/>
                <a:gd name="connsiteX9" fmla="*/ 4458 w 69347"/>
                <a:gd name="connsiteY9" fmla="*/ 20929 h 61377"/>
                <a:gd name="connsiteX10" fmla="*/ 6129 w 69347"/>
                <a:gd name="connsiteY10" fmla="*/ 22283 h 61377"/>
                <a:gd name="connsiteX11" fmla="*/ 7939 w 69347"/>
                <a:gd name="connsiteY11" fmla="*/ 20793 h 61377"/>
                <a:gd name="connsiteX12" fmla="*/ 26598 w 69347"/>
                <a:gd name="connsiteY12" fmla="*/ 3044 h 61377"/>
                <a:gd name="connsiteX13" fmla="*/ 34118 w 69347"/>
                <a:gd name="connsiteY13" fmla="*/ 12122 h 61377"/>
                <a:gd name="connsiteX14" fmla="*/ 26598 w 69347"/>
                <a:gd name="connsiteY14" fmla="*/ 44369 h 61377"/>
                <a:gd name="connsiteX15" fmla="*/ 13370 w 69347"/>
                <a:gd name="connsiteY15" fmla="*/ 58460 h 61377"/>
                <a:gd name="connsiteX16" fmla="*/ 6407 w 69347"/>
                <a:gd name="connsiteY16" fmla="*/ 56698 h 61377"/>
                <a:gd name="connsiteX17" fmla="*/ 12952 w 69347"/>
                <a:gd name="connsiteY17" fmla="*/ 49382 h 61377"/>
                <a:gd name="connsiteX18" fmla="*/ 7800 w 69347"/>
                <a:gd name="connsiteY18" fmla="*/ 44640 h 61377"/>
                <a:gd name="connsiteX19" fmla="*/ 141 w 69347"/>
                <a:gd name="connsiteY19" fmla="*/ 52498 h 61377"/>
                <a:gd name="connsiteX20" fmla="*/ 13230 w 69347"/>
                <a:gd name="connsiteY20" fmla="*/ 61441 h 61377"/>
                <a:gd name="connsiteX21" fmla="*/ 27852 w 69347"/>
                <a:gd name="connsiteY21" fmla="*/ 51143 h 61377"/>
                <a:gd name="connsiteX22" fmla="*/ 42891 w 69347"/>
                <a:gd name="connsiteY22" fmla="*/ 61441 h 61377"/>
                <a:gd name="connsiteX23" fmla="*/ 65171 w 69347"/>
                <a:gd name="connsiteY23" fmla="*/ 40575 h 61377"/>
                <a:gd name="connsiteX24" fmla="*/ 63500 w 69347"/>
                <a:gd name="connsiteY24" fmla="*/ 39220 h 61377"/>
                <a:gd name="connsiteX25" fmla="*/ 61690 w 69347"/>
                <a:gd name="connsiteY25" fmla="*/ 40710 h 61377"/>
                <a:gd name="connsiteX26" fmla="*/ 43169 w 69347"/>
                <a:gd name="connsiteY26" fmla="*/ 58460 h 61377"/>
                <a:gd name="connsiteX27" fmla="*/ 35511 w 69347"/>
                <a:gd name="connsiteY27" fmla="*/ 49517 h 61377"/>
                <a:gd name="connsiteX28" fmla="*/ 37878 w 69347"/>
                <a:gd name="connsiteY28" fmla="*/ 37594 h 61377"/>
                <a:gd name="connsiteX29" fmla="*/ 42612 w 69347"/>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347" h="61377">
                  <a:moveTo>
                    <a:pt x="42612" y="19032"/>
                  </a:moveTo>
                  <a:cubicBezTo>
                    <a:pt x="43448" y="15509"/>
                    <a:pt x="46651" y="3044"/>
                    <a:pt x="56398" y="3044"/>
                  </a:cubicBezTo>
                  <a:cubicBezTo>
                    <a:pt x="57094" y="3044"/>
                    <a:pt x="60436" y="3044"/>
                    <a:pt x="63361" y="4805"/>
                  </a:cubicBezTo>
                  <a:cubicBezTo>
                    <a:pt x="59462" y="5482"/>
                    <a:pt x="56677" y="8870"/>
                    <a:pt x="56677" y="12122"/>
                  </a:cubicBezTo>
                  <a:cubicBezTo>
                    <a:pt x="56677" y="14289"/>
                    <a:pt x="58208" y="16864"/>
                    <a:pt x="61968" y="16864"/>
                  </a:cubicBezTo>
                  <a:cubicBezTo>
                    <a:pt x="65032" y="16864"/>
                    <a:pt x="69488" y="14425"/>
                    <a:pt x="69488" y="9005"/>
                  </a:cubicBezTo>
                  <a:cubicBezTo>
                    <a:pt x="69488" y="1960"/>
                    <a:pt x="61272" y="63"/>
                    <a:pt x="56537" y="63"/>
                  </a:cubicBezTo>
                  <a:cubicBezTo>
                    <a:pt x="48461" y="63"/>
                    <a:pt x="43587" y="7244"/>
                    <a:pt x="41916" y="10360"/>
                  </a:cubicBezTo>
                  <a:cubicBezTo>
                    <a:pt x="38435" y="1418"/>
                    <a:pt x="30915" y="63"/>
                    <a:pt x="26877" y="63"/>
                  </a:cubicBezTo>
                  <a:cubicBezTo>
                    <a:pt x="12395" y="63"/>
                    <a:pt x="4458" y="17541"/>
                    <a:pt x="4458" y="20929"/>
                  </a:cubicBezTo>
                  <a:cubicBezTo>
                    <a:pt x="4458" y="22283"/>
                    <a:pt x="5850" y="22283"/>
                    <a:pt x="6129" y="22283"/>
                  </a:cubicBezTo>
                  <a:cubicBezTo>
                    <a:pt x="7243" y="22283"/>
                    <a:pt x="7660" y="22012"/>
                    <a:pt x="7939" y="20793"/>
                  </a:cubicBezTo>
                  <a:cubicBezTo>
                    <a:pt x="12673" y="6431"/>
                    <a:pt x="21864" y="3044"/>
                    <a:pt x="26598" y="3044"/>
                  </a:cubicBezTo>
                  <a:cubicBezTo>
                    <a:pt x="29244" y="3044"/>
                    <a:pt x="34118" y="4263"/>
                    <a:pt x="34118" y="12122"/>
                  </a:cubicBezTo>
                  <a:cubicBezTo>
                    <a:pt x="34118" y="16322"/>
                    <a:pt x="31751" y="25400"/>
                    <a:pt x="26598" y="44369"/>
                  </a:cubicBezTo>
                  <a:cubicBezTo>
                    <a:pt x="24370" y="52769"/>
                    <a:pt x="19497" y="58460"/>
                    <a:pt x="13370" y="58460"/>
                  </a:cubicBezTo>
                  <a:cubicBezTo>
                    <a:pt x="12534" y="58460"/>
                    <a:pt x="9331" y="58460"/>
                    <a:pt x="6407" y="56698"/>
                  </a:cubicBezTo>
                  <a:cubicBezTo>
                    <a:pt x="9888" y="56021"/>
                    <a:pt x="12952" y="53176"/>
                    <a:pt x="12952" y="49382"/>
                  </a:cubicBezTo>
                  <a:cubicBezTo>
                    <a:pt x="12952" y="45724"/>
                    <a:pt x="9888" y="44640"/>
                    <a:pt x="7800" y="44640"/>
                  </a:cubicBezTo>
                  <a:cubicBezTo>
                    <a:pt x="3622" y="44640"/>
                    <a:pt x="141" y="48162"/>
                    <a:pt x="141" y="52498"/>
                  </a:cubicBezTo>
                  <a:cubicBezTo>
                    <a:pt x="141" y="58731"/>
                    <a:pt x="7103" y="61441"/>
                    <a:pt x="13230" y="61441"/>
                  </a:cubicBezTo>
                  <a:cubicBezTo>
                    <a:pt x="22421" y="61441"/>
                    <a:pt x="27434" y="51956"/>
                    <a:pt x="27852" y="51143"/>
                  </a:cubicBezTo>
                  <a:cubicBezTo>
                    <a:pt x="29523" y="56156"/>
                    <a:pt x="34536" y="61441"/>
                    <a:pt x="42891" y="61441"/>
                  </a:cubicBezTo>
                  <a:cubicBezTo>
                    <a:pt x="57234" y="61441"/>
                    <a:pt x="65171" y="43962"/>
                    <a:pt x="65171" y="40575"/>
                  </a:cubicBezTo>
                  <a:cubicBezTo>
                    <a:pt x="65171" y="39220"/>
                    <a:pt x="63918" y="39220"/>
                    <a:pt x="63500" y="39220"/>
                  </a:cubicBezTo>
                  <a:cubicBezTo>
                    <a:pt x="62247" y="39220"/>
                    <a:pt x="61968" y="39762"/>
                    <a:pt x="61690" y="40710"/>
                  </a:cubicBezTo>
                  <a:cubicBezTo>
                    <a:pt x="57094" y="55208"/>
                    <a:pt x="47625" y="58460"/>
                    <a:pt x="43169" y="58460"/>
                  </a:cubicBezTo>
                  <a:cubicBezTo>
                    <a:pt x="37739" y="58460"/>
                    <a:pt x="35511" y="54124"/>
                    <a:pt x="35511" y="49517"/>
                  </a:cubicBezTo>
                  <a:cubicBezTo>
                    <a:pt x="35511" y="46536"/>
                    <a:pt x="36346" y="43556"/>
                    <a:pt x="37878" y="37594"/>
                  </a:cubicBezTo>
                  <a:lnTo>
                    <a:pt x="42612"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3" name="Freeform: Shape 112">
              <a:extLst>
                <a:ext uri="{FF2B5EF4-FFF2-40B4-BE49-F238E27FC236}">
                  <a16:creationId xmlns:a16="http://schemas.microsoft.com/office/drawing/2014/main" id="{F49DF0E2-986B-9FAD-A088-03DB910B5E5D}"/>
                </a:ext>
              </a:extLst>
            </p:cNvPr>
            <p:cNvSpPr/>
            <p:nvPr>
              <p:custDataLst>
                <p:tags r:id="rId117"/>
              </p:custDataLst>
            </p:nvPr>
          </p:nvSpPr>
          <p:spPr>
            <a:xfrm>
              <a:off x="4765061" y="4725084"/>
              <a:ext cx="19077" cy="135491"/>
            </a:xfrm>
            <a:custGeom>
              <a:avLst/>
              <a:gdLst>
                <a:gd name="connsiteX0" fmla="*/ 19224 w 19077"/>
                <a:gd name="connsiteY0" fmla="*/ 63 h 135491"/>
                <a:gd name="connsiteX1" fmla="*/ 146 w 19077"/>
                <a:gd name="connsiteY1" fmla="*/ 63 h 135491"/>
                <a:gd name="connsiteX2" fmla="*/ 146 w 19077"/>
                <a:gd name="connsiteY2" fmla="*/ 5482 h 135491"/>
                <a:gd name="connsiteX3" fmla="*/ 13654 w 19077"/>
                <a:gd name="connsiteY3" fmla="*/ 5482 h 135491"/>
                <a:gd name="connsiteX4" fmla="*/ 13654 w 19077"/>
                <a:gd name="connsiteY4" fmla="*/ 130135 h 135491"/>
                <a:gd name="connsiteX5" fmla="*/ 146 w 19077"/>
                <a:gd name="connsiteY5" fmla="*/ 130135 h 135491"/>
                <a:gd name="connsiteX6" fmla="*/ 146 w 19077"/>
                <a:gd name="connsiteY6" fmla="*/ 135555 h 135491"/>
                <a:gd name="connsiteX7" fmla="*/ 19224 w 19077"/>
                <a:gd name="connsiteY7" fmla="*/ 135555 h 135491"/>
                <a:gd name="connsiteX8" fmla="*/ 19224 w 19077"/>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224" y="63"/>
                  </a:moveTo>
                  <a:lnTo>
                    <a:pt x="146" y="63"/>
                  </a:lnTo>
                  <a:lnTo>
                    <a:pt x="146" y="5482"/>
                  </a:lnTo>
                  <a:lnTo>
                    <a:pt x="13654" y="5482"/>
                  </a:lnTo>
                  <a:lnTo>
                    <a:pt x="13654" y="130135"/>
                  </a:lnTo>
                  <a:lnTo>
                    <a:pt x="146" y="130135"/>
                  </a:lnTo>
                  <a:lnTo>
                    <a:pt x="146" y="135555"/>
                  </a:lnTo>
                  <a:lnTo>
                    <a:pt x="19224" y="135555"/>
                  </a:lnTo>
                  <a:lnTo>
                    <a:pt x="19224"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4" name="Freeform: Shape 113">
              <a:extLst>
                <a:ext uri="{FF2B5EF4-FFF2-40B4-BE49-F238E27FC236}">
                  <a16:creationId xmlns:a16="http://schemas.microsoft.com/office/drawing/2014/main" id="{F6F17BB9-E23B-9B4E-D9CA-F2FD77217B4A}"/>
                </a:ext>
              </a:extLst>
            </p:cNvPr>
            <p:cNvSpPr/>
            <p:nvPr>
              <p:custDataLst>
                <p:tags r:id="rId118"/>
              </p:custDataLst>
            </p:nvPr>
          </p:nvSpPr>
          <p:spPr>
            <a:xfrm>
              <a:off x="4839421" y="4747711"/>
              <a:ext cx="92601" cy="90237"/>
            </a:xfrm>
            <a:custGeom>
              <a:avLst/>
              <a:gdLst>
                <a:gd name="connsiteX0" fmla="*/ 49307 w 92601"/>
                <a:gd name="connsiteY0" fmla="*/ 47891 h 90237"/>
                <a:gd name="connsiteX1" fmla="*/ 88158 w 92601"/>
                <a:gd name="connsiteY1" fmla="*/ 47891 h 90237"/>
                <a:gd name="connsiteX2" fmla="*/ 92753 w 92601"/>
                <a:gd name="connsiteY2" fmla="*/ 45182 h 90237"/>
                <a:gd name="connsiteX3" fmla="*/ 88158 w 92601"/>
                <a:gd name="connsiteY3" fmla="*/ 42472 h 90237"/>
                <a:gd name="connsiteX4" fmla="*/ 49307 w 92601"/>
                <a:gd name="connsiteY4" fmla="*/ 42472 h 90237"/>
                <a:gd name="connsiteX5" fmla="*/ 49307 w 92601"/>
                <a:gd name="connsiteY5" fmla="*/ 4534 h 90237"/>
                <a:gd name="connsiteX6" fmla="*/ 46522 w 92601"/>
                <a:gd name="connsiteY6" fmla="*/ 63 h 90237"/>
                <a:gd name="connsiteX7" fmla="*/ 43737 w 92601"/>
                <a:gd name="connsiteY7" fmla="*/ 4534 h 90237"/>
                <a:gd name="connsiteX8" fmla="*/ 43737 w 92601"/>
                <a:gd name="connsiteY8" fmla="*/ 42472 h 90237"/>
                <a:gd name="connsiteX9" fmla="*/ 4747 w 92601"/>
                <a:gd name="connsiteY9" fmla="*/ 42472 h 90237"/>
                <a:gd name="connsiteX10" fmla="*/ 151 w 92601"/>
                <a:gd name="connsiteY10" fmla="*/ 45182 h 90237"/>
                <a:gd name="connsiteX11" fmla="*/ 4747 w 92601"/>
                <a:gd name="connsiteY11" fmla="*/ 47891 h 90237"/>
                <a:gd name="connsiteX12" fmla="*/ 43737 w 92601"/>
                <a:gd name="connsiteY12" fmla="*/ 47891 h 90237"/>
                <a:gd name="connsiteX13" fmla="*/ 43737 w 92601"/>
                <a:gd name="connsiteY13" fmla="*/ 85829 h 90237"/>
                <a:gd name="connsiteX14" fmla="*/ 46522 w 92601"/>
                <a:gd name="connsiteY14" fmla="*/ 90300 h 90237"/>
                <a:gd name="connsiteX15" fmla="*/ 49307 w 92601"/>
                <a:gd name="connsiteY15" fmla="*/ 85829 h 90237"/>
                <a:gd name="connsiteX16" fmla="*/ 49307 w 92601"/>
                <a:gd name="connsiteY16" fmla="*/ 47891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01" h="90237">
                  <a:moveTo>
                    <a:pt x="49307" y="47891"/>
                  </a:moveTo>
                  <a:lnTo>
                    <a:pt x="88158" y="47891"/>
                  </a:lnTo>
                  <a:cubicBezTo>
                    <a:pt x="90108" y="47891"/>
                    <a:pt x="92753" y="47891"/>
                    <a:pt x="92753" y="45182"/>
                  </a:cubicBezTo>
                  <a:cubicBezTo>
                    <a:pt x="92753" y="42472"/>
                    <a:pt x="90108" y="42472"/>
                    <a:pt x="88158" y="42472"/>
                  </a:cubicBezTo>
                  <a:lnTo>
                    <a:pt x="49307" y="42472"/>
                  </a:lnTo>
                  <a:lnTo>
                    <a:pt x="49307" y="4534"/>
                  </a:lnTo>
                  <a:cubicBezTo>
                    <a:pt x="49307" y="2637"/>
                    <a:pt x="49307" y="63"/>
                    <a:pt x="46522" y="63"/>
                  </a:cubicBezTo>
                  <a:cubicBezTo>
                    <a:pt x="43737" y="63"/>
                    <a:pt x="43737" y="2637"/>
                    <a:pt x="43737" y="4534"/>
                  </a:cubicBezTo>
                  <a:lnTo>
                    <a:pt x="43737" y="42472"/>
                  </a:lnTo>
                  <a:lnTo>
                    <a:pt x="4747" y="42472"/>
                  </a:lnTo>
                  <a:cubicBezTo>
                    <a:pt x="2797" y="42472"/>
                    <a:pt x="151" y="42472"/>
                    <a:pt x="151" y="45182"/>
                  </a:cubicBezTo>
                  <a:cubicBezTo>
                    <a:pt x="151" y="47891"/>
                    <a:pt x="2797" y="47891"/>
                    <a:pt x="4747" y="47891"/>
                  </a:cubicBezTo>
                  <a:lnTo>
                    <a:pt x="43737" y="47891"/>
                  </a:lnTo>
                  <a:lnTo>
                    <a:pt x="43737" y="85829"/>
                  </a:lnTo>
                  <a:cubicBezTo>
                    <a:pt x="43737" y="87726"/>
                    <a:pt x="43737" y="90300"/>
                    <a:pt x="46522" y="90300"/>
                  </a:cubicBezTo>
                  <a:cubicBezTo>
                    <a:pt x="49307" y="90300"/>
                    <a:pt x="49307" y="87726"/>
                    <a:pt x="49307" y="85829"/>
                  </a:cubicBezTo>
                  <a:lnTo>
                    <a:pt x="49307" y="47891"/>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5" name="Freeform: Shape 114">
              <a:extLst>
                <a:ext uri="{FF2B5EF4-FFF2-40B4-BE49-F238E27FC236}">
                  <a16:creationId xmlns:a16="http://schemas.microsoft.com/office/drawing/2014/main" id="{6A52AD86-3516-6072-7FCE-5E468A58BABE}"/>
                </a:ext>
              </a:extLst>
            </p:cNvPr>
            <p:cNvSpPr/>
            <p:nvPr>
              <p:custDataLst>
                <p:tags r:id="rId119"/>
              </p:custDataLst>
            </p:nvPr>
          </p:nvSpPr>
          <p:spPr>
            <a:xfrm>
              <a:off x="4976165" y="4734568"/>
              <a:ext cx="101065" cy="92134"/>
            </a:xfrm>
            <a:custGeom>
              <a:avLst/>
              <a:gdLst>
                <a:gd name="connsiteX0" fmla="*/ 93460 w 101065"/>
                <a:gd name="connsiteY0" fmla="*/ 60628 h 92134"/>
                <a:gd name="connsiteX1" fmla="*/ 94156 w 101065"/>
                <a:gd name="connsiteY1" fmla="*/ 58731 h 92134"/>
                <a:gd name="connsiteX2" fmla="*/ 92485 w 101065"/>
                <a:gd name="connsiteY2" fmla="*/ 57240 h 92134"/>
                <a:gd name="connsiteX3" fmla="*/ 90675 w 101065"/>
                <a:gd name="connsiteY3" fmla="*/ 58866 h 92134"/>
                <a:gd name="connsiteX4" fmla="*/ 52659 w 101065"/>
                <a:gd name="connsiteY4" fmla="*/ 87997 h 92134"/>
                <a:gd name="connsiteX5" fmla="*/ 32328 w 101065"/>
                <a:gd name="connsiteY5" fmla="*/ 87997 h 92134"/>
                <a:gd name="connsiteX6" fmla="*/ 29265 w 101065"/>
                <a:gd name="connsiteY6" fmla="*/ 87862 h 92134"/>
                <a:gd name="connsiteX7" fmla="*/ 27455 w 101065"/>
                <a:gd name="connsiteY7" fmla="*/ 86507 h 92134"/>
                <a:gd name="connsiteX8" fmla="*/ 28151 w 101065"/>
                <a:gd name="connsiteY8" fmla="*/ 83390 h 92134"/>
                <a:gd name="connsiteX9" fmla="*/ 37620 w 101065"/>
                <a:gd name="connsiteY9" fmla="*/ 46401 h 92134"/>
                <a:gd name="connsiteX10" fmla="*/ 51406 w 101065"/>
                <a:gd name="connsiteY10" fmla="*/ 46401 h 92134"/>
                <a:gd name="connsiteX11" fmla="*/ 63242 w 101065"/>
                <a:gd name="connsiteY11" fmla="*/ 52634 h 92134"/>
                <a:gd name="connsiteX12" fmla="*/ 62267 w 101065"/>
                <a:gd name="connsiteY12" fmla="*/ 59273 h 92134"/>
                <a:gd name="connsiteX13" fmla="*/ 61850 w 101065"/>
                <a:gd name="connsiteY13" fmla="*/ 60763 h 92134"/>
                <a:gd name="connsiteX14" fmla="*/ 63660 w 101065"/>
                <a:gd name="connsiteY14" fmla="*/ 62254 h 92134"/>
                <a:gd name="connsiteX15" fmla="*/ 65749 w 101065"/>
                <a:gd name="connsiteY15" fmla="*/ 59544 h 92134"/>
                <a:gd name="connsiteX16" fmla="*/ 73686 w 101065"/>
                <a:gd name="connsiteY16" fmla="*/ 27839 h 92134"/>
                <a:gd name="connsiteX17" fmla="*/ 72015 w 101065"/>
                <a:gd name="connsiteY17" fmla="*/ 26348 h 92134"/>
                <a:gd name="connsiteX18" fmla="*/ 70065 w 101065"/>
                <a:gd name="connsiteY18" fmla="*/ 28787 h 92134"/>
                <a:gd name="connsiteX19" fmla="*/ 51824 w 101065"/>
                <a:gd name="connsiteY19" fmla="*/ 42201 h 92134"/>
                <a:gd name="connsiteX20" fmla="*/ 38734 w 101065"/>
                <a:gd name="connsiteY20" fmla="*/ 42201 h 92134"/>
                <a:gd name="connsiteX21" fmla="*/ 47089 w 101065"/>
                <a:gd name="connsiteY21" fmla="*/ 9547 h 92134"/>
                <a:gd name="connsiteX22" fmla="*/ 54609 w 101065"/>
                <a:gd name="connsiteY22" fmla="*/ 4263 h 92134"/>
                <a:gd name="connsiteX23" fmla="*/ 74243 w 101065"/>
                <a:gd name="connsiteY23" fmla="*/ 4263 h 92134"/>
                <a:gd name="connsiteX24" fmla="*/ 95409 w 101065"/>
                <a:gd name="connsiteY24" fmla="*/ 19303 h 92134"/>
                <a:gd name="connsiteX25" fmla="*/ 94852 w 101065"/>
                <a:gd name="connsiteY25" fmla="*/ 26484 h 92134"/>
                <a:gd name="connsiteX26" fmla="*/ 94713 w 101065"/>
                <a:gd name="connsiteY26" fmla="*/ 28923 h 92134"/>
                <a:gd name="connsiteX27" fmla="*/ 96384 w 101065"/>
                <a:gd name="connsiteY27" fmla="*/ 30548 h 92134"/>
                <a:gd name="connsiteX28" fmla="*/ 98333 w 101065"/>
                <a:gd name="connsiteY28" fmla="*/ 27161 h 92134"/>
                <a:gd name="connsiteX29" fmla="*/ 101118 w 101065"/>
                <a:gd name="connsiteY29" fmla="*/ 3721 h 92134"/>
                <a:gd name="connsiteX30" fmla="*/ 97359 w 101065"/>
                <a:gd name="connsiteY30" fmla="*/ 63 h 92134"/>
                <a:gd name="connsiteX31" fmla="*/ 27037 w 101065"/>
                <a:gd name="connsiteY31" fmla="*/ 63 h 92134"/>
                <a:gd name="connsiteX32" fmla="*/ 22859 w 101065"/>
                <a:gd name="connsiteY32" fmla="*/ 2773 h 92134"/>
                <a:gd name="connsiteX33" fmla="*/ 26758 w 101065"/>
                <a:gd name="connsiteY33" fmla="*/ 4263 h 92134"/>
                <a:gd name="connsiteX34" fmla="*/ 35810 w 101065"/>
                <a:gd name="connsiteY34" fmla="*/ 6702 h 92134"/>
                <a:gd name="connsiteX35" fmla="*/ 35113 w 101065"/>
                <a:gd name="connsiteY35" fmla="*/ 9954 h 92134"/>
                <a:gd name="connsiteX36" fmla="*/ 16732 w 101065"/>
                <a:gd name="connsiteY36" fmla="*/ 81629 h 92134"/>
                <a:gd name="connsiteX37" fmla="*/ 4060 w 101065"/>
                <a:gd name="connsiteY37" fmla="*/ 87997 h 92134"/>
                <a:gd name="connsiteX38" fmla="*/ 161 w 101065"/>
                <a:gd name="connsiteY38" fmla="*/ 90571 h 92134"/>
                <a:gd name="connsiteX39" fmla="*/ 4060 w 101065"/>
                <a:gd name="connsiteY39" fmla="*/ 92197 h 92134"/>
                <a:gd name="connsiteX40" fmla="*/ 76332 w 101065"/>
                <a:gd name="connsiteY40" fmla="*/ 92197 h 92134"/>
                <a:gd name="connsiteX41" fmla="*/ 80648 w 101065"/>
                <a:gd name="connsiteY41" fmla="*/ 89894 h 92134"/>
                <a:gd name="connsiteX42" fmla="*/ 93460 w 101065"/>
                <a:gd name="connsiteY42" fmla="*/ 60628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1065" h="92134">
                  <a:moveTo>
                    <a:pt x="93460" y="60628"/>
                  </a:moveTo>
                  <a:cubicBezTo>
                    <a:pt x="93738" y="59950"/>
                    <a:pt x="94156" y="59002"/>
                    <a:pt x="94156" y="58731"/>
                  </a:cubicBezTo>
                  <a:cubicBezTo>
                    <a:pt x="94156" y="58595"/>
                    <a:pt x="94156" y="57240"/>
                    <a:pt x="92485" y="57240"/>
                  </a:cubicBezTo>
                  <a:cubicBezTo>
                    <a:pt x="91232" y="57240"/>
                    <a:pt x="90953" y="58053"/>
                    <a:pt x="90675" y="58866"/>
                  </a:cubicBezTo>
                  <a:cubicBezTo>
                    <a:pt x="81623" y="78919"/>
                    <a:pt x="76471" y="87997"/>
                    <a:pt x="52659" y="87997"/>
                  </a:cubicBezTo>
                  <a:lnTo>
                    <a:pt x="32328" y="87997"/>
                  </a:lnTo>
                  <a:cubicBezTo>
                    <a:pt x="30379" y="87997"/>
                    <a:pt x="30100" y="87997"/>
                    <a:pt x="29265" y="87862"/>
                  </a:cubicBezTo>
                  <a:cubicBezTo>
                    <a:pt x="27872" y="87726"/>
                    <a:pt x="27455" y="87591"/>
                    <a:pt x="27455" y="86507"/>
                  </a:cubicBezTo>
                  <a:cubicBezTo>
                    <a:pt x="27455" y="86100"/>
                    <a:pt x="27455" y="85829"/>
                    <a:pt x="28151" y="83390"/>
                  </a:cubicBezTo>
                  <a:lnTo>
                    <a:pt x="37620" y="46401"/>
                  </a:lnTo>
                  <a:lnTo>
                    <a:pt x="51406" y="46401"/>
                  </a:lnTo>
                  <a:cubicBezTo>
                    <a:pt x="63242" y="46401"/>
                    <a:pt x="63242" y="49246"/>
                    <a:pt x="63242" y="52634"/>
                  </a:cubicBezTo>
                  <a:cubicBezTo>
                    <a:pt x="63242" y="53582"/>
                    <a:pt x="63242" y="55208"/>
                    <a:pt x="62267" y="59273"/>
                  </a:cubicBezTo>
                  <a:cubicBezTo>
                    <a:pt x="61989" y="59950"/>
                    <a:pt x="61850" y="60357"/>
                    <a:pt x="61850" y="60763"/>
                  </a:cubicBezTo>
                  <a:cubicBezTo>
                    <a:pt x="61850" y="61441"/>
                    <a:pt x="62407" y="62254"/>
                    <a:pt x="63660" y="62254"/>
                  </a:cubicBezTo>
                  <a:cubicBezTo>
                    <a:pt x="64774" y="62254"/>
                    <a:pt x="65192" y="61576"/>
                    <a:pt x="65749" y="59544"/>
                  </a:cubicBezTo>
                  <a:lnTo>
                    <a:pt x="73686" y="27839"/>
                  </a:lnTo>
                  <a:cubicBezTo>
                    <a:pt x="73686" y="27026"/>
                    <a:pt x="72990" y="26348"/>
                    <a:pt x="72015" y="26348"/>
                  </a:cubicBezTo>
                  <a:cubicBezTo>
                    <a:pt x="70762" y="26348"/>
                    <a:pt x="70483" y="27161"/>
                    <a:pt x="70065" y="28787"/>
                  </a:cubicBezTo>
                  <a:cubicBezTo>
                    <a:pt x="67141" y="39084"/>
                    <a:pt x="64635" y="42201"/>
                    <a:pt x="51824" y="42201"/>
                  </a:cubicBezTo>
                  <a:lnTo>
                    <a:pt x="38734" y="42201"/>
                  </a:lnTo>
                  <a:lnTo>
                    <a:pt x="47089" y="9547"/>
                  </a:lnTo>
                  <a:cubicBezTo>
                    <a:pt x="48342" y="4805"/>
                    <a:pt x="48481" y="4263"/>
                    <a:pt x="54609" y="4263"/>
                  </a:cubicBezTo>
                  <a:lnTo>
                    <a:pt x="74243" y="4263"/>
                  </a:lnTo>
                  <a:cubicBezTo>
                    <a:pt x="91232" y="4263"/>
                    <a:pt x="95409" y="8192"/>
                    <a:pt x="95409" y="19303"/>
                  </a:cubicBezTo>
                  <a:cubicBezTo>
                    <a:pt x="95409" y="22554"/>
                    <a:pt x="95409" y="22825"/>
                    <a:pt x="94852" y="26484"/>
                  </a:cubicBezTo>
                  <a:cubicBezTo>
                    <a:pt x="94852" y="27297"/>
                    <a:pt x="94713" y="28245"/>
                    <a:pt x="94713" y="28923"/>
                  </a:cubicBezTo>
                  <a:cubicBezTo>
                    <a:pt x="94713" y="29600"/>
                    <a:pt x="95131" y="30548"/>
                    <a:pt x="96384" y="30548"/>
                  </a:cubicBezTo>
                  <a:cubicBezTo>
                    <a:pt x="97916" y="30548"/>
                    <a:pt x="98055" y="29735"/>
                    <a:pt x="98333" y="27161"/>
                  </a:cubicBezTo>
                  <a:lnTo>
                    <a:pt x="101118" y="3721"/>
                  </a:lnTo>
                  <a:cubicBezTo>
                    <a:pt x="101536" y="63"/>
                    <a:pt x="100840" y="63"/>
                    <a:pt x="97359" y="63"/>
                  </a:cubicBezTo>
                  <a:lnTo>
                    <a:pt x="27037" y="63"/>
                  </a:lnTo>
                  <a:cubicBezTo>
                    <a:pt x="24252" y="63"/>
                    <a:pt x="22859" y="63"/>
                    <a:pt x="22859" y="2773"/>
                  </a:cubicBezTo>
                  <a:cubicBezTo>
                    <a:pt x="22859" y="4263"/>
                    <a:pt x="24113" y="4263"/>
                    <a:pt x="26758" y="4263"/>
                  </a:cubicBezTo>
                  <a:cubicBezTo>
                    <a:pt x="31911" y="4263"/>
                    <a:pt x="35810" y="4263"/>
                    <a:pt x="35810" y="6702"/>
                  </a:cubicBezTo>
                  <a:cubicBezTo>
                    <a:pt x="35810" y="7244"/>
                    <a:pt x="35810" y="7515"/>
                    <a:pt x="35113" y="9954"/>
                  </a:cubicBezTo>
                  <a:lnTo>
                    <a:pt x="16732" y="81629"/>
                  </a:lnTo>
                  <a:cubicBezTo>
                    <a:pt x="15340" y="86913"/>
                    <a:pt x="15061" y="87997"/>
                    <a:pt x="4060" y="87997"/>
                  </a:cubicBezTo>
                  <a:cubicBezTo>
                    <a:pt x="1693" y="87997"/>
                    <a:pt x="161" y="87997"/>
                    <a:pt x="161" y="90571"/>
                  </a:cubicBezTo>
                  <a:cubicBezTo>
                    <a:pt x="161" y="92197"/>
                    <a:pt x="1415" y="92197"/>
                    <a:pt x="4060" y="92197"/>
                  </a:cubicBezTo>
                  <a:lnTo>
                    <a:pt x="76332" y="92197"/>
                  </a:lnTo>
                  <a:cubicBezTo>
                    <a:pt x="79534" y="92197"/>
                    <a:pt x="79674" y="92062"/>
                    <a:pt x="80648" y="89894"/>
                  </a:cubicBezTo>
                  <a:lnTo>
                    <a:pt x="93460" y="606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6" name="Freeform: Shape 115">
              <a:extLst>
                <a:ext uri="{FF2B5EF4-FFF2-40B4-BE49-F238E27FC236}">
                  <a16:creationId xmlns:a16="http://schemas.microsoft.com/office/drawing/2014/main" id="{BBF52E84-10AC-657A-A3F8-D907124A9E8D}"/>
                </a:ext>
              </a:extLst>
            </p:cNvPr>
            <p:cNvSpPr/>
            <p:nvPr>
              <p:custDataLst>
                <p:tags r:id="rId120"/>
              </p:custDataLst>
            </p:nvPr>
          </p:nvSpPr>
          <p:spPr>
            <a:xfrm>
              <a:off x="5098125" y="4725084"/>
              <a:ext cx="19077" cy="135491"/>
            </a:xfrm>
            <a:custGeom>
              <a:avLst/>
              <a:gdLst>
                <a:gd name="connsiteX0" fmla="*/ 19247 w 19077"/>
                <a:gd name="connsiteY0" fmla="*/ 135555 h 135491"/>
                <a:gd name="connsiteX1" fmla="*/ 19247 w 19077"/>
                <a:gd name="connsiteY1" fmla="*/ 130135 h 135491"/>
                <a:gd name="connsiteX2" fmla="*/ 5739 w 19077"/>
                <a:gd name="connsiteY2" fmla="*/ 130135 h 135491"/>
                <a:gd name="connsiteX3" fmla="*/ 5739 w 19077"/>
                <a:gd name="connsiteY3" fmla="*/ 5482 h 135491"/>
                <a:gd name="connsiteX4" fmla="*/ 19247 w 19077"/>
                <a:gd name="connsiteY4" fmla="*/ 5482 h 135491"/>
                <a:gd name="connsiteX5" fmla="*/ 19247 w 19077"/>
                <a:gd name="connsiteY5" fmla="*/ 63 h 135491"/>
                <a:gd name="connsiteX6" fmla="*/ 169 w 19077"/>
                <a:gd name="connsiteY6" fmla="*/ 63 h 135491"/>
                <a:gd name="connsiteX7" fmla="*/ 169 w 19077"/>
                <a:gd name="connsiteY7" fmla="*/ 135555 h 135491"/>
                <a:gd name="connsiteX8" fmla="*/ 19247 w 19077"/>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247" y="135555"/>
                  </a:moveTo>
                  <a:lnTo>
                    <a:pt x="19247" y="130135"/>
                  </a:lnTo>
                  <a:lnTo>
                    <a:pt x="5739" y="130135"/>
                  </a:lnTo>
                  <a:lnTo>
                    <a:pt x="5739" y="5482"/>
                  </a:lnTo>
                  <a:lnTo>
                    <a:pt x="19247" y="5482"/>
                  </a:lnTo>
                  <a:lnTo>
                    <a:pt x="19247" y="63"/>
                  </a:lnTo>
                  <a:lnTo>
                    <a:pt x="169" y="63"/>
                  </a:lnTo>
                  <a:lnTo>
                    <a:pt x="169" y="135555"/>
                  </a:lnTo>
                  <a:lnTo>
                    <a:pt x="19247"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7" name="Freeform: Shape 116">
              <a:extLst>
                <a:ext uri="{FF2B5EF4-FFF2-40B4-BE49-F238E27FC236}">
                  <a16:creationId xmlns:a16="http://schemas.microsoft.com/office/drawing/2014/main" id="{EBE53CDA-BBC9-A684-7463-AFF280DF1501}"/>
                </a:ext>
              </a:extLst>
            </p:cNvPr>
            <p:cNvSpPr/>
            <p:nvPr>
              <p:custDataLst>
                <p:tags r:id="rId121"/>
              </p:custDataLst>
            </p:nvPr>
          </p:nvSpPr>
          <p:spPr>
            <a:xfrm>
              <a:off x="5124535" y="4731045"/>
              <a:ext cx="75909" cy="121942"/>
            </a:xfrm>
            <a:custGeom>
              <a:avLst/>
              <a:gdLst>
                <a:gd name="connsiteX0" fmla="*/ 76082 w 75909"/>
                <a:gd name="connsiteY0" fmla="*/ 18625 h 121942"/>
                <a:gd name="connsiteX1" fmla="*/ 57143 w 75909"/>
                <a:gd name="connsiteY1" fmla="*/ 63 h 121942"/>
                <a:gd name="connsiteX2" fmla="*/ 40294 w 75909"/>
                <a:gd name="connsiteY2" fmla="*/ 5753 h 121942"/>
                <a:gd name="connsiteX3" fmla="*/ 22331 w 75909"/>
                <a:gd name="connsiteY3" fmla="*/ 34613 h 121942"/>
                <a:gd name="connsiteX4" fmla="*/ 190 w 75909"/>
                <a:gd name="connsiteY4" fmla="*/ 120651 h 121942"/>
                <a:gd name="connsiteX5" fmla="*/ 1861 w 75909"/>
                <a:gd name="connsiteY5" fmla="*/ 122005 h 121942"/>
                <a:gd name="connsiteX6" fmla="*/ 3532 w 75909"/>
                <a:gd name="connsiteY6" fmla="*/ 121328 h 121942"/>
                <a:gd name="connsiteX7" fmla="*/ 13279 w 75909"/>
                <a:gd name="connsiteY7" fmla="*/ 83932 h 121942"/>
                <a:gd name="connsiteX8" fmla="*/ 32217 w 75909"/>
                <a:gd name="connsiteY8" fmla="*/ 97075 h 121942"/>
                <a:gd name="connsiteX9" fmla="*/ 59093 w 75909"/>
                <a:gd name="connsiteY9" fmla="*/ 86371 h 121942"/>
                <a:gd name="connsiteX10" fmla="*/ 70233 w 75909"/>
                <a:gd name="connsiteY10" fmla="*/ 61441 h 121942"/>
                <a:gd name="connsiteX11" fmla="*/ 60068 w 75909"/>
                <a:gd name="connsiteY11" fmla="*/ 41252 h 121942"/>
                <a:gd name="connsiteX12" fmla="*/ 76082 w 75909"/>
                <a:gd name="connsiteY12" fmla="*/ 18625 h 121942"/>
                <a:gd name="connsiteX13" fmla="*/ 51016 w 75909"/>
                <a:gd name="connsiteY13" fmla="*/ 41117 h 121942"/>
                <a:gd name="connsiteX14" fmla="*/ 44332 w 75909"/>
                <a:gd name="connsiteY14" fmla="*/ 42065 h 121942"/>
                <a:gd name="connsiteX15" fmla="*/ 38205 w 75909"/>
                <a:gd name="connsiteY15" fmla="*/ 41523 h 121942"/>
                <a:gd name="connsiteX16" fmla="*/ 45029 w 75909"/>
                <a:gd name="connsiteY16" fmla="*/ 40439 h 121942"/>
                <a:gd name="connsiteX17" fmla="*/ 51016 w 75909"/>
                <a:gd name="connsiteY17" fmla="*/ 41117 h 121942"/>
                <a:gd name="connsiteX18" fmla="*/ 68284 w 75909"/>
                <a:gd name="connsiteY18" fmla="*/ 15509 h 121942"/>
                <a:gd name="connsiteX19" fmla="*/ 55751 w 75909"/>
                <a:gd name="connsiteY19" fmla="*/ 38949 h 121942"/>
                <a:gd name="connsiteX20" fmla="*/ 45029 w 75909"/>
                <a:gd name="connsiteY20" fmla="*/ 37323 h 121942"/>
                <a:gd name="connsiteX21" fmla="*/ 34306 w 75909"/>
                <a:gd name="connsiteY21" fmla="*/ 41659 h 121942"/>
                <a:gd name="connsiteX22" fmla="*/ 43915 w 75909"/>
                <a:gd name="connsiteY22" fmla="*/ 45046 h 121942"/>
                <a:gd name="connsiteX23" fmla="*/ 55333 w 75909"/>
                <a:gd name="connsiteY23" fmla="*/ 43285 h 121942"/>
                <a:gd name="connsiteX24" fmla="*/ 61460 w 75909"/>
                <a:gd name="connsiteY24" fmla="*/ 58595 h 121942"/>
                <a:gd name="connsiteX25" fmla="*/ 54498 w 75909"/>
                <a:gd name="connsiteY25" fmla="*/ 81900 h 121942"/>
                <a:gd name="connsiteX26" fmla="*/ 31800 w 75909"/>
                <a:gd name="connsiteY26" fmla="*/ 94094 h 121942"/>
                <a:gd name="connsiteX27" fmla="*/ 15925 w 75909"/>
                <a:gd name="connsiteY27" fmla="*/ 76616 h 121942"/>
                <a:gd name="connsiteX28" fmla="*/ 16621 w 75909"/>
                <a:gd name="connsiteY28" fmla="*/ 70654 h 121942"/>
                <a:gd name="connsiteX29" fmla="*/ 25533 w 75909"/>
                <a:gd name="connsiteY29" fmla="*/ 36375 h 121942"/>
                <a:gd name="connsiteX30" fmla="*/ 55333 w 75909"/>
                <a:gd name="connsiteY30" fmla="*/ 3179 h 121942"/>
                <a:gd name="connsiteX31" fmla="*/ 68284 w 75909"/>
                <a:gd name="connsiteY31" fmla="*/ 15509 h 12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909" h="121942">
                  <a:moveTo>
                    <a:pt x="76082" y="18625"/>
                  </a:moveTo>
                  <a:cubicBezTo>
                    <a:pt x="76082" y="8463"/>
                    <a:pt x="68423" y="63"/>
                    <a:pt x="57143" y="63"/>
                  </a:cubicBezTo>
                  <a:cubicBezTo>
                    <a:pt x="49067" y="63"/>
                    <a:pt x="45168" y="2231"/>
                    <a:pt x="40294" y="5753"/>
                  </a:cubicBezTo>
                  <a:cubicBezTo>
                    <a:pt x="32635" y="11173"/>
                    <a:pt x="24976" y="24316"/>
                    <a:pt x="22331" y="34613"/>
                  </a:cubicBezTo>
                  <a:lnTo>
                    <a:pt x="190" y="120651"/>
                  </a:lnTo>
                  <a:cubicBezTo>
                    <a:pt x="50" y="121193"/>
                    <a:pt x="747" y="122005"/>
                    <a:pt x="1861" y="122005"/>
                  </a:cubicBezTo>
                  <a:cubicBezTo>
                    <a:pt x="2975" y="122005"/>
                    <a:pt x="3392" y="121735"/>
                    <a:pt x="3532" y="121328"/>
                  </a:cubicBezTo>
                  <a:lnTo>
                    <a:pt x="13279" y="83932"/>
                  </a:lnTo>
                  <a:cubicBezTo>
                    <a:pt x="15925" y="92062"/>
                    <a:pt x="22052" y="97075"/>
                    <a:pt x="32217" y="97075"/>
                  </a:cubicBezTo>
                  <a:cubicBezTo>
                    <a:pt x="42383" y="97075"/>
                    <a:pt x="52827" y="92333"/>
                    <a:pt x="59093" y="86371"/>
                  </a:cubicBezTo>
                  <a:cubicBezTo>
                    <a:pt x="65777" y="80138"/>
                    <a:pt x="70233" y="71467"/>
                    <a:pt x="70233" y="61441"/>
                  </a:cubicBezTo>
                  <a:cubicBezTo>
                    <a:pt x="70233" y="51685"/>
                    <a:pt x="65081" y="44640"/>
                    <a:pt x="60068" y="41252"/>
                  </a:cubicBezTo>
                  <a:cubicBezTo>
                    <a:pt x="68144" y="36781"/>
                    <a:pt x="76082" y="28381"/>
                    <a:pt x="76082" y="18625"/>
                  </a:cubicBezTo>
                  <a:close/>
                  <a:moveTo>
                    <a:pt x="51016" y="41117"/>
                  </a:moveTo>
                  <a:cubicBezTo>
                    <a:pt x="49206" y="41794"/>
                    <a:pt x="47674" y="42065"/>
                    <a:pt x="44332" y="42065"/>
                  </a:cubicBezTo>
                  <a:cubicBezTo>
                    <a:pt x="42383" y="42065"/>
                    <a:pt x="39598" y="42201"/>
                    <a:pt x="38205" y="41523"/>
                  </a:cubicBezTo>
                  <a:cubicBezTo>
                    <a:pt x="38484" y="40168"/>
                    <a:pt x="43497" y="40439"/>
                    <a:pt x="45029" y="40439"/>
                  </a:cubicBezTo>
                  <a:cubicBezTo>
                    <a:pt x="47953" y="40439"/>
                    <a:pt x="49206" y="40439"/>
                    <a:pt x="51016" y="41117"/>
                  </a:cubicBezTo>
                  <a:close/>
                  <a:moveTo>
                    <a:pt x="68284" y="15509"/>
                  </a:moveTo>
                  <a:cubicBezTo>
                    <a:pt x="68284" y="24993"/>
                    <a:pt x="62992" y="34749"/>
                    <a:pt x="55751" y="38949"/>
                  </a:cubicBezTo>
                  <a:cubicBezTo>
                    <a:pt x="51991" y="37594"/>
                    <a:pt x="49206" y="37323"/>
                    <a:pt x="45029" y="37323"/>
                  </a:cubicBezTo>
                  <a:cubicBezTo>
                    <a:pt x="42104" y="37323"/>
                    <a:pt x="34306" y="37188"/>
                    <a:pt x="34306" y="41659"/>
                  </a:cubicBezTo>
                  <a:cubicBezTo>
                    <a:pt x="34167" y="45453"/>
                    <a:pt x="41408" y="45046"/>
                    <a:pt x="43915" y="45046"/>
                  </a:cubicBezTo>
                  <a:cubicBezTo>
                    <a:pt x="49067" y="45046"/>
                    <a:pt x="51156" y="44911"/>
                    <a:pt x="55333" y="43285"/>
                  </a:cubicBezTo>
                  <a:cubicBezTo>
                    <a:pt x="60625" y="48162"/>
                    <a:pt x="61321" y="52363"/>
                    <a:pt x="61460" y="58595"/>
                  </a:cubicBezTo>
                  <a:cubicBezTo>
                    <a:pt x="61739" y="66454"/>
                    <a:pt x="58397" y="76616"/>
                    <a:pt x="54498" y="81900"/>
                  </a:cubicBezTo>
                  <a:cubicBezTo>
                    <a:pt x="49067" y="89216"/>
                    <a:pt x="39737" y="94094"/>
                    <a:pt x="31800" y="94094"/>
                  </a:cubicBezTo>
                  <a:cubicBezTo>
                    <a:pt x="21217" y="94094"/>
                    <a:pt x="15925" y="86236"/>
                    <a:pt x="15925" y="76616"/>
                  </a:cubicBezTo>
                  <a:cubicBezTo>
                    <a:pt x="15925" y="75261"/>
                    <a:pt x="15925" y="73228"/>
                    <a:pt x="16621" y="70654"/>
                  </a:cubicBezTo>
                  <a:lnTo>
                    <a:pt x="25533" y="36375"/>
                  </a:lnTo>
                  <a:cubicBezTo>
                    <a:pt x="28597" y="24722"/>
                    <a:pt x="38623" y="3179"/>
                    <a:pt x="55333" y="3179"/>
                  </a:cubicBezTo>
                  <a:cubicBezTo>
                    <a:pt x="63410" y="3179"/>
                    <a:pt x="68284" y="7379"/>
                    <a:pt x="68284" y="15509"/>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8" name="Freeform: Shape 117">
              <a:extLst>
                <a:ext uri="{FF2B5EF4-FFF2-40B4-BE49-F238E27FC236}">
                  <a16:creationId xmlns:a16="http://schemas.microsoft.com/office/drawing/2014/main" id="{5BA8535C-BED9-4412-744A-2FE5146496CD}"/>
                </a:ext>
              </a:extLst>
            </p:cNvPr>
            <p:cNvSpPr/>
            <p:nvPr>
              <p:custDataLst>
                <p:tags r:id="rId122"/>
              </p:custDataLst>
            </p:nvPr>
          </p:nvSpPr>
          <p:spPr>
            <a:xfrm>
              <a:off x="5209764" y="4784049"/>
              <a:ext cx="35481" cy="62976"/>
            </a:xfrm>
            <a:custGeom>
              <a:avLst/>
              <a:gdLst>
                <a:gd name="connsiteX0" fmla="*/ 22207 w 35481"/>
                <a:gd name="connsiteY0" fmla="*/ 2720 h 62976"/>
                <a:gd name="connsiteX1" fmla="*/ 19283 w 35481"/>
                <a:gd name="connsiteY1" fmla="*/ 64 h 62976"/>
                <a:gd name="connsiteX2" fmla="*/ 178 w 35481"/>
                <a:gd name="connsiteY2" fmla="*/ 6134 h 62976"/>
                <a:gd name="connsiteX3" fmla="*/ 178 w 35481"/>
                <a:gd name="connsiteY3" fmla="*/ 9549 h 62976"/>
                <a:gd name="connsiteX4" fmla="*/ 14312 w 35481"/>
                <a:gd name="connsiteY4" fmla="*/ 6893 h 62976"/>
                <a:gd name="connsiteX5" fmla="*/ 14312 w 35481"/>
                <a:gd name="connsiteY5" fmla="*/ 55264 h 62976"/>
                <a:gd name="connsiteX6" fmla="*/ 4564 w 35481"/>
                <a:gd name="connsiteY6" fmla="*/ 59626 h 62976"/>
                <a:gd name="connsiteX7" fmla="*/ 860 w 35481"/>
                <a:gd name="connsiteY7" fmla="*/ 59626 h 62976"/>
                <a:gd name="connsiteX8" fmla="*/ 860 w 35481"/>
                <a:gd name="connsiteY8" fmla="*/ 63041 h 62976"/>
                <a:gd name="connsiteX9" fmla="*/ 18211 w 35481"/>
                <a:gd name="connsiteY9" fmla="*/ 62662 h 62976"/>
                <a:gd name="connsiteX10" fmla="*/ 35659 w 35481"/>
                <a:gd name="connsiteY10" fmla="*/ 63041 h 62976"/>
                <a:gd name="connsiteX11" fmla="*/ 35659 w 35481"/>
                <a:gd name="connsiteY11" fmla="*/ 59626 h 62976"/>
                <a:gd name="connsiteX12" fmla="*/ 31955 w 35481"/>
                <a:gd name="connsiteY12" fmla="*/ 59626 h 62976"/>
                <a:gd name="connsiteX13" fmla="*/ 22207 w 35481"/>
                <a:gd name="connsiteY13" fmla="*/ 55264 h 62976"/>
                <a:gd name="connsiteX14" fmla="*/ 22207 w 35481"/>
                <a:gd name="connsiteY14" fmla="*/ 2720 h 6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481" h="62976">
                  <a:moveTo>
                    <a:pt x="22207" y="2720"/>
                  </a:moveTo>
                  <a:cubicBezTo>
                    <a:pt x="22207" y="159"/>
                    <a:pt x="22012" y="64"/>
                    <a:pt x="19283" y="64"/>
                  </a:cubicBezTo>
                  <a:cubicBezTo>
                    <a:pt x="13045" y="6039"/>
                    <a:pt x="4174" y="6134"/>
                    <a:pt x="178" y="6134"/>
                  </a:cubicBezTo>
                  <a:lnTo>
                    <a:pt x="178" y="9549"/>
                  </a:lnTo>
                  <a:cubicBezTo>
                    <a:pt x="2517" y="9549"/>
                    <a:pt x="8951" y="9549"/>
                    <a:pt x="14312" y="6893"/>
                  </a:cubicBezTo>
                  <a:lnTo>
                    <a:pt x="14312" y="55264"/>
                  </a:lnTo>
                  <a:cubicBezTo>
                    <a:pt x="14312" y="58394"/>
                    <a:pt x="14312" y="59626"/>
                    <a:pt x="4564" y="59626"/>
                  </a:cubicBezTo>
                  <a:lnTo>
                    <a:pt x="860" y="59626"/>
                  </a:lnTo>
                  <a:lnTo>
                    <a:pt x="860" y="63041"/>
                  </a:lnTo>
                  <a:cubicBezTo>
                    <a:pt x="2615" y="62946"/>
                    <a:pt x="14604" y="62662"/>
                    <a:pt x="18211" y="62662"/>
                  </a:cubicBezTo>
                  <a:cubicBezTo>
                    <a:pt x="21232" y="62662"/>
                    <a:pt x="33514" y="62946"/>
                    <a:pt x="35659" y="63041"/>
                  </a:cubicBezTo>
                  <a:lnTo>
                    <a:pt x="35659" y="59626"/>
                  </a:lnTo>
                  <a:lnTo>
                    <a:pt x="31955" y="59626"/>
                  </a:lnTo>
                  <a:cubicBezTo>
                    <a:pt x="22207" y="59626"/>
                    <a:pt x="22207" y="58394"/>
                    <a:pt x="22207" y="55264"/>
                  </a:cubicBezTo>
                  <a:lnTo>
                    <a:pt x="22207" y="272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19" name="Freeform: Shape 118">
              <a:extLst>
                <a:ext uri="{FF2B5EF4-FFF2-40B4-BE49-F238E27FC236}">
                  <a16:creationId xmlns:a16="http://schemas.microsoft.com/office/drawing/2014/main" id="{1B57EDD4-A704-9D82-D933-405E90A89496}"/>
                </a:ext>
              </a:extLst>
            </p:cNvPr>
            <p:cNvSpPr/>
            <p:nvPr>
              <p:custDataLst>
                <p:tags r:id="rId123"/>
              </p:custDataLst>
            </p:nvPr>
          </p:nvSpPr>
          <p:spPr>
            <a:xfrm>
              <a:off x="5265647" y="4766815"/>
              <a:ext cx="69347" cy="61377"/>
            </a:xfrm>
            <a:custGeom>
              <a:avLst/>
              <a:gdLst>
                <a:gd name="connsiteX0" fmla="*/ 42654 w 69347"/>
                <a:gd name="connsiteY0" fmla="*/ 19032 h 61377"/>
                <a:gd name="connsiteX1" fmla="*/ 56440 w 69347"/>
                <a:gd name="connsiteY1" fmla="*/ 3044 h 61377"/>
                <a:gd name="connsiteX2" fmla="*/ 63402 w 69347"/>
                <a:gd name="connsiteY2" fmla="*/ 4805 h 61377"/>
                <a:gd name="connsiteX3" fmla="*/ 56718 w 69347"/>
                <a:gd name="connsiteY3" fmla="*/ 12122 h 61377"/>
                <a:gd name="connsiteX4" fmla="*/ 62010 w 69347"/>
                <a:gd name="connsiteY4" fmla="*/ 16864 h 61377"/>
                <a:gd name="connsiteX5" fmla="*/ 69529 w 69347"/>
                <a:gd name="connsiteY5" fmla="*/ 9005 h 61377"/>
                <a:gd name="connsiteX6" fmla="*/ 56579 w 69347"/>
                <a:gd name="connsiteY6" fmla="*/ 63 h 61377"/>
                <a:gd name="connsiteX7" fmla="*/ 41957 w 69347"/>
                <a:gd name="connsiteY7" fmla="*/ 10360 h 61377"/>
                <a:gd name="connsiteX8" fmla="*/ 26918 w 69347"/>
                <a:gd name="connsiteY8" fmla="*/ 63 h 61377"/>
                <a:gd name="connsiteX9" fmla="*/ 4499 w 69347"/>
                <a:gd name="connsiteY9" fmla="*/ 20929 h 61377"/>
                <a:gd name="connsiteX10" fmla="*/ 6170 w 69347"/>
                <a:gd name="connsiteY10" fmla="*/ 22283 h 61377"/>
                <a:gd name="connsiteX11" fmla="*/ 7980 w 69347"/>
                <a:gd name="connsiteY11" fmla="*/ 20793 h 61377"/>
                <a:gd name="connsiteX12" fmla="*/ 26640 w 69347"/>
                <a:gd name="connsiteY12" fmla="*/ 3044 h 61377"/>
                <a:gd name="connsiteX13" fmla="*/ 34159 w 69347"/>
                <a:gd name="connsiteY13" fmla="*/ 12122 h 61377"/>
                <a:gd name="connsiteX14" fmla="*/ 26640 w 69347"/>
                <a:gd name="connsiteY14" fmla="*/ 44369 h 61377"/>
                <a:gd name="connsiteX15" fmla="*/ 13411 w 69347"/>
                <a:gd name="connsiteY15" fmla="*/ 58460 h 61377"/>
                <a:gd name="connsiteX16" fmla="*/ 6448 w 69347"/>
                <a:gd name="connsiteY16" fmla="*/ 56698 h 61377"/>
                <a:gd name="connsiteX17" fmla="*/ 12993 w 69347"/>
                <a:gd name="connsiteY17" fmla="*/ 49382 h 61377"/>
                <a:gd name="connsiteX18" fmla="*/ 7841 w 69347"/>
                <a:gd name="connsiteY18" fmla="*/ 44640 h 61377"/>
                <a:gd name="connsiteX19" fmla="*/ 182 w 69347"/>
                <a:gd name="connsiteY19" fmla="*/ 52498 h 61377"/>
                <a:gd name="connsiteX20" fmla="*/ 13272 w 69347"/>
                <a:gd name="connsiteY20" fmla="*/ 61441 h 61377"/>
                <a:gd name="connsiteX21" fmla="*/ 27893 w 69347"/>
                <a:gd name="connsiteY21" fmla="*/ 51143 h 61377"/>
                <a:gd name="connsiteX22" fmla="*/ 42932 w 69347"/>
                <a:gd name="connsiteY22" fmla="*/ 61441 h 61377"/>
                <a:gd name="connsiteX23" fmla="*/ 65212 w 69347"/>
                <a:gd name="connsiteY23" fmla="*/ 40575 h 61377"/>
                <a:gd name="connsiteX24" fmla="*/ 63541 w 69347"/>
                <a:gd name="connsiteY24" fmla="*/ 39220 h 61377"/>
                <a:gd name="connsiteX25" fmla="*/ 61731 w 69347"/>
                <a:gd name="connsiteY25" fmla="*/ 40710 h 61377"/>
                <a:gd name="connsiteX26" fmla="*/ 43211 w 69347"/>
                <a:gd name="connsiteY26" fmla="*/ 58460 h 61377"/>
                <a:gd name="connsiteX27" fmla="*/ 35552 w 69347"/>
                <a:gd name="connsiteY27" fmla="*/ 49517 h 61377"/>
                <a:gd name="connsiteX28" fmla="*/ 37919 w 69347"/>
                <a:gd name="connsiteY28" fmla="*/ 37594 h 61377"/>
                <a:gd name="connsiteX29" fmla="*/ 42654 w 69347"/>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347" h="61377">
                  <a:moveTo>
                    <a:pt x="42654" y="19032"/>
                  </a:moveTo>
                  <a:cubicBezTo>
                    <a:pt x="43489" y="15509"/>
                    <a:pt x="46692" y="3044"/>
                    <a:pt x="56440" y="3044"/>
                  </a:cubicBezTo>
                  <a:cubicBezTo>
                    <a:pt x="57136" y="3044"/>
                    <a:pt x="60478" y="3044"/>
                    <a:pt x="63402" y="4805"/>
                  </a:cubicBezTo>
                  <a:cubicBezTo>
                    <a:pt x="59503" y="5482"/>
                    <a:pt x="56718" y="8870"/>
                    <a:pt x="56718" y="12122"/>
                  </a:cubicBezTo>
                  <a:cubicBezTo>
                    <a:pt x="56718" y="14289"/>
                    <a:pt x="58250" y="16864"/>
                    <a:pt x="62010" y="16864"/>
                  </a:cubicBezTo>
                  <a:cubicBezTo>
                    <a:pt x="65073" y="16864"/>
                    <a:pt x="69529" y="14425"/>
                    <a:pt x="69529" y="9005"/>
                  </a:cubicBezTo>
                  <a:cubicBezTo>
                    <a:pt x="69529" y="1960"/>
                    <a:pt x="61313" y="63"/>
                    <a:pt x="56579" y="63"/>
                  </a:cubicBezTo>
                  <a:cubicBezTo>
                    <a:pt x="48502" y="63"/>
                    <a:pt x="43628" y="7244"/>
                    <a:pt x="41957" y="10360"/>
                  </a:cubicBezTo>
                  <a:cubicBezTo>
                    <a:pt x="38476" y="1418"/>
                    <a:pt x="30957" y="63"/>
                    <a:pt x="26918" y="63"/>
                  </a:cubicBezTo>
                  <a:cubicBezTo>
                    <a:pt x="12436" y="63"/>
                    <a:pt x="4499" y="17541"/>
                    <a:pt x="4499" y="20929"/>
                  </a:cubicBezTo>
                  <a:cubicBezTo>
                    <a:pt x="4499" y="22283"/>
                    <a:pt x="5891" y="22283"/>
                    <a:pt x="6170" y="22283"/>
                  </a:cubicBezTo>
                  <a:cubicBezTo>
                    <a:pt x="7284" y="22283"/>
                    <a:pt x="7702" y="22012"/>
                    <a:pt x="7980" y="20793"/>
                  </a:cubicBezTo>
                  <a:cubicBezTo>
                    <a:pt x="12715" y="6431"/>
                    <a:pt x="21905" y="3044"/>
                    <a:pt x="26640" y="3044"/>
                  </a:cubicBezTo>
                  <a:cubicBezTo>
                    <a:pt x="29286" y="3044"/>
                    <a:pt x="34159" y="4263"/>
                    <a:pt x="34159" y="12122"/>
                  </a:cubicBezTo>
                  <a:cubicBezTo>
                    <a:pt x="34159" y="16322"/>
                    <a:pt x="31792" y="25400"/>
                    <a:pt x="26640" y="44369"/>
                  </a:cubicBezTo>
                  <a:cubicBezTo>
                    <a:pt x="24412" y="52769"/>
                    <a:pt x="19538" y="58460"/>
                    <a:pt x="13411" y="58460"/>
                  </a:cubicBezTo>
                  <a:cubicBezTo>
                    <a:pt x="12576" y="58460"/>
                    <a:pt x="9373" y="58460"/>
                    <a:pt x="6448" y="56698"/>
                  </a:cubicBezTo>
                  <a:cubicBezTo>
                    <a:pt x="9930" y="56021"/>
                    <a:pt x="12993" y="53176"/>
                    <a:pt x="12993" y="49382"/>
                  </a:cubicBezTo>
                  <a:cubicBezTo>
                    <a:pt x="12993" y="45724"/>
                    <a:pt x="9930" y="44640"/>
                    <a:pt x="7841" y="44640"/>
                  </a:cubicBezTo>
                  <a:cubicBezTo>
                    <a:pt x="3663" y="44640"/>
                    <a:pt x="182" y="48162"/>
                    <a:pt x="182" y="52498"/>
                  </a:cubicBezTo>
                  <a:cubicBezTo>
                    <a:pt x="182" y="58731"/>
                    <a:pt x="7145" y="61441"/>
                    <a:pt x="13272" y="61441"/>
                  </a:cubicBezTo>
                  <a:cubicBezTo>
                    <a:pt x="22462" y="61441"/>
                    <a:pt x="27475" y="51956"/>
                    <a:pt x="27893" y="51143"/>
                  </a:cubicBezTo>
                  <a:cubicBezTo>
                    <a:pt x="29564" y="56156"/>
                    <a:pt x="34577" y="61441"/>
                    <a:pt x="42932" y="61441"/>
                  </a:cubicBezTo>
                  <a:cubicBezTo>
                    <a:pt x="57275" y="61441"/>
                    <a:pt x="65212" y="43962"/>
                    <a:pt x="65212" y="40575"/>
                  </a:cubicBezTo>
                  <a:cubicBezTo>
                    <a:pt x="65212" y="39220"/>
                    <a:pt x="63959" y="39220"/>
                    <a:pt x="63541" y="39220"/>
                  </a:cubicBezTo>
                  <a:cubicBezTo>
                    <a:pt x="62288" y="39220"/>
                    <a:pt x="62010" y="39762"/>
                    <a:pt x="61731" y="40710"/>
                  </a:cubicBezTo>
                  <a:cubicBezTo>
                    <a:pt x="57136" y="55208"/>
                    <a:pt x="47667" y="58460"/>
                    <a:pt x="43211" y="58460"/>
                  </a:cubicBezTo>
                  <a:cubicBezTo>
                    <a:pt x="37780" y="58460"/>
                    <a:pt x="35552" y="54124"/>
                    <a:pt x="35552" y="49517"/>
                  </a:cubicBezTo>
                  <a:cubicBezTo>
                    <a:pt x="35552" y="46536"/>
                    <a:pt x="36387" y="43556"/>
                    <a:pt x="37919" y="37594"/>
                  </a:cubicBezTo>
                  <a:lnTo>
                    <a:pt x="42654"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0" name="Freeform: Shape 119">
              <a:extLst>
                <a:ext uri="{FF2B5EF4-FFF2-40B4-BE49-F238E27FC236}">
                  <a16:creationId xmlns:a16="http://schemas.microsoft.com/office/drawing/2014/main" id="{084E390F-A470-79CF-48B6-0A05CA408A10}"/>
                </a:ext>
              </a:extLst>
            </p:cNvPr>
            <p:cNvSpPr/>
            <p:nvPr>
              <p:custDataLst>
                <p:tags r:id="rId124"/>
              </p:custDataLst>
            </p:nvPr>
          </p:nvSpPr>
          <p:spPr>
            <a:xfrm>
              <a:off x="5357765" y="4725084"/>
              <a:ext cx="5570" cy="135491"/>
            </a:xfrm>
            <a:custGeom>
              <a:avLst/>
              <a:gdLst>
                <a:gd name="connsiteX0" fmla="*/ 5758 w 5570"/>
                <a:gd name="connsiteY0" fmla="*/ 4940 h 135491"/>
                <a:gd name="connsiteX1" fmla="*/ 2973 w 5570"/>
                <a:gd name="connsiteY1" fmla="*/ 63 h 135491"/>
                <a:gd name="connsiteX2" fmla="*/ 188 w 5570"/>
                <a:gd name="connsiteY2" fmla="*/ 4940 h 135491"/>
                <a:gd name="connsiteX3" fmla="*/ 188 w 5570"/>
                <a:gd name="connsiteY3" fmla="*/ 130677 h 135491"/>
                <a:gd name="connsiteX4" fmla="*/ 2973 w 5570"/>
                <a:gd name="connsiteY4" fmla="*/ 135555 h 135491"/>
                <a:gd name="connsiteX5" fmla="*/ 5758 w 5570"/>
                <a:gd name="connsiteY5" fmla="*/ 130677 h 135491"/>
                <a:gd name="connsiteX6" fmla="*/ 5758 w 5570"/>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0" h="135491">
                  <a:moveTo>
                    <a:pt x="5758" y="4940"/>
                  </a:moveTo>
                  <a:cubicBezTo>
                    <a:pt x="5758" y="2502"/>
                    <a:pt x="5758" y="63"/>
                    <a:pt x="2973" y="63"/>
                  </a:cubicBezTo>
                  <a:cubicBezTo>
                    <a:pt x="188" y="63"/>
                    <a:pt x="188" y="2502"/>
                    <a:pt x="188" y="4940"/>
                  </a:cubicBezTo>
                  <a:lnTo>
                    <a:pt x="188" y="130677"/>
                  </a:lnTo>
                  <a:cubicBezTo>
                    <a:pt x="188" y="133116"/>
                    <a:pt x="188" y="135555"/>
                    <a:pt x="2973" y="135555"/>
                  </a:cubicBezTo>
                  <a:cubicBezTo>
                    <a:pt x="5758" y="135555"/>
                    <a:pt x="5758" y="133116"/>
                    <a:pt x="5758" y="130677"/>
                  </a:cubicBezTo>
                  <a:lnTo>
                    <a:pt x="5758"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1" name="Freeform: Shape 120">
              <a:extLst>
                <a:ext uri="{FF2B5EF4-FFF2-40B4-BE49-F238E27FC236}">
                  <a16:creationId xmlns:a16="http://schemas.microsoft.com/office/drawing/2014/main" id="{0C7B9EE3-9B5D-FD6B-D989-77832CD56A89}"/>
                </a:ext>
              </a:extLst>
            </p:cNvPr>
            <p:cNvSpPr/>
            <p:nvPr>
              <p:custDataLst>
                <p:tags r:id="rId125"/>
              </p:custDataLst>
            </p:nvPr>
          </p:nvSpPr>
          <p:spPr>
            <a:xfrm>
              <a:off x="5383914" y="4766815"/>
              <a:ext cx="69347" cy="61377"/>
            </a:xfrm>
            <a:custGeom>
              <a:avLst/>
              <a:gdLst>
                <a:gd name="connsiteX0" fmla="*/ 42662 w 69347"/>
                <a:gd name="connsiteY0" fmla="*/ 19032 h 61377"/>
                <a:gd name="connsiteX1" fmla="*/ 56448 w 69347"/>
                <a:gd name="connsiteY1" fmla="*/ 3044 h 61377"/>
                <a:gd name="connsiteX2" fmla="*/ 63411 w 69347"/>
                <a:gd name="connsiteY2" fmla="*/ 4805 h 61377"/>
                <a:gd name="connsiteX3" fmla="*/ 56727 w 69347"/>
                <a:gd name="connsiteY3" fmla="*/ 12122 h 61377"/>
                <a:gd name="connsiteX4" fmla="*/ 62018 w 69347"/>
                <a:gd name="connsiteY4" fmla="*/ 16864 h 61377"/>
                <a:gd name="connsiteX5" fmla="*/ 69538 w 69347"/>
                <a:gd name="connsiteY5" fmla="*/ 9005 h 61377"/>
                <a:gd name="connsiteX6" fmla="*/ 56587 w 69347"/>
                <a:gd name="connsiteY6" fmla="*/ 63 h 61377"/>
                <a:gd name="connsiteX7" fmla="*/ 41966 w 69347"/>
                <a:gd name="connsiteY7" fmla="*/ 10360 h 61377"/>
                <a:gd name="connsiteX8" fmla="*/ 26927 w 69347"/>
                <a:gd name="connsiteY8" fmla="*/ 63 h 61377"/>
                <a:gd name="connsiteX9" fmla="*/ 4507 w 69347"/>
                <a:gd name="connsiteY9" fmla="*/ 20929 h 61377"/>
                <a:gd name="connsiteX10" fmla="*/ 6178 w 69347"/>
                <a:gd name="connsiteY10" fmla="*/ 22283 h 61377"/>
                <a:gd name="connsiteX11" fmla="*/ 7989 w 69347"/>
                <a:gd name="connsiteY11" fmla="*/ 20793 h 61377"/>
                <a:gd name="connsiteX12" fmla="*/ 26648 w 69347"/>
                <a:gd name="connsiteY12" fmla="*/ 3044 h 61377"/>
                <a:gd name="connsiteX13" fmla="*/ 34168 w 69347"/>
                <a:gd name="connsiteY13" fmla="*/ 12122 h 61377"/>
                <a:gd name="connsiteX14" fmla="*/ 26648 w 69347"/>
                <a:gd name="connsiteY14" fmla="*/ 44369 h 61377"/>
                <a:gd name="connsiteX15" fmla="*/ 13419 w 69347"/>
                <a:gd name="connsiteY15" fmla="*/ 58460 h 61377"/>
                <a:gd name="connsiteX16" fmla="*/ 6457 w 69347"/>
                <a:gd name="connsiteY16" fmla="*/ 56698 h 61377"/>
                <a:gd name="connsiteX17" fmla="*/ 13002 w 69347"/>
                <a:gd name="connsiteY17" fmla="*/ 49382 h 61377"/>
                <a:gd name="connsiteX18" fmla="*/ 7849 w 69347"/>
                <a:gd name="connsiteY18" fmla="*/ 44640 h 61377"/>
                <a:gd name="connsiteX19" fmla="*/ 191 w 69347"/>
                <a:gd name="connsiteY19" fmla="*/ 52498 h 61377"/>
                <a:gd name="connsiteX20" fmla="*/ 13280 w 69347"/>
                <a:gd name="connsiteY20" fmla="*/ 61441 h 61377"/>
                <a:gd name="connsiteX21" fmla="*/ 27902 w 69347"/>
                <a:gd name="connsiteY21" fmla="*/ 51143 h 61377"/>
                <a:gd name="connsiteX22" fmla="*/ 42941 w 69347"/>
                <a:gd name="connsiteY22" fmla="*/ 61441 h 61377"/>
                <a:gd name="connsiteX23" fmla="*/ 65221 w 69347"/>
                <a:gd name="connsiteY23" fmla="*/ 40575 h 61377"/>
                <a:gd name="connsiteX24" fmla="*/ 63550 w 69347"/>
                <a:gd name="connsiteY24" fmla="*/ 39220 h 61377"/>
                <a:gd name="connsiteX25" fmla="*/ 61740 w 69347"/>
                <a:gd name="connsiteY25" fmla="*/ 40710 h 61377"/>
                <a:gd name="connsiteX26" fmla="*/ 43219 w 69347"/>
                <a:gd name="connsiteY26" fmla="*/ 58460 h 61377"/>
                <a:gd name="connsiteX27" fmla="*/ 35560 w 69347"/>
                <a:gd name="connsiteY27" fmla="*/ 49517 h 61377"/>
                <a:gd name="connsiteX28" fmla="*/ 37928 w 69347"/>
                <a:gd name="connsiteY28" fmla="*/ 37594 h 61377"/>
                <a:gd name="connsiteX29" fmla="*/ 42662 w 69347"/>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347" h="61377">
                  <a:moveTo>
                    <a:pt x="42662" y="19032"/>
                  </a:moveTo>
                  <a:cubicBezTo>
                    <a:pt x="43498" y="15509"/>
                    <a:pt x="46700" y="3044"/>
                    <a:pt x="56448" y="3044"/>
                  </a:cubicBezTo>
                  <a:cubicBezTo>
                    <a:pt x="57144" y="3044"/>
                    <a:pt x="60486" y="3044"/>
                    <a:pt x="63411" y="4805"/>
                  </a:cubicBezTo>
                  <a:cubicBezTo>
                    <a:pt x="59512" y="5482"/>
                    <a:pt x="56727" y="8870"/>
                    <a:pt x="56727" y="12122"/>
                  </a:cubicBezTo>
                  <a:cubicBezTo>
                    <a:pt x="56727" y="14289"/>
                    <a:pt x="58258" y="16864"/>
                    <a:pt x="62018" y="16864"/>
                  </a:cubicBezTo>
                  <a:cubicBezTo>
                    <a:pt x="65082" y="16864"/>
                    <a:pt x="69538" y="14425"/>
                    <a:pt x="69538" y="9005"/>
                  </a:cubicBezTo>
                  <a:cubicBezTo>
                    <a:pt x="69538" y="1960"/>
                    <a:pt x="61322" y="63"/>
                    <a:pt x="56587" y="63"/>
                  </a:cubicBezTo>
                  <a:cubicBezTo>
                    <a:pt x="48511" y="63"/>
                    <a:pt x="43637" y="7244"/>
                    <a:pt x="41966" y="10360"/>
                  </a:cubicBezTo>
                  <a:cubicBezTo>
                    <a:pt x="38485" y="1418"/>
                    <a:pt x="30965" y="63"/>
                    <a:pt x="26927" y="63"/>
                  </a:cubicBezTo>
                  <a:cubicBezTo>
                    <a:pt x="12445" y="63"/>
                    <a:pt x="4507" y="17541"/>
                    <a:pt x="4507" y="20929"/>
                  </a:cubicBezTo>
                  <a:cubicBezTo>
                    <a:pt x="4507" y="22283"/>
                    <a:pt x="5900" y="22283"/>
                    <a:pt x="6178" y="22283"/>
                  </a:cubicBezTo>
                  <a:cubicBezTo>
                    <a:pt x="7292" y="22283"/>
                    <a:pt x="7710" y="22012"/>
                    <a:pt x="7989" y="20793"/>
                  </a:cubicBezTo>
                  <a:cubicBezTo>
                    <a:pt x="12723" y="6431"/>
                    <a:pt x="21914" y="3044"/>
                    <a:pt x="26648" y="3044"/>
                  </a:cubicBezTo>
                  <a:cubicBezTo>
                    <a:pt x="29294" y="3044"/>
                    <a:pt x="34168" y="4263"/>
                    <a:pt x="34168" y="12122"/>
                  </a:cubicBezTo>
                  <a:cubicBezTo>
                    <a:pt x="34168" y="16322"/>
                    <a:pt x="31801" y="25400"/>
                    <a:pt x="26648" y="44369"/>
                  </a:cubicBezTo>
                  <a:cubicBezTo>
                    <a:pt x="24420" y="52769"/>
                    <a:pt x="19547" y="58460"/>
                    <a:pt x="13419" y="58460"/>
                  </a:cubicBezTo>
                  <a:cubicBezTo>
                    <a:pt x="12584" y="58460"/>
                    <a:pt x="9381" y="58460"/>
                    <a:pt x="6457" y="56698"/>
                  </a:cubicBezTo>
                  <a:cubicBezTo>
                    <a:pt x="9938" y="56021"/>
                    <a:pt x="13002" y="53176"/>
                    <a:pt x="13002" y="49382"/>
                  </a:cubicBezTo>
                  <a:cubicBezTo>
                    <a:pt x="13002" y="45724"/>
                    <a:pt x="9938" y="44640"/>
                    <a:pt x="7849" y="44640"/>
                  </a:cubicBezTo>
                  <a:cubicBezTo>
                    <a:pt x="3672" y="44640"/>
                    <a:pt x="191" y="48162"/>
                    <a:pt x="191" y="52498"/>
                  </a:cubicBezTo>
                  <a:cubicBezTo>
                    <a:pt x="191" y="58731"/>
                    <a:pt x="7153" y="61441"/>
                    <a:pt x="13280" y="61441"/>
                  </a:cubicBezTo>
                  <a:cubicBezTo>
                    <a:pt x="22471" y="61441"/>
                    <a:pt x="27484" y="51956"/>
                    <a:pt x="27902" y="51143"/>
                  </a:cubicBezTo>
                  <a:cubicBezTo>
                    <a:pt x="29573" y="56156"/>
                    <a:pt x="34586" y="61441"/>
                    <a:pt x="42941" y="61441"/>
                  </a:cubicBezTo>
                  <a:cubicBezTo>
                    <a:pt x="57284" y="61441"/>
                    <a:pt x="65221" y="43962"/>
                    <a:pt x="65221" y="40575"/>
                  </a:cubicBezTo>
                  <a:cubicBezTo>
                    <a:pt x="65221" y="39220"/>
                    <a:pt x="63968" y="39220"/>
                    <a:pt x="63550" y="39220"/>
                  </a:cubicBezTo>
                  <a:cubicBezTo>
                    <a:pt x="62297" y="39220"/>
                    <a:pt x="62018" y="39762"/>
                    <a:pt x="61740" y="40710"/>
                  </a:cubicBezTo>
                  <a:cubicBezTo>
                    <a:pt x="57144" y="55208"/>
                    <a:pt x="47675" y="58460"/>
                    <a:pt x="43219" y="58460"/>
                  </a:cubicBezTo>
                  <a:cubicBezTo>
                    <a:pt x="37788" y="58460"/>
                    <a:pt x="35560" y="54124"/>
                    <a:pt x="35560" y="49517"/>
                  </a:cubicBezTo>
                  <a:cubicBezTo>
                    <a:pt x="35560" y="46536"/>
                    <a:pt x="36396" y="43556"/>
                    <a:pt x="37928" y="37594"/>
                  </a:cubicBezTo>
                  <a:lnTo>
                    <a:pt x="42662"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2" name="Freeform: Shape 121">
              <a:extLst>
                <a:ext uri="{FF2B5EF4-FFF2-40B4-BE49-F238E27FC236}">
                  <a16:creationId xmlns:a16="http://schemas.microsoft.com/office/drawing/2014/main" id="{19DC8BAD-A152-6510-1B35-AB3684DBDBC9}"/>
                </a:ext>
              </a:extLst>
            </p:cNvPr>
            <p:cNvSpPr/>
            <p:nvPr>
              <p:custDataLst>
                <p:tags r:id="rId126"/>
              </p:custDataLst>
            </p:nvPr>
          </p:nvSpPr>
          <p:spPr>
            <a:xfrm>
              <a:off x="5462525" y="4725084"/>
              <a:ext cx="19077" cy="135491"/>
            </a:xfrm>
            <a:custGeom>
              <a:avLst/>
              <a:gdLst>
                <a:gd name="connsiteX0" fmla="*/ 19274 w 19077"/>
                <a:gd name="connsiteY0" fmla="*/ 63 h 135491"/>
                <a:gd name="connsiteX1" fmla="*/ 196 w 19077"/>
                <a:gd name="connsiteY1" fmla="*/ 63 h 135491"/>
                <a:gd name="connsiteX2" fmla="*/ 196 w 19077"/>
                <a:gd name="connsiteY2" fmla="*/ 5482 h 135491"/>
                <a:gd name="connsiteX3" fmla="*/ 13704 w 19077"/>
                <a:gd name="connsiteY3" fmla="*/ 5482 h 135491"/>
                <a:gd name="connsiteX4" fmla="*/ 13704 w 19077"/>
                <a:gd name="connsiteY4" fmla="*/ 130135 h 135491"/>
                <a:gd name="connsiteX5" fmla="*/ 196 w 19077"/>
                <a:gd name="connsiteY5" fmla="*/ 130135 h 135491"/>
                <a:gd name="connsiteX6" fmla="*/ 196 w 19077"/>
                <a:gd name="connsiteY6" fmla="*/ 135555 h 135491"/>
                <a:gd name="connsiteX7" fmla="*/ 19274 w 19077"/>
                <a:gd name="connsiteY7" fmla="*/ 135555 h 135491"/>
                <a:gd name="connsiteX8" fmla="*/ 19274 w 19077"/>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77" h="135491">
                  <a:moveTo>
                    <a:pt x="19274" y="63"/>
                  </a:moveTo>
                  <a:lnTo>
                    <a:pt x="196" y="63"/>
                  </a:lnTo>
                  <a:lnTo>
                    <a:pt x="196" y="5482"/>
                  </a:lnTo>
                  <a:lnTo>
                    <a:pt x="13704" y="5482"/>
                  </a:lnTo>
                  <a:lnTo>
                    <a:pt x="13704" y="130135"/>
                  </a:lnTo>
                  <a:lnTo>
                    <a:pt x="196" y="130135"/>
                  </a:lnTo>
                  <a:lnTo>
                    <a:pt x="196" y="135555"/>
                  </a:lnTo>
                  <a:lnTo>
                    <a:pt x="19274" y="135555"/>
                  </a:lnTo>
                  <a:lnTo>
                    <a:pt x="19274"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grpSp>
      <p:grpSp>
        <p:nvGrpSpPr>
          <p:cNvPr id="123" name="Group 122">
            <a:extLst>
              <a:ext uri="{FF2B5EF4-FFF2-40B4-BE49-F238E27FC236}">
                <a16:creationId xmlns:a16="http://schemas.microsoft.com/office/drawing/2014/main" id="{8DF5D6A2-5FDC-EC37-9ABE-8540D019C706}"/>
              </a:ext>
            </a:extLst>
          </p:cNvPr>
          <p:cNvGrpSpPr>
            <a:grpSpLocks noChangeAspect="1"/>
          </p:cNvGrpSpPr>
          <p:nvPr>
            <p:custDataLst>
              <p:tags r:id="rId6"/>
            </p:custDataLst>
          </p:nvPr>
        </p:nvGrpSpPr>
        <p:grpSpPr>
          <a:xfrm>
            <a:off x="4903345" y="5818403"/>
            <a:ext cx="1249858" cy="135491"/>
            <a:chOff x="3787297" y="5000633"/>
            <a:chExt cx="1249858" cy="135491"/>
          </a:xfrm>
          <a:solidFill>
            <a:schemeClr val="bg1"/>
          </a:solidFill>
        </p:grpSpPr>
        <p:sp>
          <p:nvSpPr>
            <p:cNvPr id="124" name="Freeform: Shape 123">
              <a:extLst>
                <a:ext uri="{FF2B5EF4-FFF2-40B4-BE49-F238E27FC236}">
                  <a16:creationId xmlns:a16="http://schemas.microsoft.com/office/drawing/2014/main" id="{A6F20E07-7960-041A-14BB-26827AC908C2}"/>
                </a:ext>
              </a:extLst>
            </p:cNvPr>
            <p:cNvSpPr/>
            <p:nvPr>
              <p:custDataLst>
                <p:tags r:id="rId88"/>
              </p:custDataLst>
            </p:nvPr>
          </p:nvSpPr>
          <p:spPr>
            <a:xfrm>
              <a:off x="3787297" y="5010117"/>
              <a:ext cx="100581" cy="92134"/>
            </a:xfrm>
            <a:custGeom>
              <a:avLst/>
              <a:gdLst>
                <a:gd name="connsiteX0" fmla="*/ 92928 w 100581"/>
                <a:gd name="connsiteY0" fmla="*/ 60628 h 92134"/>
                <a:gd name="connsiteX1" fmla="*/ 93621 w 100581"/>
                <a:gd name="connsiteY1" fmla="*/ 58731 h 92134"/>
                <a:gd name="connsiteX2" fmla="*/ 91958 w 100581"/>
                <a:gd name="connsiteY2" fmla="*/ 57240 h 92134"/>
                <a:gd name="connsiteX3" fmla="*/ 90157 w 100581"/>
                <a:gd name="connsiteY3" fmla="*/ 58866 h 92134"/>
                <a:gd name="connsiteX4" fmla="*/ 52323 w 100581"/>
                <a:gd name="connsiteY4" fmla="*/ 87997 h 92134"/>
                <a:gd name="connsiteX5" fmla="*/ 32090 w 100581"/>
                <a:gd name="connsiteY5" fmla="*/ 87997 h 92134"/>
                <a:gd name="connsiteX6" fmla="*/ 29041 w 100581"/>
                <a:gd name="connsiteY6" fmla="*/ 87862 h 92134"/>
                <a:gd name="connsiteX7" fmla="*/ 27239 w 100581"/>
                <a:gd name="connsiteY7" fmla="*/ 86507 h 92134"/>
                <a:gd name="connsiteX8" fmla="*/ 27932 w 100581"/>
                <a:gd name="connsiteY8" fmla="*/ 83390 h 92134"/>
                <a:gd name="connsiteX9" fmla="*/ 37356 w 100581"/>
                <a:gd name="connsiteY9" fmla="*/ 46401 h 92134"/>
                <a:gd name="connsiteX10" fmla="*/ 51076 w 100581"/>
                <a:gd name="connsiteY10" fmla="*/ 46401 h 92134"/>
                <a:gd name="connsiteX11" fmla="*/ 62855 w 100581"/>
                <a:gd name="connsiteY11" fmla="*/ 52634 h 92134"/>
                <a:gd name="connsiteX12" fmla="*/ 61885 w 100581"/>
                <a:gd name="connsiteY12" fmla="*/ 59273 h 92134"/>
                <a:gd name="connsiteX13" fmla="*/ 61470 w 100581"/>
                <a:gd name="connsiteY13" fmla="*/ 60763 h 92134"/>
                <a:gd name="connsiteX14" fmla="*/ 63271 w 100581"/>
                <a:gd name="connsiteY14" fmla="*/ 62254 h 92134"/>
                <a:gd name="connsiteX15" fmla="*/ 65350 w 100581"/>
                <a:gd name="connsiteY15" fmla="*/ 59544 h 92134"/>
                <a:gd name="connsiteX16" fmla="*/ 73249 w 100581"/>
                <a:gd name="connsiteY16" fmla="*/ 27839 h 92134"/>
                <a:gd name="connsiteX17" fmla="*/ 71586 w 100581"/>
                <a:gd name="connsiteY17" fmla="*/ 26348 h 92134"/>
                <a:gd name="connsiteX18" fmla="*/ 69646 w 100581"/>
                <a:gd name="connsiteY18" fmla="*/ 28787 h 92134"/>
                <a:gd name="connsiteX19" fmla="*/ 51492 w 100581"/>
                <a:gd name="connsiteY19" fmla="*/ 42201 h 92134"/>
                <a:gd name="connsiteX20" fmla="*/ 38465 w 100581"/>
                <a:gd name="connsiteY20" fmla="*/ 42201 h 92134"/>
                <a:gd name="connsiteX21" fmla="*/ 46780 w 100581"/>
                <a:gd name="connsiteY21" fmla="*/ 9547 h 92134"/>
                <a:gd name="connsiteX22" fmla="*/ 54263 w 100581"/>
                <a:gd name="connsiteY22" fmla="*/ 4263 h 92134"/>
                <a:gd name="connsiteX23" fmla="*/ 73804 w 100581"/>
                <a:gd name="connsiteY23" fmla="*/ 4263 h 92134"/>
                <a:gd name="connsiteX24" fmla="*/ 94869 w 100581"/>
                <a:gd name="connsiteY24" fmla="*/ 19303 h 92134"/>
                <a:gd name="connsiteX25" fmla="*/ 94314 w 100581"/>
                <a:gd name="connsiteY25" fmla="*/ 26484 h 92134"/>
                <a:gd name="connsiteX26" fmla="*/ 94176 w 100581"/>
                <a:gd name="connsiteY26" fmla="*/ 28923 h 92134"/>
                <a:gd name="connsiteX27" fmla="*/ 95839 w 100581"/>
                <a:gd name="connsiteY27" fmla="*/ 30548 h 92134"/>
                <a:gd name="connsiteX28" fmla="*/ 97779 w 100581"/>
                <a:gd name="connsiteY28" fmla="*/ 27161 h 92134"/>
                <a:gd name="connsiteX29" fmla="*/ 100550 w 100581"/>
                <a:gd name="connsiteY29" fmla="*/ 3721 h 92134"/>
                <a:gd name="connsiteX30" fmla="*/ 96809 w 100581"/>
                <a:gd name="connsiteY30" fmla="*/ 63 h 92134"/>
                <a:gd name="connsiteX31" fmla="*/ 26824 w 100581"/>
                <a:gd name="connsiteY31" fmla="*/ 63 h 92134"/>
                <a:gd name="connsiteX32" fmla="*/ 22666 w 100581"/>
                <a:gd name="connsiteY32" fmla="*/ 2773 h 92134"/>
                <a:gd name="connsiteX33" fmla="*/ 26546 w 100581"/>
                <a:gd name="connsiteY33" fmla="*/ 4263 h 92134"/>
                <a:gd name="connsiteX34" fmla="*/ 35554 w 100581"/>
                <a:gd name="connsiteY34" fmla="*/ 6702 h 92134"/>
                <a:gd name="connsiteX35" fmla="*/ 34861 w 100581"/>
                <a:gd name="connsiteY35" fmla="*/ 9954 h 92134"/>
                <a:gd name="connsiteX36" fmla="*/ 16568 w 100581"/>
                <a:gd name="connsiteY36" fmla="*/ 81629 h 92134"/>
                <a:gd name="connsiteX37" fmla="*/ 3957 w 100581"/>
                <a:gd name="connsiteY37" fmla="*/ 87997 h 92134"/>
                <a:gd name="connsiteX38" fmla="*/ 77 w 100581"/>
                <a:gd name="connsiteY38" fmla="*/ 90571 h 92134"/>
                <a:gd name="connsiteX39" fmla="*/ 3957 w 100581"/>
                <a:gd name="connsiteY39" fmla="*/ 92197 h 92134"/>
                <a:gd name="connsiteX40" fmla="*/ 75882 w 100581"/>
                <a:gd name="connsiteY40" fmla="*/ 92197 h 92134"/>
                <a:gd name="connsiteX41" fmla="*/ 80179 w 100581"/>
                <a:gd name="connsiteY41" fmla="*/ 89894 h 92134"/>
                <a:gd name="connsiteX42" fmla="*/ 92928 w 100581"/>
                <a:gd name="connsiteY42" fmla="*/ 60628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581" h="92134">
                  <a:moveTo>
                    <a:pt x="92928" y="60628"/>
                  </a:moveTo>
                  <a:cubicBezTo>
                    <a:pt x="93205" y="59950"/>
                    <a:pt x="93621" y="59002"/>
                    <a:pt x="93621" y="58731"/>
                  </a:cubicBezTo>
                  <a:cubicBezTo>
                    <a:pt x="93621" y="58595"/>
                    <a:pt x="93621" y="57240"/>
                    <a:pt x="91958" y="57240"/>
                  </a:cubicBezTo>
                  <a:cubicBezTo>
                    <a:pt x="90711" y="57240"/>
                    <a:pt x="90434" y="58053"/>
                    <a:pt x="90157" y="58866"/>
                  </a:cubicBezTo>
                  <a:cubicBezTo>
                    <a:pt x="81149" y="78919"/>
                    <a:pt x="76021" y="87997"/>
                    <a:pt x="52323" y="87997"/>
                  </a:cubicBezTo>
                  <a:lnTo>
                    <a:pt x="32090" y="87997"/>
                  </a:lnTo>
                  <a:cubicBezTo>
                    <a:pt x="30150" y="87997"/>
                    <a:pt x="29872" y="87997"/>
                    <a:pt x="29041" y="87862"/>
                  </a:cubicBezTo>
                  <a:cubicBezTo>
                    <a:pt x="27655" y="87726"/>
                    <a:pt x="27239" y="87591"/>
                    <a:pt x="27239" y="86507"/>
                  </a:cubicBezTo>
                  <a:cubicBezTo>
                    <a:pt x="27239" y="86100"/>
                    <a:pt x="27239" y="85829"/>
                    <a:pt x="27932" y="83390"/>
                  </a:cubicBezTo>
                  <a:lnTo>
                    <a:pt x="37356" y="46401"/>
                  </a:lnTo>
                  <a:lnTo>
                    <a:pt x="51076" y="46401"/>
                  </a:lnTo>
                  <a:cubicBezTo>
                    <a:pt x="62855" y="46401"/>
                    <a:pt x="62855" y="49246"/>
                    <a:pt x="62855" y="52634"/>
                  </a:cubicBezTo>
                  <a:cubicBezTo>
                    <a:pt x="62855" y="53582"/>
                    <a:pt x="62855" y="55208"/>
                    <a:pt x="61885" y="59273"/>
                  </a:cubicBezTo>
                  <a:cubicBezTo>
                    <a:pt x="61608" y="59950"/>
                    <a:pt x="61470" y="60357"/>
                    <a:pt x="61470" y="60763"/>
                  </a:cubicBezTo>
                  <a:cubicBezTo>
                    <a:pt x="61470" y="61441"/>
                    <a:pt x="62024" y="62254"/>
                    <a:pt x="63271" y="62254"/>
                  </a:cubicBezTo>
                  <a:cubicBezTo>
                    <a:pt x="64380" y="62254"/>
                    <a:pt x="64796" y="61576"/>
                    <a:pt x="65350" y="59544"/>
                  </a:cubicBezTo>
                  <a:lnTo>
                    <a:pt x="73249" y="27839"/>
                  </a:lnTo>
                  <a:cubicBezTo>
                    <a:pt x="73249" y="27026"/>
                    <a:pt x="72556" y="26348"/>
                    <a:pt x="71586" y="26348"/>
                  </a:cubicBezTo>
                  <a:cubicBezTo>
                    <a:pt x="70339" y="26348"/>
                    <a:pt x="70062" y="27161"/>
                    <a:pt x="69646" y="28787"/>
                  </a:cubicBezTo>
                  <a:cubicBezTo>
                    <a:pt x="66736" y="39084"/>
                    <a:pt x="64241" y="42201"/>
                    <a:pt x="51492" y="42201"/>
                  </a:cubicBezTo>
                  <a:lnTo>
                    <a:pt x="38465" y="42201"/>
                  </a:lnTo>
                  <a:lnTo>
                    <a:pt x="46780" y="9547"/>
                  </a:lnTo>
                  <a:cubicBezTo>
                    <a:pt x="48027" y="4805"/>
                    <a:pt x="48166" y="4263"/>
                    <a:pt x="54263" y="4263"/>
                  </a:cubicBezTo>
                  <a:lnTo>
                    <a:pt x="73804" y="4263"/>
                  </a:lnTo>
                  <a:cubicBezTo>
                    <a:pt x="90711" y="4263"/>
                    <a:pt x="94869" y="8192"/>
                    <a:pt x="94869" y="19303"/>
                  </a:cubicBezTo>
                  <a:cubicBezTo>
                    <a:pt x="94869" y="22554"/>
                    <a:pt x="94869" y="22825"/>
                    <a:pt x="94314" y="26484"/>
                  </a:cubicBezTo>
                  <a:cubicBezTo>
                    <a:pt x="94314" y="27297"/>
                    <a:pt x="94176" y="28245"/>
                    <a:pt x="94176" y="28923"/>
                  </a:cubicBezTo>
                  <a:cubicBezTo>
                    <a:pt x="94176" y="29600"/>
                    <a:pt x="94591" y="30548"/>
                    <a:pt x="95839" y="30548"/>
                  </a:cubicBezTo>
                  <a:cubicBezTo>
                    <a:pt x="97363" y="30548"/>
                    <a:pt x="97502" y="29735"/>
                    <a:pt x="97779" y="27161"/>
                  </a:cubicBezTo>
                  <a:lnTo>
                    <a:pt x="100550" y="3721"/>
                  </a:lnTo>
                  <a:cubicBezTo>
                    <a:pt x="100966" y="63"/>
                    <a:pt x="100273" y="63"/>
                    <a:pt x="96809" y="63"/>
                  </a:cubicBezTo>
                  <a:lnTo>
                    <a:pt x="26824" y="63"/>
                  </a:lnTo>
                  <a:cubicBezTo>
                    <a:pt x="24052" y="63"/>
                    <a:pt x="22666" y="63"/>
                    <a:pt x="22666" y="2773"/>
                  </a:cubicBezTo>
                  <a:cubicBezTo>
                    <a:pt x="22666" y="4263"/>
                    <a:pt x="23913" y="4263"/>
                    <a:pt x="26546" y="4263"/>
                  </a:cubicBezTo>
                  <a:cubicBezTo>
                    <a:pt x="31674" y="4263"/>
                    <a:pt x="35554" y="4263"/>
                    <a:pt x="35554" y="6702"/>
                  </a:cubicBezTo>
                  <a:cubicBezTo>
                    <a:pt x="35554" y="7244"/>
                    <a:pt x="35554" y="7515"/>
                    <a:pt x="34861" y="9954"/>
                  </a:cubicBezTo>
                  <a:lnTo>
                    <a:pt x="16568" y="81629"/>
                  </a:lnTo>
                  <a:cubicBezTo>
                    <a:pt x="15182" y="86913"/>
                    <a:pt x="14905" y="87997"/>
                    <a:pt x="3957" y="87997"/>
                  </a:cubicBezTo>
                  <a:cubicBezTo>
                    <a:pt x="1601" y="87997"/>
                    <a:pt x="77" y="87997"/>
                    <a:pt x="77" y="90571"/>
                  </a:cubicBezTo>
                  <a:cubicBezTo>
                    <a:pt x="77" y="92197"/>
                    <a:pt x="1324" y="92197"/>
                    <a:pt x="3957" y="92197"/>
                  </a:cubicBezTo>
                  <a:lnTo>
                    <a:pt x="75882" y="92197"/>
                  </a:lnTo>
                  <a:cubicBezTo>
                    <a:pt x="79070" y="92197"/>
                    <a:pt x="79208" y="92062"/>
                    <a:pt x="80179" y="89894"/>
                  </a:cubicBezTo>
                  <a:lnTo>
                    <a:pt x="92928" y="606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5" name="Freeform: Shape 124">
              <a:extLst>
                <a:ext uri="{FF2B5EF4-FFF2-40B4-BE49-F238E27FC236}">
                  <a16:creationId xmlns:a16="http://schemas.microsoft.com/office/drawing/2014/main" id="{001CC536-0028-7EBE-0E15-24906DABE2E8}"/>
                </a:ext>
              </a:extLst>
            </p:cNvPr>
            <p:cNvSpPr/>
            <p:nvPr>
              <p:custDataLst>
                <p:tags r:id="rId89"/>
              </p:custDataLst>
            </p:nvPr>
          </p:nvSpPr>
          <p:spPr>
            <a:xfrm>
              <a:off x="3908674" y="5000633"/>
              <a:ext cx="18986" cy="135491"/>
            </a:xfrm>
            <a:custGeom>
              <a:avLst/>
              <a:gdLst>
                <a:gd name="connsiteX0" fmla="*/ 19071 w 18986"/>
                <a:gd name="connsiteY0" fmla="*/ 135555 h 135491"/>
                <a:gd name="connsiteX1" fmla="*/ 19071 w 18986"/>
                <a:gd name="connsiteY1" fmla="*/ 130135 h 135491"/>
                <a:gd name="connsiteX2" fmla="*/ 5628 w 18986"/>
                <a:gd name="connsiteY2" fmla="*/ 130135 h 135491"/>
                <a:gd name="connsiteX3" fmla="*/ 5628 w 18986"/>
                <a:gd name="connsiteY3" fmla="*/ 5482 h 135491"/>
                <a:gd name="connsiteX4" fmla="*/ 19071 w 18986"/>
                <a:gd name="connsiteY4" fmla="*/ 5482 h 135491"/>
                <a:gd name="connsiteX5" fmla="*/ 19071 w 18986"/>
                <a:gd name="connsiteY5" fmla="*/ 63 h 135491"/>
                <a:gd name="connsiteX6" fmla="*/ 85 w 18986"/>
                <a:gd name="connsiteY6" fmla="*/ 63 h 135491"/>
                <a:gd name="connsiteX7" fmla="*/ 85 w 18986"/>
                <a:gd name="connsiteY7" fmla="*/ 135555 h 135491"/>
                <a:gd name="connsiteX8" fmla="*/ 19071 w 18986"/>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86" h="135491">
                  <a:moveTo>
                    <a:pt x="19071" y="135555"/>
                  </a:moveTo>
                  <a:lnTo>
                    <a:pt x="19071" y="130135"/>
                  </a:lnTo>
                  <a:lnTo>
                    <a:pt x="5628" y="130135"/>
                  </a:lnTo>
                  <a:lnTo>
                    <a:pt x="5628" y="5482"/>
                  </a:lnTo>
                  <a:lnTo>
                    <a:pt x="19071" y="5482"/>
                  </a:lnTo>
                  <a:lnTo>
                    <a:pt x="19071" y="63"/>
                  </a:lnTo>
                  <a:lnTo>
                    <a:pt x="85" y="63"/>
                  </a:lnTo>
                  <a:lnTo>
                    <a:pt x="85" y="135555"/>
                  </a:lnTo>
                  <a:lnTo>
                    <a:pt x="19071"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6" name="Freeform: Shape 125">
              <a:extLst>
                <a:ext uri="{FF2B5EF4-FFF2-40B4-BE49-F238E27FC236}">
                  <a16:creationId xmlns:a16="http://schemas.microsoft.com/office/drawing/2014/main" id="{091A044C-742D-95D0-D75D-602C84C78962}"/>
                </a:ext>
              </a:extLst>
            </p:cNvPr>
            <p:cNvSpPr/>
            <p:nvPr>
              <p:custDataLst>
                <p:tags r:id="rId90"/>
              </p:custDataLst>
            </p:nvPr>
          </p:nvSpPr>
          <p:spPr>
            <a:xfrm>
              <a:off x="3934836" y="5042364"/>
              <a:ext cx="63887" cy="87663"/>
            </a:xfrm>
            <a:custGeom>
              <a:avLst/>
              <a:gdLst>
                <a:gd name="connsiteX0" fmla="*/ 63421 w 63887"/>
                <a:gd name="connsiteY0" fmla="*/ 8328 h 87663"/>
                <a:gd name="connsiteX1" fmla="*/ 63975 w 63887"/>
                <a:gd name="connsiteY1" fmla="*/ 5211 h 87663"/>
                <a:gd name="connsiteX2" fmla="*/ 59956 w 63887"/>
                <a:gd name="connsiteY2" fmla="*/ 1553 h 87663"/>
                <a:gd name="connsiteX3" fmla="*/ 55105 w 63887"/>
                <a:gd name="connsiteY3" fmla="*/ 4399 h 87663"/>
                <a:gd name="connsiteX4" fmla="*/ 53165 w 63887"/>
                <a:gd name="connsiteY4" fmla="*/ 11715 h 87663"/>
                <a:gd name="connsiteX5" fmla="*/ 50394 w 63887"/>
                <a:gd name="connsiteY5" fmla="*/ 22554 h 87663"/>
                <a:gd name="connsiteX6" fmla="*/ 44157 w 63887"/>
                <a:gd name="connsiteY6" fmla="*/ 46943 h 87663"/>
                <a:gd name="connsiteX7" fmla="*/ 28497 w 63887"/>
                <a:gd name="connsiteY7" fmla="*/ 58460 h 87663"/>
                <a:gd name="connsiteX8" fmla="*/ 19905 w 63887"/>
                <a:gd name="connsiteY8" fmla="*/ 47485 h 87663"/>
                <a:gd name="connsiteX9" fmla="*/ 26973 w 63887"/>
                <a:gd name="connsiteY9" fmla="*/ 20929 h 87663"/>
                <a:gd name="connsiteX10" fmla="*/ 29744 w 63887"/>
                <a:gd name="connsiteY10" fmla="*/ 11173 h 87663"/>
                <a:gd name="connsiteX11" fmla="*/ 18381 w 63887"/>
                <a:gd name="connsiteY11" fmla="*/ 63 h 87663"/>
                <a:gd name="connsiteX12" fmla="*/ 87 w 63887"/>
                <a:gd name="connsiteY12" fmla="*/ 20929 h 87663"/>
                <a:gd name="connsiteX13" fmla="*/ 1750 w 63887"/>
                <a:gd name="connsiteY13" fmla="*/ 22283 h 87663"/>
                <a:gd name="connsiteX14" fmla="*/ 3968 w 63887"/>
                <a:gd name="connsiteY14" fmla="*/ 19845 h 87663"/>
                <a:gd name="connsiteX15" fmla="*/ 17965 w 63887"/>
                <a:gd name="connsiteY15" fmla="*/ 3044 h 87663"/>
                <a:gd name="connsiteX16" fmla="*/ 21429 w 63887"/>
                <a:gd name="connsiteY16" fmla="*/ 7379 h 87663"/>
                <a:gd name="connsiteX17" fmla="*/ 19073 w 63887"/>
                <a:gd name="connsiteY17" fmla="*/ 16864 h 87663"/>
                <a:gd name="connsiteX18" fmla="*/ 11036 w 63887"/>
                <a:gd name="connsiteY18" fmla="*/ 45317 h 87663"/>
                <a:gd name="connsiteX19" fmla="*/ 27943 w 63887"/>
                <a:gd name="connsiteY19" fmla="*/ 61441 h 87663"/>
                <a:gd name="connsiteX20" fmla="*/ 41940 w 63887"/>
                <a:gd name="connsiteY20" fmla="*/ 55343 h 87663"/>
                <a:gd name="connsiteX21" fmla="*/ 32932 w 63887"/>
                <a:gd name="connsiteY21" fmla="*/ 76209 h 87663"/>
                <a:gd name="connsiteX22" fmla="*/ 17688 w 63887"/>
                <a:gd name="connsiteY22" fmla="*/ 84745 h 87663"/>
                <a:gd name="connsiteX23" fmla="*/ 7155 w 63887"/>
                <a:gd name="connsiteY23" fmla="*/ 79055 h 87663"/>
                <a:gd name="connsiteX24" fmla="*/ 13114 w 63887"/>
                <a:gd name="connsiteY24" fmla="*/ 77429 h 87663"/>
                <a:gd name="connsiteX25" fmla="*/ 15886 w 63887"/>
                <a:gd name="connsiteY25" fmla="*/ 71873 h 87663"/>
                <a:gd name="connsiteX26" fmla="*/ 10758 w 63887"/>
                <a:gd name="connsiteY26" fmla="*/ 67131 h 87663"/>
                <a:gd name="connsiteX27" fmla="*/ 2998 w 63887"/>
                <a:gd name="connsiteY27" fmla="*/ 75938 h 87663"/>
                <a:gd name="connsiteX28" fmla="*/ 17688 w 63887"/>
                <a:gd name="connsiteY28" fmla="*/ 87726 h 87663"/>
                <a:gd name="connsiteX29" fmla="*/ 50116 w 63887"/>
                <a:gd name="connsiteY29" fmla="*/ 60086 h 87663"/>
                <a:gd name="connsiteX30" fmla="*/ 63421 w 63887"/>
                <a:gd name="connsiteY30" fmla="*/ 8328 h 8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887" h="87663">
                  <a:moveTo>
                    <a:pt x="63421" y="8328"/>
                  </a:moveTo>
                  <a:cubicBezTo>
                    <a:pt x="63975" y="6431"/>
                    <a:pt x="63975" y="6160"/>
                    <a:pt x="63975" y="5211"/>
                  </a:cubicBezTo>
                  <a:cubicBezTo>
                    <a:pt x="63975" y="2773"/>
                    <a:pt x="62035" y="1553"/>
                    <a:pt x="59956" y="1553"/>
                  </a:cubicBezTo>
                  <a:cubicBezTo>
                    <a:pt x="58570" y="1553"/>
                    <a:pt x="56353" y="2366"/>
                    <a:pt x="55105" y="4399"/>
                  </a:cubicBezTo>
                  <a:cubicBezTo>
                    <a:pt x="54828" y="5076"/>
                    <a:pt x="53720" y="9276"/>
                    <a:pt x="53165" y="11715"/>
                  </a:cubicBezTo>
                  <a:cubicBezTo>
                    <a:pt x="52195" y="15238"/>
                    <a:pt x="51225" y="18896"/>
                    <a:pt x="50394" y="22554"/>
                  </a:cubicBezTo>
                  <a:lnTo>
                    <a:pt x="44157" y="46943"/>
                  </a:lnTo>
                  <a:cubicBezTo>
                    <a:pt x="43603" y="48975"/>
                    <a:pt x="37644" y="58460"/>
                    <a:pt x="28497" y="58460"/>
                  </a:cubicBezTo>
                  <a:cubicBezTo>
                    <a:pt x="21429" y="58460"/>
                    <a:pt x="19905" y="52498"/>
                    <a:pt x="19905" y="47485"/>
                  </a:cubicBezTo>
                  <a:cubicBezTo>
                    <a:pt x="19905" y="41252"/>
                    <a:pt x="22261" y="32852"/>
                    <a:pt x="26973" y="20929"/>
                  </a:cubicBezTo>
                  <a:cubicBezTo>
                    <a:pt x="29190" y="15373"/>
                    <a:pt x="29744" y="13883"/>
                    <a:pt x="29744" y="11173"/>
                  </a:cubicBezTo>
                  <a:cubicBezTo>
                    <a:pt x="29744" y="5076"/>
                    <a:pt x="25310" y="63"/>
                    <a:pt x="18381" y="63"/>
                  </a:cubicBezTo>
                  <a:cubicBezTo>
                    <a:pt x="5215" y="63"/>
                    <a:pt x="87" y="19709"/>
                    <a:pt x="87" y="20929"/>
                  </a:cubicBezTo>
                  <a:cubicBezTo>
                    <a:pt x="87" y="22283"/>
                    <a:pt x="1473" y="22283"/>
                    <a:pt x="1750" y="22283"/>
                  </a:cubicBezTo>
                  <a:cubicBezTo>
                    <a:pt x="3136" y="22283"/>
                    <a:pt x="3275" y="22012"/>
                    <a:pt x="3968" y="19845"/>
                  </a:cubicBezTo>
                  <a:cubicBezTo>
                    <a:pt x="7710" y="7108"/>
                    <a:pt x="13253" y="3044"/>
                    <a:pt x="17965" y="3044"/>
                  </a:cubicBezTo>
                  <a:cubicBezTo>
                    <a:pt x="19073" y="3044"/>
                    <a:pt x="21429" y="3044"/>
                    <a:pt x="21429" y="7379"/>
                  </a:cubicBezTo>
                  <a:cubicBezTo>
                    <a:pt x="21429" y="10767"/>
                    <a:pt x="20044" y="14289"/>
                    <a:pt x="19073" y="16864"/>
                  </a:cubicBezTo>
                  <a:cubicBezTo>
                    <a:pt x="13530" y="31226"/>
                    <a:pt x="11036" y="38949"/>
                    <a:pt x="11036" y="45317"/>
                  </a:cubicBezTo>
                  <a:cubicBezTo>
                    <a:pt x="11036" y="57376"/>
                    <a:pt x="19766" y="61441"/>
                    <a:pt x="27943" y="61441"/>
                  </a:cubicBezTo>
                  <a:cubicBezTo>
                    <a:pt x="33348" y="61441"/>
                    <a:pt x="38060" y="59137"/>
                    <a:pt x="41940" y="55343"/>
                  </a:cubicBezTo>
                  <a:cubicBezTo>
                    <a:pt x="40138" y="62389"/>
                    <a:pt x="38475" y="69028"/>
                    <a:pt x="32932" y="76209"/>
                  </a:cubicBezTo>
                  <a:cubicBezTo>
                    <a:pt x="29329" y="80816"/>
                    <a:pt x="24063" y="84745"/>
                    <a:pt x="17688" y="84745"/>
                  </a:cubicBezTo>
                  <a:cubicBezTo>
                    <a:pt x="15747" y="84745"/>
                    <a:pt x="9511" y="84339"/>
                    <a:pt x="7155" y="79055"/>
                  </a:cubicBezTo>
                  <a:cubicBezTo>
                    <a:pt x="9373" y="79055"/>
                    <a:pt x="11174" y="79055"/>
                    <a:pt x="13114" y="77429"/>
                  </a:cubicBezTo>
                  <a:cubicBezTo>
                    <a:pt x="14500" y="76209"/>
                    <a:pt x="15886" y="74448"/>
                    <a:pt x="15886" y="71873"/>
                  </a:cubicBezTo>
                  <a:cubicBezTo>
                    <a:pt x="15886" y="67673"/>
                    <a:pt x="12144" y="67131"/>
                    <a:pt x="10758" y="67131"/>
                  </a:cubicBezTo>
                  <a:cubicBezTo>
                    <a:pt x="7571" y="67131"/>
                    <a:pt x="2998" y="69299"/>
                    <a:pt x="2998" y="75938"/>
                  </a:cubicBezTo>
                  <a:cubicBezTo>
                    <a:pt x="2998" y="82713"/>
                    <a:pt x="9095" y="87726"/>
                    <a:pt x="17688" y="87726"/>
                  </a:cubicBezTo>
                  <a:cubicBezTo>
                    <a:pt x="31962" y="87726"/>
                    <a:pt x="46236" y="75396"/>
                    <a:pt x="50116" y="60086"/>
                  </a:cubicBezTo>
                  <a:lnTo>
                    <a:pt x="63421" y="83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7" name="Freeform: Shape 126">
              <a:extLst>
                <a:ext uri="{FF2B5EF4-FFF2-40B4-BE49-F238E27FC236}">
                  <a16:creationId xmlns:a16="http://schemas.microsoft.com/office/drawing/2014/main" id="{F90F1A47-09A8-79A4-0477-CA9A13AA1B23}"/>
                </a:ext>
              </a:extLst>
            </p:cNvPr>
            <p:cNvSpPr/>
            <p:nvPr>
              <p:custDataLst>
                <p:tags r:id="rId91"/>
              </p:custDataLst>
            </p:nvPr>
          </p:nvSpPr>
          <p:spPr>
            <a:xfrm>
              <a:off x="4020226" y="5000633"/>
              <a:ext cx="5543" cy="135491"/>
            </a:xfrm>
            <a:custGeom>
              <a:avLst/>
              <a:gdLst>
                <a:gd name="connsiteX0" fmla="*/ 5636 w 5543"/>
                <a:gd name="connsiteY0" fmla="*/ 4940 h 135491"/>
                <a:gd name="connsiteX1" fmla="*/ 2864 w 5543"/>
                <a:gd name="connsiteY1" fmla="*/ 63 h 135491"/>
                <a:gd name="connsiteX2" fmla="*/ 93 w 5543"/>
                <a:gd name="connsiteY2" fmla="*/ 4940 h 135491"/>
                <a:gd name="connsiteX3" fmla="*/ 93 w 5543"/>
                <a:gd name="connsiteY3" fmla="*/ 130677 h 135491"/>
                <a:gd name="connsiteX4" fmla="*/ 2864 w 5543"/>
                <a:gd name="connsiteY4" fmla="*/ 135555 h 135491"/>
                <a:gd name="connsiteX5" fmla="*/ 5636 w 5543"/>
                <a:gd name="connsiteY5" fmla="*/ 130677 h 135491"/>
                <a:gd name="connsiteX6" fmla="*/ 5636 w 5543"/>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3" h="135491">
                  <a:moveTo>
                    <a:pt x="5636" y="4940"/>
                  </a:moveTo>
                  <a:cubicBezTo>
                    <a:pt x="5636" y="2502"/>
                    <a:pt x="5636" y="63"/>
                    <a:pt x="2864" y="63"/>
                  </a:cubicBezTo>
                  <a:cubicBezTo>
                    <a:pt x="93" y="63"/>
                    <a:pt x="93" y="2502"/>
                    <a:pt x="93" y="4940"/>
                  </a:cubicBezTo>
                  <a:lnTo>
                    <a:pt x="93" y="130677"/>
                  </a:lnTo>
                  <a:cubicBezTo>
                    <a:pt x="93" y="133116"/>
                    <a:pt x="93" y="135555"/>
                    <a:pt x="2864" y="135555"/>
                  </a:cubicBezTo>
                  <a:cubicBezTo>
                    <a:pt x="5636" y="135555"/>
                    <a:pt x="5636" y="133116"/>
                    <a:pt x="5636" y="130677"/>
                  </a:cubicBezTo>
                  <a:lnTo>
                    <a:pt x="5636"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8" name="Freeform: Shape 127">
              <a:extLst>
                <a:ext uri="{FF2B5EF4-FFF2-40B4-BE49-F238E27FC236}">
                  <a16:creationId xmlns:a16="http://schemas.microsoft.com/office/drawing/2014/main" id="{53A0B8ED-1B96-8C44-31D1-D0000504F29C}"/>
                </a:ext>
              </a:extLst>
            </p:cNvPr>
            <p:cNvSpPr/>
            <p:nvPr>
              <p:custDataLst>
                <p:tags r:id="rId92"/>
              </p:custDataLst>
            </p:nvPr>
          </p:nvSpPr>
          <p:spPr>
            <a:xfrm>
              <a:off x="4046249" y="5042364"/>
              <a:ext cx="69015" cy="61377"/>
            </a:xfrm>
            <a:custGeom>
              <a:avLst/>
              <a:gdLst>
                <a:gd name="connsiteX0" fmla="*/ 42364 w 69015"/>
                <a:gd name="connsiteY0" fmla="*/ 19032 h 61377"/>
                <a:gd name="connsiteX1" fmla="*/ 56084 w 69015"/>
                <a:gd name="connsiteY1" fmla="*/ 3044 h 61377"/>
                <a:gd name="connsiteX2" fmla="*/ 63013 w 69015"/>
                <a:gd name="connsiteY2" fmla="*/ 4805 h 61377"/>
                <a:gd name="connsiteX3" fmla="*/ 56361 w 69015"/>
                <a:gd name="connsiteY3" fmla="*/ 12122 h 61377"/>
                <a:gd name="connsiteX4" fmla="*/ 61627 w 69015"/>
                <a:gd name="connsiteY4" fmla="*/ 16864 h 61377"/>
                <a:gd name="connsiteX5" fmla="*/ 69110 w 69015"/>
                <a:gd name="connsiteY5" fmla="*/ 9005 h 61377"/>
                <a:gd name="connsiteX6" fmla="*/ 56222 w 69015"/>
                <a:gd name="connsiteY6" fmla="*/ 63 h 61377"/>
                <a:gd name="connsiteX7" fmla="*/ 41671 w 69015"/>
                <a:gd name="connsiteY7" fmla="*/ 10360 h 61377"/>
                <a:gd name="connsiteX8" fmla="*/ 26704 w 69015"/>
                <a:gd name="connsiteY8" fmla="*/ 63 h 61377"/>
                <a:gd name="connsiteX9" fmla="*/ 4392 w 69015"/>
                <a:gd name="connsiteY9" fmla="*/ 20929 h 61377"/>
                <a:gd name="connsiteX10" fmla="*/ 6055 w 69015"/>
                <a:gd name="connsiteY10" fmla="*/ 22283 h 61377"/>
                <a:gd name="connsiteX11" fmla="*/ 7856 w 69015"/>
                <a:gd name="connsiteY11" fmla="*/ 20793 h 61377"/>
                <a:gd name="connsiteX12" fmla="*/ 26426 w 69015"/>
                <a:gd name="connsiteY12" fmla="*/ 3044 h 61377"/>
                <a:gd name="connsiteX13" fmla="*/ 33910 w 69015"/>
                <a:gd name="connsiteY13" fmla="*/ 12122 h 61377"/>
                <a:gd name="connsiteX14" fmla="*/ 26426 w 69015"/>
                <a:gd name="connsiteY14" fmla="*/ 44369 h 61377"/>
                <a:gd name="connsiteX15" fmla="*/ 13261 w 69015"/>
                <a:gd name="connsiteY15" fmla="*/ 58460 h 61377"/>
                <a:gd name="connsiteX16" fmla="*/ 6332 w 69015"/>
                <a:gd name="connsiteY16" fmla="*/ 56698 h 61377"/>
                <a:gd name="connsiteX17" fmla="*/ 12845 w 69015"/>
                <a:gd name="connsiteY17" fmla="*/ 49382 h 61377"/>
                <a:gd name="connsiteX18" fmla="*/ 7718 w 69015"/>
                <a:gd name="connsiteY18" fmla="*/ 44640 h 61377"/>
                <a:gd name="connsiteX19" fmla="*/ 95 w 69015"/>
                <a:gd name="connsiteY19" fmla="*/ 52498 h 61377"/>
                <a:gd name="connsiteX20" fmla="*/ 13122 w 69015"/>
                <a:gd name="connsiteY20" fmla="*/ 61441 h 61377"/>
                <a:gd name="connsiteX21" fmla="*/ 27674 w 69015"/>
                <a:gd name="connsiteY21" fmla="*/ 51143 h 61377"/>
                <a:gd name="connsiteX22" fmla="*/ 42641 w 69015"/>
                <a:gd name="connsiteY22" fmla="*/ 61441 h 61377"/>
                <a:gd name="connsiteX23" fmla="*/ 64814 w 69015"/>
                <a:gd name="connsiteY23" fmla="*/ 40575 h 61377"/>
                <a:gd name="connsiteX24" fmla="*/ 63151 w 69015"/>
                <a:gd name="connsiteY24" fmla="*/ 39220 h 61377"/>
                <a:gd name="connsiteX25" fmla="*/ 61350 w 69015"/>
                <a:gd name="connsiteY25" fmla="*/ 40710 h 61377"/>
                <a:gd name="connsiteX26" fmla="*/ 42918 w 69015"/>
                <a:gd name="connsiteY26" fmla="*/ 58460 h 61377"/>
                <a:gd name="connsiteX27" fmla="*/ 35296 w 69015"/>
                <a:gd name="connsiteY27" fmla="*/ 49517 h 61377"/>
                <a:gd name="connsiteX28" fmla="*/ 37652 w 69015"/>
                <a:gd name="connsiteY28" fmla="*/ 37594 h 61377"/>
                <a:gd name="connsiteX29" fmla="*/ 42364 w 69015"/>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15" h="61377">
                  <a:moveTo>
                    <a:pt x="42364" y="19032"/>
                  </a:moveTo>
                  <a:cubicBezTo>
                    <a:pt x="43195" y="15509"/>
                    <a:pt x="46383" y="3044"/>
                    <a:pt x="56084" y="3044"/>
                  </a:cubicBezTo>
                  <a:cubicBezTo>
                    <a:pt x="56776" y="3044"/>
                    <a:pt x="60102" y="3044"/>
                    <a:pt x="63013" y="4805"/>
                  </a:cubicBezTo>
                  <a:cubicBezTo>
                    <a:pt x="59132" y="5482"/>
                    <a:pt x="56361" y="8870"/>
                    <a:pt x="56361" y="12122"/>
                  </a:cubicBezTo>
                  <a:cubicBezTo>
                    <a:pt x="56361" y="14289"/>
                    <a:pt x="57885" y="16864"/>
                    <a:pt x="61627" y="16864"/>
                  </a:cubicBezTo>
                  <a:cubicBezTo>
                    <a:pt x="64676" y="16864"/>
                    <a:pt x="69110" y="14425"/>
                    <a:pt x="69110" y="9005"/>
                  </a:cubicBezTo>
                  <a:cubicBezTo>
                    <a:pt x="69110" y="1960"/>
                    <a:pt x="60934" y="63"/>
                    <a:pt x="56222" y="63"/>
                  </a:cubicBezTo>
                  <a:cubicBezTo>
                    <a:pt x="48184" y="63"/>
                    <a:pt x="43334" y="7244"/>
                    <a:pt x="41671" y="10360"/>
                  </a:cubicBezTo>
                  <a:cubicBezTo>
                    <a:pt x="38206" y="1418"/>
                    <a:pt x="30723" y="63"/>
                    <a:pt x="26704" y="63"/>
                  </a:cubicBezTo>
                  <a:cubicBezTo>
                    <a:pt x="12291" y="63"/>
                    <a:pt x="4392" y="17541"/>
                    <a:pt x="4392" y="20929"/>
                  </a:cubicBezTo>
                  <a:cubicBezTo>
                    <a:pt x="4392" y="22283"/>
                    <a:pt x="5777" y="22283"/>
                    <a:pt x="6055" y="22283"/>
                  </a:cubicBezTo>
                  <a:cubicBezTo>
                    <a:pt x="7163" y="22283"/>
                    <a:pt x="7579" y="22012"/>
                    <a:pt x="7856" y="20793"/>
                  </a:cubicBezTo>
                  <a:cubicBezTo>
                    <a:pt x="12568" y="6431"/>
                    <a:pt x="21715" y="3044"/>
                    <a:pt x="26426" y="3044"/>
                  </a:cubicBezTo>
                  <a:cubicBezTo>
                    <a:pt x="29060" y="3044"/>
                    <a:pt x="33910" y="4263"/>
                    <a:pt x="33910" y="12122"/>
                  </a:cubicBezTo>
                  <a:cubicBezTo>
                    <a:pt x="33910" y="16322"/>
                    <a:pt x="31554" y="25400"/>
                    <a:pt x="26426" y="44369"/>
                  </a:cubicBezTo>
                  <a:cubicBezTo>
                    <a:pt x="24209" y="52769"/>
                    <a:pt x="19359" y="58460"/>
                    <a:pt x="13261" y="58460"/>
                  </a:cubicBezTo>
                  <a:cubicBezTo>
                    <a:pt x="12429" y="58460"/>
                    <a:pt x="9242" y="58460"/>
                    <a:pt x="6332" y="56698"/>
                  </a:cubicBezTo>
                  <a:cubicBezTo>
                    <a:pt x="9796" y="56021"/>
                    <a:pt x="12845" y="53176"/>
                    <a:pt x="12845" y="49382"/>
                  </a:cubicBezTo>
                  <a:cubicBezTo>
                    <a:pt x="12845" y="45724"/>
                    <a:pt x="9796" y="44640"/>
                    <a:pt x="7718" y="44640"/>
                  </a:cubicBezTo>
                  <a:cubicBezTo>
                    <a:pt x="3560" y="44640"/>
                    <a:pt x="95" y="48162"/>
                    <a:pt x="95" y="52498"/>
                  </a:cubicBezTo>
                  <a:cubicBezTo>
                    <a:pt x="95" y="58731"/>
                    <a:pt x="7025" y="61441"/>
                    <a:pt x="13122" y="61441"/>
                  </a:cubicBezTo>
                  <a:cubicBezTo>
                    <a:pt x="22269" y="61441"/>
                    <a:pt x="27258" y="51956"/>
                    <a:pt x="27674" y="51143"/>
                  </a:cubicBezTo>
                  <a:cubicBezTo>
                    <a:pt x="29337" y="56156"/>
                    <a:pt x="34326" y="61441"/>
                    <a:pt x="42641" y="61441"/>
                  </a:cubicBezTo>
                  <a:cubicBezTo>
                    <a:pt x="56915" y="61441"/>
                    <a:pt x="64814" y="43962"/>
                    <a:pt x="64814" y="40575"/>
                  </a:cubicBezTo>
                  <a:cubicBezTo>
                    <a:pt x="64814" y="39220"/>
                    <a:pt x="63567" y="39220"/>
                    <a:pt x="63151" y="39220"/>
                  </a:cubicBezTo>
                  <a:cubicBezTo>
                    <a:pt x="61904" y="39220"/>
                    <a:pt x="61627" y="39762"/>
                    <a:pt x="61350" y="40710"/>
                  </a:cubicBezTo>
                  <a:cubicBezTo>
                    <a:pt x="56776" y="55208"/>
                    <a:pt x="47353" y="58460"/>
                    <a:pt x="42918" y="58460"/>
                  </a:cubicBezTo>
                  <a:cubicBezTo>
                    <a:pt x="37513" y="58460"/>
                    <a:pt x="35296" y="54124"/>
                    <a:pt x="35296" y="49517"/>
                  </a:cubicBezTo>
                  <a:cubicBezTo>
                    <a:pt x="35296" y="46536"/>
                    <a:pt x="36127" y="43556"/>
                    <a:pt x="37652" y="37594"/>
                  </a:cubicBezTo>
                  <a:lnTo>
                    <a:pt x="42364"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29" name="Freeform: Shape 128">
              <a:extLst>
                <a:ext uri="{FF2B5EF4-FFF2-40B4-BE49-F238E27FC236}">
                  <a16:creationId xmlns:a16="http://schemas.microsoft.com/office/drawing/2014/main" id="{473A5E02-4303-24E4-E4F8-ED2CED0F369E}"/>
                </a:ext>
              </a:extLst>
            </p:cNvPr>
            <p:cNvSpPr/>
            <p:nvPr>
              <p:custDataLst>
                <p:tags r:id="rId93"/>
              </p:custDataLst>
            </p:nvPr>
          </p:nvSpPr>
          <p:spPr>
            <a:xfrm>
              <a:off x="4124484" y="5000633"/>
              <a:ext cx="18986" cy="135491"/>
            </a:xfrm>
            <a:custGeom>
              <a:avLst/>
              <a:gdLst>
                <a:gd name="connsiteX0" fmla="*/ 19087 w 18986"/>
                <a:gd name="connsiteY0" fmla="*/ 63 h 135491"/>
                <a:gd name="connsiteX1" fmla="*/ 101 w 18986"/>
                <a:gd name="connsiteY1" fmla="*/ 63 h 135491"/>
                <a:gd name="connsiteX2" fmla="*/ 101 w 18986"/>
                <a:gd name="connsiteY2" fmla="*/ 5482 h 135491"/>
                <a:gd name="connsiteX3" fmla="*/ 13544 w 18986"/>
                <a:gd name="connsiteY3" fmla="*/ 5482 h 135491"/>
                <a:gd name="connsiteX4" fmla="*/ 13544 w 18986"/>
                <a:gd name="connsiteY4" fmla="*/ 130135 h 135491"/>
                <a:gd name="connsiteX5" fmla="*/ 101 w 18986"/>
                <a:gd name="connsiteY5" fmla="*/ 130135 h 135491"/>
                <a:gd name="connsiteX6" fmla="*/ 101 w 18986"/>
                <a:gd name="connsiteY6" fmla="*/ 135555 h 135491"/>
                <a:gd name="connsiteX7" fmla="*/ 19087 w 18986"/>
                <a:gd name="connsiteY7" fmla="*/ 135555 h 135491"/>
                <a:gd name="connsiteX8" fmla="*/ 19087 w 18986"/>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86" h="135491">
                  <a:moveTo>
                    <a:pt x="19087" y="63"/>
                  </a:moveTo>
                  <a:lnTo>
                    <a:pt x="101" y="63"/>
                  </a:lnTo>
                  <a:lnTo>
                    <a:pt x="101" y="5482"/>
                  </a:lnTo>
                  <a:lnTo>
                    <a:pt x="13544" y="5482"/>
                  </a:lnTo>
                  <a:lnTo>
                    <a:pt x="13544" y="130135"/>
                  </a:lnTo>
                  <a:lnTo>
                    <a:pt x="101" y="130135"/>
                  </a:lnTo>
                  <a:lnTo>
                    <a:pt x="101" y="135555"/>
                  </a:lnTo>
                  <a:lnTo>
                    <a:pt x="19087" y="135555"/>
                  </a:lnTo>
                  <a:lnTo>
                    <a:pt x="19087"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0" name="Freeform: Shape 129">
              <a:extLst>
                <a:ext uri="{FF2B5EF4-FFF2-40B4-BE49-F238E27FC236}">
                  <a16:creationId xmlns:a16="http://schemas.microsoft.com/office/drawing/2014/main" id="{A4FF61DA-1593-A4A0-B79E-B9B2CD1FC902}"/>
                </a:ext>
              </a:extLst>
            </p:cNvPr>
            <p:cNvSpPr/>
            <p:nvPr>
              <p:custDataLst>
                <p:tags r:id="rId94"/>
              </p:custDataLst>
            </p:nvPr>
          </p:nvSpPr>
          <p:spPr>
            <a:xfrm>
              <a:off x="4206187" y="5052526"/>
              <a:ext cx="92158" cy="31705"/>
            </a:xfrm>
            <a:custGeom>
              <a:avLst/>
              <a:gdLst>
                <a:gd name="connsiteX0" fmla="*/ 87553 w 92158"/>
                <a:gd name="connsiteY0" fmla="*/ 5482 h 31705"/>
                <a:gd name="connsiteX1" fmla="*/ 92265 w 92158"/>
                <a:gd name="connsiteY1" fmla="*/ 2773 h 31705"/>
                <a:gd name="connsiteX2" fmla="*/ 87692 w 92158"/>
                <a:gd name="connsiteY2" fmla="*/ 63 h 31705"/>
                <a:gd name="connsiteX3" fmla="*/ 4680 w 92158"/>
                <a:gd name="connsiteY3" fmla="*/ 63 h 31705"/>
                <a:gd name="connsiteX4" fmla="*/ 107 w 92158"/>
                <a:gd name="connsiteY4" fmla="*/ 2773 h 31705"/>
                <a:gd name="connsiteX5" fmla="*/ 4819 w 92158"/>
                <a:gd name="connsiteY5" fmla="*/ 5482 h 31705"/>
                <a:gd name="connsiteX6" fmla="*/ 87553 w 92158"/>
                <a:gd name="connsiteY6" fmla="*/ 5482 h 31705"/>
                <a:gd name="connsiteX7" fmla="*/ 87692 w 92158"/>
                <a:gd name="connsiteY7" fmla="*/ 31768 h 31705"/>
                <a:gd name="connsiteX8" fmla="*/ 92265 w 92158"/>
                <a:gd name="connsiteY8" fmla="*/ 29058 h 31705"/>
                <a:gd name="connsiteX9" fmla="*/ 87553 w 92158"/>
                <a:gd name="connsiteY9" fmla="*/ 26348 h 31705"/>
                <a:gd name="connsiteX10" fmla="*/ 4819 w 92158"/>
                <a:gd name="connsiteY10" fmla="*/ 26348 h 31705"/>
                <a:gd name="connsiteX11" fmla="*/ 107 w 92158"/>
                <a:gd name="connsiteY11" fmla="*/ 29058 h 31705"/>
                <a:gd name="connsiteX12" fmla="*/ 4680 w 92158"/>
                <a:gd name="connsiteY12" fmla="*/ 31768 h 31705"/>
                <a:gd name="connsiteX13" fmla="*/ 87692 w 92158"/>
                <a:gd name="connsiteY13" fmla="*/ 31768 h 3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158" h="31705">
                  <a:moveTo>
                    <a:pt x="87553" y="5482"/>
                  </a:moveTo>
                  <a:cubicBezTo>
                    <a:pt x="89632" y="5482"/>
                    <a:pt x="92265" y="5482"/>
                    <a:pt x="92265" y="2773"/>
                  </a:cubicBezTo>
                  <a:cubicBezTo>
                    <a:pt x="92265" y="63"/>
                    <a:pt x="89632" y="63"/>
                    <a:pt x="87692" y="63"/>
                  </a:cubicBezTo>
                  <a:lnTo>
                    <a:pt x="4680" y="63"/>
                  </a:lnTo>
                  <a:cubicBezTo>
                    <a:pt x="2740" y="63"/>
                    <a:pt x="107" y="63"/>
                    <a:pt x="107" y="2773"/>
                  </a:cubicBezTo>
                  <a:cubicBezTo>
                    <a:pt x="107" y="5482"/>
                    <a:pt x="2740" y="5482"/>
                    <a:pt x="4819" y="5482"/>
                  </a:cubicBezTo>
                  <a:lnTo>
                    <a:pt x="87553" y="5482"/>
                  </a:lnTo>
                  <a:close/>
                  <a:moveTo>
                    <a:pt x="87692" y="31768"/>
                  </a:moveTo>
                  <a:cubicBezTo>
                    <a:pt x="89632" y="31768"/>
                    <a:pt x="92265" y="31768"/>
                    <a:pt x="92265" y="29058"/>
                  </a:cubicBezTo>
                  <a:cubicBezTo>
                    <a:pt x="92265" y="26348"/>
                    <a:pt x="89632" y="26348"/>
                    <a:pt x="87553" y="26348"/>
                  </a:cubicBezTo>
                  <a:lnTo>
                    <a:pt x="4819" y="26348"/>
                  </a:lnTo>
                  <a:cubicBezTo>
                    <a:pt x="2740" y="26348"/>
                    <a:pt x="107" y="26348"/>
                    <a:pt x="107" y="29058"/>
                  </a:cubicBezTo>
                  <a:cubicBezTo>
                    <a:pt x="107" y="31768"/>
                    <a:pt x="2740" y="31768"/>
                    <a:pt x="4680" y="31768"/>
                  </a:cubicBezTo>
                  <a:lnTo>
                    <a:pt x="87692" y="3176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1" name="Freeform: Shape 130">
              <a:extLst>
                <a:ext uri="{FF2B5EF4-FFF2-40B4-BE49-F238E27FC236}">
                  <a16:creationId xmlns:a16="http://schemas.microsoft.com/office/drawing/2014/main" id="{049CF8A6-5F21-0C90-F2DC-F59861B96AF7}"/>
                </a:ext>
              </a:extLst>
            </p:cNvPr>
            <p:cNvSpPr/>
            <p:nvPr>
              <p:custDataLst>
                <p:tags r:id="rId95"/>
              </p:custDataLst>
            </p:nvPr>
          </p:nvSpPr>
          <p:spPr>
            <a:xfrm>
              <a:off x="4351222" y="5008220"/>
              <a:ext cx="50999" cy="95521"/>
            </a:xfrm>
            <a:custGeom>
              <a:avLst/>
              <a:gdLst>
                <a:gd name="connsiteX0" fmla="*/ 26725 w 50999"/>
                <a:gd name="connsiteY0" fmla="*/ 1553 h 95521"/>
                <a:gd name="connsiteX1" fmla="*/ 24924 w 50999"/>
                <a:gd name="connsiteY1" fmla="*/ 63 h 95521"/>
                <a:gd name="connsiteX2" fmla="*/ 8016 w 50999"/>
                <a:gd name="connsiteY2" fmla="*/ 1418 h 95521"/>
                <a:gd name="connsiteX3" fmla="*/ 5383 w 50999"/>
                <a:gd name="connsiteY3" fmla="*/ 4128 h 95521"/>
                <a:gd name="connsiteX4" fmla="*/ 8709 w 50999"/>
                <a:gd name="connsiteY4" fmla="*/ 5753 h 95521"/>
                <a:gd name="connsiteX5" fmla="*/ 15639 w 50999"/>
                <a:gd name="connsiteY5" fmla="*/ 8057 h 95521"/>
                <a:gd name="connsiteX6" fmla="*/ 13698 w 50999"/>
                <a:gd name="connsiteY6" fmla="*/ 16457 h 95521"/>
                <a:gd name="connsiteX7" fmla="*/ 2335 w 50999"/>
                <a:gd name="connsiteY7" fmla="*/ 60628 h 95521"/>
                <a:gd name="connsiteX8" fmla="*/ 117 w 50999"/>
                <a:gd name="connsiteY8" fmla="*/ 74312 h 95521"/>
                <a:gd name="connsiteX9" fmla="*/ 17717 w 50999"/>
                <a:gd name="connsiteY9" fmla="*/ 95585 h 95521"/>
                <a:gd name="connsiteX10" fmla="*/ 51116 w 50999"/>
                <a:gd name="connsiteY10" fmla="*/ 55885 h 95521"/>
                <a:gd name="connsiteX11" fmla="*/ 32685 w 50999"/>
                <a:gd name="connsiteY11" fmla="*/ 34207 h 95521"/>
                <a:gd name="connsiteX12" fmla="*/ 16470 w 50999"/>
                <a:gd name="connsiteY12" fmla="*/ 42336 h 95521"/>
                <a:gd name="connsiteX13" fmla="*/ 26725 w 50999"/>
                <a:gd name="connsiteY13" fmla="*/ 1553 h 95521"/>
                <a:gd name="connsiteX14" fmla="*/ 13698 w 50999"/>
                <a:gd name="connsiteY14" fmla="*/ 52769 h 95521"/>
                <a:gd name="connsiteX15" fmla="*/ 15777 w 50999"/>
                <a:gd name="connsiteY15" fmla="*/ 48027 h 95521"/>
                <a:gd name="connsiteX16" fmla="*/ 32407 w 50999"/>
                <a:gd name="connsiteY16" fmla="*/ 37188 h 95521"/>
                <a:gd name="connsiteX17" fmla="*/ 41138 w 50999"/>
                <a:gd name="connsiteY17" fmla="*/ 49924 h 95521"/>
                <a:gd name="connsiteX18" fmla="*/ 34070 w 50999"/>
                <a:gd name="connsiteY18" fmla="*/ 78648 h 95521"/>
                <a:gd name="connsiteX19" fmla="*/ 17717 w 50999"/>
                <a:gd name="connsiteY19" fmla="*/ 92604 h 95521"/>
                <a:gd name="connsiteX20" fmla="*/ 8432 w 50999"/>
                <a:gd name="connsiteY20" fmla="*/ 78919 h 95521"/>
                <a:gd name="connsiteX21" fmla="*/ 10650 w 50999"/>
                <a:gd name="connsiteY21" fmla="*/ 65234 h 95521"/>
                <a:gd name="connsiteX22" fmla="*/ 13698 w 50999"/>
                <a:gd name="connsiteY22" fmla="*/ 5276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999" h="95521">
                  <a:moveTo>
                    <a:pt x="26725" y="1553"/>
                  </a:moveTo>
                  <a:cubicBezTo>
                    <a:pt x="26725" y="1418"/>
                    <a:pt x="26725" y="63"/>
                    <a:pt x="24924" y="63"/>
                  </a:cubicBezTo>
                  <a:cubicBezTo>
                    <a:pt x="21736" y="63"/>
                    <a:pt x="11620" y="1147"/>
                    <a:pt x="8016" y="1418"/>
                  </a:cubicBezTo>
                  <a:cubicBezTo>
                    <a:pt x="6908" y="1553"/>
                    <a:pt x="5383" y="1689"/>
                    <a:pt x="5383" y="4128"/>
                  </a:cubicBezTo>
                  <a:cubicBezTo>
                    <a:pt x="5383" y="5753"/>
                    <a:pt x="6631" y="5753"/>
                    <a:pt x="8709" y="5753"/>
                  </a:cubicBezTo>
                  <a:cubicBezTo>
                    <a:pt x="15361" y="5753"/>
                    <a:pt x="15639" y="6702"/>
                    <a:pt x="15639" y="8057"/>
                  </a:cubicBezTo>
                  <a:cubicBezTo>
                    <a:pt x="15639" y="9005"/>
                    <a:pt x="14391" y="13612"/>
                    <a:pt x="13698" y="16457"/>
                  </a:cubicBezTo>
                  <a:lnTo>
                    <a:pt x="2335" y="60628"/>
                  </a:lnTo>
                  <a:cubicBezTo>
                    <a:pt x="672" y="67402"/>
                    <a:pt x="117" y="69570"/>
                    <a:pt x="117" y="74312"/>
                  </a:cubicBezTo>
                  <a:cubicBezTo>
                    <a:pt x="117" y="87184"/>
                    <a:pt x="7462" y="95585"/>
                    <a:pt x="17717" y="95585"/>
                  </a:cubicBezTo>
                  <a:cubicBezTo>
                    <a:pt x="34070" y="95585"/>
                    <a:pt x="51116" y="75396"/>
                    <a:pt x="51116" y="55885"/>
                  </a:cubicBezTo>
                  <a:cubicBezTo>
                    <a:pt x="51116" y="43556"/>
                    <a:pt x="43771" y="34207"/>
                    <a:pt x="32685" y="34207"/>
                  </a:cubicBezTo>
                  <a:cubicBezTo>
                    <a:pt x="26310" y="34207"/>
                    <a:pt x="20628" y="38136"/>
                    <a:pt x="16470" y="42336"/>
                  </a:cubicBezTo>
                  <a:lnTo>
                    <a:pt x="26725" y="1553"/>
                  </a:lnTo>
                  <a:close/>
                  <a:moveTo>
                    <a:pt x="13698" y="52769"/>
                  </a:moveTo>
                  <a:cubicBezTo>
                    <a:pt x="14530" y="49788"/>
                    <a:pt x="14530" y="49517"/>
                    <a:pt x="15777" y="48027"/>
                  </a:cubicBezTo>
                  <a:cubicBezTo>
                    <a:pt x="22568" y="39220"/>
                    <a:pt x="28804" y="37188"/>
                    <a:pt x="32407" y="37188"/>
                  </a:cubicBezTo>
                  <a:cubicBezTo>
                    <a:pt x="37396" y="37188"/>
                    <a:pt x="41138" y="41252"/>
                    <a:pt x="41138" y="49924"/>
                  </a:cubicBezTo>
                  <a:cubicBezTo>
                    <a:pt x="41138" y="57918"/>
                    <a:pt x="36565" y="73499"/>
                    <a:pt x="34070" y="78648"/>
                  </a:cubicBezTo>
                  <a:cubicBezTo>
                    <a:pt x="29497" y="87726"/>
                    <a:pt x="23122" y="92604"/>
                    <a:pt x="17717" y="92604"/>
                  </a:cubicBezTo>
                  <a:cubicBezTo>
                    <a:pt x="13006" y="92604"/>
                    <a:pt x="8432" y="88945"/>
                    <a:pt x="8432" y="78919"/>
                  </a:cubicBezTo>
                  <a:cubicBezTo>
                    <a:pt x="8432" y="76345"/>
                    <a:pt x="8432" y="73770"/>
                    <a:pt x="10650" y="65234"/>
                  </a:cubicBezTo>
                  <a:lnTo>
                    <a:pt x="13698" y="5276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2" name="Freeform: Shape 131">
              <a:extLst>
                <a:ext uri="{FF2B5EF4-FFF2-40B4-BE49-F238E27FC236}">
                  <a16:creationId xmlns:a16="http://schemas.microsoft.com/office/drawing/2014/main" id="{7C38BBDA-F0B5-EB06-B35E-C7B6AAED2C0B}"/>
                </a:ext>
              </a:extLst>
            </p:cNvPr>
            <p:cNvSpPr/>
            <p:nvPr>
              <p:custDataLst>
                <p:tags r:id="rId96"/>
              </p:custDataLst>
            </p:nvPr>
          </p:nvSpPr>
          <p:spPr>
            <a:xfrm>
              <a:off x="4410560" y="5042364"/>
              <a:ext cx="53216" cy="61377"/>
            </a:xfrm>
            <a:custGeom>
              <a:avLst/>
              <a:gdLst>
                <a:gd name="connsiteX0" fmla="*/ 19662 w 53216"/>
                <a:gd name="connsiteY0" fmla="*/ 28652 h 61377"/>
                <a:gd name="connsiteX1" fmla="*/ 40865 w 53216"/>
                <a:gd name="connsiteY1" fmla="*/ 25535 h 61377"/>
                <a:gd name="connsiteX2" fmla="*/ 51259 w 53216"/>
                <a:gd name="connsiteY2" fmla="*/ 11580 h 61377"/>
                <a:gd name="connsiteX3" fmla="*/ 36431 w 53216"/>
                <a:gd name="connsiteY3" fmla="*/ 63 h 61377"/>
                <a:gd name="connsiteX4" fmla="*/ 121 w 53216"/>
                <a:gd name="connsiteY4" fmla="*/ 36917 h 61377"/>
                <a:gd name="connsiteX5" fmla="*/ 21879 w 53216"/>
                <a:gd name="connsiteY5" fmla="*/ 61441 h 61377"/>
                <a:gd name="connsiteX6" fmla="*/ 53338 w 53216"/>
                <a:gd name="connsiteY6" fmla="*/ 45453 h 61377"/>
                <a:gd name="connsiteX7" fmla="*/ 51675 w 53216"/>
                <a:gd name="connsiteY7" fmla="*/ 43691 h 61377"/>
                <a:gd name="connsiteX8" fmla="*/ 49873 w 53216"/>
                <a:gd name="connsiteY8" fmla="*/ 45046 h 61377"/>
                <a:gd name="connsiteX9" fmla="*/ 22156 w 53216"/>
                <a:gd name="connsiteY9" fmla="*/ 58460 h 61377"/>
                <a:gd name="connsiteX10" fmla="*/ 10100 w 53216"/>
                <a:gd name="connsiteY10" fmla="*/ 42743 h 61377"/>
                <a:gd name="connsiteX11" fmla="*/ 12317 w 53216"/>
                <a:gd name="connsiteY11" fmla="*/ 28652 h 61377"/>
                <a:gd name="connsiteX12" fmla="*/ 19662 w 53216"/>
                <a:gd name="connsiteY12" fmla="*/ 28652 h 61377"/>
                <a:gd name="connsiteX13" fmla="*/ 13148 w 53216"/>
                <a:gd name="connsiteY13" fmla="*/ 25671 h 61377"/>
                <a:gd name="connsiteX14" fmla="*/ 36431 w 53216"/>
                <a:gd name="connsiteY14" fmla="*/ 3044 h 61377"/>
                <a:gd name="connsiteX15" fmla="*/ 46686 w 53216"/>
                <a:gd name="connsiteY15" fmla="*/ 11580 h 61377"/>
                <a:gd name="connsiteX16" fmla="*/ 18830 w 53216"/>
                <a:gd name="connsiteY16" fmla="*/ 25671 h 61377"/>
                <a:gd name="connsiteX17" fmla="*/ 13148 w 53216"/>
                <a:gd name="connsiteY17" fmla="*/ 25671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16" h="61377">
                  <a:moveTo>
                    <a:pt x="19662" y="28652"/>
                  </a:moveTo>
                  <a:cubicBezTo>
                    <a:pt x="23681" y="28652"/>
                    <a:pt x="33936" y="28381"/>
                    <a:pt x="40865" y="25535"/>
                  </a:cubicBezTo>
                  <a:cubicBezTo>
                    <a:pt x="50566" y="21470"/>
                    <a:pt x="51259" y="13476"/>
                    <a:pt x="51259" y="11580"/>
                  </a:cubicBezTo>
                  <a:cubicBezTo>
                    <a:pt x="51259" y="5618"/>
                    <a:pt x="45993" y="63"/>
                    <a:pt x="36431" y="63"/>
                  </a:cubicBezTo>
                  <a:cubicBezTo>
                    <a:pt x="21048" y="63"/>
                    <a:pt x="121" y="13205"/>
                    <a:pt x="121" y="36917"/>
                  </a:cubicBezTo>
                  <a:cubicBezTo>
                    <a:pt x="121" y="50737"/>
                    <a:pt x="8298" y="61441"/>
                    <a:pt x="21879" y="61441"/>
                  </a:cubicBezTo>
                  <a:cubicBezTo>
                    <a:pt x="41697" y="61441"/>
                    <a:pt x="53338" y="47078"/>
                    <a:pt x="53338" y="45453"/>
                  </a:cubicBezTo>
                  <a:cubicBezTo>
                    <a:pt x="53338" y="44640"/>
                    <a:pt x="52506" y="43691"/>
                    <a:pt x="51675" y="43691"/>
                  </a:cubicBezTo>
                  <a:cubicBezTo>
                    <a:pt x="50982" y="43691"/>
                    <a:pt x="50705" y="43962"/>
                    <a:pt x="49873" y="45046"/>
                  </a:cubicBezTo>
                  <a:cubicBezTo>
                    <a:pt x="38925" y="58460"/>
                    <a:pt x="23819" y="58460"/>
                    <a:pt x="22156" y="58460"/>
                  </a:cubicBezTo>
                  <a:cubicBezTo>
                    <a:pt x="11347" y="58460"/>
                    <a:pt x="10100" y="47078"/>
                    <a:pt x="10100" y="42743"/>
                  </a:cubicBezTo>
                  <a:cubicBezTo>
                    <a:pt x="10100" y="41117"/>
                    <a:pt x="10238" y="36917"/>
                    <a:pt x="12317" y="28652"/>
                  </a:cubicBezTo>
                  <a:lnTo>
                    <a:pt x="19662" y="28652"/>
                  </a:lnTo>
                  <a:close/>
                  <a:moveTo>
                    <a:pt x="13148" y="25671"/>
                  </a:moveTo>
                  <a:cubicBezTo>
                    <a:pt x="18553" y="5076"/>
                    <a:pt x="32827" y="3044"/>
                    <a:pt x="36431" y="3044"/>
                  </a:cubicBezTo>
                  <a:cubicBezTo>
                    <a:pt x="42944" y="3044"/>
                    <a:pt x="46686" y="6973"/>
                    <a:pt x="46686" y="11580"/>
                  </a:cubicBezTo>
                  <a:cubicBezTo>
                    <a:pt x="46686" y="25671"/>
                    <a:pt x="24512" y="25671"/>
                    <a:pt x="18830" y="25671"/>
                  </a:cubicBezTo>
                  <a:lnTo>
                    <a:pt x="13148" y="25671"/>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3" name="Freeform: Shape 132">
              <a:extLst>
                <a:ext uri="{FF2B5EF4-FFF2-40B4-BE49-F238E27FC236}">
                  <a16:creationId xmlns:a16="http://schemas.microsoft.com/office/drawing/2014/main" id="{0865BEAC-42D5-97A7-9507-4685D6F590DA}"/>
                </a:ext>
              </a:extLst>
            </p:cNvPr>
            <p:cNvSpPr/>
            <p:nvPr>
              <p:custDataLst>
                <p:tags r:id="rId97"/>
              </p:custDataLst>
            </p:nvPr>
          </p:nvSpPr>
          <p:spPr>
            <a:xfrm>
              <a:off x="4471901" y="5017434"/>
              <a:ext cx="42545" cy="86308"/>
            </a:xfrm>
            <a:custGeom>
              <a:avLst/>
              <a:gdLst>
                <a:gd name="connsiteX0" fmla="*/ 25487 w 42545"/>
                <a:gd name="connsiteY0" fmla="*/ 30684 h 86308"/>
                <a:gd name="connsiteX1" fmla="*/ 38514 w 42545"/>
                <a:gd name="connsiteY1" fmla="*/ 30684 h 86308"/>
                <a:gd name="connsiteX2" fmla="*/ 42672 w 42545"/>
                <a:gd name="connsiteY2" fmla="*/ 27974 h 86308"/>
                <a:gd name="connsiteX3" fmla="*/ 38791 w 42545"/>
                <a:gd name="connsiteY3" fmla="*/ 26484 h 86308"/>
                <a:gd name="connsiteX4" fmla="*/ 26596 w 42545"/>
                <a:gd name="connsiteY4" fmla="*/ 26484 h 86308"/>
                <a:gd name="connsiteX5" fmla="*/ 32278 w 42545"/>
                <a:gd name="connsiteY5" fmla="*/ 3721 h 86308"/>
                <a:gd name="connsiteX6" fmla="*/ 28259 w 42545"/>
                <a:gd name="connsiteY6" fmla="*/ 63 h 86308"/>
                <a:gd name="connsiteX7" fmla="*/ 22715 w 42545"/>
                <a:gd name="connsiteY7" fmla="*/ 4940 h 86308"/>
                <a:gd name="connsiteX8" fmla="*/ 17311 w 42545"/>
                <a:gd name="connsiteY8" fmla="*/ 26484 h 86308"/>
                <a:gd name="connsiteX9" fmla="*/ 4284 w 42545"/>
                <a:gd name="connsiteY9" fmla="*/ 26484 h 86308"/>
                <a:gd name="connsiteX10" fmla="*/ 126 w 42545"/>
                <a:gd name="connsiteY10" fmla="*/ 29058 h 86308"/>
                <a:gd name="connsiteX11" fmla="*/ 4006 w 42545"/>
                <a:gd name="connsiteY11" fmla="*/ 30684 h 86308"/>
                <a:gd name="connsiteX12" fmla="*/ 16202 w 42545"/>
                <a:gd name="connsiteY12" fmla="*/ 30684 h 86308"/>
                <a:gd name="connsiteX13" fmla="*/ 5669 w 42545"/>
                <a:gd name="connsiteY13" fmla="*/ 73906 h 86308"/>
                <a:gd name="connsiteX14" fmla="*/ 18419 w 42545"/>
                <a:gd name="connsiteY14" fmla="*/ 86371 h 86308"/>
                <a:gd name="connsiteX15" fmla="*/ 40454 w 42545"/>
                <a:gd name="connsiteY15" fmla="*/ 65505 h 86308"/>
                <a:gd name="connsiteX16" fmla="*/ 38791 w 42545"/>
                <a:gd name="connsiteY16" fmla="*/ 64150 h 86308"/>
                <a:gd name="connsiteX17" fmla="*/ 36712 w 42545"/>
                <a:gd name="connsiteY17" fmla="*/ 66047 h 86308"/>
                <a:gd name="connsiteX18" fmla="*/ 18696 w 42545"/>
                <a:gd name="connsiteY18" fmla="*/ 83390 h 86308"/>
                <a:gd name="connsiteX19" fmla="*/ 14400 w 42545"/>
                <a:gd name="connsiteY19" fmla="*/ 77158 h 86308"/>
                <a:gd name="connsiteX20" fmla="*/ 15232 w 42545"/>
                <a:gd name="connsiteY20" fmla="*/ 70654 h 86308"/>
                <a:gd name="connsiteX21" fmla="*/ 25487 w 42545"/>
                <a:gd name="connsiteY21" fmla="*/ 30684 h 86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545" h="86308">
                  <a:moveTo>
                    <a:pt x="25487" y="30684"/>
                  </a:moveTo>
                  <a:lnTo>
                    <a:pt x="38514" y="30684"/>
                  </a:lnTo>
                  <a:cubicBezTo>
                    <a:pt x="41286" y="30684"/>
                    <a:pt x="42672" y="30684"/>
                    <a:pt x="42672" y="27974"/>
                  </a:cubicBezTo>
                  <a:cubicBezTo>
                    <a:pt x="42672" y="26484"/>
                    <a:pt x="41286" y="26484"/>
                    <a:pt x="38791" y="26484"/>
                  </a:cubicBezTo>
                  <a:lnTo>
                    <a:pt x="26596" y="26484"/>
                  </a:lnTo>
                  <a:cubicBezTo>
                    <a:pt x="31585" y="7244"/>
                    <a:pt x="32278" y="4534"/>
                    <a:pt x="32278" y="3721"/>
                  </a:cubicBezTo>
                  <a:cubicBezTo>
                    <a:pt x="32278" y="1418"/>
                    <a:pt x="30615" y="63"/>
                    <a:pt x="28259" y="63"/>
                  </a:cubicBezTo>
                  <a:cubicBezTo>
                    <a:pt x="27843" y="63"/>
                    <a:pt x="23963" y="198"/>
                    <a:pt x="22715" y="4940"/>
                  </a:cubicBezTo>
                  <a:lnTo>
                    <a:pt x="17311" y="26484"/>
                  </a:lnTo>
                  <a:lnTo>
                    <a:pt x="4284" y="26484"/>
                  </a:lnTo>
                  <a:cubicBezTo>
                    <a:pt x="1512" y="26484"/>
                    <a:pt x="126" y="26484"/>
                    <a:pt x="126" y="29058"/>
                  </a:cubicBezTo>
                  <a:cubicBezTo>
                    <a:pt x="126" y="30684"/>
                    <a:pt x="1235" y="30684"/>
                    <a:pt x="4006" y="30684"/>
                  </a:cubicBezTo>
                  <a:lnTo>
                    <a:pt x="16202" y="30684"/>
                  </a:lnTo>
                  <a:cubicBezTo>
                    <a:pt x="6224" y="69164"/>
                    <a:pt x="5669" y="71467"/>
                    <a:pt x="5669" y="73906"/>
                  </a:cubicBezTo>
                  <a:cubicBezTo>
                    <a:pt x="5669" y="81222"/>
                    <a:pt x="10936" y="86371"/>
                    <a:pt x="18419" y="86371"/>
                  </a:cubicBezTo>
                  <a:cubicBezTo>
                    <a:pt x="32555" y="86371"/>
                    <a:pt x="40454" y="66589"/>
                    <a:pt x="40454" y="65505"/>
                  </a:cubicBezTo>
                  <a:cubicBezTo>
                    <a:pt x="40454" y="64150"/>
                    <a:pt x="39345" y="64150"/>
                    <a:pt x="38791" y="64150"/>
                  </a:cubicBezTo>
                  <a:cubicBezTo>
                    <a:pt x="37544" y="64150"/>
                    <a:pt x="37405" y="64557"/>
                    <a:pt x="36712" y="66047"/>
                  </a:cubicBezTo>
                  <a:cubicBezTo>
                    <a:pt x="30753" y="80138"/>
                    <a:pt x="23408" y="83390"/>
                    <a:pt x="18696" y="83390"/>
                  </a:cubicBezTo>
                  <a:cubicBezTo>
                    <a:pt x="15786" y="83390"/>
                    <a:pt x="14400" y="81629"/>
                    <a:pt x="14400" y="77158"/>
                  </a:cubicBezTo>
                  <a:cubicBezTo>
                    <a:pt x="14400" y="73906"/>
                    <a:pt x="14677" y="72957"/>
                    <a:pt x="15232" y="70654"/>
                  </a:cubicBezTo>
                  <a:lnTo>
                    <a:pt x="25487" y="30684"/>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4" name="Freeform: Shape 133">
              <a:extLst>
                <a:ext uri="{FF2B5EF4-FFF2-40B4-BE49-F238E27FC236}">
                  <a16:creationId xmlns:a16="http://schemas.microsoft.com/office/drawing/2014/main" id="{7A01BBB8-5594-6950-FCE9-518A16E1C991}"/>
                </a:ext>
              </a:extLst>
            </p:cNvPr>
            <p:cNvSpPr/>
            <p:nvPr>
              <p:custDataLst>
                <p:tags r:id="rId98"/>
              </p:custDataLst>
            </p:nvPr>
          </p:nvSpPr>
          <p:spPr>
            <a:xfrm>
              <a:off x="4524301" y="5042364"/>
              <a:ext cx="63471" cy="61377"/>
            </a:xfrm>
            <a:custGeom>
              <a:avLst/>
              <a:gdLst>
                <a:gd name="connsiteX0" fmla="*/ 46278 w 63471"/>
                <a:gd name="connsiteY0" fmla="*/ 8734 h 61377"/>
                <a:gd name="connsiteX1" fmla="*/ 33529 w 63471"/>
                <a:gd name="connsiteY1" fmla="*/ 63 h 61377"/>
                <a:gd name="connsiteX2" fmla="*/ 130 w 63471"/>
                <a:gd name="connsiteY2" fmla="*/ 39762 h 61377"/>
                <a:gd name="connsiteX3" fmla="*/ 18561 w 63471"/>
                <a:gd name="connsiteY3" fmla="*/ 61441 h 61377"/>
                <a:gd name="connsiteX4" fmla="*/ 36577 w 63471"/>
                <a:gd name="connsiteY4" fmla="*/ 51279 h 61377"/>
                <a:gd name="connsiteX5" fmla="*/ 49189 w 63471"/>
                <a:gd name="connsiteY5" fmla="*/ 61441 h 61377"/>
                <a:gd name="connsiteX6" fmla="*/ 59444 w 63471"/>
                <a:gd name="connsiteY6" fmla="*/ 53989 h 61377"/>
                <a:gd name="connsiteX7" fmla="*/ 63601 w 63471"/>
                <a:gd name="connsiteY7" fmla="*/ 40575 h 61377"/>
                <a:gd name="connsiteX8" fmla="*/ 61938 w 63471"/>
                <a:gd name="connsiteY8" fmla="*/ 39220 h 61377"/>
                <a:gd name="connsiteX9" fmla="*/ 59998 w 63471"/>
                <a:gd name="connsiteY9" fmla="*/ 41659 h 61377"/>
                <a:gd name="connsiteX10" fmla="*/ 49466 w 63471"/>
                <a:gd name="connsiteY10" fmla="*/ 58460 h 61377"/>
                <a:gd name="connsiteX11" fmla="*/ 45308 w 63471"/>
                <a:gd name="connsiteY11" fmla="*/ 52227 h 61377"/>
                <a:gd name="connsiteX12" fmla="*/ 47110 w 63471"/>
                <a:gd name="connsiteY12" fmla="*/ 42201 h 61377"/>
                <a:gd name="connsiteX13" fmla="*/ 50159 w 63471"/>
                <a:gd name="connsiteY13" fmla="*/ 30006 h 61377"/>
                <a:gd name="connsiteX14" fmla="*/ 55148 w 63471"/>
                <a:gd name="connsiteY14" fmla="*/ 11038 h 61377"/>
                <a:gd name="connsiteX15" fmla="*/ 56118 w 63471"/>
                <a:gd name="connsiteY15" fmla="*/ 6431 h 61377"/>
                <a:gd name="connsiteX16" fmla="*/ 52099 w 63471"/>
                <a:gd name="connsiteY16" fmla="*/ 2773 h 61377"/>
                <a:gd name="connsiteX17" fmla="*/ 46278 w 63471"/>
                <a:gd name="connsiteY17" fmla="*/ 8734 h 61377"/>
                <a:gd name="connsiteX18" fmla="*/ 37270 w 63471"/>
                <a:gd name="connsiteY18" fmla="*/ 43827 h 61377"/>
                <a:gd name="connsiteX19" fmla="*/ 34499 w 63471"/>
                <a:gd name="connsiteY19" fmla="*/ 48840 h 61377"/>
                <a:gd name="connsiteX20" fmla="*/ 18839 w 63471"/>
                <a:gd name="connsiteY20" fmla="*/ 58460 h 61377"/>
                <a:gd name="connsiteX21" fmla="*/ 9969 w 63471"/>
                <a:gd name="connsiteY21" fmla="*/ 45724 h 61377"/>
                <a:gd name="connsiteX22" fmla="*/ 17591 w 63471"/>
                <a:gd name="connsiteY22" fmla="*/ 16051 h 61377"/>
                <a:gd name="connsiteX23" fmla="*/ 33667 w 63471"/>
                <a:gd name="connsiteY23" fmla="*/ 3044 h 61377"/>
                <a:gd name="connsiteX24" fmla="*/ 44615 w 63471"/>
                <a:gd name="connsiteY24" fmla="*/ 14967 h 61377"/>
                <a:gd name="connsiteX25" fmla="*/ 44200 w 63471"/>
                <a:gd name="connsiteY25" fmla="*/ 17270 h 61377"/>
                <a:gd name="connsiteX26" fmla="*/ 37270 w 63471"/>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471" h="61377">
                  <a:moveTo>
                    <a:pt x="46278" y="8734"/>
                  </a:moveTo>
                  <a:cubicBezTo>
                    <a:pt x="43784" y="3721"/>
                    <a:pt x="39765" y="63"/>
                    <a:pt x="33529" y="63"/>
                  </a:cubicBezTo>
                  <a:cubicBezTo>
                    <a:pt x="17314" y="63"/>
                    <a:pt x="130" y="19980"/>
                    <a:pt x="130" y="39762"/>
                  </a:cubicBezTo>
                  <a:cubicBezTo>
                    <a:pt x="130" y="52498"/>
                    <a:pt x="7752" y="61441"/>
                    <a:pt x="18561" y="61441"/>
                  </a:cubicBezTo>
                  <a:cubicBezTo>
                    <a:pt x="21333" y="61441"/>
                    <a:pt x="28262" y="60899"/>
                    <a:pt x="36577" y="51279"/>
                  </a:cubicBezTo>
                  <a:cubicBezTo>
                    <a:pt x="37686" y="56969"/>
                    <a:pt x="42537" y="61441"/>
                    <a:pt x="49189" y="61441"/>
                  </a:cubicBezTo>
                  <a:cubicBezTo>
                    <a:pt x="54039" y="61441"/>
                    <a:pt x="57226" y="58324"/>
                    <a:pt x="59444" y="53989"/>
                  </a:cubicBezTo>
                  <a:cubicBezTo>
                    <a:pt x="61800" y="49111"/>
                    <a:pt x="63601" y="40846"/>
                    <a:pt x="63601" y="40575"/>
                  </a:cubicBezTo>
                  <a:cubicBezTo>
                    <a:pt x="63601" y="39220"/>
                    <a:pt x="62354" y="39220"/>
                    <a:pt x="61938" y="39220"/>
                  </a:cubicBezTo>
                  <a:cubicBezTo>
                    <a:pt x="60553" y="39220"/>
                    <a:pt x="60414" y="39762"/>
                    <a:pt x="59998" y="41659"/>
                  </a:cubicBezTo>
                  <a:cubicBezTo>
                    <a:pt x="57642" y="50466"/>
                    <a:pt x="55148" y="58460"/>
                    <a:pt x="49466" y="58460"/>
                  </a:cubicBezTo>
                  <a:cubicBezTo>
                    <a:pt x="45724" y="58460"/>
                    <a:pt x="45308" y="54937"/>
                    <a:pt x="45308" y="52227"/>
                  </a:cubicBezTo>
                  <a:cubicBezTo>
                    <a:pt x="45308" y="49246"/>
                    <a:pt x="45585" y="48162"/>
                    <a:pt x="47110" y="42201"/>
                  </a:cubicBezTo>
                  <a:cubicBezTo>
                    <a:pt x="48634" y="36510"/>
                    <a:pt x="48911" y="35155"/>
                    <a:pt x="50159" y="30006"/>
                  </a:cubicBezTo>
                  <a:lnTo>
                    <a:pt x="55148" y="11038"/>
                  </a:lnTo>
                  <a:cubicBezTo>
                    <a:pt x="56118" y="7244"/>
                    <a:pt x="56118" y="6973"/>
                    <a:pt x="56118" y="6431"/>
                  </a:cubicBezTo>
                  <a:cubicBezTo>
                    <a:pt x="56118" y="4128"/>
                    <a:pt x="54455" y="2773"/>
                    <a:pt x="52099" y="2773"/>
                  </a:cubicBezTo>
                  <a:cubicBezTo>
                    <a:pt x="48773" y="2773"/>
                    <a:pt x="46694" y="5753"/>
                    <a:pt x="46278" y="8734"/>
                  </a:cubicBezTo>
                  <a:close/>
                  <a:moveTo>
                    <a:pt x="37270" y="43827"/>
                  </a:moveTo>
                  <a:cubicBezTo>
                    <a:pt x="36577" y="46266"/>
                    <a:pt x="36577" y="46536"/>
                    <a:pt x="34499" y="48840"/>
                  </a:cubicBezTo>
                  <a:cubicBezTo>
                    <a:pt x="28401" y="56292"/>
                    <a:pt x="22719" y="58460"/>
                    <a:pt x="18839" y="58460"/>
                  </a:cubicBezTo>
                  <a:cubicBezTo>
                    <a:pt x="11909" y="58460"/>
                    <a:pt x="9969" y="51008"/>
                    <a:pt x="9969" y="45724"/>
                  </a:cubicBezTo>
                  <a:cubicBezTo>
                    <a:pt x="9969" y="38949"/>
                    <a:pt x="14404" y="22283"/>
                    <a:pt x="17591" y="16051"/>
                  </a:cubicBezTo>
                  <a:cubicBezTo>
                    <a:pt x="21887" y="8057"/>
                    <a:pt x="28124" y="3044"/>
                    <a:pt x="33667" y="3044"/>
                  </a:cubicBezTo>
                  <a:cubicBezTo>
                    <a:pt x="42675" y="3044"/>
                    <a:pt x="44615" y="14154"/>
                    <a:pt x="44615" y="14967"/>
                  </a:cubicBezTo>
                  <a:cubicBezTo>
                    <a:pt x="44615" y="15780"/>
                    <a:pt x="44338" y="16593"/>
                    <a:pt x="44200" y="17270"/>
                  </a:cubicBezTo>
                  <a:lnTo>
                    <a:pt x="37270"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5" name="Freeform: Shape 134">
              <a:extLst>
                <a:ext uri="{FF2B5EF4-FFF2-40B4-BE49-F238E27FC236}">
                  <a16:creationId xmlns:a16="http://schemas.microsoft.com/office/drawing/2014/main" id="{D382B1B3-9330-692D-1389-E63E3D1F0713}"/>
                </a:ext>
              </a:extLst>
            </p:cNvPr>
            <p:cNvSpPr/>
            <p:nvPr>
              <p:custDataLst>
                <p:tags r:id="rId99"/>
              </p:custDataLst>
            </p:nvPr>
          </p:nvSpPr>
          <p:spPr>
            <a:xfrm>
              <a:off x="4597057" y="5059598"/>
              <a:ext cx="45012" cy="64873"/>
            </a:xfrm>
            <a:custGeom>
              <a:avLst/>
              <a:gdLst>
                <a:gd name="connsiteX0" fmla="*/ 45147 w 45012"/>
                <a:gd name="connsiteY0" fmla="*/ 32786 h 64873"/>
                <a:gd name="connsiteX1" fmla="*/ 39424 w 45012"/>
                <a:gd name="connsiteY1" fmla="*/ 8221 h 64873"/>
                <a:gd name="connsiteX2" fmla="*/ 22641 w 45012"/>
                <a:gd name="connsiteY2" fmla="*/ 64 h 64873"/>
                <a:gd name="connsiteX3" fmla="*/ 135 w 45012"/>
                <a:gd name="connsiteY3" fmla="*/ 32786 h 64873"/>
                <a:gd name="connsiteX4" fmla="*/ 22641 w 45012"/>
                <a:gd name="connsiteY4" fmla="*/ 64938 h 64873"/>
                <a:gd name="connsiteX5" fmla="*/ 45147 w 45012"/>
                <a:gd name="connsiteY5" fmla="*/ 32786 h 64873"/>
                <a:gd name="connsiteX6" fmla="*/ 22641 w 45012"/>
                <a:gd name="connsiteY6" fmla="*/ 62282 h 64873"/>
                <a:gd name="connsiteX7" fmla="*/ 10321 w 45012"/>
                <a:gd name="connsiteY7" fmla="*/ 51944 h 64873"/>
                <a:gd name="connsiteX8" fmla="*/ 8963 w 45012"/>
                <a:gd name="connsiteY8" fmla="*/ 31553 h 64873"/>
                <a:gd name="connsiteX9" fmla="*/ 10418 w 45012"/>
                <a:gd name="connsiteY9" fmla="*/ 12204 h 64873"/>
                <a:gd name="connsiteX10" fmla="*/ 22641 w 45012"/>
                <a:gd name="connsiteY10" fmla="*/ 2720 h 64873"/>
                <a:gd name="connsiteX11" fmla="*/ 34670 w 45012"/>
                <a:gd name="connsiteY11" fmla="*/ 11351 h 64873"/>
                <a:gd name="connsiteX12" fmla="*/ 36319 w 45012"/>
                <a:gd name="connsiteY12" fmla="*/ 31553 h 64873"/>
                <a:gd name="connsiteX13" fmla="*/ 35058 w 45012"/>
                <a:gd name="connsiteY13" fmla="*/ 51565 h 64873"/>
                <a:gd name="connsiteX14" fmla="*/ 22641 w 45012"/>
                <a:gd name="connsiteY14" fmla="*/ 62282 h 6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012" h="64873">
                  <a:moveTo>
                    <a:pt x="45147" y="32786"/>
                  </a:moveTo>
                  <a:cubicBezTo>
                    <a:pt x="45147" y="22353"/>
                    <a:pt x="43886" y="14860"/>
                    <a:pt x="39424" y="8221"/>
                  </a:cubicBezTo>
                  <a:cubicBezTo>
                    <a:pt x="36416" y="3858"/>
                    <a:pt x="30402" y="64"/>
                    <a:pt x="22641" y="64"/>
                  </a:cubicBezTo>
                  <a:cubicBezTo>
                    <a:pt x="135" y="64"/>
                    <a:pt x="135" y="25957"/>
                    <a:pt x="135" y="32786"/>
                  </a:cubicBezTo>
                  <a:cubicBezTo>
                    <a:pt x="135" y="39614"/>
                    <a:pt x="135" y="64938"/>
                    <a:pt x="22641" y="64938"/>
                  </a:cubicBezTo>
                  <a:cubicBezTo>
                    <a:pt x="45147" y="64938"/>
                    <a:pt x="45147" y="39614"/>
                    <a:pt x="45147" y="32786"/>
                  </a:cubicBezTo>
                  <a:close/>
                  <a:moveTo>
                    <a:pt x="22641" y="62282"/>
                  </a:moveTo>
                  <a:cubicBezTo>
                    <a:pt x="18179" y="62282"/>
                    <a:pt x="12261" y="59721"/>
                    <a:pt x="10321" y="51944"/>
                  </a:cubicBezTo>
                  <a:cubicBezTo>
                    <a:pt x="8963" y="46348"/>
                    <a:pt x="8963" y="38571"/>
                    <a:pt x="8963" y="31553"/>
                  </a:cubicBezTo>
                  <a:cubicBezTo>
                    <a:pt x="8963" y="24629"/>
                    <a:pt x="8963" y="17421"/>
                    <a:pt x="10418" y="12204"/>
                  </a:cubicBezTo>
                  <a:cubicBezTo>
                    <a:pt x="12455" y="4712"/>
                    <a:pt x="18664" y="2720"/>
                    <a:pt x="22641" y="2720"/>
                  </a:cubicBezTo>
                  <a:cubicBezTo>
                    <a:pt x="27880" y="2720"/>
                    <a:pt x="32924" y="5850"/>
                    <a:pt x="34670" y="11351"/>
                  </a:cubicBezTo>
                  <a:cubicBezTo>
                    <a:pt x="36222" y="16472"/>
                    <a:pt x="36319" y="23301"/>
                    <a:pt x="36319" y="31553"/>
                  </a:cubicBezTo>
                  <a:cubicBezTo>
                    <a:pt x="36319" y="38571"/>
                    <a:pt x="36319" y="45590"/>
                    <a:pt x="35058" y="51565"/>
                  </a:cubicBezTo>
                  <a:cubicBezTo>
                    <a:pt x="33118" y="60196"/>
                    <a:pt x="26521" y="62282"/>
                    <a:pt x="22641" y="62282"/>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6" name="Freeform: Shape 135">
              <a:extLst>
                <a:ext uri="{FF2B5EF4-FFF2-40B4-BE49-F238E27FC236}">
                  <a16:creationId xmlns:a16="http://schemas.microsoft.com/office/drawing/2014/main" id="{C624B403-C4BA-3755-DC3E-9E1A9470E7BC}"/>
                </a:ext>
              </a:extLst>
            </p:cNvPr>
            <p:cNvSpPr/>
            <p:nvPr>
              <p:custDataLst>
                <p:tags r:id="rId100"/>
              </p:custDataLst>
            </p:nvPr>
          </p:nvSpPr>
          <p:spPr>
            <a:xfrm>
              <a:off x="4692740" y="5023260"/>
              <a:ext cx="92158" cy="90237"/>
            </a:xfrm>
            <a:custGeom>
              <a:avLst/>
              <a:gdLst>
                <a:gd name="connsiteX0" fmla="*/ 49062 w 92158"/>
                <a:gd name="connsiteY0" fmla="*/ 47891 h 90237"/>
                <a:gd name="connsiteX1" fmla="*/ 87727 w 92158"/>
                <a:gd name="connsiteY1" fmla="*/ 47891 h 90237"/>
                <a:gd name="connsiteX2" fmla="*/ 92300 w 92158"/>
                <a:gd name="connsiteY2" fmla="*/ 45182 h 90237"/>
                <a:gd name="connsiteX3" fmla="*/ 87727 w 92158"/>
                <a:gd name="connsiteY3" fmla="*/ 42472 h 90237"/>
                <a:gd name="connsiteX4" fmla="*/ 49062 w 92158"/>
                <a:gd name="connsiteY4" fmla="*/ 42472 h 90237"/>
                <a:gd name="connsiteX5" fmla="*/ 49062 w 92158"/>
                <a:gd name="connsiteY5" fmla="*/ 4534 h 90237"/>
                <a:gd name="connsiteX6" fmla="*/ 46290 w 92158"/>
                <a:gd name="connsiteY6" fmla="*/ 63 h 90237"/>
                <a:gd name="connsiteX7" fmla="*/ 43519 w 92158"/>
                <a:gd name="connsiteY7" fmla="*/ 4534 h 90237"/>
                <a:gd name="connsiteX8" fmla="*/ 43519 w 92158"/>
                <a:gd name="connsiteY8" fmla="*/ 42472 h 90237"/>
                <a:gd name="connsiteX9" fmla="*/ 4715 w 92158"/>
                <a:gd name="connsiteY9" fmla="*/ 42472 h 90237"/>
                <a:gd name="connsiteX10" fmla="*/ 142 w 92158"/>
                <a:gd name="connsiteY10" fmla="*/ 45182 h 90237"/>
                <a:gd name="connsiteX11" fmla="*/ 4715 w 92158"/>
                <a:gd name="connsiteY11" fmla="*/ 47891 h 90237"/>
                <a:gd name="connsiteX12" fmla="*/ 43519 w 92158"/>
                <a:gd name="connsiteY12" fmla="*/ 47891 h 90237"/>
                <a:gd name="connsiteX13" fmla="*/ 43519 w 92158"/>
                <a:gd name="connsiteY13" fmla="*/ 85829 h 90237"/>
                <a:gd name="connsiteX14" fmla="*/ 46290 w 92158"/>
                <a:gd name="connsiteY14" fmla="*/ 90300 h 90237"/>
                <a:gd name="connsiteX15" fmla="*/ 49062 w 92158"/>
                <a:gd name="connsiteY15" fmla="*/ 85829 h 90237"/>
                <a:gd name="connsiteX16" fmla="*/ 49062 w 92158"/>
                <a:gd name="connsiteY16" fmla="*/ 47891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158" h="90237">
                  <a:moveTo>
                    <a:pt x="49062" y="47891"/>
                  </a:moveTo>
                  <a:lnTo>
                    <a:pt x="87727" y="47891"/>
                  </a:lnTo>
                  <a:cubicBezTo>
                    <a:pt x="89667" y="47891"/>
                    <a:pt x="92300" y="47891"/>
                    <a:pt x="92300" y="45182"/>
                  </a:cubicBezTo>
                  <a:cubicBezTo>
                    <a:pt x="92300" y="42472"/>
                    <a:pt x="89667" y="42472"/>
                    <a:pt x="87727" y="42472"/>
                  </a:cubicBezTo>
                  <a:lnTo>
                    <a:pt x="49062" y="42472"/>
                  </a:lnTo>
                  <a:lnTo>
                    <a:pt x="49062" y="4534"/>
                  </a:lnTo>
                  <a:cubicBezTo>
                    <a:pt x="49062" y="2637"/>
                    <a:pt x="49062" y="63"/>
                    <a:pt x="46290" y="63"/>
                  </a:cubicBezTo>
                  <a:cubicBezTo>
                    <a:pt x="43519" y="63"/>
                    <a:pt x="43519" y="2637"/>
                    <a:pt x="43519" y="4534"/>
                  </a:cubicBezTo>
                  <a:lnTo>
                    <a:pt x="43519" y="42472"/>
                  </a:lnTo>
                  <a:lnTo>
                    <a:pt x="4715" y="42472"/>
                  </a:lnTo>
                  <a:cubicBezTo>
                    <a:pt x="2775" y="42472"/>
                    <a:pt x="142" y="42472"/>
                    <a:pt x="142" y="45182"/>
                  </a:cubicBezTo>
                  <a:cubicBezTo>
                    <a:pt x="142" y="47891"/>
                    <a:pt x="2775" y="47891"/>
                    <a:pt x="4715" y="47891"/>
                  </a:cubicBezTo>
                  <a:lnTo>
                    <a:pt x="43519" y="47891"/>
                  </a:lnTo>
                  <a:lnTo>
                    <a:pt x="43519" y="85829"/>
                  </a:lnTo>
                  <a:cubicBezTo>
                    <a:pt x="43519" y="87726"/>
                    <a:pt x="43519" y="90300"/>
                    <a:pt x="46290" y="90300"/>
                  </a:cubicBezTo>
                  <a:cubicBezTo>
                    <a:pt x="49062" y="90300"/>
                    <a:pt x="49062" y="87726"/>
                    <a:pt x="49062" y="85829"/>
                  </a:cubicBezTo>
                  <a:lnTo>
                    <a:pt x="49062" y="47891"/>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7" name="Freeform: Shape 136">
              <a:extLst>
                <a:ext uri="{FF2B5EF4-FFF2-40B4-BE49-F238E27FC236}">
                  <a16:creationId xmlns:a16="http://schemas.microsoft.com/office/drawing/2014/main" id="{7266B771-1AD9-5C8C-7C73-12A0AEF331DC}"/>
                </a:ext>
              </a:extLst>
            </p:cNvPr>
            <p:cNvSpPr/>
            <p:nvPr>
              <p:custDataLst>
                <p:tags r:id="rId101"/>
              </p:custDataLst>
            </p:nvPr>
          </p:nvSpPr>
          <p:spPr>
            <a:xfrm>
              <a:off x="4827703" y="5006594"/>
              <a:ext cx="75546" cy="121942"/>
            </a:xfrm>
            <a:custGeom>
              <a:avLst/>
              <a:gdLst>
                <a:gd name="connsiteX0" fmla="*/ 75698 w 75546"/>
                <a:gd name="connsiteY0" fmla="*/ 18625 h 121942"/>
                <a:gd name="connsiteX1" fmla="*/ 56850 w 75546"/>
                <a:gd name="connsiteY1" fmla="*/ 63 h 121942"/>
                <a:gd name="connsiteX2" fmla="*/ 40081 w 75546"/>
                <a:gd name="connsiteY2" fmla="*/ 5753 h 121942"/>
                <a:gd name="connsiteX3" fmla="*/ 22204 w 75546"/>
                <a:gd name="connsiteY3" fmla="*/ 34613 h 121942"/>
                <a:gd name="connsiteX4" fmla="*/ 169 w 75546"/>
                <a:gd name="connsiteY4" fmla="*/ 120651 h 121942"/>
                <a:gd name="connsiteX5" fmla="*/ 1832 w 75546"/>
                <a:gd name="connsiteY5" fmla="*/ 122005 h 121942"/>
                <a:gd name="connsiteX6" fmla="*/ 3495 w 75546"/>
                <a:gd name="connsiteY6" fmla="*/ 121328 h 121942"/>
                <a:gd name="connsiteX7" fmla="*/ 13196 w 75546"/>
                <a:gd name="connsiteY7" fmla="*/ 83932 h 121942"/>
                <a:gd name="connsiteX8" fmla="*/ 32044 w 75546"/>
                <a:gd name="connsiteY8" fmla="*/ 97075 h 121942"/>
                <a:gd name="connsiteX9" fmla="*/ 58790 w 75546"/>
                <a:gd name="connsiteY9" fmla="*/ 86371 h 121942"/>
                <a:gd name="connsiteX10" fmla="*/ 69877 w 75546"/>
                <a:gd name="connsiteY10" fmla="*/ 61441 h 121942"/>
                <a:gd name="connsiteX11" fmla="*/ 59760 w 75546"/>
                <a:gd name="connsiteY11" fmla="*/ 41252 h 121942"/>
                <a:gd name="connsiteX12" fmla="*/ 75698 w 75546"/>
                <a:gd name="connsiteY12" fmla="*/ 18625 h 121942"/>
                <a:gd name="connsiteX13" fmla="*/ 50752 w 75546"/>
                <a:gd name="connsiteY13" fmla="*/ 41117 h 121942"/>
                <a:gd name="connsiteX14" fmla="*/ 44100 w 75546"/>
                <a:gd name="connsiteY14" fmla="*/ 42065 h 121942"/>
                <a:gd name="connsiteX15" fmla="*/ 38003 w 75546"/>
                <a:gd name="connsiteY15" fmla="*/ 41523 h 121942"/>
                <a:gd name="connsiteX16" fmla="*/ 44793 w 75546"/>
                <a:gd name="connsiteY16" fmla="*/ 40439 h 121942"/>
                <a:gd name="connsiteX17" fmla="*/ 50752 w 75546"/>
                <a:gd name="connsiteY17" fmla="*/ 41117 h 121942"/>
                <a:gd name="connsiteX18" fmla="*/ 67937 w 75546"/>
                <a:gd name="connsiteY18" fmla="*/ 15509 h 121942"/>
                <a:gd name="connsiteX19" fmla="*/ 55464 w 75546"/>
                <a:gd name="connsiteY19" fmla="*/ 38949 h 121942"/>
                <a:gd name="connsiteX20" fmla="*/ 44793 w 75546"/>
                <a:gd name="connsiteY20" fmla="*/ 37323 h 121942"/>
                <a:gd name="connsiteX21" fmla="*/ 34122 w 75546"/>
                <a:gd name="connsiteY21" fmla="*/ 41659 h 121942"/>
                <a:gd name="connsiteX22" fmla="*/ 43685 w 75546"/>
                <a:gd name="connsiteY22" fmla="*/ 45046 h 121942"/>
                <a:gd name="connsiteX23" fmla="*/ 55049 w 75546"/>
                <a:gd name="connsiteY23" fmla="*/ 43285 h 121942"/>
                <a:gd name="connsiteX24" fmla="*/ 61146 w 75546"/>
                <a:gd name="connsiteY24" fmla="*/ 58595 h 121942"/>
                <a:gd name="connsiteX25" fmla="*/ 54217 w 75546"/>
                <a:gd name="connsiteY25" fmla="*/ 81900 h 121942"/>
                <a:gd name="connsiteX26" fmla="*/ 31628 w 75546"/>
                <a:gd name="connsiteY26" fmla="*/ 94094 h 121942"/>
                <a:gd name="connsiteX27" fmla="*/ 15829 w 75546"/>
                <a:gd name="connsiteY27" fmla="*/ 76616 h 121942"/>
                <a:gd name="connsiteX28" fmla="*/ 16522 w 75546"/>
                <a:gd name="connsiteY28" fmla="*/ 70654 h 121942"/>
                <a:gd name="connsiteX29" fmla="*/ 25392 w 75546"/>
                <a:gd name="connsiteY29" fmla="*/ 36375 h 121942"/>
                <a:gd name="connsiteX30" fmla="*/ 55049 w 75546"/>
                <a:gd name="connsiteY30" fmla="*/ 3179 h 121942"/>
                <a:gd name="connsiteX31" fmla="*/ 67937 w 75546"/>
                <a:gd name="connsiteY31" fmla="*/ 15509 h 12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546" h="121942">
                  <a:moveTo>
                    <a:pt x="75698" y="18625"/>
                  </a:moveTo>
                  <a:cubicBezTo>
                    <a:pt x="75698" y="8463"/>
                    <a:pt x="68076" y="63"/>
                    <a:pt x="56850" y="63"/>
                  </a:cubicBezTo>
                  <a:cubicBezTo>
                    <a:pt x="48812" y="63"/>
                    <a:pt x="44932" y="2231"/>
                    <a:pt x="40081" y="5753"/>
                  </a:cubicBezTo>
                  <a:cubicBezTo>
                    <a:pt x="32459" y="11173"/>
                    <a:pt x="24837" y="24316"/>
                    <a:pt x="22204" y="34613"/>
                  </a:cubicBezTo>
                  <a:lnTo>
                    <a:pt x="169" y="120651"/>
                  </a:lnTo>
                  <a:cubicBezTo>
                    <a:pt x="31" y="121193"/>
                    <a:pt x="724" y="122005"/>
                    <a:pt x="1832" y="122005"/>
                  </a:cubicBezTo>
                  <a:cubicBezTo>
                    <a:pt x="2941" y="122005"/>
                    <a:pt x="3357" y="121735"/>
                    <a:pt x="3495" y="121328"/>
                  </a:cubicBezTo>
                  <a:lnTo>
                    <a:pt x="13196" y="83932"/>
                  </a:lnTo>
                  <a:cubicBezTo>
                    <a:pt x="15829" y="92062"/>
                    <a:pt x="21927" y="97075"/>
                    <a:pt x="32044" y="97075"/>
                  </a:cubicBezTo>
                  <a:cubicBezTo>
                    <a:pt x="42160" y="97075"/>
                    <a:pt x="52554" y="92333"/>
                    <a:pt x="58790" y="86371"/>
                  </a:cubicBezTo>
                  <a:cubicBezTo>
                    <a:pt x="65442" y="80138"/>
                    <a:pt x="69877" y="71467"/>
                    <a:pt x="69877" y="61441"/>
                  </a:cubicBezTo>
                  <a:cubicBezTo>
                    <a:pt x="69877" y="51685"/>
                    <a:pt x="64750" y="44640"/>
                    <a:pt x="59760" y="41252"/>
                  </a:cubicBezTo>
                  <a:cubicBezTo>
                    <a:pt x="67798" y="36781"/>
                    <a:pt x="75698" y="28381"/>
                    <a:pt x="75698" y="18625"/>
                  </a:cubicBezTo>
                  <a:close/>
                  <a:moveTo>
                    <a:pt x="50752" y="41117"/>
                  </a:moveTo>
                  <a:cubicBezTo>
                    <a:pt x="48951" y="41794"/>
                    <a:pt x="47426" y="42065"/>
                    <a:pt x="44100" y="42065"/>
                  </a:cubicBezTo>
                  <a:cubicBezTo>
                    <a:pt x="42160" y="42065"/>
                    <a:pt x="39389" y="42201"/>
                    <a:pt x="38003" y="41523"/>
                  </a:cubicBezTo>
                  <a:cubicBezTo>
                    <a:pt x="38280" y="40168"/>
                    <a:pt x="43269" y="40439"/>
                    <a:pt x="44793" y="40439"/>
                  </a:cubicBezTo>
                  <a:cubicBezTo>
                    <a:pt x="47704" y="40439"/>
                    <a:pt x="48951" y="40439"/>
                    <a:pt x="50752" y="41117"/>
                  </a:cubicBezTo>
                  <a:close/>
                  <a:moveTo>
                    <a:pt x="67937" y="15509"/>
                  </a:moveTo>
                  <a:cubicBezTo>
                    <a:pt x="67937" y="24993"/>
                    <a:pt x="62671" y="34749"/>
                    <a:pt x="55464" y="38949"/>
                  </a:cubicBezTo>
                  <a:cubicBezTo>
                    <a:pt x="51723" y="37594"/>
                    <a:pt x="48951" y="37323"/>
                    <a:pt x="44793" y="37323"/>
                  </a:cubicBezTo>
                  <a:cubicBezTo>
                    <a:pt x="41883" y="37323"/>
                    <a:pt x="34122" y="37188"/>
                    <a:pt x="34122" y="41659"/>
                  </a:cubicBezTo>
                  <a:cubicBezTo>
                    <a:pt x="33984" y="45453"/>
                    <a:pt x="41190" y="45046"/>
                    <a:pt x="43685" y="45046"/>
                  </a:cubicBezTo>
                  <a:cubicBezTo>
                    <a:pt x="48812" y="45046"/>
                    <a:pt x="50891" y="44911"/>
                    <a:pt x="55049" y="43285"/>
                  </a:cubicBezTo>
                  <a:cubicBezTo>
                    <a:pt x="60315" y="48162"/>
                    <a:pt x="61008" y="52363"/>
                    <a:pt x="61146" y="58595"/>
                  </a:cubicBezTo>
                  <a:cubicBezTo>
                    <a:pt x="61423" y="66454"/>
                    <a:pt x="58097" y="76616"/>
                    <a:pt x="54217" y="81900"/>
                  </a:cubicBezTo>
                  <a:cubicBezTo>
                    <a:pt x="48812" y="89216"/>
                    <a:pt x="39527" y="94094"/>
                    <a:pt x="31628" y="94094"/>
                  </a:cubicBezTo>
                  <a:cubicBezTo>
                    <a:pt x="21095" y="94094"/>
                    <a:pt x="15829" y="86236"/>
                    <a:pt x="15829" y="76616"/>
                  </a:cubicBezTo>
                  <a:cubicBezTo>
                    <a:pt x="15829" y="75261"/>
                    <a:pt x="15829" y="73228"/>
                    <a:pt x="16522" y="70654"/>
                  </a:cubicBezTo>
                  <a:lnTo>
                    <a:pt x="25392" y="36375"/>
                  </a:lnTo>
                  <a:cubicBezTo>
                    <a:pt x="28440" y="24722"/>
                    <a:pt x="38418" y="3179"/>
                    <a:pt x="55049" y="3179"/>
                  </a:cubicBezTo>
                  <a:cubicBezTo>
                    <a:pt x="63087" y="3179"/>
                    <a:pt x="67937" y="7379"/>
                    <a:pt x="67937" y="15509"/>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8" name="Freeform: Shape 137">
              <a:extLst>
                <a:ext uri="{FF2B5EF4-FFF2-40B4-BE49-F238E27FC236}">
                  <a16:creationId xmlns:a16="http://schemas.microsoft.com/office/drawing/2014/main" id="{B000968F-4691-42D7-E020-3AEBA68EE323}"/>
                </a:ext>
              </a:extLst>
            </p:cNvPr>
            <p:cNvSpPr/>
            <p:nvPr>
              <p:custDataLst>
                <p:tags r:id="rId102"/>
              </p:custDataLst>
            </p:nvPr>
          </p:nvSpPr>
          <p:spPr>
            <a:xfrm>
              <a:off x="4912524" y="5059598"/>
              <a:ext cx="35311" cy="62976"/>
            </a:xfrm>
            <a:custGeom>
              <a:avLst/>
              <a:gdLst>
                <a:gd name="connsiteX0" fmla="*/ 22081 w 35311"/>
                <a:gd name="connsiteY0" fmla="*/ 2720 h 62976"/>
                <a:gd name="connsiteX1" fmla="*/ 19171 w 35311"/>
                <a:gd name="connsiteY1" fmla="*/ 64 h 62976"/>
                <a:gd name="connsiteX2" fmla="*/ 157 w 35311"/>
                <a:gd name="connsiteY2" fmla="*/ 6134 h 62976"/>
                <a:gd name="connsiteX3" fmla="*/ 157 w 35311"/>
                <a:gd name="connsiteY3" fmla="*/ 9549 h 62976"/>
                <a:gd name="connsiteX4" fmla="*/ 14224 w 35311"/>
                <a:gd name="connsiteY4" fmla="*/ 6893 h 62976"/>
                <a:gd name="connsiteX5" fmla="*/ 14224 w 35311"/>
                <a:gd name="connsiteY5" fmla="*/ 55264 h 62976"/>
                <a:gd name="connsiteX6" fmla="*/ 4523 w 35311"/>
                <a:gd name="connsiteY6" fmla="*/ 59626 h 62976"/>
                <a:gd name="connsiteX7" fmla="*/ 836 w 35311"/>
                <a:gd name="connsiteY7" fmla="*/ 59626 h 62976"/>
                <a:gd name="connsiteX8" fmla="*/ 836 w 35311"/>
                <a:gd name="connsiteY8" fmla="*/ 63041 h 62976"/>
                <a:gd name="connsiteX9" fmla="*/ 18104 w 35311"/>
                <a:gd name="connsiteY9" fmla="*/ 62662 h 62976"/>
                <a:gd name="connsiteX10" fmla="*/ 35469 w 35311"/>
                <a:gd name="connsiteY10" fmla="*/ 63041 h 62976"/>
                <a:gd name="connsiteX11" fmla="*/ 35469 w 35311"/>
                <a:gd name="connsiteY11" fmla="*/ 59626 h 62976"/>
                <a:gd name="connsiteX12" fmla="*/ 31782 w 35311"/>
                <a:gd name="connsiteY12" fmla="*/ 59626 h 62976"/>
                <a:gd name="connsiteX13" fmla="*/ 22081 w 35311"/>
                <a:gd name="connsiteY13" fmla="*/ 55264 h 62976"/>
                <a:gd name="connsiteX14" fmla="*/ 22081 w 35311"/>
                <a:gd name="connsiteY14" fmla="*/ 2720 h 6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311" h="62976">
                  <a:moveTo>
                    <a:pt x="22081" y="2720"/>
                  </a:moveTo>
                  <a:cubicBezTo>
                    <a:pt x="22081" y="159"/>
                    <a:pt x="21887" y="64"/>
                    <a:pt x="19171" y="64"/>
                  </a:cubicBezTo>
                  <a:cubicBezTo>
                    <a:pt x="12962" y="6039"/>
                    <a:pt x="4135" y="6134"/>
                    <a:pt x="157" y="6134"/>
                  </a:cubicBezTo>
                  <a:lnTo>
                    <a:pt x="157" y="9549"/>
                  </a:lnTo>
                  <a:cubicBezTo>
                    <a:pt x="2485" y="9549"/>
                    <a:pt x="8888" y="9549"/>
                    <a:pt x="14224" y="6893"/>
                  </a:cubicBezTo>
                  <a:lnTo>
                    <a:pt x="14224" y="55264"/>
                  </a:lnTo>
                  <a:cubicBezTo>
                    <a:pt x="14224" y="58394"/>
                    <a:pt x="14224" y="59626"/>
                    <a:pt x="4523" y="59626"/>
                  </a:cubicBezTo>
                  <a:lnTo>
                    <a:pt x="836" y="59626"/>
                  </a:lnTo>
                  <a:lnTo>
                    <a:pt x="836" y="63041"/>
                  </a:lnTo>
                  <a:cubicBezTo>
                    <a:pt x="2582" y="62946"/>
                    <a:pt x="14515" y="62662"/>
                    <a:pt x="18104" y="62662"/>
                  </a:cubicBezTo>
                  <a:cubicBezTo>
                    <a:pt x="21111" y="62662"/>
                    <a:pt x="33334" y="62946"/>
                    <a:pt x="35469" y="63041"/>
                  </a:cubicBezTo>
                  <a:lnTo>
                    <a:pt x="35469" y="59626"/>
                  </a:lnTo>
                  <a:lnTo>
                    <a:pt x="31782" y="59626"/>
                  </a:lnTo>
                  <a:cubicBezTo>
                    <a:pt x="22081" y="59626"/>
                    <a:pt x="22081" y="58394"/>
                    <a:pt x="22081" y="55264"/>
                  </a:cubicBezTo>
                  <a:lnTo>
                    <a:pt x="22081" y="272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39" name="Freeform: Shape 138">
              <a:extLst>
                <a:ext uri="{FF2B5EF4-FFF2-40B4-BE49-F238E27FC236}">
                  <a16:creationId xmlns:a16="http://schemas.microsoft.com/office/drawing/2014/main" id="{9E838944-C7BE-965A-0C2E-D92B6A90FAD0}"/>
                </a:ext>
              </a:extLst>
            </p:cNvPr>
            <p:cNvSpPr/>
            <p:nvPr>
              <p:custDataLst>
                <p:tags r:id="rId103"/>
              </p:custDataLst>
            </p:nvPr>
          </p:nvSpPr>
          <p:spPr>
            <a:xfrm>
              <a:off x="4968140" y="5042364"/>
              <a:ext cx="69015" cy="61377"/>
            </a:xfrm>
            <a:custGeom>
              <a:avLst/>
              <a:gdLst>
                <a:gd name="connsiteX0" fmla="*/ 42430 w 69015"/>
                <a:gd name="connsiteY0" fmla="*/ 19032 h 61377"/>
                <a:gd name="connsiteX1" fmla="*/ 56150 w 69015"/>
                <a:gd name="connsiteY1" fmla="*/ 3044 h 61377"/>
                <a:gd name="connsiteX2" fmla="*/ 63079 w 69015"/>
                <a:gd name="connsiteY2" fmla="*/ 4805 h 61377"/>
                <a:gd name="connsiteX3" fmla="*/ 56427 w 69015"/>
                <a:gd name="connsiteY3" fmla="*/ 12122 h 61377"/>
                <a:gd name="connsiteX4" fmla="*/ 61693 w 69015"/>
                <a:gd name="connsiteY4" fmla="*/ 16864 h 61377"/>
                <a:gd name="connsiteX5" fmla="*/ 69177 w 69015"/>
                <a:gd name="connsiteY5" fmla="*/ 9005 h 61377"/>
                <a:gd name="connsiteX6" fmla="*/ 56288 w 69015"/>
                <a:gd name="connsiteY6" fmla="*/ 63 h 61377"/>
                <a:gd name="connsiteX7" fmla="*/ 41737 w 69015"/>
                <a:gd name="connsiteY7" fmla="*/ 10360 h 61377"/>
                <a:gd name="connsiteX8" fmla="*/ 26770 w 69015"/>
                <a:gd name="connsiteY8" fmla="*/ 63 h 61377"/>
                <a:gd name="connsiteX9" fmla="*/ 4458 w 69015"/>
                <a:gd name="connsiteY9" fmla="*/ 20929 h 61377"/>
                <a:gd name="connsiteX10" fmla="*/ 6121 w 69015"/>
                <a:gd name="connsiteY10" fmla="*/ 22283 h 61377"/>
                <a:gd name="connsiteX11" fmla="*/ 7922 w 69015"/>
                <a:gd name="connsiteY11" fmla="*/ 20793 h 61377"/>
                <a:gd name="connsiteX12" fmla="*/ 26493 w 69015"/>
                <a:gd name="connsiteY12" fmla="*/ 3044 h 61377"/>
                <a:gd name="connsiteX13" fmla="*/ 33976 w 69015"/>
                <a:gd name="connsiteY13" fmla="*/ 12122 h 61377"/>
                <a:gd name="connsiteX14" fmla="*/ 26493 w 69015"/>
                <a:gd name="connsiteY14" fmla="*/ 44369 h 61377"/>
                <a:gd name="connsiteX15" fmla="*/ 13327 w 69015"/>
                <a:gd name="connsiteY15" fmla="*/ 58460 h 61377"/>
                <a:gd name="connsiteX16" fmla="*/ 6398 w 69015"/>
                <a:gd name="connsiteY16" fmla="*/ 56698 h 61377"/>
                <a:gd name="connsiteX17" fmla="*/ 12911 w 69015"/>
                <a:gd name="connsiteY17" fmla="*/ 49382 h 61377"/>
                <a:gd name="connsiteX18" fmla="*/ 7784 w 69015"/>
                <a:gd name="connsiteY18" fmla="*/ 44640 h 61377"/>
                <a:gd name="connsiteX19" fmla="*/ 162 w 69015"/>
                <a:gd name="connsiteY19" fmla="*/ 52498 h 61377"/>
                <a:gd name="connsiteX20" fmla="*/ 13189 w 69015"/>
                <a:gd name="connsiteY20" fmla="*/ 61441 h 61377"/>
                <a:gd name="connsiteX21" fmla="*/ 27740 w 69015"/>
                <a:gd name="connsiteY21" fmla="*/ 51143 h 61377"/>
                <a:gd name="connsiteX22" fmla="*/ 42707 w 69015"/>
                <a:gd name="connsiteY22" fmla="*/ 61441 h 61377"/>
                <a:gd name="connsiteX23" fmla="*/ 64881 w 69015"/>
                <a:gd name="connsiteY23" fmla="*/ 40575 h 61377"/>
                <a:gd name="connsiteX24" fmla="*/ 63218 w 69015"/>
                <a:gd name="connsiteY24" fmla="*/ 39220 h 61377"/>
                <a:gd name="connsiteX25" fmla="*/ 61416 w 69015"/>
                <a:gd name="connsiteY25" fmla="*/ 40710 h 61377"/>
                <a:gd name="connsiteX26" fmla="*/ 42984 w 69015"/>
                <a:gd name="connsiteY26" fmla="*/ 58460 h 61377"/>
                <a:gd name="connsiteX27" fmla="*/ 35362 w 69015"/>
                <a:gd name="connsiteY27" fmla="*/ 49517 h 61377"/>
                <a:gd name="connsiteX28" fmla="*/ 37718 w 69015"/>
                <a:gd name="connsiteY28" fmla="*/ 37594 h 61377"/>
                <a:gd name="connsiteX29" fmla="*/ 42430 w 69015"/>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15" h="61377">
                  <a:moveTo>
                    <a:pt x="42430" y="19032"/>
                  </a:moveTo>
                  <a:cubicBezTo>
                    <a:pt x="43261" y="15509"/>
                    <a:pt x="46449" y="3044"/>
                    <a:pt x="56150" y="3044"/>
                  </a:cubicBezTo>
                  <a:cubicBezTo>
                    <a:pt x="56843" y="3044"/>
                    <a:pt x="60169" y="3044"/>
                    <a:pt x="63079" y="4805"/>
                  </a:cubicBezTo>
                  <a:cubicBezTo>
                    <a:pt x="59199" y="5482"/>
                    <a:pt x="56427" y="8870"/>
                    <a:pt x="56427" y="12122"/>
                  </a:cubicBezTo>
                  <a:cubicBezTo>
                    <a:pt x="56427" y="14289"/>
                    <a:pt x="57951" y="16864"/>
                    <a:pt x="61693" y="16864"/>
                  </a:cubicBezTo>
                  <a:cubicBezTo>
                    <a:pt x="64742" y="16864"/>
                    <a:pt x="69177" y="14425"/>
                    <a:pt x="69177" y="9005"/>
                  </a:cubicBezTo>
                  <a:cubicBezTo>
                    <a:pt x="69177" y="1960"/>
                    <a:pt x="61000" y="63"/>
                    <a:pt x="56288" y="63"/>
                  </a:cubicBezTo>
                  <a:cubicBezTo>
                    <a:pt x="48251" y="63"/>
                    <a:pt x="43400" y="7244"/>
                    <a:pt x="41737" y="10360"/>
                  </a:cubicBezTo>
                  <a:cubicBezTo>
                    <a:pt x="38272" y="1418"/>
                    <a:pt x="30789" y="63"/>
                    <a:pt x="26770" y="63"/>
                  </a:cubicBezTo>
                  <a:cubicBezTo>
                    <a:pt x="12357" y="63"/>
                    <a:pt x="4458" y="17541"/>
                    <a:pt x="4458" y="20929"/>
                  </a:cubicBezTo>
                  <a:cubicBezTo>
                    <a:pt x="4458" y="22283"/>
                    <a:pt x="5844" y="22283"/>
                    <a:pt x="6121" y="22283"/>
                  </a:cubicBezTo>
                  <a:cubicBezTo>
                    <a:pt x="7229" y="22283"/>
                    <a:pt x="7645" y="22012"/>
                    <a:pt x="7922" y="20793"/>
                  </a:cubicBezTo>
                  <a:cubicBezTo>
                    <a:pt x="12634" y="6431"/>
                    <a:pt x="21781" y="3044"/>
                    <a:pt x="26493" y="3044"/>
                  </a:cubicBezTo>
                  <a:cubicBezTo>
                    <a:pt x="29126" y="3044"/>
                    <a:pt x="33976" y="4263"/>
                    <a:pt x="33976" y="12122"/>
                  </a:cubicBezTo>
                  <a:cubicBezTo>
                    <a:pt x="33976" y="16322"/>
                    <a:pt x="31620" y="25400"/>
                    <a:pt x="26493" y="44369"/>
                  </a:cubicBezTo>
                  <a:cubicBezTo>
                    <a:pt x="24275" y="52769"/>
                    <a:pt x="19425" y="58460"/>
                    <a:pt x="13327" y="58460"/>
                  </a:cubicBezTo>
                  <a:cubicBezTo>
                    <a:pt x="12496" y="58460"/>
                    <a:pt x="9308" y="58460"/>
                    <a:pt x="6398" y="56698"/>
                  </a:cubicBezTo>
                  <a:cubicBezTo>
                    <a:pt x="9863" y="56021"/>
                    <a:pt x="12911" y="53176"/>
                    <a:pt x="12911" y="49382"/>
                  </a:cubicBezTo>
                  <a:cubicBezTo>
                    <a:pt x="12911" y="45724"/>
                    <a:pt x="9863" y="44640"/>
                    <a:pt x="7784" y="44640"/>
                  </a:cubicBezTo>
                  <a:cubicBezTo>
                    <a:pt x="3626" y="44640"/>
                    <a:pt x="162" y="48162"/>
                    <a:pt x="162" y="52498"/>
                  </a:cubicBezTo>
                  <a:cubicBezTo>
                    <a:pt x="162" y="58731"/>
                    <a:pt x="7091" y="61441"/>
                    <a:pt x="13189" y="61441"/>
                  </a:cubicBezTo>
                  <a:cubicBezTo>
                    <a:pt x="22335" y="61441"/>
                    <a:pt x="27324" y="51956"/>
                    <a:pt x="27740" y="51143"/>
                  </a:cubicBezTo>
                  <a:cubicBezTo>
                    <a:pt x="29403" y="56156"/>
                    <a:pt x="34392" y="61441"/>
                    <a:pt x="42707" y="61441"/>
                  </a:cubicBezTo>
                  <a:cubicBezTo>
                    <a:pt x="56981" y="61441"/>
                    <a:pt x="64881" y="43962"/>
                    <a:pt x="64881" y="40575"/>
                  </a:cubicBezTo>
                  <a:cubicBezTo>
                    <a:pt x="64881" y="39220"/>
                    <a:pt x="63633" y="39220"/>
                    <a:pt x="63218" y="39220"/>
                  </a:cubicBezTo>
                  <a:cubicBezTo>
                    <a:pt x="61970" y="39220"/>
                    <a:pt x="61693" y="39762"/>
                    <a:pt x="61416" y="40710"/>
                  </a:cubicBezTo>
                  <a:cubicBezTo>
                    <a:pt x="56843" y="55208"/>
                    <a:pt x="47419" y="58460"/>
                    <a:pt x="42984" y="58460"/>
                  </a:cubicBezTo>
                  <a:cubicBezTo>
                    <a:pt x="37579" y="58460"/>
                    <a:pt x="35362" y="54124"/>
                    <a:pt x="35362" y="49517"/>
                  </a:cubicBezTo>
                  <a:cubicBezTo>
                    <a:pt x="35362" y="46536"/>
                    <a:pt x="36194" y="43556"/>
                    <a:pt x="37718" y="37594"/>
                  </a:cubicBezTo>
                  <a:lnTo>
                    <a:pt x="42430"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grpSp>
      <p:cxnSp>
        <p:nvCxnSpPr>
          <p:cNvPr id="140" name="Straight Connector 139">
            <a:extLst>
              <a:ext uri="{FF2B5EF4-FFF2-40B4-BE49-F238E27FC236}">
                <a16:creationId xmlns:a16="http://schemas.microsoft.com/office/drawing/2014/main" id="{FE17D07E-47EB-CD1E-A660-F88FFC3061D3}"/>
              </a:ext>
            </a:extLst>
          </p:cNvPr>
          <p:cNvCxnSpPr>
            <a:cxnSpLocks/>
          </p:cNvCxnSpPr>
          <p:nvPr/>
        </p:nvCxnSpPr>
        <p:spPr>
          <a:xfrm>
            <a:off x="7751126" y="4759536"/>
            <a:ext cx="0" cy="1180786"/>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1" name="TextBox 140">
            <a:extLst>
              <a:ext uri="{FF2B5EF4-FFF2-40B4-BE49-F238E27FC236}">
                <a16:creationId xmlns:a16="http://schemas.microsoft.com/office/drawing/2014/main" id="{E86D4D7F-44F8-ED1C-7E8D-EFA72C7B2360}"/>
              </a:ext>
            </a:extLst>
          </p:cNvPr>
          <p:cNvSpPr txBox="1"/>
          <p:nvPr/>
        </p:nvSpPr>
        <p:spPr>
          <a:xfrm>
            <a:off x="8048557" y="4658535"/>
            <a:ext cx="879101" cy="369332"/>
          </a:xfrm>
          <a:prstGeom prst="rect">
            <a:avLst/>
          </a:prstGeom>
          <a:noFill/>
        </p:spPr>
        <p:txBody>
          <a:bodyPr wrap="square">
            <a:spAutoFit/>
          </a:bodyPr>
          <a:lstStyle/>
          <a:p>
            <a:r>
              <a:rPr lang="es-CO" b="1">
                <a:solidFill>
                  <a:srgbClr val="FFFF00"/>
                </a:solidFill>
              </a:rPr>
              <a:t>LSA</a:t>
            </a:r>
            <a:r>
              <a:rPr lang="es-CO" sz="1800" b="1">
                <a:solidFill>
                  <a:srgbClr val="FFFF00"/>
                </a:solidFill>
              </a:rPr>
              <a:t>5</a:t>
            </a:r>
            <a:endParaRPr lang="en-GB">
              <a:solidFill>
                <a:srgbClr val="FFFF00"/>
              </a:solidFill>
            </a:endParaRPr>
          </a:p>
        </p:txBody>
      </p:sp>
      <p:grpSp>
        <p:nvGrpSpPr>
          <p:cNvPr id="142" name="Group 141">
            <a:extLst>
              <a:ext uri="{FF2B5EF4-FFF2-40B4-BE49-F238E27FC236}">
                <a16:creationId xmlns:a16="http://schemas.microsoft.com/office/drawing/2014/main" id="{1DF24FE1-A011-EAB5-2659-82C9E0345945}"/>
              </a:ext>
            </a:extLst>
          </p:cNvPr>
          <p:cNvGrpSpPr>
            <a:grpSpLocks noChangeAspect="1"/>
          </p:cNvGrpSpPr>
          <p:nvPr>
            <p:custDataLst>
              <p:tags r:id="rId7"/>
            </p:custDataLst>
          </p:nvPr>
        </p:nvGrpSpPr>
        <p:grpSpPr>
          <a:xfrm>
            <a:off x="8192645" y="5208803"/>
            <a:ext cx="2796517" cy="135491"/>
            <a:chOff x="7076659" y="4396879"/>
            <a:chExt cx="2796517" cy="135491"/>
          </a:xfrm>
          <a:solidFill>
            <a:schemeClr val="bg1"/>
          </a:solidFill>
        </p:grpSpPr>
        <p:sp>
          <p:nvSpPr>
            <p:cNvPr id="143" name="Freeform: Shape 142">
              <a:extLst>
                <a:ext uri="{FF2B5EF4-FFF2-40B4-BE49-F238E27FC236}">
                  <a16:creationId xmlns:a16="http://schemas.microsoft.com/office/drawing/2014/main" id="{17343485-471D-59E0-98E5-5B4C957FF092}"/>
                </a:ext>
              </a:extLst>
            </p:cNvPr>
            <p:cNvSpPr/>
            <p:nvPr>
              <p:custDataLst>
                <p:tags r:id="rId50"/>
              </p:custDataLst>
            </p:nvPr>
          </p:nvSpPr>
          <p:spPr>
            <a:xfrm>
              <a:off x="7076659" y="4405957"/>
              <a:ext cx="98838" cy="95521"/>
            </a:xfrm>
            <a:custGeom>
              <a:avLst/>
              <a:gdLst>
                <a:gd name="connsiteX0" fmla="*/ 79370 w 98838"/>
                <a:gd name="connsiteY0" fmla="*/ 15509 h 95521"/>
                <a:gd name="connsiteX1" fmla="*/ 97114 w 98838"/>
                <a:gd name="connsiteY1" fmla="*/ 4263 h 95521"/>
                <a:gd name="connsiteX2" fmla="*/ 98916 w 98838"/>
                <a:gd name="connsiteY2" fmla="*/ 1689 h 95521"/>
                <a:gd name="connsiteX3" fmla="*/ 97114 w 98838"/>
                <a:gd name="connsiteY3" fmla="*/ 63 h 95521"/>
                <a:gd name="connsiteX4" fmla="*/ 85746 w 98838"/>
                <a:gd name="connsiteY4" fmla="*/ 469 h 95521"/>
                <a:gd name="connsiteX5" fmla="*/ 72023 w 98838"/>
                <a:gd name="connsiteY5" fmla="*/ 63 h 95521"/>
                <a:gd name="connsiteX6" fmla="*/ 69389 w 98838"/>
                <a:gd name="connsiteY6" fmla="*/ 2637 h 95521"/>
                <a:gd name="connsiteX7" fmla="*/ 71607 w 98838"/>
                <a:gd name="connsiteY7" fmla="*/ 4263 h 95521"/>
                <a:gd name="connsiteX8" fmla="*/ 77983 w 98838"/>
                <a:gd name="connsiteY8" fmla="*/ 8734 h 95521"/>
                <a:gd name="connsiteX9" fmla="*/ 75904 w 98838"/>
                <a:gd name="connsiteY9" fmla="*/ 13883 h 95521"/>
                <a:gd name="connsiteX10" fmla="*/ 33346 w 98838"/>
                <a:gd name="connsiteY10" fmla="*/ 80003 h 95521"/>
                <a:gd name="connsiteX11" fmla="*/ 23920 w 98838"/>
                <a:gd name="connsiteY11" fmla="*/ 8328 h 95521"/>
                <a:gd name="connsiteX12" fmla="*/ 33485 w 98838"/>
                <a:gd name="connsiteY12" fmla="*/ 4263 h 95521"/>
                <a:gd name="connsiteX13" fmla="*/ 36951 w 98838"/>
                <a:gd name="connsiteY13" fmla="*/ 1553 h 95521"/>
                <a:gd name="connsiteX14" fmla="*/ 35010 w 98838"/>
                <a:gd name="connsiteY14" fmla="*/ 63 h 95521"/>
                <a:gd name="connsiteX15" fmla="*/ 17821 w 98838"/>
                <a:gd name="connsiteY15" fmla="*/ 469 h 95521"/>
                <a:gd name="connsiteX16" fmla="*/ 10196 w 98838"/>
                <a:gd name="connsiteY16" fmla="*/ 334 h 95521"/>
                <a:gd name="connsiteX17" fmla="*/ 2711 w 98838"/>
                <a:gd name="connsiteY17" fmla="*/ 63 h 95521"/>
                <a:gd name="connsiteX18" fmla="*/ 77 w 98838"/>
                <a:gd name="connsiteY18" fmla="*/ 2637 h 95521"/>
                <a:gd name="connsiteX19" fmla="*/ 3542 w 98838"/>
                <a:gd name="connsiteY19" fmla="*/ 4263 h 95521"/>
                <a:gd name="connsiteX20" fmla="*/ 11860 w 98838"/>
                <a:gd name="connsiteY20" fmla="*/ 8870 h 95521"/>
                <a:gd name="connsiteX21" fmla="*/ 22811 w 98838"/>
                <a:gd name="connsiteY21" fmla="*/ 92468 h 95521"/>
                <a:gd name="connsiteX22" fmla="*/ 25584 w 98838"/>
                <a:gd name="connsiteY22" fmla="*/ 95585 h 95521"/>
                <a:gd name="connsiteX23" fmla="*/ 29465 w 98838"/>
                <a:gd name="connsiteY23" fmla="*/ 93146 h 95521"/>
                <a:gd name="connsiteX24" fmla="*/ 79370 w 98838"/>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8838" h="95521">
                  <a:moveTo>
                    <a:pt x="79370" y="15509"/>
                  </a:moveTo>
                  <a:cubicBezTo>
                    <a:pt x="86162" y="4940"/>
                    <a:pt x="91984" y="4534"/>
                    <a:pt x="97114" y="4263"/>
                  </a:cubicBezTo>
                  <a:cubicBezTo>
                    <a:pt x="98777" y="4128"/>
                    <a:pt x="98916" y="1824"/>
                    <a:pt x="98916" y="1689"/>
                  </a:cubicBezTo>
                  <a:cubicBezTo>
                    <a:pt x="98916" y="605"/>
                    <a:pt x="98223" y="63"/>
                    <a:pt x="97114" y="63"/>
                  </a:cubicBezTo>
                  <a:cubicBezTo>
                    <a:pt x="93509" y="63"/>
                    <a:pt x="89489" y="469"/>
                    <a:pt x="85746" y="469"/>
                  </a:cubicBezTo>
                  <a:cubicBezTo>
                    <a:pt x="81172" y="469"/>
                    <a:pt x="76459" y="63"/>
                    <a:pt x="72023" y="63"/>
                  </a:cubicBezTo>
                  <a:cubicBezTo>
                    <a:pt x="71191" y="63"/>
                    <a:pt x="69389" y="63"/>
                    <a:pt x="69389" y="2637"/>
                  </a:cubicBezTo>
                  <a:cubicBezTo>
                    <a:pt x="69389" y="4128"/>
                    <a:pt x="70636" y="4263"/>
                    <a:pt x="71607" y="4263"/>
                  </a:cubicBezTo>
                  <a:cubicBezTo>
                    <a:pt x="75350" y="4534"/>
                    <a:pt x="77983" y="5889"/>
                    <a:pt x="77983" y="8734"/>
                  </a:cubicBezTo>
                  <a:cubicBezTo>
                    <a:pt x="77983" y="10767"/>
                    <a:pt x="75904" y="13747"/>
                    <a:pt x="75904" y="13883"/>
                  </a:cubicBezTo>
                  <a:lnTo>
                    <a:pt x="33346" y="80003"/>
                  </a:lnTo>
                  <a:lnTo>
                    <a:pt x="23920" y="8328"/>
                  </a:lnTo>
                  <a:cubicBezTo>
                    <a:pt x="23920" y="6024"/>
                    <a:pt x="27108" y="4263"/>
                    <a:pt x="33485" y="4263"/>
                  </a:cubicBezTo>
                  <a:cubicBezTo>
                    <a:pt x="35426" y="4263"/>
                    <a:pt x="36951" y="4263"/>
                    <a:pt x="36951" y="1553"/>
                  </a:cubicBezTo>
                  <a:cubicBezTo>
                    <a:pt x="36951" y="334"/>
                    <a:pt x="35842" y="63"/>
                    <a:pt x="35010" y="63"/>
                  </a:cubicBezTo>
                  <a:cubicBezTo>
                    <a:pt x="29465" y="63"/>
                    <a:pt x="23504" y="469"/>
                    <a:pt x="17821" y="469"/>
                  </a:cubicBezTo>
                  <a:cubicBezTo>
                    <a:pt x="15325" y="469"/>
                    <a:pt x="12691" y="334"/>
                    <a:pt x="10196" y="334"/>
                  </a:cubicBezTo>
                  <a:cubicBezTo>
                    <a:pt x="7701" y="334"/>
                    <a:pt x="5067" y="63"/>
                    <a:pt x="2711" y="63"/>
                  </a:cubicBezTo>
                  <a:cubicBezTo>
                    <a:pt x="1740" y="63"/>
                    <a:pt x="77" y="63"/>
                    <a:pt x="77" y="2637"/>
                  </a:cubicBezTo>
                  <a:cubicBezTo>
                    <a:pt x="77" y="4263"/>
                    <a:pt x="1324" y="4263"/>
                    <a:pt x="3542" y="4263"/>
                  </a:cubicBezTo>
                  <a:cubicBezTo>
                    <a:pt x="11305" y="4263"/>
                    <a:pt x="11444" y="5482"/>
                    <a:pt x="11860" y="8870"/>
                  </a:cubicBezTo>
                  <a:lnTo>
                    <a:pt x="22811" y="92468"/>
                  </a:lnTo>
                  <a:cubicBezTo>
                    <a:pt x="23227" y="95178"/>
                    <a:pt x="23781" y="95585"/>
                    <a:pt x="25584" y="95585"/>
                  </a:cubicBezTo>
                  <a:cubicBezTo>
                    <a:pt x="27802" y="95585"/>
                    <a:pt x="28356" y="94907"/>
                    <a:pt x="29465" y="93146"/>
                  </a:cubicBezTo>
                  <a:lnTo>
                    <a:pt x="79370"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4" name="Freeform: Shape 143">
              <a:extLst>
                <a:ext uri="{FF2B5EF4-FFF2-40B4-BE49-F238E27FC236}">
                  <a16:creationId xmlns:a16="http://schemas.microsoft.com/office/drawing/2014/main" id="{8675EE4B-1DAC-B0AD-7054-319B96DB215E}"/>
                </a:ext>
              </a:extLst>
            </p:cNvPr>
            <p:cNvSpPr/>
            <p:nvPr>
              <p:custDataLst>
                <p:tags r:id="rId51"/>
              </p:custDataLst>
            </p:nvPr>
          </p:nvSpPr>
          <p:spPr>
            <a:xfrm>
              <a:off x="7186111" y="4438610"/>
              <a:ext cx="63489" cy="61377"/>
            </a:xfrm>
            <a:custGeom>
              <a:avLst/>
              <a:gdLst>
                <a:gd name="connsiteX0" fmla="*/ 46247 w 63489"/>
                <a:gd name="connsiteY0" fmla="*/ 8734 h 61377"/>
                <a:gd name="connsiteX1" fmla="*/ 33493 w 63489"/>
                <a:gd name="connsiteY1" fmla="*/ 63 h 61377"/>
                <a:gd name="connsiteX2" fmla="*/ 85 w 63489"/>
                <a:gd name="connsiteY2" fmla="*/ 39762 h 61377"/>
                <a:gd name="connsiteX3" fmla="*/ 18522 w 63489"/>
                <a:gd name="connsiteY3" fmla="*/ 61441 h 61377"/>
                <a:gd name="connsiteX4" fmla="*/ 36543 w 63489"/>
                <a:gd name="connsiteY4" fmla="*/ 51279 h 61377"/>
                <a:gd name="connsiteX5" fmla="*/ 49158 w 63489"/>
                <a:gd name="connsiteY5" fmla="*/ 61441 h 61377"/>
                <a:gd name="connsiteX6" fmla="*/ 59416 w 63489"/>
                <a:gd name="connsiteY6" fmla="*/ 53989 h 61377"/>
                <a:gd name="connsiteX7" fmla="*/ 63575 w 63489"/>
                <a:gd name="connsiteY7" fmla="*/ 40575 h 61377"/>
                <a:gd name="connsiteX8" fmla="*/ 61911 w 63489"/>
                <a:gd name="connsiteY8" fmla="*/ 39220 h 61377"/>
                <a:gd name="connsiteX9" fmla="*/ 59970 w 63489"/>
                <a:gd name="connsiteY9" fmla="*/ 41659 h 61377"/>
                <a:gd name="connsiteX10" fmla="*/ 49435 w 63489"/>
                <a:gd name="connsiteY10" fmla="*/ 58460 h 61377"/>
                <a:gd name="connsiteX11" fmla="*/ 45276 w 63489"/>
                <a:gd name="connsiteY11" fmla="*/ 52227 h 61377"/>
                <a:gd name="connsiteX12" fmla="*/ 47078 w 63489"/>
                <a:gd name="connsiteY12" fmla="*/ 42201 h 61377"/>
                <a:gd name="connsiteX13" fmla="*/ 50128 w 63489"/>
                <a:gd name="connsiteY13" fmla="*/ 30006 h 61377"/>
                <a:gd name="connsiteX14" fmla="*/ 55118 w 63489"/>
                <a:gd name="connsiteY14" fmla="*/ 11038 h 61377"/>
                <a:gd name="connsiteX15" fmla="*/ 56089 w 63489"/>
                <a:gd name="connsiteY15" fmla="*/ 6431 h 61377"/>
                <a:gd name="connsiteX16" fmla="*/ 52069 w 63489"/>
                <a:gd name="connsiteY16" fmla="*/ 2773 h 61377"/>
                <a:gd name="connsiteX17" fmla="*/ 46247 w 63489"/>
                <a:gd name="connsiteY17" fmla="*/ 8734 h 61377"/>
                <a:gd name="connsiteX18" fmla="*/ 37236 w 63489"/>
                <a:gd name="connsiteY18" fmla="*/ 43827 h 61377"/>
                <a:gd name="connsiteX19" fmla="*/ 34463 w 63489"/>
                <a:gd name="connsiteY19" fmla="*/ 48840 h 61377"/>
                <a:gd name="connsiteX20" fmla="*/ 18799 w 63489"/>
                <a:gd name="connsiteY20" fmla="*/ 58460 h 61377"/>
                <a:gd name="connsiteX21" fmla="*/ 9927 w 63489"/>
                <a:gd name="connsiteY21" fmla="*/ 45724 h 61377"/>
                <a:gd name="connsiteX22" fmla="*/ 17551 w 63489"/>
                <a:gd name="connsiteY22" fmla="*/ 16051 h 61377"/>
                <a:gd name="connsiteX23" fmla="*/ 33632 w 63489"/>
                <a:gd name="connsiteY23" fmla="*/ 3044 h 61377"/>
                <a:gd name="connsiteX24" fmla="*/ 44583 w 63489"/>
                <a:gd name="connsiteY24" fmla="*/ 14967 h 61377"/>
                <a:gd name="connsiteX25" fmla="*/ 44167 w 63489"/>
                <a:gd name="connsiteY25" fmla="*/ 17270 h 61377"/>
                <a:gd name="connsiteX26" fmla="*/ 37236 w 63489"/>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489" h="61377">
                  <a:moveTo>
                    <a:pt x="46247" y="8734"/>
                  </a:moveTo>
                  <a:cubicBezTo>
                    <a:pt x="43751" y="3721"/>
                    <a:pt x="39731" y="63"/>
                    <a:pt x="33493" y="63"/>
                  </a:cubicBezTo>
                  <a:cubicBezTo>
                    <a:pt x="17274" y="63"/>
                    <a:pt x="85" y="19980"/>
                    <a:pt x="85" y="39762"/>
                  </a:cubicBezTo>
                  <a:cubicBezTo>
                    <a:pt x="85" y="52498"/>
                    <a:pt x="7709" y="61441"/>
                    <a:pt x="18522" y="61441"/>
                  </a:cubicBezTo>
                  <a:cubicBezTo>
                    <a:pt x="21294" y="61441"/>
                    <a:pt x="28225" y="60899"/>
                    <a:pt x="36543" y="51279"/>
                  </a:cubicBezTo>
                  <a:cubicBezTo>
                    <a:pt x="37652" y="56969"/>
                    <a:pt x="42504" y="61441"/>
                    <a:pt x="49158" y="61441"/>
                  </a:cubicBezTo>
                  <a:cubicBezTo>
                    <a:pt x="54009" y="61441"/>
                    <a:pt x="57198" y="58324"/>
                    <a:pt x="59416" y="53989"/>
                  </a:cubicBezTo>
                  <a:cubicBezTo>
                    <a:pt x="61772" y="49111"/>
                    <a:pt x="63575" y="40846"/>
                    <a:pt x="63575" y="40575"/>
                  </a:cubicBezTo>
                  <a:cubicBezTo>
                    <a:pt x="63575" y="39220"/>
                    <a:pt x="62327" y="39220"/>
                    <a:pt x="61911" y="39220"/>
                  </a:cubicBezTo>
                  <a:cubicBezTo>
                    <a:pt x="60525" y="39220"/>
                    <a:pt x="60386" y="39762"/>
                    <a:pt x="59970" y="41659"/>
                  </a:cubicBezTo>
                  <a:cubicBezTo>
                    <a:pt x="57614" y="50466"/>
                    <a:pt x="55118" y="58460"/>
                    <a:pt x="49435" y="58460"/>
                  </a:cubicBezTo>
                  <a:cubicBezTo>
                    <a:pt x="45692" y="58460"/>
                    <a:pt x="45276" y="54937"/>
                    <a:pt x="45276" y="52227"/>
                  </a:cubicBezTo>
                  <a:cubicBezTo>
                    <a:pt x="45276" y="49246"/>
                    <a:pt x="45553" y="48162"/>
                    <a:pt x="47078" y="42201"/>
                  </a:cubicBezTo>
                  <a:cubicBezTo>
                    <a:pt x="48603" y="36510"/>
                    <a:pt x="48880" y="35155"/>
                    <a:pt x="50128" y="30006"/>
                  </a:cubicBezTo>
                  <a:lnTo>
                    <a:pt x="55118" y="11038"/>
                  </a:lnTo>
                  <a:cubicBezTo>
                    <a:pt x="56089" y="7244"/>
                    <a:pt x="56089" y="6973"/>
                    <a:pt x="56089" y="6431"/>
                  </a:cubicBezTo>
                  <a:cubicBezTo>
                    <a:pt x="56089" y="4128"/>
                    <a:pt x="54425" y="2773"/>
                    <a:pt x="52069" y="2773"/>
                  </a:cubicBezTo>
                  <a:cubicBezTo>
                    <a:pt x="48742" y="2773"/>
                    <a:pt x="46662" y="5753"/>
                    <a:pt x="46247" y="8734"/>
                  </a:cubicBezTo>
                  <a:close/>
                  <a:moveTo>
                    <a:pt x="37236" y="43827"/>
                  </a:moveTo>
                  <a:cubicBezTo>
                    <a:pt x="36543" y="46266"/>
                    <a:pt x="36543" y="46536"/>
                    <a:pt x="34463" y="48840"/>
                  </a:cubicBezTo>
                  <a:cubicBezTo>
                    <a:pt x="28364" y="56292"/>
                    <a:pt x="22680" y="58460"/>
                    <a:pt x="18799" y="58460"/>
                  </a:cubicBezTo>
                  <a:cubicBezTo>
                    <a:pt x="11868" y="58460"/>
                    <a:pt x="9927" y="51008"/>
                    <a:pt x="9927" y="45724"/>
                  </a:cubicBezTo>
                  <a:cubicBezTo>
                    <a:pt x="9927" y="38949"/>
                    <a:pt x="14363" y="22283"/>
                    <a:pt x="17551" y="16051"/>
                  </a:cubicBezTo>
                  <a:cubicBezTo>
                    <a:pt x="21849" y="8057"/>
                    <a:pt x="28087" y="3044"/>
                    <a:pt x="33632" y="3044"/>
                  </a:cubicBezTo>
                  <a:cubicBezTo>
                    <a:pt x="42642" y="3044"/>
                    <a:pt x="44583" y="14154"/>
                    <a:pt x="44583" y="14967"/>
                  </a:cubicBezTo>
                  <a:cubicBezTo>
                    <a:pt x="44583" y="15780"/>
                    <a:pt x="44306" y="16593"/>
                    <a:pt x="44167" y="17270"/>
                  </a:cubicBezTo>
                  <a:lnTo>
                    <a:pt x="37236"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5" name="Freeform: Shape 144">
              <a:extLst>
                <a:ext uri="{FF2B5EF4-FFF2-40B4-BE49-F238E27FC236}">
                  <a16:creationId xmlns:a16="http://schemas.microsoft.com/office/drawing/2014/main" id="{B6779640-75FA-E8A5-2C83-754DEC8EAE04}"/>
                </a:ext>
              </a:extLst>
            </p:cNvPr>
            <p:cNvSpPr/>
            <p:nvPr>
              <p:custDataLst>
                <p:tags r:id="rId52"/>
              </p:custDataLst>
            </p:nvPr>
          </p:nvSpPr>
          <p:spPr>
            <a:xfrm>
              <a:off x="7257861" y="4438610"/>
              <a:ext cx="56419" cy="61377"/>
            </a:xfrm>
            <a:custGeom>
              <a:avLst/>
              <a:gdLst>
                <a:gd name="connsiteX0" fmla="*/ 8269 w 56419"/>
                <a:gd name="connsiteY0" fmla="*/ 51956 h 61377"/>
                <a:gd name="connsiteX1" fmla="*/ 7021 w 56419"/>
                <a:gd name="connsiteY1" fmla="*/ 57782 h 61377"/>
                <a:gd name="connsiteX2" fmla="*/ 11041 w 56419"/>
                <a:gd name="connsiteY2" fmla="*/ 61441 h 61377"/>
                <a:gd name="connsiteX3" fmla="*/ 16170 w 56419"/>
                <a:gd name="connsiteY3" fmla="*/ 57647 h 61377"/>
                <a:gd name="connsiteX4" fmla="*/ 21715 w 56419"/>
                <a:gd name="connsiteY4" fmla="*/ 36239 h 61377"/>
                <a:gd name="connsiteX5" fmla="*/ 26151 w 56419"/>
                <a:gd name="connsiteY5" fmla="*/ 18625 h 61377"/>
                <a:gd name="connsiteX6" fmla="*/ 33914 w 56419"/>
                <a:gd name="connsiteY6" fmla="*/ 7515 h 61377"/>
                <a:gd name="connsiteX7" fmla="*/ 45004 w 56419"/>
                <a:gd name="connsiteY7" fmla="*/ 3044 h 61377"/>
                <a:gd name="connsiteX8" fmla="*/ 50826 w 56419"/>
                <a:gd name="connsiteY8" fmla="*/ 4669 h 61377"/>
                <a:gd name="connsiteX9" fmla="*/ 43618 w 56419"/>
                <a:gd name="connsiteY9" fmla="*/ 12122 h 61377"/>
                <a:gd name="connsiteX10" fmla="*/ 48886 w 56419"/>
                <a:gd name="connsiteY10" fmla="*/ 16864 h 61377"/>
                <a:gd name="connsiteX11" fmla="*/ 56510 w 56419"/>
                <a:gd name="connsiteY11" fmla="*/ 8870 h 61377"/>
                <a:gd name="connsiteX12" fmla="*/ 45004 w 56419"/>
                <a:gd name="connsiteY12" fmla="*/ 63 h 61377"/>
                <a:gd name="connsiteX13" fmla="*/ 27260 w 56419"/>
                <a:gd name="connsiteY13" fmla="*/ 10496 h 61377"/>
                <a:gd name="connsiteX14" fmla="*/ 14646 w 56419"/>
                <a:gd name="connsiteY14" fmla="*/ 63 h 61377"/>
                <a:gd name="connsiteX15" fmla="*/ 4387 w 56419"/>
                <a:gd name="connsiteY15" fmla="*/ 7786 h 61377"/>
                <a:gd name="connsiteX16" fmla="*/ 90 w 56419"/>
                <a:gd name="connsiteY16" fmla="*/ 20929 h 61377"/>
                <a:gd name="connsiteX17" fmla="*/ 1753 w 56419"/>
                <a:gd name="connsiteY17" fmla="*/ 22283 h 61377"/>
                <a:gd name="connsiteX18" fmla="*/ 4110 w 56419"/>
                <a:gd name="connsiteY18" fmla="*/ 19167 h 61377"/>
                <a:gd name="connsiteX19" fmla="*/ 14230 w 56419"/>
                <a:gd name="connsiteY19" fmla="*/ 3044 h 61377"/>
                <a:gd name="connsiteX20" fmla="*/ 18527 w 56419"/>
                <a:gd name="connsiteY20" fmla="*/ 9276 h 61377"/>
                <a:gd name="connsiteX21" fmla="*/ 16309 w 56419"/>
                <a:gd name="connsiteY21" fmla="*/ 20658 h 61377"/>
                <a:gd name="connsiteX22" fmla="*/ 8269 w 56419"/>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419" h="61377">
                  <a:moveTo>
                    <a:pt x="8269" y="51956"/>
                  </a:moveTo>
                  <a:cubicBezTo>
                    <a:pt x="7853" y="53989"/>
                    <a:pt x="7021" y="57105"/>
                    <a:pt x="7021" y="57782"/>
                  </a:cubicBezTo>
                  <a:cubicBezTo>
                    <a:pt x="7021" y="60221"/>
                    <a:pt x="8962" y="61441"/>
                    <a:pt x="11041" y="61441"/>
                  </a:cubicBezTo>
                  <a:cubicBezTo>
                    <a:pt x="12705" y="61441"/>
                    <a:pt x="15200" y="60357"/>
                    <a:pt x="16170" y="57647"/>
                  </a:cubicBezTo>
                  <a:cubicBezTo>
                    <a:pt x="16448" y="57105"/>
                    <a:pt x="21161" y="38678"/>
                    <a:pt x="21715" y="36239"/>
                  </a:cubicBezTo>
                  <a:cubicBezTo>
                    <a:pt x="22824" y="31768"/>
                    <a:pt x="25320" y="22283"/>
                    <a:pt x="26151" y="18625"/>
                  </a:cubicBezTo>
                  <a:cubicBezTo>
                    <a:pt x="26706" y="16864"/>
                    <a:pt x="30587" y="10496"/>
                    <a:pt x="33914" y="7515"/>
                  </a:cubicBezTo>
                  <a:cubicBezTo>
                    <a:pt x="35023" y="6566"/>
                    <a:pt x="39043" y="3044"/>
                    <a:pt x="45004" y="3044"/>
                  </a:cubicBezTo>
                  <a:cubicBezTo>
                    <a:pt x="48608" y="3044"/>
                    <a:pt x="50688" y="4669"/>
                    <a:pt x="50826" y="4669"/>
                  </a:cubicBezTo>
                  <a:cubicBezTo>
                    <a:pt x="46668" y="5347"/>
                    <a:pt x="43618" y="8599"/>
                    <a:pt x="43618" y="12122"/>
                  </a:cubicBezTo>
                  <a:cubicBezTo>
                    <a:pt x="43618" y="14289"/>
                    <a:pt x="45143" y="16864"/>
                    <a:pt x="48886" y="16864"/>
                  </a:cubicBezTo>
                  <a:cubicBezTo>
                    <a:pt x="52628" y="16864"/>
                    <a:pt x="56510" y="13747"/>
                    <a:pt x="56510" y="8870"/>
                  </a:cubicBezTo>
                  <a:cubicBezTo>
                    <a:pt x="56510" y="4128"/>
                    <a:pt x="52074" y="63"/>
                    <a:pt x="45004" y="63"/>
                  </a:cubicBezTo>
                  <a:cubicBezTo>
                    <a:pt x="35994" y="63"/>
                    <a:pt x="29894" y="6702"/>
                    <a:pt x="27260" y="10496"/>
                  </a:cubicBezTo>
                  <a:cubicBezTo>
                    <a:pt x="26151" y="4399"/>
                    <a:pt x="21161" y="63"/>
                    <a:pt x="14646" y="63"/>
                  </a:cubicBezTo>
                  <a:cubicBezTo>
                    <a:pt x="8269" y="63"/>
                    <a:pt x="5635" y="5347"/>
                    <a:pt x="4387" y="7786"/>
                  </a:cubicBezTo>
                  <a:cubicBezTo>
                    <a:pt x="1892" y="12393"/>
                    <a:pt x="90" y="20522"/>
                    <a:pt x="90" y="20929"/>
                  </a:cubicBezTo>
                  <a:cubicBezTo>
                    <a:pt x="90" y="22283"/>
                    <a:pt x="1476" y="22283"/>
                    <a:pt x="1753" y="22283"/>
                  </a:cubicBezTo>
                  <a:cubicBezTo>
                    <a:pt x="3140" y="22283"/>
                    <a:pt x="3278" y="22148"/>
                    <a:pt x="4110" y="19167"/>
                  </a:cubicBezTo>
                  <a:cubicBezTo>
                    <a:pt x="6467" y="9547"/>
                    <a:pt x="9239" y="3044"/>
                    <a:pt x="14230" y="3044"/>
                  </a:cubicBezTo>
                  <a:cubicBezTo>
                    <a:pt x="16586" y="3044"/>
                    <a:pt x="18527" y="4128"/>
                    <a:pt x="18527" y="9276"/>
                  </a:cubicBezTo>
                  <a:cubicBezTo>
                    <a:pt x="18527" y="12122"/>
                    <a:pt x="18111" y="13612"/>
                    <a:pt x="16309" y="20658"/>
                  </a:cubicBezTo>
                  <a:lnTo>
                    <a:pt x="8269"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6" name="Freeform: Shape 145">
              <a:extLst>
                <a:ext uri="{FF2B5EF4-FFF2-40B4-BE49-F238E27FC236}">
                  <a16:creationId xmlns:a16="http://schemas.microsoft.com/office/drawing/2014/main" id="{6FCD4CD9-1F64-6CD0-6B53-FC25DD4A210E}"/>
                </a:ext>
              </a:extLst>
            </p:cNvPr>
            <p:cNvSpPr/>
            <p:nvPr>
              <p:custDataLst>
                <p:tags r:id="rId53"/>
              </p:custDataLst>
            </p:nvPr>
          </p:nvSpPr>
          <p:spPr>
            <a:xfrm>
              <a:off x="7336591" y="4396879"/>
              <a:ext cx="18991" cy="135491"/>
            </a:xfrm>
            <a:custGeom>
              <a:avLst/>
              <a:gdLst>
                <a:gd name="connsiteX0" fmla="*/ 19086 w 18991"/>
                <a:gd name="connsiteY0" fmla="*/ 135555 h 135491"/>
                <a:gd name="connsiteX1" fmla="*/ 19086 w 18991"/>
                <a:gd name="connsiteY1" fmla="*/ 130135 h 135491"/>
                <a:gd name="connsiteX2" fmla="*/ 5640 w 18991"/>
                <a:gd name="connsiteY2" fmla="*/ 130135 h 135491"/>
                <a:gd name="connsiteX3" fmla="*/ 5640 w 18991"/>
                <a:gd name="connsiteY3" fmla="*/ 5482 h 135491"/>
                <a:gd name="connsiteX4" fmla="*/ 19086 w 18991"/>
                <a:gd name="connsiteY4" fmla="*/ 5482 h 135491"/>
                <a:gd name="connsiteX5" fmla="*/ 19086 w 18991"/>
                <a:gd name="connsiteY5" fmla="*/ 63 h 135491"/>
                <a:gd name="connsiteX6" fmla="*/ 95 w 18991"/>
                <a:gd name="connsiteY6" fmla="*/ 63 h 135491"/>
                <a:gd name="connsiteX7" fmla="*/ 95 w 18991"/>
                <a:gd name="connsiteY7" fmla="*/ 135555 h 135491"/>
                <a:gd name="connsiteX8" fmla="*/ 19086 w 18991"/>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086" y="135555"/>
                  </a:moveTo>
                  <a:lnTo>
                    <a:pt x="19086" y="130135"/>
                  </a:lnTo>
                  <a:lnTo>
                    <a:pt x="5640" y="130135"/>
                  </a:lnTo>
                  <a:lnTo>
                    <a:pt x="5640" y="5482"/>
                  </a:lnTo>
                  <a:lnTo>
                    <a:pt x="19086" y="5482"/>
                  </a:lnTo>
                  <a:lnTo>
                    <a:pt x="19086" y="63"/>
                  </a:lnTo>
                  <a:lnTo>
                    <a:pt x="95" y="63"/>
                  </a:lnTo>
                  <a:lnTo>
                    <a:pt x="95" y="135555"/>
                  </a:lnTo>
                  <a:lnTo>
                    <a:pt x="19086"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7" name="Freeform: Shape 146">
              <a:extLst>
                <a:ext uri="{FF2B5EF4-FFF2-40B4-BE49-F238E27FC236}">
                  <a16:creationId xmlns:a16="http://schemas.microsoft.com/office/drawing/2014/main" id="{4AFBF6FF-6A6E-273D-3A0F-20A12D5FD894}"/>
                </a:ext>
              </a:extLst>
            </p:cNvPr>
            <p:cNvSpPr/>
            <p:nvPr>
              <p:custDataLst>
                <p:tags r:id="rId54"/>
              </p:custDataLst>
            </p:nvPr>
          </p:nvSpPr>
          <p:spPr>
            <a:xfrm>
              <a:off x="7362760" y="4438610"/>
              <a:ext cx="63905" cy="87663"/>
            </a:xfrm>
            <a:custGeom>
              <a:avLst/>
              <a:gdLst>
                <a:gd name="connsiteX0" fmla="*/ 63449 w 63905"/>
                <a:gd name="connsiteY0" fmla="*/ 8328 h 87663"/>
                <a:gd name="connsiteX1" fmla="*/ 64003 w 63905"/>
                <a:gd name="connsiteY1" fmla="*/ 5211 h 87663"/>
                <a:gd name="connsiteX2" fmla="*/ 59983 w 63905"/>
                <a:gd name="connsiteY2" fmla="*/ 1553 h 87663"/>
                <a:gd name="connsiteX3" fmla="*/ 55131 w 63905"/>
                <a:gd name="connsiteY3" fmla="*/ 4399 h 87663"/>
                <a:gd name="connsiteX4" fmla="*/ 53191 w 63905"/>
                <a:gd name="connsiteY4" fmla="*/ 11715 h 87663"/>
                <a:gd name="connsiteX5" fmla="*/ 50418 w 63905"/>
                <a:gd name="connsiteY5" fmla="*/ 22554 h 87663"/>
                <a:gd name="connsiteX6" fmla="*/ 44180 w 63905"/>
                <a:gd name="connsiteY6" fmla="*/ 46943 h 87663"/>
                <a:gd name="connsiteX7" fmla="*/ 28515 w 63905"/>
                <a:gd name="connsiteY7" fmla="*/ 58460 h 87663"/>
                <a:gd name="connsiteX8" fmla="*/ 19921 w 63905"/>
                <a:gd name="connsiteY8" fmla="*/ 47485 h 87663"/>
                <a:gd name="connsiteX9" fmla="*/ 26991 w 63905"/>
                <a:gd name="connsiteY9" fmla="*/ 20929 h 87663"/>
                <a:gd name="connsiteX10" fmla="*/ 29763 w 63905"/>
                <a:gd name="connsiteY10" fmla="*/ 11173 h 87663"/>
                <a:gd name="connsiteX11" fmla="*/ 18396 w 63905"/>
                <a:gd name="connsiteY11" fmla="*/ 63 h 87663"/>
                <a:gd name="connsiteX12" fmla="*/ 98 w 63905"/>
                <a:gd name="connsiteY12" fmla="*/ 20929 h 87663"/>
                <a:gd name="connsiteX13" fmla="*/ 1761 w 63905"/>
                <a:gd name="connsiteY13" fmla="*/ 22283 h 87663"/>
                <a:gd name="connsiteX14" fmla="*/ 3979 w 63905"/>
                <a:gd name="connsiteY14" fmla="*/ 19845 h 87663"/>
                <a:gd name="connsiteX15" fmla="*/ 17980 w 63905"/>
                <a:gd name="connsiteY15" fmla="*/ 3044 h 87663"/>
                <a:gd name="connsiteX16" fmla="*/ 21446 w 63905"/>
                <a:gd name="connsiteY16" fmla="*/ 7379 h 87663"/>
                <a:gd name="connsiteX17" fmla="*/ 19089 w 63905"/>
                <a:gd name="connsiteY17" fmla="*/ 16864 h 87663"/>
                <a:gd name="connsiteX18" fmla="*/ 11049 w 63905"/>
                <a:gd name="connsiteY18" fmla="*/ 45317 h 87663"/>
                <a:gd name="connsiteX19" fmla="*/ 27961 w 63905"/>
                <a:gd name="connsiteY19" fmla="*/ 61441 h 87663"/>
                <a:gd name="connsiteX20" fmla="*/ 41962 w 63905"/>
                <a:gd name="connsiteY20" fmla="*/ 55343 h 87663"/>
                <a:gd name="connsiteX21" fmla="*/ 32951 w 63905"/>
                <a:gd name="connsiteY21" fmla="*/ 76209 h 87663"/>
                <a:gd name="connsiteX22" fmla="*/ 17703 w 63905"/>
                <a:gd name="connsiteY22" fmla="*/ 84745 h 87663"/>
                <a:gd name="connsiteX23" fmla="*/ 7167 w 63905"/>
                <a:gd name="connsiteY23" fmla="*/ 79055 h 87663"/>
                <a:gd name="connsiteX24" fmla="*/ 13128 w 63905"/>
                <a:gd name="connsiteY24" fmla="*/ 77429 h 87663"/>
                <a:gd name="connsiteX25" fmla="*/ 15901 w 63905"/>
                <a:gd name="connsiteY25" fmla="*/ 71873 h 87663"/>
                <a:gd name="connsiteX26" fmla="*/ 10772 w 63905"/>
                <a:gd name="connsiteY26" fmla="*/ 67131 h 87663"/>
                <a:gd name="connsiteX27" fmla="*/ 3009 w 63905"/>
                <a:gd name="connsiteY27" fmla="*/ 75938 h 87663"/>
                <a:gd name="connsiteX28" fmla="*/ 17703 w 63905"/>
                <a:gd name="connsiteY28" fmla="*/ 87726 h 87663"/>
                <a:gd name="connsiteX29" fmla="*/ 50141 w 63905"/>
                <a:gd name="connsiteY29" fmla="*/ 60086 h 87663"/>
                <a:gd name="connsiteX30" fmla="*/ 63449 w 63905"/>
                <a:gd name="connsiteY30" fmla="*/ 8328 h 8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905" h="87663">
                  <a:moveTo>
                    <a:pt x="63449" y="8328"/>
                  </a:moveTo>
                  <a:cubicBezTo>
                    <a:pt x="64003" y="6431"/>
                    <a:pt x="64003" y="6160"/>
                    <a:pt x="64003" y="5211"/>
                  </a:cubicBezTo>
                  <a:cubicBezTo>
                    <a:pt x="64003" y="2773"/>
                    <a:pt x="62062" y="1553"/>
                    <a:pt x="59983" y="1553"/>
                  </a:cubicBezTo>
                  <a:cubicBezTo>
                    <a:pt x="58597" y="1553"/>
                    <a:pt x="56379" y="2366"/>
                    <a:pt x="55131" y="4399"/>
                  </a:cubicBezTo>
                  <a:cubicBezTo>
                    <a:pt x="54854" y="5076"/>
                    <a:pt x="53745" y="9276"/>
                    <a:pt x="53191" y="11715"/>
                  </a:cubicBezTo>
                  <a:cubicBezTo>
                    <a:pt x="52220" y="15238"/>
                    <a:pt x="51250" y="18896"/>
                    <a:pt x="50418" y="22554"/>
                  </a:cubicBezTo>
                  <a:lnTo>
                    <a:pt x="44180" y="46943"/>
                  </a:lnTo>
                  <a:cubicBezTo>
                    <a:pt x="43625" y="48975"/>
                    <a:pt x="37665" y="58460"/>
                    <a:pt x="28515" y="58460"/>
                  </a:cubicBezTo>
                  <a:cubicBezTo>
                    <a:pt x="21446" y="58460"/>
                    <a:pt x="19921" y="52498"/>
                    <a:pt x="19921" y="47485"/>
                  </a:cubicBezTo>
                  <a:cubicBezTo>
                    <a:pt x="19921" y="41252"/>
                    <a:pt x="22277" y="32852"/>
                    <a:pt x="26991" y="20929"/>
                  </a:cubicBezTo>
                  <a:cubicBezTo>
                    <a:pt x="29209" y="15373"/>
                    <a:pt x="29763" y="13883"/>
                    <a:pt x="29763" y="11173"/>
                  </a:cubicBezTo>
                  <a:cubicBezTo>
                    <a:pt x="29763" y="5076"/>
                    <a:pt x="25327" y="63"/>
                    <a:pt x="18396" y="63"/>
                  </a:cubicBezTo>
                  <a:cubicBezTo>
                    <a:pt x="5227" y="63"/>
                    <a:pt x="98" y="19709"/>
                    <a:pt x="98" y="20929"/>
                  </a:cubicBezTo>
                  <a:cubicBezTo>
                    <a:pt x="98" y="22283"/>
                    <a:pt x="1484" y="22283"/>
                    <a:pt x="1761" y="22283"/>
                  </a:cubicBezTo>
                  <a:cubicBezTo>
                    <a:pt x="3147" y="22283"/>
                    <a:pt x="3286" y="22012"/>
                    <a:pt x="3979" y="19845"/>
                  </a:cubicBezTo>
                  <a:cubicBezTo>
                    <a:pt x="7722" y="7108"/>
                    <a:pt x="13267" y="3044"/>
                    <a:pt x="17980" y="3044"/>
                  </a:cubicBezTo>
                  <a:cubicBezTo>
                    <a:pt x="19089" y="3044"/>
                    <a:pt x="21446" y="3044"/>
                    <a:pt x="21446" y="7379"/>
                  </a:cubicBezTo>
                  <a:cubicBezTo>
                    <a:pt x="21446" y="10767"/>
                    <a:pt x="20059" y="14289"/>
                    <a:pt x="19089" y="16864"/>
                  </a:cubicBezTo>
                  <a:cubicBezTo>
                    <a:pt x="13544" y="31226"/>
                    <a:pt x="11049" y="38949"/>
                    <a:pt x="11049" y="45317"/>
                  </a:cubicBezTo>
                  <a:cubicBezTo>
                    <a:pt x="11049" y="57376"/>
                    <a:pt x="19782" y="61441"/>
                    <a:pt x="27961" y="61441"/>
                  </a:cubicBezTo>
                  <a:cubicBezTo>
                    <a:pt x="33367" y="61441"/>
                    <a:pt x="38081" y="59137"/>
                    <a:pt x="41962" y="55343"/>
                  </a:cubicBezTo>
                  <a:cubicBezTo>
                    <a:pt x="40160" y="62389"/>
                    <a:pt x="38496" y="69028"/>
                    <a:pt x="32951" y="76209"/>
                  </a:cubicBezTo>
                  <a:cubicBezTo>
                    <a:pt x="29347" y="80816"/>
                    <a:pt x="24079" y="84745"/>
                    <a:pt x="17703" y="84745"/>
                  </a:cubicBezTo>
                  <a:cubicBezTo>
                    <a:pt x="15762" y="84745"/>
                    <a:pt x="9524" y="84339"/>
                    <a:pt x="7167" y="79055"/>
                  </a:cubicBezTo>
                  <a:cubicBezTo>
                    <a:pt x="9385" y="79055"/>
                    <a:pt x="11187" y="79055"/>
                    <a:pt x="13128" y="77429"/>
                  </a:cubicBezTo>
                  <a:cubicBezTo>
                    <a:pt x="14514" y="76209"/>
                    <a:pt x="15901" y="74448"/>
                    <a:pt x="15901" y="71873"/>
                  </a:cubicBezTo>
                  <a:cubicBezTo>
                    <a:pt x="15901" y="67673"/>
                    <a:pt x="12158" y="67131"/>
                    <a:pt x="10772" y="67131"/>
                  </a:cubicBezTo>
                  <a:cubicBezTo>
                    <a:pt x="7583" y="67131"/>
                    <a:pt x="3009" y="69299"/>
                    <a:pt x="3009" y="75938"/>
                  </a:cubicBezTo>
                  <a:cubicBezTo>
                    <a:pt x="3009" y="82713"/>
                    <a:pt x="9108" y="87726"/>
                    <a:pt x="17703" y="87726"/>
                  </a:cubicBezTo>
                  <a:cubicBezTo>
                    <a:pt x="31981" y="87726"/>
                    <a:pt x="46259" y="75396"/>
                    <a:pt x="50141" y="60086"/>
                  </a:cubicBezTo>
                  <a:lnTo>
                    <a:pt x="63449" y="83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8" name="Freeform: Shape 147">
              <a:extLst>
                <a:ext uri="{FF2B5EF4-FFF2-40B4-BE49-F238E27FC236}">
                  <a16:creationId xmlns:a16="http://schemas.microsoft.com/office/drawing/2014/main" id="{78594C4D-A7F6-39F5-FE69-7E6EE18143A6}"/>
                </a:ext>
              </a:extLst>
            </p:cNvPr>
            <p:cNvSpPr/>
            <p:nvPr>
              <p:custDataLst>
                <p:tags r:id="rId55"/>
              </p:custDataLst>
            </p:nvPr>
          </p:nvSpPr>
          <p:spPr>
            <a:xfrm>
              <a:off x="7448175" y="4396879"/>
              <a:ext cx="5544" cy="135491"/>
            </a:xfrm>
            <a:custGeom>
              <a:avLst/>
              <a:gdLst>
                <a:gd name="connsiteX0" fmla="*/ 5648 w 5544"/>
                <a:gd name="connsiteY0" fmla="*/ 4940 h 135491"/>
                <a:gd name="connsiteX1" fmla="*/ 2875 w 5544"/>
                <a:gd name="connsiteY1" fmla="*/ 63 h 135491"/>
                <a:gd name="connsiteX2" fmla="*/ 103 w 5544"/>
                <a:gd name="connsiteY2" fmla="*/ 4940 h 135491"/>
                <a:gd name="connsiteX3" fmla="*/ 103 w 5544"/>
                <a:gd name="connsiteY3" fmla="*/ 130677 h 135491"/>
                <a:gd name="connsiteX4" fmla="*/ 2875 w 5544"/>
                <a:gd name="connsiteY4" fmla="*/ 135555 h 135491"/>
                <a:gd name="connsiteX5" fmla="*/ 5648 w 5544"/>
                <a:gd name="connsiteY5" fmla="*/ 130677 h 135491"/>
                <a:gd name="connsiteX6" fmla="*/ 5648 w 5544"/>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4" h="135491">
                  <a:moveTo>
                    <a:pt x="5648" y="4940"/>
                  </a:moveTo>
                  <a:cubicBezTo>
                    <a:pt x="5648" y="2502"/>
                    <a:pt x="5648" y="63"/>
                    <a:pt x="2875" y="63"/>
                  </a:cubicBezTo>
                  <a:cubicBezTo>
                    <a:pt x="103" y="63"/>
                    <a:pt x="103" y="2502"/>
                    <a:pt x="103" y="4940"/>
                  </a:cubicBezTo>
                  <a:lnTo>
                    <a:pt x="103" y="130677"/>
                  </a:lnTo>
                  <a:cubicBezTo>
                    <a:pt x="103" y="133116"/>
                    <a:pt x="103" y="135555"/>
                    <a:pt x="2875" y="135555"/>
                  </a:cubicBezTo>
                  <a:cubicBezTo>
                    <a:pt x="5648" y="135555"/>
                    <a:pt x="5648" y="133116"/>
                    <a:pt x="5648" y="130677"/>
                  </a:cubicBezTo>
                  <a:lnTo>
                    <a:pt x="5648"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49" name="Freeform: Shape 148">
              <a:extLst>
                <a:ext uri="{FF2B5EF4-FFF2-40B4-BE49-F238E27FC236}">
                  <a16:creationId xmlns:a16="http://schemas.microsoft.com/office/drawing/2014/main" id="{D4C2B6C4-25BF-4600-0F31-BD7E19CFFFC0}"/>
                </a:ext>
              </a:extLst>
            </p:cNvPr>
            <p:cNvSpPr/>
            <p:nvPr>
              <p:custDataLst>
                <p:tags r:id="rId56"/>
              </p:custDataLst>
            </p:nvPr>
          </p:nvSpPr>
          <p:spPr>
            <a:xfrm>
              <a:off x="7474206" y="4438610"/>
              <a:ext cx="69034" cy="61377"/>
            </a:xfrm>
            <a:custGeom>
              <a:avLst/>
              <a:gdLst>
                <a:gd name="connsiteX0" fmla="*/ 42386 w 69034"/>
                <a:gd name="connsiteY0" fmla="*/ 19032 h 61377"/>
                <a:gd name="connsiteX1" fmla="*/ 56110 w 69034"/>
                <a:gd name="connsiteY1" fmla="*/ 3044 h 61377"/>
                <a:gd name="connsiteX2" fmla="*/ 63041 w 69034"/>
                <a:gd name="connsiteY2" fmla="*/ 4805 h 61377"/>
                <a:gd name="connsiteX3" fmla="*/ 56387 w 69034"/>
                <a:gd name="connsiteY3" fmla="*/ 12122 h 61377"/>
                <a:gd name="connsiteX4" fmla="*/ 61655 w 69034"/>
                <a:gd name="connsiteY4" fmla="*/ 16864 h 61377"/>
                <a:gd name="connsiteX5" fmla="*/ 69140 w 69034"/>
                <a:gd name="connsiteY5" fmla="*/ 9005 h 61377"/>
                <a:gd name="connsiteX6" fmla="*/ 56248 w 69034"/>
                <a:gd name="connsiteY6" fmla="*/ 63 h 61377"/>
                <a:gd name="connsiteX7" fmla="*/ 41693 w 69034"/>
                <a:gd name="connsiteY7" fmla="*/ 10360 h 61377"/>
                <a:gd name="connsiteX8" fmla="*/ 26721 w 69034"/>
                <a:gd name="connsiteY8" fmla="*/ 63 h 61377"/>
                <a:gd name="connsiteX9" fmla="*/ 4403 w 69034"/>
                <a:gd name="connsiteY9" fmla="*/ 20929 h 61377"/>
                <a:gd name="connsiteX10" fmla="*/ 6066 w 69034"/>
                <a:gd name="connsiteY10" fmla="*/ 22283 h 61377"/>
                <a:gd name="connsiteX11" fmla="*/ 7868 w 69034"/>
                <a:gd name="connsiteY11" fmla="*/ 20793 h 61377"/>
                <a:gd name="connsiteX12" fmla="*/ 26444 w 69034"/>
                <a:gd name="connsiteY12" fmla="*/ 3044 h 61377"/>
                <a:gd name="connsiteX13" fmla="*/ 33930 w 69034"/>
                <a:gd name="connsiteY13" fmla="*/ 12122 h 61377"/>
                <a:gd name="connsiteX14" fmla="*/ 26444 w 69034"/>
                <a:gd name="connsiteY14" fmla="*/ 44369 h 61377"/>
                <a:gd name="connsiteX15" fmla="*/ 13275 w 69034"/>
                <a:gd name="connsiteY15" fmla="*/ 58460 h 61377"/>
                <a:gd name="connsiteX16" fmla="*/ 6344 w 69034"/>
                <a:gd name="connsiteY16" fmla="*/ 56698 h 61377"/>
                <a:gd name="connsiteX17" fmla="*/ 12859 w 69034"/>
                <a:gd name="connsiteY17" fmla="*/ 49382 h 61377"/>
                <a:gd name="connsiteX18" fmla="*/ 7730 w 69034"/>
                <a:gd name="connsiteY18" fmla="*/ 44640 h 61377"/>
                <a:gd name="connsiteX19" fmla="*/ 106 w 69034"/>
                <a:gd name="connsiteY19" fmla="*/ 52498 h 61377"/>
                <a:gd name="connsiteX20" fmla="*/ 13136 w 69034"/>
                <a:gd name="connsiteY20" fmla="*/ 61441 h 61377"/>
                <a:gd name="connsiteX21" fmla="*/ 27692 w 69034"/>
                <a:gd name="connsiteY21" fmla="*/ 51143 h 61377"/>
                <a:gd name="connsiteX22" fmla="*/ 42663 w 69034"/>
                <a:gd name="connsiteY22" fmla="*/ 61441 h 61377"/>
                <a:gd name="connsiteX23" fmla="*/ 64843 w 69034"/>
                <a:gd name="connsiteY23" fmla="*/ 40575 h 61377"/>
                <a:gd name="connsiteX24" fmla="*/ 63179 w 69034"/>
                <a:gd name="connsiteY24" fmla="*/ 39220 h 61377"/>
                <a:gd name="connsiteX25" fmla="*/ 61377 w 69034"/>
                <a:gd name="connsiteY25" fmla="*/ 40710 h 61377"/>
                <a:gd name="connsiteX26" fmla="*/ 42940 w 69034"/>
                <a:gd name="connsiteY26" fmla="*/ 58460 h 61377"/>
                <a:gd name="connsiteX27" fmla="*/ 35316 w 69034"/>
                <a:gd name="connsiteY27" fmla="*/ 49517 h 61377"/>
                <a:gd name="connsiteX28" fmla="*/ 37673 w 69034"/>
                <a:gd name="connsiteY28" fmla="*/ 37594 h 61377"/>
                <a:gd name="connsiteX29" fmla="*/ 42386 w 69034"/>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34" h="61377">
                  <a:moveTo>
                    <a:pt x="42386" y="19032"/>
                  </a:moveTo>
                  <a:cubicBezTo>
                    <a:pt x="43218" y="15509"/>
                    <a:pt x="46406" y="3044"/>
                    <a:pt x="56110" y="3044"/>
                  </a:cubicBezTo>
                  <a:cubicBezTo>
                    <a:pt x="56803" y="3044"/>
                    <a:pt x="60130" y="3044"/>
                    <a:pt x="63041" y="4805"/>
                  </a:cubicBezTo>
                  <a:cubicBezTo>
                    <a:pt x="59159" y="5482"/>
                    <a:pt x="56387" y="8870"/>
                    <a:pt x="56387" y="12122"/>
                  </a:cubicBezTo>
                  <a:cubicBezTo>
                    <a:pt x="56387" y="14289"/>
                    <a:pt x="57912" y="16864"/>
                    <a:pt x="61655" y="16864"/>
                  </a:cubicBezTo>
                  <a:cubicBezTo>
                    <a:pt x="64704" y="16864"/>
                    <a:pt x="69140" y="14425"/>
                    <a:pt x="69140" y="9005"/>
                  </a:cubicBezTo>
                  <a:cubicBezTo>
                    <a:pt x="69140" y="1960"/>
                    <a:pt x="60961" y="63"/>
                    <a:pt x="56248" y="63"/>
                  </a:cubicBezTo>
                  <a:cubicBezTo>
                    <a:pt x="48208" y="63"/>
                    <a:pt x="43356" y="7244"/>
                    <a:pt x="41693" y="10360"/>
                  </a:cubicBezTo>
                  <a:cubicBezTo>
                    <a:pt x="38227" y="1418"/>
                    <a:pt x="30741" y="63"/>
                    <a:pt x="26721" y="63"/>
                  </a:cubicBezTo>
                  <a:cubicBezTo>
                    <a:pt x="12304" y="63"/>
                    <a:pt x="4403" y="17541"/>
                    <a:pt x="4403" y="20929"/>
                  </a:cubicBezTo>
                  <a:cubicBezTo>
                    <a:pt x="4403" y="22283"/>
                    <a:pt x="5789" y="22283"/>
                    <a:pt x="6066" y="22283"/>
                  </a:cubicBezTo>
                  <a:cubicBezTo>
                    <a:pt x="7175" y="22283"/>
                    <a:pt x="7591" y="22012"/>
                    <a:pt x="7868" y="20793"/>
                  </a:cubicBezTo>
                  <a:cubicBezTo>
                    <a:pt x="12582" y="6431"/>
                    <a:pt x="21731" y="3044"/>
                    <a:pt x="26444" y="3044"/>
                  </a:cubicBezTo>
                  <a:cubicBezTo>
                    <a:pt x="29078" y="3044"/>
                    <a:pt x="33930" y="4263"/>
                    <a:pt x="33930" y="12122"/>
                  </a:cubicBezTo>
                  <a:cubicBezTo>
                    <a:pt x="33930" y="16322"/>
                    <a:pt x="31573" y="25400"/>
                    <a:pt x="26444" y="44369"/>
                  </a:cubicBezTo>
                  <a:cubicBezTo>
                    <a:pt x="24226" y="52769"/>
                    <a:pt x="19374" y="58460"/>
                    <a:pt x="13275" y="58460"/>
                  </a:cubicBezTo>
                  <a:cubicBezTo>
                    <a:pt x="12443" y="58460"/>
                    <a:pt x="9255" y="58460"/>
                    <a:pt x="6344" y="56698"/>
                  </a:cubicBezTo>
                  <a:cubicBezTo>
                    <a:pt x="9809" y="56021"/>
                    <a:pt x="12859" y="53176"/>
                    <a:pt x="12859" y="49382"/>
                  </a:cubicBezTo>
                  <a:cubicBezTo>
                    <a:pt x="12859" y="45724"/>
                    <a:pt x="9809" y="44640"/>
                    <a:pt x="7730" y="44640"/>
                  </a:cubicBezTo>
                  <a:cubicBezTo>
                    <a:pt x="3571" y="44640"/>
                    <a:pt x="106" y="48162"/>
                    <a:pt x="106" y="52498"/>
                  </a:cubicBezTo>
                  <a:cubicBezTo>
                    <a:pt x="106" y="58731"/>
                    <a:pt x="7037" y="61441"/>
                    <a:pt x="13136" y="61441"/>
                  </a:cubicBezTo>
                  <a:cubicBezTo>
                    <a:pt x="22285" y="61441"/>
                    <a:pt x="27276" y="51956"/>
                    <a:pt x="27692" y="51143"/>
                  </a:cubicBezTo>
                  <a:cubicBezTo>
                    <a:pt x="29355" y="56156"/>
                    <a:pt x="34346" y="61441"/>
                    <a:pt x="42663" y="61441"/>
                  </a:cubicBezTo>
                  <a:cubicBezTo>
                    <a:pt x="56941" y="61441"/>
                    <a:pt x="64843" y="43962"/>
                    <a:pt x="64843" y="40575"/>
                  </a:cubicBezTo>
                  <a:cubicBezTo>
                    <a:pt x="64843" y="39220"/>
                    <a:pt x="63595" y="39220"/>
                    <a:pt x="63179" y="39220"/>
                  </a:cubicBezTo>
                  <a:cubicBezTo>
                    <a:pt x="61932" y="39220"/>
                    <a:pt x="61655" y="39762"/>
                    <a:pt x="61377" y="40710"/>
                  </a:cubicBezTo>
                  <a:cubicBezTo>
                    <a:pt x="56803" y="55208"/>
                    <a:pt x="47376" y="58460"/>
                    <a:pt x="42940" y="58460"/>
                  </a:cubicBezTo>
                  <a:cubicBezTo>
                    <a:pt x="37534" y="58460"/>
                    <a:pt x="35316" y="54124"/>
                    <a:pt x="35316" y="49517"/>
                  </a:cubicBezTo>
                  <a:cubicBezTo>
                    <a:pt x="35316" y="46536"/>
                    <a:pt x="36148" y="43556"/>
                    <a:pt x="37673" y="37594"/>
                  </a:cubicBezTo>
                  <a:lnTo>
                    <a:pt x="42386"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0" name="Freeform: Shape 149">
              <a:extLst>
                <a:ext uri="{FF2B5EF4-FFF2-40B4-BE49-F238E27FC236}">
                  <a16:creationId xmlns:a16="http://schemas.microsoft.com/office/drawing/2014/main" id="{17BB0923-A409-8019-662B-9B28E9D9A235}"/>
                </a:ext>
              </a:extLst>
            </p:cNvPr>
            <p:cNvSpPr/>
            <p:nvPr>
              <p:custDataLst>
                <p:tags r:id="rId57"/>
              </p:custDataLst>
            </p:nvPr>
          </p:nvSpPr>
          <p:spPr>
            <a:xfrm>
              <a:off x="7552463" y="4396879"/>
              <a:ext cx="18991" cy="135491"/>
            </a:xfrm>
            <a:custGeom>
              <a:avLst/>
              <a:gdLst>
                <a:gd name="connsiteX0" fmla="*/ 19103 w 18991"/>
                <a:gd name="connsiteY0" fmla="*/ 63 h 135491"/>
                <a:gd name="connsiteX1" fmla="*/ 111 w 18991"/>
                <a:gd name="connsiteY1" fmla="*/ 63 h 135491"/>
                <a:gd name="connsiteX2" fmla="*/ 111 w 18991"/>
                <a:gd name="connsiteY2" fmla="*/ 5482 h 135491"/>
                <a:gd name="connsiteX3" fmla="*/ 13558 w 18991"/>
                <a:gd name="connsiteY3" fmla="*/ 5482 h 135491"/>
                <a:gd name="connsiteX4" fmla="*/ 13558 w 18991"/>
                <a:gd name="connsiteY4" fmla="*/ 130135 h 135491"/>
                <a:gd name="connsiteX5" fmla="*/ 111 w 18991"/>
                <a:gd name="connsiteY5" fmla="*/ 130135 h 135491"/>
                <a:gd name="connsiteX6" fmla="*/ 111 w 18991"/>
                <a:gd name="connsiteY6" fmla="*/ 135555 h 135491"/>
                <a:gd name="connsiteX7" fmla="*/ 19103 w 18991"/>
                <a:gd name="connsiteY7" fmla="*/ 135555 h 135491"/>
                <a:gd name="connsiteX8" fmla="*/ 19103 w 18991"/>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103" y="63"/>
                  </a:moveTo>
                  <a:lnTo>
                    <a:pt x="111" y="63"/>
                  </a:lnTo>
                  <a:lnTo>
                    <a:pt x="111" y="5482"/>
                  </a:lnTo>
                  <a:lnTo>
                    <a:pt x="13558" y="5482"/>
                  </a:lnTo>
                  <a:lnTo>
                    <a:pt x="13558" y="130135"/>
                  </a:lnTo>
                  <a:lnTo>
                    <a:pt x="111" y="130135"/>
                  </a:lnTo>
                  <a:lnTo>
                    <a:pt x="111" y="135555"/>
                  </a:lnTo>
                  <a:lnTo>
                    <a:pt x="19103" y="135555"/>
                  </a:lnTo>
                  <a:lnTo>
                    <a:pt x="19103"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1" name="Freeform: Shape 150">
              <a:extLst>
                <a:ext uri="{FF2B5EF4-FFF2-40B4-BE49-F238E27FC236}">
                  <a16:creationId xmlns:a16="http://schemas.microsoft.com/office/drawing/2014/main" id="{4D1DC24F-8997-D472-B71A-6598575F401F}"/>
                </a:ext>
              </a:extLst>
            </p:cNvPr>
            <p:cNvSpPr/>
            <p:nvPr>
              <p:custDataLst>
                <p:tags r:id="rId58"/>
              </p:custDataLst>
            </p:nvPr>
          </p:nvSpPr>
          <p:spPr>
            <a:xfrm>
              <a:off x="7634188" y="4448772"/>
              <a:ext cx="92184" cy="31705"/>
            </a:xfrm>
            <a:custGeom>
              <a:avLst/>
              <a:gdLst>
                <a:gd name="connsiteX0" fmla="*/ 87589 w 92184"/>
                <a:gd name="connsiteY0" fmla="*/ 5482 h 31705"/>
                <a:gd name="connsiteX1" fmla="*/ 92302 w 92184"/>
                <a:gd name="connsiteY1" fmla="*/ 2773 h 31705"/>
                <a:gd name="connsiteX2" fmla="*/ 87727 w 92184"/>
                <a:gd name="connsiteY2" fmla="*/ 63 h 31705"/>
                <a:gd name="connsiteX3" fmla="*/ 4691 w 92184"/>
                <a:gd name="connsiteY3" fmla="*/ 63 h 31705"/>
                <a:gd name="connsiteX4" fmla="*/ 117 w 92184"/>
                <a:gd name="connsiteY4" fmla="*/ 2773 h 31705"/>
                <a:gd name="connsiteX5" fmla="*/ 4830 w 92184"/>
                <a:gd name="connsiteY5" fmla="*/ 5482 h 31705"/>
                <a:gd name="connsiteX6" fmla="*/ 87589 w 92184"/>
                <a:gd name="connsiteY6" fmla="*/ 5482 h 31705"/>
                <a:gd name="connsiteX7" fmla="*/ 87727 w 92184"/>
                <a:gd name="connsiteY7" fmla="*/ 31768 h 31705"/>
                <a:gd name="connsiteX8" fmla="*/ 92302 w 92184"/>
                <a:gd name="connsiteY8" fmla="*/ 29058 h 31705"/>
                <a:gd name="connsiteX9" fmla="*/ 87589 w 92184"/>
                <a:gd name="connsiteY9" fmla="*/ 26348 h 31705"/>
                <a:gd name="connsiteX10" fmla="*/ 4830 w 92184"/>
                <a:gd name="connsiteY10" fmla="*/ 26348 h 31705"/>
                <a:gd name="connsiteX11" fmla="*/ 117 w 92184"/>
                <a:gd name="connsiteY11" fmla="*/ 29058 h 31705"/>
                <a:gd name="connsiteX12" fmla="*/ 4691 w 92184"/>
                <a:gd name="connsiteY12" fmla="*/ 31768 h 31705"/>
                <a:gd name="connsiteX13" fmla="*/ 87727 w 92184"/>
                <a:gd name="connsiteY13" fmla="*/ 31768 h 3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184" h="31705">
                  <a:moveTo>
                    <a:pt x="87589" y="5482"/>
                  </a:moveTo>
                  <a:cubicBezTo>
                    <a:pt x="89668" y="5482"/>
                    <a:pt x="92302" y="5482"/>
                    <a:pt x="92302" y="2773"/>
                  </a:cubicBezTo>
                  <a:cubicBezTo>
                    <a:pt x="92302" y="63"/>
                    <a:pt x="89668" y="63"/>
                    <a:pt x="87727" y="63"/>
                  </a:cubicBezTo>
                  <a:lnTo>
                    <a:pt x="4691" y="63"/>
                  </a:lnTo>
                  <a:cubicBezTo>
                    <a:pt x="2751" y="63"/>
                    <a:pt x="117" y="63"/>
                    <a:pt x="117" y="2773"/>
                  </a:cubicBezTo>
                  <a:cubicBezTo>
                    <a:pt x="117" y="5482"/>
                    <a:pt x="2751" y="5482"/>
                    <a:pt x="4830" y="5482"/>
                  </a:cubicBezTo>
                  <a:lnTo>
                    <a:pt x="87589" y="5482"/>
                  </a:lnTo>
                  <a:close/>
                  <a:moveTo>
                    <a:pt x="87727" y="31768"/>
                  </a:moveTo>
                  <a:cubicBezTo>
                    <a:pt x="89668" y="31768"/>
                    <a:pt x="92302" y="31768"/>
                    <a:pt x="92302" y="29058"/>
                  </a:cubicBezTo>
                  <a:cubicBezTo>
                    <a:pt x="92302" y="26348"/>
                    <a:pt x="89668" y="26348"/>
                    <a:pt x="87589" y="26348"/>
                  </a:cubicBezTo>
                  <a:lnTo>
                    <a:pt x="4830" y="26348"/>
                  </a:lnTo>
                  <a:cubicBezTo>
                    <a:pt x="2751" y="26348"/>
                    <a:pt x="117" y="26348"/>
                    <a:pt x="117" y="29058"/>
                  </a:cubicBezTo>
                  <a:cubicBezTo>
                    <a:pt x="117" y="31768"/>
                    <a:pt x="2751" y="31768"/>
                    <a:pt x="4691" y="31768"/>
                  </a:cubicBezTo>
                  <a:lnTo>
                    <a:pt x="87727" y="3176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2" name="Freeform: Shape 151">
              <a:extLst>
                <a:ext uri="{FF2B5EF4-FFF2-40B4-BE49-F238E27FC236}">
                  <a16:creationId xmlns:a16="http://schemas.microsoft.com/office/drawing/2014/main" id="{0A4B27C8-65C2-05E1-55B3-78C62BEAF103}"/>
                </a:ext>
              </a:extLst>
            </p:cNvPr>
            <p:cNvSpPr/>
            <p:nvPr>
              <p:custDataLst>
                <p:tags r:id="rId59"/>
              </p:custDataLst>
            </p:nvPr>
          </p:nvSpPr>
          <p:spPr>
            <a:xfrm>
              <a:off x="7780513" y="4405957"/>
              <a:ext cx="98838" cy="95521"/>
            </a:xfrm>
            <a:custGeom>
              <a:avLst/>
              <a:gdLst>
                <a:gd name="connsiteX0" fmla="*/ 79420 w 98838"/>
                <a:gd name="connsiteY0" fmla="*/ 15509 h 95521"/>
                <a:gd name="connsiteX1" fmla="*/ 97164 w 98838"/>
                <a:gd name="connsiteY1" fmla="*/ 4263 h 95521"/>
                <a:gd name="connsiteX2" fmla="*/ 98966 w 98838"/>
                <a:gd name="connsiteY2" fmla="*/ 1689 h 95521"/>
                <a:gd name="connsiteX3" fmla="*/ 97164 w 98838"/>
                <a:gd name="connsiteY3" fmla="*/ 63 h 95521"/>
                <a:gd name="connsiteX4" fmla="*/ 85797 w 98838"/>
                <a:gd name="connsiteY4" fmla="*/ 469 h 95521"/>
                <a:gd name="connsiteX5" fmla="*/ 72073 w 98838"/>
                <a:gd name="connsiteY5" fmla="*/ 63 h 95521"/>
                <a:gd name="connsiteX6" fmla="*/ 69439 w 98838"/>
                <a:gd name="connsiteY6" fmla="*/ 2637 h 95521"/>
                <a:gd name="connsiteX7" fmla="*/ 71657 w 98838"/>
                <a:gd name="connsiteY7" fmla="*/ 4263 h 95521"/>
                <a:gd name="connsiteX8" fmla="*/ 78034 w 98838"/>
                <a:gd name="connsiteY8" fmla="*/ 8734 h 95521"/>
                <a:gd name="connsiteX9" fmla="*/ 75955 w 98838"/>
                <a:gd name="connsiteY9" fmla="*/ 13883 h 95521"/>
                <a:gd name="connsiteX10" fmla="*/ 33397 w 98838"/>
                <a:gd name="connsiteY10" fmla="*/ 80003 h 95521"/>
                <a:gd name="connsiteX11" fmla="*/ 23971 w 98838"/>
                <a:gd name="connsiteY11" fmla="*/ 8328 h 95521"/>
                <a:gd name="connsiteX12" fmla="*/ 33536 w 98838"/>
                <a:gd name="connsiteY12" fmla="*/ 4263 h 95521"/>
                <a:gd name="connsiteX13" fmla="*/ 37001 w 98838"/>
                <a:gd name="connsiteY13" fmla="*/ 1553 h 95521"/>
                <a:gd name="connsiteX14" fmla="*/ 35061 w 98838"/>
                <a:gd name="connsiteY14" fmla="*/ 63 h 95521"/>
                <a:gd name="connsiteX15" fmla="*/ 17871 w 98838"/>
                <a:gd name="connsiteY15" fmla="*/ 469 h 95521"/>
                <a:gd name="connsiteX16" fmla="*/ 10247 w 98838"/>
                <a:gd name="connsiteY16" fmla="*/ 334 h 95521"/>
                <a:gd name="connsiteX17" fmla="*/ 2761 w 98838"/>
                <a:gd name="connsiteY17" fmla="*/ 63 h 95521"/>
                <a:gd name="connsiteX18" fmla="*/ 127 w 98838"/>
                <a:gd name="connsiteY18" fmla="*/ 2637 h 95521"/>
                <a:gd name="connsiteX19" fmla="*/ 3593 w 98838"/>
                <a:gd name="connsiteY19" fmla="*/ 4263 h 95521"/>
                <a:gd name="connsiteX20" fmla="*/ 11910 w 98838"/>
                <a:gd name="connsiteY20" fmla="*/ 8870 h 95521"/>
                <a:gd name="connsiteX21" fmla="*/ 22862 w 98838"/>
                <a:gd name="connsiteY21" fmla="*/ 92468 h 95521"/>
                <a:gd name="connsiteX22" fmla="*/ 25634 w 98838"/>
                <a:gd name="connsiteY22" fmla="*/ 95585 h 95521"/>
                <a:gd name="connsiteX23" fmla="*/ 29516 w 98838"/>
                <a:gd name="connsiteY23" fmla="*/ 93146 h 95521"/>
                <a:gd name="connsiteX24" fmla="*/ 79420 w 98838"/>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8838" h="95521">
                  <a:moveTo>
                    <a:pt x="79420" y="15509"/>
                  </a:moveTo>
                  <a:cubicBezTo>
                    <a:pt x="86213" y="4940"/>
                    <a:pt x="92035" y="4534"/>
                    <a:pt x="97164" y="4263"/>
                  </a:cubicBezTo>
                  <a:cubicBezTo>
                    <a:pt x="98828" y="4128"/>
                    <a:pt x="98966" y="1824"/>
                    <a:pt x="98966" y="1689"/>
                  </a:cubicBezTo>
                  <a:cubicBezTo>
                    <a:pt x="98966" y="605"/>
                    <a:pt x="98273" y="63"/>
                    <a:pt x="97164" y="63"/>
                  </a:cubicBezTo>
                  <a:cubicBezTo>
                    <a:pt x="93560" y="63"/>
                    <a:pt x="89540" y="469"/>
                    <a:pt x="85797" y="469"/>
                  </a:cubicBezTo>
                  <a:cubicBezTo>
                    <a:pt x="81222" y="469"/>
                    <a:pt x="76509" y="63"/>
                    <a:pt x="72073" y="63"/>
                  </a:cubicBezTo>
                  <a:cubicBezTo>
                    <a:pt x="71241" y="63"/>
                    <a:pt x="69439" y="63"/>
                    <a:pt x="69439" y="2637"/>
                  </a:cubicBezTo>
                  <a:cubicBezTo>
                    <a:pt x="69439" y="4128"/>
                    <a:pt x="70687" y="4263"/>
                    <a:pt x="71657" y="4263"/>
                  </a:cubicBezTo>
                  <a:cubicBezTo>
                    <a:pt x="75400" y="4534"/>
                    <a:pt x="78034" y="5889"/>
                    <a:pt x="78034" y="8734"/>
                  </a:cubicBezTo>
                  <a:cubicBezTo>
                    <a:pt x="78034" y="10767"/>
                    <a:pt x="75955" y="13747"/>
                    <a:pt x="75955" y="13883"/>
                  </a:cubicBezTo>
                  <a:lnTo>
                    <a:pt x="33397" y="80003"/>
                  </a:lnTo>
                  <a:lnTo>
                    <a:pt x="23971" y="8328"/>
                  </a:lnTo>
                  <a:cubicBezTo>
                    <a:pt x="23971" y="6024"/>
                    <a:pt x="27159" y="4263"/>
                    <a:pt x="33536" y="4263"/>
                  </a:cubicBezTo>
                  <a:cubicBezTo>
                    <a:pt x="35476" y="4263"/>
                    <a:pt x="37001" y="4263"/>
                    <a:pt x="37001" y="1553"/>
                  </a:cubicBezTo>
                  <a:cubicBezTo>
                    <a:pt x="37001" y="334"/>
                    <a:pt x="35892" y="63"/>
                    <a:pt x="35061" y="63"/>
                  </a:cubicBezTo>
                  <a:cubicBezTo>
                    <a:pt x="29516" y="63"/>
                    <a:pt x="23555" y="469"/>
                    <a:pt x="17871" y="469"/>
                  </a:cubicBezTo>
                  <a:cubicBezTo>
                    <a:pt x="15376" y="469"/>
                    <a:pt x="12742" y="334"/>
                    <a:pt x="10247" y="334"/>
                  </a:cubicBezTo>
                  <a:cubicBezTo>
                    <a:pt x="7752" y="334"/>
                    <a:pt x="5118" y="63"/>
                    <a:pt x="2761" y="63"/>
                  </a:cubicBezTo>
                  <a:cubicBezTo>
                    <a:pt x="1791" y="63"/>
                    <a:pt x="127" y="63"/>
                    <a:pt x="127" y="2637"/>
                  </a:cubicBezTo>
                  <a:cubicBezTo>
                    <a:pt x="127" y="4263"/>
                    <a:pt x="1375" y="4263"/>
                    <a:pt x="3593" y="4263"/>
                  </a:cubicBezTo>
                  <a:cubicBezTo>
                    <a:pt x="11356" y="4263"/>
                    <a:pt x="11494" y="5482"/>
                    <a:pt x="11910" y="8870"/>
                  </a:cubicBezTo>
                  <a:lnTo>
                    <a:pt x="22862" y="92468"/>
                  </a:lnTo>
                  <a:cubicBezTo>
                    <a:pt x="23278" y="95178"/>
                    <a:pt x="23832" y="95585"/>
                    <a:pt x="25634" y="95585"/>
                  </a:cubicBezTo>
                  <a:cubicBezTo>
                    <a:pt x="27852" y="95585"/>
                    <a:pt x="28407" y="94907"/>
                    <a:pt x="29516" y="93146"/>
                  </a:cubicBezTo>
                  <a:lnTo>
                    <a:pt x="79420"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3" name="Freeform: Shape 152">
              <a:extLst>
                <a:ext uri="{FF2B5EF4-FFF2-40B4-BE49-F238E27FC236}">
                  <a16:creationId xmlns:a16="http://schemas.microsoft.com/office/drawing/2014/main" id="{DB725BAE-3481-4067-22B4-7FF96AF220B0}"/>
                </a:ext>
              </a:extLst>
            </p:cNvPr>
            <p:cNvSpPr/>
            <p:nvPr>
              <p:custDataLst>
                <p:tags r:id="rId60"/>
              </p:custDataLst>
            </p:nvPr>
          </p:nvSpPr>
          <p:spPr>
            <a:xfrm>
              <a:off x="7889965" y="4438610"/>
              <a:ext cx="63489" cy="61377"/>
            </a:xfrm>
            <a:custGeom>
              <a:avLst/>
              <a:gdLst>
                <a:gd name="connsiteX0" fmla="*/ 46297 w 63489"/>
                <a:gd name="connsiteY0" fmla="*/ 8734 h 61377"/>
                <a:gd name="connsiteX1" fmla="*/ 33544 w 63489"/>
                <a:gd name="connsiteY1" fmla="*/ 63 h 61377"/>
                <a:gd name="connsiteX2" fmla="*/ 135 w 63489"/>
                <a:gd name="connsiteY2" fmla="*/ 39762 h 61377"/>
                <a:gd name="connsiteX3" fmla="*/ 18572 w 63489"/>
                <a:gd name="connsiteY3" fmla="*/ 61441 h 61377"/>
                <a:gd name="connsiteX4" fmla="*/ 36593 w 63489"/>
                <a:gd name="connsiteY4" fmla="*/ 51279 h 61377"/>
                <a:gd name="connsiteX5" fmla="*/ 49208 w 63489"/>
                <a:gd name="connsiteY5" fmla="*/ 61441 h 61377"/>
                <a:gd name="connsiteX6" fmla="*/ 59466 w 63489"/>
                <a:gd name="connsiteY6" fmla="*/ 53989 h 61377"/>
                <a:gd name="connsiteX7" fmla="*/ 63625 w 63489"/>
                <a:gd name="connsiteY7" fmla="*/ 40575 h 61377"/>
                <a:gd name="connsiteX8" fmla="*/ 61962 w 63489"/>
                <a:gd name="connsiteY8" fmla="*/ 39220 h 61377"/>
                <a:gd name="connsiteX9" fmla="*/ 60021 w 63489"/>
                <a:gd name="connsiteY9" fmla="*/ 41659 h 61377"/>
                <a:gd name="connsiteX10" fmla="*/ 49485 w 63489"/>
                <a:gd name="connsiteY10" fmla="*/ 58460 h 61377"/>
                <a:gd name="connsiteX11" fmla="*/ 45327 w 63489"/>
                <a:gd name="connsiteY11" fmla="*/ 52227 h 61377"/>
                <a:gd name="connsiteX12" fmla="*/ 47129 w 63489"/>
                <a:gd name="connsiteY12" fmla="*/ 42201 h 61377"/>
                <a:gd name="connsiteX13" fmla="*/ 50179 w 63489"/>
                <a:gd name="connsiteY13" fmla="*/ 30006 h 61377"/>
                <a:gd name="connsiteX14" fmla="*/ 55169 w 63489"/>
                <a:gd name="connsiteY14" fmla="*/ 11038 h 61377"/>
                <a:gd name="connsiteX15" fmla="*/ 56139 w 63489"/>
                <a:gd name="connsiteY15" fmla="*/ 6431 h 61377"/>
                <a:gd name="connsiteX16" fmla="*/ 52119 w 63489"/>
                <a:gd name="connsiteY16" fmla="*/ 2773 h 61377"/>
                <a:gd name="connsiteX17" fmla="*/ 46297 w 63489"/>
                <a:gd name="connsiteY17" fmla="*/ 8734 h 61377"/>
                <a:gd name="connsiteX18" fmla="*/ 37287 w 63489"/>
                <a:gd name="connsiteY18" fmla="*/ 43827 h 61377"/>
                <a:gd name="connsiteX19" fmla="*/ 34514 w 63489"/>
                <a:gd name="connsiteY19" fmla="*/ 48840 h 61377"/>
                <a:gd name="connsiteX20" fmla="*/ 18850 w 63489"/>
                <a:gd name="connsiteY20" fmla="*/ 58460 h 61377"/>
                <a:gd name="connsiteX21" fmla="*/ 9978 w 63489"/>
                <a:gd name="connsiteY21" fmla="*/ 45724 h 61377"/>
                <a:gd name="connsiteX22" fmla="*/ 17602 w 63489"/>
                <a:gd name="connsiteY22" fmla="*/ 16051 h 61377"/>
                <a:gd name="connsiteX23" fmla="*/ 33682 w 63489"/>
                <a:gd name="connsiteY23" fmla="*/ 3044 h 61377"/>
                <a:gd name="connsiteX24" fmla="*/ 44634 w 63489"/>
                <a:gd name="connsiteY24" fmla="*/ 14967 h 61377"/>
                <a:gd name="connsiteX25" fmla="*/ 44218 w 63489"/>
                <a:gd name="connsiteY25" fmla="*/ 17270 h 61377"/>
                <a:gd name="connsiteX26" fmla="*/ 37287 w 63489"/>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489" h="61377">
                  <a:moveTo>
                    <a:pt x="46297" y="8734"/>
                  </a:moveTo>
                  <a:cubicBezTo>
                    <a:pt x="43802" y="3721"/>
                    <a:pt x="39782" y="63"/>
                    <a:pt x="33544" y="63"/>
                  </a:cubicBezTo>
                  <a:cubicBezTo>
                    <a:pt x="17325" y="63"/>
                    <a:pt x="135" y="19980"/>
                    <a:pt x="135" y="39762"/>
                  </a:cubicBezTo>
                  <a:cubicBezTo>
                    <a:pt x="135" y="52498"/>
                    <a:pt x="7760" y="61441"/>
                    <a:pt x="18572" y="61441"/>
                  </a:cubicBezTo>
                  <a:cubicBezTo>
                    <a:pt x="21345" y="61441"/>
                    <a:pt x="28276" y="60899"/>
                    <a:pt x="36593" y="51279"/>
                  </a:cubicBezTo>
                  <a:cubicBezTo>
                    <a:pt x="37702" y="56969"/>
                    <a:pt x="42554" y="61441"/>
                    <a:pt x="49208" y="61441"/>
                  </a:cubicBezTo>
                  <a:cubicBezTo>
                    <a:pt x="54060" y="61441"/>
                    <a:pt x="57248" y="58324"/>
                    <a:pt x="59466" y="53989"/>
                  </a:cubicBezTo>
                  <a:cubicBezTo>
                    <a:pt x="61823" y="49111"/>
                    <a:pt x="63625" y="40846"/>
                    <a:pt x="63625" y="40575"/>
                  </a:cubicBezTo>
                  <a:cubicBezTo>
                    <a:pt x="63625" y="39220"/>
                    <a:pt x="62377" y="39220"/>
                    <a:pt x="61962" y="39220"/>
                  </a:cubicBezTo>
                  <a:cubicBezTo>
                    <a:pt x="60575" y="39220"/>
                    <a:pt x="60437" y="39762"/>
                    <a:pt x="60021" y="41659"/>
                  </a:cubicBezTo>
                  <a:cubicBezTo>
                    <a:pt x="57664" y="50466"/>
                    <a:pt x="55169" y="58460"/>
                    <a:pt x="49485" y="58460"/>
                  </a:cubicBezTo>
                  <a:cubicBezTo>
                    <a:pt x="45743" y="58460"/>
                    <a:pt x="45327" y="54937"/>
                    <a:pt x="45327" y="52227"/>
                  </a:cubicBezTo>
                  <a:cubicBezTo>
                    <a:pt x="45327" y="49246"/>
                    <a:pt x="45604" y="48162"/>
                    <a:pt x="47129" y="42201"/>
                  </a:cubicBezTo>
                  <a:cubicBezTo>
                    <a:pt x="48654" y="36510"/>
                    <a:pt x="48931" y="35155"/>
                    <a:pt x="50179" y="30006"/>
                  </a:cubicBezTo>
                  <a:lnTo>
                    <a:pt x="55169" y="11038"/>
                  </a:lnTo>
                  <a:cubicBezTo>
                    <a:pt x="56139" y="7244"/>
                    <a:pt x="56139" y="6973"/>
                    <a:pt x="56139" y="6431"/>
                  </a:cubicBezTo>
                  <a:cubicBezTo>
                    <a:pt x="56139" y="4128"/>
                    <a:pt x="54476" y="2773"/>
                    <a:pt x="52119" y="2773"/>
                  </a:cubicBezTo>
                  <a:cubicBezTo>
                    <a:pt x="48792" y="2773"/>
                    <a:pt x="46713" y="5753"/>
                    <a:pt x="46297" y="8734"/>
                  </a:cubicBezTo>
                  <a:close/>
                  <a:moveTo>
                    <a:pt x="37287" y="43827"/>
                  </a:moveTo>
                  <a:cubicBezTo>
                    <a:pt x="36593" y="46266"/>
                    <a:pt x="36593" y="46536"/>
                    <a:pt x="34514" y="48840"/>
                  </a:cubicBezTo>
                  <a:cubicBezTo>
                    <a:pt x="28415" y="56292"/>
                    <a:pt x="22731" y="58460"/>
                    <a:pt x="18850" y="58460"/>
                  </a:cubicBezTo>
                  <a:cubicBezTo>
                    <a:pt x="11918" y="58460"/>
                    <a:pt x="9978" y="51008"/>
                    <a:pt x="9978" y="45724"/>
                  </a:cubicBezTo>
                  <a:cubicBezTo>
                    <a:pt x="9978" y="38949"/>
                    <a:pt x="14414" y="22283"/>
                    <a:pt x="17602" y="16051"/>
                  </a:cubicBezTo>
                  <a:cubicBezTo>
                    <a:pt x="21899" y="8057"/>
                    <a:pt x="28137" y="3044"/>
                    <a:pt x="33682" y="3044"/>
                  </a:cubicBezTo>
                  <a:cubicBezTo>
                    <a:pt x="42693" y="3044"/>
                    <a:pt x="44634" y="14154"/>
                    <a:pt x="44634" y="14967"/>
                  </a:cubicBezTo>
                  <a:cubicBezTo>
                    <a:pt x="44634" y="15780"/>
                    <a:pt x="44356" y="16593"/>
                    <a:pt x="44218" y="17270"/>
                  </a:cubicBezTo>
                  <a:lnTo>
                    <a:pt x="37287"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4" name="Freeform: Shape 153">
              <a:extLst>
                <a:ext uri="{FF2B5EF4-FFF2-40B4-BE49-F238E27FC236}">
                  <a16:creationId xmlns:a16="http://schemas.microsoft.com/office/drawing/2014/main" id="{378B5724-CC91-D7A0-873D-F46772A36E84}"/>
                </a:ext>
              </a:extLst>
            </p:cNvPr>
            <p:cNvSpPr/>
            <p:nvPr>
              <p:custDataLst>
                <p:tags r:id="rId61"/>
              </p:custDataLst>
            </p:nvPr>
          </p:nvSpPr>
          <p:spPr>
            <a:xfrm>
              <a:off x="7961715" y="4438610"/>
              <a:ext cx="56419" cy="61377"/>
            </a:xfrm>
            <a:custGeom>
              <a:avLst/>
              <a:gdLst>
                <a:gd name="connsiteX0" fmla="*/ 8319 w 56419"/>
                <a:gd name="connsiteY0" fmla="*/ 51956 h 61377"/>
                <a:gd name="connsiteX1" fmla="*/ 7072 w 56419"/>
                <a:gd name="connsiteY1" fmla="*/ 57782 h 61377"/>
                <a:gd name="connsiteX2" fmla="*/ 11092 w 56419"/>
                <a:gd name="connsiteY2" fmla="*/ 61441 h 61377"/>
                <a:gd name="connsiteX3" fmla="*/ 16221 w 56419"/>
                <a:gd name="connsiteY3" fmla="*/ 57647 h 61377"/>
                <a:gd name="connsiteX4" fmla="*/ 21766 w 56419"/>
                <a:gd name="connsiteY4" fmla="*/ 36239 h 61377"/>
                <a:gd name="connsiteX5" fmla="*/ 26202 w 56419"/>
                <a:gd name="connsiteY5" fmla="*/ 18625 h 61377"/>
                <a:gd name="connsiteX6" fmla="*/ 33965 w 56419"/>
                <a:gd name="connsiteY6" fmla="*/ 7515 h 61377"/>
                <a:gd name="connsiteX7" fmla="*/ 45055 w 56419"/>
                <a:gd name="connsiteY7" fmla="*/ 3044 h 61377"/>
                <a:gd name="connsiteX8" fmla="*/ 50877 w 56419"/>
                <a:gd name="connsiteY8" fmla="*/ 4669 h 61377"/>
                <a:gd name="connsiteX9" fmla="*/ 43669 w 56419"/>
                <a:gd name="connsiteY9" fmla="*/ 12122 h 61377"/>
                <a:gd name="connsiteX10" fmla="*/ 48936 w 56419"/>
                <a:gd name="connsiteY10" fmla="*/ 16864 h 61377"/>
                <a:gd name="connsiteX11" fmla="*/ 56561 w 56419"/>
                <a:gd name="connsiteY11" fmla="*/ 8870 h 61377"/>
                <a:gd name="connsiteX12" fmla="*/ 45055 w 56419"/>
                <a:gd name="connsiteY12" fmla="*/ 63 h 61377"/>
                <a:gd name="connsiteX13" fmla="*/ 27311 w 56419"/>
                <a:gd name="connsiteY13" fmla="*/ 10496 h 61377"/>
                <a:gd name="connsiteX14" fmla="*/ 14696 w 56419"/>
                <a:gd name="connsiteY14" fmla="*/ 63 h 61377"/>
                <a:gd name="connsiteX15" fmla="*/ 4438 w 56419"/>
                <a:gd name="connsiteY15" fmla="*/ 7786 h 61377"/>
                <a:gd name="connsiteX16" fmla="*/ 141 w 56419"/>
                <a:gd name="connsiteY16" fmla="*/ 20929 h 61377"/>
                <a:gd name="connsiteX17" fmla="*/ 1804 w 56419"/>
                <a:gd name="connsiteY17" fmla="*/ 22283 h 61377"/>
                <a:gd name="connsiteX18" fmla="*/ 4161 w 56419"/>
                <a:gd name="connsiteY18" fmla="*/ 19167 h 61377"/>
                <a:gd name="connsiteX19" fmla="*/ 14280 w 56419"/>
                <a:gd name="connsiteY19" fmla="*/ 3044 h 61377"/>
                <a:gd name="connsiteX20" fmla="*/ 18578 w 56419"/>
                <a:gd name="connsiteY20" fmla="*/ 9276 h 61377"/>
                <a:gd name="connsiteX21" fmla="*/ 16360 w 56419"/>
                <a:gd name="connsiteY21" fmla="*/ 20658 h 61377"/>
                <a:gd name="connsiteX22" fmla="*/ 8319 w 56419"/>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419" h="61377">
                  <a:moveTo>
                    <a:pt x="8319" y="51956"/>
                  </a:moveTo>
                  <a:cubicBezTo>
                    <a:pt x="7904" y="53989"/>
                    <a:pt x="7072" y="57105"/>
                    <a:pt x="7072" y="57782"/>
                  </a:cubicBezTo>
                  <a:cubicBezTo>
                    <a:pt x="7072" y="60221"/>
                    <a:pt x="9013" y="61441"/>
                    <a:pt x="11092" y="61441"/>
                  </a:cubicBezTo>
                  <a:cubicBezTo>
                    <a:pt x="12755" y="61441"/>
                    <a:pt x="15251" y="60357"/>
                    <a:pt x="16221" y="57647"/>
                  </a:cubicBezTo>
                  <a:cubicBezTo>
                    <a:pt x="16498" y="57105"/>
                    <a:pt x="21211" y="38678"/>
                    <a:pt x="21766" y="36239"/>
                  </a:cubicBezTo>
                  <a:cubicBezTo>
                    <a:pt x="22875" y="31768"/>
                    <a:pt x="25370" y="22283"/>
                    <a:pt x="26202" y="18625"/>
                  </a:cubicBezTo>
                  <a:cubicBezTo>
                    <a:pt x="26756" y="16864"/>
                    <a:pt x="30638" y="10496"/>
                    <a:pt x="33965" y="7515"/>
                  </a:cubicBezTo>
                  <a:cubicBezTo>
                    <a:pt x="35074" y="6566"/>
                    <a:pt x="39094" y="3044"/>
                    <a:pt x="45055" y="3044"/>
                  </a:cubicBezTo>
                  <a:cubicBezTo>
                    <a:pt x="48659" y="3044"/>
                    <a:pt x="50738" y="4669"/>
                    <a:pt x="50877" y="4669"/>
                  </a:cubicBezTo>
                  <a:cubicBezTo>
                    <a:pt x="46718" y="5347"/>
                    <a:pt x="43669" y="8599"/>
                    <a:pt x="43669" y="12122"/>
                  </a:cubicBezTo>
                  <a:cubicBezTo>
                    <a:pt x="43669" y="14289"/>
                    <a:pt x="45193" y="16864"/>
                    <a:pt x="48936" y="16864"/>
                  </a:cubicBezTo>
                  <a:cubicBezTo>
                    <a:pt x="52679" y="16864"/>
                    <a:pt x="56561" y="13747"/>
                    <a:pt x="56561" y="8870"/>
                  </a:cubicBezTo>
                  <a:cubicBezTo>
                    <a:pt x="56561" y="4128"/>
                    <a:pt x="52125" y="63"/>
                    <a:pt x="45055" y="63"/>
                  </a:cubicBezTo>
                  <a:cubicBezTo>
                    <a:pt x="36044" y="63"/>
                    <a:pt x="29945" y="6702"/>
                    <a:pt x="27311" y="10496"/>
                  </a:cubicBezTo>
                  <a:cubicBezTo>
                    <a:pt x="26202" y="4399"/>
                    <a:pt x="21211" y="63"/>
                    <a:pt x="14696" y="63"/>
                  </a:cubicBezTo>
                  <a:cubicBezTo>
                    <a:pt x="8319" y="63"/>
                    <a:pt x="5686" y="5347"/>
                    <a:pt x="4438" y="7786"/>
                  </a:cubicBezTo>
                  <a:cubicBezTo>
                    <a:pt x="1943" y="12393"/>
                    <a:pt x="141" y="20522"/>
                    <a:pt x="141" y="20929"/>
                  </a:cubicBezTo>
                  <a:cubicBezTo>
                    <a:pt x="141" y="22283"/>
                    <a:pt x="1527" y="22283"/>
                    <a:pt x="1804" y="22283"/>
                  </a:cubicBezTo>
                  <a:cubicBezTo>
                    <a:pt x="3190" y="22283"/>
                    <a:pt x="3329" y="22148"/>
                    <a:pt x="4161" y="19167"/>
                  </a:cubicBezTo>
                  <a:cubicBezTo>
                    <a:pt x="6517" y="9547"/>
                    <a:pt x="9290" y="3044"/>
                    <a:pt x="14280" y="3044"/>
                  </a:cubicBezTo>
                  <a:cubicBezTo>
                    <a:pt x="16637" y="3044"/>
                    <a:pt x="18578" y="4128"/>
                    <a:pt x="18578" y="9276"/>
                  </a:cubicBezTo>
                  <a:cubicBezTo>
                    <a:pt x="18578" y="12122"/>
                    <a:pt x="18162" y="13612"/>
                    <a:pt x="16360" y="20658"/>
                  </a:cubicBezTo>
                  <a:lnTo>
                    <a:pt x="8319"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5" name="Freeform: Shape 154">
              <a:extLst>
                <a:ext uri="{FF2B5EF4-FFF2-40B4-BE49-F238E27FC236}">
                  <a16:creationId xmlns:a16="http://schemas.microsoft.com/office/drawing/2014/main" id="{FD57C491-04AD-68C5-756D-F70C619C91B3}"/>
                </a:ext>
              </a:extLst>
            </p:cNvPr>
            <p:cNvSpPr/>
            <p:nvPr>
              <p:custDataLst>
                <p:tags r:id="rId62"/>
              </p:custDataLst>
            </p:nvPr>
          </p:nvSpPr>
          <p:spPr>
            <a:xfrm>
              <a:off x="8040445" y="4396879"/>
              <a:ext cx="18991" cy="135491"/>
            </a:xfrm>
            <a:custGeom>
              <a:avLst/>
              <a:gdLst>
                <a:gd name="connsiteX0" fmla="*/ 19137 w 18991"/>
                <a:gd name="connsiteY0" fmla="*/ 135555 h 135491"/>
                <a:gd name="connsiteX1" fmla="*/ 19137 w 18991"/>
                <a:gd name="connsiteY1" fmla="*/ 130135 h 135491"/>
                <a:gd name="connsiteX2" fmla="*/ 5690 w 18991"/>
                <a:gd name="connsiteY2" fmla="*/ 130135 h 135491"/>
                <a:gd name="connsiteX3" fmla="*/ 5690 w 18991"/>
                <a:gd name="connsiteY3" fmla="*/ 5482 h 135491"/>
                <a:gd name="connsiteX4" fmla="*/ 19137 w 18991"/>
                <a:gd name="connsiteY4" fmla="*/ 5482 h 135491"/>
                <a:gd name="connsiteX5" fmla="*/ 19137 w 18991"/>
                <a:gd name="connsiteY5" fmla="*/ 63 h 135491"/>
                <a:gd name="connsiteX6" fmla="*/ 145 w 18991"/>
                <a:gd name="connsiteY6" fmla="*/ 63 h 135491"/>
                <a:gd name="connsiteX7" fmla="*/ 145 w 18991"/>
                <a:gd name="connsiteY7" fmla="*/ 135555 h 135491"/>
                <a:gd name="connsiteX8" fmla="*/ 19137 w 18991"/>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137" y="135555"/>
                  </a:moveTo>
                  <a:lnTo>
                    <a:pt x="19137" y="130135"/>
                  </a:lnTo>
                  <a:lnTo>
                    <a:pt x="5690" y="130135"/>
                  </a:lnTo>
                  <a:lnTo>
                    <a:pt x="5690" y="5482"/>
                  </a:lnTo>
                  <a:lnTo>
                    <a:pt x="19137" y="5482"/>
                  </a:lnTo>
                  <a:lnTo>
                    <a:pt x="19137" y="63"/>
                  </a:lnTo>
                  <a:lnTo>
                    <a:pt x="145" y="63"/>
                  </a:lnTo>
                  <a:lnTo>
                    <a:pt x="145" y="135555"/>
                  </a:lnTo>
                  <a:lnTo>
                    <a:pt x="19137"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6" name="Freeform: Shape 155">
              <a:extLst>
                <a:ext uri="{FF2B5EF4-FFF2-40B4-BE49-F238E27FC236}">
                  <a16:creationId xmlns:a16="http://schemas.microsoft.com/office/drawing/2014/main" id="{0AF338FC-2A83-295A-EAD7-63789A90AF8B}"/>
                </a:ext>
              </a:extLst>
            </p:cNvPr>
            <p:cNvSpPr/>
            <p:nvPr>
              <p:custDataLst>
                <p:tags r:id="rId63"/>
              </p:custDataLst>
            </p:nvPr>
          </p:nvSpPr>
          <p:spPr>
            <a:xfrm>
              <a:off x="8066735" y="4402840"/>
              <a:ext cx="75567" cy="121942"/>
            </a:xfrm>
            <a:custGeom>
              <a:avLst/>
              <a:gdLst>
                <a:gd name="connsiteX0" fmla="*/ 75716 w 75567"/>
                <a:gd name="connsiteY0" fmla="*/ 18625 h 121942"/>
                <a:gd name="connsiteX1" fmla="*/ 56863 w 75567"/>
                <a:gd name="connsiteY1" fmla="*/ 63 h 121942"/>
                <a:gd name="connsiteX2" fmla="*/ 40089 w 75567"/>
                <a:gd name="connsiteY2" fmla="*/ 5753 h 121942"/>
                <a:gd name="connsiteX3" fmla="*/ 22207 w 75567"/>
                <a:gd name="connsiteY3" fmla="*/ 34613 h 121942"/>
                <a:gd name="connsiteX4" fmla="*/ 166 w 75567"/>
                <a:gd name="connsiteY4" fmla="*/ 120651 h 121942"/>
                <a:gd name="connsiteX5" fmla="*/ 1829 w 75567"/>
                <a:gd name="connsiteY5" fmla="*/ 122005 h 121942"/>
                <a:gd name="connsiteX6" fmla="*/ 3493 w 75567"/>
                <a:gd name="connsiteY6" fmla="*/ 121328 h 121942"/>
                <a:gd name="connsiteX7" fmla="*/ 13196 w 75567"/>
                <a:gd name="connsiteY7" fmla="*/ 83932 h 121942"/>
                <a:gd name="connsiteX8" fmla="*/ 32049 w 75567"/>
                <a:gd name="connsiteY8" fmla="*/ 97075 h 121942"/>
                <a:gd name="connsiteX9" fmla="*/ 58804 w 75567"/>
                <a:gd name="connsiteY9" fmla="*/ 86371 h 121942"/>
                <a:gd name="connsiteX10" fmla="*/ 69894 w 75567"/>
                <a:gd name="connsiteY10" fmla="*/ 61441 h 121942"/>
                <a:gd name="connsiteX11" fmla="*/ 59774 w 75567"/>
                <a:gd name="connsiteY11" fmla="*/ 41252 h 121942"/>
                <a:gd name="connsiteX12" fmla="*/ 75716 w 75567"/>
                <a:gd name="connsiteY12" fmla="*/ 18625 h 121942"/>
                <a:gd name="connsiteX13" fmla="*/ 50763 w 75567"/>
                <a:gd name="connsiteY13" fmla="*/ 41117 h 121942"/>
                <a:gd name="connsiteX14" fmla="*/ 44110 w 75567"/>
                <a:gd name="connsiteY14" fmla="*/ 42065 h 121942"/>
                <a:gd name="connsiteX15" fmla="*/ 38010 w 75567"/>
                <a:gd name="connsiteY15" fmla="*/ 41523 h 121942"/>
                <a:gd name="connsiteX16" fmla="*/ 44803 w 75567"/>
                <a:gd name="connsiteY16" fmla="*/ 40439 h 121942"/>
                <a:gd name="connsiteX17" fmla="*/ 50763 w 75567"/>
                <a:gd name="connsiteY17" fmla="*/ 41117 h 121942"/>
                <a:gd name="connsiteX18" fmla="*/ 67953 w 75567"/>
                <a:gd name="connsiteY18" fmla="*/ 15509 h 121942"/>
                <a:gd name="connsiteX19" fmla="*/ 55477 w 75567"/>
                <a:gd name="connsiteY19" fmla="*/ 38949 h 121942"/>
                <a:gd name="connsiteX20" fmla="*/ 44803 w 75567"/>
                <a:gd name="connsiteY20" fmla="*/ 37323 h 121942"/>
                <a:gd name="connsiteX21" fmla="*/ 34129 w 75567"/>
                <a:gd name="connsiteY21" fmla="*/ 41659 h 121942"/>
                <a:gd name="connsiteX22" fmla="*/ 43694 w 75567"/>
                <a:gd name="connsiteY22" fmla="*/ 45046 h 121942"/>
                <a:gd name="connsiteX23" fmla="*/ 55061 w 75567"/>
                <a:gd name="connsiteY23" fmla="*/ 43285 h 121942"/>
                <a:gd name="connsiteX24" fmla="*/ 61160 w 75567"/>
                <a:gd name="connsiteY24" fmla="*/ 58595 h 121942"/>
                <a:gd name="connsiteX25" fmla="*/ 54229 w 75567"/>
                <a:gd name="connsiteY25" fmla="*/ 81900 h 121942"/>
                <a:gd name="connsiteX26" fmla="*/ 31633 w 75567"/>
                <a:gd name="connsiteY26" fmla="*/ 94094 h 121942"/>
                <a:gd name="connsiteX27" fmla="*/ 15830 w 75567"/>
                <a:gd name="connsiteY27" fmla="*/ 76616 h 121942"/>
                <a:gd name="connsiteX28" fmla="*/ 16523 w 75567"/>
                <a:gd name="connsiteY28" fmla="*/ 70654 h 121942"/>
                <a:gd name="connsiteX29" fmla="*/ 25395 w 75567"/>
                <a:gd name="connsiteY29" fmla="*/ 36375 h 121942"/>
                <a:gd name="connsiteX30" fmla="*/ 55061 w 75567"/>
                <a:gd name="connsiteY30" fmla="*/ 3179 h 121942"/>
                <a:gd name="connsiteX31" fmla="*/ 67953 w 75567"/>
                <a:gd name="connsiteY31" fmla="*/ 15509 h 12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567" h="121942">
                  <a:moveTo>
                    <a:pt x="75716" y="18625"/>
                  </a:moveTo>
                  <a:cubicBezTo>
                    <a:pt x="75716" y="8463"/>
                    <a:pt x="68091" y="63"/>
                    <a:pt x="56863" y="63"/>
                  </a:cubicBezTo>
                  <a:cubicBezTo>
                    <a:pt x="48823" y="63"/>
                    <a:pt x="44941" y="2231"/>
                    <a:pt x="40089" y="5753"/>
                  </a:cubicBezTo>
                  <a:cubicBezTo>
                    <a:pt x="32465" y="11173"/>
                    <a:pt x="24841" y="24316"/>
                    <a:pt x="22207" y="34613"/>
                  </a:cubicBezTo>
                  <a:lnTo>
                    <a:pt x="166" y="120651"/>
                  </a:lnTo>
                  <a:cubicBezTo>
                    <a:pt x="27" y="121193"/>
                    <a:pt x="720" y="122005"/>
                    <a:pt x="1829" y="122005"/>
                  </a:cubicBezTo>
                  <a:cubicBezTo>
                    <a:pt x="2938" y="122005"/>
                    <a:pt x="3354" y="121735"/>
                    <a:pt x="3493" y="121328"/>
                  </a:cubicBezTo>
                  <a:lnTo>
                    <a:pt x="13196" y="83932"/>
                  </a:lnTo>
                  <a:cubicBezTo>
                    <a:pt x="15830" y="92062"/>
                    <a:pt x="21930" y="97075"/>
                    <a:pt x="32049" y="97075"/>
                  </a:cubicBezTo>
                  <a:cubicBezTo>
                    <a:pt x="42169" y="97075"/>
                    <a:pt x="52566" y="92333"/>
                    <a:pt x="58804" y="86371"/>
                  </a:cubicBezTo>
                  <a:cubicBezTo>
                    <a:pt x="65458" y="80138"/>
                    <a:pt x="69894" y="71467"/>
                    <a:pt x="69894" y="61441"/>
                  </a:cubicBezTo>
                  <a:cubicBezTo>
                    <a:pt x="69894" y="51685"/>
                    <a:pt x="64764" y="44640"/>
                    <a:pt x="59774" y="41252"/>
                  </a:cubicBezTo>
                  <a:cubicBezTo>
                    <a:pt x="67814" y="36781"/>
                    <a:pt x="75716" y="28381"/>
                    <a:pt x="75716" y="18625"/>
                  </a:cubicBezTo>
                  <a:close/>
                  <a:moveTo>
                    <a:pt x="50763" y="41117"/>
                  </a:moveTo>
                  <a:cubicBezTo>
                    <a:pt x="48961" y="41794"/>
                    <a:pt x="47436" y="42065"/>
                    <a:pt x="44110" y="42065"/>
                  </a:cubicBezTo>
                  <a:cubicBezTo>
                    <a:pt x="42169" y="42065"/>
                    <a:pt x="39396" y="42201"/>
                    <a:pt x="38010" y="41523"/>
                  </a:cubicBezTo>
                  <a:cubicBezTo>
                    <a:pt x="38287" y="40168"/>
                    <a:pt x="43278" y="40439"/>
                    <a:pt x="44803" y="40439"/>
                  </a:cubicBezTo>
                  <a:cubicBezTo>
                    <a:pt x="47714" y="40439"/>
                    <a:pt x="48961" y="40439"/>
                    <a:pt x="50763" y="41117"/>
                  </a:cubicBezTo>
                  <a:close/>
                  <a:moveTo>
                    <a:pt x="67953" y="15509"/>
                  </a:moveTo>
                  <a:cubicBezTo>
                    <a:pt x="67953" y="24993"/>
                    <a:pt x="62685" y="34749"/>
                    <a:pt x="55477" y="38949"/>
                  </a:cubicBezTo>
                  <a:cubicBezTo>
                    <a:pt x="51734" y="37594"/>
                    <a:pt x="48961" y="37323"/>
                    <a:pt x="44803" y="37323"/>
                  </a:cubicBezTo>
                  <a:cubicBezTo>
                    <a:pt x="41892" y="37323"/>
                    <a:pt x="34129" y="37188"/>
                    <a:pt x="34129" y="41659"/>
                  </a:cubicBezTo>
                  <a:cubicBezTo>
                    <a:pt x="33990" y="45453"/>
                    <a:pt x="41198" y="45046"/>
                    <a:pt x="43694" y="45046"/>
                  </a:cubicBezTo>
                  <a:cubicBezTo>
                    <a:pt x="48823" y="45046"/>
                    <a:pt x="50902" y="44911"/>
                    <a:pt x="55061" y="43285"/>
                  </a:cubicBezTo>
                  <a:cubicBezTo>
                    <a:pt x="60329" y="48162"/>
                    <a:pt x="61022" y="52363"/>
                    <a:pt x="61160" y="58595"/>
                  </a:cubicBezTo>
                  <a:cubicBezTo>
                    <a:pt x="61438" y="66454"/>
                    <a:pt x="58111" y="76616"/>
                    <a:pt x="54229" y="81900"/>
                  </a:cubicBezTo>
                  <a:cubicBezTo>
                    <a:pt x="48823" y="89216"/>
                    <a:pt x="39535" y="94094"/>
                    <a:pt x="31633" y="94094"/>
                  </a:cubicBezTo>
                  <a:cubicBezTo>
                    <a:pt x="21098" y="94094"/>
                    <a:pt x="15830" y="86236"/>
                    <a:pt x="15830" y="76616"/>
                  </a:cubicBezTo>
                  <a:cubicBezTo>
                    <a:pt x="15830" y="75261"/>
                    <a:pt x="15830" y="73228"/>
                    <a:pt x="16523" y="70654"/>
                  </a:cubicBezTo>
                  <a:lnTo>
                    <a:pt x="25395" y="36375"/>
                  </a:lnTo>
                  <a:cubicBezTo>
                    <a:pt x="28445" y="24722"/>
                    <a:pt x="38426" y="3179"/>
                    <a:pt x="55061" y="3179"/>
                  </a:cubicBezTo>
                  <a:cubicBezTo>
                    <a:pt x="63101" y="3179"/>
                    <a:pt x="67953" y="7379"/>
                    <a:pt x="67953" y="15509"/>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7" name="Freeform: Shape 156">
              <a:extLst>
                <a:ext uri="{FF2B5EF4-FFF2-40B4-BE49-F238E27FC236}">
                  <a16:creationId xmlns:a16="http://schemas.microsoft.com/office/drawing/2014/main" id="{06D3975B-F99B-02EE-7E35-4ACC4A022053}"/>
                </a:ext>
              </a:extLst>
            </p:cNvPr>
            <p:cNvSpPr/>
            <p:nvPr>
              <p:custDataLst>
                <p:tags r:id="rId64"/>
              </p:custDataLst>
            </p:nvPr>
          </p:nvSpPr>
          <p:spPr>
            <a:xfrm>
              <a:off x="8146049" y="4455844"/>
              <a:ext cx="45025" cy="64873"/>
            </a:xfrm>
            <a:custGeom>
              <a:avLst/>
              <a:gdLst>
                <a:gd name="connsiteX0" fmla="*/ 45179 w 45025"/>
                <a:gd name="connsiteY0" fmla="*/ 32786 h 64873"/>
                <a:gd name="connsiteX1" fmla="*/ 39454 w 45025"/>
                <a:gd name="connsiteY1" fmla="*/ 8221 h 64873"/>
                <a:gd name="connsiteX2" fmla="*/ 22666 w 45025"/>
                <a:gd name="connsiteY2" fmla="*/ 64 h 64873"/>
                <a:gd name="connsiteX3" fmla="*/ 154 w 45025"/>
                <a:gd name="connsiteY3" fmla="*/ 32786 h 64873"/>
                <a:gd name="connsiteX4" fmla="*/ 22666 w 45025"/>
                <a:gd name="connsiteY4" fmla="*/ 64938 h 64873"/>
                <a:gd name="connsiteX5" fmla="*/ 45179 w 45025"/>
                <a:gd name="connsiteY5" fmla="*/ 32786 h 64873"/>
                <a:gd name="connsiteX6" fmla="*/ 22666 w 45025"/>
                <a:gd name="connsiteY6" fmla="*/ 62282 h 64873"/>
                <a:gd name="connsiteX7" fmla="*/ 10343 w 45025"/>
                <a:gd name="connsiteY7" fmla="*/ 51944 h 64873"/>
                <a:gd name="connsiteX8" fmla="*/ 8984 w 45025"/>
                <a:gd name="connsiteY8" fmla="*/ 31553 h 64873"/>
                <a:gd name="connsiteX9" fmla="*/ 10440 w 45025"/>
                <a:gd name="connsiteY9" fmla="*/ 12204 h 64873"/>
                <a:gd name="connsiteX10" fmla="*/ 22666 w 45025"/>
                <a:gd name="connsiteY10" fmla="*/ 2720 h 64873"/>
                <a:gd name="connsiteX11" fmla="*/ 34699 w 45025"/>
                <a:gd name="connsiteY11" fmla="*/ 11351 h 64873"/>
                <a:gd name="connsiteX12" fmla="*/ 36348 w 45025"/>
                <a:gd name="connsiteY12" fmla="*/ 31553 h 64873"/>
                <a:gd name="connsiteX13" fmla="*/ 35087 w 45025"/>
                <a:gd name="connsiteY13" fmla="*/ 51565 h 64873"/>
                <a:gd name="connsiteX14" fmla="*/ 22666 w 45025"/>
                <a:gd name="connsiteY14" fmla="*/ 62282 h 6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025" h="64873">
                  <a:moveTo>
                    <a:pt x="45179" y="32786"/>
                  </a:moveTo>
                  <a:cubicBezTo>
                    <a:pt x="45179" y="22353"/>
                    <a:pt x="43917" y="14860"/>
                    <a:pt x="39454" y="8221"/>
                  </a:cubicBezTo>
                  <a:cubicBezTo>
                    <a:pt x="36446" y="3858"/>
                    <a:pt x="30429" y="64"/>
                    <a:pt x="22666" y="64"/>
                  </a:cubicBezTo>
                  <a:cubicBezTo>
                    <a:pt x="154" y="64"/>
                    <a:pt x="154" y="25957"/>
                    <a:pt x="154" y="32786"/>
                  </a:cubicBezTo>
                  <a:cubicBezTo>
                    <a:pt x="154" y="39614"/>
                    <a:pt x="154" y="64938"/>
                    <a:pt x="22666" y="64938"/>
                  </a:cubicBezTo>
                  <a:cubicBezTo>
                    <a:pt x="45179" y="64938"/>
                    <a:pt x="45179" y="39614"/>
                    <a:pt x="45179" y="32786"/>
                  </a:cubicBezTo>
                  <a:close/>
                  <a:moveTo>
                    <a:pt x="22666" y="62282"/>
                  </a:moveTo>
                  <a:cubicBezTo>
                    <a:pt x="18203" y="62282"/>
                    <a:pt x="12283" y="59721"/>
                    <a:pt x="10343" y="51944"/>
                  </a:cubicBezTo>
                  <a:cubicBezTo>
                    <a:pt x="8984" y="46348"/>
                    <a:pt x="8984" y="38571"/>
                    <a:pt x="8984" y="31553"/>
                  </a:cubicBezTo>
                  <a:cubicBezTo>
                    <a:pt x="8984" y="24629"/>
                    <a:pt x="8984" y="17421"/>
                    <a:pt x="10440" y="12204"/>
                  </a:cubicBezTo>
                  <a:cubicBezTo>
                    <a:pt x="12477" y="4712"/>
                    <a:pt x="18688" y="2720"/>
                    <a:pt x="22666" y="2720"/>
                  </a:cubicBezTo>
                  <a:cubicBezTo>
                    <a:pt x="27906" y="2720"/>
                    <a:pt x="32952" y="5850"/>
                    <a:pt x="34699" y="11351"/>
                  </a:cubicBezTo>
                  <a:cubicBezTo>
                    <a:pt x="36251" y="16472"/>
                    <a:pt x="36348" y="23301"/>
                    <a:pt x="36348" y="31553"/>
                  </a:cubicBezTo>
                  <a:cubicBezTo>
                    <a:pt x="36348" y="38571"/>
                    <a:pt x="36348" y="45590"/>
                    <a:pt x="35087" y="51565"/>
                  </a:cubicBezTo>
                  <a:cubicBezTo>
                    <a:pt x="33146" y="60196"/>
                    <a:pt x="26548" y="62282"/>
                    <a:pt x="22666" y="62282"/>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8" name="Freeform: Shape 157">
              <a:extLst>
                <a:ext uri="{FF2B5EF4-FFF2-40B4-BE49-F238E27FC236}">
                  <a16:creationId xmlns:a16="http://schemas.microsoft.com/office/drawing/2014/main" id="{5EFCE116-3DD8-3794-01D5-85CC50168F91}"/>
                </a:ext>
              </a:extLst>
            </p:cNvPr>
            <p:cNvSpPr/>
            <p:nvPr>
              <p:custDataLst>
                <p:tags r:id="rId65"/>
              </p:custDataLst>
            </p:nvPr>
          </p:nvSpPr>
          <p:spPr>
            <a:xfrm>
              <a:off x="8219688" y="4396879"/>
              <a:ext cx="5544" cy="135491"/>
            </a:xfrm>
            <a:custGeom>
              <a:avLst/>
              <a:gdLst>
                <a:gd name="connsiteX0" fmla="*/ 5703 w 5544"/>
                <a:gd name="connsiteY0" fmla="*/ 4940 h 135491"/>
                <a:gd name="connsiteX1" fmla="*/ 2931 w 5544"/>
                <a:gd name="connsiteY1" fmla="*/ 63 h 135491"/>
                <a:gd name="connsiteX2" fmla="*/ 158 w 5544"/>
                <a:gd name="connsiteY2" fmla="*/ 4940 h 135491"/>
                <a:gd name="connsiteX3" fmla="*/ 158 w 5544"/>
                <a:gd name="connsiteY3" fmla="*/ 130677 h 135491"/>
                <a:gd name="connsiteX4" fmla="*/ 2931 w 5544"/>
                <a:gd name="connsiteY4" fmla="*/ 135555 h 135491"/>
                <a:gd name="connsiteX5" fmla="*/ 5703 w 5544"/>
                <a:gd name="connsiteY5" fmla="*/ 130677 h 135491"/>
                <a:gd name="connsiteX6" fmla="*/ 5703 w 5544"/>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4" h="135491">
                  <a:moveTo>
                    <a:pt x="5703" y="4940"/>
                  </a:moveTo>
                  <a:cubicBezTo>
                    <a:pt x="5703" y="2502"/>
                    <a:pt x="5703" y="63"/>
                    <a:pt x="2931" y="63"/>
                  </a:cubicBezTo>
                  <a:cubicBezTo>
                    <a:pt x="158" y="63"/>
                    <a:pt x="158" y="2502"/>
                    <a:pt x="158" y="4940"/>
                  </a:cubicBezTo>
                  <a:lnTo>
                    <a:pt x="158" y="130677"/>
                  </a:lnTo>
                  <a:cubicBezTo>
                    <a:pt x="158" y="133116"/>
                    <a:pt x="158" y="135555"/>
                    <a:pt x="2931" y="135555"/>
                  </a:cubicBezTo>
                  <a:cubicBezTo>
                    <a:pt x="5703" y="135555"/>
                    <a:pt x="5703" y="133116"/>
                    <a:pt x="5703" y="130677"/>
                  </a:cubicBezTo>
                  <a:lnTo>
                    <a:pt x="5703"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59" name="Freeform: Shape 158">
              <a:extLst>
                <a:ext uri="{FF2B5EF4-FFF2-40B4-BE49-F238E27FC236}">
                  <a16:creationId xmlns:a16="http://schemas.microsoft.com/office/drawing/2014/main" id="{111AACDB-16EE-B4C5-1CE9-F7AB1BC2AA62}"/>
                </a:ext>
              </a:extLst>
            </p:cNvPr>
            <p:cNvSpPr/>
            <p:nvPr>
              <p:custDataLst>
                <p:tags r:id="rId66"/>
              </p:custDataLst>
            </p:nvPr>
          </p:nvSpPr>
          <p:spPr>
            <a:xfrm>
              <a:off x="8245719" y="4438610"/>
              <a:ext cx="69034" cy="61377"/>
            </a:xfrm>
            <a:custGeom>
              <a:avLst/>
              <a:gdLst>
                <a:gd name="connsiteX0" fmla="*/ 42441 w 69034"/>
                <a:gd name="connsiteY0" fmla="*/ 19032 h 61377"/>
                <a:gd name="connsiteX1" fmla="*/ 56165 w 69034"/>
                <a:gd name="connsiteY1" fmla="*/ 3044 h 61377"/>
                <a:gd name="connsiteX2" fmla="*/ 63096 w 69034"/>
                <a:gd name="connsiteY2" fmla="*/ 4805 h 61377"/>
                <a:gd name="connsiteX3" fmla="*/ 56442 w 69034"/>
                <a:gd name="connsiteY3" fmla="*/ 12122 h 61377"/>
                <a:gd name="connsiteX4" fmla="*/ 61710 w 69034"/>
                <a:gd name="connsiteY4" fmla="*/ 16864 h 61377"/>
                <a:gd name="connsiteX5" fmla="*/ 69196 w 69034"/>
                <a:gd name="connsiteY5" fmla="*/ 9005 h 61377"/>
                <a:gd name="connsiteX6" fmla="*/ 56304 w 69034"/>
                <a:gd name="connsiteY6" fmla="*/ 63 h 61377"/>
                <a:gd name="connsiteX7" fmla="*/ 41748 w 69034"/>
                <a:gd name="connsiteY7" fmla="*/ 10360 h 61377"/>
                <a:gd name="connsiteX8" fmla="*/ 26777 w 69034"/>
                <a:gd name="connsiteY8" fmla="*/ 63 h 61377"/>
                <a:gd name="connsiteX9" fmla="*/ 4458 w 69034"/>
                <a:gd name="connsiteY9" fmla="*/ 20929 h 61377"/>
                <a:gd name="connsiteX10" fmla="*/ 6122 w 69034"/>
                <a:gd name="connsiteY10" fmla="*/ 22283 h 61377"/>
                <a:gd name="connsiteX11" fmla="*/ 7924 w 69034"/>
                <a:gd name="connsiteY11" fmla="*/ 20793 h 61377"/>
                <a:gd name="connsiteX12" fmla="*/ 26500 w 69034"/>
                <a:gd name="connsiteY12" fmla="*/ 3044 h 61377"/>
                <a:gd name="connsiteX13" fmla="*/ 33985 w 69034"/>
                <a:gd name="connsiteY13" fmla="*/ 12122 h 61377"/>
                <a:gd name="connsiteX14" fmla="*/ 26500 w 69034"/>
                <a:gd name="connsiteY14" fmla="*/ 44369 h 61377"/>
                <a:gd name="connsiteX15" fmla="*/ 13330 w 69034"/>
                <a:gd name="connsiteY15" fmla="*/ 58460 h 61377"/>
                <a:gd name="connsiteX16" fmla="*/ 6399 w 69034"/>
                <a:gd name="connsiteY16" fmla="*/ 56698 h 61377"/>
                <a:gd name="connsiteX17" fmla="*/ 12914 w 69034"/>
                <a:gd name="connsiteY17" fmla="*/ 49382 h 61377"/>
                <a:gd name="connsiteX18" fmla="*/ 7785 w 69034"/>
                <a:gd name="connsiteY18" fmla="*/ 44640 h 61377"/>
                <a:gd name="connsiteX19" fmla="*/ 161 w 69034"/>
                <a:gd name="connsiteY19" fmla="*/ 52498 h 61377"/>
                <a:gd name="connsiteX20" fmla="*/ 13192 w 69034"/>
                <a:gd name="connsiteY20" fmla="*/ 61441 h 61377"/>
                <a:gd name="connsiteX21" fmla="*/ 27747 w 69034"/>
                <a:gd name="connsiteY21" fmla="*/ 51143 h 61377"/>
                <a:gd name="connsiteX22" fmla="*/ 42719 w 69034"/>
                <a:gd name="connsiteY22" fmla="*/ 61441 h 61377"/>
                <a:gd name="connsiteX23" fmla="*/ 64898 w 69034"/>
                <a:gd name="connsiteY23" fmla="*/ 40575 h 61377"/>
                <a:gd name="connsiteX24" fmla="*/ 63235 w 69034"/>
                <a:gd name="connsiteY24" fmla="*/ 39220 h 61377"/>
                <a:gd name="connsiteX25" fmla="*/ 61433 w 69034"/>
                <a:gd name="connsiteY25" fmla="*/ 40710 h 61377"/>
                <a:gd name="connsiteX26" fmla="*/ 42996 w 69034"/>
                <a:gd name="connsiteY26" fmla="*/ 58460 h 61377"/>
                <a:gd name="connsiteX27" fmla="*/ 35371 w 69034"/>
                <a:gd name="connsiteY27" fmla="*/ 49517 h 61377"/>
                <a:gd name="connsiteX28" fmla="*/ 37728 w 69034"/>
                <a:gd name="connsiteY28" fmla="*/ 37594 h 61377"/>
                <a:gd name="connsiteX29" fmla="*/ 42441 w 69034"/>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34" h="61377">
                  <a:moveTo>
                    <a:pt x="42441" y="19032"/>
                  </a:moveTo>
                  <a:cubicBezTo>
                    <a:pt x="43273" y="15509"/>
                    <a:pt x="46461" y="3044"/>
                    <a:pt x="56165" y="3044"/>
                  </a:cubicBezTo>
                  <a:cubicBezTo>
                    <a:pt x="56858" y="3044"/>
                    <a:pt x="60185" y="3044"/>
                    <a:pt x="63096" y="4805"/>
                  </a:cubicBezTo>
                  <a:cubicBezTo>
                    <a:pt x="59215" y="5482"/>
                    <a:pt x="56442" y="8870"/>
                    <a:pt x="56442" y="12122"/>
                  </a:cubicBezTo>
                  <a:cubicBezTo>
                    <a:pt x="56442" y="14289"/>
                    <a:pt x="57967" y="16864"/>
                    <a:pt x="61710" y="16864"/>
                  </a:cubicBezTo>
                  <a:cubicBezTo>
                    <a:pt x="64760" y="16864"/>
                    <a:pt x="69196" y="14425"/>
                    <a:pt x="69196" y="9005"/>
                  </a:cubicBezTo>
                  <a:cubicBezTo>
                    <a:pt x="69196" y="1960"/>
                    <a:pt x="61017" y="63"/>
                    <a:pt x="56304" y="63"/>
                  </a:cubicBezTo>
                  <a:cubicBezTo>
                    <a:pt x="48264" y="63"/>
                    <a:pt x="43412" y="7244"/>
                    <a:pt x="41748" y="10360"/>
                  </a:cubicBezTo>
                  <a:cubicBezTo>
                    <a:pt x="38283" y="1418"/>
                    <a:pt x="30797" y="63"/>
                    <a:pt x="26777" y="63"/>
                  </a:cubicBezTo>
                  <a:cubicBezTo>
                    <a:pt x="12360" y="63"/>
                    <a:pt x="4458" y="17541"/>
                    <a:pt x="4458" y="20929"/>
                  </a:cubicBezTo>
                  <a:cubicBezTo>
                    <a:pt x="4458" y="22283"/>
                    <a:pt x="5845" y="22283"/>
                    <a:pt x="6122" y="22283"/>
                  </a:cubicBezTo>
                  <a:cubicBezTo>
                    <a:pt x="7231" y="22283"/>
                    <a:pt x="7647" y="22012"/>
                    <a:pt x="7924" y="20793"/>
                  </a:cubicBezTo>
                  <a:cubicBezTo>
                    <a:pt x="12637" y="6431"/>
                    <a:pt x="21786" y="3044"/>
                    <a:pt x="26500" y="3044"/>
                  </a:cubicBezTo>
                  <a:cubicBezTo>
                    <a:pt x="29133" y="3044"/>
                    <a:pt x="33985" y="4263"/>
                    <a:pt x="33985" y="12122"/>
                  </a:cubicBezTo>
                  <a:cubicBezTo>
                    <a:pt x="33985" y="16322"/>
                    <a:pt x="31629" y="25400"/>
                    <a:pt x="26500" y="44369"/>
                  </a:cubicBezTo>
                  <a:cubicBezTo>
                    <a:pt x="24282" y="52769"/>
                    <a:pt x="19430" y="58460"/>
                    <a:pt x="13330" y="58460"/>
                  </a:cubicBezTo>
                  <a:cubicBezTo>
                    <a:pt x="12499" y="58460"/>
                    <a:pt x="9310" y="58460"/>
                    <a:pt x="6399" y="56698"/>
                  </a:cubicBezTo>
                  <a:cubicBezTo>
                    <a:pt x="9865" y="56021"/>
                    <a:pt x="12914" y="53176"/>
                    <a:pt x="12914" y="49382"/>
                  </a:cubicBezTo>
                  <a:cubicBezTo>
                    <a:pt x="12914" y="45724"/>
                    <a:pt x="9865" y="44640"/>
                    <a:pt x="7785" y="44640"/>
                  </a:cubicBezTo>
                  <a:cubicBezTo>
                    <a:pt x="3627" y="44640"/>
                    <a:pt x="161" y="48162"/>
                    <a:pt x="161" y="52498"/>
                  </a:cubicBezTo>
                  <a:cubicBezTo>
                    <a:pt x="161" y="58731"/>
                    <a:pt x="7092" y="61441"/>
                    <a:pt x="13192" y="61441"/>
                  </a:cubicBezTo>
                  <a:cubicBezTo>
                    <a:pt x="22341" y="61441"/>
                    <a:pt x="27331" y="51956"/>
                    <a:pt x="27747" y="51143"/>
                  </a:cubicBezTo>
                  <a:cubicBezTo>
                    <a:pt x="29411" y="56156"/>
                    <a:pt x="34401" y="61441"/>
                    <a:pt x="42719" y="61441"/>
                  </a:cubicBezTo>
                  <a:cubicBezTo>
                    <a:pt x="56997" y="61441"/>
                    <a:pt x="64898" y="43962"/>
                    <a:pt x="64898" y="40575"/>
                  </a:cubicBezTo>
                  <a:cubicBezTo>
                    <a:pt x="64898" y="39220"/>
                    <a:pt x="63651" y="39220"/>
                    <a:pt x="63235" y="39220"/>
                  </a:cubicBezTo>
                  <a:cubicBezTo>
                    <a:pt x="61987" y="39220"/>
                    <a:pt x="61710" y="39762"/>
                    <a:pt x="61433" y="40710"/>
                  </a:cubicBezTo>
                  <a:cubicBezTo>
                    <a:pt x="56858" y="55208"/>
                    <a:pt x="47432" y="58460"/>
                    <a:pt x="42996" y="58460"/>
                  </a:cubicBezTo>
                  <a:cubicBezTo>
                    <a:pt x="37589" y="58460"/>
                    <a:pt x="35371" y="54124"/>
                    <a:pt x="35371" y="49517"/>
                  </a:cubicBezTo>
                  <a:cubicBezTo>
                    <a:pt x="35371" y="46536"/>
                    <a:pt x="36203" y="43556"/>
                    <a:pt x="37728" y="37594"/>
                  </a:cubicBezTo>
                  <a:lnTo>
                    <a:pt x="42441"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0" name="Freeform: Shape 159">
              <a:extLst>
                <a:ext uri="{FF2B5EF4-FFF2-40B4-BE49-F238E27FC236}">
                  <a16:creationId xmlns:a16="http://schemas.microsoft.com/office/drawing/2014/main" id="{0413147C-6728-3129-C0CD-297C159912C8}"/>
                </a:ext>
              </a:extLst>
            </p:cNvPr>
            <p:cNvSpPr/>
            <p:nvPr>
              <p:custDataLst>
                <p:tags r:id="rId67"/>
              </p:custDataLst>
            </p:nvPr>
          </p:nvSpPr>
          <p:spPr>
            <a:xfrm>
              <a:off x="8323976" y="4396879"/>
              <a:ext cx="18991" cy="135491"/>
            </a:xfrm>
            <a:custGeom>
              <a:avLst/>
              <a:gdLst>
                <a:gd name="connsiteX0" fmla="*/ 19158 w 18991"/>
                <a:gd name="connsiteY0" fmla="*/ 63 h 135491"/>
                <a:gd name="connsiteX1" fmla="*/ 167 w 18991"/>
                <a:gd name="connsiteY1" fmla="*/ 63 h 135491"/>
                <a:gd name="connsiteX2" fmla="*/ 167 w 18991"/>
                <a:gd name="connsiteY2" fmla="*/ 5482 h 135491"/>
                <a:gd name="connsiteX3" fmla="*/ 13613 w 18991"/>
                <a:gd name="connsiteY3" fmla="*/ 5482 h 135491"/>
                <a:gd name="connsiteX4" fmla="*/ 13613 w 18991"/>
                <a:gd name="connsiteY4" fmla="*/ 130135 h 135491"/>
                <a:gd name="connsiteX5" fmla="*/ 167 w 18991"/>
                <a:gd name="connsiteY5" fmla="*/ 130135 h 135491"/>
                <a:gd name="connsiteX6" fmla="*/ 167 w 18991"/>
                <a:gd name="connsiteY6" fmla="*/ 135555 h 135491"/>
                <a:gd name="connsiteX7" fmla="*/ 19158 w 18991"/>
                <a:gd name="connsiteY7" fmla="*/ 135555 h 135491"/>
                <a:gd name="connsiteX8" fmla="*/ 19158 w 18991"/>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158" y="63"/>
                  </a:moveTo>
                  <a:lnTo>
                    <a:pt x="167" y="63"/>
                  </a:lnTo>
                  <a:lnTo>
                    <a:pt x="167" y="5482"/>
                  </a:lnTo>
                  <a:lnTo>
                    <a:pt x="13613" y="5482"/>
                  </a:lnTo>
                  <a:lnTo>
                    <a:pt x="13613" y="130135"/>
                  </a:lnTo>
                  <a:lnTo>
                    <a:pt x="167" y="130135"/>
                  </a:lnTo>
                  <a:lnTo>
                    <a:pt x="167" y="135555"/>
                  </a:lnTo>
                  <a:lnTo>
                    <a:pt x="19158" y="135555"/>
                  </a:lnTo>
                  <a:lnTo>
                    <a:pt x="19158"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1" name="Freeform: Shape 160">
              <a:extLst>
                <a:ext uri="{FF2B5EF4-FFF2-40B4-BE49-F238E27FC236}">
                  <a16:creationId xmlns:a16="http://schemas.microsoft.com/office/drawing/2014/main" id="{38770334-90EC-A976-DED9-AD5D1FBA9E55}"/>
                </a:ext>
              </a:extLst>
            </p:cNvPr>
            <p:cNvSpPr/>
            <p:nvPr>
              <p:custDataLst>
                <p:tags r:id="rId68"/>
              </p:custDataLst>
            </p:nvPr>
          </p:nvSpPr>
          <p:spPr>
            <a:xfrm>
              <a:off x="8398001" y="4419506"/>
              <a:ext cx="92184" cy="90237"/>
            </a:xfrm>
            <a:custGeom>
              <a:avLst/>
              <a:gdLst>
                <a:gd name="connsiteX0" fmla="*/ 49106 w 92184"/>
                <a:gd name="connsiteY0" fmla="*/ 47891 h 90237"/>
                <a:gd name="connsiteX1" fmla="*/ 87782 w 92184"/>
                <a:gd name="connsiteY1" fmla="*/ 47891 h 90237"/>
                <a:gd name="connsiteX2" fmla="*/ 92357 w 92184"/>
                <a:gd name="connsiteY2" fmla="*/ 45182 h 90237"/>
                <a:gd name="connsiteX3" fmla="*/ 87782 w 92184"/>
                <a:gd name="connsiteY3" fmla="*/ 42472 h 90237"/>
                <a:gd name="connsiteX4" fmla="*/ 49106 w 92184"/>
                <a:gd name="connsiteY4" fmla="*/ 42472 h 90237"/>
                <a:gd name="connsiteX5" fmla="*/ 49106 w 92184"/>
                <a:gd name="connsiteY5" fmla="*/ 4534 h 90237"/>
                <a:gd name="connsiteX6" fmla="*/ 46333 w 92184"/>
                <a:gd name="connsiteY6" fmla="*/ 63 h 90237"/>
                <a:gd name="connsiteX7" fmla="*/ 43561 w 92184"/>
                <a:gd name="connsiteY7" fmla="*/ 4534 h 90237"/>
                <a:gd name="connsiteX8" fmla="*/ 43561 w 92184"/>
                <a:gd name="connsiteY8" fmla="*/ 42472 h 90237"/>
                <a:gd name="connsiteX9" fmla="*/ 4746 w 92184"/>
                <a:gd name="connsiteY9" fmla="*/ 42472 h 90237"/>
                <a:gd name="connsiteX10" fmla="*/ 172 w 92184"/>
                <a:gd name="connsiteY10" fmla="*/ 45182 h 90237"/>
                <a:gd name="connsiteX11" fmla="*/ 4746 w 92184"/>
                <a:gd name="connsiteY11" fmla="*/ 47891 h 90237"/>
                <a:gd name="connsiteX12" fmla="*/ 43561 w 92184"/>
                <a:gd name="connsiteY12" fmla="*/ 47891 h 90237"/>
                <a:gd name="connsiteX13" fmla="*/ 43561 w 92184"/>
                <a:gd name="connsiteY13" fmla="*/ 85829 h 90237"/>
                <a:gd name="connsiteX14" fmla="*/ 46333 w 92184"/>
                <a:gd name="connsiteY14" fmla="*/ 90300 h 90237"/>
                <a:gd name="connsiteX15" fmla="*/ 49106 w 92184"/>
                <a:gd name="connsiteY15" fmla="*/ 85829 h 90237"/>
                <a:gd name="connsiteX16" fmla="*/ 49106 w 92184"/>
                <a:gd name="connsiteY16" fmla="*/ 47891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184" h="90237">
                  <a:moveTo>
                    <a:pt x="49106" y="47891"/>
                  </a:moveTo>
                  <a:lnTo>
                    <a:pt x="87782" y="47891"/>
                  </a:lnTo>
                  <a:cubicBezTo>
                    <a:pt x="89723" y="47891"/>
                    <a:pt x="92357" y="47891"/>
                    <a:pt x="92357" y="45182"/>
                  </a:cubicBezTo>
                  <a:cubicBezTo>
                    <a:pt x="92357" y="42472"/>
                    <a:pt x="89723" y="42472"/>
                    <a:pt x="87782" y="42472"/>
                  </a:cubicBezTo>
                  <a:lnTo>
                    <a:pt x="49106" y="42472"/>
                  </a:lnTo>
                  <a:lnTo>
                    <a:pt x="49106" y="4534"/>
                  </a:lnTo>
                  <a:cubicBezTo>
                    <a:pt x="49106" y="2637"/>
                    <a:pt x="49106" y="63"/>
                    <a:pt x="46333" y="63"/>
                  </a:cubicBezTo>
                  <a:cubicBezTo>
                    <a:pt x="43561" y="63"/>
                    <a:pt x="43561" y="2637"/>
                    <a:pt x="43561" y="4534"/>
                  </a:cubicBezTo>
                  <a:lnTo>
                    <a:pt x="43561" y="42472"/>
                  </a:lnTo>
                  <a:lnTo>
                    <a:pt x="4746" y="42472"/>
                  </a:lnTo>
                  <a:cubicBezTo>
                    <a:pt x="2806" y="42472"/>
                    <a:pt x="172" y="42472"/>
                    <a:pt x="172" y="45182"/>
                  </a:cubicBezTo>
                  <a:cubicBezTo>
                    <a:pt x="172" y="47891"/>
                    <a:pt x="2806" y="47891"/>
                    <a:pt x="4746" y="47891"/>
                  </a:cubicBezTo>
                  <a:lnTo>
                    <a:pt x="43561" y="47891"/>
                  </a:lnTo>
                  <a:lnTo>
                    <a:pt x="43561" y="85829"/>
                  </a:lnTo>
                  <a:cubicBezTo>
                    <a:pt x="43561" y="87726"/>
                    <a:pt x="43561" y="90300"/>
                    <a:pt x="46333" y="90300"/>
                  </a:cubicBezTo>
                  <a:cubicBezTo>
                    <a:pt x="49106" y="90300"/>
                    <a:pt x="49106" y="87726"/>
                    <a:pt x="49106" y="85829"/>
                  </a:cubicBezTo>
                  <a:lnTo>
                    <a:pt x="49106" y="47891"/>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2" name="Freeform: Shape 161">
              <a:extLst>
                <a:ext uri="{FF2B5EF4-FFF2-40B4-BE49-F238E27FC236}">
                  <a16:creationId xmlns:a16="http://schemas.microsoft.com/office/drawing/2014/main" id="{ADA20DDA-1786-260A-D03C-534E25DCE653}"/>
                </a:ext>
              </a:extLst>
            </p:cNvPr>
            <p:cNvSpPr/>
            <p:nvPr>
              <p:custDataLst>
                <p:tags r:id="rId69"/>
              </p:custDataLst>
            </p:nvPr>
          </p:nvSpPr>
          <p:spPr>
            <a:xfrm>
              <a:off x="8536624" y="4405957"/>
              <a:ext cx="98838" cy="95521"/>
            </a:xfrm>
            <a:custGeom>
              <a:avLst/>
              <a:gdLst>
                <a:gd name="connsiteX0" fmla="*/ 79475 w 98838"/>
                <a:gd name="connsiteY0" fmla="*/ 15509 h 95521"/>
                <a:gd name="connsiteX1" fmla="*/ 97218 w 98838"/>
                <a:gd name="connsiteY1" fmla="*/ 4263 h 95521"/>
                <a:gd name="connsiteX2" fmla="*/ 99021 w 98838"/>
                <a:gd name="connsiteY2" fmla="*/ 1689 h 95521"/>
                <a:gd name="connsiteX3" fmla="*/ 97218 w 98838"/>
                <a:gd name="connsiteY3" fmla="*/ 63 h 95521"/>
                <a:gd name="connsiteX4" fmla="*/ 85851 w 98838"/>
                <a:gd name="connsiteY4" fmla="*/ 469 h 95521"/>
                <a:gd name="connsiteX5" fmla="*/ 72127 w 98838"/>
                <a:gd name="connsiteY5" fmla="*/ 63 h 95521"/>
                <a:gd name="connsiteX6" fmla="*/ 69494 w 98838"/>
                <a:gd name="connsiteY6" fmla="*/ 2637 h 95521"/>
                <a:gd name="connsiteX7" fmla="*/ 71712 w 98838"/>
                <a:gd name="connsiteY7" fmla="*/ 4263 h 95521"/>
                <a:gd name="connsiteX8" fmla="*/ 78088 w 98838"/>
                <a:gd name="connsiteY8" fmla="*/ 8734 h 95521"/>
                <a:gd name="connsiteX9" fmla="*/ 76009 w 98838"/>
                <a:gd name="connsiteY9" fmla="*/ 13883 h 95521"/>
                <a:gd name="connsiteX10" fmla="*/ 33451 w 98838"/>
                <a:gd name="connsiteY10" fmla="*/ 80003 h 95521"/>
                <a:gd name="connsiteX11" fmla="*/ 24025 w 98838"/>
                <a:gd name="connsiteY11" fmla="*/ 8328 h 95521"/>
                <a:gd name="connsiteX12" fmla="*/ 33590 w 98838"/>
                <a:gd name="connsiteY12" fmla="*/ 4263 h 95521"/>
                <a:gd name="connsiteX13" fmla="*/ 37056 w 98838"/>
                <a:gd name="connsiteY13" fmla="*/ 1553 h 95521"/>
                <a:gd name="connsiteX14" fmla="*/ 35115 w 98838"/>
                <a:gd name="connsiteY14" fmla="*/ 63 h 95521"/>
                <a:gd name="connsiteX15" fmla="*/ 17926 w 98838"/>
                <a:gd name="connsiteY15" fmla="*/ 469 h 95521"/>
                <a:gd name="connsiteX16" fmla="*/ 10301 w 98838"/>
                <a:gd name="connsiteY16" fmla="*/ 334 h 95521"/>
                <a:gd name="connsiteX17" fmla="*/ 2815 w 98838"/>
                <a:gd name="connsiteY17" fmla="*/ 63 h 95521"/>
                <a:gd name="connsiteX18" fmla="*/ 182 w 98838"/>
                <a:gd name="connsiteY18" fmla="*/ 2637 h 95521"/>
                <a:gd name="connsiteX19" fmla="*/ 3647 w 98838"/>
                <a:gd name="connsiteY19" fmla="*/ 4263 h 95521"/>
                <a:gd name="connsiteX20" fmla="*/ 11965 w 98838"/>
                <a:gd name="connsiteY20" fmla="*/ 8870 h 95521"/>
                <a:gd name="connsiteX21" fmla="*/ 22916 w 98838"/>
                <a:gd name="connsiteY21" fmla="*/ 92468 h 95521"/>
                <a:gd name="connsiteX22" fmla="*/ 25688 w 98838"/>
                <a:gd name="connsiteY22" fmla="*/ 95585 h 95521"/>
                <a:gd name="connsiteX23" fmla="*/ 29570 w 98838"/>
                <a:gd name="connsiteY23" fmla="*/ 93146 h 95521"/>
                <a:gd name="connsiteX24" fmla="*/ 79475 w 98838"/>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8838" h="95521">
                  <a:moveTo>
                    <a:pt x="79475" y="15509"/>
                  </a:moveTo>
                  <a:cubicBezTo>
                    <a:pt x="86267" y="4940"/>
                    <a:pt x="92089" y="4534"/>
                    <a:pt x="97218" y="4263"/>
                  </a:cubicBezTo>
                  <a:cubicBezTo>
                    <a:pt x="98882" y="4128"/>
                    <a:pt x="99021" y="1824"/>
                    <a:pt x="99021" y="1689"/>
                  </a:cubicBezTo>
                  <a:cubicBezTo>
                    <a:pt x="99021" y="605"/>
                    <a:pt x="98327" y="63"/>
                    <a:pt x="97218" y="63"/>
                  </a:cubicBezTo>
                  <a:cubicBezTo>
                    <a:pt x="93614" y="63"/>
                    <a:pt x="89594" y="469"/>
                    <a:pt x="85851" y="469"/>
                  </a:cubicBezTo>
                  <a:cubicBezTo>
                    <a:pt x="81277" y="469"/>
                    <a:pt x="76563" y="63"/>
                    <a:pt x="72127" y="63"/>
                  </a:cubicBezTo>
                  <a:cubicBezTo>
                    <a:pt x="71296" y="63"/>
                    <a:pt x="69494" y="63"/>
                    <a:pt x="69494" y="2637"/>
                  </a:cubicBezTo>
                  <a:cubicBezTo>
                    <a:pt x="69494" y="4128"/>
                    <a:pt x="70741" y="4263"/>
                    <a:pt x="71712" y="4263"/>
                  </a:cubicBezTo>
                  <a:cubicBezTo>
                    <a:pt x="75454" y="4534"/>
                    <a:pt x="78088" y="5889"/>
                    <a:pt x="78088" y="8734"/>
                  </a:cubicBezTo>
                  <a:cubicBezTo>
                    <a:pt x="78088" y="10767"/>
                    <a:pt x="76009" y="13747"/>
                    <a:pt x="76009" y="13883"/>
                  </a:cubicBezTo>
                  <a:lnTo>
                    <a:pt x="33451" y="80003"/>
                  </a:lnTo>
                  <a:lnTo>
                    <a:pt x="24025" y="8328"/>
                  </a:lnTo>
                  <a:cubicBezTo>
                    <a:pt x="24025" y="6024"/>
                    <a:pt x="27213" y="4263"/>
                    <a:pt x="33590" y="4263"/>
                  </a:cubicBezTo>
                  <a:cubicBezTo>
                    <a:pt x="35531" y="4263"/>
                    <a:pt x="37056" y="4263"/>
                    <a:pt x="37056" y="1553"/>
                  </a:cubicBezTo>
                  <a:cubicBezTo>
                    <a:pt x="37056" y="334"/>
                    <a:pt x="35947" y="63"/>
                    <a:pt x="35115" y="63"/>
                  </a:cubicBezTo>
                  <a:cubicBezTo>
                    <a:pt x="29570" y="63"/>
                    <a:pt x="23609" y="469"/>
                    <a:pt x="17926" y="469"/>
                  </a:cubicBezTo>
                  <a:cubicBezTo>
                    <a:pt x="15430" y="469"/>
                    <a:pt x="12796" y="334"/>
                    <a:pt x="10301" y="334"/>
                  </a:cubicBezTo>
                  <a:cubicBezTo>
                    <a:pt x="7806" y="334"/>
                    <a:pt x="5172" y="63"/>
                    <a:pt x="2815" y="63"/>
                  </a:cubicBezTo>
                  <a:cubicBezTo>
                    <a:pt x="1845" y="63"/>
                    <a:pt x="182" y="63"/>
                    <a:pt x="182" y="2637"/>
                  </a:cubicBezTo>
                  <a:cubicBezTo>
                    <a:pt x="182" y="4263"/>
                    <a:pt x="1429" y="4263"/>
                    <a:pt x="3647" y="4263"/>
                  </a:cubicBezTo>
                  <a:cubicBezTo>
                    <a:pt x="11410" y="4263"/>
                    <a:pt x="11549" y="5482"/>
                    <a:pt x="11965" y="8870"/>
                  </a:cubicBezTo>
                  <a:lnTo>
                    <a:pt x="22916" y="92468"/>
                  </a:lnTo>
                  <a:cubicBezTo>
                    <a:pt x="23332" y="95178"/>
                    <a:pt x="23886" y="95585"/>
                    <a:pt x="25688" y="95585"/>
                  </a:cubicBezTo>
                  <a:cubicBezTo>
                    <a:pt x="27906" y="95585"/>
                    <a:pt x="28461" y="94907"/>
                    <a:pt x="29570" y="93146"/>
                  </a:cubicBezTo>
                  <a:lnTo>
                    <a:pt x="79475"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3" name="Freeform: Shape 162">
              <a:extLst>
                <a:ext uri="{FF2B5EF4-FFF2-40B4-BE49-F238E27FC236}">
                  <a16:creationId xmlns:a16="http://schemas.microsoft.com/office/drawing/2014/main" id="{BFDFE80E-B3AE-7442-5594-BCA0BFA40B35}"/>
                </a:ext>
              </a:extLst>
            </p:cNvPr>
            <p:cNvSpPr/>
            <p:nvPr>
              <p:custDataLst>
                <p:tags r:id="rId70"/>
              </p:custDataLst>
            </p:nvPr>
          </p:nvSpPr>
          <p:spPr>
            <a:xfrm>
              <a:off x="8646076" y="4438610"/>
              <a:ext cx="63489" cy="61377"/>
            </a:xfrm>
            <a:custGeom>
              <a:avLst/>
              <a:gdLst>
                <a:gd name="connsiteX0" fmla="*/ 46351 w 63489"/>
                <a:gd name="connsiteY0" fmla="*/ 8734 h 61377"/>
                <a:gd name="connsiteX1" fmla="*/ 33598 w 63489"/>
                <a:gd name="connsiteY1" fmla="*/ 63 h 61377"/>
                <a:gd name="connsiteX2" fmla="*/ 190 w 63489"/>
                <a:gd name="connsiteY2" fmla="*/ 39762 h 61377"/>
                <a:gd name="connsiteX3" fmla="*/ 18627 w 63489"/>
                <a:gd name="connsiteY3" fmla="*/ 61441 h 61377"/>
                <a:gd name="connsiteX4" fmla="*/ 36648 w 63489"/>
                <a:gd name="connsiteY4" fmla="*/ 51279 h 61377"/>
                <a:gd name="connsiteX5" fmla="*/ 49263 w 63489"/>
                <a:gd name="connsiteY5" fmla="*/ 61441 h 61377"/>
                <a:gd name="connsiteX6" fmla="*/ 59521 w 63489"/>
                <a:gd name="connsiteY6" fmla="*/ 53989 h 61377"/>
                <a:gd name="connsiteX7" fmla="*/ 63679 w 63489"/>
                <a:gd name="connsiteY7" fmla="*/ 40575 h 61377"/>
                <a:gd name="connsiteX8" fmla="*/ 62016 w 63489"/>
                <a:gd name="connsiteY8" fmla="*/ 39220 h 61377"/>
                <a:gd name="connsiteX9" fmla="*/ 60075 w 63489"/>
                <a:gd name="connsiteY9" fmla="*/ 41659 h 61377"/>
                <a:gd name="connsiteX10" fmla="*/ 49540 w 63489"/>
                <a:gd name="connsiteY10" fmla="*/ 58460 h 61377"/>
                <a:gd name="connsiteX11" fmla="*/ 45381 w 63489"/>
                <a:gd name="connsiteY11" fmla="*/ 52227 h 61377"/>
                <a:gd name="connsiteX12" fmla="*/ 47183 w 63489"/>
                <a:gd name="connsiteY12" fmla="*/ 42201 h 61377"/>
                <a:gd name="connsiteX13" fmla="*/ 50233 w 63489"/>
                <a:gd name="connsiteY13" fmla="*/ 30006 h 61377"/>
                <a:gd name="connsiteX14" fmla="*/ 55223 w 63489"/>
                <a:gd name="connsiteY14" fmla="*/ 11038 h 61377"/>
                <a:gd name="connsiteX15" fmla="*/ 56194 w 63489"/>
                <a:gd name="connsiteY15" fmla="*/ 6431 h 61377"/>
                <a:gd name="connsiteX16" fmla="*/ 52174 w 63489"/>
                <a:gd name="connsiteY16" fmla="*/ 2773 h 61377"/>
                <a:gd name="connsiteX17" fmla="*/ 46351 w 63489"/>
                <a:gd name="connsiteY17" fmla="*/ 8734 h 61377"/>
                <a:gd name="connsiteX18" fmla="*/ 37341 w 63489"/>
                <a:gd name="connsiteY18" fmla="*/ 43827 h 61377"/>
                <a:gd name="connsiteX19" fmla="*/ 34568 w 63489"/>
                <a:gd name="connsiteY19" fmla="*/ 48840 h 61377"/>
                <a:gd name="connsiteX20" fmla="*/ 18904 w 63489"/>
                <a:gd name="connsiteY20" fmla="*/ 58460 h 61377"/>
                <a:gd name="connsiteX21" fmla="*/ 10032 w 63489"/>
                <a:gd name="connsiteY21" fmla="*/ 45724 h 61377"/>
                <a:gd name="connsiteX22" fmla="*/ 17656 w 63489"/>
                <a:gd name="connsiteY22" fmla="*/ 16051 h 61377"/>
                <a:gd name="connsiteX23" fmla="*/ 33737 w 63489"/>
                <a:gd name="connsiteY23" fmla="*/ 3044 h 61377"/>
                <a:gd name="connsiteX24" fmla="*/ 44688 w 63489"/>
                <a:gd name="connsiteY24" fmla="*/ 14967 h 61377"/>
                <a:gd name="connsiteX25" fmla="*/ 44272 w 63489"/>
                <a:gd name="connsiteY25" fmla="*/ 17270 h 61377"/>
                <a:gd name="connsiteX26" fmla="*/ 37341 w 63489"/>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489" h="61377">
                  <a:moveTo>
                    <a:pt x="46351" y="8734"/>
                  </a:moveTo>
                  <a:cubicBezTo>
                    <a:pt x="43856" y="3721"/>
                    <a:pt x="39836" y="63"/>
                    <a:pt x="33598" y="63"/>
                  </a:cubicBezTo>
                  <a:cubicBezTo>
                    <a:pt x="17379" y="63"/>
                    <a:pt x="190" y="19980"/>
                    <a:pt x="190" y="39762"/>
                  </a:cubicBezTo>
                  <a:cubicBezTo>
                    <a:pt x="190" y="52498"/>
                    <a:pt x="7814" y="61441"/>
                    <a:pt x="18627" y="61441"/>
                  </a:cubicBezTo>
                  <a:cubicBezTo>
                    <a:pt x="21399" y="61441"/>
                    <a:pt x="28330" y="60899"/>
                    <a:pt x="36648" y="51279"/>
                  </a:cubicBezTo>
                  <a:cubicBezTo>
                    <a:pt x="37757" y="56969"/>
                    <a:pt x="42609" y="61441"/>
                    <a:pt x="49263" y="61441"/>
                  </a:cubicBezTo>
                  <a:cubicBezTo>
                    <a:pt x="54114" y="61441"/>
                    <a:pt x="57303" y="58324"/>
                    <a:pt x="59521" y="53989"/>
                  </a:cubicBezTo>
                  <a:cubicBezTo>
                    <a:pt x="61877" y="49111"/>
                    <a:pt x="63679" y="40846"/>
                    <a:pt x="63679" y="40575"/>
                  </a:cubicBezTo>
                  <a:cubicBezTo>
                    <a:pt x="63679" y="39220"/>
                    <a:pt x="62432" y="39220"/>
                    <a:pt x="62016" y="39220"/>
                  </a:cubicBezTo>
                  <a:cubicBezTo>
                    <a:pt x="60630" y="39220"/>
                    <a:pt x="60491" y="39762"/>
                    <a:pt x="60075" y="41659"/>
                  </a:cubicBezTo>
                  <a:cubicBezTo>
                    <a:pt x="57719" y="50466"/>
                    <a:pt x="55223" y="58460"/>
                    <a:pt x="49540" y="58460"/>
                  </a:cubicBezTo>
                  <a:cubicBezTo>
                    <a:pt x="45797" y="58460"/>
                    <a:pt x="45381" y="54937"/>
                    <a:pt x="45381" y="52227"/>
                  </a:cubicBezTo>
                  <a:cubicBezTo>
                    <a:pt x="45381" y="49246"/>
                    <a:pt x="45658" y="48162"/>
                    <a:pt x="47183" y="42201"/>
                  </a:cubicBezTo>
                  <a:cubicBezTo>
                    <a:pt x="48708" y="36510"/>
                    <a:pt x="48985" y="35155"/>
                    <a:pt x="50233" y="30006"/>
                  </a:cubicBezTo>
                  <a:lnTo>
                    <a:pt x="55223" y="11038"/>
                  </a:lnTo>
                  <a:cubicBezTo>
                    <a:pt x="56194" y="7244"/>
                    <a:pt x="56194" y="6973"/>
                    <a:pt x="56194" y="6431"/>
                  </a:cubicBezTo>
                  <a:cubicBezTo>
                    <a:pt x="56194" y="4128"/>
                    <a:pt x="54530" y="2773"/>
                    <a:pt x="52174" y="2773"/>
                  </a:cubicBezTo>
                  <a:cubicBezTo>
                    <a:pt x="48847" y="2773"/>
                    <a:pt x="46767" y="5753"/>
                    <a:pt x="46351" y="8734"/>
                  </a:cubicBezTo>
                  <a:close/>
                  <a:moveTo>
                    <a:pt x="37341" y="43827"/>
                  </a:moveTo>
                  <a:cubicBezTo>
                    <a:pt x="36648" y="46266"/>
                    <a:pt x="36648" y="46536"/>
                    <a:pt x="34568" y="48840"/>
                  </a:cubicBezTo>
                  <a:cubicBezTo>
                    <a:pt x="28469" y="56292"/>
                    <a:pt x="22785" y="58460"/>
                    <a:pt x="18904" y="58460"/>
                  </a:cubicBezTo>
                  <a:cubicBezTo>
                    <a:pt x="11973" y="58460"/>
                    <a:pt x="10032" y="51008"/>
                    <a:pt x="10032" y="45724"/>
                  </a:cubicBezTo>
                  <a:cubicBezTo>
                    <a:pt x="10032" y="38949"/>
                    <a:pt x="14468" y="22283"/>
                    <a:pt x="17656" y="16051"/>
                  </a:cubicBezTo>
                  <a:cubicBezTo>
                    <a:pt x="21954" y="8057"/>
                    <a:pt x="28192" y="3044"/>
                    <a:pt x="33737" y="3044"/>
                  </a:cubicBezTo>
                  <a:cubicBezTo>
                    <a:pt x="42747" y="3044"/>
                    <a:pt x="44688" y="14154"/>
                    <a:pt x="44688" y="14967"/>
                  </a:cubicBezTo>
                  <a:cubicBezTo>
                    <a:pt x="44688" y="15780"/>
                    <a:pt x="44411" y="16593"/>
                    <a:pt x="44272" y="17270"/>
                  </a:cubicBezTo>
                  <a:lnTo>
                    <a:pt x="37341"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4" name="Freeform: Shape 163">
              <a:extLst>
                <a:ext uri="{FF2B5EF4-FFF2-40B4-BE49-F238E27FC236}">
                  <a16:creationId xmlns:a16="http://schemas.microsoft.com/office/drawing/2014/main" id="{A05F07E5-6B4B-062F-E52D-139B6DB291B3}"/>
                </a:ext>
              </a:extLst>
            </p:cNvPr>
            <p:cNvSpPr/>
            <p:nvPr>
              <p:custDataLst>
                <p:tags r:id="rId71"/>
              </p:custDataLst>
            </p:nvPr>
          </p:nvSpPr>
          <p:spPr>
            <a:xfrm>
              <a:off x="8717826" y="4438610"/>
              <a:ext cx="56419" cy="61377"/>
            </a:xfrm>
            <a:custGeom>
              <a:avLst/>
              <a:gdLst>
                <a:gd name="connsiteX0" fmla="*/ 8374 w 56419"/>
                <a:gd name="connsiteY0" fmla="*/ 51956 h 61377"/>
                <a:gd name="connsiteX1" fmla="*/ 7126 w 56419"/>
                <a:gd name="connsiteY1" fmla="*/ 57782 h 61377"/>
                <a:gd name="connsiteX2" fmla="*/ 11146 w 56419"/>
                <a:gd name="connsiteY2" fmla="*/ 61441 h 61377"/>
                <a:gd name="connsiteX3" fmla="*/ 16275 w 56419"/>
                <a:gd name="connsiteY3" fmla="*/ 57647 h 61377"/>
                <a:gd name="connsiteX4" fmla="*/ 21820 w 56419"/>
                <a:gd name="connsiteY4" fmla="*/ 36239 h 61377"/>
                <a:gd name="connsiteX5" fmla="*/ 26256 w 56419"/>
                <a:gd name="connsiteY5" fmla="*/ 18625 h 61377"/>
                <a:gd name="connsiteX6" fmla="*/ 34019 w 56419"/>
                <a:gd name="connsiteY6" fmla="*/ 7515 h 61377"/>
                <a:gd name="connsiteX7" fmla="*/ 45109 w 56419"/>
                <a:gd name="connsiteY7" fmla="*/ 3044 h 61377"/>
                <a:gd name="connsiteX8" fmla="*/ 50931 w 56419"/>
                <a:gd name="connsiteY8" fmla="*/ 4669 h 61377"/>
                <a:gd name="connsiteX9" fmla="*/ 43723 w 56419"/>
                <a:gd name="connsiteY9" fmla="*/ 12122 h 61377"/>
                <a:gd name="connsiteX10" fmla="*/ 48991 w 56419"/>
                <a:gd name="connsiteY10" fmla="*/ 16864 h 61377"/>
                <a:gd name="connsiteX11" fmla="*/ 56615 w 56419"/>
                <a:gd name="connsiteY11" fmla="*/ 8870 h 61377"/>
                <a:gd name="connsiteX12" fmla="*/ 45109 w 56419"/>
                <a:gd name="connsiteY12" fmla="*/ 63 h 61377"/>
                <a:gd name="connsiteX13" fmla="*/ 27365 w 56419"/>
                <a:gd name="connsiteY13" fmla="*/ 10496 h 61377"/>
                <a:gd name="connsiteX14" fmla="*/ 14750 w 56419"/>
                <a:gd name="connsiteY14" fmla="*/ 63 h 61377"/>
                <a:gd name="connsiteX15" fmla="*/ 4492 w 56419"/>
                <a:gd name="connsiteY15" fmla="*/ 7786 h 61377"/>
                <a:gd name="connsiteX16" fmla="*/ 195 w 56419"/>
                <a:gd name="connsiteY16" fmla="*/ 20929 h 61377"/>
                <a:gd name="connsiteX17" fmla="*/ 1858 w 56419"/>
                <a:gd name="connsiteY17" fmla="*/ 22283 h 61377"/>
                <a:gd name="connsiteX18" fmla="*/ 4215 w 56419"/>
                <a:gd name="connsiteY18" fmla="*/ 19167 h 61377"/>
                <a:gd name="connsiteX19" fmla="*/ 14335 w 56419"/>
                <a:gd name="connsiteY19" fmla="*/ 3044 h 61377"/>
                <a:gd name="connsiteX20" fmla="*/ 18632 w 56419"/>
                <a:gd name="connsiteY20" fmla="*/ 9276 h 61377"/>
                <a:gd name="connsiteX21" fmla="*/ 16414 w 56419"/>
                <a:gd name="connsiteY21" fmla="*/ 20658 h 61377"/>
                <a:gd name="connsiteX22" fmla="*/ 8374 w 56419"/>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419" h="61377">
                  <a:moveTo>
                    <a:pt x="8374" y="51956"/>
                  </a:moveTo>
                  <a:cubicBezTo>
                    <a:pt x="7958" y="53989"/>
                    <a:pt x="7126" y="57105"/>
                    <a:pt x="7126" y="57782"/>
                  </a:cubicBezTo>
                  <a:cubicBezTo>
                    <a:pt x="7126" y="60221"/>
                    <a:pt x="9067" y="61441"/>
                    <a:pt x="11146" y="61441"/>
                  </a:cubicBezTo>
                  <a:cubicBezTo>
                    <a:pt x="12810" y="61441"/>
                    <a:pt x="15305" y="60357"/>
                    <a:pt x="16275" y="57647"/>
                  </a:cubicBezTo>
                  <a:cubicBezTo>
                    <a:pt x="16553" y="57105"/>
                    <a:pt x="21266" y="38678"/>
                    <a:pt x="21820" y="36239"/>
                  </a:cubicBezTo>
                  <a:cubicBezTo>
                    <a:pt x="22929" y="31768"/>
                    <a:pt x="25424" y="22283"/>
                    <a:pt x="26256" y="18625"/>
                  </a:cubicBezTo>
                  <a:cubicBezTo>
                    <a:pt x="26811" y="16864"/>
                    <a:pt x="30692" y="10496"/>
                    <a:pt x="34019" y="7515"/>
                  </a:cubicBezTo>
                  <a:cubicBezTo>
                    <a:pt x="35128" y="6566"/>
                    <a:pt x="39148" y="3044"/>
                    <a:pt x="45109" y="3044"/>
                  </a:cubicBezTo>
                  <a:cubicBezTo>
                    <a:pt x="48713" y="3044"/>
                    <a:pt x="50793" y="4669"/>
                    <a:pt x="50931" y="4669"/>
                  </a:cubicBezTo>
                  <a:cubicBezTo>
                    <a:pt x="46773" y="5347"/>
                    <a:pt x="43723" y="8599"/>
                    <a:pt x="43723" y="12122"/>
                  </a:cubicBezTo>
                  <a:cubicBezTo>
                    <a:pt x="43723" y="14289"/>
                    <a:pt x="45248" y="16864"/>
                    <a:pt x="48991" y="16864"/>
                  </a:cubicBezTo>
                  <a:cubicBezTo>
                    <a:pt x="52733" y="16864"/>
                    <a:pt x="56615" y="13747"/>
                    <a:pt x="56615" y="8870"/>
                  </a:cubicBezTo>
                  <a:cubicBezTo>
                    <a:pt x="56615" y="4128"/>
                    <a:pt x="52179" y="63"/>
                    <a:pt x="45109" y="63"/>
                  </a:cubicBezTo>
                  <a:cubicBezTo>
                    <a:pt x="36099" y="63"/>
                    <a:pt x="29999" y="6702"/>
                    <a:pt x="27365" y="10496"/>
                  </a:cubicBezTo>
                  <a:cubicBezTo>
                    <a:pt x="26256" y="4399"/>
                    <a:pt x="21266" y="63"/>
                    <a:pt x="14750" y="63"/>
                  </a:cubicBezTo>
                  <a:cubicBezTo>
                    <a:pt x="8374" y="63"/>
                    <a:pt x="5740" y="5347"/>
                    <a:pt x="4492" y="7786"/>
                  </a:cubicBezTo>
                  <a:cubicBezTo>
                    <a:pt x="1997" y="12393"/>
                    <a:pt x="195" y="20522"/>
                    <a:pt x="195" y="20929"/>
                  </a:cubicBezTo>
                  <a:cubicBezTo>
                    <a:pt x="195" y="22283"/>
                    <a:pt x="1581" y="22283"/>
                    <a:pt x="1858" y="22283"/>
                  </a:cubicBezTo>
                  <a:cubicBezTo>
                    <a:pt x="3245" y="22283"/>
                    <a:pt x="3383" y="22148"/>
                    <a:pt x="4215" y="19167"/>
                  </a:cubicBezTo>
                  <a:cubicBezTo>
                    <a:pt x="6572" y="9547"/>
                    <a:pt x="9344" y="3044"/>
                    <a:pt x="14335" y="3044"/>
                  </a:cubicBezTo>
                  <a:cubicBezTo>
                    <a:pt x="16691" y="3044"/>
                    <a:pt x="18632" y="4128"/>
                    <a:pt x="18632" y="9276"/>
                  </a:cubicBezTo>
                  <a:cubicBezTo>
                    <a:pt x="18632" y="12122"/>
                    <a:pt x="18216" y="13612"/>
                    <a:pt x="16414" y="20658"/>
                  </a:cubicBezTo>
                  <a:lnTo>
                    <a:pt x="8374"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5" name="Freeform: Shape 164">
              <a:extLst>
                <a:ext uri="{FF2B5EF4-FFF2-40B4-BE49-F238E27FC236}">
                  <a16:creationId xmlns:a16="http://schemas.microsoft.com/office/drawing/2014/main" id="{BD996013-446F-D6E0-D3FE-82009384F79F}"/>
                </a:ext>
              </a:extLst>
            </p:cNvPr>
            <p:cNvSpPr/>
            <p:nvPr>
              <p:custDataLst>
                <p:tags r:id="rId72"/>
              </p:custDataLst>
            </p:nvPr>
          </p:nvSpPr>
          <p:spPr>
            <a:xfrm>
              <a:off x="8796556" y="4396879"/>
              <a:ext cx="18991" cy="135491"/>
            </a:xfrm>
            <a:custGeom>
              <a:avLst/>
              <a:gdLst>
                <a:gd name="connsiteX0" fmla="*/ 19191 w 18991"/>
                <a:gd name="connsiteY0" fmla="*/ 135555 h 135491"/>
                <a:gd name="connsiteX1" fmla="*/ 19191 w 18991"/>
                <a:gd name="connsiteY1" fmla="*/ 130135 h 135491"/>
                <a:gd name="connsiteX2" fmla="*/ 5745 w 18991"/>
                <a:gd name="connsiteY2" fmla="*/ 130135 h 135491"/>
                <a:gd name="connsiteX3" fmla="*/ 5745 w 18991"/>
                <a:gd name="connsiteY3" fmla="*/ 5482 h 135491"/>
                <a:gd name="connsiteX4" fmla="*/ 19191 w 18991"/>
                <a:gd name="connsiteY4" fmla="*/ 5482 h 135491"/>
                <a:gd name="connsiteX5" fmla="*/ 19191 w 18991"/>
                <a:gd name="connsiteY5" fmla="*/ 63 h 135491"/>
                <a:gd name="connsiteX6" fmla="*/ 200 w 18991"/>
                <a:gd name="connsiteY6" fmla="*/ 63 h 135491"/>
                <a:gd name="connsiteX7" fmla="*/ 200 w 18991"/>
                <a:gd name="connsiteY7" fmla="*/ 135555 h 135491"/>
                <a:gd name="connsiteX8" fmla="*/ 19191 w 18991"/>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191" y="135555"/>
                  </a:moveTo>
                  <a:lnTo>
                    <a:pt x="19191" y="130135"/>
                  </a:lnTo>
                  <a:lnTo>
                    <a:pt x="5745" y="130135"/>
                  </a:lnTo>
                  <a:lnTo>
                    <a:pt x="5745" y="5482"/>
                  </a:lnTo>
                  <a:lnTo>
                    <a:pt x="19191" y="5482"/>
                  </a:lnTo>
                  <a:lnTo>
                    <a:pt x="19191" y="63"/>
                  </a:lnTo>
                  <a:lnTo>
                    <a:pt x="200" y="63"/>
                  </a:lnTo>
                  <a:lnTo>
                    <a:pt x="200" y="135555"/>
                  </a:lnTo>
                  <a:lnTo>
                    <a:pt x="19191"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6" name="Freeform: Shape 165">
              <a:extLst>
                <a:ext uri="{FF2B5EF4-FFF2-40B4-BE49-F238E27FC236}">
                  <a16:creationId xmlns:a16="http://schemas.microsoft.com/office/drawing/2014/main" id="{28F145D3-9E19-0669-DE3E-B9837BC454FE}"/>
                </a:ext>
              </a:extLst>
            </p:cNvPr>
            <p:cNvSpPr/>
            <p:nvPr>
              <p:custDataLst>
                <p:tags r:id="rId73"/>
              </p:custDataLst>
            </p:nvPr>
          </p:nvSpPr>
          <p:spPr>
            <a:xfrm>
              <a:off x="8822846" y="4402840"/>
              <a:ext cx="75567" cy="121942"/>
            </a:xfrm>
            <a:custGeom>
              <a:avLst/>
              <a:gdLst>
                <a:gd name="connsiteX0" fmla="*/ 75770 w 75567"/>
                <a:gd name="connsiteY0" fmla="*/ 18625 h 121942"/>
                <a:gd name="connsiteX1" fmla="*/ 56917 w 75567"/>
                <a:gd name="connsiteY1" fmla="*/ 63 h 121942"/>
                <a:gd name="connsiteX2" fmla="*/ 40144 w 75567"/>
                <a:gd name="connsiteY2" fmla="*/ 5753 h 121942"/>
                <a:gd name="connsiteX3" fmla="*/ 22261 w 75567"/>
                <a:gd name="connsiteY3" fmla="*/ 34613 h 121942"/>
                <a:gd name="connsiteX4" fmla="*/ 220 w 75567"/>
                <a:gd name="connsiteY4" fmla="*/ 120651 h 121942"/>
                <a:gd name="connsiteX5" fmla="*/ 1884 w 75567"/>
                <a:gd name="connsiteY5" fmla="*/ 122005 h 121942"/>
                <a:gd name="connsiteX6" fmla="*/ 3547 w 75567"/>
                <a:gd name="connsiteY6" fmla="*/ 121328 h 121942"/>
                <a:gd name="connsiteX7" fmla="*/ 13251 w 75567"/>
                <a:gd name="connsiteY7" fmla="*/ 83932 h 121942"/>
                <a:gd name="connsiteX8" fmla="*/ 32104 w 75567"/>
                <a:gd name="connsiteY8" fmla="*/ 97075 h 121942"/>
                <a:gd name="connsiteX9" fmla="*/ 58858 w 75567"/>
                <a:gd name="connsiteY9" fmla="*/ 86371 h 121942"/>
                <a:gd name="connsiteX10" fmla="*/ 69948 w 75567"/>
                <a:gd name="connsiteY10" fmla="*/ 61441 h 121942"/>
                <a:gd name="connsiteX11" fmla="*/ 59828 w 75567"/>
                <a:gd name="connsiteY11" fmla="*/ 41252 h 121942"/>
                <a:gd name="connsiteX12" fmla="*/ 75770 w 75567"/>
                <a:gd name="connsiteY12" fmla="*/ 18625 h 121942"/>
                <a:gd name="connsiteX13" fmla="*/ 50818 w 75567"/>
                <a:gd name="connsiteY13" fmla="*/ 41117 h 121942"/>
                <a:gd name="connsiteX14" fmla="*/ 44164 w 75567"/>
                <a:gd name="connsiteY14" fmla="*/ 42065 h 121942"/>
                <a:gd name="connsiteX15" fmla="*/ 38064 w 75567"/>
                <a:gd name="connsiteY15" fmla="*/ 41523 h 121942"/>
                <a:gd name="connsiteX16" fmla="*/ 44857 w 75567"/>
                <a:gd name="connsiteY16" fmla="*/ 40439 h 121942"/>
                <a:gd name="connsiteX17" fmla="*/ 50818 w 75567"/>
                <a:gd name="connsiteY17" fmla="*/ 41117 h 121942"/>
                <a:gd name="connsiteX18" fmla="*/ 68007 w 75567"/>
                <a:gd name="connsiteY18" fmla="*/ 15509 h 121942"/>
                <a:gd name="connsiteX19" fmla="*/ 55531 w 75567"/>
                <a:gd name="connsiteY19" fmla="*/ 38949 h 121942"/>
                <a:gd name="connsiteX20" fmla="*/ 44857 w 75567"/>
                <a:gd name="connsiteY20" fmla="*/ 37323 h 121942"/>
                <a:gd name="connsiteX21" fmla="*/ 34183 w 75567"/>
                <a:gd name="connsiteY21" fmla="*/ 41659 h 121942"/>
                <a:gd name="connsiteX22" fmla="*/ 43748 w 75567"/>
                <a:gd name="connsiteY22" fmla="*/ 45046 h 121942"/>
                <a:gd name="connsiteX23" fmla="*/ 55115 w 75567"/>
                <a:gd name="connsiteY23" fmla="*/ 43285 h 121942"/>
                <a:gd name="connsiteX24" fmla="*/ 61215 w 75567"/>
                <a:gd name="connsiteY24" fmla="*/ 58595 h 121942"/>
                <a:gd name="connsiteX25" fmla="*/ 54283 w 75567"/>
                <a:gd name="connsiteY25" fmla="*/ 81900 h 121942"/>
                <a:gd name="connsiteX26" fmla="*/ 31688 w 75567"/>
                <a:gd name="connsiteY26" fmla="*/ 94094 h 121942"/>
                <a:gd name="connsiteX27" fmla="*/ 15885 w 75567"/>
                <a:gd name="connsiteY27" fmla="*/ 76616 h 121942"/>
                <a:gd name="connsiteX28" fmla="*/ 16578 w 75567"/>
                <a:gd name="connsiteY28" fmla="*/ 70654 h 121942"/>
                <a:gd name="connsiteX29" fmla="*/ 25450 w 75567"/>
                <a:gd name="connsiteY29" fmla="*/ 36375 h 121942"/>
                <a:gd name="connsiteX30" fmla="*/ 55115 w 75567"/>
                <a:gd name="connsiteY30" fmla="*/ 3179 h 121942"/>
                <a:gd name="connsiteX31" fmla="*/ 68007 w 75567"/>
                <a:gd name="connsiteY31" fmla="*/ 15509 h 12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5567" h="121942">
                  <a:moveTo>
                    <a:pt x="75770" y="18625"/>
                  </a:moveTo>
                  <a:cubicBezTo>
                    <a:pt x="75770" y="8463"/>
                    <a:pt x="68146" y="63"/>
                    <a:pt x="56917" y="63"/>
                  </a:cubicBezTo>
                  <a:cubicBezTo>
                    <a:pt x="48877" y="63"/>
                    <a:pt x="44996" y="2231"/>
                    <a:pt x="40144" y="5753"/>
                  </a:cubicBezTo>
                  <a:cubicBezTo>
                    <a:pt x="32519" y="11173"/>
                    <a:pt x="24895" y="24316"/>
                    <a:pt x="22261" y="34613"/>
                  </a:cubicBezTo>
                  <a:lnTo>
                    <a:pt x="220" y="120651"/>
                  </a:lnTo>
                  <a:cubicBezTo>
                    <a:pt x="81" y="121193"/>
                    <a:pt x="775" y="122005"/>
                    <a:pt x="1884" y="122005"/>
                  </a:cubicBezTo>
                  <a:cubicBezTo>
                    <a:pt x="2993" y="122005"/>
                    <a:pt x="3408" y="121735"/>
                    <a:pt x="3547" y="121328"/>
                  </a:cubicBezTo>
                  <a:lnTo>
                    <a:pt x="13251" y="83932"/>
                  </a:lnTo>
                  <a:cubicBezTo>
                    <a:pt x="15885" y="92062"/>
                    <a:pt x="21984" y="97075"/>
                    <a:pt x="32104" y="97075"/>
                  </a:cubicBezTo>
                  <a:cubicBezTo>
                    <a:pt x="42223" y="97075"/>
                    <a:pt x="52620" y="92333"/>
                    <a:pt x="58858" y="86371"/>
                  </a:cubicBezTo>
                  <a:cubicBezTo>
                    <a:pt x="65512" y="80138"/>
                    <a:pt x="69948" y="71467"/>
                    <a:pt x="69948" y="61441"/>
                  </a:cubicBezTo>
                  <a:cubicBezTo>
                    <a:pt x="69948" y="51685"/>
                    <a:pt x="64819" y="44640"/>
                    <a:pt x="59828" y="41252"/>
                  </a:cubicBezTo>
                  <a:cubicBezTo>
                    <a:pt x="67869" y="36781"/>
                    <a:pt x="75770" y="28381"/>
                    <a:pt x="75770" y="18625"/>
                  </a:cubicBezTo>
                  <a:close/>
                  <a:moveTo>
                    <a:pt x="50818" y="41117"/>
                  </a:moveTo>
                  <a:cubicBezTo>
                    <a:pt x="49016" y="41794"/>
                    <a:pt x="47491" y="42065"/>
                    <a:pt x="44164" y="42065"/>
                  </a:cubicBezTo>
                  <a:cubicBezTo>
                    <a:pt x="42223" y="42065"/>
                    <a:pt x="39451" y="42201"/>
                    <a:pt x="38064" y="41523"/>
                  </a:cubicBezTo>
                  <a:cubicBezTo>
                    <a:pt x="38342" y="40168"/>
                    <a:pt x="43332" y="40439"/>
                    <a:pt x="44857" y="40439"/>
                  </a:cubicBezTo>
                  <a:cubicBezTo>
                    <a:pt x="47768" y="40439"/>
                    <a:pt x="49016" y="40439"/>
                    <a:pt x="50818" y="41117"/>
                  </a:cubicBezTo>
                  <a:close/>
                  <a:moveTo>
                    <a:pt x="68007" y="15509"/>
                  </a:moveTo>
                  <a:cubicBezTo>
                    <a:pt x="68007" y="24993"/>
                    <a:pt x="62739" y="34749"/>
                    <a:pt x="55531" y="38949"/>
                  </a:cubicBezTo>
                  <a:cubicBezTo>
                    <a:pt x="51788" y="37594"/>
                    <a:pt x="49016" y="37323"/>
                    <a:pt x="44857" y="37323"/>
                  </a:cubicBezTo>
                  <a:cubicBezTo>
                    <a:pt x="41946" y="37323"/>
                    <a:pt x="34183" y="37188"/>
                    <a:pt x="34183" y="41659"/>
                  </a:cubicBezTo>
                  <a:cubicBezTo>
                    <a:pt x="34044" y="45453"/>
                    <a:pt x="41253" y="45046"/>
                    <a:pt x="43748" y="45046"/>
                  </a:cubicBezTo>
                  <a:cubicBezTo>
                    <a:pt x="48877" y="45046"/>
                    <a:pt x="50956" y="44911"/>
                    <a:pt x="55115" y="43285"/>
                  </a:cubicBezTo>
                  <a:cubicBezTo>
                    <a:pt x="60383" y="48162"/>
                    <a:pt x="61076" y="52363"/>
                    <a:pt x="61215" y="58595"/>
                  </a:cubicBezTo>
                  <a:cubicBezTo>
                    <a:pt x="61492" y="66454"/>
                    <a:pt x="58165" y="76616"/>
                    <a:pt x="54283" y="81900"/>
                  </a:cubicBezTo>
                  <a:cubicBezTo>
                    <a:pt x="48877" y="89216"/>
                    <a:pt x="39589" y="94094"/>
                    <a:pt x="31688" y="94094"/>
                  </a:cubicBezTo>
                  <a:cubicBezTo>
                    <a:pt x="21152" y="94094"/>
                    <a:pt x="15885" y="86236"/>
                    <a:pt x="15885" y="76616"/>
                  </a:cubicBezTo>
                  <a:cubicBezTo>
                    <a:pt x="15885" y="75261"/>
                    <a:pt x="15885" y="73228"/>
                    <a:pt x="16578" y="70654"/>
                  </a:cubicBezTo>
                  <a:lnTo>
                    <a:pt x="25450" y="36375"/>
                  </a:lnTo>
                  <a:cubicBezTo>
                    <a:pt x="28499" y="24722"/>
                    <a:pt x="38480" y="3179"/>
                    <a:pt x="55115" y="3179"/>
                  </a:cubicBezTo>
                  <a:cubicBezTo>
                    <a:pt x="63155" y="3179"/>
                    <a:pt x="68007" y="7379"/>
                    <a:pt x="68007" y="15509"/>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7" name="Freeform: Shape 166">
              <a:extLst>
                <a:ext uri="{FF2B5EF4-FFF2-40B4-BE49-F238E27FC236}">
                  <a16:creationId xmlns:a16="http://schemas.microsoft.com/office/drawing/2014/main" id="{28609E25-4B5C-7798-4812-A20237F149DF}"/>
                </a:ext>
              </a:extLst>
            </p:cNvPr>
            <p:cNvSpPr/>
            <p:nvPr>
              <p:custDataLst>
                <p:tags r:id="rId74"/>
              </p:custDataLst>
            </p:nvPr>
          </p:nvSpPr>
          <p:spPr>
            <a:xfrm>
              <a:off x="8907692" y="4455844"/>
              <a:ext cx="35321" cy="62976"/>
            </a:xfrm>
            <a:custGeom>
              <a:avLst/>
              <a:gdLst>
                <a:gd name="connsiteX0" fmla="*/ 22138 w 35321"/>
                <a:gd name="connsiteY0" fmla="*/ 2720 h 62976"/>
                <a:gd name="connsiteX1" fmla="*/ 19227 w 35321"/>
                <a:gd name="connsiteY1" fmla="*/ 64 h 62976"/>
                <a:gd name="connsiteX2" fmla="*/ 208 w 35321"/>
                <a:gd name="connsiteY2" fmla="*/ 6134 h 62976"/>
                <a:gd name="connsiteX3" fmla="*/ 208 w 35321"/>
                <a:gd name="connsiteY3" fmla="*/ 9549 h 62976"/>
                <a:gd name="connsiteX4" fmla="*/ 14278 w 35321"/>
                <a:gd name="connsiteY4" fmla="*/ 6893 h 62976"/>
                <a:gd name="connsiteX5" fmla="*/ 14278 w 35321"/>
                <a:gd name="connsiteY5" fmla="*/ 55264 h 62976"/>
                <a:gd name="connsiteX6" fmla="*/ 4575 w 35321"/>
                <a:gd name="connsiteY6" fmla="*/ 59626 h 62976"/>
                <a:gd name="connsiteX7" fmla="*/ 887 w 35321"/>
                <a:gd name="connsiteY7" fmla="*/ 59626 h 62976"/>
                <a:gd name="connsiteX8" fmla="*/ 887 w 35321"/>
                <a:gd name="connsiteY8" fmla="*/ 63041 h 62976"/>
                <a:gd name="connsiteX9" fmla="*/ 18160 w 35321"/>
                <a:gd name="connsiteY9" fmla="*/ 62662 h 62976"/>
                <a:gd name="connsiteX10" fmla="*/ 35530 w 35321"/>
                <a:gd name="connsiteY10" fmla="*/ 63041 h 62976"/>
                <a:gd name="connsiteX11" fmla="*/ 35530 w 35321"/>
                <a:gd name="connsiteY11" fmla="*/ 59626 h 62976"/>
                <a:gd name="connsiteX12" fmla="*/ 31842 w 35321"/>
                <a:gd name="connsiteY12" fmla="*/ 59626 h 62976"/>
                <a:gd name="connsiteX13" fmla="*/ 22138 w 35321"/>
                <a:gd name="connsiteY13" fmla="*/ 55264 h 62976"/>
                <a:gd name="connsiteX14" fmla="*/ 22138 w 35321"/>
                <a:gd name="connsiteY14" fmla="*/ 2720 h 6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321" h="62976">
                  <a:moveTo>
                    <a:pt x="22138" y="2720"/>
                  </a:moveTo>
                  <a:cubicBezTo>
                    <a:pt x="22138" y="159"/>
                    <a:pt x="21944" y="64"/>
                    <a:pt x="19227" y="64"/>
                  </a:cubicBezTo>
                  <a:cubicBezTo>
                    <a:pt x="13017" y="6039"/>
                    <a:pt x="4187" y="6134"/>
                    <a:pt x="208" y="6134"/>
                  </a:cubicBezTo>
                  <a:lnTo>
                    <a:pt x="208" y="9549"/>
                  </a:lnTo>
                  <a:cubicBezTo>
                    <a:pt x="2537" y="9549"/>
                    <a:pt x="8941" y="9549"/>
                    <a:pt x="14278" y="6893"/>
                  </a:cubicBezTo>
                  <a:lnTo>
                    <a:pt x="14278" y="55264"/>
                  </a:lnTo>
                  <a:cubicBezTo>
                    <a:pt x="14278" y="58394"/>
                    <a:pt x="14278" y="59626"/>
                    <a:pt x="4575" y="59626"/>
                  </a:cubicBezTo>
                  <a:lnTo>
                    <a:pt x="887" y="59626"/>
                  </a:lnTo>
                  <a:lnTo>
                    <a:pt x="887" y="63041"/>
                  </a:lnTo>
                  <a:cubicBezTo>
                    <a:pt x="2634" y="62946"/>
                    <a:pt x="14570" y="62662"/>
                    <a:pt x="18160" y="62662"/>
                  </a:cubicBezTo>
                  <a:cubicBezTo>
                    <a:pt x="21168" y="62662"/>
                    <a:pt x="33395" y="62946"/>
                    <a:pt x="35530" y="63041"/>
                  </a:cubicBezTo>
                  <a:lnTo>
                    <a:pt x="35530" y="59626"/>
                  </a:lnTo>
                  <a:lnTo>
                    <a:pt x="31842" y="59626"/>
                  </a:lnTo>
                  <a:cubicBezTo>
                    <a:pt x="22138" y="59626"/>
                    <a:pt x="22138" y="58394"/>
                    <a:pt x="22138" y="55264"/>
                  </a:cubicBezTo>
                  <a:lnTo>
                    <a:pt x="22138" y="272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8" name="Freeform: Shape 167">
              <a:extLst>
                <a:ext uri="{FF2B5EF4-FFF2-40B4-BE49-F238E27FC236}">
                  <a16:creationId xmlns:a16="http://schemas.microsoft.com/office/drawing/2014/main" id="{E56E27BE-A0E8-F25C-C5DA-C2BE2E575013}"/>
                </a:ext>
              </a:extLst>
            </p:cNvPr>
            <p:cNvSpPr/>
            <p:nvPr>
              <p:custDataLst>
                <p:tags r:id="rId75"/>
              </p:custDataLst>
            </p:nvPr>
          </p:nvSpPr>
          <p:spPr>
            <a:xfrm>
              <a:off x="8963323" y="4438610"/>
              <a:ext cx="69034" cy="61377"/>
            </a:xfrm>
            <a:custGeom>
              <a:avLst/>
              <a:gdLst>
                <a:gd name="connsiteX0" fmla="*/ 42493 w 69034"/>
                <a:gd name="connsiteY0" fmla="*/ 19032 h 61377"/>
                <a:gd name="connsiteX1" fmla="*/ 56217 w 69034"/>
                <a:gd name="connsiteY1" fmla="*/ 3044 h 61377"/>
                <a:gd name="connsiteX2" fmla="*/ 63148 w 69034"/>
                <a:gd name="connsiteY2" fmla="*/ 4805 h 61377"/>
                <a:gd name="connsiteX3" fmla="*/ 56494 w 69034"/>
                <a:gd name="connsiteY3" fmla="*/ 12122 h 61377"/>
                <a:gd name="connsiteX4" fmla="*/ 61762 w 69034"/>
                <a:gd name="connsiteY4" fmla="*/ 16864 h 61377"/>
                <a:gd name="connsiteX5" fmla="*/ 69247 w 69034"/>
                <a:gd name="connsiteY5" fmla="*/ 9005 h 61377"/>
                <a:gd name="connsiteX6" fmla="*/ 56355 w 69034"/>
                <a:gd name="connsiteY6" fmla="*/ 63 h 61377"/>
                <a:gd name="connsiteX7" fmla="*/ 41800 w 69034"/>
                <a:gd name="connsiteY7" fmla="*/ 10360 h 61377"/>
                <a:gd name="connsiteX8" fmla="*/ 26828 w 69034"/>
                <a:gd name="connsiteY8" fmla="*/ 63 h 61377"/>
                <a:gd name="connsiteX9" fmla="*/ 4510 w 69034"/>
                <a:gd name="connsiteY9" fmla="*/ 20929 h 61377"/>
                <a:gd name="connsiteX10" fmla="*/ 6173 w 69034"/>
                <a:gd name="connsiteY10" fmla="*/ 22283 h 61377"/>
                <a:gd name="connsiteX11" fmla="*/ 7976 w 69034"/>
                <a:gd name="connsiteY11" fmla="*/ 20793 h 61377"/>
                <a:gd name="connsiteX12" fmla="*/ 26551 w 69034"/>
                <a:gd name="connsiteY12" fmla="*/ 3044 h 61377"/>
                <a:gd name="connsiteX13" fmla="*/ 34037 w 69034"/>
                <a:gd name="connsiteY13" fmla="*/ 12122 h 61377"/>
                <a:gd name="connsiteX14" fmla="*/ 26551 w 69034"/>
                <a:gd name="connsiteY14" fmla="*/ 44369 h 61377"/>
                <a:gd name="connsiteX15" fmla="*/ 13382 w 69034"/>
                <a:gd name="connsiteY15" fmla="*/ 58460 h 61377"/>
                <a:gd name="connsiteX16" fmla="*/ 6451 w 69034"/>
                <a:gd name="connsiteY16" fmla="*/ 56698 h 61377"/>
                <a:gd name="connsiteX17" fmla="*/ 12966 w 69034"/>
                <a:gd name="connsiteY17" fmla="*/ 49382 h 61377"/>
                <a:gd name="connsiteX18" fmla="*/ 7837 w 69034"/>
                <a:gd name="connsiteY18" fmla="*/ 44640 h 61377"/>
                <a:gd name="connsiteX19" fmla="*/ 213 w 69034"/>
                <a:gd name="connsiteY19" fmla="*/ 52498 h 61377"/>
                <a:gd name="connsiteX20" fmla="*/ 13243 w 69034"/>
                <a:gd name="connsiteY20" fmla="*/ 61441 h 61377"/>
                <a:gd name="connsiteX21" fmla="*/ 27799 w 69034"/>
                <a:gd name="connsiteY21" fmla="*/ 51143 h 61377"/>
                <a:gd name="connsiteX22" fmla="*/ 42770 w 69034"/>
                <a:gd name="connsiteY22" fmla="*/ 61441 h 61377"/>
                <a:gd name="connsiteX23" fmla="*/ 64950 w 69034"/>
                <a:gd name="connsiteY23" fmla="*/ 40575 h 61377"/>
                <a:gd name="connsiteX24" fmla="*/ 63286 w 69034"/>
                <a:gd name="connsiteY24" fmla="*/ 39220 h 61377"/>
                <a:gd name="connsiteX25" fmla="*/ 61484 w 69034"/>
                <a:gd name="connsiteY25" fmla="*/ 40710 h 61377"/>
                <a:gd name="connsiteX26" fmla="*/ 43047 w 69034"/>
                <a:gd name="connsiteY26" fmla="*/ 58460 h 61377"/>
                <a:gd name="connsiteX27" fmla="*/ 35423 w 69034"/>
                <a:gd name="connsiteY27" fmla="*/ 49517 h 61377"/>
                <a:gd name="connsiteX28" fmla="*/ 37780 w 69034"/>
                <a:gd name="connsiteY28" fmla="*/ 37594 h 61377"/>
                <a:gd name="connsiteX29" fmla="*/ 42493 w 69034"/>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34" h="61377">
                  <a:moveTo>
                    <a:pt x="42493" y="19032"/>
                  </a:moveTo>
                  <a:cubicBezTo>
                    <a:pt x="43325" y="15509"/>
                    <a:pt x="46513" y="3044"/>
                    <a:pt x="56217" y="3044"/>
                  </a:cubicBezTo>
                  <a:cubicBezTo>
                    <a:pt x="56910" y="3044"/>
                    <a:pt x="60237" y="3044"/>
                    <a:pt x="63148" y="4805"/>
                  </a:cubicBezTo>
                  <a:cubicBezTo>
                    <a:pt x="59266" y="5482"/>
                    <a:pt x="56494" y="8870"/>
                    <a:pt x="56494" y="12122"/>
                  </a:cubicBezTo>
                  <a:cubicBezTo>
                    <a:pt x="56494" y="14289"/>
                    <a:pt x="58019" y="16864"/>
                    <a:pt x="61762" y="16864"/>
                  </a:cubicBezTo>
                  <a:cubicBezTo>
                    <a:pt x="64811" y="16864"/>
                    <a:pt x="69247" y="14425"/>
                    <a:pt x="69247" y="9005"/>
                  </a:cubicBezTo>
                  <a:cubicBezTo>
                    <a:pt x="69247" y="1960"/>
                    <a:pt x="61069" y="63"/>
                    <a:pt x="56355" y="63"/>
                  </a:cubicBezTo>
                  <a:cubicBezTo>
                    <a:pt x="48315" y="63"/>
                    <a:pt x="43463" y="7244"/>
                    <a:pt x="41800" y="10360"/>
                  </a:cubicBezTo>
                  <a:cubicBezTo>
                    <a:pt x="38334" y="1418"/>
                    <a:pt x="30848" y="63"/>
                    <a:pt x="26828" y="63"/>
                  </a:cubicBezTo>
                  <a:cubicBezTo>
                    <a:pt x="12411" y="63"/>
                    <a:pt x="4510" y="17541"/>
                    <a:pt x="4510" y="20929"/>
                  </a:cubicBezTo>
                  <a:cubicBezTo>
                    <a:pt x="4510" y="22283"/>
                    <a:pt x="5896" y="22283"/>
                    <a:pt x="6173" y="22283"/>
                  </a:cubicBezTo>
                  <a:cubicBezTo>
                    <a:pt x="7282" y="22283"/>
                    <a:pt x="7698" y="22012"/>
                    <a:pt x="7976" y="20793"/>
                  </a:cubicBezTo>
                  <a:cubicBezTo>
                    <a:pt x="12689" y="6431"/>
                    <a:pt x="21838" y="3044"/>
                    <a:pt x="26551" y="3044"/>
                  </a:cubicBezTo>
                  <a:cubicBezTo>
                    <a:pt x="29185" y="3044"/>
                    <a:pt x="34037" y="4263"/>
                    <a:pt x="34037" y="12122"/>
                  </a:cubicBezTo>
                  <a:cubicBezTo>
                    <a:pt x="34037" y="16322"/>
                    <a:pt x="31680" y="25400"/>
                    <a:pt x="26551" y="44369"/>
                  </a:cubicBezTo>
                  <a:cubicBezTo>
                    <a:pt x="24333" y="52769"/>
                    <a:pt x="19481" y="58460"/>
                    <a:pt x="13382" y="58460"/>
                  </a:cubicBezTo>
                  <a:cubicBezTo>
                    <a:pt x="12550" y="58460"/>
                    <a:pt x="9362" y="58460"/>
                    <a:pt x="6451" y="56698"/>
                  </a:cubicBezTo>
                  <a:cubicBezTo>
                    <a:pt x="9916" y="56021"/>
                    <a:pt x="12966" y="53176"/>
                    <a:pt x="12966" y="49382"/>
                  </a:cubicBezTo>
                  <a:cubicBezTo>
                    <a:pt x="12966" y="45724"/>
                    <a:pt x="9916" y="44640"/>
                    <a:pt x="7837" y="44640"/>
                  </a:cubicBezTo>
                  <a:cubicBezTo>
                    <a:pt x="3678" y="44640"/>
                    <a:pt x="213" y="48162"/>
                    <a:pt x="213" y="52498"/>
                  </a:cubicBezTo>
                  <a:cubicBezTo>
                    <a:pt x="213" y="58731"/>
                    <a:pt x="7144" y="61441"/>
                    <a:pt x="13243" y="61441"/>
                  </a:cubicBezTo>
                  <a:cubicBezTo>
                    <a:pt x="22392" y="61441"/>
                    <a:pt x="27383" y="51956"/>
                    <a:pt x="27799" y="51143"/>
                  </a:cubicBezTo>
                  <a:cubicBezTo>
                    <a:pt x="29462" y="56156"/>
                    <a:pt x="34453" y="61441"/>
                    <a:pt x="42770" y="61441"/>
                  </a:cubicBezTo>
                  <a:cubicBezTo>
                    <a:pt x="57048" y="61441"/>
                    <a:pt x="64950" y="43962"/>
                    <a:pt x="64950" y="40575"/>
                  </a:cubicBezTo>
                  <a:cubicBezTo>
                    <a:pt x="64950" y="39220"/>
                    <a:pt x="63702" y="39220"/>
                    <a:pt x="63286" y="39220"/>
                  </a:cubicBezTo>
                  <a:cubicBezTo>
                    <a:pt x="62039" y="39220"/>
                    <a:pt x="61762" y="39762"/>
                    <a:pt x="61484" y="40710"/>
                  </a:cubicBezTo>
                  <a:cubicBezTo>
                    <a:pt x="56910" y="55208"/>
                    <a:pt x="47483" y="58460"/>
                    <a:pt x="43047" y="58460"/>
                  </a:cubicBezTo>
                  <a:cubicBezTo>
                    <a:pt x="37641" y="58460"/>
                    <a:pt x="35423" y="54124"/>
                    <a:pt x="35423" y="49517"/>
                  </a:cubicBezTo>
                  <a:cubicBezTo>
                    <a:pt x="35423" y="46536"/>
                    <a:pt x="36255" y="43556"/>
                    <a:pt x="37780" y="37594"/>
                  </a:cubicBezTo>
                  <a:lnTo>
                    <a:pt x="42493"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69" name="Freeform: Shape 168">
              <a:extLst>
                <a:ext uri="{FF2B5EF4-FFF2-40B4-BE49-F238E27FC236}">
                  <a16:creationId xmlns:a16="http://schemas.microsoft.com/office/drawing/2014/main" id="{741E28F9-E8F3-5E0E-5BAB-CDCD93C89F6E}"/>
                </a:ext>
              </a:extLst>
            </p:cNvPr>
            <p:cNvSpPr/>
            <p:nvPr>
              <p:custDataLst>
                <p:tags r:id="rId76"/>
              </p:custDataLst>
            </p:nvPr>
          </p:nvSpPr>
          <p:spPr>
            <a:xfrm>
              <a:off x="9055027" y="4396879"/>
              <a:ext cx="5544" cy="135491"/>
            </a:xfrm>
            <a:custGeom>
              <a:avLst/>
              <a:gdLst>
                <a:gd name="connsiteX0" fmla="*/ 5763 w 5544"/>
                <a:gd name="connsiteY0" fmla="*/ 4940 h 135491"/>
                <a:gd name="connsiteX1" fmla="*/ 2991 w 5544"/>
                <a:gd name="connsiteY1" fmla="*/ 63 h 135491"/>
                <a:gd name="connsiteX2" fmla="*/ 218 w 5544"/>
                <a:gd name="connsiteY2" fmla="*/ 4940 h 135491"/>
                <a:gd name="connsiteX3" fmla="*/ 218 w 5544"/>
                <a:gd name="connsiteY3" fmla="*/ 130677 h 135491"/>
                <a:gd name="connsiteX4" fmla="*/ 2991 w 5544"/>
                <a:gd name="connsiteY4" fmla="*/ 135555 h 135491"/>
                <a:gd name="connsiteX5" fmla="*/ 5763 w 5544"/>
                <a:gd name="connsiteY5" fmla="*/ 130677 h 135491"/>
                <a:gd name="connsiteX6" fmla="*/ 5763 w 5544"/>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4" h="135491">
                  <a:moveTo>
                    <a:pt x="5763" y="4940"/>
                  </a:moveTo>
                  <a:cubicBezTo>
                    <a:pt x="5763" y="2502"/>
                    <a:pt x="5763" y="63"/>
                    <a:pt x="2991" y="63"/>
                  </a:cubicBezTo>
                  <a:cubicBezTo>
                    <a:pt x="218" y="63"/>
                    <a:pt x="218" y="2502"/>
                    <a:pt x="218" y="4940"/>
                  </a:cubicBezTo>
                  <a:lnTo>
                    <a:pt x="218" y="130677"/>
                  </a:lnTo>
                  <a:cubicBezTo>
                    <a:pt x="218" y="133116"/>
                    <a:pt x="218" y="135555"/>
                    <a:pt x="2991" y="135555"/>
                  </a:cubicBezTo>
                  <a:cubicBezTo>
                    <a:pt x="5763" y="135555"/>
                    <a:pt x="5763" y="133116"/>
                    <a:pt x="5763" y="130677"/>
                  </a:cubicBezTo>
                  <a:lnTo>
                    <a:pt x="5763"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0" name="Freeform: Shape 169">
              <a:extLst>
                <a:ext uri="{FF2B5EF4-FFF2-40B4-BE49-F238E27FC236}">
                  <a16:creationId xmlns:a16="http://schemas.microsoft.com/office/drawing/2014/main" id="{423A9B20-3B66-0930-5851-9AB5A3517512}"/>
                </a:ext>
              </a:extLst>
            </p:cNvPr>
            <p:cNvSpPr/>
            <p:nvPr>
              <p:custDataLst>
                <p:tags r:id="rId77"/>
              </p:custDataLst>
            </p:nvPr>
          </p:nvSpPr>
          <p:spPr>
            <a:xfrm>
              <a:off x="9081058" y="4438610"/>
              <a:ext cx="69034" cy="61377"/>
            </a:xfrm>
            <a:custGeom>
              <a:avLst/>
              <a:gdLst>
                <a:gd name="connsiteX0" fmla="*/ 42501 w 69034"/>
                <a:gd name="connsiteY0" fmla="*/ 19032 h 61377"/>
                <a:gd name="connsiteX1" fmla="*/ 56225 w 69034"/>
                <a:gd name="connsiteY1" fmla="*/ 3044 h 61377"/>
                <a:gd name="connsiteX2" fmla="*/ 63156 w 69034"/>
                <a:gd name="connsiteY2" fmla="*/ 4805 h 61377"/>
                <a:gd name="connsiteX3" fmla="*/ 56502 w 69034"/>
                <a:gd name="connsiteY3" fmla="*/ 12122 h 61377"/>
                <a:gd name="connsiteX4" fmla="*/ 61770 w 69034"/>
                <a:gd name="connsiteY4" fmla="*/ 16864 h 61377"/>
                <a:gd name="connsiteX5" fmla="*/ 69256 w 69034"/>
                <a:gd name="connsiteY5" fmla="*/ 9005 h 61377"/>
                <a:gd name="connsiteX6" fmla="*/ 56364 w 69034"/>
                <a:gd name="connsiteY6" fmla="*/ 63 h 61377"/>
                <a:gd name="connsiteX7" fmla="*/ 41808 w 69034"/>
                <a:gd name="connsiteY7" fmla="*/ 10360 h 61377"/>
                <a:gd name="connsiteX8" fmla="*/ 26837 w 69034"/>
                <a:gd name="connsiteY8" fmla="*/ 63 h 61377"/>
                <a:gd name="connsiteX9" fmla="*/ 4518 w 69034"/>
                <a:gd name="connsiteY9" fmla="*/ 20929 h 61377"/>
                <a:gd name="connsiteX10" fmla="*/ 6182 w 69034"/>
                <a:gd name="connsiteY10" fmla="*/ 22283 h 61377"/>
                <a:gd name="connsiteX11" fmla="*/ 7984 w 69034"/>
                <a:gd name="connsiteY11" fmla="*/ 20793 h 61377"/>
                <a:gd name="connsiteX12" fmla="*/ 26560 w 69034"/>
                <a:gd name="connsiteY12" fmla="*/ 3044 h 61377"/>
                <a:gd name="connsiteX13" fmla="*/ 34045 w 69034"/>
                <a:gd name="connsiteY13" fmla="*/ 12122 h 61377"/>
                <a:gd name="connsiteX14" fmla="*/ 26560 w 69034"/>
                <a:gd name="connsiteY14" fmla="*/ 44369 h 61377"/>
                <a:gd name="connsiteX15" fmla="*/ 13390 w 69034"/>
                <a:gd name="connsiteY15" fmla="*/ 58460 h 61377"/>
                <a:gd name="connsiteX16" fmla="*/ 6459 w 69034"/>
                <a:gd name="connsiteY16" fmla="*/ 56698 h 61377"/>
                <a:gd name="connsiteX17" fmla="*/ 12974 w 69034"/>
                <a:gd name="connsiteY17" fmla="*/ 49382 h 61377"/>
                <a:gd name="connsiteX18" fmla="*/ 7845 w 69034"/>
                <a:gd name="connsiteY18" fmla="*/ 44640 h 61377"/>
                <a:gd name="connsiteX19" fmla="*/ 221 w 69034"/>
                <a:gd name="connsiteY19" fmla="*/ 52498 h 61377"/>
                <a:gd name="connsiteX20" fmla="*/ 13252 w 69034"/>
                <a:gd name="connsiteY20" fmla="*/ 61441 h 61377"/>
                <a:gd name="connsiteX21" fmla="*/ 27807 w 69034"/>
                <a:gd name="connsiteY21" fmla="*/ 51143 h 61377"/>
                <a:gd name="connsiteX22" fmla="*/ 42779 w 69034"/>
                <a:gd name="connsiteY22" fmla="*/ 61441 h 61377"/>
                <a:gd name="connsiteX23" fmla="*/ 64958 w 69034"/>
                <a:gd name="connsiteY23" fmla="*/ 40575 h 61377"/>
                <a:gd name="connsiteX24" fmla="*/ 63295 w 69034"/>
                <a:gd name="connsiteY24" fmla="*/ 39220 h 61377"/>
                <a:gd name="connsiteX25" fmla="*/ 61493 w 69034"/>
                <a:gd name="connsiteY25" fmla="*/ 40710 h 61377"/>
                <a:gd name="connsiteX26" fmla="*/ 43056 w 69034"/>
                <a:gd name="connsiteY26" fmla="*/ 58460 h 61377"/>
                <a:gd name="connsiteX27" fmla="*/ 35432 w 69034"/>
                <a:gd name="connsiteY27" fmla="*/ 49517 h 61377"/>
                <a:gd name="connsiteX28" fmla="*/ 37788 w 69034"/>
                <a:gd name="connsiteY28" fmla="*/ 37594 h 61377"/>
                <a:gd name="connsiteX29" fmla="*/ 42501 w 69034"/>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34" h="61377">
                  <a:moveTo>
                    <a:pt x="42501" y="19032"/>
                  </a:moveTo>
                  <a:cubicBezTo>
                    <a:pt x="43333" y="15509"/>
                    <a:pt x="46521" y="3044"/>
                    <a:pt x="56225" y="3044"/>
                  </a:cubicBezTo>
                  <a:cubicBezTo>
                    <a:pt x="56918" y="3044"/>
                    <a:pt x="60245" y="3044"/>
                    <a:pt x="63156" y="4805"/>
                  </a:cubicBezTo>
                  <a:cubicBezTo>
                    <a:pt x="59275" y="5482"/>
                    <a:pt x="56502" y="8870"/>
                    <a:pt x="56502" y="12122"/>
                  </a:cubicBezTo>
                  <a:cubicBezTo>
                    <a:pt x="56502" y="14289"/>
                    <a:pt x="58027" y="16864"/>
                    <a:pt x="61770" y="16864"/>
                  </a:cubicBezTo>
                  <a:cubicBezTo>
                    <a:pt x="64820" y="16864"/>
                    <a:pt x="69256" y="14425"/>
                    <a:pt x="69256" y="9005"/>
                  </a:cubicBezTo>
                  <a:cubicBezTo>
                    <a:pt x="69256" y="1960"/>
                    <a:pt x="61077" y="63"/>
                    <a:pt x="56364" y="63"/>
                  </a:cubicBezTo>
                  <a:cubicBezTo>
                    <a:pt x="48324" y="63"/>
                    <a:pt x="43472" y="7244"/>
                    <a:pt x="41808" y="10360"/>
                  </a:cubicBezTo>
                  <a:cubicBezTo>
                    <a:pt x="38343" y="1418"/>
                    <a:pt x="30857" y="63"/>
                    <a:pt x="26837" y="63"/>
                  </a:cubicBezTo>
                  <a:cubicBezTo>
                    <a:pt x="12420" y="63"/>
                    <a:pt x="4518" y="17541"/>
                    <a:pt x="4518" y="20929"/>
                  </a:cubicBezTo>
                  <a:cubicBezTo>
                    <a:pt x="4518" y="22283"/>
                    <a:pt x="5905" y="22283"/>
                    <a:pt x="6182" y="22283"/>
                  </a:cubicBezTo>
                  <a:cubicBezTo>
                    <a:pt x="7291" y="22283"/>
                    <a:pt x="7707" y="22012"/>
                    <a:pt x="7984" y="20793"/>
                  </a:cubicBezTo>
                  <a:cubicBezTo>
                    <a:pt x="12697" y="6431"/>
                    <a:pt x="21846" y="3044"/>
                    <a:pt x="26560" y="3044"/>
                  </a:cubicBezTo>
                  <a:cubicBezTo>
                    <a:pt x="29193" y="3044"/>
                    <a:pt x="34045" y="4263"/>
                    <a:pt x="34045" y="12122"/>
                  </a:cubicBezTo>
                  <a:cubicBezTo>
                    <a:pt x="34045" y="16322"/>
                    <a:pt x="31689" y="25400"/>
                    <a:pt x="26560" y="44369"/>
                  </a:cubicBezTo>
                  <a:cubicBezTo>
                    <a:pt x="24342" y="52769"/>
                    <a:pt x="19490" y="58460"/>
                    <a:pt x="13390" y="58460"/>
                  </a:cubicBezTo>
                  <a:cubicBezTo>
                    <a:pt x="12559" y="58460"/>
                    <a:pt x="9370" y="58460"/>
                    <a:pt x="6459" y="56698"/>
                  </a:cubicBezTo>
                  <a:cubicBezTo>
                    <a:pt x="9925" y="56021"/>
                    <a:pt x="12974" y="53176"/>
                    <a:pt x="12974" y="49382"/>
                  </a:cubicBezTo>
                  <a:cubicBezTo>
                    <a:pt x="12974" y="45724"/>
                    <a:pt x="9925" y="44640"/>
                    <a:pt x="7845" y="44640"/>
                  </a:cubicBezTo>
                  <a:cubicBezTo>
                    <a:pt x="3687" y="44640"/>
                    <a:pt x="221" y="48162"/>
                    <a:pt x="221" y="52498"/>
                  </a:cubicBezTo>
                  <a:cubicBezTo>
                    <a:pt x="221" y="58731"/>
                    <a:pt x="7152" y="61441"/>
                    <a:pt x="13252" y="61441"/>
                  </a:cubicBezTo>
                  <a:cubicBezTo>
                    <a:pt x="22401" y="61441"/>
                    <a:pt x="27391" y="51956"/>
                    <a:pt x="27807" y="51143"/>
                  </a:cubicBezTo>
                  <a:cubicBezTo>
                    <a:pt x="29471" y="56156"/>
                    <a:pt x="34461" y="61441"/>
                    <a:pt x="42779" y="61441"/>
                  </a:cubicBezTo>
                  <a:cubicBezTo>
                    <a:pt x="57057" y="61441"/>
                    <a:pt x="64958" y="43962"/>
                    <a:pt x="64958" y="40575"/>
                  </a:cubicBezTo>
                  <a:cubicBezTo>
                    <a:pt x="64958" y="39220"/>
                    <a:pt x="63711" y="39220"/>
                    <a:pt x="63295" y="39220"/>
                  </a:cubicBezTo>
                  <a:cubicBezTo>
                    <a:pt x="62047" y="39220"/>
                    <a:pt x="61770" y="39762"/>
                    <a:pt x="61493" y="40710"/>
                  </a:cubicBezTo>
                  <a:cubicBezTo>
                    <a:pt x="56918" y="55208"/>
                    <a:pt x="47492" y="58460"/>
                    <a:pt x="43056" y="58460"/>
                  </a:cubicBezTo>
                  <a:cubicBezTo>
                    <a:pt x="37650" y="58460"/>
                    <a:pt x="35432" y="54124"/>
                    <a:pt x="35432" y="49517"/>
                  </a:cubicBezTo>
                  <a:cubicBezTo>
                    <a:pt x="35432" y="46536"/>
                    <a:pt x="36263" y="43556"/>
                    <a:pt x="37788" y="37594"/>
                  </a:cubicBezTo>
                  <a:lnTo>
                    <a:pt x="42501"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1" name="Freeform: Shape 170">
              <a:extLst>
                <a:ext uri="{FF2B5EF4-FFF2-40B4-BE49-F238E27FC236}">
                  <a16:creationId xmlns:a16="http://schemas.microsoft.com/office/drawing/2014/main" id="{4E85E49E-8871-3297-5F6C-BCB648CD4566}"/>
                </a:ext>
              </a:extLst>
            </p:cNvPr>
            <p:cNvSpPr/>
            <p:nvPr>
              <p:custDataLst>
                <p:tags r:id="rId78"/>
              </p:custDataLst>
            </p:nvPr>
          </p:nvSpPr>
          <p:spPr>
            <a:xfrm>
              <a:off x="9159315" y="4396879"/>
              <a:ext cx="18991" cy="135491"/>
            </a:xfrm>
            <a:custGeom>
              <a:avLst/>
              <a:gdLst>
                <a:gd name="connsiteX0" fmla="*/ 19218 w 18991"/>
                <a:gd name="connsiteY0" fmla="*/ 63 h 135491"/>
                <a:gd name="connsiteX1" fmla="*/ 227 w 18991"/>
                <a:gd name="connsiteY1" fmla="*/ 63 h 135491"/>
                <a:gd name="connsiteX2" fmla="*/ 227 w 18991"/>
                <a:gd name="connsiteY2" fmla="*/ 5482 h 135491"/>
                <a:gd name="connsiteX3" fmla="*/ 13673 w 18991"/>
                <a:gd name="connsiteY3" fmla="*/ 5482 h 135491"/>
                <a:gd name="connsiteX4" fmla="*/ 13673 w 18991"/>
                <a:gd name="connsiteY4" fmla="*/ 130135 h 135491"/>
                <a:gd name="connsiteX5" fmla="*/ 227 w 18991"/>
                <a:gd name="connsiteY5" fmla="*/ 130135 h 135491"/>
                <a:gd name="connsiteX6" fmla="*/ 227 w 18991"/>
                <a:gd name="connsiteY6" fmla="*/ 135555 h 135491"/>
                <a:gd name="connsiteX7" fmla="*/ 19218 w 18991"/>
                <a:gd name="connsiteY7" fmla="*/ 135555 h 135491"/>
                <a:gd name="connsiteX8" fmla="*/ 19218 w 18991"/>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218" y="63"/>
                  </a:moveTo>
                  <a:lnTo>
                    <a:pt x="227" y="63"/>
                  </a:lnTo>
                  <a:lnTo>
                    <a:pt x="227" y="5482"/>
                  </a:lnTo>
                  <a:lnTo>
                    <a:pt x="13673" y="5482"/>
                  </a:lnTo>
                  <a:lnTo>
                    <a:pt x="13673" y="130135"/>
                  </a:lnTo>
                  <a:lnTo>
                    <a:pt x="227" y="130135"/>
                  </a:lnTo>
                  <a:lnTo>
                    <a:pt x="227" y="135555"/>
                  </a:lnTo>
                  <a:lnTo>
                    <a:pt x="19218" y="135555"/>
                  </a:lnTo>
                  <a:lnTo>
                    <a:pt x="19218"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2" name="Freeform: Shape 171">
              <a:extLst>
                <a:ext uri="{FF2B5EF4-FFF2-40B4-BE49-F238E27FC236}">
                  <a16:creationId xmlns:a16="http://schemas.microsoft.com/office/drawing/2014/main" id="{019EEC32-B83A-1431-6BC9-3DBE7F7ECCE3}"/>
                </a:ext>
              </a:extLst>
            </p:cNvPr>
            <p:cNvSpPr/>
            <p:nvPr>
              <p:custDataLst>
                <p:tags r:id="rId79"/>
              </p:custDataLst>
            </p:nvPr>
          </p:nvSpPr>
          <p:spPr>
            <a:xfrm>
              <a:off x="9233339" y="4419506"/>
              <a:ext cx="92184" cy="90237"/>
            </a:xfrm>
            <a:custGeom>
              <a:avLst/>
              <a:gdLst>
                <a:gd name="connsiteX0" fmla="*/ 49166 w 92184"/>
                <a:gd name="connsiteY0" fmla="*/ 47891 h 90237"/>
                <a:gd name="connsiteX1" fmla="*/ 87842 w 92184"/>
                <a:gd name="connsiteY1" fmla="*/ 47891 h 90237"/>
                <a:gd name="connsiteX2" fmla="*/ 92417 w 92184"/>
                <a:gd name="connsiteY2" fmla="*/ 45182 h 90237"/>
                <a:gd name="connsiteX3" fmla="*/ 87842 w 92184"/>
                <a:gd name="connsiteY3" fmla="*/ 42472 h 90237"/>
                <a:gd name="connsiteX4" fmla="*/ 49166 w 92184"/>
                <a:gd name="connsiteY4" fmla="*/ 42472 h 90237"/>
                <a:gd name="connsiteX5" fmla="*/ 49166 w 92184"/>
                <a:gd name="connsiteY5" fmla="*/ 4534 h 90237"/>
                <a:gd name="connsiteX6" fmla="*/ 46394 w 92184"/>
                <a:gd name="connsiteY6" fmla="*/ 63 h 90237"/>
                <a:gd name="connsiteX7" fmla="*/ 43621 w 92184"/>
                <a:gd name="connsiteY7" fmla="*/ 4534 h 90237"/>
                <a:gd name="connsiteX8" fmla="*/ 43621 w 92184"/>
                <a:gd name="connsiteY8" fmla="*/ 42472 h 90237"/>
                <a:gd name="connsiteX9" fmla="*/ 4806 w 92184"/>
                <a:gd name="connsiteY9" fmla="*/ 42472 h 90237"/>
                <a:gd name="connsiteX10" fmla="*/ 232 w 92184"/>
                <a:gd name="connsiteY10" fmla="*/ 45182 h 90237"/>
                <a:gd name="connsiteX11" fmla="*/ 4806 w 92184"/>
                <a:gd name="connsiteY11" fmla="*/ 47891 h 90237"/>
                <a:gd name="connsiteX12" fmla="*/ 43621 w 92184"/>
                <a:gd name="connsiteY12" fmla="*/ 47891 h 90237"/>
                <a:gd name="connsiteX13" fmla="*/ 43621 w 92184"/>
                <a:gd name="connsiteY13" fmla="*/ 85829 h 90237"/>
                <a:gd name="connsiteX14" fmla="*/ 46394 w 92184"/>
                <a:gd name="connsiteY14" fmla="*/ 90300 h 90237"/>
                <a:gd name="connsiteX15" fmla="*/ 49166 w 92184"/>
                <a:gd name="connsiteY15" fmla="*/ 85829 h 90237"/>
                <a:gd name="connsiteX16" fmla="*/ 49166 w 92184"/>
                <a:gd name="connsiteY16" fmla="*/ 47891 h 9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184" h="90237">
                  <a:moveTo>
                    <a:pt x="49166" y="47891"/>
                  </a:moveTo>
                  <a:lnTo>
                    <a:pt x="87842" y="47891"/>
                  </a:lnTo>
                  <a:cubicBezTo>
                    <a:pt x="89783" y="47891"/>
                    <a:pt x="92417" y="47891"/>
                    <a:pt x="92417" y="45182"/>
                  </a:cubicBezTo>
                  <a:cubicBezTo>
                    <a:pt x="92417" y="42472"/>
                    <a:pt x="89783" y="42472"/>
                    <a:pt x="87842" y="42472"/>
                  </a:cubicBezTo>
                  <a:lnTo>
                    <a:pt x="49166" y="42472"/>
                  </a:lnTo>
                  <a:lnTo>
                    <a:pt x="49166" y="4534"/>
                  </a:lnTo>
                  <a:cubicBezTo>
                    <a:pt x="49166" y="2637"/>
                    <a:pt x="49166" y="63"/>
                    <a:pt x="46394" y="63"/>
                  </a:cubicBezTo>
                  <a:cubicBezTo>
                    <a:pt x="43621" y="63"/>
                    <a:pt x="43621" y="2637"/>
                    <a:pt x="43621" y="4534"/>
                  </a:cubicBezTo>
                  <a:lnTo>
                    <a:pt x="43621" y="42472"/>
                  </a:lnTo>
                  <a:lnTo>
                    <a:pt x="4806" y="42472"/>
                  </a:lnTo>
                  <a:cubicBezTo>
                    <a:pt x="2866" y="42472"/>
                    <a:pt x="232" y="42472"/>
                    <a:pt x="232" y="45182"/>
                  </a:cubicBezTo>
                  <a:cubicBezTo>
                    <a:pt x="232" y="47891"/>
                    <a:pt x="2866" y="47891"/>
                    <a:pt x="4806" y="47891"/>
                  </a:cubicBezTo>
                  <a:lnTo>
                    <a:pt x="43621" y="47891"/>
                  </a:lnTo>
                  <a:lnTo>
                    <a:pt x="43621" y="85829"/>
                  </a:lnTo>
                  <a:cubicBezTo>
                    <a:pt x="43621" y="87726"/>
                    <a:pt x="43621" y="90300"/>
                    <a:pt x="46394" y="90300"/>
                  </a:cubicBezTo>
                  <a:cubicBezTo>
                    <a:pt x="49166" y="90300"/>
                    <a:pt x="49166" y="87726"/>
                    <a:pt x="49166" y="85829"/>
                  </a:cubicBezTo>
                  <a:lnTo>
                    <a:pt x="49166" y="47891"/>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3" name="Freeform: Shape 172">
              <a:extLst>
                <a:ext uri="{FF2B5EF4-FFF2-40B4-BE49-F238E27FC236}">
                  <a16:creationId xmlns:a16="http://schemas.microsoft.com/office/drawing/2014/main" id="{DAE7A01B-C164-71EC-7997-1219F6CE04F3}"/>
                </a:ext>
              </a:extLst>
            </p:cNvPr>
            <p:cNvSpPr/>
            <p:nvPr>
              <p:custDataLst>
                <p:tags r:id="rId80"/>
              </p:custDataLst>
            </p:nvPr>
          </p:nvSpPr>
          <p:spPr>
            <a:xfrm>
              <a:off x="9371963" y="4405957"/>
              <a:ext cx="98838" cy="95521"/>
            </a:xfrm>
            <a:custGeom>
              <a:avLst/>
              <a:gdLst>
                <a:gd name="connsiteX0" fmla="*/ 79535 w 98838"/>
                <a:gd name="connsiteY0" fmla="*/ 15509 h 95521"/>
                <a:gd name="connsiteX1" fmla="*/ 97278 w 98838"/>
                <a:gd name="connsiteY1" fmla="*/ 4263 h 95521"/>
                <a:gd name="connsiteX2" fmla="*/ 99081 w 98838"/>
                <a:gd name="connsiteY2" fmla="*/ 1689 h 95521"/>
                <a:gd name="connsiteX3" fmla="*/ 97278 w 98838"/>
                <a:gd name="connsiteY3" fmla="*/ 63 h 95521"/>
                <a:gd name="connsiteX4" fmla="*/ 85911 w 98838"/>
                <a:gd name="connsiteY4" fmla="*/ 469 h 95521"/>
                <a:gd name="connsiteX5" fmla="*/ 72188 w 98838"/>
                <a:gd name="connsiteY5" fmla="*/ 63 h 95521"/>
                <a:gd name="connsiteX6" fmla="*/ 69554 w 98838"/>
                <a:gd name="connsiteY6" fmla="*/ 2637 h 95521"/>
                <a:gd name="connsiteX7" fmla="*/ 71772 w 98838"/>
                <a:gd name="connsiteY7" fmla="*/ 4263 h 95521"/>
                <a:gd name="connsiteX8" fmla="*/ 78148 w 98838"/>
                <a:gd name="connsiteY8" fmla="*/ 8734 h 95521"/>
                <a:gd name="connsiteX9" fmla="*/ 76069 w 98838"/>
                <a:gd name="connsiteY9" fmla="*/ 13883 h 95521"/>
                <a:gd name="connsiteX10" fmla="*/ 33511 w 98838"/>
                <a:gd name="connsiteY10" fmla="*/ 80003 h 95521"/>
                <a:gd name="connsiteX11" fmla="*/ 24085 w 98838"/>
                <a:gd name="connsiteY11" fmla="*/ 8328 h 95521"/>
                <a:gd name="connsiteX12" fmla="*/ 33650 w 98838"/>
                <a:gd name="connsiteY12" fmla="*/ 4263 h 95521"/>
                <a:gd name="connsiteX13" fmla="*/ 37116 w 98838"/>
                <a:gd name="connsiteY13" fmla="*/ 1553 h 95521"/>
                <a:gd name="connsiteX14" fmla="*/ 35175 w 98838"/>
                <a:gd name="connsiteY14" fmla="*/ 63 h 95521"/>
                <a:gd name="connsiteX15" fmla="*/ 17986 w 98838"/>
                <a:gd name="connsiteY15" fmla="*/ 469 h 95521"/>
                <a:gd name="connsiteX16" fmla="*/ 10361 w 98838"/>
                <a:gd name="connsiteY16" fmla="*/ 334 h 95521"/>
                <a:gd name="connsiteX17" fmla="*/ 2876 w 98838"/>
                <a:gd name="connsiteY17" fmla="*/ 63 h 95521"/>
                <a:gd name="connsiteX18" fmla="*/ 242 w 98838"/>
                <a:gd name="connsiteY18" fmla="*/ 2637 h 95521"/>
                <a:gd name="connsiteX19" fmla="*/ 3707 w 98838"/>
                <a:gd name="connsiteY19" fmla="*/ 4263 h 95521"/>
                <a:gd name="connsiteX20" fmla="*/ 12025 w 98838"/>
                <a:gd name="connsiteY20" fmla="*/ 8870 h 95521"/>
                <a:gd name="connsiteX21" fmla="*/ 22976 w 98838"/>
                <a:gd name="connsiteY21" fmla="*/ 92468 h 95521"/>
                <a:gd name="connsiteX22" fmla="*/ 25748 w 98838"/>
                <a:gd name="connsiteY22" fmla="*/ 95585 h 95521"/>
                <a:gd name="connsiteX23" fmla="*/ 29630 w 98838"/>
                <a:gd name="connsiteY23" fmla="*/ 93146 h 95521"/>
                <a:gd name="connsiteX24" fmla="*/ 79535 w 98838"/>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8838" h="95521">
                  <a:moveTo>
                    <a:pt x="79535" y="15509"/>
                  </a:moveTo>
                  <a:cubicBezTo>
                    <a:pt x="86327" y="4940"/>
                    <a:pt x="92149" y="4534"/>
                    <a:pt x="97278" y="4263"/>
                  </a:cubicBezTo>
                  <a:cubicBezTo>
                    <a:pt x="98942" y="4128"/>
                    <a:pt x="99081" y="1824"/>
                    <a:pt x="99081" y="1689"/>
                  </a:cubicBezTo>
                  <a:cubicBezTo>
                    <a:pt x="99081" y="605"/>
                    <a:pt x="98387" y="63"/>
                    <a:pt x="97278" y="63"/>
                  </a:cubicBezTo>
                  <a:cubicBezTo>
                    <a:pt x="93674" y="63"/>
                    <a:pt x="89654" y="469"/>
                    <a:pt x="85911" y="469"/>
                  </a:cubicBezTo>
                  <a:cubicBezTo>
                    <a:pt x="81337" y="469"/>
                    <a:pt x="76624" y="63"/>
                    <a:pt x="72188" y="63"/>
                  </a:cubicBezTo>
                  <a:cubicBezTo>
                    <a:pt x="71356" y="63"/>
                    <a:pt x="69554" y="63"/>
                    <a:pt x="69554" y="2637"/>
                  </a:cubicBezTo>
                  <a:cubicBezTo>
                    <a:pt x="69554" y="4128"/>
                    <a:pt x="70801" y="4263"/>
                    <a:pt x="71772" y="4263"/>
                  </a:cubicBezTo>
                  <a:cubicBezTo>
                    <a:pt x="75514" y="4534"/>
                    <a:pt x="78148" y="5889"/>
                    <a:pt x="78148" y="8734"/>
                  </a:cubicBezTo>
                  <a:cubicBezTo>
                    <a:pt x="78148" y="10767"/>
                    <a:pt x="76069" y="13747"/>
                    <a:pt x="76069" y="13883"/>
                  </a:cubicBezTo>
                  <a:lnTo>
                    <a:pt x="33511" y="80003"/>
                  </a:lnTo>
                  <a:lnTo>
                    <a:pt x="24085" y="8328"/>
                  </a:lnTo>
                  <a:cubicBezTo>
                    <a:pt x="24085" y="6024"/>
                    <a:pt x="27273" y="4263"/>
                    <a:pt x="33650" y="4263"/>
                  </a:cubicBezTo>
                  <a:cubicBezTo>
                    <a:pt x="35591" y="4263"/>
                    <a:pt x="37116" y="4263"/>
                    <a:pt x="37116" y="1553"/>
                  </a:cubicBezTo>
                  <a:cubicBezTo>
                    <a:pt x="37116" y="334"/>
                    <a:pt x="36007" y="63"/>
                    <a:pt x="35175" y="63"/>
                  </a:cubicBezTo>
                  <a:cubicBezTo>
                    <a:pt x="29630" y="63"/>
                    <a:pt x="23669" y="469"/>
                    <a:pt x="17986" y="469"/>
                  </a:cubicBezTo>
                  <a:cubicBezTo>
                    <a:pt x="15490" y="469"/>
                    <a:pt x="12856" y="334"/>
                    <a:pt x="10361" y="334"/>
                  </a:cubicBezTo>
                  <a:cubicBezTo>
                    <a:pt x="7866" y="334"/>
                    <a:pt x="5232" y="63"/>
                    <a:pt x="2876" y="63"/>
                  </a:cubicBezTo>
                  <a:cubicBezTo>
                    <a:pt x="1905" y="63"/>
                    <a:pt x="242" y="63"/>
                    <a:pt x="242" y="2637"/>
                  </a:cubicBezTo>
                  <a:cubicBezTo>
                    <a:pt x="242" y="4263"/>
                    <a:pt x="1489" y="4263"/>
                    <a:pt x="3707" y="4263"/>
                  </a:cubicBezTo>
                  <a:cubicBezTo>
                    <a:pt x="11470" y="4263"/>
                    <a:pt x="11609" y="5482"/>
                    <a:pt x="12025" y="8870"/>
                  </a:cubicBezTo>
                  <a:lnTo>
                    <a:pt x="22976" y="92468"/>
                  </a:lnTo>
                  <a:cubicBezTo>
                    <a:pt x="23392" y="95178"/>
                    <a:pt x="23946" y="95585"/>
                    <a:pt x="25748" y="95585"/>
                  </a:cubicBezTo>
                  <a:cubicBezTo>
                    <a:pt x="27966" y="95585"/>
                    <a:pt x="28521" y="94907"/>
                    <a:pt x="29630" y="93146"/>
                  </a:cubicBezTo>
                  <a:lnTo>
                    <a:pt x="79535"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4" name="Freeform: Shape 173">
              <a:extLst>
                <a:ext uri="{FF2B5EF4-FFF2-40B4-BE49-F238E27FC236}">
                  <a16:creationId xmlns:a16="http://schemas.microsoft.com/office/drawing/2014/main" id="{A0D70FF1-CAB9-EE1E-46D2-B07D9F16D99C}"/>
                </a:ext>
              </a:extLst>
            </p:cNvPr>
            <p:cNvSpPr/>
            <p:nvPr>
              <p:custDataLst>
                <p:tags r:id="rId81"/>
              </p:custDataLst>
            </p:nvPr>
          </p:nvSpPr>
          <p:spPr>
            <a:xfrm>
              <a:off x="9481415" y="4438610"/>
              <a:ext cx="63489" cy="61377"/>
            </a:xfrm>
            <a:custGeom>
              <a:avLst/>
              <a:gdLst>
                <a:gd name="connsiteX0" fmla="*/ 46411 w 63489"/>
                <a:gd name="connsiteY0" fmla="*/ 8734 h 61377"/>
                <a:gd name="connsiteX1" fmla="*/ 33658 w 63489"/>
                <a:gd name="connsiteY1" fmla="*/ 63 h 61377"/>
                <a:gd name="connsiteX2" fmla="*/ 250 w 63489"/>
                <a:gd name="connsiteY2" fmla="*/ 39762 h 61377"/>
                <a:gd name="connsiteX3" fmla="*/ 18687 w 63489"/>
                <a:gd name="connsiteY3" fmla="*/ 61441 h 61377"/>
                <a:gd name="connsiteX4" fmla="*/ 36708 w 63489"/>
                <a:gd name="connsiteY4" fmla="*/ 51279 h 61377"/>
                <a:gd name="connsiteX5" fmla="*/ 49323 w 63489"/>
                <a:gd name="connsiteY5" fmla="*/ 61441 h 61377"/>
                <a:gd name="connsiteX6" fmla="*/ 59581 w 63489"/>
                <a:gd name="connsiteY6" fmla="*/ 53989 h 61377"/>
                <a:gd name="connsiteX7" fmla="*/ 63739 w 63489"/>
                <a:gd name="connsiteY7" fmla="*/ 40575 h 61377"/>
                <a:gd name="connsiteX8" fmla="*/ 62076 w 63489"/>
                <a:gd name="connsiteY8" fmla="*/ 39220 h 61377"/>
                <a:gd name="connsiteX9" fmla="*/ 60135 w 63489"/>
                <a:gd name="connsiteY9" fmla="*/ 41659 h 61377"/>
                <a:gd name="connsiteX10" fmla="*/ 49600 w 63489"/>
                <a:gd name="connsiteY10" fmla="*/ 58460 h 61377"/>
                <a:gd name="connsiteX11" fmla="*/ 45441 w 63489"/>
                <a:gd name="connsiteY11" fmla="*/ 52227 h 61377"/>
                <a:gd name="connsiteX12" fmla="*/ 47243 w 63489"/>
                <a:gd name="connsiteY12" fmla="*/ 42201 h 61377"/>
                <a:gd name="connsiteX13" fmla="*/ 50293 w 63489"/>
                <a:gd name="connsiteY13" fmla="*/ 30006 h 61377"/>
                <a:gd name="connsiteX14" fmla="*/ 55283 w 63489"/>
                <a:gd name="connsiteY14" fmla="*/ 11038 h 61377"/>
                <a:gd name="connsiteX15" fmla="*/ 56254 w 63489"/>
                <a:gd name="connsiteY15" fmla="*/ 6431 h 61377"/>
                <a:gd name="connsiteX16" fmla="*/ 52234 w 63489"/>
                <a:gd name="connsiteY16" fmla="*/ 2773 h 61377"/>
                <a:gd name="connsiteX17" fmla="*/ 46411 w 63489"/>
                <a:gd name="connsiteY17" fmla="*/ 8734 h 61377"/>
                <a:gd name="connsiteX18" fmla="*/ 37401 w 63489"/>
                <a:gd name="connsiteY18" fmla="*/ 43827 h 61377"/>
                <a:gd name="connsiteX19" fmla="*/ 34628 w 63489"/>
                <a:gd name="connsiteY19" fmla="*/ 48840 h 61377"/>
                <a:gd name="connsiteX20" fmla="*/ 18964 w 63489"/>
                <a:gd name="connsiteY20" fmla="*/ 58460 h 61377"/>
                <a:gd name="connsiteX21" fmla="*/ 10092 w 63489"/>
                <a:gd name="connsiteY21" fmla="*/ 45724 h 61377"/>
                <a:gd name="connsiteX22" fmla="*/ 17716 w 63489"/>
                <a:gd name="connsiteY22" fmla="*/ 16051 h 61377"/>
                <a:gd name="connsiteX23" fmla="*/ 33797 w 63489"/>
                <a:gd name="connsiteY23" fmla="*/ 3044 h 61377"/>
                <a:gd name="connsiteX24" fmla="*/ 44748 w 63489"/>
                <a:gd name="connsiteY24" fmla="*/ 14967 h 61377"/>
                <a:gd name="connsiteX25" fmla="*/ 44332 w 63489"/>
                <a:gd name="connsiteY25" fmla="*/ 17270 h 61377"/>
                <a:gd name="connsiteX26" fmla="*/ 37401 w 63489"/>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489" h="61377">
                  <a:moveTo>
                    <a:pt x="46411" y="8734"/>
                  </a:moveTo>
                  <a:cubicBezTo>
                    <a:pt x="43916" y="3721"/>
                    <a:pt x="39896" y="63"/>
                    <a:pt x="33658" y="63"/>
                  </a:cubicBezTo>
                  <a:cubicBezTo>
                    <a:pt x="17439" y="63"/>
                    <a:pt x="250" y="19980"/>
                    <a:pt x="250" y="39762"/>
                  </a:cubicBezTo>
                  <a:cubicBezTo>
                    <a:pt x="250" y="52498"/>
                    <a:pt x="7874" y="61441"/>
                    <a:pt x="18687" y="61441"/>
                  </a:cubicBezTo>
                  <a:cubicBezTo>
                    <a:pt x="21459" y="61441"/>
                    <a:pt x="28390" y="60899"/>
                    <a:pt x="36708" y="51279"/>
                  </a:cubicBezTo>
                  <a:cubicBezTo>
                    <a:pt x="37817" y="56969"/>
                    <a:pt x="42669" y="61441"/>
                    <a:pt x="49323" y="61441"/>
                  </a:cubicBezTo>
                  <a:cubicBezTo>
                    <a:pt x="54174" y="61441"/>
                    <a:pt x="57363" y="58324"/>
                    <a:pt x="59581" y="53989"/>
                  </a:cubicBezTo>
                  <a:cubicBezTo>
                    <a:pt x="61937" y="49111"/>
                    <a:pt x="63739" y="40846"/>
                    <a:pt x="63739" y="40575"/>
                  </a:cubicBezTo>
                  <a:cubicBezTo>
                    <a:pt x="63739" y="39220"/>
                    <a:pt x="62492" y="39220"/>
                    <a:pt x="62076" y="39220"/>
                  </a:cubicBezTo>
                  <a:cubicBezTo>
                    <a:pt x="60690" y="39220"/>
                    <a:pt x="60551" y="39762"/>
                    <a:pt x="60135" y="41659"/>
                  </a:cubicBezTo>
                  <a:cubicBezTo>
                    <a:pt x="57779" y="50466"/>
                    <a:pt x="55283" y="58460"/>
                    <a:pt x="49600" y="58460"/>
                  </a:cubicBezTo>
                  <a:cubicBezTo>
                    <a:pt x="45857" y="58460"/>
                    <a:pt x="45441" y="54937"/>
                    <a:pt x="45441" y="52227"/>
                  </a:cubicBezTo>
                  <a:cubicBezTo>
                    <a:pt x="45441" y="49246"/>
                    <a:pt x="45718" y="48162"/>
                    <a:pt x="47243" y="42201"/>
                  </a:cubicBezTo>
                  <a:cubicBezTo>
                    <a:pt x="48768" y="36510"/>
                    <a:pt x="49045" y="35155"/>
                    <a:pt x="50293" y="30006"/>
                  </a:cubicBezTo>
                  <a:lnTo>
                    <a:pt x="55283" y="11038"/>
                  </a:lnTo>
                  <a:cubicBezTo>
                    <a:pt x="56254" y="7244"/>
                    <a:pt x="56254" y="6973"/>
                    <a:pt x="56254" y="6431"/>
                  </a:cubicBezTo>
                  <a:cubicBezTo>
                    <a:pt x="56254" y="4128"/>
                    <a:pt x="54590" y="2773"/>
                    <a:pt x="52234" y="2773"/>
                  </a:cubicBezTo>
                  <a:cubicBezTo>
                    <a:pt x="48907" y="2773"/>
                    <a:pt x="46827" y="5753"/>
                    <a:pt x="46411" y="8734"/>
                  </a:cubicBezTo>
                  <a:close/>
                  <a:moveTo>
                    <a:pt x="37401" y="43827"/>
                  </a:moveTo>
                  <a:cubicBezTo>
                    <a:pt x="36708" y="46266"/>
                    <a:pt x="36708" y="46536"/>
                    <a:pt x="34628" y="48840"/>
                  </a:cubicBezTo>
                  <a:cubicBezTo>
                    <a:pt x="28529" y="56292"/>
                    <a:pt x="22845" y="58460"/>
                    <a:pt x="18964" y="58460"/>
                  </a:cubicBezTo>
                  <a:cubicBezTo>
                    <a:pt x="12033" y="58460"/>
                    <a:pt x="10092" y="51008"/>
                    <a:pt x="10092" y="45724"/>
                  </a:cubicBezTo>
                  <a:cubicBezTo>
                    <a:pt x="10092" y="38949"/>
                    <a:pt x="14528" y="22283"/>
                    <a:pt x="17716" y="16051"/>
                  </a:cubicBezTo>
                  <a:cubicBezTo>
                    <a:pt x="22014" y="8057"/>
                    <a:pt x="28252" y="3044"/>
                    <a:pt x="33797" y="3044"/>
                  </a:cubicBezTo>
                  <a:cubicBezTo>
                    <a:pt x="42807" y="3044"/>
                    <a:pt x="44748" y="14154"/>
                    <a:pt x="44748" y="14967"/>
                  </a:cubicBezTo>
                  <a:cubicBezTo>
                    <a:pt x="44748" y="15780"/>
                    <a:pt x="44471" y="16593"/>
                    <a:pt x="44332" y="17270"/>
                  </a:cubicBezTo>
                  <a:lnTo>
                    <a:pt x="37401"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5" name="Freeform: Shape 174">
              <a:extLst>
                <a:ext uri="{FF2B5EF4-FFF2-40B4-BE49-F238E27FC236}">
                  <a16:creationId xmlns:a16="http://schemas.microsoft.com/office/drawing/2014/main" id="{2C47AA1C-032F-A4F3-D7E5-F19912CFE932}"/>
                </a:ext>
              </a:extLst>
            </p:cNvPr>
            <p:cNvSpPr/>
            <p:nvPr>
              <p:custDataLst>
                <p:tags r:id="rId82"/>
              </p:custDataLst>
            </p:nvPr>
          </p:nvSpPr>
          <p:spPr>
            <a:xfrm>
              <a:off x="9553165" y="4438610"/>
              <a:ext cx="56419" cy="61377"/>
            </a:xfrm>
            <a:custGeom>
              <a:avLst/>
              <a:gdLst>
                <a:gd name="connsiteX0" fmla="*/ 8434 w 56419"/>
                <a:gd name="connsiteY0" fmla="*/ 51956 h 61377"/>
                <a:gd name="connsiteX1" fmla="*/ 7186 w 56419"/>
                <a:gd name="connsiteY1" fmla="*/ 57782 h 61377"/>
                <a:gd name="connsiteX2" fmla="*/ 11206 w 56419"/>
                <a:gd name="connsiteY2" fmla="*/ 61441 h 61377"/>
                <a:gd name="connsiteX3" fmla="*/ 16335 w 56419"/>
                <a:gd name="connsiteY3" fmla="*/ 57647 h 61377"/>
                <a:gd name="connsiteX4" fmla="*/ 21880 w 56419"/>
                <a:gd name="connsiteY4" fmla="*/ 36239 h 61377"/>
                <a:gd name="connsiteX5" fmla="*/ 26316 w 56419"/>
                <a:gd name="connsiteY5" fmla="*/ 18625 h 61377"/>
                <a:gd name="connsiteX6" fmla="*/ 34079 w 56419"/>
                <a:gd name="connsiteY6" fmla="*/ 7515 h 61377"/>
                <a:gd name="connsiteX7" fmla="*/ 45169 w 56419"/>
                <a:gd name="connsiteY7" fmla="*/ 3044 h 61377"/>
                <a:gd name="connsiteX8" fmla="*/ 50991 w 56419"/>
                <a:gd name="connsiteY8" fmla="*/ 4669 h 61377"/>
                <a:gd name="connsiteX9" fmla="*/ 43783 w 56419"/>
                <a:gd name="connsiteY9" fmla="*/ 12122 h 61377"/>
                <a:gd name="connsiteX10" fmla="*/ 49051 w 56419"/>
                <a:gd name="connsiteY10" fmla="*/ 16864 h 61377"/>
                <a:gd name="connsiteX11" fmla="*/ 56675 w 56419"/>
                <a:gd name="connsiteY11" fmla="*/ 8870 h 61377"/>
                <a:gd name="connsiteX12" fmla="*/ 45169 w 56419"/>
                <a:gd name="connsiteY12" fmla="*/ 63 h 61377"/>
                <a:gd name="connsiteX13" fmla="*/ 27425 w 56419"/>
                <a:gd name="connsiteY13" fmla="*/ 10496 h 61377"/>
                <a:gd name="connsiteX14" fmla="*/ 14810 w 56419"/>
                <a:gd name="connsiteY14" fmla="*/ 63 h 61377"/>
                <a:gd name="connsiteX15" fmla="*/ 4552 w 56419"/>
                <a:gd name="connsiteY15" fmla="*/ 7786 h 61377"/>
                <a:gd name="connsiteX16" fmla="*/ 255 w 56419"/>
                <a:gd name="connsiteY16" fmla="*/ 20929 h 61377"/>
                <a:gd name="connsiteX17" fmla="*/ 1918 w 56419"/>
                <a:gd name="connsiteY17" fmla="*/ 22283 h 61377"/>
                <a:gd name="connsiteX18" fmla="*/ 4275 w 56419"/>
                <a:gd name="connsiteY18" fmla="*/ 19167 h 61377"/>
                <a:gd name="connsiteX19" fmla="*/ 14395 w 56419"/>
                <a:gd name="connsiteY19" fmla="*/ 3044 h 61377"/>
                <a:gd name="connsiteX20" fmla="*/ 18692 w 56419"/>
                <a:gd name="connsiteY20" fmla="*/ 9276 h 61377"/>
                <a:gd name="connsiteX21" fmla="*/ 16474 w 56419"/>
                <a:gd name="connsiteY21" fmla="*/ 20658 h 61377"/>
                <a:gd name="connsiteX22" fmla="*/ 8434 w 56419"/>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419" h="61377">
                  <a:moveTo>
                    <a:pt x="8434" y="51956"/>
                  </a:moveTo>
                  <a:cubicBezTo>
                    <a:pt x="8018" y="53989"/>
                    <a:pt x="7186" y="57105"/>
                    <a:pt x="7186" y="57782"/>
                  </a:cubicBezTo>
                  <a:cubicBezTo>
                    <a:pt x="7186" y="60221"/>
                    <a:pt x="9127" y="61441"/>
                    <a:pt x="11206" y="61441"/>
                  </a:cubicBezTo>
                  <a:cubicBezTo>
                    <a:pt x="12870" y="61441"/>
                    <a:pt x="15365" y="60357"/>
                    <a:pt x="16335" y="57647"/>
                  </a:cubicBezTo>
                  <a:cubicBezTo>
                    <a:pt x="16613" y="57105"/>
                    <a:pt x="21326" y="38678"/>
                    <a:pt x="21880" y="36239"/>
                  </a:cubicBezTo>
                  <a:cubicBezTo>
                    <a:pt x="22989" y="31768"/>
                    <a:pt x="25485" y="22283"/>
                    <a:pt x="26316" y="18625"/>
                  </a:cubicBezTo>
                  <a:cubicBezTo>
                    <a:pt x="26871" y="16864"/>
                    <a:pt x="30752" y="10496"/>
                    <a:pt x="34079" y="7515"/>
                  </a:cubicBezTo>
                  <a:cubicBezTo>
                    <a:pt x="35188" y="6566"/>
                    <a:pt x="39208" y="3044"/>
                    <a:pt x="45169" y="3044"/>
                  </a:cubicBezTo>
                  <a:cubicBezTo>
                    <a:pt x="48773" y="3044"/>
                    <a:pt x="50853" y="4669"/>
                    <a:pt x="50991" y="4669"/>
                  </a:cubicBezTo>
                  <a:cubicBezTo>
                    <a:pt x="46833" y="5347"/>
                    <a:pt x="43783" y="8599"/>
                    <a:pt x="43783" y="12122"/>
                  </a:cubicBezTo>
                  <a:cubicBezTo>
                    <a:pt x="43783" y="14289"/>
                    <a:pt x="45308" y="16864"/>
                    <a:pt x="49051" y="16864"/>
                  </a:cubicBezTo>
                  <a:cubicBezTo>
                    <a:pt x="52793" y="16864"/>
                    <a:pt x="56675" y="13747"/>
                    <a:pt x="56675" y="8870"/>
                  </a:cubicBezTo>
                  <a:cubicBezTo>
                    <a:pt x="56675" y="4128"/>
                    <a:pt x="52239" y="63"/>
                    <a:pt x="45169" y="63"/>
                  </a:cubicBezTo>
                  <a:cubicBezTo>
                    <a:pt x="36159" y="63"/>
                    <a:pt x="30059" y="6702"/>
                    <a:pt x="27425" y="10496"/>
                  </a:cubicBezTo>
                  <a:cubicBezTo>
                    <a:pt x="26316" y="4399"/>
                    <a:pt x="21326" y="63"/>
                    <a:pt x="14810" y="63"/>
                  </a:cubicBezTo>
                  <a:cubicBezTo>
                    <a:pt x="8434" y="63"/>
                    <a:pt x="5800" y="5347"/>
                    <a:pt x="4552" y="7786"/>
                  </a:cubicBezTo>
                  <a:cubicBezTo>
                    <a:pt x="2057" y="12393"/>
                    <a:pt x="255" y="20522"/>
                    <a:pt x="255" y="20929"/>
                  </a:cubicBezTo>
                  <a:cubicBezTo>
                    <a:pt x="255" y="22283"/>
                    <a:pt x="1641" y="22283"/>
                    <a:pt x="1918" y="22283"/>
                  </a:cubicBezTo>
                  <a:cubicBezTo>
                    <a:pt x="3305" y="22283"/>
                    <a:pt x="3443" y="22148"/>
                    <a:pt x="4275" y="19167"/>
                  </a:cubicBezTo>
                  <a:cubicBezTo>
                    <a:pt x="6632" y="9547"/>
                    <a:pt x="9404" y="3044"/>
                    <a:pt x="14395" y="3044"/>
                  </a:cubicBezTo>
                  <a:cubicBezTo>
                    <a:pt x="16751" y="3044"/>
                    <a:pt x="18692" y="4128"/>
                    <a:pt x="18692" y="9276"/>
                  </a:cubicBezTo>
                  <a:cubicBezTo>
                    <a:pt x="18692" y="12122"/>
                    <a:pt x="18276" y="13612"/>
                    <a:pt x="16474" y="20658"/>
                  </a:cubicBezTo>
                  <a:lnTo>
                    <a:pt x="8434"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6" name="Freeform: Shape 175">
              <a:extLst>
                <a:ext uri="{FF2B5EF4-FFF2-40B4-BE49-F238E27FC236}">
                  <a16:creationId xmlns:a16="http://schemas.microsoft.com/office/drawing/2014/main" id="{2C618A5F-5842-912A-CE34-D677566D126F}"/>
                </a:ext>
              </a:extLst>
            </p:cNvPr>
            <p:cNvSpPr/>
            <p:nvPr>
              <p:custDataLst>
                <p:tags r:id="rId83"/>
              </p:custDataLst>
            </p:nvPr>
          </p:nvSpPr>
          <p:spPr>
            <a:xfrm>
              <a:off x="9631895" y="4396879"/>
              <a:ext cx="18991" cy="135491"/>
            </a:xfrm>
            <a:custGeom>
              <a:avLst/>
              <a:gdLst>
                <a:gd name="connsiteX0" fmla="*/ 19251 w 18991"/>
                <a:gd name="connsiteY0" fmla="*/ 135555 h 135491"/>
                <a:gd name="connsiteX1" fmla="*/ 19251 w 18991"/>
                <a:gd name="connsiteY1" fmla="*/ 130135 h 135491"/>
                <a:gd name="connsiteX2" fmla="*/ 5805 w 18991"/>
                <a:gd name="connsiteY2" fmla="*/ 130135 h 135491"/>
                <a:gd name="connsiteX3" fmla="*/ 5805 w 18991"/>
                <a:gd name="connsiteY3" fmla="*/ 5482 h 135491"/>
                <a:gd name="connsiteX4" fmla="*/ 19251 w 18991"/>
                <a:gd name="connsiteY4" fmla="*/ 5482 h 135491"/>
                <a:gd name="connsiteX5" fmla="*/ 19251 w 18991"/>
                <a:gd name="connsiteY5" fmla="*/ 63 h 135491"/>
                <a:gd name="connsiteX6" fmla="*/ 260 w 18991"/>
                <a:gd name="connsiteY6" fmla="*/ 63 h 135491"/>
                <a:gd name="connsiteX7" fmla="*/ 260 w 18991"/>
                <a:gd name="connsiteY7" fmla="*/ 135555 h 135491"/>
                <a:gd name="connsiteX8" fmla="*/ 19251 w 18991"/>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251" y="135555"/>
                  </a:moveTo>
                  <a:lnTo>
                    <a:pt x="19251" y="130135"/>
                  </a:lnTo>
                  <a:lnTo>
                    <a:pt x="5805" y="130135"/>
                  </a:lnTo>
                  <a:lnTo>
                    <a:pt x="5805" y="5482"/>
                  </a:lnTo>
                  <a:lnTo>
                    <a:pt x="19251" y="5482"/>
                  </a:lnTo>
                  <a:lnTo>
                    <a:pt x="19251" y="63"/>
                  </a:lnTo>
                  <a:lnTo>
                    <a:pt x="260" y="63"/>
                  </a:lnTo>
                  <a:lnTo>
                    <a:pt x="260" y="135555"/>
                  </a:lnTo>
                  <a:lnTo>
                    <a:pt x="19251"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7" name="Freeform: Shape 176">
              <a:extLst>
                <a:ext uri="{FF2B5EF4-FFF2-40B4-BE49-F238E27FC236}">
                  <a16:creationId xmlns:a16="http://schemas.microsoft.com/office/drawing/2014/main" id="{0F2BE153-AB0F-47E8-D3EF-A446AB57EE2D}"/>
                </a:ext>
              </a:extLst>
            </p:cNvPr>
            <p:cNvSpPr/>
            <p:nvPr>
              <p:custDataLst>
                <p:tags r:id="rId84"/>
              </p:custDataLst>
            </p:nvPr>
          </p:nvSpPr>
          <p:spPr>
            <a:xfrm>
              <a:off x="9658064" y="4438610"/>
              <a:ext cx="71252" cy="61377"/>
            </a:xfrm>
            <a:custGeom>
              <a:avLst/>
              <a:gdLst>
                <a:gd name="connsiteX0" fmla="*/ 44761 w 71252"/>
                <a:gd name="connsiteY0" fmla="*/ 52363 h 61377"/>
                <a:gd name="connsiteX1" fmla="*/ 57098 w 71252"/>
                <a:gd name="connsiteY1" fmla="*/ 61441 h 61377"/>
                <a:gd name="connsiteX2" fmla="*/ 67357 w 71252"/>
                <a:gd name="connsiteY2" fmla="*/ 53989 h 61377"/>
                <a:gd name="connsiteX3" fmla="*/ 71515 w 71252"/>
                <a:gd name="connsiteY3" fmla="*/ 40575 h 61377"/>
                <a:gd name="connsiteX4" fmla="*/ 69852 w 71252"/>
                <a:gd name="connsiteY4" fmla="*/ 39220 h 61377"/>
                <a:gd name="connsiteX5" fmla="*/ 67911 w 71252"/>
                <a:gd name="connsiteY5" fmla="*/ 41659 h 61377"/>
                <a:gd name="connsiteX6" fmla="*/ 57514 w 71252"/>
                <a:gd name="connsiteY6" fmla="*/ 58460 h 61377"/>
                <a:gd name="connsiteX7" fmla="*/ 53217 w 71252"/>
                <a:gd name="connsiteY7" fmla="*/ 52227 h 61377"/>
                <a:gd name="connsiteX8" fmla="*/ 55989 w 71252"/>
                <a:gd name="connsiteY8" fmla="*/ 38136 h 61377"/>
                <a:gd name="connsiteX9" fmla="*/ 59871 w 71252"/>
                <a:gd name="connsiteY9" fmla="*/ 23503 h 61377"/>
                <a:gd name="connsiteX10" fmla="*/ 62227 w 71252"/>
                <a:gd name="connsiteY10" fmla="*/ 14289 h 61377"/>
                <a:gd name="connsiteX11" fmla="*/ 64307 w 71252"/>
                <a:gd name="connsiteY11" fmla="*/ 5211 h 61377"/>
                <a:gd name="connsiteX12" fmla="*/ 60287 w 71252"/>
                <a:gd name="connsiteY12" fmla="*/ 1553 h 61377"/>
                <a:gd name="connsiteX13" fmla="*/ 54880 w 71252"/>
                <a:gd name="connsiteY13" fmla="*/ 6295 h 61377"/>
                <a:gd name="connsiteX14" fmla="*/ 44484 w 71252"/>
                <a:gd name="connsiteY14" fmla="*/ 47078 h 61377"/>
                <a:gd name="connsiteX15" fmla="*/ 28680 w 71252"/>
                <a:gd name="connsiteY15" fmla="*/ 58460 h 61377"/>
                <a:gd name="connsiteX16" fmla="*/ 20086 w 71252"/>
                <a:gd name="connsiteY16" fmla="*/ 47349 h 61377"/>
                <a:gd name="connsiteX17" fmla="*/ 27571 w 71252"/>
                <a:gd name="connsiteY17" fmla="*/ 19709 h 61377"/>
                <a:gd name="connsiteX18" fmla="*/ 29928 w 71252"/>
                <a:gd name="connsiteY18" fmla="*/ 11173 h 61377"/>
                <a:gd name="connsiteX19" fmla="*/ 18561 w 71252"/>
                <a:gd name="connsiteY19" fmla="*/ 63 h 61377"/>
                <a:gd name="connsiteX20" fmla="*/ 263 w 71252"/>
                <a:gd name="connsiteY20" fmla="*/ 20929 h 61377"/>
                <a:gd name="connsiteX21" fmla="*/ 1926 w 71252"/>
                <a:gd name="connsiteY21" fmla="*/ 22283 h 61377"/>
                <a:gd name="connsiteX22" fmla="*/ 4144 w 71252"/>
                <a:gd name="connsiteY22" fmla="*/ 19845 h 61377"/>
                <a:gd name="connsiteX23" fmla="*/ 18145 w 71252"/>
                <a:gd name="connsiteY23" fmla="*/ 3044 h 61377"/>
                <a:gd name="connsiteX24" fmla="*/ 21611 w 71252"/>
                <a:gd name="connsiteY24" fmla="*/ 7515 h 61377"/>
                <a:gd name="connsiteX25" fmla="*/ 19254 w 71252"/>
                <a:gd name="connsiteY25" fmla="*/ 16728 h 61377"/>
                <a:gd name="connsiteX26" fmla="*/ 11214 w 71252"/>
                <a:gd name="connsiteY26" fmla="*/ 45182 h 61377"/>
                <a:gd name="connsiteX27" fmla="*/ 28265 w 71252"/>
                <a:gd name="connsiteY27" fmla="*/ 61441 h 61377"/>
                <a:gd name="connsiteX28" fmla="*/ 44761 w 71252"/>
                <a:gd name="connsiteY28" fmla="*/ 52363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1252" h="61377">
                  <a:moveTo>
                    <a:pt x="44761" y="52363"/>
                  </a:moveTo>
                  <a:cubicBezTo>
                    <a:pt x="46286" y="57918"/>
                    <a:pt x="51137" y="61441"/>
                    <a:pt x="57098" y="61441"/>
                  </a:cubicBezTo>
                  <a:cubicBezTo>
                    <a:pt x="61950" y="61441"/>
                    <a:pt x="65139" y="58324"/>
                    <a:pt x="67357" y="53989"/>
                  </a:cubicBezTo>
                  <a:cubicBezTo>
                    <a:pt x="69713" y="49111"/>
                    <a:pt x="71515" y="40846"/>
                    <a:pt x="71515" y="40575"/>
                  </a:cubicBezTo>
                  <a:cubicBezTo>
                    <a:pt x="71515" y="39220"/>
                    <a:pt x="70268" y="39220"/>
                    <a:pt x="69852" y="39220"/>
                  </a:cubicBezTo>
                  <a:cubicBezTo>
                    <a:pt x="68466" y="39220"/>
                    <a:pt x="68327" y="39762"/>
                    <a:pt x="67911" y="41659"/>
                  </a:cubicBezTo>
                  <a:cubicBezTo>
                    <a:pt x="65970" y="49246"/>
                    <a:pt x="63336" y="58460"/>
                    <a:pt x="57514" y="58460"/>
                  </a:cubicBezTo>
                  <a:cubicBezTo>
                    <a:pt x="54603" y="58460"/>
                    <a:pt x="53217" y="56698"/>
                    <a:pt x="53217" y="52227"/>
                  </a:cubicBezTo>
                  <a:cubicBezTo>
                    <a:pt x="53217" y="49246"/>
                    <a:pt x="54880" y="42878"/>
                    <a:pt x="55989" y="38136"/>
                  </a:cubicBezTo>
                  <a:lnTo>
                    <a:pt x="59871" y="23503"/>
                  </a:lnTo>
                  <a:cubicBezTo>
                    <a:pt x="60287" y="21470"/>
                    <a:pt x="61673" y="16322"/>
                    <a:pt x="62227" y="14289"/>
                  </a:cubicBezTo>
                  <a:cubicBezTo>
                    <a:pt x="62921" y="11173"/>
                    <a:pt x="64307" y="6024"/>
                    <a:pt x="64307" y="5211"/>
                  </a:cubicBezTo>
                  <a:cubicBezTo>
                    <a:pt x="64307" y="2773"/>
                    <a:pt x="62366" y="1553"/>
                    <a:pt x="60287" y="1553"/>
                  </a:cubicBezTo>
                  <a:cubicBezTo>
                    <a:pt x="59594" y="1553"/>
                    <a:pt x="55989" y="1689"/>
                    <a:pt x="54880" y="6295"/>
                  </a:cubicBezTo>
                  <a:cubicBezTo>
                    <a:pt x="52247" y="16186"/>
                    <a:pt x="46147" y="39897"/>
                    <a:pt x="44484" y="47078"/>
                  </a:cubicBezTo>
                  <a:cubicBezTo>
                    <a:pt x="44345" y="47620"/>
                    <a:pt x="38800" y="58460"/>
                    <a:pt x="28680" y="58460"/>
                  </a:cubicBezTo>
                  <a:cubicBezTo>
                    <a:pt x="21472" y="58460"/>
                    <a:pt x="20086" y="52363"/>
                    <a:pt x="20086" y="47349"/>
                  </a:cubicBezTo>
                  <a:cubicBezTo>
                    <a:pt x="20086" y="39762"/>
                    <a:pt x="23967" y="29058"/>
                    <a:pt x="27571" y="19709"/>
                  </a:cubicBezTo>
                  <a:cubicBezTo>
                    <a:pt x="29235" y="15644"/>
                    <a:pt x="29928" y="13747"/>
                    <a:pt x="29928" y="11173"/>
                  </a:cubicBezTo>
                  <a:cubicBezTo>
                    <a:pt x="29928" y="5076"/>
                    <a:pt x="25492" y="63"/>
                    <a:pt x="18561" y="63"/>
                  </a:cubicBezTo>
                  <a:cubicBezTo>
                    <a:pt x="5392" y="63"/>
                    <a:pt x="263" y="19709"/>
                    <a:pt x="263" y="20929"/>
                  </a:cubicBezTo>
                  <a:cubicBezTo>
                    <a:pt x="263" y="22283"/>
                    <a:pt x="1649" y="22283"/>
                    <a:pt x="1926" y="22283"/>
                  </a:cubicBezTo>
                  <a:cubicBezTo>
                    <a:pt x="3312" y="22283"/>
                    <a:pt x="3451" y="22012"/>
                    <a:pt x="4144" y="19845"/>
                  </a:cubicBezTo>
                  <a:cubicBezTo>
                    <a:pt x="7610" y="8057"/>
                    <a:pt x="12877" y="3044"/>
                    <a:pt x="18145" y="3044"/>
                  </a:cubicBezTo>
                  <a:cubicBezTo>
                    <a:pt x="19393" y="3044"/>
                    <a:pt x="21611" y="3179"/>
                    <a:pt x="21611" y="7515"/>
                  </a:cubicBezTo>
                  <a:cubicBezTo>
                    <a:pt x="21611" y="10767"/>
                    <a:pt x="20086" y="14696"/>
                    <a:pt x="19254" y="16728"/>
                  </a:cubicBezTo>
                  <a:cubicBezTo>
                    <a:pt x="14125" y="30142"/>
                    <a:pt x="11214" y="38542"/>
                    <a:pt x="11214" y="45182"/>
                  </a:cubicBezTo>
                  <a:cubicBezTo>
                    <a:pt x="11214" y="58053"/>
                    <a:pt x="20779" y="61441"/>
                    <a:pt x="28265" y="61441"/>
                  </a:cubicBezTo>
                  <a:cubicBezTo>
                    <a:pt x="37414" y="61441"/>
                    <a:pt x="42404" y="55343"/>
                    <a:pt x="44761" y="52363"/>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8" name="Freeform: Shape 177">
              <a:extLst>
                <a:ext uri="{FF2B5EF4-FFF2-40B4-BE49-F238E27FC236}">
                  <a16:creationId xmlns:a16="http://schemas.microsoft.com/office/drawing/2014/main" id="{AEEFE273-7159-9C1B-09E8-E1E761022DA1}"/>
                </a:ext>
              </a:extLst>
            </p:cNvPr>
            <p:cNvSpPr/>
            <p:nvPr>
              <p:custDataLst>
                <p:tags r:id="rId85"/>
              </p:custDataLst>
            </p:nvPr>
          </p:nvSpPr>
          <p:spPr>
            <a:xfrm>
              <a:off x="9749897" y="4396879"/>
              <a:ext cx="5544" cy="135491"/>
            </a:xfrm>
            <a:custGeom>
              <a:avLst/>
              <a:gdLst>
                <a:gd name="connsiteX0" fmla="*/ 5813 w 5544"/>
                <a:gd name="connsiteY0" fmla="*/ 4940 h 135491"/>
                <a:gd name="connsiteX1" fmla="*/ 3041 w 5544"/>
                <a:gd name="connsiteY1" fmla="*/ 63 h 135491"/>
                <a:gd name="connsiteX2" fmla="*/ 268 w 5544"/>
                <a:gd name="connsiteY2" fmla="*/ 4940 h 135491"/>
                <a:gd name="connsiteX3" fmla="*/ 268 w 5544"/>
                <a:gd name="connsiteY3" fmla="*/ 130677 h 135491"/>
                <a:gd name="connsiteX4" fmla="*/ 3041 w 5544"/>
                <a:gd name="connsiteY4" fmla="*/ 135555 h 135491"/>
                <a:gd name="connsiteX5" fmla="*/ 5813 w 5544"/>
                <a:gd name="connsiteY5" fmla="*/ 130677 h 135491"/>
                <a:gd name="connsiteX6" fmla="*/ 5813 w 5544"/>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4" h="135491">
                  <a:moveTo>
                    <a:pt x="5813" y="4940"/>
                  </a:moveTo>
                  <a:cubicBezTo>
                    <a:pt x="5813" y="2502"/>
                    <a:pt x="5813" y="63"/>
                    <a:pt x="3041" y="63"/>
                  </a:cubicBezTo>
                  <a:cubicBezTo>
                    <a:pt x="268" y="63"/>
                    <a:pt x="268" y="2502"/>
                    <a:pt x="268" y="4940"/>
                  </a:cubicBezTo>
                  <a:lnTo>
                    <a:pt x="268" y="130677"/>
                  </a:lnTo>
                  <a:cubicBezTo>
                    <a:pt x="268" y="133116"/>
                    <a:pt x="268" y="135555"/>
                    <a:pt x="3041" y="135555"/>
                  </a:cubicBezTo>
                  <a:cubicBezTo>
                    <a:pt x="5813" y="135555"/>
                    <a:pt x="5813" y="133116"/>
                    <a:pt x="5813" y="130677"/>
                  </a:cubicBezTo>
                  <a:lnTo>
                    <a:pt x="5813"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79" name="Freeform: Shape 178">
              <a:extLst>
                <a:ext uri="{FF2B5EF4-FFF2-40B4-BE49-F238E27FC236}">
                  <a16:creationId xmlns:a16="http://schemas.microsoft.com/office/drawing/2014/main" id="{5A3B3E6A-674B-87D3-67D8-EEF579B517FB}"/>
                </a:ext>
              </a:extLst>
            </p:cNvPr>
            <p:cNvSpPr/>
            <p:nvPr>
              <p:custDataLst>
                <p:tags r:id="rId86"/>
              </p:custDataLst>
            </p:nvPr>
          </p:nvSpPr>
          <p:spPr>
            <a:xfrm>
              <a:off x="9775927" y="4438610"/>
              <a:ext cx="69034" cy="61377"/>
            </a:xfrm>
            <a:custGeom>
              <a:avLst/>
              <a:gdLst>
                <a:gd name="connsiteX0" fmla="*/ 42551 w 69034"/>
                <a:gd name="connsiteY0" fmla="*/ 19032 h 61377"/>
                <a:gd name="connsiteX1" fmla="*/ 56275 w 69034"/>
                <a:gd name="connsiteY1" fmla="*/ 3044 h 61377"/>
                <a:gd name="connsiteX2" fmla="*/ 63206 w 69034"/>
                <a:gd name="connsiteY2" fmla="*/ 4805 h 61377"/>
                <a:gd name="connsiteX3" fmla="*/ 56552 w 69034"/>
                <a:gd name="connsiteY3" fmla="*/ 12122 h 61377"/>
                <a:gd name="connsiteX4" fmla="*/ 61820 w 69034"/>
                <a:gd name="connsiteY4" fmla="*/ 16864 h 61377"/>
                <a:gd name="connsiteX5" fmla="*/ 69306 w 69034"/>
                <a:gd name="connsiteY5" fmla="*/ 9005 h 61377"/>
                <a:gd name="connsiteX6" fmla="*/ 56414 w 69034"/>
                <a:gd name="connsiteY6" fmla="*/ 63 h 61377"/>
                <a:gd name="connsiteX7" fmla="*/ 41858 w 69034"/>
                <a:gd name="connsiteY7" fmla="*/ 10360 h 61377"/>
                <a:gd name="connsiteX8" fmla="*/ 26887 w 69034"/>
                <a:gd name="connsiteY8" fmla="*/ 63 h 61377"/>
                <a:gd name="connsiteX9" fmla="*/ 4568 w 69034"/>
                <a:gd name="connsiteY9" fmla="*/ 20929 h 61377"/>
                <a:gd name="connsiteX10" fmla="*/ 6232 w 69034"/>
                <a:gd name="connsiteY10" fmla="*/ 22283 h 61377"/>
                <a:gd name="connsiteX11" fmla="*/ 8034 w 69034"/>
                <a:gd name="connsiteY11" fmla="*/ 20793 h 61377"/>
                <a:gd name="connsiteX12" fmla="*/ 26610 w 69034"/>
                <a:gd name="connsiteY12" fmla="*/ 3044 h 61377"/>
                <a:gd name="connsiteX13" fmla="*/ 34095 w 69034"/>
                <a:gd name="connsiteY13" fmla="*/ 12122 h 61377"/>
                <a:gd name="connsiteX14" fmla="*/ 26610 w 69034"/>
                <a:gd name="connsiteY14" fmla="*/ 44369 h 61377"/>
                <a:gd name="connsiteX15" fmla="*/ 13440 w 69034"/>
                <a:gd name="connsiteY15" fmla="*/ 58460 h 61377"/>
                <a:gd name="connsiteX16" fmla="*/ 6509 w 69034"/>
                <a:gd name="connsiteY16" fmla="*/ 56698 h 61377"/>
                <a:gd name="connsiteX17" fmla="*/ 13024 w 69034"/>
                <a:gd name="connsiteY17" fmla="*/ 49382 h 61377"/>
                <a:gd name="connsiteX18" fmla="*/ 7895 w 69034"/>
                <a:gd name="connsiteY18" fmla="*/ 44640 h 61377"/>
                <a:gd name="connsiteX19" fmla="*/ 271 w 69034"/>
                <a:gd name="connsiteY19" fmla="*/ 52498 h 61377"/>
                <a:gd name="connsiteX20" fmla="*/ 13302 w 69034"/>
                <a:gd name="connsiteY20" fmla="*/ 61441 h 61377"/>
                <a:gd name="connsiteX21" fmla="*/ 27857 w 69034"/>
                <a:gd name="connsiteY21" fmla="*/ 51143 h 61377"/>
                <a:gd name="connsiteX22" fmla="*/ 42829 w 69034"/>
                <a:gd name="connsiteY22" fmla="*/ 61441 h 61377"/>
                <a:gd name="connsiteX23" fmla="*/ 65008 w 69034"/>
                <a:gd name="connsiteY23" fmla="*/ 40575 h 61377"/>
                <a:gd name="connsiteX24" fmla="*/ 63345 w 69034"/>
                <a:gd name="connsiteY24" fmla="*/ 39220 h 61377"/>
                <a:gd name="connsiteX25" fmla="*/ 61543 w 69034"/>
                <a:gd name="connsiteY25" fmla="*/ 40710 h 61377"/>
                <a:gd name="connsiteX26" fmla="*/ 43106 w 69034"/>
                <a:gd name="connsiteY26" fmla="*/ 58460 h 61377"/>
                <a:gd name="connsiteX27" fmla="*/ 35481 w 69034"/>
                <a:gd name="connsiteY27" fmla="*/ 49517 h 61377"/>
                <a:gd name="connsiteX28" fmla="*/ 37838 w 69034"/>
                <a:gd name="connsiteY28" fmla="*/ 37594 h 61377"/>
                <a:gd name="connsiteX29" fmla="*/ 42551 w 69034"/>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34" h="61377">
                  <a:moveTo>
                    <a:pt x="42551" y="19032"/>
                  </a:moveTo>
                  <a:cubicBezTo>
                    <a:pt x="43383" y="15509"/>
                    <a:pt x="46571" y="3044"/>
                    <a:pt x="56275" y="3044"/>
                  </a:cubicBezTo>
                  <a:cubicBezTo>
                    <a:pt x="56968" y="3044"/>
                    <a:pt x="60295" y="3044"/>
                    <a:pt x="63206" y="4805"/>
                  </a:cubicBezTo>
                  <a:cubicBezTo>
                    <a:pt x="59325" y="5482"/>
                    <a:pt x="56552" y="8870"/>
                    <a:pt x="56552" y="12122"/>
                  </a:cubicBezTo>
                  <a:cubicBezTo>
                    <a:pt x="56552" y="14289"/>
                    <a:pt x="58077" y="16864"/>
                    <a:pt x="61820" y="16864"/>
                  </a:cubicBezTo>
                  <a:cubicBezTo>
                    <a:pt x="64870" y="16864"/>
                    <a:pt x="69306" y="14425"/>
                    <a:pt x="69306" y="9005"/>
                  </a:cubicBezTo>
                  <a:cubicBezTo>
                    <a:pt x="69306" y="1960"/>
                    <a:pt x="61127" y="63"/>
                    <a:pt x="56414" y="63"/>
                  </a:cubicBezTo>
                  <a:cubicBezTo>
                    <a:pt x="48374" y="63"/>
                    <a:pt x="43522" y="7244"/>
                    <a:pt x="41858" y="10360"/>
                  </a:cubicBezTo>
                  <a:cubicBezTo>
                    <a:pt x="38393" y="1418"/>
                    <a:pt x="30907" y="63"/>
                    <a:pt x="26887" y="63"/>
                  </a:cubicBezTo>
                  <a:cubicBezTo>
                    <a:pt x="12470" y="63"/>
                    <a:pt x="4568" y="17541"/>
                    <a:pt x="4568" y="20929"/>
                  </a:cubicBezTo>
                  <a:cubicBezTo>
                    <a:pt x="4568" y="22283"/>
                    <a:pt x="5955" y="22283"/>
                    <a:pt x="6232" y="22283"/>
                  </a:cubicBezTo>
                  <a:cubicBezTo>
                    <a:pt x="7341" y="22283"/>
                    <a:pt x="7757" y="22012"/>
                    <a:pt x="8034" y="20793"/>
                  </a:cubicBezTo>
                  <a:cubicBezTo>
                    <a:pt x="12747" y="6431"/>
                    <a:pt x="21896" y="3044"/>
                    <a:pt x="26610" y="3044"/>
                  </a:cubicBezTo>
                  <a:cubicBezTo>
                    <a:pt x="29243" y="3044"/>
                    <a:pt x="34095" y="4263"/>
                    <a:pt x="34095" y="12122"/>
                  </a:cubicBezTo>
                  <a:cubicBezTo>
                    <a:pt x="34095" y="16322"/>
                    <a:pt x="31739" y="25400"/>
                    <a:pt x="26610" y="44369"/>
                  </a:cubicBezTo>
                  <a:cubicBezTo>
                    <a:pt x="24392" y="52769"/>
                    <a:pt x="19540" y="58460"/>
                    <a:pt x="13440" y="58460"/>
                  </a:cubicBezTo>
                  <a:cubicBezTo>
                    <a:pt x="12609" y="58460"/>
                    <a:pt x="9420" y="58460"/>
                    <a:pt x="6509" y="56698"/>
                  </a:cubicBezTo>
                  <a:cubicBezTo>
                    <a:pt x="9975" y="56021"/>
                    <a:pt x="13024" y="53176"/>
                    <a:pt x="13024" y="49382"/>
                  </a:cubicBezTo>
                  <a:cubicBezTo>
                    <a:pt x="13024" y="45724"/>
                    <a:pt x="9975" y="44640"/>
                    <a:pt x="7895" y="44640"/>
                  </a:cubicBezTo>
                  <a:cubicBezTo>
                    <a:pt x="3737" y="44640"/>
                    <a:pt x="271" y="48162"/>
                    <a:pt x="271" y="52498"/>
                  </a:cubicBezTo>
                  <a:cubicBezTo>
                    <a:pt x="271" y="58731"/>
                    <a:pt x="7202" y="61441"/>
                    <a:pt x="13302" y="61441"/>
                  </a:cubicBezTo>
                  <a:cubicBezTo>
                    <a:pt x="22451" y="61441"/>
                    <a:pt x="27441" y="51956"/>
                    <a:pt x="27857" y="51143"/>
                  </a:cubicBezTo>
                  <a:cubicBezTo>
                    <a:pt x="29521" y="56156"/>
                    <a:pt x="34511" y="61441"/>
                    <a:pt x="42829" y="61441"/>
                  </a:cubicBezTo>
                  <a:cubicBezTo>
                    <a:pt x="57107" y="61441"/>
                    <a:pt x="65008" y="43962"/>
                    <a:pt x="65008" y="40575"/>
                  </a:cubicBezTo>
                  <a:cubicBezTo>
                    <a:pt x="65008" y="39220"/>
                    <a:pt x="63761" y="39220"/>
                    <a:pt x="63345" y="39220"/>
                  </a:cubicBezTo>
                  <a:cubicBezTo>
                    <a:pt x="62097" y="39220"/>
                    <a:pt x="61820" y="39762"/>
                    <a:pt x="61543" y="40710"/>
                  </a:cubicBezTo>
                  <a:cubicBezTo>
                    <a:pt x="56968" y="55208"/>
                    <a:pt x="47542" y="58460"/>
                    <a:pt x="43106" y="58460"/>
                  </a:cubicBezTo>
                  <a:cubicBezTo>
                    <a:pt x="37699" y="58460"/>
                    <a:pt x="35481" y="54124"/>
                    <a:pt x="35481" y="49517"/>
                  </a:cubicBezTo>
                  <a:cubicBezTo>
                    <a:pt x="35481" y="46536"/>
                    <a:pt x="36313" y="43556"/>
                    <a:pt x="37838" y="37594"/>
                  </a:cubicBezTo>
                  <a:lnTo>
                    <a:pt x="42551"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80" name="Freeform: Shape 179">
              <a:extLst>
                <a:ext uri="{FF2B5EF4-FFF2-40B4-BE49-F238E27FC236}">
                  <a16:creationId xmlns:a16="http://schemas.microsoft.com/office/drawing/2014/main" id="{08C71F4B-6FC0-A60A-878D-C84DCBAB3FFD}"/>
                </a:ext>
              </a:extLst>
            </p:cNvPr>
            <p:cNvSpPr/>
            <p:nvPr>
              <p:custDataLst>
                <p:tags r:id="rId87"/>
              </p:custDataLst>
            </p:nvPr>
          </p:nvSpPr>
          <p:spPr>
            <a:xfrm>
              <a:off x="9854185" y="4396879"/>
              <a:ext cx="18991" cy="135491"/>
            </a:xfrm>
            <a:custGeom>
              <a:avLst/>
              <a:gdLst>
                <a:gd name="connsiteX0" fmla="*/ 19268 w 18991"/>
                <a:gd name="connsiteY0" fmla="*/ 63 h 135491"/>
                <a:gd name="connsiteX1" fmla="*/ 277 w 18991"/>
                <a:gd name="connsiteY1" fmla="*/ 63 h 135491"/>
                <a:gd name="connsiteX2" fmla="*/ 277 w 18991"/>
                <a:gd name="connsiteY2" fmla="*/ 5482 h 135491"/>
                <a:gd name="connsiteX3" fmla="*/ 13723 w 18991"/>
                <a:gd name="connsiteY3" fmla="*/ 5482 h 135491"/>
                <a:gd name="connsiteX4" fmla="*/ 13723 w 18991"/>
                <a:gd name="connsiteY4" fmla="*/ 130135 h 135491"/>
                <a:gd name="connsiteX5" fmla="*/ 277 w 18991"/>
                <a:gd name="connsiteY5" fmla="*/ 130135 h 135491"/>
                <a:gd name="connsiteX6" fmla="*/ 277 w 18991"/>
                <a:gd name="connsiteY6" fmla="*/ 135555 h 135491"/>
                <a:gd name="connsiteX7" fmla="*/ 19268 w 18991"/>
                <a:gd name="connsiteY7" fmla="*/ 135555 h 135491"/>
                <a:gd name="connsiteX8" fmla="*/ 19268 w 18991"/>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91" h="135491">
                  <a:moveTo>
                    <a:pt x="19268" y="63"/>
                  </a:moveTo>
                  <a:lnTo>
                    <a:pt x="277" y="63"/>
                  </a:lnTo>
                  <a:lnTo>
                    <a:pt x="277" y="5482"/>
                  </a:lnTo>
                  <a:lnTo>
                    <a:pt x="13723" y="5482"/>
                  </a:lnTo>
                  <a:lnTo>
                    <a:pt x="13723" y="130135"/>
                  </a:lnTo>
                  <a:lnTo>
                    <a:pt x="277" y="130135"/>
                  </a:lnTo>
                  <a:lnTo>
                    <a:pt x="277" y="135555"/>
                  </a:lnTo>
                  <a:lnTo>
                    <a:pt x="19268" y="135555"/>
                  </a:lnTo>
                  <a:lnTo>
                    <a:pt x="19268"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grpSp>
      <p:grpSp>
        <p:nvGrpSpPr>
          <p:cNvPr id="181" name="Group 180">
            <a:extLst>
              <a:ext uri="{FF2B5EF4-FFF2-40B4-BE49-F238E27FC236}">
                <a16:creationId xmlns:a16="http://schemas.microsoft.com/office/drawing/2014/main" id="{407DFB3C-AAE0-3A0F-C587-5EE22F87AA70}"/>
              </a:ext>
            </a:extLst>
          </p:cNvPr>
          <p:cNvGrpSpPr>
            <a:grpSpLocks noChangeAspect="1"/>
          </p:cNvGrpSpPr>
          <p:nvPr>
            <p:custDataLst>
              <p:tags r:id="rId8"/>
            </p:custDataLst>
          </p:nvPr>
        </p:nvGrpSpPr>
        <p:grpSpPr>
          <a:xfrm>
            <a:off x="8941945" y="4738903"/>
            <a:ext cx="1367344" cy="234282"/>
            <a:chOff x="8515558" y="4364646"/>
            <a:chExt cx="1367344" cy="234282"/>
          </a:xfrm>
          <a:solidFill>
            <a:schemeClr val="bg1"/>
          </a:solidFill>
        </p:grpSpPr>
        <p:sp>
          <p:nvSpPr>
            <p:cNvPr id="182" name="Freeform: Shape 181">
              <a:extLst>
                <a:ext uri="{FF2B5EF4-FFF2-40B4-BE49-F238E27FC236}">
                  <a16:creationId xmlns:a16="http://schemas.microsoft.com/office/drawing/2014/main" id="{813C4CA3-85D9-C451-8BE1-94919CF42FAD}"/>
                </a:ext>
              </a:extLst>
            </p:cNvPr>
            <p:cNvSpPr/>
            <p:nvPr>
              <p:custDataLst>
                <p:tags r:id="rId39"/>
              </p:custDataLst>
            </p:nvPr>
          </p:nvSpPr>
          <p:spPr>
            <a:xfrm>
              <a:off x="8515558" y="4396101"/>
              <a:ext cx="161717" cy="153262"/>
            </a:xfrm>
            <a:custGeom>
              <a:avLst/>
              <a:gdLst>
                <a:gd name="connsiteX0" fmla="*/ 129813 w 161717"/>
                <a:gd name="connsiteY0" fmla="*/ 24846 h 153262"/>
                <a:gd name="connsiteX1" fmla="*/ 158846 w 161717"/>
                <a:gd name="connsiteY1" fmla="*/ 6802 h 153262"/>
                <a:gd name="connsiteX2" fmla="*/ 161794 w 161717"/>
                <a:gd name="connsiteY2" fmla="*/ 2671 h 153262"/>
                <a:gd name="connsiteX3" fmla="*/ 158846 w 161717"/>
                <a:gd name="connsiteY3" fmla="*/ 63 h 153262"/>
                <a:gd name="connsiteX4" fmla="*/ 140247 w 161717"/>
                <a:gd name="connsiteY4" fmla="*/ 715 h 153262"/>
                <a:gd name="connsiteX5" fmla="*/ 117792 w 161717"/>
                <a:gd name="connsiteY5" fmla="*/ 63 h 153262"/>
                <a:gd name="connsiteX6" fmla="*/ 113483 w 161717"/>
                <a:gd name="connsiteY6" fmla="*/ 4193 h 153262"/>
                <a:gd name="connsiteX7" fmla="*/ 117112 w 161717"/>
                <a:gd name="connsiteY7" fmla="*/ 6802 h 153262"/>
                <a:gd name="connsiteX8" fmla="*/ 127545 w 161717"/>
                <a:gd name="connsiteY8" fmla="*/ 13976 h 153262"/>
                <a:gd name="connsiteX9" fmla="*/ 124143 w 161717"/>
                <a:gd name="connsiteY9" fmla="*/ 22237 h 153262"/>
                <a:gd name="connsiteX10" fmla="*/ 54512 w 161717"/>
                <a:gd name="connsiteY10" fmla="*/ 128325 h 153262"/>
                <a:gd name="connsiteX11" fmla="*/ 39088 w 161717"/>
                <a:gd name="connsiteY11" fmla="*/ 13324 h 153262"/>
                <a:gd name="connsiteX12" fmla="*/ 54739 w 161717"/>
                <a:gd name="connsiteY12" fmla="*/ 6802 h 153262"/>
                <a:gd name="connsiteX13" fmla="*/ 60409 w 161717"/>
                <a:gd name="connsiteY13" fmla="*/ 2454 h 153262"/>
                <a:gd name="connsiteX14" fmla="*/ 57233 w 161717"/>
                <a:gd name="connsiteY14" fmla="*/ 63 h 153262"/>
                <a:gd name="connsiteX15" fmla="*/ 29109 w 161717"/>
                <a:gd name="connsiteY15" fmla="*/ 715 h 153262"/>
                <a:gd name="connsiteX16" fmla="*/ 16634 w 161717"/>
                <a:gd name="connsiteY16" fmla="*/ 498 h 153262"/>
                <a:gd name="connsiteX17" fmla="*/ 4386 w 161717"/>
                <a:gd name="connsiteY17" fmla="*/ 63 h 153262"/>
                <a:gd name="connsiteX18" fmla="*/ 77 w 161717"/>
                <a:gd name="connsiteY18" fmla="*/ 4193 h 153262"/>
                <a:gd name="connsiteX19" fmla="*/ 5747 w 161717"/>
                <a:gd name="connsiteY19" fmla="*/ 6802 h 153262"/>
                <a:gd name="connsiteX20" fmla="*/ 19356 w 161717"/>
                <a:gd name="connsiteY20" fmla="*/ 14193 h 153262"/>
                <a:gd name="connsiteX21" fmla="*/ 37274 w 161717"/>
                <a:gd name="connsiteY21" fmla="*/ 148325 h 153262"/>
                <a:gd name="connsiteX22" fmla="*/ 41810 w 161717"/>
                <a:gd name="connsiteY22" fmla="*/ 153325 h 153262"/>
                <a:gd name="connsiteX23" fmla="*/ 48161 w 161717"/>
                <a:gd name="connsiteY23" fmla="*/ 149412 h 153262"/>
                <a:gd name="connsiteX24" fmla="*/ 129813 w 161717"/>
                <a:gd name="connsiteY24" fmla="*/ 24846 h 15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1717" h="153262">
                  <a:moveTo>
                    <a:pt x="129813" y="24846"/>
                  </a:moveTo>
                  <a:cubicBezTo>
                    <a:pt x="140927" y="7889"/>
                    <a:pt x="150453" y="7237"/>
                    <a:pt x="158846" y="6802"/>
                  </a:cubicBezTo>
                  <a:cubicBezTo>
                    <a:pt x="161567" y="6585"/>
                    <a:pt x="161794" y="2889"/>
                    <a:pt x="161794" y="2671"/>
                  </a:cubicBezTo>
                  <a:cubicBezTo>
                    <a:pt x="161794" y="932"/>
                    <a:pt x="160660" y="63"/>
                    <a:pt x="158846" y="63"/>
                  </a:cubicBezTo>
                  <a:cubicBezTo>
                    <a:pt x="152948" y="63"/>
                    <a:pt x="146371" y="715"/>
                    <a:pt x="140247" y="715"/>
                  </a:cubicBezTo>
                  <a:cubicBezTo>
                    <a:pt x="132762" y="715"/>
                    <a:pt x="125050" y="63"/>
                    <a:pt x="117792" y="63"/>
                  </a:cubicBezTo>
                  <a:cubicBezTo>
                    <a:pt x="116432" y="63"/>
                    <a:pt x="113483" y="63"/>
                    <a:pt x="113483" y="4193"/>
                  </a:cubicBezTo>
                  <a:cubicBezTo>
                    <a:pt x="113483" y="6585"/>
                    <a:pt x="115524" y="6802"/>
                    <a:pt x="117112" y="6802"/>
                  </a:cubicBezTo>
                  <a:cubicBezTo>
                    <a:pt x="123236" y="7237"/>
                    <a:pt x="127545" y="9411"/>
                    <a:pt x="127545" y="13976"/>
                  </a:cubicBezTo>
                  <a:cubicBezTo>
                    <a:pt x="127545" y="17237"/>
                    <a:pt x="124143" y="22020"/>
                    <a:pt x="124143" y="22237"/>
                  </a:cubicBezTo>
                  <a:lnTo>
                    <a:pt x="54512" y="128325"/>
                  </a:lnTo>
                  <a:lnTo>
                    <a:pt x="39088" y="13324"/>
                  </a:lnTo>
                  <a:cubicBezTo>
                    <a:pt x="39088" y="9628"/>
                    <a:pt x="44305" y="6802"/>
                    <a:pt x="54739" y="6802"/>
                  </a:cubicBezTo>
                  <a:cubicBezTo>
                    <a:pt x="57914" y="6802"/>
                    <a:pt x="60409" y="6802"/>
                    <a:pt x="60409" y="2454"/>
                  </a:cubicBezTo>
                  <a:cubicBezTo>
                    <a:pt x="60409" y="498"/>
                    <a:pt x="58594" y="63"/>
                    <a:pt x="57233" y="63"/>
                  </a:cubicBezTo>
                  <a:cubicBezTo>
                    <a:pt x="48161" y="63"/>
                    <a:pt x="38408" y="715"/>
                    <a:pt x="29109" y="715"/>
                  </a:cubicBezTo>
                  <a:cubicBezTo>
                    <a:pt x="25026" y="715"/>
                    <a:pt x="20717" y="498"/>
                    <a:pt x="16634" y="498"/>
                  </a:cubicBezTo>
                  <a:cubicBezTo>
                    <a:pt x="12551" y="498"/>
                    <a:pt x="8242" y="63"/>
                    <a:pt x="4386" y="63"/>
                  </a:cubicBezTo>
                  <a:cubicBezTo>
                    <a:pt x="2798" y="63"/>
                    <a:pt x="77" y="63"/>
                    <a:pt x="77" y="4193"/>
                  </a:cubicBezTo>
                  <a:cubicBezTo>
                    <a:pt x="77" y="6802"/>
                    <a:pt x="2118" y="6802"/>
                    <a:pt x="5747" y="6802"/>
                  </a:cubicBezTo>
                  <a:cubicBezTo>
                    <a:pt x="18449" y="6802"/>
                    <a:pt x="18675" y="8759"/>
                    <a:pt x="19356" y="14193"/>
                  </a:cubicBezTo>
                  <a:lnTo>
                    <a:pt x="37274" y="148325"/>
                  </a:lnTo>
                  <a:cubicBezTo>
                    <a:pt x="37954" y="152673"/>
                    <a:pt x="38862" y="153325"/>
                    <a:pt x="41810" y="153325"/>
                  </a:cubicBezTo>
                  <a:cubicBezTo>
                    <a:pt x="45439" y="153325"/>
                    <a:pt x="46346" y="152238"/>
                    <a:pt x="48161" y="149412"/>
                  </a:cubicBezTo>
                  <a:lnTo>
                    <a:pt x="129813" y="24846"/>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3" name="Freeform: Shape 182">
              <a:extLst>
                <a:ext uri="{FF2B5EF4-FFF2-40B4-BE49-F238E27FC236}">
                  <a16:creationId xmlns:a16="http://schemas.microsoft.com/office/drawing/2014/main" id="{71659C24-0BC5-8D5C-7646-08C35983D70A}"/>
                </a:ext>
              </a:extLst>
            </p:cNvPr>
            <p:cNvSpPr/>
            <p:nvPr>
              <p:custDataLst>
                <p:tags r:id="rId40"/>
              </p:custDataLst>
            </p:nvPr>
          </p:nvSpPr>
          <p:spPr>
            <a:xfrm>
              <a:off x="8694639" y="4448493"/>
              <a:ext cx="103880" cy="98479"/>
            </a:xfrm>
            <a:custGeom>
              <a:avLst/>
              <a:gdLst>
                <a:gd name="connsiteX0" fmla="*/ 75613 w 103880"/>
                <a:gd name="connsiteY0" fmla="*/ 13976 h 98479"/>
                <a:gd name="connsiteX1" fmla="*/ 54747 w 103880"/>
                <a:gd name="connsiteY1" fmla="*/ 63 h 98479"/>
                <a:gd name="connsiteX2" fmla="*/ 85 w 103880"/>
                <a:gd name="connsiteY2" fmla="*/ 63759 h 98479"/>
                <a:gd name="connsiteX3" fmla="*/ 30251 w 103880"/>
                <a:gd name="connsiteY3" fmla="*/ 98542 h 98479"/>
                <a:gd name="connsiteX4" fmla="*/ 59736 w 103880"/>
                <a:gd name="connsiteY4" fmla="*/ 82238 h 98479"/>
                <a:gd name="connsiteX5" fmla="*/ 80376 w 103880"/>
                <a:gd name="connsiteY5" fmla="*/ 98542 h 98479"/>
                <a:gd name="connsiteX6" fmla="*/ 97161 w 103880"/>
                <a:gd name="connsiteY6" fmla="*/ 86586 h 98479"/>
                <a:gd name="connsiteX7" fmla="*/ 103965 w 103880"/>
                <a:gd name="connsiteY7" fmla="*/ 65064 h 98479"/>
                <a:gd name="connsiteX8" fmla="*/ 101243 w 103880"/>
                <a:gd name="connsiteY8" fmla="*/ 62890 h 98479"/>
                <a:gd name="connsiteX9" fmla="*/ 98068 w 103880"/>
                <a:gd name="connsiteY9" fmla="*/ 66803 h 98479"/>
                <a:gd name="connsiteX10" fmla="*/ 80830 w 103880"/>
                <a:gd name="connsiteY10" fmla="*/ 93760 h 98479"/>
                <a:gd name="connsiteX11" fmla="*/ 74026 w 103880"/>
                <a:gd name="connsiteY11" fmla="*/ 83759 h 98479"/>
                <a:gd name="connsiteX12" fmla="*/ 76974 w 103880"/>
                <a:gd name="connsiteY12" fmla="*/ 67672 h 98479"/>
                <a:gd name="connsiteX13" fmla="*/ 81964 w 103880"/>
                <a:gd name="connsiteY13" fmla="*/ 48107 h 98479"/>
                <a:gd name="connsiteX14" fmla="*/ 90129 w 103880"/>
                <a:gd name="connsiteY14" fmla="*/ 17672 h 98479"/>
                <a:gd name="connsiteX15" fmla="*/ 91717 w 103880"/>
                <a:gd name="connsiteY15" fmla="*/ 10280 h 98479"/>
                <a:gd name="connsiteX16" fmla="*/ 85139 w 103880"/>
                <a:gd name="connsiteY16" fmla="*/ 4411 h 98479"/>
                <a:gd name="connsiteX17" fmla="*/ 75613 w 103880"/>
                <a:gd name="connsiteY17" fmla="*/ 13976 h 98479"/>
                <a:gd name="connsiteX18" fmla="*/ 60870 w 103880"/>
                <a:gd name="connsiteY18" fmla="*/ 70281 h 98479"/>
                <a:gd name="connsiteX19" fmla="*/ 56334 w 103880"/>
                <a:gd name="connsiteY19" fmla="*/ 78325 h 98479"/>
                <a:gd name="connsiteX20" fmla="*/ 30704 w 103880"/>
                <a:gd name="connsiteY20" fmla="*/ 93760 h 98479"/>
                <a:gd name="connsiteX21" fmla="*/ 16188 w 103880"/>
                <a:gd name="connsiteY21" fmla="*/ 73325 h 98479"/>
                <a:gd name="connsiteX22" fmla="*/ 28663 w 103880"/>
                <a:gd name="connsiteY22" fmla="*/ 25715 h 98479"/>
                <a:gd name="connsiteX23" fmla="*/ 54973 w 103880"/>
                <a:gd name="connsiteY23" fmla="*/ 4845 h 98479"/>
                <a:gd name="connsiteX24" fmla="*/ 72892 w 103880"/>
                <a:gd name="connsiteY24" fmla="*/ 23976 h 98479"/>
                <a:gd name="connsiteX25" fmla="*/ 72211 w 103880"/>
                <a:gd name="connsiteY25" fmla="*/ 27672 h 98479"/>
                <a:gd name="connsiteX26" fmla="*/ 60870 w 103880"/>
                <a:gd name="connsiteY26" fmla="*/ 70281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3880" h="98479">
                  <a:moveTo>
                    <a:pt x="75613" y="13976"/>
                  </a:moveTo>
                  <a:cubicBezTo>
                    <a:pt x="71531" y="5932"/>
                    <a:pt x="64953" y="63"/>
                    <a:pt x="54747" y="63"/>
                  </a:cubicBezTo>
                  <a:cubicBezTo>
                    <a:pt x="28209" y="63"/>
                    <a:pt x="85" y="32020"/>
                    <a:pt x="85" y="63759"/>
                  </a:cubicBezTo>
                  <a:cubicBezTo>
                    <a:pt x="85" y="84194"/>
                    <a:pt x="12559" y="98542"/>
                    <a:pt x="30251" y="98542"/>
                  </a:cubicBezTo>
                  <a:cubicBezTo>
                    <a:pt x="34787" y="98542"/>
                    <a:pt x="46128" y="97673"/>
                    <a:pt x="59736" y="82238"/>
                  </a:cubicBezTo>
                  <a:cubicBezTo>
                    <a:pt x="61551" y="91368"/>
                    <a:pt x="69489" y="98542"/>
                    <a:pt x="80376" y="98542"/>
                  </a:cubicBezTo>
                  <a:cubicBezTo>
                    <a:pt x="88315" y="98542"/>
                    <a:pt x="93531" y="93542"/>
                    <a:pt x="97161" y="86586"/>
                  </a:cubicBezTo>
                  <a:cubicBezTo>
                    <a:pt x="101016" y="78759"/>
                    <a:pt x="103965" y="65498"/>
                    <a:pt x="103965" y="65064"/>
                  </a:cubicBezTo>
                  <a:cubicBezTo>
                    <a:pt x="103965" y="62890"/>
                    <a:pt x="101924" y="62890"/>
                    <a:pt x="101243" y="62890"/>
                  </a:cubicBezTo>
                  <a:cubicBezTo>
                    <a:pt x="98975" y="62890"/>
                    <a:pt x="98748" y="63759"/>
                    <a:pt x="98068" y="66803"/>
                  </a:cubicBezTo>
                  <a:cubicBezTo>
                    <a:pt x="94212" y="80933"/>
                    <a:pt x="90129" y="93760"/>
                    <a:pt x="80830" y="93760"/>
                  </a:cubicBezTo>
                  <a:cubicBezTo>
                    <a:pt x="74706" y="93760"/>
                    <a:pt x="74026" y="88107"/>
                    <a:pt x="74026" y="83759"/>
                  </a:cubicBezTo>
                  <a:cubicBezTo>
                    <a:pt x="74026" y="78977"/>
                    <a:pt x="74479" y="77238"/>
                    <a:pt x="76974" y="67672"/>
                  </a:cubicBezTo>
                  <a:cubicBezTo>
                    <a:pt x="79469" y="58542"/>
                    <a:pt x="79923" y="56368"/>
                    <a:pt x="81964" y="48107"/>
                  </a:cubicBezTo>
                  <a:lnTo>
                    <a:pt x="90129" y="17672"/>
                  </a:lnTo>
                  <a:cubicBezTo>
                    <a:pt x="91717" y="11585"/>
                    <a:pt x="91717" y="11150"/>
                    <a:pt x="91717" y="10280"/>
                  </a:cubicBezTo>
                  <a:cubicBezTo>
                    <a:pt x="91717" y="6585"/>
                    <a:pt x="88995" y="4411"/>
                    <a:pt x="85139" y="4411"/>
                  </a:cubicBezTo>
                  <a:cubicBezTo>
                    <a:pt x="79696" y="4411"/>
                    <a:pt x="76294" y="9193"/>
                    <a:pt x="75613" y="13976"/>
                  </a:cubicBezTo>
                  <a:close/>
                  <a:moveTo>
                    <a:pt x="60870" y="70281"/>
                  </a:moveTo>
                  <a:cubicBezTo>
                    <a:pt x="59736" y="74194"/>
                    <a:pt x="59736" y="74629"/>
                    <a:pt x="56334" y="78325"/>
                  </a:cubicBezTo>
                  <a:cubicBezTo>
                    <a:pt x="46354" y="90281"/>
                    <a:pt x="37055" y="93760"/>
                    <a:pt x="30704" y="93760"/>
                  </a:cubicBezTo>
                  <a:cubicBezTo>
                    <a:pt x="19364" y="93760"/>
                    <a:pt x="16188" y="81803"/>
                    <a:pt x="16188" y="73325"/>
                  </a:cubicBezTo>
                  <a:cubicBezTo>
                    <a:pt x="16188" y="62455"/>
                    <a:pt x="23446" y="35715"/>
                    <a:pt x="28663" y="25715"/>
                  </a:cubicBezTo>
                  <a:cubicBezTo>
                    <a:pt x="35694" y="12889"/>
                    <a:pt x="45901" y="4845"/>
                    <a:pt x="54973" y="4845"/>
                  </a:cubicBezTo>
                  <a:cubicBezTo>
                    <a:pt x="69716" y="4845"/>
                    <a:pt x="72892" y="22672"/>
                    <a:pt x="72892" y="23976"/>
                  </a:cubicBezTo>
                  <a:cubicBezTo>
                    <a:pt x="72892" y="25280"/>
                    <a:pt x="72438" y="26585"/>
                    <a:pt x="72211" y="27672"/>
                  </a:cubicBezTo>
                  <a:lnTo>
                    <a:pt x="60870" y="70281"/>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4" name="Freeform: Shape 183">
              <a:extLst>
                <a:ext uri="{FF2B5EF4-FFF2-40B4-BE49-F238E27FC236}">
                  <a16:creationId xmlns:a16="http://schemas.microsoft.com/office/drawing/2014/main" id="{18A695B3-2A2A-0FEE-5179-A91360CA2C9D}"/>
                </a:ext>
              </a:extLst>
            </p:cNvPr>
            <p:cNvSpPr/>
            <p:nvPr>
              <p:custDataLst>
                <p:tags r:id="rId41"/>
              </p:custDataLst>
            </p:nvPr>
          </p:nvSpPr>
          <p:spPr>
            <a:xfrm>
              <a:off x="8812035" y="4448493"/>
              <a:ext cx="92312" cy="98479"/>
            </a:xfrm>
            <a:custGeom>
              <a:avLst/>
              <a:gdLst>
                <a:gd name="connsiteX0" fmla="*/ 13472 w 92312"/>
                <a:gd name="connsiteY0" fmla="*/ 83325 h 98479"/>
                <a:gd name="connsiteX1" fmla="*/ 11431 w 92312"/>
                <a:gd name="connsiteY1" fmla="*/ 92673 h 98479"/>
                <a:gd name="connsiteX2" fmla="*/ 18008 w 92312"/>
                <a:gd name="connsiteY2" fmla="*/ 98542 h 98479"/>
                <a:gd name="connsiteX3" fmla="*/ 26400 w 92312"/>
                <a:gd name="connsiteY3" fmla="*/ 92455 h 98479"/>
                <a:gd name="connsiteX4" fmla="*/ 35473 w 92312"/>
                <a:gd name="connsiteY4" fmla="*/ 58107 h 98479"/>
                <a:gd name="connsiteX5" fmla="*/ 42731 w 92312"/>
                <a:gd name="connsiteY5" fmla="*/ 29846 h 98479"/>
                <a:gd name="connsiteX6" fmla="*/ 55432 w 92312"/>
                <a:gd name="connsiteY6" fmla="*/ 12019 h 98479"/>
                <a:gd name="connsiteX7" fmla="*/ 73577 w 92312"/>
                <a:gd name="connsiteY7" fmla="*/ 4845 h 98479"/>
                <a:gd name="connsiteX8" fmla="*/ 83103 w 92312"/>
                <a:gd name="connsiteY8" fmla="*/ 7454 h 98479"/>
                <a:gd name="connsiteX9" fmla="*/ 71309 w 92312"/>
                <a:gd name="connsiteY9" fmla="*/ 19411 h 98479"/>
                <a:gd name="connsiteX10" fmla="*/ 79928 w 92312"/>
                <a:gd name="connsiteY10" fmla="*/ 27020 h 98479"/>
                <a:gd name="connsiteX11" fmla="*/ 92403 w 92312"/>
                <a:gd name="connsiteY11" fmla="*/ 14193 h 98479"/>
                <a:gd name="connsiteX12" fmla="*/ 73577 w 92312"/>
                <a:gd name="connsiteY12" fmla="*/ 63 h 98479"/>
                <a:gd name="connsiteX13" fmla="*/ 44545 w 92312"/>
                <a:gd name="connsiteY13" fmla="*/ 16802 h 98479"/>
                <a:gd name="connsiteX14" fmla="*/ 23905 w 92312"/>
                <a:gd name="connsiteY14" fmla="*/ 63 h 98479"/>
                <a:gd name="connsiteX15" fmla="*/ 7121 w 92312"/>
                <a:gd name="connsiteY15" fmla="*/ 12454 h 98479"/>
                <a:gd name="connsiteX16" fmla="*/ 90 w 92312"/>
                <a:gd name="connsiteY16" fmla="*/ 33541 h 98479"/>
                <a:gd name="connsiteX17" fmla="*/ 2812 w 92312"/>
                <a:gd name="connsiteY17" fmla="*/ 35715 h 98479"/>
                <a:gd name="connsiteX18" fmla="*/ 6668 w 92312"/>
                <a:gd name="connsiteY18" fmla="*/ 30715 h 98479"/>
                <a:gd name="connsiteX19" fmla="*/ 23225 w 92312"/>
                <a:gd name="connsiteY19" fmla="*/ 4845 h 98479"/>
                <a:gd name="connsiteX20" fmla="*/ 30256 w 92312"/>
                <a:gd name="connsiteY20" fmla="*/ 14846 h 98479"/>
                <a:gd name="connsiteX21" fmla="*/ 26627 w 92312"/>
                <a:gd name="connsiteY21" fmla="*/ 33107 h 98479"/>
                <a:gd name="connsiteX22" fmla="*/ 13472 w 92312"/>
                <a:gd name="connsiteY22" fmla="*/ 83325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2312" h="98479">
                  <a:moveTo>
                    <a:pt x="13472" y="83325"/>
                  </a:moveTo>
                  <a:cubicBezTo>
                    <a:pt x="12791" y="86586"/>
                    <a:pt x="11431" y="91586"/>
                    <a:pt x="11431" y="92673"/>
                  </a:cubicBezTo>
                  <a:cubicBezTo>
                    <a:pt x="11431" y="96586"/>
                    <a:pt x="14606" y="98542"/>
                    <a:pt x="18008" y="98542"/>
                  </a:cubicBezTo>
                  <a:cubicBezTo>
                    <a:pt x="20730" y="98542"/>
                    <a:pt x="24813" y="96803"/>
                    <a:pt x="26400" y="92455"/>
                  </a:cubicBezTo>
                  <a:cubicBezTo>
                    <a:pt x="26854" y="91586"/>
                    <a:pt x="34566" y="62020"/>
                    <a:pt x="35473" y="58107"/>
                  </a:cubicBezTo>
                  <a:cubicBezTo>
                    <a:pt x="37287" y="50933"/>
                    <a:pt x="41370" y="35715"/>
                    <a:pt x="42731" y="29846"/>
                  </a:cubicBezTo>
                  <a:cubicBezTo>
                    <a:pt x="43638" y="27020"/>
                    <a:pt x="49989" y="16802"/>
                    <a:pt x="55432" y="12019"/>
                  </a:cubicBezTo>
                  <a:cubicBezTo>
                    <a:pt x="57247" y="10498"/>
                    <a:pt x="63824" y="4845"/>
                    <a:pt x="73577" y="4845"/>
                  </a:cubicBezTo>
                  <a:cubicBezTo>
                    <a:pt x="79474" y="4845"/>
                    <a:pt x="82877" y="7454"/>
                    <a:pt x="83103" y="7454"/>
                  </a:cubicBezTo>
                  <a:cubicBezTo>
                    <a:pt x="76299" y="8541"/>
                    <a:pt x="71309" y="13759"/>
                    <a:pt x="71309" y="19411"/>
                  </a:cubicBezTo>
                  <a:cubicBezTo>
                    <a:pt x="71309" y="22889"/>
                    <a:pt x="73804" y="27020"/>
                    <a:pt x="79928" y="27020"/>
                  </a:cubicBezTo>
                  <a:cubicBezTo>
                    <a:pt x="86052" y="27020"/>
                    <a:pt x="92403" y="22020"/>
                    <a:pt x="92403" y="14193"/>
                  </a:cubicBezTo>
                  <a:cubicBezTo>
                    <a:pt x="92403" y="6585"/>
                    <a:pt x="85145" y="63"/>
                    <a:pt x="73577" y="63"/>
                  </a:cubicBezTo>
                  <a:cubicBezTo>
                    <a:pt x="58834" y="63"/>
                    <a:pt x="48855" y="10715"/>
                    <a:pt x="44545" y="16802"/>
                  </a:cubicBezTo>
                  <a:cubicBezTo>
                    <a:pt x="42731" y="7019"/>
                    <a:pt x="34566" y="63"/>
                    <a:pt x="23905" y="63"/>
                  </a:cubicBezTo>
                  <a:cubicBezTo>
                    <a:pt x="13472" y="63"/>
                    <a:pt x="9162" y="8541"/>
                    <a:pt x="7121" y="12454"/>
                  </a:cubicBezTo>
                  <a:cubicBezTo>
                    <a:pt x="3039" y="19846"/>
                    <a:pt x="90" y="32889"/>
                    <a:pt x="90" y="33541"/>
                  </a:cubicBezTo>
                  <a:cubicBezTo>
                    <a:pt x="90" y="35715"/>
                    <a:pt x="2358" y="35715"/>
                    <a:pt x="2812" y="35715"/>
                  </a:cubicBezTo>
                  <a:cubicBezTo>
                    <a:pt x="5080" y="35715"/>
                    <a:pt x="5307" y="35498"/>
                    <a:pt x="6668" y="30715"/>
                  </a:cubicBezTo>
                  <a:cubicBezTo>
                    <a:pt x="10523" y="15280"/>
                    <a:pt x="15060" y="4845"/>
                    <a:pt x="23225" y="4845"/>
                  </a:cubicBezTo>
                  <a:cubicBezTo>
                    <a:pt x="27081" y="4845"/>
                    <a:pt x="30256" y="6585"/>
                    <a:pt x="30256" y="14846"/>
                  </a:cubicBezTo>
                  <a:cubicBezTo>
                    <a:pt x="30256" y="19411"/>
                    <a:pt x="29576" y="21802"/>
                    <a:pt x="26627" y="33107"/>
                  </a:cubicBezTo>
                  <a:lnTo>
                    <a:pt x="13472" y="83325"/>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5" name="Freeform: Shape 184">
              <a:extLst>
                <a:ext uri="{FF2B5EF4-FFF2-40B4-BE49-F238E27FC236}">
                  <a16:creationId xmlns:a16="http://schemas.microsoft.com/office/drawing/2014/main" id="{EC50907A-EC83-F649-38C8-EBBD4ED1EFA7}"/>
                </a:ext>
              </a:extLst>
            </p:cNvPr>
            <p:cNvSpPr/>
            <p:nvPr>
              <p:custDataLst>
                <p:tags r:id="rId42"/>
              </p:custDataLst>
            </p:nvPr>
          </p:nvSpPr>
          <p:spPr>
            <a:xfrm>
              <a:off x="8940851" y="4381535"/>
              <a:ext cx="31073" cy="217393"/>
            </a:xfrm>
            <a:custGeom>
              <a:avLst/>
              <a:gdLst>
                <a:gd name="connsiteX0" fmla="*/ 31168 w 31073"/>
                <a:gd name="connsiteY0" fmla="*/ 217457 h 217393"/>
                <a:gd name="connsiteX1" fmla="*/ 31168 w 31073"/>
                <a:gd name="connsiteY1" fmla="*/ 208761 h 217393"/>
                <a:gd name="connsiteX2" fmla="*/ 9167 w 31073"/>
                <a:gd name="connsiteY2" fmla="*/ 208761 h 217393"/>
                <a:gd name="connsiteX3" fmla="*/ 9167 w 31073"/>
                <a:gd name="connsiteY3" fmla="*/ 8759 h 217393"/>
                <a:gd name="connsiteX4" fmla="*/ 31168 w 31073"/>
                <a:gd name="connsiteY4" fmla="*/ 8759 h 217393"/>
                <a:gd name="connsiteX5" fmla="*/ 31168 w 31073"/>
                <a:gd name="connsiteY5" fmla="*/ 63 h 217393"/>
                <a:gd name="connsiteX6" fmla="*/ 95 w 31073"/>
                <a:gd name="connsiteY6" fmla="*/ 63 h 217393"/>
                <a:gd name="connsiteX7" fmla="*/ 95 w 31073"/>
                <a:gd name="connsiteY7" fmla="*/ 217457 h 217393"/>
                <a:gd name="connsiteX8" fmla="*/ 31168 w 31073"/>
                <a:gd name="connsiteY8" fmla="*/ 217457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73" h="217393">
                  <a:moveTo>
                    <a:pt x="31168" y="217457"/>
                  </a:moveTo>
                  <a:lnTo>
                    <a:pt x="31168" y="208761"/>
                  </a:lnTo>
                  <a:lnTo>
                    <a:pt x="9167" y="208761"/>
                  </a:lnTo>
                  <a:lnTo>
                    <a:pt x="9167" y="8759"/>
                  </a:lnTo>
                  <a:lnTo>
                    <a:pt x="31168" y="8759"/>
                  </a:lnTo>
                  <a:lnTo>
                    <a:pt x="31168" y="63"/>
                  </a:lnTo>
                  <a:lnTo>
                    <a:pt x="95" y="63"/>
                  </a:lnTo>
                  <a:lnTo>
                    <a:pt x="95" y="217457"/>
                  </a:lnTo>
                  <a:lnTo>
                    <a:pt x="31168" y="217457"/>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6" name="Freeform: Shape 185">
              <a:extLst>
                <a:ext uri="{FF2B5EF4-FFF2-40B4-BE49-F238E27FC236}">
                  <a16:creationId xmlns:a16="http://schemas.microsoft.com/office/drawing/2014/main" id="{DC845DDB-0B41-8393-FC75-C283025E8018}"/>
                </a:ext>
              </a:extLst>
            </p:cNvPr>
            <p:cNvSpPr/>
            <p:nvPr>
              <p:custDataLst>
                <p:tags r:id="rId43"/>
              </p:custDataLst>
            </p:nvPr>
          </p:nvSpPr>
          <p:spPr>
            <a:xfrm>
              <a:off x="8983668" y="4448493"/>
              <a:ext cx="116581" cy="98479"/>
            </a:xfrm>
            <a:custGeom>
              <a:avLst/>
              <a:gdLst>
                <a:gd name="connsiteX0" fmla="*/ 72904 w 116581"/>
                <a:gd name="connsiteY0" fmla="*/ 83977 h 98479"/>
                <a:gd name="connsiteX1" fmla="*/ 93091 w 116581"/>
                <a:gd name="connsiteY1" fmla="*/ 98542 h 98479"/>
                <a:gd name="connsiteX2" fmla="*/ 109875 w 116581"/>
                <a:gd name="connsiteY2" fmla="*/ 86586 h 98479"/>
                <a:gd name="connsiteX3" fmla="*/ 116679 w 116581"/>
                <a:gd name="connsiteY3" fmla="*/ 65064 h 98479"/>
                <a:gd name="connsiteX4" fmla="*/ 113957 w 116581"/>
                <a:gd name="connsiteY4" fmla="*/ 62890 h 98479"/>
                <a:gd name="connsiteX5" fmla="*/ 110782 w 116581"/>
                <a:gd name="connsiteY5" fmla="*/ 66803 h 98479"/>
                <a:gd name="connsiteX6" fmla="*/ 93771 w 116581"/>
                <a:gd name="connsiteY6" fmla="*/ 93760 h 98479"/>
                <a:gd name="connsiteX7" fmla="*/ 86740 w 116581"/>
                <a:gd name="connsiteY7" fmla="*/ 83759 h 98479"/>
                <a:gd name="connsiteX8" fmla="*/ 91276 w 116581"/>
                <a:gd name="connsiteY8" fmla="*/ 61150 h 98479"/>
                <a:gd name="connsiteX9" fmla="*/ 97627 w 116581"/>
                <a:gd name="connsiteY9" fmla="*/ 37672 h 98479"/>
                <a:gd name="connsiteX10" fmla="*/ 101483 w 116581"/>
                <a:gd name="connsiteY10" fmla="*/ 22889 h 98479"/>
                <a:gd name="connsiteX11" fmla="*/ 104885 w 116581"/>
                <a:gd name="connsiteY11" fmla="*/ 8324 h 98479"/>
                <a:gd name="connsiteX12" fmla="*/ 98307 w 116581"/>
                <a:gd name="connsiteY12" fmla="*/ 2454 h 98479"/>
                <a:gd name="connsiteX13" fmla="*/ 89462 w 116581"/>
                <a:gd name="connsiteY13" fmla="*/ 10063 h 98479"/>
                <a:gd name="connsiteX14" fmla="*/ 72451 w 116581"/>
                <a:gd name="connsiteY14" fmla="*/ 75498 h 98479"/>
                <a:gd name="connsiteX15" fmla="*/ 46594 w 116581"/>
                <a:gd name="connsiteY15" fmla="*/ 93760 h 98479"/>
                <a:gd name="connsiteX16" fmla="*/ 32532 w 116581"/>
                <a:gd name="connsiteY16" fmla="*/ 75933 h 98479"/>
                <a:gd name="connsiteX17" fmla="*/ 44780 w 116581"/>
                <a:gd name="connsiteY17" fmla="*/ 31585 h 98479"/>
                <a:gd name="connsiteX18" fmla="*/ 48635 w 116581"/>
                <a:gd name="connsiteY18" fmla="*/ 17889 h 98479"/>
                <a:gd name="connsiteX19" fmla="*/ 30037 w 116581"/>
                <a:gd name="connsiteY19" fmla="*/ 63 h 98479"/>
                <a:gd name="connsiteX20" fmla="*/ 98 w 116581"/>
                <a:gd name="connsiteY20" fmla="*/ 33541 h 98479"/>
                <a:gd name="connsiteX21" fmla="*/ 2819 w 116581"/>
                <a:gd name="connsiteY21" fmla="*/ 35715 h 98479"/>
                <a:gd name="connsiteX22" fmla="*/ 6448 w 116581"/>
                <a:gd name="connsiteY22" fmla="*/ 31802 h 98479"/>
                <a:gd name="connsiteX23" fmla="*/ 29356 w 116581"/>
                <a:gd name="connsiteY23" fmla="*/ 4845 h 98479"/>
                <a:gd name="connsiteX24" fmla="*/ 35027 w 116581"/>
                <a:gd name="connsiteY24" fmla="*/ 12019 h 98479"/>
                <a:gd name="connsiteX25" fmla="*/ 31171 w 116581"/>
                <a:gd name="connsiteY25" fmla="*/ 26802 h 98479"/>
                <a:gd name="connsiteX26" fmla="*/ 18016 w 116581"/>
                <a:gd name="connsiteY26" fmla="*/ 72455 h 98479"/>
                <a:gd name="connsiteX27" fmla="*/ 45914 w 116581"/>
                <a:gd name="connsiteY27" fmla="*/ 98542 h 98479"/>
                <a:gd name="connsiteX28" fmla="*/ 72904 w 116581"/>
                <a:gd name="connsiteY28" fmla="*/ 83977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581" h="98479">
                  <a:moveTo>
                    <a:pt x="72904" y="83977"/>
                  </a:moveTo>
                  <a:cubicBezTo>
                    <a:pt x="75399" y="92890"/>
                    <a:pt x="83338" y="98542"/>
                    <a:pt x="93091" y="98542"/>
                  </a:cubicBezTo>
                  <a:cubicBezTo>
                    <a:pt x="101029" y="98542"/>
                    <a:pt x="106246" y="93542"/>
                    <a:pt x="109875" y="86586"/>
                  </a:cubicBezTo>
                  <a:cubicBezTo>
                    <a:pt x="113731" y="78759"/>
                    <a:pt x="116679" y="65498"/>
                    <a:pt x="116679" y="65064"/>
                  </a:cubicBezTo>
                  <a:cubicBezTo>
                    <a:pt x="116679" y="62890"/>
                    <a:pt x="114638" y="62890"/>
                    <a:pt x="113957" y="62890"/>
                  </a:cubicBezTo>
                  <a:cubicBezTo>
                    <a:pt x="111689" y="62890"/>
                    <a:pt x="111463" y="63759"/>
                    <a:pt x="110782" y="66803"/>
                  </a:cubicBezTo>
                  <a:cubicBezTo>
                    <a:pt x="107607" y="78977"/>
                    <a:pt x="103297" y="93760"/>
                    <a:pt x="93771" y="93760"/>
                  </a:cubicBezTo>
                  <a:cubicBezTo>
                    <a:pt x="89008" y="93760"/>
                    <a:pt x="86740" y="90933"/>
                    <a:pt x="86740" y="83759"/>
                  </a:cubicBezTo>
                  <a:cubicBezTo>
                    <a:pt x="86740" y="78977"/>
                    <a:pt x="89462" y="68759"/>
                    <a:pt x="91276" y="61150"/>
                  </a:cubicBezTo>
                  <a:lnTo>
                    <a:pt x="97627" y="37672"/>
                  </a:lnTo>
                  <a:cubicBezTo>
                    <a:pt x="98307" y="34411"/>
                    <a:pt x="100575" y="26150"/>
                    <a:pt x="101483" y="22889"/>
                  </a:cubicBezTo>
                  <a:cubicBezTo>
                    <a:pt x="102617" y="17889"/>
                    <a:pt x="104885" y="9628"/>
                    <a:pt x="104885" y="8324"/>
                  </a:cubicBezTo>
                  <a:cubicBezTo>
                    <a:pt x="104885" y="4411"/>
                    <a:pt x="101710" y="2454"/>
                    <a:pt x="98307" y="2454"/>
                  </a:cubicBezTo>
                  <a:cubicBezTo>
                    <a:pt x="97173" y="2454"/>
                    <a:pt x="91276" y="2672"/>
                    <a:pt x="89462" y="10063"/>
                  </a:cubicBezTo>
                  <a:cubicBezTo>
                    <a:pt x="85152" y="25933"/>
                    <a:pt x="75172" y="63977"/>
                    <a:pt x="72451" y="75498"/>
                  </a:cubicBezTo>
                  <a:cubicBezTo>
                    <a:pt x="72224" y="76368"/>
                    <a:pt x="63151" y="93760"/>
                    <a:pt x="46594" y="93760"/>
                  </a:cubicBezTo>
                  <a:cubicBezTo>
                    <a:pt x="34800" y="93760"/>
                    <a:pt x="32532" y="83977"/>
                    <a:pt x="32532" y="75933"/>
                  </a:cubicBezTo>
                  <a:cubicBezTo>
                    <a:pt x="32532" y="63759"/>
                    <a:pt x="38882" y="46585"/>
                    <a:pt x="44780" y="31585"/>
                  </a:cubicBezTo>
                  <a:cubicBezTo>
                    <a:pt x="47501" y="25063"/>
                    <a:pt x="48635" y="22020"/>
                    <a:pt x="48635" y="17889"/>
                  </a:cubicBezTo>
                  <a:cubicBezTo>
                    <a:pt x="48635" y="8106"/>
                    <a:pt x="41377" y="63"/>
                    <a:pt x="30037" y="63"/>
                  </a:cubicBezTo>
                  <a:cubicBezTo>
                    <a:pt x="8490" y="63"/>
                    <a:pt x="98" y="31585"/>
                    <a:pt x="98" y="33541"/>
                  </a:cubicBezTo>
                  <a:cubicBezTo>
                    <a:pt x="98" y="35715"/>
                    <a:pt x="2366" y="35715"/>
                    <a:pt x="2819" y="35715"/>
                  </a:cubicBezTo>
                  <a:cubicBezTo>
                    <a:pt x="5087" y="35715"/>
                    <a:pt x="5314" y="35281"/>
                    <a:pt x="6448" y="31802"/>
                  </a:cubicBezTo>
                  <a:cubicBezTo>
                    <a:pt x="12119" y="12889"/>
                    <a:pt x="20737" y="4845"/>
                    <a:pt x="29356" y="4845"/>
                  </a:cubicBezTo>
                  <a:cubicBezTo>
                    <a:pt x="31398" y="4845"/>
                    <a:pt x="35027" y="5063"/>
                    <a:pt x="35027" y="12019"/>
                  </a:cubicBezTo>
                  <a:cubicBezTo>
                    <a:pt x="35027" y="17237"/>
                    <a:pt x="32532" y="23541"/>
                    <a:pt x="31171" y="26802"/>
                  </a:cubicBezTo>
                  <a:cubicBezTo>
                    <a:pt x="22779" y="48324"/>
                    <a:pt x="18016" y="61803"/>
                    <a:pt x="18016" y="72455"/>
                  </a:cubicBezTo>
                  <a:cubicBezTo>
                    <a:pt x="18016" y="93107"/>
                    <a:pt x="33666" y="98542"/>
                    <a:pt x="45914" y="98542"/>
                  </a:cubicBezTo>
                  <a:cubicBezTo>
                    <a:pt x="60883" y="98542"/>
                    <a:pt x="69049" y="88759"/>
                    <a:pt x="72904" y="83977"/>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7" name="Freeform: Shape 186">
              <a:extLst>
                <a:ext uri="{FF2B5EF4-FFF2-40B4-BE49-F238E27FC236}">
                  <a16:creationId xmlns:a16="http://schemas.microsoft.com/office/drawing/2014/main" id="{E8209B15-38B1-480A-67FD-4DD9EE2071A4}"/>
                </a:ext>
              </a:extLst>
            </p:cNvPr>
            <p:cNvSpPr/>
            <p:nvPr>
              <p:custDataLst>
                <p:tags r:id="rId44"/>
              </p:custDataLst>
            </p:nvPr>
          </p:nvSpPr>
          <p:spPr>
            <a:xfrm>
              <a:off x="9133922" y="4381535"/>
              <a:ext cx="9072" cy="217393"/>
            </a:xfrm>
            <a:custGeom>
              <a:avLst/>
              <a:gdLst>
                <a:gd name="connsiteX0" fmla="*/ 9176 w 9072"/>
                <a:gd name="connsiteY0" fmla="*/ 7889 h 217393"/>
                <a:gd name="connsiteX1" fmla="*/ 4640 w 9072"/>
                <a:gd name="connsiteY1" fmla="*/ 63 h 217393"/>
                <a:gd name="connsiteX2" fmla="*/ 103 w 9072"/>
                <a:gd name="connsiteY2" fmla="*/ 7889 h 217393"/>
                <a:gd name="connsiteX3" fmla="*/ 103 w 9072"/>
                <a:gd name="connsiteY3" fmla="*/ 209630 h 217393"/>
                <a:gd name="connsiteX4" fmla="*/ 4640 w 9072"/>
                <a:gd name="connsiteY4" fmla="*/ 217457 h 217393"/>
                <a:gd name="connsiteX5" fmla="*/ 9176 w 9072"/>
                <a:gd name="connsiteY5" fmla="*/ 209630 h 217393"/>
                <a:gd name="connsiteX6" fmla="*/ 9176 w 9072"/>
                <a:gd name="connsiteY6" fmla="*/ 7889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72" h="217393">
                  <a:moveTo>
                    <a:pt x="9176" y="7889"/>
                  </a:moveTo>
                  <a:cubicBezTo>
                    <a:pt x="9176" y="3976"/>
                    <a:pt x="9176" y="63"/>
                    <a:pt x="4640" y="63"/>
                  </a:cubicBezTo>
                  <a:cubicBezTo>
                    <a:pt x="103" y="63"/>
                    <a:pt x="103" y="3976"/>
                    <a:pt x="103" y="7889"/>
                  </a:cubicBezTo>
                  <a:lnTo>
                    <a:pt x="103" y="209630"/>
                  </a:lnTo>
                  <a:cubicBezTo>
                    <a:pt x="103" y="213544"/>
                    <a:pt x="103" y="217457"/>
                    <a:pt x="4640" y="217457"/>
                  </a:cubicBezTo>
                  <a:cubicBezTo>
                    <a:pt x="9176" y="217457"/>
                    <a:pt x="9176" y="213544"/>
                    <a:pt x="9176" y="209630"/>
                  </a:cubicBezTo>
                  <a:lnTo>
                    <a:pt x="9176" y="7889"/>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8" name="Freeform: Shape 187">
              <a:extLst>
                <a:ext uri="{FF2B5EF4-FFF2-40B4-BE49-F238E27FC236}">
                  <a16:creationId xmlns:a16="http://schemas.microsoft.com/office/drawing/2014/main" id="{A2EF3928-5FFB-2976-F61F-B9D560A51EED}"/>
                </a:ext>
              </a:extLst>
            </p:cNvPr>
            <p:cNvSpPr/>
            <p:nvPr>
              <p:custDataLst>
                <p:tags r:id="rId45"/>
              </p:custDataLst>
            </p:nvPr>
          </p:nvSpPr>
          <p:spPr>
            <a:xfrm>
              <a:off x="9176512" y="4448493"/>
              <a:ext cx="112952" cy="98479"/>
            </a:xfrm>
            <a:custGeom>
              <a:avLst/>
              <a:gdLst>
                <a:gd name="connsiteX0" fmla="*/ 69284 w 112952"/>
                <a:gd name="connsiteY0" fmla="*/ 30498 h 98479"/>
                <a:gd name="connsiteX1" fmla="*/ 91738 w 112952"/>
                <a:gd name="connsiteY1" fmla="*/ 4845 h 98479"/>
                <a:gd name="connsiteX2" fmla="*/ 103079 w 112952"/>
                <a:gd name="connsiteY2" fmla="*/ 7672 h 98479"/>
                <a:gd name="connsiteX3" fmla="*/ 92192 w 112952"/>
                <a:gd name="connsiteY3" fmla="*/ 19411 h 98479"/>
                <a:gd name="connsiteX4" fmla="*/ 100811 w 112952"/>
                <a:gd name="connsiteY4" fmla="*/ 27020 h 98479"/>
                <a:gd name="connsiteX5" fmla="*/ 113059 w 112952"/>
                <a:gd name="connsiteY5" fmla="*/ 14411 h 98479"/>
                <a:gd name="connsiteX6" fmla="*/ 91965 w 112952"/>
                <a:gd name="connsiteY6" fmla="*/ 63 h 98479"/>
                <a:gd name="connsiteX7" fmla="*/ 68150 w 112952"/>
                <a:gd name="connsiteY7" fmla="*/ 16585 h 98479"/>
                <a:gd name="connsiteX8" fmla="*/ 43654 w 112952"/>
                <a:gd name="connsiteY8" fmla="*/ 63 h 98479"/>
                <a:gd name="connsiteX9" fmla="*/ 7137 w 112952"/>
                <a:gd name="connsiteY9" fmla="*/ 33541 h 98479"/>
                <a:gd name="connsiteX10" fmla="*/ 9859 w 112952"/>
                <a:gd name="connsiteY10" fmla="*/ 35715 h 98479"/>
                <a:gd name="connsiteX11" fmla="*/ 12807 w 112952"/>
                <a:gd name="connsiteY11" fmla="*/ 33324 h 98479"/>
                <a:gd name="connsiteX12" fmla="*/ 43200 w 112952"/>
                <a:gd name="connsiteY12" fmla="*/ 4845 h 98479"/>
                <a:gd name="connsiteX13" fmla="*/ 55448 w 112952"/>
                <a:gd name="connsiteY13" fmla="*/ 19411 h 98479"/>
                <a:gd name="connsiteX14" fmla="*/ 43200 w 112952"/>
                <a:gd name="connsiteY14" fmla="*/ 71151 h 98479"/>
                <a:gd name="connsiteX15" fmla="*/ 21653 w 112952"/>
                <a:gd name="connsiteY15" fmla="*/ 93760 h 98479"/>
                <a:gd name="connsiteX16" fmla="*/ 10313 w 112952"/>
                <a:gd name="connsiteY16" fmla="*/ 90933 h 98479"/>
                <a:gd name="connsiteX17" fmla="*/ 20973 w 112952"/>
                <a:gd name="connsiteY17" fmla="*/ 79194 h 98479"/>
                <a:gd name="connsiteX18" fmla="*/ 12581 w 112952"/>
                <a:gd name="connsiteY18" fmla="*/ 71585 h 98479"/>
                <a:gd name="connsiteX19" fmla="*/ 106 w 112952"/>
                <a:gd name="connsiteY19" fmla="*/ 84194 h 98479"/>
                <a:gd name="connsiteX20" fmla="*/ 21426 w 112952"/>
                <a:gd name="connsiteY20" fmla="*/ 98542 h 98479"/>
                <a:gd name="connsiteX21" fmla="*/ 45242 w 112952"/>
                <a:gd name="connsiteY21" fmla="*/ 82020 h 98479"/>
                <a:gd name="connsiteX22" fmla="*/ 69737 w 112952"/>
                <a:gd name="connsiteY22" fmla="*/ 98542 h 98479"/>
                <a:gd name="connsiteX23" fmla="*/ 106027 w 112952"/>
                <a:gd name="connsiteY23" fmla="*/ 65064 h 98479"/>
                <a:gd name="connsiteX24" fmla="*/ 103306 w 112952"/>
                <a:gd name="connsiteY24" fmla="*/ 62890 h 98479"/>
                <a:gd name="connsiteX25" fmla="*/ 100357 w 112952"/>
                <a:gd name="connsiteY25" fmla="*/ 65281 h 98479"/>
                <a:gd name="connsiteX26" fmla="*/ 70191 w 112952"/>
                <a:gd name="connsiteY26" fmla="*/ 93760 h 98479"/>
                <a:gd name="connsiteX27" fmla="*/ 57716 w 112952"/>
                <a:gd name="connsiteY27" fmla="*/ 79412 h 98479"/>
                <a:gd name="connsiteX28" fmla="*/ 61572 w 112952"/>
                <a:gd name="connsiteY28" fmla="*/ 60281 h 98479"/>
                <a:gd name="connsiteX29" fmla="*/ 69284 w 112952"/>
                <a:gd name="connsiteY29" fmla="*/ 30498 h 9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952" h="98479">
                  <a:moveTo>
                    <a:pt x="69284" y="30498"/>
                  </a:moveTo>
                  <a:cubicBezTo>
                    <a:pt x="70645" y="24846"/>
                    <a:pt x="75861" y="4845"/>
                    <a:pt x="91738" y="4845"/>
                  </a:cubicBezTo>
                  <a:cubicBezTo>
                    <a:pt x="92872" y="4845"/>
                    <a:pt x="98316" y="4845"/>
                    <a:pt x="103079" y="7672"/>
                  </a:cubicBezTo>
                  <a:cubicBezTo>
                    <a:pt x="96728" y="8759"/>
                    <a:pt x="92192" y="14193"/>
                    <a:pt x="92192" y="19411"/>
                  </a:cubicBezTo>
                  <a:cubicBezTo>
                    <a:pt x="92192" y="22889"/>
                    <a:pt x="94687" y="27020"/>
                    <a:pt x="100811" y="27020"/>
                  </a:cubicBezTo>
                  <a:cubicBezTo>
                    <a:pt x="105801" y="27020"/>
                    <a:pt x="113059" y="23107"/>
                    <a:pt x="113059" y="14411"/>
                  </a:cubicBezTo>
                  <a:cubicBezTo>
                    <a:pt x="113059" y="3106"/>
                    <a:pt x="99677" y="63"/>
                    <a:pt x="91965" y="63"/>
                  </a:cubicBezTo>
                  <a:cubicBezTo>
                    <a:pt x="78810" y="63"/>
                    <a:pt x="70872" y="11585"/>
                    <a:pt x="68150" y="16585"/>
                  </a:cubicBezTo>
                  <a:cubicBezTo>
                    <a:pt x="62479" y="2237"/>
                    <a:pt x="50232" y="63"/>
                    <a:pt x="43654" y="63"/>
                  </a:cubicBezTo>
                  <a:cubicBezTo>
                    <a:pt x="20066" y="63"/>
                    <a:pt x="7137" y="28107"/>
                    <a:pt x="7137" y="33541"/>
                  </a:cubicBezTo>
                  <a:cubicBezTo>
                    <a:pt x="7137" y="35715"/>
                    <a:pt x="9405" y="35715"/>
                    <a:pt x="9859" y="35715"/>
                  </a:cubicBezTo>
                  <a:cubicBezTo>
                    <a:pt x="11673" y="35715"/>
                    <a:pt x="12354" y="35281"/>
                    <a:pt x="12807" y="33324"/>
                  </a:cubicBezTo>
                  <a:cubicBezTo>
                    <a:pt x="20519" y="10280"/>
                    <a:pt x="35489" y="4845"/>
                    <a:pt x="43200" y="4845"/>
                  </a:cubicBezTo>
                  <a:cubicBezTo>
                    <a:pt x="47510" y="4845"/>
                    <a:pt x="55448" y="6802"/>
                    <a:pt x="55448" y="19411"/>
                  </a:cubicBezTo>
                  <a:cubicBezTo>
                    <a:pt x="55448" y="26150"/>
                    <a:pt x="51592" y="40715"/>
                    <a:pt x="43200" y="71151"/>
                  </a:cubicBezTo>
                  <a:cubicBezTo>
                    <a:pt x="39571" y="84629"/>
                    <a:pt x="31633" y="93760"/>
                    <a:pt x="21653" y="93760"/>
                  </a:cubicBezTo>
                  <a:cubicBezTo>
                    <a:pt x="20292" y="93760"/>
                    <a:pt x="15076" y="93760"/>
                    <a:pt x="10313" y="90933"/>
                  </a:cubicBezTo>
                  <a:cubicBezTo>
                    <a:pt x="15983" y="89846"/>
                    <a:pt x="20973" y="85281"/>
                    <a:pt x="20973" y="79194"/>
                  </a:cubicBezTo>
                  <a:cubicBezTo>
                    <a:pt x="20973" y="73325"/>
                    <a:pt x="15983" y="71585"/>
                    <a:pt x="12581" y="71585"/>
                  </a:cubicBezTo>
                  <a:cubicBezTo>
                    <a:pt x="5776" y="71585"/>
                    <a:pt x="106" y="77238"/>
                    <a:pt x="106" y="84194"/>
                  </a:cubicBezTo>
                  <a:cubicBezTo>
                    <a:pt x="106" y="94194"/>
                    <a:pt x="11447" y="98542"/>
                    <a:pt x="21426" y="98542"/>
                  </a:cubicBezTo>
                  <a:cubicBezTo>
                    <a:pt x="36396" y="98542"/>
                    <a:pt x="44561" y="83325"/>
                    <a:pt x="45242" y="82020"/>
                  </a:cubicBezTo>
                  <a:cubicBezTo>
                    <a:pt x="47963" y="90064"/>
                    <a:pt x="56129" y="98542"/>
                    <a:pt x="69737" y="98542"/>
                  </a:cubicBezTo>
                  <a:cubicBezTo>
                    <a:pt x="93099" y="98542"/>
                    <a:pt x="106027" y="70498"/>
                    <a:pt x="106027" y="65064"/>
                  </a:cubicBezTo>
                  <a:cubicBezTo>
                    <a:pt x="106027" y="62890"/>
                    <a:pt x="103986" y="62890"/>
                    <a:pt x="103306" y="62890"/>
                  </a:cubicBezTo>
                  <a:cubicBezTo>
                    <a:pt x="101264" y="62890"/>
                    <a:pt x="100811" y="63759"/>
                    <a:pt x="100357" y="65281"/>
                  </a:cubicBezTo>
                  <a:cubicBezTo>
                    <a:pt x="92872" y="88542"/>
                    <a:pt x="77449" y="93760"/>
                    <a:pt x="70191" y="93760"/>
                  </a:cubicBezTo>
                  <a:cubicBezTo>
                    <a:pt x="61345" y="93760"/>
                    <a:pt x="57716" y="86803"/>
                    <a:pt x="57716" y="79412"/>
                  </a:cubicBezTo>
                  <a:cubicBezTo>
                    <a:pt x="57716" y="74629"/>
                    <a:pt x="59077" y="69846"/>
                    <a:pt x="61572" y="60281"/>
                  </a:cubicBezTo>
                  <a:lnTo>
                    <a:pt x="69284" y="30498"/>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89" name="Freeform: Shape 188">
              <a:extLst>
                <a:ext uri="{FF2B5EF4-FFF2-40B4-BE49-F238E27FC236}">
                  <a16:creationId xmlns:a16="http://schemas.microsoft.com/office/drawing/2014/main" id="{6DB81D00-1209-3192-4E1E-71C627A08DC1}"/>
                </a:ext>
              </a:extLst>
            </p:cNvPr>
            <p:cNvSpPr/>
            <p:nvPr>
              <p:custDataLst>
                <p:tags r:id="rId46"/>
              </p:custDataLst>
            </p:nvPr>
          </p:nvSpPr>
          <p:spPr>
            <a:xfrm>
              <a:off x="9304555" y="4381535"/>
              <a:ext cx="31073" cy="217393"/>
            </a:xfrm>
            <a:custGeom>
              <a:avLst/>
              <a:gdLst>
                <a:gd name="connsiteX0" fmla="*/ 31185 w 31073"/>
                <a:gd name="connsiteY0" fmla="*/ 63 h 217393"/>
                <a:gd name="connsiteX1" fmla="*/ 112 w 31073"/>
                <a:gd name="connsiteY1" fmla="*/ 63 h 217393"/>
                <a:gd name="connsiteX2" fmla="*/ 112 w 31073"/>
                <a:gd name="connsiteY2" fmla="*/ 8759 h 217393"/>
                <a:gd name="connsiteX3" fmla="*/ 22113 w 31073"/>
                <a:gd name="connsiteY3" fmla="*/ 8759 h 217393"/>
                <a:gd name="connsiteX4" fmla="*/ 22113 w 31073"/>
                <a:gd name="connsiteY4" fmla="*/ 208761 h 217393"/>
                <a:gd name="connsiteX5" fmla="*/ 112 w 31073"/>
                <a:gd name="connsiteY5" fmla="*/ 208761 h 217393"/>
                <a:gd name="connsiteX6" fmla="*/ 112 w 31073"/>
                <a:gd name="connsiteY6" fmla="*/ 217457 h 217393"/>
                <a:gd name="connsiteX7" fmla="*/ 31185 w 31073"/>
                <a:gd name="connsiteY7" fmla="*/ 217457 h 217393"/>
                <a:gd name="connsiteX8" fmla="*/ 31185 w 31073"/>
                <a:gd name="connsiteY8" fmla="*/ 63 h 21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73" h="217393">
                  <a:moveTo>
                    <a:pt x="31185" y="63"/>
                  </a:moveTo>
                  <a:lnTo>
                    <a:pt x="112" y="63"/>
                  </a:lnTo>
                  <a:lnTo>
                    <a:pt x="112" y="8759"/>
                  </a:lnTo>
                  <a:lnTo>
                    <a:pt x="22113" y="8759"/>
                  </a:lnTo>
                  <a:lnTo>
                    <a:pt x="22113" y="208761"/>
                  </a:lnTo>
                  <a:lnTo>
                    <a:pt x="112" y="208761"/>
                  </a:lnTo>
                  <a:lnTo>
                    <a:pt x="112" y="217457"/>
                  </a:lnTo>
                  <a:lnTo>
                    <a:pt x="31185" y="217457"/>
                  </a:lnTo>
                  <a:lnTo>
                    <a:pt x="31185" y="6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90" name="Freeform: Shape 189">
              <a:extLst>
                <a:ext uri="{FF2B5EF4-FFF2-40B4-BE49-F238E27FC236}">
                  <a16:creationId xmlns:a16="http://schemas.microsoft.com/office/drawing/2014/main" id="{DEDF8CE1-0B35-12A2-25D3-61DB4AF61A03}"/>
                </a:ext>
              </a:extLst>
            </p:cNvPr>
            <p:cNvSpPr/>
            <p:nvPr>
              <p:custDataLst>
                <p:tags r:id="rId47"/>
              </p:custDataLst>
            </p:nvPr>
          </p:nvSpPr>
          <p:spPr>
            <a:xfrm>
              <a:off x="9438272" y="4464797"/>
              <a:ext cx="150830" cy="50870"/>
            </a:xfrm>
            <a:custGeom>
              <a:avLst/>
              <a:gdLst>
                <a:gd name="connsiteX0" fmla="*/ 143236 w 150830"/>
                <a:gd name="connsiteY0" fmla="*/ 8759 h 50870"/>
                <a:gd name="connsiteX1" fmla="*/ 150948 w 150830"/>
                <a:gd name="connsiteY1" fmla="*/ 4411 h 50870"/>
                <a:gd name="connsiteX2" fmla="*/ 143463 w 150830"/>
                <a:gd name="connsiteY2" fmla="*/ 63 h 50870"/>
                <a:gd name="connsiteX3" fmla="*/ 7602 w 150830"/>
                <a:gd name="connsiteY3" fmla="*/ 63 h 50870"/>
                <a:gd name="connsiteX4" fmla="*/ 117 w 150830"/>
                <a:gd name="connsiteY4" fmla="*/ 4411 h 50870"/>
                <a:gd name="connsiteX5" fmla="*/ 7829 w 150830"/>
                <a:gd name="connsiteY5" fmla="*/ 8759 h 50870"/>
                <a:gd name="connsiteX6" fmla="*/ 143236 w 150830"/>
                <a:gd name="connsiteY6" fmla="*/ 8759 h 50870"/>
                <a:gd name="connsiteX7" fmla="*/ 143463 w 150830"/>
                <a:gd name="connsiteY7" fmla="*/ 50933 h 50870"/>
                <a:gd name="connsiteX8" fmla="*/ 150948 w 150830"/>
                <a:gd name="connsiteY8" fmla="*/ 46585 h 50870"/>
                <a:gd name="connsiteX9" fmla="*/ 143236 w 150830"/>
                <a:gd name="connsiteY9" fmla="*/ 42237 h 50870"/>
                <a:gd name="connsiteX10" fmla="*/ 7829 w 150830"/>
                <a:gd name="connsiteY10" fmla="*/ 42237 h 50870"/>
                <a:gd name="connsiteX11" fmla="*/ 117 w 150830"/>
                <a:gd name="connsiteY11" fmla="*/ 46585 h 50870"/>
                <a:gd name="connsiteX12" fmla="*/ 7602 w 150830"/>
                <a:gd name="connsiteY12" fmla="*/ 50933 h 50870"/>
                <a:gd name="connsiteX13" fmla="*/ 143463 w 150830"/>
                <a:gd name="connsiteY13" fmla="*/ 50933 h 5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0830" h="50870">
                  <a:moveTo>
                    <a:pt x="143236" y="8759"/>
                  </a:moveTo>
                  <a:cubicBezTo>
                    <a:pt x="146638" y="8759"/>
                    <a:pt x="150948" y="8759"/>
                    <a:pt x="150948" y="4411"/>
                  </a:cubicBezTo>
                  <a:cubicBezTo>
                    <a:pt x="150948" y="63"/>
                    <a:pt x="146638" y="63"/>
                    <a:pt x="143463" y="63"/>
                  </a:cubicBezTo>
                  <a:lnTo>
                    <a:pt x="7602" y="63"/>
                  </a:lnTo>
                  <a:cubicBezTo>
                    <a:pt x="4427" y="63"/>
                    <a:pt x="117" y="63"/>
                    <a:pt x="117" y="4411"/>
                  </a:cubicBezTo>
                  <a:cubicBezTo>
                    <a:pt x="117" y="8759"/>
                    <a:pt x="4427" y="8759"/>
                    <a:pt x="7829" y="8759"/>
                  </a:cubicBezTo>
                  <a:lnTo>
                    <a:pt x="143236" y="8759"/>
                  </a:lnTo>
                  <a:close/>
                  <a:moveTo>
                    <a:pt x="143463" y="50933"/>
                  </a:moveTo>
                  <a:cubicBezTo>
                    <a:pt x="146638" y="50933"/>
                    <a:pt x="150948" y="50933"/>
                    <a:pt x="150948" y="46585"/>
                  </a:cubicBezTo>
                  <a:cubicBezTo>
                    <a:pt x="150948" y="42237"/>
                    <a:pt x="146638" y="42237"/>
                    <a:pt x="143236" y="42237"/>
                  </a:cubicBezTo>
                  <a:lnTo>
                    <a:pt x="7829" y="42237"/>
                  </a:lnTo>
                  <a:cubicBezTo>
                    <a:pt x="4427" y="42237"/>
                    <a:pt x="117" y="42237"/>
                    <a:pt x="117" y="46585"/>
                  </a:cubicBezTo>
                  <a:cubicBezTo>
                    <a:pt x="117" y="50933"/>
                    <a:pt x="4427" y="50933"/>
                    <a:pt x="7602" y="50933"/>
                  </a:cubicBezTo>
                  <a:lnTo>
                    <a:pt x="143463" y="50933"/>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91" name="Freeform: Shape 190">
              <a:extLst>
                <a:ext uri="{FF2B5EF4-FFF2-40B4-BE49-F238E27FC236}">
                  <a16:creationId xmlns:a16="http://schemas.microsoft.com/office/drawing/2014/main" id="{E7BA3F32-DEC1-D8F8-8499-DCB60F8A916B}"/>
                </a:ext>
              </a:extLst>
            </p:cNvPr>
            <p:cNvSpPr/>
            <p:nvPr>
              <p:custDataLst>
                <p:tags r:id="rId48"/>
              </p:custDataLst>
            </p:nvPr>
          </p:nvSpPr>
          <p:spPr>
            <a:xfrm>
              <a:off x="9673602" y="4450884"/>
              <a:ext cx="119983" cy="96088"/>
            </a:xfrm>
            <a:custGeom>
              <a:avLst/>
              <a:gdLst>
                <a:gd name="connsiteX0" fmla="*/ 108998 w 119983"/>
                <a:gd name="connsiteY0" fmla="*/ 12672 h 96088"/>
                <a:gd name="connsiteX1" fmla="*/ 120112 w 119983"/>
                <a:gd name="connsiteY1" fmla="*/ 5280 h 96088"/>
                <a:gd name="connsiteX2" fmla="*/ 111266 w 119983"/>
                <a:gd name="connsiteY2" fmla="*/ 63 h 96088"/>
                <a:gd name="connsiteX3" fmla="*/ 59553 w 119983"/>
                <a:gd name="connsiteY3" fmla="*/ 63 h 96088"/>
                <a:gd name="connsiteX4" fmla="*/ 128 w 119983"/>
                <a:gd name="connsiteY4" fmla="*/ 61803 h 96088"/>
                <a:gd name="connsiteX5" fmla="*/ 34150 w 119983"/>
                <a:gd name="connsiteY5" fmla="*/ 96151 h 96088"/>
                <a:gd name="connsiteX6" fmla="*/ 91080 w 119983"/>
                <a:gd name="connsiteY6" fmla="*/ 36368 h 96088"/>
                <a:gd name="connsiteX7" fmla="*/ 84048 w 119983"/>
                <a:gd name="connsiteY7" fmla="*/ 12672 h 96088"/>
                <a:gd name="connsiteX8" fmla="*/ 108998 w 119983"/>
                <a:gd name="connsiteY8" fmla="*/ 12672 h 96088"/>
                <a:gd name="connsiteX9" fmla="*/ 34376 w 119983"/>
                <a:gd name="connsiteY9" fmla="*/ 91368 h 96088"/>
                <a:gd name="connsiteX10" fmla="*/ 14190 w 119983"/>
                <a:gd name="connsiteY10" fmla="*/ 67890 h 96088"/>
                <a:gd name="connsiteX11" fmla="*/ 24850 w 119983"/>
                <a:gd name="connsiteY11" fmla="*/ 30715 h 96088"/>
                <a:gd name="connsiteX12" fmla="*/ 55697 w 119983"/>
                <a:gd name="connsiteY12" fmla="*/ 12672 h 96088"/>
                <a:gd name="connsiteX13" fmla="*/ 76564 w 119983"/>
                <a:gd name="connsiteY13" fmla="*/ 33759 h 96088"/>
                <a:gd name="connsiteX14" fmla="*/ 64316 w 119983"/>
                <a:gd name="connsiteY14" fmla="*/ 72890 h 96088"/>
                <a:gd name="connsiteX15" fmla="*/ 34376 w 119983"/>
                <a:gd name="connsiteY15" fmla="*/ 91368 h 9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983" h="96088">
                  <a:moveTo>
                    <a:pt x="108998" y="12672"/>
                  </a:moveTo>
                  <a:cubicBezTo>
                    <a:pt x="111946" y="12672"/>
                    <a:pt x="120112" y="12672"/>
                    <a:pt x="120112" y="5280"/>
                  </a:cubicBezTo>
                  <a:cubicBezTo>
                    <a:pt x="120112" y="63"/>
                    <a:pt x="115349" y="63"/>
                    <a:pt x="111266" y="63"/>
                  </a:cubicBezTo>
                  <a:lnTo>
                    <a:pt x="59553" y="63"/>
                  </a:lnTo>
                  <a:cubicBezTo>
                    <a:pt x="25304" y="63"/>
                    <a:pt x="128" y="35933"/>
                    <a:pt x="128" y="61803"/>
                  </a:cubicBezTo>
                  <a:cubicBezTo>
                    <a:pt x="128" y="80933"/>
                    <a:pt x="13510" y="96151"/>
                    <a:pt x="34150" y="96151"/>
                  </a:cubicBezTo>
                  <a:cubicBezTo>
                    <a:pt x="60914" y="96151"/>
                    <a:pt x="91080" y="69846"/>
                    <a:pt x="91080" y="36368"/>
                  </a:cubicBezTo>
                  <a:cubicBezTo>
                    <a:pt x="91080" y="32672"/>
                    <a:pt x="91080" y="22237"/>
                    <a:pt x="84048" y="12672"/>
                  </a:cubicBezTo>
                  <a:lnTo>
                    <a:pt x="108998" y="12672"/>
                  </a:lnTo>
                  <a:close/>
                  <a:moveTo>
                    <a:pt x="34376" y="91368"/>
                  </a:moveTo>
                  <a:cubicBezTo>
                    <a:pt x="23263" y="91368"/>
                    <a:pt x="14190" y="83542"/>
                    <a:pt x="14190" y="67890"/>
                  </a:cubicBezTo>
                  <a:cubicBezTo>
                    <a:pt x="14190" y="61368"/>
                    <a:pt x="16912" y="43542"/>
                    <a:pt x="24850" y="30715"/>
                  </a:cubicBezTo>
                  <a:cubicBezTo>
                    <a:pt x="34376" y="15715"/>
                    <a:pt x="47985" y="12672"/>
                    <a:pt x="55697" y="12672"/>
                  </a:cubicBezTo>
                  <a:cubicBezTo>
                    <a:pt x="74749" y="12672"/>
                    <a:pt x="76564" y="27020"/>
                    <a:pt x="76564" y="33759"/>
                  </a:cubicBezTo>
                  <a:cubicBezTo>
                    <a:pt x="76564" y="43976"/>
                    <a:pt x="72027" y="61803"/>
                    <a:pt x="64316" y="72890"/>
                  </a:cubicBezTo>
                  <a:cubicBezTo>
                    <a:pt x="55470" y="85716"/>
                    <a:pt x="43222" y="91368"/>
                    <a:pt x="34376" y="91368"/>
                  </a:cubicBez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sp>
          <p:nvSpPr>
            <p:cNvPr id="192" name="Freeform: Shape 191">
              <a:extLst>
                <a:ext uri="{FF2B5EF4-FFF2-40B4-BE49-F238E27FC236}">
                  <a16:creationId xmlns:a16="http://schemas.microsoft.com/office/drawing/2014/main" id="{5ABEBBDC-B9B9-B5E5-F15C-084289EFE101}"/>
                </a:ext>
              </a:extLst>
            </p:cNvPr>
            <p:cNvSpPr/>
            <p:nvPr>
              <p:custDataLst>
                <p:tags r:id="rId49"/>
              </p:custDataLst>
            </p:nvPr>
          </p:nvSpPr>
          <p:spPr>
            <a:xfrm>
              <a:off x="9812727" y="4364646"/>
              <a:ext cx="70175" cy="101044"/>
            </a:xfrm>
            <a:custGeom>
              <a:avLst/>
              <a:gdLst>
                <a:gd name="connsiteX0" fmla="*/ 70310 w 70175"/>
                <a:gd name="connsiteY0" fmla="*/ 73408 h 101044"/>
                <a:gd name="connsiteX1" fmla="*/ 64911 w 70175"/>
                <a:gd name="connsiteY1" fmla="*/ 73408 h 101044"/>
                <a:gd name="connsiteX2" fmla="*/ 60783 w 70175"/>
                <a:gd name="connsiteY2" fmla="*/ 87256 h 101044"/>
                <a:gd name="connsiteX3" fmla="*/ 45065 w 70175"/>
                <a:gd name="connsiteY3" fmla="*/ 88169 h 101044"/>
                <a:gd name="connsiteX4" fmla="*/ 15852 w 70175"/>
                <a:gd name="connsiteY4" fmla="*/ 88169 h 101044"/>
                <a:gd name="connsiteX5" fmla="*/ 47606 w 70175"/>
                <a:gd name="connsiteY5" fmla="*/ 62603 h 101044"/>
                <a:gd name="connsiteX6" fmla="*/ 70310 w 70175"/>
                <a:gd name="connsiteY6" fmla="*/ 29733 h 101044"/>
                <a:gd name="connsiteX7" fmla="*/ 33158 w 70175"/>
                <a:gd name="connsiteY7" fmla="*/ 59 h 101044"/>
                <a:gd name="connsiteX8" fmla="*/ 134 w 70175"/>
                <a:gd name="connsiteY8" fmla="*/ 27299 h 101044"/>
                <a:gd name="connsiteX9" fmla="*/ 8549 w 70175"/>
                <a:gd name="connsiteY9" fmla="*/ 35820 h 101044"/>
                <a:gd name="connsiteX10" fmla="*/ 16963 w 70175"/>
                <a:gd name="connsiteY10" fmla="*/ 27755 h 101044"/>
                <a:gd name="connsiteX11" fmla="*/ 7596 w 70175"/>
                <a:gd name="connsiteY11" fmla="*/ 19690 h 101044"/>
                <a:gd name="connsiteX12" fmla="*/ 30776 w 70175"/>
                <a:gd name="connsiteY12" fmla="*/ 5537 h 101044"/>
                <a:gd name="connsiteX13" fmla="*/ 54909 w 70175"/>
                <a:gd name="connsiteY13" fmla="*/ 29733 h 101044"/>
                <a:gd name="connsiteX14" fmla="*/ 39985 w 70175"/>
                <a:gd name="connsiteY14" fmla="*/ 58951 h 101044"/>
                <a:gd name="connsiteX15" fmla="*/ 1722 w 70175"/>
                <a:gd name="connsiteY15" fmla="*/ 95169 h 101044"/>
                <a:gd name="connsiteX16" fmla="*/ 134 w 70175"/>
                <a:gd name="connsiteY16" fmla="*/ 101104 h 101044"/>
                <a:gd name="connsiteX17" fmla="*/ 65547 w 70175"/>
                <a:gd name="connsiteY17" fmla="*/ 101104 h 101044"/>
                <a:gd name="connsiteX18" fmla="*/ 70310 w 70175"/>
                <a:gd name="connsiteY18" fmla="*/ 73408 h 10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75" h="101044">
                  <a:moveTo>
                    <a:pt x="70310" y="73408"/>
                  </a:moveTo>
                  <a:lnTo>
                    <a:pt x="64911" y="73408"/>
                  </a:lnTo>
                  <a:cubicBezTo>
                    <a:pt x="64435" y="76756"/>
                    <a:pt x="62847" y="85734"/>
                    <a:pt x="60783" y="87256"/>
                  </a:cubicBezTo>
                  <a:cubicBezTo>
                    <a:pt x="59513" y="88169"/>
                    <a:pt x="47288" y="88169"/>
                    <a:pt x="45065" y="88169"/>
                  </a:cubicBezTo>
                  <a:lnTo>
                    <a:pt x="15852" y="88169"/>
                  </a:lnTo>
                  <a:cubicBezTo>
                    <a:pt x="32523" y="74017"/>
                    <a:pt x="38080" y="69756"/>
                    <a:pt x="47606" y="62603"/>
                  </a:cubicBezTo>
                  <a:cubicBezTo>
                    <a:pt x="59355" y="53625"/>
                    <a:pt x="70310" y="44190"/>
                    <a:pt x="70310" y="29733"/>
                  </a:cubicBezTo>
                  <a:cubicBezTo>
                    <a:pt x="70310" y="11320"/>
                    <a:pt x="53480" y="59"/>
                    <a:pt x="33158" y="59"/>
                  </a:cubicBezTo>
                  <a:cubicBezTo>
                    <a:pt x="13470" y="59"/>
                    <a:pt x="134" y="13298"/>
                    <a:pt x="134" y="27299"/>
                  </a:cubicBezTo>
                  <a:cubicBezTo>
                    <a:pt x="134" y="35060"/>
                    <a:pt x="6961" y="35820"/>
                    <a:pt x="8549" y="35820"/>
                  </a:cubicBezTo>
                  <a:cubicBezTo>
                    <a:pt x="12359" y="35820"/>
                    <a:pt x="16963" y="33233"/>
                    <a:pt x="16963" y="27755"/>
                  </a:cubicBezTo>
                  <a:cubicBezTo>
                    <a:pt x="16963" y="25016"/>
                    <a:pt x="15852" y="19690"/>
                    <a:pt x="7596" y="19690"/>
                  </a:cubicBezTo>
                  <a:cubicBezTo>
                    <a:pt x="12518" y="8885"/>
                    <a:pt x="23314" y="5537"/>
                    <a:pt x="30776" y="5537"/>
                  </a:cubicBezTo>
                  <a:cubicBezTo>
                    <a:pt x="46653" y="5537"/>
                    <a:pt x="54909" y="17407"/>
                    <a:pt x="54909" y="29733"/>
                  </a:cubicBezTo>
                  <a:cubicBezTo>
                    <a:pt x="54909" y="42973"/>
                    <a:pt x="45065" y="53473"/>
                    <a:pt x="39985" y="58951"/>
                  </a:cubicBezTo>
                  <a:lnTo>
                    <a:pt x="1722" y="95169"/>
                  </a:lnTo>
                  <a:cubicBezTo>
                    <a:pt x="134" y="96539"/>
                    <a:pt x="134" y="96843"/>
                    <a:pt x="134" y="101104"/>
                  </a:cubicBezTo>
                  <a:lnTo>
                    <a:pt x="65547" y="101104"/>
                  </a:lnTo>
                  <a:lnTo>
                    <a:pt x="70310" y="73408"/>
                  </a:lnTo>
                  <a:close/>
                </a:path>
              </a:pathLst>
            </a:custGeom>
            <a:grpFill/>
            <a:ln w="228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sz="1600">
                <a:solidFill>
                  <a:schemeClr val="bg1"/>
                </a:solidFill>
              </a:endParaRPr>
            </a:p>
          </p:txBody>
        </p:sp>
      </p:grpSp>
      <p:grpSp>
        <p:nvGrpSpPr>
          <p:cNvPr id="193" name="Group 192">
            <a:extLst>
              <a:ext uri="{FF2B5EF4-FFF2-40B4-BE49-F238E27FC236}">
                <a16:creationId xmlns:a16="http://schemas.microsoft.com/office/drawing/2014/main" id="{4856BAB1-9BFB-C9A5-0C79-11A7E8D551C9}"/>
              </a:ext>
            </a:extLst>
          </p:cNvPr>
          <p:cNvGrpSpPr>
            <a:grpSpLocks noChangeAspect="1"/>
          </p:cNvGrpSpPr>
          <p:nvPr>
            <p:custDataLst>
              <p:tags r:id="rId9"/>
            </p:custDataLst>
          </p:nvPr>
        </p:nvGrpSpPr>
        <p:grpSpPr>
          <a:xfrm>
            <a:off x="8179945" y="5539003"/>
            <a:ext cx="1214907" cy="135491"/>
            <a:chOff x="7075358" y="4721738"/>
            <a:chExt cx="1214907" cy="135491"/>
          </a:xfrm>
          <a:solidFill>
            <a:schemeClr val="bg1"/>
          </a:solidFill>
        </p:grpSpPr>
        <p:sp>
          <p:nvSpPr>
            <p:cNvPr id="194" name="Freeform: Shape 193">
              <a:extLst>
                <a:ext uri="{FF2B5EF4-FFF2-40B4-BE49-F238E27FC236}">
                  <a16:creationId xmlns:a16="http://schemas.microsoft.com/office/drawing/2014/main" id="{3FA8A8DC-F3E6-01C8-DD8B-CA53CA52E3B7}"/>
                </a:ext>
              </a:extLst>
            </p:cNvPr>
            <p:cNvSpPr/>
            <p:nvPr>
              <p:custDataLst>
                <p:tags r:id="rId22"/>
              </p:custDataLst>
            </p:nvPr>
          </p:nvSpPr>
          <p:spPr>
            <a:xfrm>
              <a:off x="7075358" y="4730816"/>
              <a:ext cx="99645" cy="95521"/>
            </a:xfrm>
            <a:custGeom>
              <a:avLst/>
              <a:gdLst>
                <a:gd name="connsiteX0" fmla="*/ 80017 w 99645"/>
                <a:gd name="connsiteY0" fmla="*/ 15509 h 95521"/>
                <a:gd name="connsiteX1" fmla="*/ 97906 w 99645"/>
                <a:gd name="connsiteY1" fmla="*/ 4263 h 95521"/>
                <a:gd name="connsiteX2" fmla="*/ 99723 w 99645"/>
                <a:gd name="connsiteY2" fmla="*/ 1689 h 95521"/>
                <a:gd name="connsiteX3" fmla="*/ 97906 w 99645"/>
                <a:gd name="connsiteY3" fmla="*/ 63 h 95521"/>
                <a:gd name="connsiteX4" fmla="*/ 86446 w 99645"/>
                <a:gd name="connsiteY4" fmla="*/ 469 h 95521"/>
                <a:gd name="connsiteX5" fmla="*/ 72610 w 99645"/>
                <a:gd name="connsiteY5" fmla="*/ 63 h 95521"/>
                <a:gd name="connsiteX6" fmla="*/ 69955 w 99645"/>
                <a:gd name="connsiteY6" fmla="*/ 2637 h 95521"/>
                <a:gd name="connsiteX7" fmla="*/ 72191 w 99645"/>
                <a:gd name="connsiteY7" fmla="*/ 4263 h 95521"/>
                <a:gd name="connsiteX8" fmla="*/ 78620 w 99645"/>
                <a:gd name="connsiteY8" fmla="*/ 8734 h 95521"/>
                <a:gd name="connsiteX9" fmla="*/ 76523 w 99645"/>
                <a:gd name="connsiteY9" fmla="*/ 13883 h 95521"/>
                <a:gd name="connsiteX10" fmla="*/ 33618 w 99645"/>
                <a:gd name="connsiteY10" fmla="*/ 80003 h 95521"/>
                <a:gd name="connsiteX11" fmla="*/ 24115 w 99645"/>
                <a:gd name="connsiteY11" fmla="*/ 8328 h 95521"/>
                <a:gd name="connsiteX12" fmla="*/ 33758 w 99645"/>
                <a:gd name="connsiteY12" fmla="*/ 4263 h 95521"/>
                <a:gd name="connsiteX13" fmla="*/ 37252 w 99645"/>
                <a:gd name="connsiteY13" fmla="*/ 1553 h 95521"/>
                <a:gd name="connsiteX14" fmla="*/ 35295 w 99645"/>
                <a:gd name="connsiteY14" fmla="*/ 63 h 95521"/>
                <a:gd name="connsiteX15" fmla="*/ 17965 w 99645"/>
                <a:gd name="connsiteY15" fmla="*/ 469 h 95521"/>
                <a:gd name="connsiteX16" fmla="*/ 10279 w 99645"/>
                <a:gd name="connsiteY16" fmla="*/ 334 h 95521"/>
                <a:gd name="connsiteX17" fmla="*/ 2732 w 99645"/>
                <a:gd name="connsiteY17" fmla="*/ 63 h 95521"/>
                <a:gd name="connsiteX18" fmla="*/ 77 w 99645"/>
                <a:gd name="connsiteY18" fmla="*/ 2637 h 95521"/>
                <a:gd name="connsiteX19" fmla="*/ 3571 w 99645"/>
                <a:gd name="connsiteY19" fmla="*/ 4263 h 95521"/>
                <a:gd name="connsiteX20" fmla="*/ 11956 w 99645"/>
                <a:gd name="connsiteY20" fmla="*/ 8870 h 95521"/>
                <a:gd name="connsiteX21" fmla="*/ 22997 w 99645"/>
                <a:gd name="connsiteY21" fmla="*/ 92468 h 95521"/>
                <a:gd name="connsiteX22" fmla="*/ 25792 w 99645"/>
                <a:gd name="connsiteY22" fmla="*/ 95585 h 95521"/>
                <a:gd name="connsiteX23" fmla="*/ 29705 w 99645"/>
                <a:gd name="connsiteY23" fmla="*/ 93146 h 95521"/>
                <a:gd name="connsiteX24" fmla="*/ 80017 w 99645"/>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45" h="95521">
                  <a:moveTo>
                    <a:pt x="80017" y="15509"/>
                  </a:moveTo>
                  <a:cubicBezTo>
                    <a:pt x="86865" y="4940"/>
                    <a:pt x="92735" y="4534"/>
                    <a:pt x="97906" y="4263"/>
                  </a:cubicBezTo>
                  <a:cubicBezTo>
                    <a:pt x="99583" y="4128"/>
                    <a:pt x="99723" y="1824"/>
                    <a:pt x="99723" y="1689"/>
                  </a:cubicBezTo>
                  <a:cubicBezTo>
                    <a:pt x="99723" y="605"/>
                    <a:pt x="99024" y="63"/>
                    <a:pt x="97906" y="63"/>
                  </a:cubicBezTo>
                  <a:cubicBezTo>
                    <a:pt x="94272" y="63"/>
                    <a:pt x="90219" y="469"/>
                    <a:pt x="86446" y="469"/>
                  </a:cubicBezTo>
                  <a:cubicBezTo>
                    <a:pt x="81834" y="469"/>
                    <a:pt x="77082" y="63"/>
                    <a:pt x="72610" y="63"/>
                  </a:cubicBezTo>
                  <a:cubicBezTo>
                    <a:pt x="71771" y="63"/>
                    <a:pt x="69955" y="63"/>
                    <a:pt x="69955" y="2637"/>
                  </a:cubicBezTo>
                  <a:cubicBezTo>
                    <a:pt x="69955" y="4128"/>
                    <a:pt x="71212" y="4263"/>
                    <a:pt x="72191" y="4263"/>
                  </a:cubicBezTo>
                  <a:cubicBezTo>
                    <a:pt x="75964" y="4534"/>
                    <a:pt x="78620" y="5889"/>
                    <a:pt x="78620" y="8734"/>
                  </a:cubicBezTo>
                  <a:cubicBezTo>
                    <a:pt x="78620" y="10767"/>
                    <a:pt x="76523" y="13747"/>
                    <a:pt x="76523" y="13883"/>
                  </a:cubicBezTo>
                  <a:lnTo>
                    <a:pt x="33618" y="80003"/>
                  </a:lnTo>
                  <a:lnTo>
                    <a:pt x="24115" y="8328"/>
                  </a:lnTo>
                  <a:cubicBezTo>
                    <a:pt x="24115" y="6024"/>
                    <a:pt x="27329" y="4263"/>
                    <a:pt x="33758" y="4263"/>
                  </a:cubicBezTo>
                  <a:cubicBezTo>
                    <a:pt x="35714" y="4263"/>
                    <a:pt x="37252" y="4263"/>
                    <a:pt x="37252" y="1553"/>
                  </a:cubicBezTo>
                  <a:cubicBezTo>
                    <a:pt x="37252" y="334"/>
                    <a:pt x="36134" y="63"/>
                    <a:pt x="35295" y="63"/>
                  </a:cubicBezTo>
                  <a:cubicBezTo>
                    <a:pt x="29705" y="63"/>
                    <a:pt x="23695" y="469"/>
                    <a:pt x="17965" y="469"/>
                  </a:cubicBezTo>
                  <a:cubicBezTo>
                    <a:pt x="15450" y="469"/>
                    <a:pt x="12794" y="334"/>
                    <a:pt x="10279" y="334"/>
                  </a:cubicBezTo>
                  <a:cubicBezTo>
                    <a:pt x="7763" y="334"/>
                    <a:pt x="5108" y="63"/>
                    <a:pt x="2732" y="63"/>
                  </a:cubicBezTo>
                  <a:cubicBezTo>
                    <a:pt x="1754" y="63"/>
                    <a:pt x="77" y="63"/>
                    <a:pt x="77" y="2637"/>
                  </a:cubicBezTo>
                  <a:cubicBezTo>
                    <a:pt x="77" y="4263"/>
                    <a:pt x="1335" y="4263"/>
                    <a:pt x="3571" y="4263"/>
                  </a:cubicBezTo>
                  <a:cubicBezTo>
                    <a:pt x="11397" y="4263"/>
                    <a:pt x="11537" y="5482"/>
                    <a:pt x="11956" y="8870"/>
                  </a:cubicBezTo>
                  <a:lnTo>
                    <a:pt x="22997" y="92468"/>
                  </a:lnTo>
                  <a:cubicBezTo>
                    <a:pt x="23416" y="95178"/>
                    <a:pt x="23975" y="95585"/>
                    <a:pt x="25792" y="95585"/>
                  </a:cubicBezTo>
                  <a:cubicBezTo>
                    <a:pt x="28028" y="95585"/>
                    <a:pt x="28587" y="94907"/>
                    <a:pt x="29705" y="93146"/>
                  </a:cubicBezTo>
                  <a:lnTo>
                    <a:pt x="80017"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95" name="Freeform: Shape 194">
              <a:extLst>
                <a:ext uri="{FF2B5EF4-FFF2-40B4-BE49-F238E27FC236}">
                  <a16:creationId xmlns:a16="http://schemas.microsoft.com/office/drawing/2014/main" id="{FF8AB772-2087-5DA1-0D87-9504DB6A4668}"/>
                </a:ext>
              </a:extLst>
            </p:cNvPr>
            <p:cNvSpPr/>
            <p:nvPr>
              <p:custDataLst>
                <p:tags r:id="rId23"/>
              </p:custDataLst>
            </p:nvPr>
          </p:nvSpPr>
          <p:spPr>
            <a:xfrm>
              <a:off x="7185704" y="4763469"/>
              <a:ext cx="64008" cy="61377"/>
            </a:xfrm>
            <a:custGeom>
              <a:avLst/>
              <a:gdLst>
                <a:gd name="connsiteX0" fmla="*/ 46623 w 64008"/>
                <a:gd name="connsiteY0" fmla="*/ 8734 h 61377"/>
                <a:gd name="connsiteX1" fmla="*/ 33766 w 64008"/>
                <a:gd name="connsiteY1" fmla="*/ 63 h 61377"/>
                <a:gd name="connsiteX2" fmla="*/ 85 w 64008"/>
                <a:gd name="connsiteY2" fmla="*/ 39762 h 61377"/>
                <a:gd name="connsiteX3" fmla="*/ 18672 w 64008"/>
                <a:gd name="connsiteY3" fmla="*/ 61441 h 61377"/>
                <a:gd name="connsiteX4" fmla="*/ 36841 w 64008"/>
                <a:gd name="connsiteY4" fmla="*/ 51279 h 61377"/>
                <a:gd name="connsiteX5" fmla="*/ 49558 w 64008"/>
                <a:gd name="connsiteY5" fmla="*/ 61441 h 61377"/>
                <a:gd name="connsiteX6" fmla="*/ 59900 w 64008"/>
                <a:gd name="connsiteY6" fmla="*/ 53989 h 61377"/>
                <a:gd name="connsiteX7" fmla="*/ 64093 w 64008"/>
                <a:gd name="connsiteY7" fmla="*/ 40575 h 61377"/>
                <a:gd name="connsiteX8" fmla="*/ 62416 w 64008"/>
                <a:gd name="connsiteY8" fmla="*/ 39220 h 61377"/>
                <a:gd name="connsiteX9" fmla="*/ 60459 w 64008"/>
                <a:gd name="connsiteY9" fmla="*/ 41659 h 61377"/>
                <a:gd name="connsiteX10" fmla="*/ 49838 w 64008"/>
                <a:gd name="connsiteY10" fmla="*/ 58460 h 61377"/>
                <a:gd name="connsiteX11" fmla="*/ 45645 w 64008"/>
                <a:gd name="connsiteY11" fmla="*/ 52227 h 61377"/>
                <a:gd name="connsiteX12" fmla="*/ 47462 w 64008"/>
                <a:gd name="connsiteY12" fmla="*/ 42201 h 61377"/>
                <a:gd name="connsiteX13" fmla="*/ 50537 w 64008"/>
                <a:gd name="connsiteY13" fmla="*/ 30006 h 61377"/>
                <a:gd name="connsiteX14" fmla="*/ 55568 w 64008"/>
                <a:gd name="connsiteY14" fmla="*/ 11038 h 61377"/>
                <a:gd name="connsiteX15" fmla="*/ 56546 w 64008"/>
                <a:gd name="connsiteY15" fmla="*/ 6431 h 61377"/>
                <a:gd name="connsiteX16" fmla="*/ 52493 w 64008"/>
                <a:gd name="connsiteY16" fmla="*/ 2773 h 61377"/>
                <a:gd name="connsiteX17" fmla="*/ 46623 w 64008"/>
                <a:gd name="connsiteY17" fmla="*/ 8734 h 61377"/>
                <a:gd name="connsiteX18" fmla="*/ 37539 w 64008"/>
                <a:gd name="connsiteY18" fmla="*/ 43827 h 61377"/>
                <a:gd name="connsiteX19" fmla="*/ 34744 w 64008"/>
                <a:gd name="connsiteY19" fmla="*/ 48840 h 61377"/>
                <a:gd name="connsiteX20" fmla="*/ 18952 w 64008"/>
                <a:gd name="connsiteY20" fmla="*/ 58460 h 61377"/>
                <a:gd name="connsiteX21" fmla="*/ 10007 w 64008"/>
                <a:gd name="connsiteY21" fmla="*/ 45724 h 61377"/>
                <a:gd name="connsiteX22" fmla="*/ 17694 w 64008"/>
                <a:gd name="connsiteY22" fmla="*/ 16051 h 61377"/>
                <a:gd name="connsiteX23" fmla="*/ 33906 w 64008"/>
                <a:gd name="connsiteY23" fmla="*/ 3044 h 61377"/>
                <a:gd name="connsiteX24" fmla="*/ 44946 w 64008"/>
                <a:gd name="connsiteY24" fmla="*/ 14967 h 61377"/>
                <a:gd name="connsiteX25" fmla="*/ 44527 w 64008"/>
                <a:gd name="connsiteY25" fmla="*/ 17270 h 61377"/>
                <a:gd name="connsiteX26" fmla="*/ 37539 w 64008"/>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08" h="61377">
                  <a:moveTo>
                    <a:pt x="46623" y="8734"/>
                  </a:moveTo>
                  <a:cubicBezTo>
                    <a:pt x="44108" y="3721"/>
                    <a:pt x="40055" y="63"/>
                    <a:pt x="33766" y="63"/>
                  </a:cubicBezTo>
                  <a:cubicBezTo>
                    <a:pt x="17414" y="63"/>
                    <a:pt x="85" y="19980"/>
                    <a:pt x="85" y="39762"/>
                  </a:cubicBezTo>
                  <a:cubicBezTo>
                    <a:pt x="85" y="52498"/>
                    <a:pt x="7771" y="61441"/>
                    <a:pt x="18672" y="61441"/>
                  </a:cubicBezTo>
                  <a:cubicBezTo>
                    <a:pt x="21467" y="61441"/>
                    <a:pt x="28455" y="60899"/>
                    <a:pt x="36841" y="51279"/>
                  </a:cubicBezTo>
                  <a:cubicBezTo>
                    <a:pt x="37959" y="56969"/>
                    <a:pt x="42850" y="61441"/>
                    <a:pt x="49558" y="61441"/>
                  </a:cubicBezTo>
                  <a:cubicBezTo>
                    <a:pt x="54450" y="61441"/>
                    <a:pt x="57664" y="58324"/>
                    <a:pt x="59900" y="53989"/>
                  </a:cubicBezTo>
                  <a:cubicBezTo>
                    <a:pt x="62276" y="49111"/>
                    <a:pt x="64093" y="40846"/>
                    <a:pt x="64093" y="40575"/>
                  </a:cubicBezTo>
                  <a:cubicBezTo>
                    <a:pt x="64093" y="39220"/>
                    <a:pt x="62835" y="39220"/>
                    <a:pt x="62416" y="39220"/>
                  </a:cubicBezTo>
                  <a:cubicBezTo>
                    <a:pt x="61018" y="39220"/>
                    <a:pt x="60879" y="39762"/>
                    <a:pt x="60459" y="41659"/>
                  </a:cubicBezTo>
                  <a:cubicBezTo>
                    <a:pt x="58083" y="50466"/>
                    <a:pt x="55568" y="58460"/>
                    <a:pt x="49838" y="58460"/>
                  </a:cubicBezTo>
                  <a:cubicBezTo>
                    <a:pt x="46064" y="58460"/>
                    <a:pt x="45645" y="54937"/>
                    <a:pt x="45645" y="52227"/>
                  </a:cubicBezTo>
                  <a:cubicBezTo>
                    <a:pt x="45645" y="49246"/>
                    <a:pt x="45925" y="48162"/>
                    <a:pt x="47462" y="42201"/>
                  </a:cubicBezTo>
                  <a:cubicBezTo>
                    <a:pt x="48999" y="36510"/>
                    <a:pt x="49279" y="35155"/>
                    <a:pt x="50537" y="30006"/>
                  </a:cubicBezTo>
                  <a:lnTo>
                    <a:pt x="55568" y="11038"/>
                  </a:lnTo>
                  <a:cubicBezTo>
                    <a:pt x="56546" y="7244"/>
                    <a:pt x="56546" y="6973"/>
                    <a:pt x="56546" y="6431"/>
                  </a:cubicBezTo>
                  <a:cubicBezTo>
                    <a:pt x="56546" y="4128"/>
                    <a:pt x="54869" y="2773"/>
                    <a:pt x="52493" y="2773"/>
                  </a:cubicBezTo>
                  <a:cubicBezTo>
                    <a:pt x="49139" y="2773"/>
                    <a:pt x="47043" y="5753"/>
                    <a:pt x="46623" y="8734"/>
                  </a:cubicBezTo>
                  <a:close/>
                  <a:moveTo>
                    <a:pt x="37539" y="43827"/>
                  </a:moveTo>
                  <a:cubicBezTo>
                    <a:pt x="36841" y="46266"/>
                    <a:pt x="36841" y="46536"/>
                    <a:pt x="34744" y="48840"/>
                  </a:cubicBezTo>
                  <a:cubicBezTo>
                    <a:pt x="28595" y="56292"/>
                    <a:pt x="22865" y="58460"/>
                    <a:pt x="18952" y="58460"/>
                  </a:cubicBezTo>
                  <a:cubicBezTo>
                    <a:pt x="11964" y="58460"/>
                    <a:pt x="10007" y="51008"/>
                    <a:pt x="10007" y="45724"/>
                  </a:cubicBezTo>
                  <a:cubicBezTo>
                    <a:pt x="10007" y="38949"/>
                    <a:pt x="14480" y="22283"/>
                    <a:pt x="17694" y="16051"/>
                  </a:cubicBezTo>
                  <a:cubicBezTo>
                    <a:pt x="22026" y="8057"/>
                    <a:pt x="28315" y="3044"/>
                    <a:pt x="33906" y="3044"/>
                  </a:cubicBezTo>
                  <a:cubicBezTo>
                    <a:pt x="42990" y="3044"/>
                    <a:pt x="44946" y="14154"/>
                    <a:pt x="44946" y="14967"/>
                  </a:cubicBezTo>
                  <a:cubicBezTo>
                    <a:pt x="44946" y="15780"/>
                    <a:pt x="44667" y="16593"/>
                    <a:pt x="44527" y="17270"/>
                  </a:cubicBezTo>
                  <a:lnTo>
                    <a:pt x="37539"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96" name="Freeform: Shape 195">
              <a:extLst>
                <a:ext uri="{FF2B5EF4-FFF2-40B4-BE49-F238E27FC236}">
                  <a16:creationId xmlns:a16="http://schemas.microsoft.com/office/drawing/2014/main" id="{53D998CE-56DD-2178-E98F-1FB0076A6DC5}"/>
                </a:ext>
              </a:extLst>
            </p:cNvPr>
            <p:cNvSpPr/>
            <p:nvPr>
              <p:custDataLst>
                <p:tags r:id="rId24"/>
              </p:custDataLst>
            </p:nvPr>
          </p:nvSpPr>
          <p:spPr>
            <a:xfrm>
              <a:off x="7258040" y="4763469"/>
              <a:ext cx="56880" cy="61377"/>
            </a:xfrm>
            <a:custGeom>
              <a:avLst/>
              <a:gdLst>
                <a:gd name="connsiteX0" fmla="*/ 8336 w 56880"/>
                <a:gd name="connsiteY0" fmla="*/ 51956 h 61377"/>
                <a:gd name="connsiteX1" fmla="*/ 7078 w 56880"/>
                <a:gd name="connsiteY1" fmla="*/ 57782 h 61377"/>
                <a:gd name="connsiteX2" fmla="*/ 11131 w 56880"/>
                <a:gd name="connsiteY2" fmla="*/ 61441 h 61377"/>
                <a:gd name="connsiteX3" fmla="*/ 16302 w 56880"/>
                <a:gd name="connsiteY3" fmla="*/ 57647 h 61377"/>
                <a:gd name="connsiteX4" fmla="*/ 21892 w 56880"/>
                <a:gd name="connsiteY4" fmla="*/ 36239 h 61377"/>
                <a:gd name="connsiteX5" fmla="*/ 26364 w 56880"/>
                <a:gd name="connsiteY5" fmla="*/ 18625 h 61377"/>
                <a:gd name="connsiteX6" fmla="*/ 34190 w 56880"/>
                <a:gd name="connsiteY6" fmla="*/ 7515 h 61377"/>
                <a:gd name="connsiteX7" fmla="*/ 45371 w 56880"/>
                <a:gd name="connsiteY7" fmla="*/ 3044 h 61377"/>
                <a:gd name="connsiteX8" fmla="*/ 51241 w 56880"/>
                <a:gd name="connsiteY8" fmla="*/ 4669 h 61377"/>
                <a:gd name="connsiteX9" fmla="*/ 43973 w 56880"/>
                <a:gd name="connsiteY9" fmla="*/ 12122 h 61377"/>
                <a:gd name="connsiteX10" fmla="*/ 49284 w 56880"/>
                <a:gd name="connsiteY10" fmla="*/ 16864 h 61377"/>
                <a:gd name="connsiteX11" fmla="*/ 56971 w 56880"/>
                <a:gd name="connsiteY11" fmla="*/ 8870 h 61377"/>
                <a:gd name="connsiteX12" fmla="*/ 45371 w 56880"/>
                <a:gd name="connsiteY12" fmla="*/ 63 h 61377"/>
                <a:gd name="connsiteX13" fmla="*/ 27482 w 56880"/>
                <a:gd name="connsiteY13" fmla="*/ 10496 h 61377"/>
                <a:gd name="connsiteX14" fmla="*/ 14764 w 56880"/>
                <a:gd name="connsiteY14" fmla="*/ 63 h 61377"/>
                <a:gd name="connsiteX15" fmla="*/ 4422 w 56880"/>
                <a:gd name="connsiteY15" fmla="*/ 7786 h 61377"/>
                <a:gd name="connsiteX16" fmla="*/ 90 w 56880"/>
                <a:gd name="connsiteY16" fmla="*/ 20929 h 61377"/>
                <a:gd name="connsiteX17" fmla="*/ 1767 w 56880"/>
                <a:gd name="connsiteY17" fmla="*/ 22283 h 61377"/>
                <a:gd name="connsiteX18" fmla="*/ 4143 w 56880"/>
                <a:gd name="connsiteY18" fmla="*/ 19167 h 61377"/>
                <a:gd name="connsiteX19" fmla="*/ 14345 w 56880"/>
                <a:gd name="connsiteY19" fmla="*/ 3044 h 61377"/>
                <a:gd name="connsiteX20" fmla="*/ 18678 w 56880"/>
                <a:gd name="connsiteY20" fmla="*/ 9276 h 61377"/>
                <a:gd name="connsiteX21" fmla="*/ 16441 w 56880"/>
                <a:gd name="connsiteY21" fmla="*/ 20658 h 61377"/>
                <a:gd name="connsiteX22" fmla="*/ 8336 w 56880"/>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880" h="61377">
                  <a:moveTo>
                    <a:pt x="8336" y="51956"/>
                  </a:moveTo>
                  <a:cubicBezTo>
                    <a:pt x="7916" y="53989"/>
                    <a:pt x="7078" y="57105"/>
                    <a:pt x="7078" y="57782"/>
                  </a:cubicBezTo>
                  <a:cubicBezTo>
                    <a:pt x="7078" y="60221"/>
                    <a:pt x="9034" y="61441"/>
                    <a:pt x="11131" y="61441"/>
                  </a:cubicBezTo>
                  <a:cubicBezTo>
                    <a:pt x="12808" y="61441"/>
                    <a:pt x="15323" y="60357"/>
                    <a:pt x="16302" y="57647"/>
                  </a:cubicBezTo>
                  <a:cubicBezTo>
                    <a:pt x="16581" y="57105"/>
                    <a:pt x="21333" y="38678"/>
                    <a:pt x="21892" y="36239"/>
                  </a:cubicBezTo>
                  <a:cubicBezTo>
                    <a:pt x="23010" y="31768"/>
                    <a:pt x="25526" y="22283"/>
                    <a:pt x="26364" y="18625"/>
                  </a:cubicBezTo>
                  <a:cubicBezTo>
                    <a:pt x="26923" y="16864"/>
                    <a:pt x="30836" y="10496"/>
                    <a:pt x="34190" y="7515"/>
                  </a:cubicBezTo>
                  <a:cubicBezTo>
                    <a:pt x="35308" y="6566"/>
                    <a:pt x="39361" y="3044"/>
                    <a:pt x="45371" y="3044"/>
                  </a:cubicBezTo>
                  <a:cubicBezTo>
                    <a:pt x="49005" y="3044"/>
                    <a:pt x="51101" y="4669"/>
                    <a:pt x="51241" y="4669"/>
                  </a:cubicBezTo>
                  <a:cubicBezTo>
                    <a:pt x="47048" y="5347"/>
                    <a:pt x="43973" y="8599"/>
                    <a:pt x="43973" y="12122"/>
                  </a:cubicBezTo>
                  <a:cubicBezTo>
                    <a:pt x="43973" y="14289"/>
                    <a:pt x="45511" y="16864"/>
                    <a:pt x="49284" y="16864"/>
                  </a:cubicBezTo>
                  <a:cubicBezTo>
                    <a:pt x="53057" y="16864"/>
                    <a:pt x="56971" y="13747"/>
                    <a:pt x="56971" y="8870"/>
                  </a:cubicBezTo>
                  <a:cubicBezTo>
                    <a:pt x="56971" y="4128"/>
                    <a:pt x="52498" y="63"/>
                    <a:pt x="45371" y="63"/>
                  </a:cubicBezTo>
                  <a:cubicBezTo>
                    <a:pt x="36287" y="63"/>
                    <a:pt x="30138" y="6702"/>
                    <a:pt x="27482" y="10496"/>
                  </a:cubicBezTo>
                  <a:cubicBezTo>
                    <a:pt x="26364" y="4399"/>
                    <a:pt x="21333" y="63"/>
                    <a:pt x="14764" y="63"/>
                  </a:cubicBezTo>
                  <a:cubicBezTo>
                    <a:pt x="8336" y="63"/>
                    <a:pt x="5680" y="5347"/>
                    <a:pt x="4422" y="7786"/>
                  </a:cubicBezTo>
                  <a:cubicBezTo>
                    <a:pt x="1907" y="12393"/>
                    <a:pt x="90" y="20522"/>
                    <a:pt x="90" y="20929"/>
                  </a:cubicBezTo>
                  <a:cubicBezTo>
                    <a:pt x="90" y="22283"/>
                    <a:pt x="1488" y="22283"/>
                    <a:pt x="1767" y="22283"/>
                  </a:cubicBezTo>
                  <a:cubicBezTo>
                    <a:pt x="3165" y="22283"/>
                    <a:pt x="3304" y="22148"/>
                    <a:pt x="4143" y="19167"/>
                  </a:cubicBezTo>
                  <a:cubicBezTo>
                    <a:pt x="6519" y="9547"/>
                    <a:pt x="9314" y="3044"/>
                    <a:pt x="14345" y="3044"/>
                  </a:cubicBezTo>
                  <a:cubicBezTo>
                    <a:pt x="16721" y="3044"/>
                    <a:pt x="18678" y="4128"/>
                    <a:pt x="18678" y="9276"/>
                  </a:cubicBezTo>
                  <a:cubicBezTo>
                    <a:pt x="18678" y="12122"/>
                    <a:pt x="18258" y="13612"/>
                    <a:pt x="16441" y="20658"/>
                  </a:cubicBezTo>
                  <a:lnTo>
                    <a:pt x="8336"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97" name="Freeform: Shape 196">
              <a:extLst>
                <a:ext uri="{FF2B5EF4-FFF2-40B4-BE49-F238E27FC236}">
                  <a16:creationId xmlns:a16="http://schemas.microsoft.com/office/drawing/2014/main" id="{CB51F515-5420-F047-12CF-A2F3C0F37024}"/>
                </a:ext>
              </a:extLst>
            </p:cNvPr>
            <p:cNvSpPr/>
            <p:nvPr>
              <p:custDataLst>
                <p:tags r:id="rId25"/>
              </p:custDataLst>
            </p:nvPr>
          </p:nvSpPr>
          <p:spPr>
            <a:xfrm>
              <a:off x="7337413" y="4721738"/>
              <a:ext cx="19146" cy="135491"/>
            </a:xfrm>
            <a:custGeom>
              <a:avLst/>
              <a:gdLst>
                <a:gd name="connsiteX0" fmla="*/ 19241 w 19146"/>
                <a:gd name="connsiteY0" fmla="*/ 135555 h 135491"/>
                <a:gd name="connsiteX1" fmla="*/ 19241 w 19146"/>
                <a:gd name="connsiteY1" fmla="*/ 130135 h 135491"/>
                <a:gd name="connsiteX2" fmla="*/ 5685 w 19146"/>
                <a:gd name="connsiteY2" fmla="*/ 130135 h 135491"/>
                <a:gd name="connsiteX3" fmla="*/ 5685 w 19146"/>
                <a:gd name="connsiteY3" fmla="*/ 5482 h 135491"/>
                <a:gd name="connsiteX4" fmla="*/ 19241 w 19146"/>
                <a:gd name="connsiteY4" fmla="*/ 5482 h 135491"/>
                <a:gd name="connsiteX5" fmla="*/ 19241 w 19146"/>
                <a:gd name="connsiteY5" fmla="*/ 63 h 135491"/>
                <a:gd name="connsiteX6" fmla="*/ 95 w 19146"/>
                <a:gd name="connsiteY6" fmla="*/ 63 h 135491"/>
                <a:gd name="connsiteX7" fmla="*/ 95 w 19146"/>
                <a:gd name="connsiteY7" fmla="*/ 135555 h 135491"/>
                <a:gd name="connsiteX8" fmla="*/ 19241 w 19146"/>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6" h="135491">
                  <a:moveTo>
                    <a:pt x="19241" y="135555"/>
                  </a:moveTo>
                  <a:lnTo>
                    <a:pt x="19241" y="130135"/>
                  </a:lnTo>
                  <a:lnTo>
                    <a:pt x="5685" y="130135"/>
                  </a:lnTo>
                  <a:lnTo>
                    <a:pt x="5685" y="5482"/>
                  </a:lnTo>
                  <a:lnTo>
                    <a:pt x="19241" y="5482"/>
                  </a:lnTo>
                  <a:lnTo>
                    <a:pt x="19241" y="63"/>
                  </a:lnTo>
                  <a:lnTo>
                    <a:pt x="95" y="63"/>
                  </a:lnTo>
                  <a:lnTo>
                    <a:pt x="95" y="135555"/>
                  </a:lnTo>
                  <a:lnTo>
                    <a:pt x="19241"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98" name="Freeform: Shape 197">
              <a:extLst>
                <a:ext uri="{FF2B5EF4-FFF2-40B4-BE49-F238E27FC236}">
                  <a16:creationId xmlns:a16="http://schemas.microsoft.com/office/drawing/2014/main" id="{FF567B02-DBF9-E8A4-98C2-2D012A3FCD52}"/>
                </a:ext>
              </a:extLst>
            </p:cNvPr>
            <p:cNvSpPr/>
            <p:nvPr>
              <p:custDataLst>
                <p:tags r:id="rId26"/>
              </p:custDataLst>
            </p:nvPr>
          </p:nvSpPr>
          <p:spPr>
            <a:xfrm>
              <a:off x="7363796" y="4763469"/>
              <a:ext cx="64427" cy="87663"/>
            </a:xfrm>
            <a:custGeom>
              <a:avLst/>
              <a:gdLst>
                <a:gd name="connsiteX0" fmla="*/ 63966 w 64427"/>
                <a:gd name="connsiteY0" fmla="*/ 8328 h 87663"/>
                <a:gd name="connsiteX1" fmla="*/ 64525 w 64427"/>
                <a:gd name="connsiteY1" fmla="*/ 5211 h 87663"/>
                <a:gd name="connsiteX2" fmla="*/ 60472 w 64427"/>
                <a:gd name="connsiteY2" fmla="*/ 1553 h 87663"/>
                <a:gd name="connsiteX3" fmla="*/ 55581 w 64427"/>
                <a:gd name="connsiteY3" fmla="*/ 4399 h 87663"/>
                <a:gd name="connsiteX4" fmla="*/ 53624 w 64427"/>
                <a:gd name="connsiteY4" fmla="*/ 11715 h 87663"/>
                <a:gd name="connsiteX5" fmla="*/ 50829 w 64427"/>
                <a:gd name="connsiteY5" fmla="*/ 22554 h 87663"/>
                <a:gd name="connsiteX6" fmla="*/ 44540 w 64427"/>
                <a:gd name="connsiteY6" fmla="*/ 46943 h 87663"/>
                <a:gd name="connsiteX7" fmla="*/ 28748 w 64427"/>
                <a:gd name="connsiteY7" fmla="*/ 58460 h 87663"/>
                <a:gd name="connsiteX8" fmla="*/ 20083 w 64427"/>
                <a:gd name="connsiteY8" fmla="*/ 47485 h 87663"/>
                <a:gd name="connsiteX9" fmla="*/ 27210 w 64427"/>
                <a:gd name="connsiteY9" fmla="*/ 20929 h 87663"/>
                <a:gd name="connsiteX10" fmla="*/ 30005 w 64427"/>
                <a:gd name="connsiteY10" fmla="*/ 11173 h 87663"/>
                <a:gd name="connsiteX11" fmla="*/ 18545 w 64427"/>
                <a:gd name="connsiteY11" fmla="*/ 63 h 87663"/>
                <a:gd name="connsiteX12" fmla="*/ 98 w 64427"/>
                <a:gd name="connsiteY12" fmla="*/ 20929 h 87663"/>
                <a:gd name="connsiteX13" fmla="*/ 1775 w 64427"/>
                <a:gd name="connsiteY13" fmla="*/ 22283 h 87663"/>
                <a:gd name="connsiteX14" fmla="*/ 4011 w 64427"/>
                <a:gd name="connsiteY14" fmla="*/ 19845 h 87663"/>
                <a:gd name="connsiteX15" fmla="*/ 18126 w 64427"/>
                <a:gd name="connsiteY15" fmla="*/ 3044 h 87663"/>
                <a:gd name="connsiteX16" fmla="*/ 21620 w 64427"/>
                <a:gd name="connsiteY16" fmla="*/ 7379 h 87663"/>
                <a:gd name="connsiteX17" fmla="*/ 19244 w 64427"/>
                <a:gd name="connsiteY17" fmla="*/ 16864 h 87663"/>
                <a:gd name="connsiteX18" fmla="*/ 11138 w 64427"/>
                <a:gd name="connsiteY18" fmla="*/ 45317 h 87663"/>
                <a:gd name="connsiteX19" fmla="*/ 28188 w 64427"/>
                <a:gd name="connsiteY19" fmla="*/ 61441 h 87663"/>
                <a:gd name="connsiteX20" fmla="*/ 42304 w 64427"/>
                <a:gd name="connsiteY20" fmla="*/ 55343 h 87663"/>
                <a:gd name="connsiteX21" fmla="*/ 33220 w 64427"/>
                <a:gd name="connsiteY21" fmla="*/ 76209 h 87663"/>
                <a:gd name="connsiteX22" fmla="*/ 17847 w 64427"/>
                <a:gd name="connsiteY22" fmla="*/ 84745 h 87663"/>
                <a:gd name="connsiteX23" fmla="*/ 7225 w 64427"/>
                <a:gd name="connsiteY23" fmla="*/ 79055 h 87663"/>
                <a:gd name="connsiteX24" fmla="*/ 13235 w 64427"/>
                <a:gd name="connsiteY24" fmla="*/ 77429 h 87663"/>
                <a:gd name="connsiteX25" fmla="*/ 16030 w 64427"/>
                <a:gd name="connsiteY25" fmla="*/ 71873 h 87663"/>
                <a:gd name="connsiteX26" fmla="*/ 10859 w 64427"/>
                <a:gd name="connsiteY26" fmla="*/ 67131 h 87663"/>
                <a:gd name="connsiteX27" fmla="*/ 3032 w 64427"/>
                <a:gd name="connsiteY27" fmla="*/ 75938 h 87663"/>
                <a:gd name="connsiteX28" fmla="*/ 17847 w 64427"/>
                <a:gd name="connsiteY28" fmla="*/ 87726 h 87663"/>
                <a:gd name="connsiteX29" fmla="*/ 50549 w 64427"/>
                <a:gd name="connsiteY29" fmla="*/ 60086 h 87663"/>
                <a:gd name="connsiteX30" fmla="*/ 63966 w 64427"/>
                <a:gd name="connsiteY30" fmla="*/ 8328 h 8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4427" h="87663">
                  <a:moveTo>
                    <a:pt x="63966" y="8328"/>
                  </a:moveTo>
                  <a:cubicBezTo>
                    <a:pt x="64525" y="6431"/>
                    <a:pt x="64525" y="6160"/>
                    <a:pt x="64525" y="5211"/>
                  </a:cubicBezTo>
                  <a:cubicBezTo>
                    <a:pt x="64525" y="2773"/>
                    <a:pt x="62568" y="1553"/>
                    <a:pt x="60472" y="1553"/>
                  </a:cubicBezTo>
                  <a:cubicBezTo>
                    <a:pt x="59075" y="1553"/>
                    <a:pt x="56838" y="2366"/>
                    <a:pt x="55581" y="4399"/>
                  </a:cubicBezTo>
                  <a:cubicBezTo>
                    <a:pt x="55301" y="5076"/>
                    <a:pt x="54183" y="9276"/>
                    <a:pt x="53624" y="11715"/>
                  </a:cubicBezTo>
                  <a:cubicBezTo>
                    <a:pt x="52646" y="15238"/>
                    <a:pt x="51667" y="18896"/>
                    <a:pt x="50829" y="22554"/>
                  </a:cubicBezTo>
                  <a:lnTo>
                    <a:pt x="44540" y="46943"/>
                  </a:lnTo>
                  <a:cubicBezTo>
                    <a:pt x="43981" y="48975"/>
                    <a:pt x="37971" y="58460"/>
                    <a:pt x="28748" y="58460"/>
                  </a:cubicBezTo>
                  <a:cubicBezTo>
                    <a:pt x="21620" y="58460"/>
                    <a:pt x="20083" y="52498"/>
                    <a:pt x="20083" y="47485"/>
                  </a:cubicBezTo>
                  <a:cubicBezTo>
                    <a:pt x="20083" y="41252"/>
                    <a:pt x="22458" y="32852"/>
                    <a:pt x="27210" y="20929"/>
                  </a:cubicBezTo>
                  <a:cubicBezTo>
                    <a:pt x="29446" y="15373"/>
                    <a:pt x="30005" y="13883"/>
                    <a:pt x="30005" y="11173"/>
                  </a:cubicBezTo>
                  <a:cubicBezTo>
                    <a:pt x="30005" y="5076"/>
                    <a:pt x="25533" y="63"/>
                    <a:pt x="18545" y="63"/>
                  </a:cubicBezTo>
                  <a:cubicBezTo>
                    <a:pt x="5269" y="63"/>
                    <a:pt x="98" y="19709"/>
                    <a:pt x="98" y="20929"/>
                  </a:cubicBezTo>
                  <a:cubicBezTo>
                    <a:pt x="98" y="22283"/>
                    <a:pt x="1495" y="22283"/>
                    <a:pt x="1775" y="22283"/>
                  </a:cubicBezTo>
                  <a:cubicBezTo>
                    <a:pt x="3172" y="22283"/>
                    <a:pt x="3312" y="22012"/>
                    <a:pt x="4011" y="19845"/>
                  </a:cubicBezTo>
                  <a:cubicBezTo>
                    <a:pt x="7784" y="7108"/>
                    <a:pt x="13374" y="3044"/>
                    <a:pt x="18126" y="3044"/>
                  </a:cubicBezTo>
                  <a:cubicBezTo>
                    <a:pt x="19244" y="3044"/>
                    <a:pt x="21620" y="3044"/>
                    <a:pt x="21620" y="7379"/>
                  </a:cubicBezTo>
                  <a:cubicBezTo>
                    <a:pt x="21620" y="10767"/>
                    <a:pt x="20222" y="14289"/>
                    <a:pt x="19244" y="16864"/>
                  </a:cubicBezTo>
                  <a:cubicBezTo>
                    <a:pt x="13654" y="31226"/>
                    <a:pt x="11138" y="38949"/>
                    <a:pt x="11138" y="45317"/>
                  </a:cubicBezTo>
                  <a:cubicBezTo>
                    <a:pt x="11138" y="57376"/>
                    <a:pt x="19943" y="61441"/>
                    <a:pt x="28188" y="61441"/>
                  </a:cubicBezTo>
                  <a:cubicBezTo>
                    <a:pt x="33639" y="61441"/>
                    <a:pt x="38391" y="59137"/>
                    <a:pt x="42304" y="55343"/>
                  </a:cubicBezTo>
                  <a:cubicBezTo>
                    <a:pt x="40487" y="62389"/>
                    <a:pt x="38810" y="69028"/>
                    <a:pt x="33220" y="76209"/>
                  </a:cubicBezTo>
                  <a:cubicBezTo>
                    <a:pt x="29586" y="80816"/>
                    <a:pt x="24275" y="84745"/>
                    <a:pt x="17847" y="84745"/>
                  </a:cubicBezTo>
                  <a:cubicBezTo>
                    <a:pt x="15890" y="84745"/>
                    <a:pt x="9601" y="84339"/>
                    <a:pt x="7225" y="79055"/>
                  </a:cubicBezTo>
                  <a:cubicBezTo>
                    <a:pt x="9461" y="79055"/>
                    <a:pt x="11278" y="79055"/>
                    <a:pt x="13235" y="77429"/>
                  </a:cubicBezTo>
                  <a:cubicBezTo>
                    <a:pt x="14632" y="76209"/>
                    <a:pt x="16030" y="74448"/>
                    <a:pt x="16030" y="71873"/>
                  </a:cubicBezTo>
                  <a:cubicBezTo>
                    <a:pt x="16030" y="67673"/>
                    <a:pt x="12256" y="67131"/>
                    <a:pt x="10859" y="67131"/>
                  </a:cubicBezTo>
                  <a:cubicBezTo>
                    <a:pt x="7644" y="67131"/>
                    <a:pt x="3032" y="69299"/>
                    <a:pt x="3032" y="75938"/>
                  </a:cubicBezTo>
                  <a:cubicBezTo>
                    <a:pt x="3032" y="82713"/>
                    <a:pt x="9182" y="87726"/>
                    <a:pt x="17847" y="87726"/>
                  </a:cubicBezTo>
                  <a:cubicBezTo>
                    <a:pt x="32241" y="87726"/>
                    <a:pt x="46636" y="75396"/>
                    <a:pt x="50549" y="60086"/>
                  </a:cubicBezTo>
                  <a:lnTo>
                    <a:pt x="63966" y="832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199" name="Freeform: Shape 198">
              <a:extLst>
                <a:ext uri="{FF2B5EF4-FFF2-40B4-BE49-F238E27FC236}">
                  <a16:creationId xmlns:a16="http://schemas.microsoft.com/office/drawing/2014/main" id="{652D551B-FB78-9331-9E39-CF8D4499D13F}"/>
                </a:ext>
              </a:extLst>
            </p:cNvPr>
            <p:cNvSpPr/>
            <p:nvPr>
              <p:custDataLst>
                <p:tags r:id="rId27"/>
              </p:custDataLst>
            </p:nvPr>
          </p:nvSpPr>
          <p:spPr>
            <a:xfrm>
              <a:off x="7449908" y="4721738"/>
              <a:ext cx="5590" cy="135491"/>
            </a:xfrm>
            <a:custGeom>
              <a:avLst/>
              <a:gdLst>
                <a:gd name="connsiteX0" fmla="*/ 5693 w 5590"/>
                <a:gd name="connsiteY0" fmla="*/ 4940 h 135491"/>
                <a:gd name="connsiteX1" fmla="*/ 2898 w 5590"/>
                <a:gd name="connsiteY1" fmla="*/ 63 h 135491"/>
                <a:gd name="connsiteX2" fmla="*/ 103 w 5590"/>
                <a:gd name="connsiteY2" fmla="*/ 4940 h 135491"/>
                <a:gd name="connsiteX3" fmla="*/ 103 w 5590"/>
                <a:gd name="connsiteY3" fmla="*/ 130677 h 135491"/>
                <a:gd name="connsiteX4" fmla="*/ 2898 w 5590"/>
                <a:gd name="connsiteY4" fmla="*/ 135555 h 135491"/>
                <a:gd name="connsiteX5" fmla="*/ 5693 w 5590"/>
                <a:gd name="connsiteY5" fmla="*/ 130677 h 135491"/>
                <a:gd name="connsiteX6" fmla="*/ 5693 w 5590"/>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0" h="135491">
                  <a:moveTo>
                    <a:pt x="5693" y="4940"/>
                  </a:moveTo>
                  <a:cubicBezTo>
                    <a:pt x="5693" y="2502"/>
                    <a:pt x="5693" y="63"/>
                    <a:pt x="2898" y="63"/>
                  </a:cubicBezTo>
                  <a:cubicBezTo>
                    <a:pt x="103" y="63"/>
                    <a:pt x="103" y="2502"/>
                    <a:pt x="103" y="4940"/>
                  </a:cubicBezTo>
                  <a:lnTo>
                    <a:pt x="103" y="130677"/>
                  </a:lnTo>
                  <a:cubicBezTo>
                    <a:pt x="103" y="133116"/>
                    <a:pt x="103" y="135555"/>
                    <a:pt x="2898" y="135555"/>
                  </a:cubicBezTo>
                  <a:cubicBezTo>
                    <a:pt x="5693" y="135555"/>
                    <a:pt x="5693" y="133116"/>
                    <a:pt x="5693" y="130677"/>
                  </a:cubicBezTo>
                  <a:lnTo>
                    <a:pt x="5693"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0" name="Freeform: Shape 199">
              <a:extLst>
                <a:ext uri="{FF2B5EF4-FFF2-40B4-BE49-F238E27FC236}">
                  <a16:creationId xmlns:a16="http://schemas.microsoft.com/office/drawing/2014/main" id="{07980340-CB7A-7189-8F8F-E119968F33A5}"/>
                </a:ext>
              </a:extLst>
            </p:cNvPr>
            <p:cNvSpPr/>
            <p:nvPr>
              <p:custDataLst>
                <p:tags r:id="rId28"/>
              </p:custDataLst>
            </p:nvPr>
          </p:nvSpPr>
          <p:spPr>
            <a:xfrm>
              <a:off x="7476151" y="4763469"/>
              <a:ext cx="69598" cy="61377"/>
            </a:xfrm>
            <a:custGeom>
              <a:avLst/>
              <a:gdLst>
                <a:gd name="connsiteX0" fmla="*/ 42731 w 69598"/>
                <a:gd name="connsiteY0" fmla="*/ 19032 h 61377"/>
                <a:gd name="connsiteX1" fmla="*/ 56567 w 69598"/>
                <a:gd name="connsiteY1" fmla="*/ 3044 h 61377"/>
                <a:gd name="connsiteX2" fmla="*/ 63555 w 69598"/>
                <a:gd name="connsiteY2" fmla="*/ 4805 h 61377"/>
                <a:gd name="connsiteX3" fmla="*/ 56846 w 69598"/>
                <a:gd name="connsiteY3" fmla="*/ 12122 h 61377"/>
                <a:gd name="connsiteX4" fmla="*/ 62157 w 69598"/>
                <a:gd name="connsiteY4" fmla="*/ 16864 h 61377"/>
                <a:gd name="connsiteX5" fmla="*/ 69704 w 69598"/>
                <a:gd name="connsiteY5" fmla="*/ 9005 h 61377"/>
                <a:gd name="connsiteX6" fmla="*/ 56707 w 69598"/>
                <a:gd name="connsiteY6" fmla="*/ 63 h 61377"/>
                <a:gd name="connsiteX7" fmla="*/ 42032 w 69598"/>
                <a:gd name="connsiteY7" fmla="*/ 10360 h 61377"/>
                <a:gd name="connsiteX8" fmla="*/ 26939 w 69598"/>
                <a:gd name="connsiteY8" fmla="*/ 63 h 61377"/>
                <a:gd name="connsiteX9" fmla="*/ 4438 w 69598"/>
                <a:gd name="connsiteY9" fmla="*/ 20929 h 61377"/>
                <a:gd name="connsiteX10" fmla="*/ 6115 w 69598"/>
                <a:gd name="connsiteY10" fmla="*/ 22283 h 61377"/>
                <a:gd name="connsiteX11" fmla="*/ 7932 w 69598"/>
                <a:gd name="connsiteY11" fmla="*/ 20793 h 61377"/>
                <a:gd name="connsiteX12" fmla="*/ 26659 w 69598"/>
                <a:gd name="connsiteY12" fmla="*/ 3044 h 61377"/>
                <a:gd name="connsiteX13" fmla="*/ 34206 w 69598"/>
                <a:gd name="connsiteY13" fmla="*/ 12122 h 61377"/>
                <a:gd name="connsiteX14" fmla="*/ 26659 w 69598"/>
                <a:gd name="connsiteY14" fmla="*/ 44369 h 61377"/>
                <a:gd name="connsiteX15" fmla="*/ 13382 w 69598"/>
                <a:gd name="connsiteY15" fmla="*/ 58460 h 61377"/>
                <a:gd name="connsiteX16" fmla="*/ 6395 w 69598"/>
                <a:gd name="connsiteY16" fmla="*/ 56698 h 61377"/>
                <a:gd name="connsiteX17" fmla="*/ 12963 w 69598"/>
                <a:gd name="connsiteY17" fmla="*/ 49382 h 61377"/>
                <a:gd name="connsiteX18" fmla="*/ 7792 w 69598"/>
                <a:gd name="connsiteY18" fmla="*/ 44640 h 61377"/>
                <a:gd name="connsiteX19" fmla="*/ 106 w 69598"/>
                <a:gd name="connsiteY19" fmla="*/ 52498 h 61377"/>
                <a:gd name="connsiteX20" fmla="*/ 13243 w 69598"/>
                <a:gd name="connsiteY20" fmla="*/ 61441 h 61377"/>
                <a:gd name="connsiteX21" fmla="*/ 27917 w 69598"/>
                <a:gd name="connsiteY21" fmla="*/ 51143 h 61377"/>
                <a:gd name="connsiteX22" fmla="*/ 43011 w 69598"/>
                <a:gd name="connsiteY22" fmla="*/ 61441 h 61377"/>
                <a:gd name="connsiteX23" fmla="*/ 65372 w 69598"/>
                <a:gd name="connsiteY23" fmla="*/ 40575 h 61377"/>
                <a:gd name="connsiteX24" fmla="*/ 63694 w 69598"/>
                <a:gd name="connsiteY24" fmla="*/ 39220 h 61377"/>
                <a:gd name="connsiteX25" fmla="*/ 61878 w 69598"/>
                <a:gd name="connsiteY25" fmla="*/ 40710 h 61377"/>
                <a:gd name="connsiteX26" fmla="*/ 43290 w 69598"/>
                <a:gd name="connsiteY26" fmla="*/ 58460 h 61377"/>
                <a:gd name="connsiteX27" fmla="*/ 35604 w 69598"/>
                <a:gd name="connsiteY27" fmla="*/ 49517 h 61377"/>
                <a:gd name="connsiteX28" fmla="*/ 37979 w 69598"/>
                <a:gd name="connsiteY28" fmla="*/ 37594 h 61377"/>
                <a:gd name="connsiteX29" fmla="*/ 42731 w 69598"/>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598" h="61377">
                  <a:moveTo>
                    <a:pt x="42731" y="19032"/>
                  </a:moveTo>
                  <a:cubicBezTo>
                    <a:pt x="43570" y="15509"/>
                    <a:pt x="46784" y="3044"/>
                    <a:pt x="56567" y="3044"/>
                  </a:cubicBezTo>
                  <a:cubicBezTo>
                    <a:pt x="57266" y="3044"/>
                    <a:pt x="60620" y="3044"/>
                    <a:pt x="63555" y="4805"/>
                  </a:cubicBezTo>
                  <a:cubicBezTo>
                    <a:pt x="59642" y="5482"/>
                    <a:pt x="56846" y="8870"/>
                    <a:pt x="56846" y="12122"/>
                  </a:cubicBezTo>
                  <a:cubicBezTo>
                    <a:pt x="56846" y="14289"/>
                    <a:pt x="58384" y="16864"/>
                    <a:pt x="62157" y="16864"/>
                  </a:cubicBezTo>
                  <a:cubicBezTo>
                    <a:pt x="65232" y="16864"/>
                    <a:pt x="69704" y="14425"/>
                    <a:pt x="69704" y="9005"/>
                  </a:cubicBezTo>
                  <a:cubicBezTo>
                    <a:pt x="69704" y="1960"/>
                    <a:pt x="61458" y="63"/>
                    <a:pt x="56707" y="63"/>
                  </a:cubicBezTo>
                  <a:cubicBezTo>
                    <a:pt x="48601" y="63"/>
                    <a:pt x="43709" y="7244"/>
                    <a:pt x="42032" y="10360"/>
                  </a:cubicBezTo>
                  <a:cubicBezTo>
                    <a:pt x="38538" y="1418"/>
                    <a:pt x="30992" y="63"/>
                    <a:pt x="26939" y="63"/>
                  </a:cubicBezTo>
                  <a:cubicBezTo>
                    <a:pt x="12404" y="63"/>
                    <a:pt x="4438" y="17541"/>
                    <a:pt x="4438" y="20929"/>
                  </a:cubicBezTo>
                  <a:cubicBezTo>
                    <a:pt x="4438" y="22283"/>
                    <a:pt x="5836" y="22283"/>
                    <a:pt x="6115" y="22283"/>
                  </a:cubicBezTo>
                  <a:cubicBezTo>
                    <a:pt x="7233" y="22283"/>
                    <a:pt x="7652" y="22012"/>
                    <a:pt x="7932" y="20793"/>
                  </a:cubicBezTo>
                  <a:cubicBezTo>
                    <a:pt x="12684" y="6431"/>
                    <a:pt x="21907" y="3044"/>
                    <a:pt x="26659" y="3044"/>
                  </a:cubicBezTo>
                  <a:cubicBezTo>
                    <a:pt x="29315" y="3044"/>
                    <a:pt x="34206" y="4263"/>
                    <a:pt x="34206" y="12122"/>
                  </a:cubicBezTo>
                  <a:cubicBezTo>
                    <a:pt x="34206" y="16322"/>
                    <a:pt x="31830" y="25400"/>
                    <a:pt x="26659" y="44369"/>
                  </a:cubicBezTo>
                  <a:cubicBezTo>
                    <a:pt x="24423" y="52769"/>
                    <a:pt x="19532" y="58460"/>
                    <a:pt x="13382" y="58460"/>
                  </a:cubicBezTo>
                  <a:cubicBezTo>
                    <a:pt x="12544" y="58460"/>
                    <a:pt x="9329" y="58460"/>
                    <a:pt x="6395" y="56698"/>
                  </a:cubicBezTo>
                  <a:cubicBezTo>
                    <a:pt x="9888" y="56021"/>
                    <a:pt x="12963" y="53176"/>
                    <a:pt x="12963" y="49382"/>
                  </a:cubicBezTo>
                  <a:cubicBezTo>
                    <a:pt x="12963" y="45724"/>
                    <a:pt x="9888" y="44640"/>
                    <a:pt x="7792" y="44640"/>
                  </a:cubicBezTo>
                  <a:cubicBezTo>
                    <a:pt x="3599" y="44640"/>
                    <a:pt x="106" y="48162"/>
                    <a:pt x="106" y="52498"/>
                  </a:cubicBezTo>
                  <a:cubicBezTo>
                    <a:pt x="106" y="58731"/>
                    <a:pt x="7093" y="61441"/>
                    <a:pt x="13243" y="61441"/>
                  </a:cubicBezTo>
                  <a:cubicBezTo>
                    <a:pt x="22466" y="61441"/>
                    <a:pt x="27498" y="51956"/>
                    <a:pt x="27917" y="51143"/>
                  </a:cubicBezTo>
                  <a:cubicBezTo>
                    <a:pt x="29594" y="56156"/>
                    <a:pt x="34625" y="61441"/>
                    <a:pt x="43011" y="61441"/>
                  </a:cubicBezTo>
                  <a:cubicBezTo>
                    <a:pt x="57405" y="61441"/>
                    <a:pt x="65372" y="43962"/>
                    <a:pt x="65372" y="40575"/>
                  </a:cubicBezTo>
                  <a:cubicBezTo>
                    <a:pt x="65372" y="39220"/>
                    <a:pt x="64114" y="39220"/>
                    <a:pt x="63694" y="39220"/>
                  </a:cubicBezTo>
                  <a:cubicBezTo>
                    <a:pt x="62437" y="39220"/>
                    <a:pt x="62157" y="39762"/>
                    <a:pt x="61878" y="40710"/>
                  </a:cubicBezTo>
                  <a:cubicBezTo>
                    <a:pt x="57266" y="55208"/>
                    <a:pt x="47762" y="58460"/>
                    <a:pt x="43290" y="58460"/>
                  </a:cubicBezTo>
                  <a:cubicBezTo>
                    <a:pt x="37840" y="58460"/>
                    <a:pt x="35604" y="54124"/>
                    <a:pt x="35604" y="49517"/>
                  </a:cubicBezTo>
                  <a:cubicBezTo>
                    <a:pt x="35604" y="46536"/>
                    <a:pt x="36442" y="43556"/>
                    <a:pt x="37979" y="37594"/>
                  </a:cubicBezTo>
                  <a:lnTo>
                    <a:pt x="42731"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1" name="Freeform: Shape 200">
              <a:extLst>
                <a:ext uri="{FF2B5EF4-FFF2-40B4-BE49-F238E27FC236}">
                  <a16:creationId xmlns:a16="http://schemas.microsoft.com/office/drawing/2014/main" id="{1E63DADE-5705-E683-C7FD-9B162E80C061}"/>
                </a:ext>
              </a:extLst>
            </p:cNvPr>
            <p:cNvSpPr/>
            <p:nvPr>
              <p:custDataLst>
                <p:tags r:id="rId29"/>
              </p:custDataLst>
            </p:nvPr>
          </p:nvSpPr>
          <p:spPr>
            <a:xfrm>
              <a:off x="7555047" y="4721738"/>
              <a:ext cx="19146" cy="135491"/>
            </a:xfrm>
            <a:custGeom>
              <a:avLst/>
              <a:gdLst>
                <a:gd name="connsiteX0" fmla="*/ 19258 w 19146"/>
                <a:gd name="connsiteY0" fmla="*/ 63 h 135491"/>
                <a:gd name="connsiteX1" fmla="*/ 111 w 19146"/>
                <a:gd name="connsiteY1" fmla="*/ 63 h 135491"/>
                <a:gd name="connsiteX2" fmla="*/ 111 w 19146"/>
                <a:gd name="connsiteY2" fmla="*/ 5482 h 135491"/>
                <a:gd name="connsiteX3" fmla="*/ 13668 w 19146"/>
                <a:gd name="connsiteY3" fmla="*/ 5482 h 135491"/>
                <a:gd name="connsiteX4" fmla="*/ 13668 w 19146"/>
                <a:gd name="connsiteY4" fmla="*/ 130135 h 135491"/>
                <a:gd name="connsiteX5" fmla="*/ 111 w 19146"/>
                <a:gd name="connsiteY5" fmla="*/ 130135 h 135491"/>
                <a:gd name="connsiteX6" fmla="*/ 111 w 19146"/>
                <a:gd name="connsiteY6" fmla="*/ 135555 h 135491"/>
                <a:gd name="connsiteX7" fmla="*/ 19258 w 19146"/>
                <a:gd name="connsiteY7" fmla="*/ 135555 h 135491"/>
                <a:gd name="connsiteX8" fmla="*/ 19258 w 19146"/>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6" h="135491">
                  <a:moveTo>
                    <a:pt x="19258" y="63"/>
                  </a:moveTo>
                  <a:lnTo>
                    <a:pt x="111" y="63"/>
                  </a:lnTo>
                  <a:lnTo>
                    <a:pt x="111" y="5482"/>
                  </a:lnTo>
                  <a:lnTo>
                    <a:pt x="13668" y="5482"/>
                  </a:lnTo>
                  <a:lnTo>
                    <a:pt x="13668" y="130135"/>
                  </a:lnTo>
                  <a:lnTo>
                    <a:pt x="111" y="130135"/>
                  </a:lnTo>
                  <a:lnTo>
                    <a:pt x="111" y="135555"/>
                  </a:lnTo>
                  <a:lnTo>
                    <a:pt x="19258" y="135555"/>
                  </a:lnTo>
                  <a:lnTo>
                    <a:pt x="19258"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2" name="Freeform: Shape 201">
              <a:extLst>
                <a:ext uri="{FF2B5EF4-FFF2-40B4-BE49-F238E27FC236}">
                  <a16:creationId xmlns:a16="http://schemas.microsoft.com/office/drawing/2014/main" id="{B82A5B8D-D192-8B3F-AEDC-83B19F033704}"/>
                </a:ext>
              </a:extLst>
            </p:cNvPr>
            <p:cNvSpPr/>
            <p:nvPr>
              <p:custDataLst>
                <p:tags r:id="rId30"/>
              </p:custDataLst>
            </p:nvPr>
          </p:nvSpPr>
          <p:spPr>
            <a:xfrm>
              <a:off x="7637440" y="4773631"/>
              <a:ext cx="92937" cy="31705"/>
            </a:xfrm>
            <a:custGeom>
              <a:avLst/>
              <a:gdLst>
                <a:gd name="connsiteX0" fmla="*/ 88303 w 92937"/>
                <a:gd name="connsiteY0" fmla="*/ 5482 h 31705"/>
                <a:gd name="connsiteX1" fmla="*/ 93054 w 92937"/>
                <a:gd name="connsiteY1" fmla="*/ 2773 h 31705"/>
                <a:gd name="connsiteX2" fmla="*/ 88443 w 92937"/>
                <a:gd name="connsiteY2" fmla="*/ 63 h 31705"/>
                <a:gd name="connsiteX3" fmla="*/ 4729 w 92937"/>
                <a:gd name="connsiteY3" fmla="*/ 63 h 31705"/>
                <a:gd name="connsiteX4" fmla="*/ 117 w 92937"/>
                <a:gd name="connsiteY4" fmla="*/ 2773 h 31705"/>
                <a:gd name="connsiteX5" fmla="*/ 4868 w 92937"/>
                <a:gd name="connsiteY5" fmla="*/ 5482 h 31705"/>
                <a:gd name="connsiteX6" fmla="*/ 88303 w 92937"/>
                <a:gd name="connsiteY6" fmla="*/ 5482 h 31705"/>
                <a:gd name="connsiteX7" fmla="*/ 88443 w 92937"/>
                <a:gd name="connsiteY7" fmla="*/ 31768 h 31705"/>
                <a:gd name="connsiteX8" fmla="*/ 93054 w 92937"/>
                <a:gd name="connsiteY8" fmla="*/ 29058 h 31705"/>
                <a:gd name="connsiteX9" fmla="*/ 88303 w 92937"/>
                <a:gd name="connsiteY9" fmla="*/ 26348 h 31705"/>
                <a:gd name="connsiteX10" fmla="*/ 4868 w 92937"/>
                <a:gd name="connsiteY10" fmla="*/ 26348 h 31705"/>
                <a:gd name="connsiteX11" fmla="*/ 117 w 92937"/>
                <a:gd name="connsiteY11" fmla="*/ 29058 h 31705"/>
                <a:gd name="connsiteX12" fmla="*/ 4729 w 92937"/>
                <a:gd name="connsiteY12" fmla="*/ 31768 h 31705"/>
                <a:gd name="connsiteX13" fmla="*/ 88443 w 92937"/>
                <a:gd name="connsiteY13" fmla="*/ 31768 h 3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937" h="31705">
                  <a:moveTo>
                    <a:pt x="88303" y="5482"/>
                  </a:moveTo>
                  <a:cubicBezTo>
                    <a:pt x="90399" y="5482"/>
                    <a:pt x="93054" y="5482"/>
                    <a:pt x="93054" y="2773"/>
                  </a:cubicBezTo>
                  <a:cubicBezTo>
                    <a:pt x="93054" y="63"/>
                    <a:pt x="90399" y="63"/>
                    <a:pt x="88443" y="63"/>
                  </a:cubicBezTo>
                  <a:lnTo>
                    <a:pt x="4729" y="63"/>
                  </a:lnTo>
                  <a:cubicBezTo>
                    <a:pt x="2772" y="63"/>
                    <a:pt x="117" y="63"/>
                    <a:pt x="117" y="2773"/>
                  </a:cubicBezTo>
                  <a:cubicBezTo>
                    <a:pt x="117" y="5482"/>
                    <a:pt x="2772" y="5482"/>
                    <a:pt x="4868" y="5482"/>
                  </a:cubicBezTo>
                  <a:lnTo>
                    <a:pt x="88303" y="5482"/>
                  </a:lnTo>
                  <a:close/>
                  <a:moveTo>
                    <a:pt x="88443" y="31768"/>
                  </a:moveTo>
                  <a:cubicBezTo>
                    <a:pt x="90399" y="31768"/>
                    <a:pt x="93054" y="31768"/>
                    <a:pt x="93054" y="29058"/>
                  </a:cubicBezTo>
                  <a:cubicBezTo>
                    <a:pt x="93054" y="26348"/>
                    <a:pt x="90399" y="26348"/>
                    <a:pt x="88303" y="26348"/>
                  </a:cubicBezTo>
                  <a:lnTo>
                    <a:pt x="4868" y="26348"/>
                  </a:lnTo>
                  <a:cubicBezTo>
                    <a:pt x="2772" y="26348"/>
                    <a:pt x="117" y="26348"/>
                    <a:pt x="117" y="29058"/>
                  </a:cubicBezTo>
                  <a:cubicBezTo>
                    <a:pt x="117" y="31768"/>
                    <a:pt x="2772" y="31768"/>
                    <a:pt x="4729" y="31768"/>
                  </a:cubicBezTo>
                  <a:lnTo>
                    <a:pt x="88443" y="3176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3" name="Freeform: Shape 202">
              <a:extLst>
                <a:ext uri="{FF2B5EF4-FFF2-40B4-BE49-F238E27FC236}">
                  <a16:creationId xmlns:a16="http://schemas.microsoft.com/office/drawing/2014/main" id="{03ADC853-8203-7E1C-894A-3135124C19AE}"/>
                </a:ext>
              </a:extLst>
            </p:cNvPr>
            <p:cNvSpPr/>
            <p:nvPr>
              <p:custDataLst>
                <p:tags r:id="rId31"/>
              </p:custDataLst>
            </p:nvPr>
          </p:nvSpPr>
          <p:spPr>
            <a:xfrm>
              <a:off x="7784960" y="4730816"/>
              <a:ext cx="99645" cy="95521"/>
            </a:xfrm>
            <a:custGeom>
              <a:avLst/>
              <a:gdLst>
                <a:gd name="connsiteX0" fmla="*/ 80068 w 99645"/>
                <a:gd name="connsiteY0" fmla="*/ 15509 h 95521"/>
                <a:gd name="connsiteX1" fmla="*/ 97956 w 99645"/>
                <a:gd name="connsiteY1" fmla="*/ 4263 h 95521"/>
                <a:gd name="connsiteX2" fmla="*/ 99773 w 99645"/>
                <a:gd name="connsiteY2" fmla="*/ 1689 h 95521"/>
                <a:gd name="connsiteX3" fmla="*/ 97956 w 99645"/>
                <a:gd name="connsiteY3" fmla="*/ 63 h 95521"/>
                <a:gd name="connsiteX4" fmla="*/ 86496 w 99645"/>
                <a:gd name="connsiteY4" fmla="*/ 469 h 95521"/>
                <a:gd name="connsiteX5" fmla="*/ 72661 w 99645"/>
                <a:gd name="connsiteY5" fmla="*/ 63 h 95521"/>
                <a:gd name="connsiteX6" fmla="*/ 70005 w 99645"/>
                <a:gd name="connsiteY6" fmla="*/ 2637 h 95521"/>
                <a:gd name="connsiteX7" fmla="*/ 72241 w 99645"/>
                <a:gd name="connsiteY7" fmla="*/ 4263 h 95521"/>
                <a:gd name="connsiteX8" fmla="*/ 78670 w 99645"/>
                <a:gd name="connsiteY8" fmla="*/ 8734 h 95521"/>
                <a:gd name="connsiteX9" fmla="*/ 76574 w 99645"/>
                <a:gd name="connsiteY9" fmla="*/ 13883 h 95521"/>
                <a:gd name="connsiteX10" fmla="*/ 33669 w 99645"/>
                <a:gd name="connsiteY10" fmla="*/ 80003 h 95521"/>
                <a:gd name="connsiteX11" fmla="*/ 24165 w 99645"/>
                <a:gd name="connsiteY11" fmla="*/ 8328 h 95521"/>
                <a:gd name="connsiteX12" fmla="*/ 33808 w 99645"/>
                <a:gd name="connsiteY12" fmla="*/ 4263 h 95521"/>
                <a:gd name="connsiteX13" fmla="*/ 37302 w 99645"/>
                <a:gd name="connsiteY13" fmla="*/ 1553 h 95521"/>
                <a:gd name="connsiteX14" fmla="*/ 35346 w 99645"/>
                <a:gd name="connsiteY14" fmla="*/ 63 h 95521"/>
                <a:gd name="connsiteX15" fmla="*/ 18016 w 99645"/>
                <a:gd name="connsiteY15" fmla="*/ 469 h 95521"/>
                <a:gd name="connsiteX16" fmla="*/ 10329 w 99645"/>
                <a:gd name="connsiteY16" fmla="*/ 334 h 95521"/>
                <a:gd name="connsiteX17" fmla="*/ 2783 w 99645"/>
                <a:gd name="connsiteY17" fmla="*/ 63 h 95521"/>
                <a:gd name="connsiteX18" fmla="*/ 127 w 99645"/>
                <a:gd name="connsiteY18" fmla="*/ 2637 h 95521"/>
                <a:gd name="connsiteX19" fmla="*/ 3621 w 99645"/>
                <a:gd name="connsiteY19" fmla="*/ 4263 h 95521"/>
                <a:gd name="connsiteX20" fmla="*/ 12007 w 99645"/>
                <a:gd name="connsiteY20" fmla="*/ 8870 h 95521"/>
                <a:gd name="connsiteX21" fmla="*/ 23047 w 99645"/>
                <a:gd name="connsiteY21" fmla="*/ 92468 h 95521"/>
                <a:gd name="connsiteX22" fmla="*/ 25842 w 99645"/>
                <a:gd name="connsiteY22" fmla="*/ 95585 h 95521"/>
                <a:gd name="connsiteX23" fmla="*/ 29756 w 99645"/>
                <a:gd name="connsiteY23" fmla="*/ 93146 h 95521"/>
                <a:gd name="connsiteX24" fmla="*/ 80068 w 99645"/>
                <a:gd name="connsiteY24" fmla="*/ 15509 h 9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45" h="95521">
                  <a:moveTo>
                    <a:pt x="80068" y="15509"/>
                  </a:moveTo>
                  <a:cubicBezTo>
                    <a:pt x="86916" y="4940"/>
                    <a:pt x="92785" y="4534"/>
                    <a:pt x="97956" y="4263"/>
                  </a:cubicBezTo>
                  <a:cubicBezTo>
                    <a:pt x="99634" y="4128"/>
                    <a:pt x="99773" y="1824"/>
                    <a:pt x="99773" y="1689"/>
                  </a:cubicBezTo>
                  <a:cubicBezTo>
                    <a:pt x="99773" y="605"/>
                    <a:pt x="99074" y="63"/>
                    <a:pt x="97956" y="63"/>
                  </a:cubicBezTo>
                  <a:cubicBezTo>
                    <a:pt x="94323" y="63"/>
                    <a:pt x="90270" y="469"/>
                    <a:pt x="86496" y="469"/>
                  </a:cubicBezTo>
                  <a:cubicBezTo>
                    <a:pt x="81885" y="469"/>
                    <a:pt x="77133" y="63"/>
                    <a:pt x="72661" y="63"/>
                  </a:cubicBezTo>
                  <a:cubicBezTo>
                    <a:pt x="71822" y="63"/>
                    <a:pt x="70005" y="63"/>
                    <a:pt x="70005" y="2637"/>
                  </a:cubicBezTo>
                  <a:cubicBezTo>
                    <a:pt x="70005" y="4128"/>
                    <a:pt x="71263" y="4263"/>
                    <a:pt x="72241" y="4263"/>
                  </a:cubicBezTo>
                  <a:cubicBezTo>
                    <a:pt x="76015" y="4534"/>
                    <a:pt x="78670" y="5889"/>
                    <a:pt x="78670" y="8734"/>
                  </a:cubicBezTo>
                  <a:cubicBezTo>
                    <a:pt x="78670" y="10767"/>
                    <a:pt x="76574" y="13747"/>
                    <a:pt x="76574" y="13883"/>
                  </a:cubicBezTo>
                  <a:lnTo>
                    <a:pt x="33669" y="80003"/>
                  </a:lnTo>
                  <a:lnTo>
                    <a:pt x="24165" y="8328"/>
                  </a:lnTo>
                  <a:cubicBezTo>
                    <a:pt x="24165" y="6024"/>
                    <a:pt x="27380" y="4263"/>
                    <a:pt x="33808" y="4263"/>
                  </a:cubicBezTo>
                  <a:cubicBezTo>
                    <a:pt x="35765" y="4263"/>
                    <a:pt x="37302" y="4263"/>
                    <a:pt x="37302" y="1553"/>
                  </a:cubicBezTo>
                  <a:cubicBezTo>
                    <a:pt x="37302" y="334"/>
                    <a:pt x="36184" y="63"/>
                    <a:pt x="35346" y="63"/>
                  </a:cubicBezTo>
                  <a:cubicBezTo>
                    <a:pt x="29756" y="63"/>
                    <a:pt x="23746" y="469"/>
                    <a:pt x="18016" y="469"/>
                  </a:cubicBezTo>
                  <a:cubicBezTo>
                    <a:pt x="15500" y="469"/>
                    <a:pt x="12845" y="334"/>
                    <a:pt x="10329" y="334"/>
                  </a:cubicBezTo>
                  <a:cubicBezTo>
                    <a:pt x="7814" y="334"/>
                    <a:pt x="5159" y="63"/>
                    <a:pt x="2783" y="63"/>
                  </a:cubicBezTo>
                  <a:cubicBezTo>
                    <a:pt x="1804" y="63"/>
                    <a:pt x="127" y="63"/>
                    <a:pt x="127" y="2637"/>
                  </a:cubicBezTo>
                  <a:cubicBezTo>
                    <a:pt x="127" y="4263"/>
                    <a:pt x="1385" y="4263"/>
                    <a:pt x="3621" y="4263"/>
                  </a:cubicBezTo>
                  <a:cubicBezTo>
                    <a:pt x="11448" y="4263"/>
                    <a:pt x="11587" y="5482"/>
                    <a:pt x="12007" y="8870"/>
                  </a:cubicBezTo>
                  <a:lnTo>
                    <a:pt x="23047" y="92468"/>
                  </a:lnTo>
                  <a:cubicBezTo>
                    <a:pt x="23467" y="95178"/>
                    <a:pt x="24026" y="95585"/>
                    <a:pt x="25842" y="95585"/>
                  </a:cubicBezTo>
                  <a:cubicBezTo>
                    <a:pt x="28078" y="95585"/>
                    <a:pt x="28637" y="94907"/>
                    <a:pt x="29756" y="93146"/>
                  </a:cubicBezTo>
                  <a:lnTo>
                    <a:pt x="80068" y="155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4" name="Freeform: Shape 203">
              <a:extLst>
                <a:ext uri="{FF2B5EF4-FFF2-40B4-BE49-F238E27FC236}">
                  <a16:creationId xmlns:a16="http://schemas.microsoft.com/office/drawing/2014/main" id="{67B0DCAB-FC7D-AA12-E633-C603D227B55E}"/>
                </a:ext>
              </a:extLst>
            </p:cNvPr>
            <p:cNvSpPr/>
            <p:nvPr>
              <p:custDataLst>
                <p:tags r:id="rId32"/>
              </p:custDataLst>
            </p:nvPr>
          </p:nvSpPr>
          <p:spPr>
            <a:xfrm>
              <a:off x="7895305" y="4763469"/>
              <a:ext cx="64008" cy="61377"/>
            </a:xfrm>
            <a:custGeom>
              <a:avLst/>
              <a:gdLst>
                <a:gd name="connsiteX0" fmla="*/ 46674 w 64008"/>
                <a:gd name="connsiteY0" fmla="*/ 8734 h 61377"/>
                <a:gd name="connsiteX1" fmla="*/ 33816 w 64008"/>
                <a:gd name="connsiteY1" fmla="*/ 63 h 61377"/>
                <a:gd name="connsiteX2" fmla="*/ 135 w 64008"/>
                <a:gd name="connsiteY2" fmla="*/ 39762 h 61377"/>
                <a:gd name="connsiteX3" fmla="*/ 18723 w 64008"/>
                <a:gd name="connsiteY3" fmla="*/ 61441 h 61377"/>
                <a:gd name="connsiteX4" fmla="*/ 36891 w 64008"/>
                <a:gd name="connsiteY4" fmla="*/ 51279 h 61377"/>
                <a:gd name="connsiteX5" fmla="*/ 49609 w 64008"/>
                <a:gd name="connsiteY5" fmla="*/ 61441 h 61377"/>
                <a:gd name="connsiteX6" fmla="*/ 59951 w 64008"/>
                <a:gd name="connsiteY6" fmla="*/ 53989 h 61377"/>
                <a:gd name="connsiteX7" fmla="*/ 64144 w 64008"/>
                <a:gd name="connsiteY7" fmla="*/ 40575 h 61377"/>
                <a:gd name="connsiteX8" fmla="*/ 62466 w 64008"/>
                <a:gd name="connsiteY8" fmla="*/ 39220 h 61377"/>
                <a:gd name="connsiteX9" fmla="*/ 60510 w 64008"/>
                <a:gd name="connsiteY9" fmla="*/ 41659 h 61377"/>
                <a:gd name="connsiteX10" fmla="*/ 49888 w 64008"/>
                <a:gd name="connsiteY10" fmla="*/ 58460 h 61377"/>
                <a:gd name="connsiteX11" fmla="*/ 45696 w 64008"/>
                <a:gd name="connsiteY11" fmla="*/ 52227 h 61377"/>
                <a:gd name="connsiteX12" fmla="*/ 47513 w 64008"/>
                <a:gd name="connsiteY12" fmla="*/ 42201 h 61377"/>
                <a:gd name="connsiteX13" fmla="*/ 50587 w 64008"/>
                <a:gd name="connsiteY13" fmla="*/ 30006 h 61377"/>
                <a:gd name="connsiteX14" fmla="*/ 55618 w 64008"/>
                <a:gd name="connsiteY14" fmla="*/ 11038 h 61377"/>
                <a:gd name="connsiteX15" fmla="*/ 56597 w 64008"/>
                <a:gd name="connsiteY15" fmla="*/ 6431 h 61377"/>
                <a:gd name="connsiteX16" fmla="*/ 52544 w 64008"/>
                <a:gd name="connsiteY16" fmla="*/ 2773 h 61377"/>
                <a:gd name="connsiteX17" fmla="*/ 46674 w 64008"/>
                <a:gd name="connsiteY17" fmla="*/ 8734 h 61377"/>
                <a:gd name="connsiteX18" fmla="*/ 37590 w 64008"/>
                <a:gd name="connsiteY18" fmla="*/ 43827 h 61377"/>
                <a:gd name="connsiteX19" fmla="*/ 34795 w 64008"/>
                <a:gd name="connsiteY19" fmla="*/ 48840 h 61377"/>
                <a:gd name="connsiteX20" fmla="*/ 19002 w 64008"/>
                <a:gd name="connsiteY20" fmla="*/ 58460 h 61377"/>
                <a:gd name="connsiteX21" fmla="*/ 10058 w 64008"/>
                <a:gd name="connsiteY21" fmla="*/ 45724 h 61377"/>
                <a:gd name="connsiteX22" fmla="*/ 17745 w 64008"/>
                <a:gd name="connsiteY22" fmla="*/ 16051 h 61377"/>
                <a:gd name="connsiteX23" fmla="*/ 33956 w 64008"/>
                <a:gd name="connsiteY23" fmla="*/ 3044 h 61377"/>
                <a:gd name="connsiteX24" fmla="*/ 44997 w 64008"/>
                <a:gd name="connsiteY24" fmla="*/ 14967 h 61377"/>
                <a:gd name="connsiteX25" fmla="*/ 44578 w 64008"/>
                <a:gd name="connsiteY25" fmla="*/ 17270 h 61377"/>
                <a:gd name="connsiteX26" fmla="*/ 37590 w 64008"/>
                <a:gd name="connsiteY26" fmla="*/ 43827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08" h="61377">
                  <a:moveTo>
                    <a:pt x="46674" y="8734"/>
                  </a:moveTo>
                  <a:cubicBezTo>
                    <a:pt x="44158" y="3721"/>
                    <a:pt x="40106" y="63"/>
                    <a:pt x="33816" y="63"/>
                  </a:cubicBezTo>
                  <a:cubicBezTo>
                    <a:pt x="17465" y="63"/>
                    <a:pt x="135" y="19980"/>
                    <a:pt x="135" y="39762"/>
                  </a:cubicBezTo>
                  <a:cubicBezTo>
                    <a:pt x="135" y="52498"/>
                    <a:pt x="7822" y="61441"/>
                    <a:pt x="18723" y="61441"/>
                  </a:cubicBezTo>
                  <a:cubicBezTo>
                    <a:pt x="21518" y="61441"/>
                    <a:pt x="28506" y="60899"/>
                    <a:pt x="36891" y="51279"/>
                  </a:cubicBezTo>
                  <a:cubicBezTo>
                    <a:pt x="38009" y="56969"/>
                    <a:pt x="42901" y="61441"/>
                    <a:pt x="49609" y="61441"/>
                  </a:cubicBezTo>
                  <a:cubicBezTo>
                    <a:pt x="54500" y="61441"/>
                    <a:pt x="57715" y="58324"/>
                    <a:pt x="59951" y="53989"/>
                  </a:cubicBezTo>
                  <a:cubicBezTo>
                    <a:pt x="62327" y="49111"/>
                    <a:pt x="64144" y="40846"/>
                    <a:pt x="64144" y="40575"/>
                  </a:cubicBezTo>
                  <a:cubicBezTo>
                    <a:pt x="64144" y="39220"/>
                    <a:pt x="62886" y="39220"/>
                    <a:pt x="62466" y="39220"/>
                  </a:cubicBezTo>
                  <a:cubicBezTo>
                    <a:pt x="61069" y="39220"/>
                    <a:pt x="60929" y="39762"/>
                    <a:pt x="60510" y="41659"/>
                  </a:cubicBezTo>
                  <a:cubicBezTo>
                    <a:pt x="58134" y="50466"/>
                    <a:pt x="55618" y="58460"/>
                    <a:pt x="49888" y="58460"/>
                  </a:cubicBezTo>
                  <a:cubicBezTo>
                    <a:pt x="46115" y="58460"/>
                    <a:pt x="45696" y="54937"/>
                    <a:pt x="45696" y="52227"/>
                  </a:cubicBezTo>
                  <a:cubicBezTo>
                    <a:pt x="45696" y="49246"/>
                    <a:pt x="45975" y="48162"/>
                    <a:pt x="47513" y="42201"/>
                  </a:cubicBezTo>
                  <a:cubicBezTo>
                    <a:pt x="49050" y="36510"/>
                    <a:pt x="49329" y="35155"/>
                    <a:pt x="50587" y="30006"/>
                  </a:cubicBezTo>
                  <a:lnTo>
                    <a:pt x="55618" y="11038"/>
                  </a:lnTo>
                  <a:cubicBezTo>
                    <a:pt x="56597" y="7244"/>
                    <a:pt x="56597" y="6973"/>
                    <a:pt x="56597" y="6431"/>
                  </a:cubicBezTo>
                  <a:cubicBezTo>
                    <a:pt x="56597" y="4128"/>
                    <a:pt x="54920" y="2773"/>
                    <a:pt x="52544" y="2773"/>
                  </a:cubicBezTo>
                  <a:cubicBezTo>
                    <a:pt x="49190" y="2773"/>
                    <a:pt x="47093" y="5753"/>
                    <a:pt x="46674" y="8734"/>
                  </a:cubicBezTo>
                  <a:close/>
                  <a:moveTo>
                    <a:pt x="37590" y="43827"/>
                  </a:moveTo>
                  <a:cubicBezTo>
                    <a:pt x="36891" y="46266"/>
                    <a:pt x="36891" y="46536"/>
                    <a:pt x="34795" y="48840"/>
                  </a:cubicBezTo>
                  <a:cubicBezTo>
                    <a:pt x="28646" y="56292"/>
                    <a:pt x="22916" y="58460"/>
                    <a:pt x="19002" y="58460"/>
                  </a:cubicBezTo>
                  <a:cubicBezTo>
                    <a:pt x="12015" y="58460"/>
                    <a:pt x="10058" y="51008"/>
                    <a:pt x="10058" y="45724"/>
                  </a:cubicBezTo>
                  <a:cubicBezTo>
                    <a:pt x="10058" y="38949"/>
                    <a:pt x="14530" y="22283"/>
                    <a:pt x="17745" y="16051"/>
                  </a:cubicBezTo>
                  <a:cubicBezTo>
                    <a:pt x="22077" y="8057"/>
                    <a:pt x="28366" y="3044"/>
                    <a:pt x="33956" y="3044"/>
                  </a:cubicBezTo>
                  <a:cubicBezTo>
                    <a:pt x="43040" y="3044"/>
                    <a:pt x="44997" y="14154"/>
                    <a:pt x="44997" y="14967"/>
                  </a:cubicBezTo>
                  <a:cubicBezTo>
                    <a:pt x="44997" y="15780"/>
                    <a:pt x="44717" y="16593"/>
                    <a:pt x="44578" y="17270"/>
                  </a:cubicBezTo>
                  <a:lnTo>
                    <a:pt x="37590" y="43827"/>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5" name="Freeform: Shape 204">
              <a:extLst>
                <a:ext uri="{FF2B5EF4-FFF2-40B4-BE49-F238E27FC236}">
                  <a16:creationId xmlns:a16="http://schemas.microsoft.com/office/drawing/2014/main" id="{A4505DC3-1E6F-F493-9E31-55A1E096DC18}"/>
                </a:ext>
              </a:extLst>
            </p:cNvPr>
            <p:cNvSpPr/>
            <p:nvPr>
              <p:custDataLst>
                <p:tags r:id="rId33"/>
              </p:custDataLst>
            </p:nvPr>
          </p:nvSpPr>
          <p:spPr>
            <a:xfrm>
              <a:off x="7967641" y="4763469"/>
              <a:ext cx="56880" cy="61377"/>
            </a:xfrm>
            <a:custGeom>
              <a:avLst/>
              <a:gdLst>
                <a:gd name="connsiteX0" fmla="*/ 8386 w 56880"/>
                <a:gd name="connsiteY0" fmla="*/ 51956 h 61377"/>
                <a:gd name="connsiteX1" fmla="*/ 7128 w 56880"/>
                <a:gd name="connsiteY1" fmla="*/ 57782 h 61377"/>
                <a:gd name="connsiteX2" fmla="*/ 11181 w 56880"/>
                <a:gd name="connsiteY2" fmla="*/ 61441 h 61377"/>
                <a:gd name="connsiteX3" fmla="*/ 16352 w 56880"/>
                <a:gd name="connsiteY3" fmla="*/ 57647 h 61377"/>
                <a:gd name="connsiteX4" fmla="*/ 21943 w 56880"/>
                <a:gd name="connsiteY4" fmla="*/ 36239 h 61377"/>
                <a:gd name="connsiteX5" fmla="*/ 26415 w 56880"/>
                <a:gd name="connsiteY5" fmla="*/ 18625 h 61377"/>
                <a:gd name="connsiteX6" fmla="*/ 34241 w 56880"/>
                <a:gd name="connsiteY6" fmla="*/ 7515 h 61377"/>
                <a:gd name="connsiteX7" fmla="*/ 45422 w 56880"/>
                <a:gd name="connsiteY7" fmla="*/ 3044 h 61377"/>
                <a:gd name="connsiteX8" fmla="*/ 51291 w 56880"/>
                <a:gd name="connsiteY8" fmla="*/ 4669 h 61377"/>
                <a:gd name="connsiteX9" fmla="*/ 44024 w 56880"/>
                <a:gd name="connsiteY9" fmla="*/ 12122 h 61377"/>
                <a:gd name="connsiteX10" fmla="*/ 49335 w 56880"/>
                <a:gd name="connsiteY10" fmla="*/ 16864 h 61377"/>
                <a:gd name="connsiteX11" fmla="*/ 57021 w 56880"/>
                <a:gd name="connsiteY11" fmla="*/ 8870 h 61377"/>
                <a:gd name="connsiteX12" fmla="*/ 45422 w 56880"/>
                <a:gd name="connsiteY12" fmla="*/ 63 h 61377"/>
                <a:gd name="connsiteX13" fmla="*/ 27533 w 56880"/>
                <a:gd name="connsiteY13" fmla="*/ 10496 h 61377"/>
                <a:gd name="connsiteX14" fmla="*/ 14815 w 56880"/>
                <a:gd name="connsiteY14" fmla="*/ 63 h 61377"/>
                <a:gd name="connsiteX15" fmla="*/ 4473 w 56880"/>
                <a:gd name="connsiteY15" fmla="*/ 7786 h 61377"/>
                <a:gd name="connsiteX16" fmla="*/ 141 w 56880"/>
                <a:gd name="connsiteY16" fmla="*/ 20929 h 61377"/>
                <a:gd name="connsiteX17" fmla="*/ 1818 w 56880"/>
                <a:gd name="connsiteY17" fmla="*/ 22283 h 61377"/>
                <a:gd name="connsiteX18" fmla="*/ 4194 w 56880"/>
                <a:gd name="connsiteY18" fmla="*/ 19167 h 61377"/>
                <a:gd name="connsiteX19" fmla="*/ 14396 w 56880"/>
                <a:gd name="connsiteY19" fmla="*/ 3044 h 61377"/>
                <a:gd name="connsiteX20" fmla="*/ 18728 w 56880"/>
                <a:gd name="connsiteY20" fmla="*/ 9276 h 61377"/>
                <a:gd name="connsiteX21" fmla="*/ 16492 w 56880"/>
                <a:gd name="connsiteY21" fmla="*/ 20658 h 61377"/>
                <a:gd name="connsiteX22" fmla="*/ 8386 w 56880"/>
                <a:gd name="connsiteY22" fmla="*/ 51956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880" h="61377">
                  <a:moveTo>
                    <a:pt x="8386" y="51956"/>
                  </a:moveTo>
                  <a:cubicBezTo>
                    <a:pt x="7967" y="53989"/>
                    <a:pt x="7128" y="57105"/>
                    <a:pt x="7128" y="57782"/>
                  </a:cubicBezTo>
                  <a:cubicBezTo>
                    <a:pt x="7128" y="60221"/>
                    <a:pt x="9085" y="61441"/>
                    <a:pt x="11181" y="61441"/>
                  </a:cubicBezTo>
                  <a:cubicBezTo>
                    <a:pt x="12858" y="61441"/>
                    <a:pt x="15374" y="60357"/>
                    <a:pt x="16352" y="57647"/>
                  </a:cubicBezTo>
                  <a:cubicBezTo>
                    <a:pt x="16632" y="57105"/>
                    <a:pt x="21383" y="38678"/>
                    <a:pt x="21943" y="36239"/>
                  </a:cubicBezTo>
                  <a:cubicBezTo>
                    <a:pt x="23061" y="31768"/>
                    <a:pt x="25576" y="22283"/>
                    <a:pt x="26415" y="18625"/>
                  </a:cubicBezTo>
                  <a:cubicBezTo>
                    <a:pt x="26974" y="16864"/>
                    <a:pt x="30887" y="10496"/>
                    <a:pt x="34241" y="7515"/>
                  </a:cubicBezTo>
                  <a:cubicBezTo>
                    <a:pt x="35359" y="6566"/>
                    <a:pt x="39412" y="3044"/>
                    <a:pt x="45422" y="3044"/>
                  </a:cubicBezTo>
                  <a:cubicBezTo>
                    <a:pt x="49055" y="3044"/>
                    <a:pt x="51151" y="4669"/>
                    <a:pt x="51291" y="4669"/>
                  </a:cubicBezTo>
                  <a:cubicBezTo>
                    <a:pt x="47099" y="5347"/>
                    <a:pt x="44024" y="8599"/>
                    <a:pt x="44024" y="12122"/>
                  </a:cubicBezTo>
                  <a:cubicBezTo>
                    <a:pt x="44024" y="14289"/>
                    <a:pt x="45561" y="16864"/>
                    <a:pt x="49335" y="16864"/>
                  </a:cubicBezTo>
                  <a:cubicBezTo>
                    <a:pt x="53108" y="16864"/>
                    <a:pt x="57021" y="13747"/>
                    <a:pt x="57021" y="8870"/>
                  </a:cubicBezTo>
                  <a:cubicBezTo>
                    <a:pt x="57021" y="4128"/>
                    <a:pt x="52549" y="63"/>
                    <a:pt x="45422" y="63"/>
                  </a:cubicBezTo>
                  <a:cubicBezTo>
                    <a:pt x="36337" y="63"/>
                    <a:pt x="30188" y="6702"/>
                    <a:pt x="27533" y="10496"/>
                  </a:cubicBezTo>
                  <a:cubicBezTo>
                    <a:pt x="26415" y="4399"/>
                    <a:pt x="21383" y="63"/>
                    <a:pt x="14815" y="63"/>
                  </a:cubicBezTo>
                  <a:cubicBezTo>
                    <a:pt x="8386" y="63"/>
                    <a:pt x="5731" y="5347"/>
                    <a:pt x="4473" y="7786"/>
                  </a:cubicBezTo>
                  <a:cubicBezTo>
                    <a:pt x="1957" y="12393"/>
                    <a:pt x="141" y="20522"/>
                    <a:pt x="141" y="20929"/>
                  </a:cubicBezTo>
                  <a:cubicBezTo>
                    <a:pt x="141" y="22283"/>
                    <a:pt x="1538" y="22283"/>
                    <a:pt x="1818" y="22283"/>
                  </a:cubicBezTo>
                  <a:cubicBezTo>
                    <a:pt x="3215" y="22283"/>
                    <a:pt x="3355" y="22148"/>
                    <a:pt x="4194" y="19167"/>
                  </a:cubicBezTo>
                  <a:cubicBezTo>
                    <a:pt x="6569" y="9547"/>
                    <a:pt x="9364" y="3044"/>
                    <a:pt x="14396" y="3044"/>
                  </a:cubicBezTo>
                  <a:cubicBezTo>
                    <a:pt x="16772" y="3044"/>
                    <a:pt x="18728" y="4128"/>
                    <a:pt x="18728" y="9276"/>
                  </a:cubicBezTo>
                  <a:cubicBezTo>
                    <a:pt x="18728" y="12122"/>
                    <a:pt x="18309" y="13612"/>
                    <a:pt x="16492" y="20658"/>
                  </a:cubicBezTo>
                  <a:lnTo>
                    <a:pt x="8386" y="51956"/>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6" name="Freeform: Shape 205">
              <a:extLst>
                <a:ext uri="{FF2B5EF4-FFF2-40B4-BE49-F238E27FC236}">
                  <a16:creationId xmlns:a16="http://schemas.microsoft.com/office/drawing/2014/main" id="{70F745CB-A67F-8F9E-9ECA-07361579C8F6}"/>
                </a:ext>
              </a:extLst>
            </p:cNvPr>
            <p:cNvSpPr/>
            <p:nvPr>
              <p:custDataLst>
                <p:tags r:id="rId34"/>
              </p:custDataLst>
            </p:nvPr>
          </p:nvSpPr>
          <p:spPr>
            <a:xfrm>
              <a:off x="8047014" y="4721738"/>
              <a:ext cx="19146" cy="135491"/>
            </a:xfrm>
            <a:custGeom>
              <a:avLst/>
              <a:gdLst>
                <a:gd name="connsiteX0" fmla="*/ 19292 w 19146"/>
                <a:gd name="connsiteY0" fmla="*/ 135555 h 135491"/>
                <a:gd name="connsiteX1" fmla="*/ 19292 w 19146"/>
                <a:gd name="connsiteY1" fmla="*/ 130135 h 135491"/>
                <a:gd name="connsiteX2" fmla="*/ 5736 w 19146"/>
                <a:gd name="connsiteY2" fmla="*/ 130135 h 135491"/>
                <a:gd name="connsiteX3" fmla="*/ 5736 w 19146"/>
                <a:gd name="connsiteY3" fmla="*/ 5482 h 135491"/>
                <a:gd name="connsiteX4" fmla="*/ 19292 w 19146"/>
                <a:gd name="connsiteY4" fmla="*/ 5482 h 135491"/>
                <a:gd name="connsiteX5" fmla="*/ 19292 w 19146"/>
                <a:gd name="connsiteY5" fmla="*/ 63 h 135491"/>
                <a:gd name="connsiteX6" fmla="*/ 145 w 19146"/>
                <a:gd name="connsiteY6" fmla="*/ 63 h 135491"/>
                <a:gd name="connsiteX7" fmla="*/ 145 w 19146"/>
                <a:gd name="connsiteY7" fmla="*/ 135555 h 135491"/>
                <a:gd name="connsiteX8" fmla="*/ 19292 w 19146"/>
                <a:gd name="connsiteY8" fmla="*/ 135555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6" h="135491">
                  <a:moveTo>
                    <a:pt x="19292" y="135555"/>
                  </a:moveTo>
                  <a:lnTo>
                    <a:pt x="19292" y="130135"/>
                  </a:lnTo>
                  <a:lnTo>
                    <a:pt x="5736" y="130135"/>
                  </a:lnTo>
                  <a:lnTo>
                    <a:pt x="5736" y="5482"/>
                  </a:lnTo>
                  <a:lnTo>
                    <a:pt x="19292" y="5482"/>
                  </a:lnTo>
                  <a:lnTo>
                    <a:pt x="19292" y="63"/>
                  </a:lnTo>
                  <a:lnTo>
                    <a:pt x="145" y="63"/>
                  </a:lnTo>
                  <a:lnTo>
                    <a:pt x="145" y="135555"/>
                  </a:lnTo>
                  <a:lnTo>
                    <a:pt x="19292" y="13555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7" name="Freeform: Shape 206">
              <a:extLst>
                <a:ext uri="{FF2B5EF4-FFF2-40B4-BE49-F238E27FC236}">
                  <a16:creationId xmlns:a16="http://schemas.microsoft.com/office/drawing/2014/main" id="{880EB1C7-4DE2-62A4-5234-6D62CCB10818}"/>
                </a:ext>
              </a:extLst>
            </p:cNvPr>
            <p:cNvSpPr/>
            <p:nvPr>
              <p:custDataLst>
                <p:tags r:id="rId35"/>
              </p:custDataLst>
            </p:nvPr>
          </p:nvSpPr>
          <p:spPr>
            <a:xfrm>
              <a:off x="8073397" y="4763469"/>
              <a:ext cx="71834" cy="61377"/>
            </a:xfrm>
            <a:custGeom>
              <a:avLst/>
              <a:gdLst>
                <a:gd name="connsiteX0" fmla="*/ 45010 w 71834"/>
                <a:gd name="connsiteY0" fmla="*/ 52363 h 61377"/>
                <a:gd name="connsiteX1" fmla="*/ 57448 w 71834"/>
                <a:gd name="connsiteY1" fmla="*/ 61441 h 61377"/>
                <a:gd name="connsiteX2" fmla="*/ 67790 w 71834"/>
                <a:gd name="connsiteY2" fmla="*/ 53989 h 61377"/>
                <a:gd name="connsiteX3" fmla="*/ 71983 w 71834"/>
                <a:gd name="connsiteY3" fmla="*/ 40575 h 61377"/>
                <a:gd name="connsiteX4" fmla="*/ 70306 w 71834"/>
                <a:gd name="connsiteY4" fmla="*/ 39220 h 61377"/>
                <a:gd name="connsiteX5" fmla="*/ 68349 w 71834"/>
                <a:gd name="connsiteY5" fmla="*/ 41659 h 61377"/>
                <a:gd name="connsiteX6" fmla="*/ 57867 w 71834"/>
                <a:gd name="connsiteY6" fmla="*/ 58460 h 61377"/>
                <a:gd name="connsiteX7" fmla="*/ 53535 w 71834"/>
                <a:gd name="connsiteY7" fmla="*/ 52227 h 61377"/>
                <a:gd name="connsiteX8" fmla="*/ 56330 w 71834"/>
                <a:gd name="connsiteY8" fmla="*/ 38136 h 61377"/>
                <a:gd name="connsiteX9" fmla="*/ 60243 w 71834"/>
                <a:gd name="connsiteY9" fmla="*/ 23503 h 61377"/>
                <a:gd name="connsiteX10" fmla="*/ 62619 w 71834"/>
                <a:gd name="connsiteY10" fmla="*/ 14289 h 61377"/>
                <a:gd name="connsiteX11" fmla="*/ 64715 w 71834"/>
                <a:gd name="connsiteY11" fmla="*/ 5211 h 61377"/>
                <a:gd name="connsiteX12" fmla="*/ 60662 w 71834"/>
                <a:gd name="connsiteY12" fmla="*/ 1553 h 61377"/>
                <a:gd name="connsiteX13" fmla="*/ 55212 w 71834"/>
                <a:gd name="connsiteY13" fmla="*/ 6295 h 61377"/>
                <a:gd name="connsiteX14" fmla="*/ 44730 w 71834"/>
                <a:gd name="connsiteY14" fmla="*/ 47078 h 61377"/>
                <a:gd name="connsiteX15" fmla="*/ 28798 w 71834"/>
                <a:gd name="connsiteY15" fmla="*/ 58460 h 61377"/>
                <a:gd name="connsiteX16" fmla="*/ 20133 w 71834"/>
                <a:gd name="connsiteY16" fmla="*/ 47349 h 61377"/>
                <a:gd name="connsiteX17" fmla="*/ 27680 w 71834"/>
                <a:gd name="connsiteY17" fmla="*/ 19709 h 61377"/>
                <a:gd name="connsiteX18" fmla="*/ 30056 w 71834"/>
                <a:gd name="connsiteY18" fmla="*/ 11173 h 61377"/>
                <a:gd name="connsiteX19" fmla="*/ 18596 w 71834"/>
                <a:gd name="connsiteY19" fmla="*/ 63 h 61377"/>
                <a:gd name="connsiteX20" fmla="*/ 148 w 71834"/>
                <a:gd name="connsiteY20" fmla="*/ 20929 h 61377"/>
                <a:gd name="connsiteX21" fmla="*/ 1825 w 71834"/>
                <a:gd name="connsiteY21" fmla="*/ 22283 h 61377"/>
                <a:gd name="connsiteX22" fmla="*/ 4061 w 71834"/>
                <a:gd name="connsiteY22" fmla="*/ 19845 h 61377"/>
                <a:gd name="connsiteX23" fmla="*/ 18177 w 71834"/>
                <a:gd name="connsiteY23" fmla="*/ 3044 h 61377"/>
                <a:gd name="connsiteX24" fmla="*/ 21671 w 71834"/>
                <a:gd name="connsiteY24" fmla="*/ 7515 h 61377"/>
                <a:gd name="connsiteX25" fmla="*/ 19295 w 71834"/>
                <a:gd name="connsiteY25" fmla="*/ 16728 h 61377"/>
                <a:gd name="connsiteX26" fmla="*/ 11189 w 71834"/>
                <a:gd name="connsiteY26" fmla="*/ 45182 h 61377"/>
                <a:gd name="connsiteX27" fmla="*/ 28379 w 71834"/>
                <a:gd name="connsiteY27" fmla="*/ 61441 h 61377"/>
                <a:gd name="connsiteX28" fmla="*/ 45010 w 71834"/>
                <a:gd name="connsiteY28" fmla="*/ 52363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1834" h="61377">
                  <a:moveTo>
                    <a:pt x="45010" y="52363"/>
                  </a:moveTo>
                  <a:cubicBezTo>
                    <a:pt x="46547" y="57918"/>
                    <a:pt x="51439" y="61441"/>
                    <a:pt x="57448" y="61441"/>
                  </a:cubicBezTo>
                  <a:cubicBezTo>
                    <a:pt x="62339" y="61441"/>
                    <a:pt x="65554" y="58324"/>
                    <a:pt x="67790" y="53989"/>
                  </a:cubicBezTo>
                  <a:cubicBezTo>
                    <a:pt x="70166" y="49111"/>
                    <a:pt x="71983" y="40846"/>
                    <a:pt x="71983" y="40575"/>
                  </a:cubicBezTo>
                  <a:cubicBezTo>
                    <a:pt x="71983" y="39220"/>
                    <a:pt x="70725" y="39220"/>
                    <a:pt x="70306" y="39220"/>
                  </a:cubicBezTo>
                  <a:cubicBezTo>
                    <a:pt x="68908" y="39220"/>
                    <a:pt x="68768" y="39762"/>
                    <a:pt x="68349" y="41659"/>
                  </a:cubicBezTo>
                  <a:cubicBezTo>
                    <a:pt x="66392" y="49246"/>
                    <a:pt x="63737" y="58460"/>
                    <a:pt x="57867" y="58460"/>
                  </a:cubicBezTo>
                  <a:cubicBezTo>
                    <a:pt x="54932" y="58460"/>
                    <a:pt x="53535" y="56698"/>
                    <a:pt x="53535" y="52227"/>
                  </a:cubicBezTo>
                  <a:cubicBezTo>
                    <a:pt x="53535" y="49246"/>
                    <a:pt x="55212" y="42878"/>
                    <a:pt x="56330" y="38136"/>
                  </a:cubicBezTo>
                  <a:lnTo>
                    <a:pt x="60243" y="23503"/>
                  </a:lnTo>
                  <a:cubicBezTo>
                    <a:pt x="60662" y="21470"/>
                    <a:pt x="62060" y="16322"/>
                    <a:pt x="62619" y="14289"/>
                  </a:cubicBezTo>
                  <a:cubicBezTo>
                    <a:pt x="63318" y="11173"/>
                    <a:pt x="64715" y="6024"/>
                    <a:pt x="64715" y="5211"/>
                  </a:cubicBezTo>
                  <a:cubicBezTo>
                    <a:pt x="64715" y="2773"/>
                    <a:pt x="62759" y="1553"/>
                    <a:pt x="60662" y="1553"/>
                  </a:cubicBezTo>
                  <a:cubicBezTo>
                    <a:pt x="59964" y="1553"/>
                    <a:pt x="56330" y="1689"/>
                    <a:pt x="55212" y="6295"/>
                  </a:cubicBezTo>
                  <a:cubicBezTo>
                    <a:pt x="52557" y="16186"/>
                    <a:pt x="46407" y="39897"/>
                    <a:pt x="44730" y="47078"/>
                  </a:cubicBezTo>
                  <a:cubicBezTo>
                    <a:pt x="44591" y="47620"/>
                    <a:pt x="39000" y="58460"/>
                    <a:pt x="28798" y="58460"/>
                  </a:cubicBezTo>
                  <a:cubicBezTo>
                    <a:pt x="21531" y="58460"/>
                    <a:pt x="20133" y="52363"/>
                    <a:pt x="20133" y="47349"/>
                  </a:cubicBezTo>
                  <a:cubicBezTo>
                    <a:pt x="20133" y="39762"/>
                    <a:pt x="24046" y="29058"/>
                    <a:pt x="27680" y="19709"/>
                  </a:cubicBezTo>
                  <a:cubicBezTo>
                    <a:pt x="29357" y="15644"/>
                    <a:pt x="30056" y="13747"/>
                    <a:pt x="30056" y="11173"/>
                  </a:cubicBezTo>
                  <a:cubicBezTo>
                    <a:pt x="30056" y="5076"/>
                    <a:pt x="25584" y="63"/>
                    <a:pt x="18596" y="63"/>
                  </a:cubicBezTo>
                  <a:cubicBezTo>
                    <a:pt x="5319" y="63"/>
                    <a:pt x="148" y="19709"/>
                    <a:pt x="148" y="20929"/>
                  </a:cubicBezTo>
                  <a:cubicBezTo>
                    <a:pt x="148" y="22283"/>
                    <a:pt x="1546" y="22283"/>
                    <a:pt x="1825" y="22283"/>
                  </a:cubicBezTo>
                  <a:cubicBezTo>
                    <a:pt x="3223" y="22283"/>
                    <a:pt x="3363" y="22012"/>
                    <a:pt x="4061" y="19845"/>
                  </a:cubicBezTo>
                  <a:cubicBezTo>
                    <a:pt x="7555" y="8057"/>
                    <a:pt x="12866" y="3044"/>
                    <a:pt x="18177" y="3044"/>
                  </a:cubicBezTo>
                  <a:cubicBezTo>
                    <a:pt x="19434" y="3044"/>
                    <a:pt x="21671" y="3179"/>
                    <a:pt x="21671" y="7515"/>
                  </a:cubicBezTo>
                  <a:cubicBezTo>
                    <a:pt x="21671" y="10767"/>
                    <a:pt x="20133" y="14696"/>
                    <a:pt x="19295" y="16728"/>
                  </a:cubicBezTo>
                  <a:cubicBezTo>
                    <a:pt x="14124" y="30142"/>
                    <a:pt x="11189" y="38542"/>
                    <a:pt x="11189" y="45182"/>
                  </a:cubicBezTo>
                  <a:cubicBezTo>
                    <a:pt x="11189" y="58053"/>
                    <a:pt x="20832" y="61441"/>
                    <a:pt x="28379" y="61441"/>
                  </a:cubicBezTo>
                  <a:cubicBezTo>
                    <a:pt x="37603" y="61441"/>
                    <a:pt x="42634" y="55343"/>
                    <a:pt x="45010" y="52363"/>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8" name="Freeform: Shape 207">
              <a:extLst>
                <a:ext uri="{FF2B5EF4-FFF2-40B4-BE49-F238E27FC236}">
                  <a16:creationId xmlns:a16="http://schemas.microsoft.com/office/drawing/2014/main" id="{646DB286-65BD-5902-31D7-C1D5B9A6DE5E}"/>
                </a:ext>
              </a:extLst>
            </p:cNvPr>
            <p:cNvSpPr/>
            <p:nvPr>
              <p:custDataLst>
                <p:tags r:id="rId36"/>
              </p:custDataLst>
            </p:nvPr>
          </p:nvSpPr>
          <p:spPr>
            <a:xfrm>
              <a:off x="8165979" y="4721738"/>
              <a:ext cx="5590" cy="135491"/>
            </a:xfrm>
            <a:custGeom>
              <a:avLst/>
              <a:gdLst>
                <a:gd name="connsiteX0" fmla="*/ 5744 w 5590"/>
                <a:gd name="connsiteY0" fmla="*/ 4940 h 135491"/>
                <a:gd name="connsiteX1" fmla="*/ 2949 w 5590"/>
                <a:gd name="connsiteY1" fmla="*/ 63 h 135491"/>
                <a:gd name="connsiteX2" fmla="*/ 154 w 5590"/>
                <a:gd name="connsiteY2" fmla="*/ 4940 h 135491"/>
                <a:gd name="connsiteX3" fmla="*/ 154 w 5590"/>
                <a:gd name="connsiteY3" fmla="*/ 130677 h 135491"/>
                <a:gd name="connsiteX4" fmla="*/ 2949 w 5590"/>
                <a:gd name="connsiteY4" fmla="*/ 135555 h 135491"/>
                <a:gd name="connsiteX5" fmla="*/ 5744 w 5590"/>
                <a:gd name="connsiteY5" fmla="*/ 130677 h 135491"/>
                <a:gd name="connsiteX6" fmla="*/ 5744 w 5590"/>
                <a:gd name="connsiteY6" fmla="*/ 4940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0" h="135491">
                  <a:moveTo>
                    <a:pt x="5744" y="4940"/>
                  </a:moveTo>
                  <a:cubicBezTo>
                    <a:pt x="5744" y="2502"/>
                    <a:pt x="5744" y="63"/>
                    <a:pt x="2949" y="63"/>
                  </a:cubicBezTo>
                  <a:cubicBezTo>
                    <a:pt x="154" y="63"/>
                    <a:pt x="154" y="2502"/>
                    <a:pt x="154" y="4940"/>
                  </a:cubicBezTo>
                  <a:lnTo>
                    <a:pt x="154" y="130677"/>
                  </a:lnTo>
                  <a:cubicBezTo>
                    <a:pt x="154" y="133116"/>
                    <a:pt x="154" y="135555"/>
                    <a:pt x="2949" y="135555"/>
                  </a:cubicBezTo>
                  <a:cubicBezTo>
                    <a:pt x="5744" y="135555"/>
                    <a:pt x="5744" y="133116"/>
                    <a:pt x="5744" y="130677"/>
                  </a:cubicBezTo>
                  <a:lnTo>
                    <a:pt x="5744" y="4940"/>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09" name="Freeform: Shape 208">
              <a:extLst>
                <a:ext uri="{FF2B5EF4-FFF2-40B4-BE49-F238E27FC236}">
                  <a16:creationId xmlns:a16="http://schemas.microsoft.com/office/drawing/2014/main" id="{2009FDDC-3F4D-8E1B-7B6A-76C91F62DE6D}"/>
                </a:ext>
              </a:extLst>
            </p:cNvPr>
            <p:cNvSpPr/>
            <p:nvPr>
              <p:custDataLst>
                <p:tags r:id="rId37"/>
              </p:custDataLst>
            </p:nvPr>
          </p:nvSpPr>
          <p:spPr>
            <a:xfrm>
              <a:off x="8192222" y="4763469"/>
              <a:ext cx="69598" cy="61377"/>
            </a:xfrm>
            <a:custGeom>
              <a:avLst/>
              <a:gdLst>
                <a:gd name="connsiteX0" fmla="*/ 42782 w 69598"/>
                <a:gd name="connsiteY0" fmla="*/ 19032 h 61377"/>
                <a:gd name="connsiteX1" fmla="*/ 56618 w 69598"/>
                <a:gd name="connsiteY1" fmla="*/ 3044 h 61377"/>
                <a:gd name="connsiteX2" fmla="*/ 63606 w 69598"/>
                <a:gd name="connsiteY2" fmla="*/ 4805 h 61377"/>
                <a:gd name="connsiteX3" fmla="*/ 56897 w 69598"/>
                <a:gd name="connsiteY3" fmla="*/ 12122 h 61377"/>
                <a:gd name="connsiteX4" fmla="*/ 62208 w 69598"/>
                <a:gd name="connsiteY4" fmla="*/ 16864 h 61377"/>
                <a:gd name="connsiteX5" fmla="*/ 69755 w 69598"/>
                <a:gd name="connsiteY5" fmla="*/ 9005 h 61377"/>
                <a:gd name="connsiteX6" fmla="*/ 56758 w 69598"/>
                <a:gd name="connsiteY6" fmla="*/ 63 h 61377"/>
                <a:gd name="connsiteX7" fmla="*/ 42083 w 69598"/>
                <a:gd name="connsiteY7" fmla="*/ 10360 h 61377"/>
                <a:gd name="connsiteX8" fmla="*/ 26990 w 69598"/>
                <a:gd name="connsiteY8" fmla="*/ 63 h 61377"/>
                <a:gd name="connsiteX9" fmla="*/ 4489 w 69598"/>
                <a:gd name="connsiteY9" fmla="*/ 20929 h 61377"/>
                <a:gd name="connsiteX10" fmla="*/ 6166 w 69598"/>
                <a:gd name="connsiteY10" fmla="*/ 22283 h 61377"/>
                <a:gd name="connsiteX11" fmla="*/ 7983 w 69598"/>
                <a:gd name="connsiteY11" fmla="*/ 20793 h 61377"/>
                <a:gd name="connsiteX12" fmla="*/ 26710 w 69598"/>
                <a:gd name="connsiteY12" fmla="*/ 3044 h 61377"/>
                <a:gd name="connsiteX13" fmla="*/ 34257 w 69598"/>
                <a:gd name="connsiteY13" fmla="*/ 12122 h 61377"/>
                <a:gd name="connsiteX14" fmla="*/ 26710 w 69598"/>
                <a:gd name="connsiteY14" fmla="*/ 44369 h 61377"/>
                <a:gd name="connsiteX15" fmla="*/ 13433 w 69598"/>
                <a:gd name="connsiteY15" fmla="*/ 58460 h 61377"/>
                <a:gd name="connsiteX16" fmla="*/ 6446 w 69598"/>
                <a:gd name="connsiteY16" fmla="*/ 56698 h 61377"/>
                <a:gd name="connsiteX17" fmla="*/ 13014 w 69598"/>
                <a:gd name="connsiteY17" fmla="*/ 49382 h 61377"/>
                <a:gd name="connsiteX18" fmla="*/ 7843 w 69598"/>
                <a:gd name="connsiteY18" fmla="*/ 44640 h 61377"/>
                <a:gd name="connsiteX19" fmla="*/ 157 w 69598"/>
                <a:gd name="connsiteY19" fmla="*/ 52498 h 61377"/>
                <a:gd name="connsiteX20" fmla="*/ 13294 w 69598"/>
                <a:gd name="connsiteY20" fmla="*/ 61441 h 61377"/>
                <a:gd name="connsiteX21" fmla="*/ 27968 w 69598"/>
                <a:gd name="connsiteY21" fmla="*/ 51143 h 61377"/>
                <a:gd name="connsiteX22" fmla="*/ 43062 w 69598"/>
                <a:gd name="connsiteY22" fmla="*/ 61441 h 61377"/>
                <a:gd name="connsiteX23" fmla="*/ 65423 w 69598"/>
                <a:gd name="connsiteY23" fmla="*/ 40575 h 61377"/>
                <a:gd name="connsiteX24" fmla="*/ 63746 w 69598"/>
                <a:gd name="connsiteY24" fmla="*/ 39220 h 61377"/>
                <a:gd name="connsiteX25" fmla="*/ 61929 w 69598"/>
                <a:gd name="connsiteY25" fmla="*/ 40710 h 61377"/>
                <a:gd name="connsiteX26" fmla="*/ 43341 w 69598"/>
                <a:gd name="connsiteY26" fmla="*/ 58460 h 61377"/>
                <a:gd name="connsiteX27" fmla="*/ 35655 w 69598"/>
                <a:gd name="connsiteY27" fmla="*/ 49517 h 61377"/>
                <a:gd name="connsiteX28" fmla="*/ 38030 w 69598"/>
                <a:gd name="connsiteY28" fmla="*/ 37594 h 61377"/>
                <a:gd name="connsiteX29" fmla="*/ 42782 w 69598"/>
                <a:gd name="connsiteY29" fmla="*/ 19032 h 6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598" h="61377">
                  <a:moveTo>
                    <a:pt x="42782" y="19032"/>
                  </a:moveTo>
                  <a:cubicBezTo>
                    <a:pt x="43621" y="15509"/>
                    <a:pt x="46835" y="3044"/>
                    <a:pt x="56618" y="3044"/>
                  </a:cubicBezTo>
                  <a:cubicBezTo>
                    <a:pt x="57317" y="3044"/>
                    <a:pt x="60671" y="3044"/>
                    <a:pt x="63606" y="4805"/>
                  </a:cubicBezTo>
                  <a:cubicBezTo>
                    <a:pt x="59693" y="5482"/>
                    <a:pt x="56897" y="8870"/>
                    <a:pt x="56897" y="12122"/>
                  </a:cubicBezTo>
                  <a:cubicBezTo>
                    <a:pt x="56897" y="14289"/>
                    <a:pt x="58435" y="16864"/>
                    <a:pt x="62208" y="16864"/>
                  </a:cubicBezTo>
                  <a:cubicBezTo>
                    <a:pt x="65283" y="16864"/>
                    <a:pt x="69755" y="14425"/>
                    <a:pt x="69755" y="9005"/>
                  </a:cubicBezTo>
                  <a:cubicBezTo>
                    <a:pt x="69755" y="1960"/>
                    <a:pt x="61509" y="63"/>
                    <a:pt x="56758" y="63"/>
                  </a:cubicBezTo>
                  <a:cubicBezTo>
                    <a:pt x="48652" y="63"/>
                    <a:pt x="43760" y="7244"/>
                    <a:pt x="42083" y="10360"/>
                  </a:cubicBezTo>
                  <a:cubicBezTo>
                    <a:pt x="38589" y="1418"/>
                    <a:pt x="31043" y="63"/>
                    <a:pt x="26990" y="63"/>
                  </a:cubicBezTo>
                  <a:cubicBezTo>
                    <a:pt x="12455" y="63"/>
                    <a:pt x="4489" y="17541"/>
                    <a:pt x="4489" y="20929"/>
                  </a:cubicBezTo>
                  <a:cubicBezTo>
                    <a:pt x="4489" y="22283"/>
                    <a:pt x="5887" y="22283"/>
                    <a:pt x="6166" y="22283"/>
                  </a:cubicBezTo>
                  <a:cubicBezTo>
                    <a:pt x="7284" y="22283"/>
                    <a:pt x="7703" y="22012"/>
                    <a:pt x="7983" y="20793"/>
                  </a:cubicBezTo>
                  <a:cubicBezTo>
                    <a:pt x="12735" y="6431"/>
                    <a:pt x="21959" y="3044"/>
                    <a:pt x="26710" y="3044"/>
                  </a:cubicBezTo>
                  <a:cubicBezTo>
                    <a:pt x="29366" y="3044"/>
                    <a:pt x="34257" y="4263"/>
                    <a:pt x="34257" y="12122"/>
                  </a:cubicBezTo>
                  <a:cubicBezTo>
                    <a:pt x="34257" y="16322"/>
                    <a:pt x="31881" y="25400"/>
                    <a:pt x="26710" y="44369"/>
                  </a:cubicBezTo>
                  <a:cubicBezTo>
                    <a:pt x="24474" y="52769"/>
                    <a:pt x="19583" y="58460"/>
                    <a:pt x="13433" y="58460"/>
                  </a:cubicBezTo>
                  <a:cubicBezTo>
                    <a:pt x="12595" y="58460"/>
                    <a:pt x="9380" y="58460"/>
                    <a:pt x="6446" y="56698"/>
                  </a:cubicBezTo>
                  <a:cubicBezTo>
                    <a:pt x="9940" y="56021"/>
                    <a:pt x="13014" y="53176"/>
                    <a:pt x="13014" y="49382"/>
                  </a:cubicBezTo>
                  <a:cubicBezTo>
                    <a:pt x="13014" y="45724"/>
                    <a:pt x="9940" y="44640"/>
                    <a:pt x="7843" y="44640"/>
                  </a:cubicBezTo>
                  <a:cubicBezTo>
                    <a:pt x="3650" y="44640"/>
                    <a:pt x="157" y="48162"/>
                    <a:pt x="157" y="52498"/>
                  </a:cubicBezTo>
                  <a:cubicBezTo>
                    <a:pt x="157" y="58731"/>
                    <a:pt x="7144" y="61441"/>
                    <a:pt x="13294" y="61441"/>
                  </a:cubicBezTo>
                  <a:cubicBezTo>
                    <a:pt x="22518" y="61441"/>
                    <a:pt x="27549" y="51956"/>
                    <a:pt x="27968" y="51143"/>
                  </a:cubicBezTo>
                  <a:cubicBezTo>
                    <a:pt x="29645" y="56156"/>
                    <a:pt x="34676" y="61441"/>
                    <a:pt x="43062" y="61441"/>
                  </a:cubicBezTo>
                  <a:cubicBezTo>
                    <a:pt x="57457" y="61441"/>
                    <a:pt x="65423" y="43962"/>
                    <a:pt x="65423" y="40575"/>
                  </a:cubicBezTo>
                  <a:cubicBezTo>
                    <a:pt x="65423" y="39220"/>
                    <a:pt x="64165" y="39220"/>
                    <a:pt x="63746" y="39220"/>
                  </a:cubicBezTo>
                  <a:cubicBezTo>
                    <a:pt x="62488" y="39220"/>
                    <a:pt x="62208" y="39762"/>
                    <a:pt x="61929" y="40710"/>
                  </a:cubicBezTo>
                  <a:cubicBezTo>
                    <a:pt x="57317" y="55208"/>
                    <a:pt x="47813" y="58460"/>
                    <a:pt x="43341" y="58460"/>
                  </a:cubicBezTo>
                  <a:cubicBezTo>
                    <a:pt x="37891" y="58460"/>
                    <a:pt x="35655" y="54124"/>
                    <a:pt x="35655" y="49517"/>
                  </a:cubicBezTo>
                  <a:cubicBezTo>
                    <a:pt x="35655" y="46536"/>
                    <a:pt x="36493" y="43556"/>
                    <a:pt x="38030" y="37594"/>
                  </a:cubicBezTo>
                  <a:lnTo>
                    <a:pt x="42782" y="19032"/>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0" name="Freeform: Shape 209">
              <a:extLst>
                <a:ext uri="{FF2B5EF4-FFF2-40B4-BE49-F238E27FC236}">
                  <a16:creationId xmlns:a16="http://schemas.microsoft.com/office/drawing/2014/main" id="{3FD48001-0979-183A-E56C-9E95DD7D0399}"/>
                </a:ext>
              </a:extLst>
            </p:cNvPr>
            <p:cNvSpPr/>
            <p:nvPr>
              <p:custDataLst>
                <p:tags r:id="rId38"/>
              </p:custDataLst>
            </p:nvPr>
          </p:nvSpPr>
          <p:spPr>
            <a:xfrm>
              <a:off x="8271119" y="4721738"/>
              <a:ext cx="19146" cy="135491"/>
            </a:xfrm>
            <a:custGeom>
              <a:avLst/>
              <a:gdLst>
                <a:gd name="connsiteX0" fmla="*/ 19309 w 19146"/>
                <a:gd name="connsiteY0" fmla="*/ 63 h 135491"/>
                <a:gd name="connsiteX1" fmla="*/ 162 w 19146"/>
                <a:gd name="connsiteY1" fmla="*/ 63 h 135491"/>
                <a:gd name="connsiteX2" fmla="*/ 162 w 19146"/>
                <a:gd name="connsiteY2" fmla="*/ 5482 h 135491"/>
                <a:gd name="connsiteX3" fmla="*/ 13719 w 19146"/>
                <a:gd name="connsiteY3" fmla="*/ 5482 h 135491"/>
                <a:gd name="connsiteX4" fmla="*/ 13719 w 19146"/>
                <a:gd name="connsiteY4" fmla="*/ 130135 h 135491"/>
                <a:gd name="connsiteX5" fmla="*/ 162 w 19146"/>
                <a:gd name="connsiteY5" fmla="*/ 130135 h 135491"/>
                <a:gd name="connsiteX6" fmla="*/ 162 w 19146"/>
                <a:gd name="connsiteY6" fmla="*/ 135555 h 135491"/>
                <a:gd name="connsiteX7" fmla="*/ 19309 w 19146"/>
                <a:gd name="connsiteY7" fmla="*/ 135555 h 135491"/>
                <a:gd name="connsiteX8" fmla="*/ 19309 w 19146"/>
                <a:gd name="connsiteY8" fmla="*/ 63 h 1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6" h="135491">
                  <a:moveTo>
                    <a:pt x="19309" y="63"/>
                  </a:moveTo>
                  <a:lnTo>
                    <a:pt x="162" y="63"/>
                  </a:lnTo>
                  <a:lnTo>
                    <a:pt x="162" y="5482"/>
                  </a:lnTo>
                  <a:lnTo>
                    <a:pt x="13719" y="5482"/>
                  </a:lnTo>
                  <a:lnTo>
                    <a:pt x="13719" y="130135"/>
                  </a:lnTo>
                  <a:lnTo>
                    <a:pt x="162" y="130135"/>
                  </a:lnTo>
                  <a:lnTo>
                    <a:pt x="162" y="135555"/>
                  </a:lnTo>
                  <a:lnTo>
                    <a:pt x="19309" y="135555"/>
                  </a:lnTo>
                  <a:lnTo>
                    <a:pt x="19309"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grpSp>
      <p:grpSp>
        <p:nvGrpSpPr>
          <p:cNvPr id="211" name="Group 210">
            <a:extLst>
              <a:ext uri="{FF2B5EF4-FFF2-40B4-BE49-F238E27FC236}">
                <a16:creationId xmlns:a16="http://schemas.microsoft.com/office/drawing/2014/main" id="{BA163543-A2EA-B903-46CC-34E8BA75D60D}"/>
              </a:ext>
            </a:extLst>
          </p:cNvPr>
          <p:cNvGrpSpPr>
            <a:grpSpLocks noChangeAspect="1"/>
          </p:cNvGrpSpPr>
          <p:nvPr>
            <p:custDataLst>
              <p:tags r:id="rId10"/>
            </p:custDataLst>
          </p:nvPr>
        </p:nvGrpSpPr>
        <p:grpSpPr>
          <a:xfrm>
            <a:off x="8205345" y="5805703"/>
            <a:ext cx="827919" cy="142955"/>
            <a:chOff x="7092370" y="4966828"/>
            <a:chExt cx="827919" cy="142955"/>
          </a:xfrm>
          <a:solidFill>
            <a:schemeClr val="bg1"/>
          </a:solidFill>
        </p:grpSpPr>
        <p:sp>
          <p:nvSpPr>
            <p:cNvPr id="212" name="Freeform: Shape 211">
              <a:extLst>
                <a:ext uri="{FF2B5EF4-FFF2-40B4-BE49-F238E27FC236}">
                  <a16:creationId xmlns:a16="http://schemas.microsoft.com/office/drawing/2014/main" id="{21CDBDFB-14D8-8094-B5B9-710B104B7F3D}"/>
                </a:ext>
              </a:extLst>
            </p:cNvPr>
            <p:cNvSpPr/>
            <p:nvPr>
              <p:custDataLst>
                <p:tags r:id="rId11"/>
              </p:custDataLst>
            </p:nvPr>
          </p:nvSpPr>
          <p:spPr>
            <a:xfrm>
              <a:off x="7092370" y="4986022"/>
              <a:ext cx="98676" cy="93518"/>
            </a:xfrm>
            <a:custGeom>
              <a:avLst/>
              <a:gdLst>
                <a:gd name="connsiteX0" fmla="*/ 79240 w 98676"/>
                <a:gd name="connsiteY0" fmla="*/ 15185 h 93518"/>
                <a:gd name="connsiteX1" fmla="*/ 96954 w 98676"/>
                <a:gd name="connsiteY1" fmla="*/ 4175 h 93518"/>
                <a:gd name="connsiteX2" fmla="*/ 98754 w 98676"/>
                <a:gd name="connsiteY2" fmla="*/ 1655 h 93518"/>
                <a:gd name="connsiteX3" fmla="*/ 96954 w 98676"/>
                <a:gd name="connsiteY3" fmla="*/ 63 h 93518"/>
                <a:gd name="connsiteX4" fmla="*/ 85606 w 98676"/>
                <a:gd name="connsiteY4" fmla="*/ 461 h 93518"/>
                <a:gd name="connsiteX5" fmla="*/ 71905 w 98676"/>
                <a:gd name="connsiteY5" fmla="*/ 63 h 93518"/>
                <a:gd name="connsiteX6" fmla="*/ 69275 w 98676"/>
                <a:gd name="connsiteY6" fmla="*/ 2583 h 93518"/>
                <a:gd name="connsiteX7" fmla="*/ 71489 w 98676"/>
                <a:gd name="connsiteY7" fmla="*/ 4175 h 93518"/>
                <a:gd name="connsiteX8" fmla="*/ 77856 w 98676"/>
                <a:gd name="connsiteY8" fmla="*/ 8552 h 93518"/>
                <a:gd name="connsiteX9" fmla="*/ 75780 w 98676"/>
                <a:gd name="connsiteY9" fmla="*/ 13593 h 93518"/>
                <a:gd name="connsiteX10" fmla="*/ 33292 w 98676"/>
                <a:gd name="connsiteY10" fmla="*/ 78326 h 93518"/>
                <a:gd name="connsiteX11" fmla="*/ 23881 w 98676"/>
                <a:gd name="connsiteY11" fmla="*/ 8154 h 93518"/>
                <a:gd name="connsiteX12" fmla="*/ 33430 w 98676"/>
                <a:gd name="connsiteY12" fmla="*/ 4175 h 93518"/>
                <a:gd name="connsiteX13" fmla="*/ 36890 w 98676"/>
                <a:gd name="connsiteY13" fmla="*/ 1522 h 93518"/>
                <a:gd name="connsiteX14" fmla="*/ 34953 w 98676"/>
                <a:gd name="connsiteY14" fmla="*/ 63 h 93518"/>
                <a:gd name="connsiteX15" fmla="*/ 17791 w 98676"/>
                <a:gd name="connsiteY15" fmla="*/ 461 h 93518"/>
                <a:gd name="connsiteX16" fmla="*/ 10180 w 98676"/>
                <a:gd name="connsiteY16" fmla="*/ 328 h 93518"/>
                <a:gd name="connsiteX17" fmla="*/ 2706 w 98676"/>
                <a:gd name="connsiteY17" fmla="*/ 63 h 93518"/>
                <a:gd name="connsiteX18" fmla="*/ 77 w 98676"/>
                <a:gd name="connsiteY18" fmla="*/ 2583 h 93518"/>
                <a:gd name="connsiteX19" fmla="*/ 3537 w 98676"/>
                <a:gd name="connsiteY19" fmla="*/ 4175 h 93518"/>
                <a:gd name="connsiteX20" fmla="*/ 11840 w 98676"/>
                <a:gd name="connsiteY20" fmla="*/ 8685 h 93518"/>
                <a:gd name="connsiteX21" fmla="*/ 22774 w 98676"/>
                <a:gd name="connsiteY21" fmla="*/ 90530 h 93518"/>
                <a:gd name="connsiteX22" fmla="*/ 25542 w 98676"/>
                <a:gd name="connsiteY22" fmla="*/ 93581 h 93518"/>
                <a:gd name="connsiteX23" fmla="*/ 29417 w 98676"/>
                <a:gd name="connsiteY23" fmla="*/ 91193 h 93518"/>
                <a:gd name="connsiteX24" fmla="*/ 79240 w 98676"/>
                <a:gd name="connsiteY24" fmla="*/ 15185 h 9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8676" h="93518">
                  <a:moveTo>
                    <a:pt x="79240" y="15185"/>
                  </a:moveTo>
                  <a:cubicBezTo>
                    <a:pt x="86021" y="4838"/>
                    <a:pt x="91834" y="4440"/>
                    <a:pt x="96954" y="4175"/>
                  </a:cubicBezTo>
                  <a:cubicBezTo>
                    <a:pt x="98615" y="4042"/>
                    <a:pt x="98754" y="1787"/>
                    <a:pt x="98754" y="1655"/>
                  </a:cubicBezTo>
                  <a:cubicBezTo>
                    <a:pt x="98754" y="593"/>
                    <a:pt x="98062" y="63"/>
                    <a:pt x="96954" y="63"/>
                  </a:cubicBezTo>
                  <a:cubicBezTo>
                    <a:pt x="93356" y="63"/>
                    <a:pt x="89343" y="461"/>
                    <a:pt x="85606" y="461"/>
                  </a:cubicBezTo>
                  <a:cubicBezTo>
                    <a:pt x="81039" y="461"/>
                    <a:pt x="76333" y="63"/>
                    <a:pt x="71905" y="63"/>
                  </a:cubicBezTo>
                  <a:cubicBezTo>
                    <a:pt x="71074" y="63"/>
                    <a:pt x="69275" y="63"/>
                    <a:pt x="69275" y="2583"/>
                  </a:cubicBezTo>
                  <a:cubicBezTo>
                    <a:pt x="69275" y="4042"/>
                    <a:pt x="70521" y="4175"/>
                    <a:pt x="71489" y="4175"/>
                  </a:cubicBezTo>
                  <a:cubicBezTo>
                    <a:pt x="75226" y="4440"/>
                    <a:pt x="77856" y="5767"/>
                    <a:pt x="77856" y="8552"/>
                  </a:cubicBezTo>
                  <a:cubicBezTo>
                    <a:pt x="77856" y="10542"/>
                    <a:pt x="75780" y="13460"/>
                    <a:pt x="75780" y="13593"/>
                  </a:cubicBezTo>
                  <a:lnTo>
                    <a:pt x="33292" y="78326"/>
                  </a:lnTo>
                  <a:lnTo>
                    <a:pt x="23881" y="8154"/>
                  </a:lnTo>
                  <a:cubicBezTo>
                    <a:pt x="23881" y="5899"/>
                    <a:pt x="27064" y="4175"/>
                    <a:pt x="33430" y="4175"/>
                  </a:cubicBezTo>
                  <a:cubicBezTo>
                    <a:pt x="35368" y="4175"/>
                    <a:pt x="36890" y="4175"/>
                    <a:pt x="36890" y="1522"/>
                  </a:cubicBezTo>
                  <a:cubicBezTo>
                    <a:pt x="36890" y="328"/>
                    <a:pt x="35783" y="63"/>
                    <a:pt x="34953" y="63"/>
                  </a:cubicBezTo>
                  <a:cubicBezTo>
                    <a:pt x="29417" y="63"/>
                    <a:pt x="23466" y="461"/>
                    <a:pt x="17791" y="461"/>
                  </a:cubicBezTo>
                  <a:cubicBezTo>
                    <a:pt x="15300" y="461"/>
                    <a:pt x="12671" y="328"/>
                    <a:pt x="10180" y="328"/>
                  </a:cubicBezTo>
                  <a:cubicBezTo>
                    <a:pt x="7689" y="328"/>
                    <a:pt x="5059" y="63"/>
                    <a:pt x="2706" y="63"/>
                  </a:cubicBezTo>
                  <a:cubicBezTo>
                    <a:pt x="1737" y="63"/>
                    <a:pt x="77" y="63"/>
                    <a:pt x="77" y="2583"/>
                  </a:cubicBezTo>
                  <a:cubicBezTo>
                    <a:pt x="77" y="4175"/>
                    <a:pt x="1322" y="4175"/>
                    <a:pt x="3537" y="4175"/>
                  </a:cubicBezTo>
                  <a:cubicBezTo>
                    <a:pt x="11287" y="4175"/>
                    <a:pt x="11425" y="5369"/>
                    <a:pt x="11840" y="8685"/>
                  </a:cubicBezTo>
                  <a:lnTo>
                    <a:pt x="22774" y="90530"/>
                  </a:lnTo>
                  <a:cubicBezTo>
                    <a:pt x="23189" y="93183"/>
                    <a:pt x="23743" y="93581"/>
                    <a:pt x="25542" y="93581"/>
                  </a:cubicBezTo>
                  <a:cubicBezTo>
                    <a:pt x="27756" y="93581"/>
                    <a:pt x="28310" y="92918"/>
                    <a:pt x="29417" y="91193"/>
                  </a:cubicBezTo>
                  <a:lnTo>
                    <a:pt x="79240" y="1518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3" name="Freeform: Shape 212">
              <a:extLst>
                <a:ext uri="{FF2B5EF4-FFF2-40B4-BE49-F238E27FC236}">
                  <a16:creationId xmlns:a16="http://schemas.microsoft.com/office/drawing/2014/main" id="{D8E8761E-12C9-C5E4-A186-4B3FA7CDA193}"/>
                </a:ext>
              </a:extLst>
            </p:cNvPr>
            <p:cNvSpPr/>
            <p:nvPr>
              <p:custDataLst>
                <p:tags r:id="rId12"/>
              </p:custDataLst>
            </p:nvPr>
          </p:nvSpPr>
          <p:spPr>
            <a:xfrm>
              <a:off x="7201642" y="5017990"/>
              <a:ext cx="63385" cy="60090"/>
            </a:xfrm>
            <a:custGeom>
              <a:avLst/>
              <a:gdLst>
                <a:gd name="connsiteX0" fmla="*/ 46171 w 63385"/>
                <a:gd name="connsiteY0" fmla="*/ 8552 h 60090"/>
                <a:gd name="connsiteX1" fmla="*/ 33438 w 63385"/>
                <a:gd name="connsiteY1" fmla="*/ 63 h 60090"/>
                <a:gd name="connsiteX2" fmla="*/ 85 w 63385"/>
                <a:gd name="connsiteY2" fmla="*/ 38929 h 60090"/>
                <a:gd name="connsiteX3" fmla="*/ 18492 w 63385"/>
                <a:gd name="connsiteY3" fmla="*/ 60153 h 60090"/>
                <a:gd name="connsiteX4" fmla="*/ 36483 w 63385"/>
                <a:gd name="connsiteY4" fmla="*/ 50204 h 60090"/>
                <a:gd name="connsiteX5" fmla="*/ 49077 w 63385"/>
                <a:gd name="connsiteY5" fmla="*/ 60153 h 60090"/>
                <a:gd name="connsiteX6" fmla="*/ 59319 w 63385"/>
                <a:gd name="connsiteY6" fmla="*/ 52857 h 60090"/>
                <a:gd name="connsiteX7" fmla="*/ 63470 w 63385"/>
                <a:gd name="connsiteY7" fmla="*/ 39725 h 60090"/>
                <a:gd name="connsiteX8" fmla="*/ 61810 w 63385"/>
                <a:gd name="connsiteY8" fmla="*/ 38399 h 60090"/>
                <a:gd name="connsiteX9" fmla="*/ 59872 w 63385"/>
                <a:gd name="connsiteY9" fmla="*/ 40786 h 60090"/>
                <a:gd name="connsiteX10" fmla="*/ 49354 w 63385"/>
                <a:gd name="connsiteY10" fmla="*/ 57235 h 60090"/>
                <a:gd name="connsiteX11" fmla="*/ 45202 w 63385"/>
                <a:gd name="connsiteY11" fmla="*/ 51133 h 60090"/>
                <a:gd name="connsiteX12" fmla="*/ 47001 w 63385"/>
                <a:gd name="connsiteY12" fmla="*/ 41317 h 60090"/>
                <a:gd name="connsiteX13" fmla="*/ 50046 w 63385"/>
                <a:gd name="connsiteY13" fmla="*/ 29378 h 60090"/>
                <a:gd name="connsiteX14" fmla="*/ 55028 w 63385"/>
                <a:gd name="connsiteY14" fmla="*/ 10807 h 60090"/>
                <a:gd name="connsiteX15" fmla="*/ 55997 w 63385"/>
                <a:gd name="connsiteY15" fmla="*/ 6297 h 60090"/>
                <a:gd name="connsiteX16" fmla="*/ 51984 w 63385"/>
                <a:gd name="connsiteY16" fmla="*/ 2716 h 60090"/>
                <a:gd name="connsiteX17" fmla="*/ 46171 w 63385"/>
                <a:gd name="connsiteY17" fmla="*/ 8552 h 60090"/>
                <a:gd name="connsiteX18" fmla="*/ 37175 w 63385"/>
                <a:gd name="connsiteY18" fmla="*/ 42909 h 60090"/>
                <a:gd name="connsiteX19" fmla="*/ 34407 w 63385"/>
                <a:gd name="connsiteY19" fmla="*/ 47817 h 60090"/>
                <a:gd name="connsiteX20" fmla="*/ 18768 w 63385"/>
                <a:gd name="connsiteY20" fmla="*/ 57235 h 60090"/>
                <a:gd name="connsiteX21" fmla="*/ 9911 w 63385"/>
                <a:gd name="connsiteY21" fmla="*/ 44766 h 60090"/>
                <a:gd name="connsiteX22" fmla="*/ 17523 w 63385"/>
                <a:gd name="connsiteY22" fmla="*/ 15715 h 60090"/>
                <a:gd name="connsiteX23" fmla="*/ 33577 w 63385"/>
                <a:gd name="connsiteY23" fmla="*/ 2981 h 60090"/>
                <a:gd name="connsiteX24" fmla="*/ 44510 w 63385"/>
                <a:gd name="connsiteY24" fmla="*/ 14654 h 60090"/>
                <a:gd name="connsiteX25" fmla="*/ 44095 w 63385"/>
                <a:gd name="connsiteY25" fmla="*/ 16909 h 60090"/>
                <a:gd name="connsiteX26" fmla="*/ 37175 w 63385"/>
                <a:gd name="connsiteY26" fmla="*/ 42909 h 6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385" h="60090">
                  <a:moveTo>
                    <a:pt x="46171" y="8552"/>
                  </a:moveTo>
                  <a:cubicBezTo>
                    <a:pt x="43680" y="3644"/>
                    <a:pt x="39666" y="63"/>
                    <a:pt x="33438" y="63"/>
                  </a:cubicBezTo>
                  <a:cubicBezTo>
                    <a:pt x="17246" y="63"/>
                    <a:pt x="85" y="19562"/>
                    <a:pt x="85" y="38929"/>
                  </a:cubicBezTo>
                  <a:cubicBezTo>
                    <a:pt x="85" y="51398"/>
                    <a:pt x="7697" y="60153"/>
                    <a:pt x="18492" y="60153"/>
                  </a:cubicBezTo>
                  <a:cubicBezTo>
                    <a:pt x="21259" y="60153"/>
                    <a:pt x="28179" y="59623"/>
                    <a:pt x="36483" y="50204"/>
                  </a:cubicBezTo>
                  <a:cubicBezTo>
                    <a:pt x="37590" y="55776"/>
                    <a:pt x="42434" y="60153"/>
                    <a:pt x="49077" y="60153"/>
                  </a:cubicBezTo>
                  <a:cubicBezTo>
                    <a:pt x="53921" y="60153"/>
                    <a:pt x="57104" y="57102"/>
                    <a:pt x="59319" y="52857"/>
                  </a:cubicBezTo>
                  <a:cubicBezTo>
                    <a:pt x="61671" y="48082"/>
                    <a:pt x="63470" y="39990"/>
                    <a:pt x="63470" y="39725"/>
                  </a:cubicBezTo>
                  <a:cubicBezTo>
                    <a:pt x="63470" y="38399"/>
                    <a:pt x="62225" y="38399"/>
                    <a:pt x="61810" y="38399"/>
                  </a:cubicBezTo>
                  <a:cubicBezTo>
                    <a:pt x="60426" y="38399"/>
                    <a:pt x="60287" y="38929"/>
                    <a:pt x="59872" y="40786"/>
                  </a:cubicBezTo>
                  <a:cubicBezTo>
                    <a:pt x="57519" y="49409"/>
                    <a:pt x="55028" y="57235"/>
                    <a:pt x="49354" y="57235"/>
                  </a:cubicBezTo>
                  <a:cubicBezTo>
                    <a:pt x="45617" y="57235"/>
                    <a:pt x="45202" y="53786"/>
                    <a:pt x="45202" y="51133"/>
                  </a:cubicBezTo>
                  <a:cubicBezTo>
                    <a:pt x="45202" y="48215"/>
                    <a:pt x="45479" y="47153"/>
                    <a:pt x="47001" y="41317"/>
                  </a:cubicBezTo>
                  <a:cubicBezTo>
                    <a:pt x="48524" y="35746"/>
                    <a:pt x="48800" y="34419"/>
                    <a:pt x="50046" y="29378"/>
                  </a:cubicBezTo>
                  <a:lnTo>
                    <a:pt x="55028" y="10807"/>
                  </a:lnTo>
                  <a:cubicBezTo>
                    <a:pt x="55997" y="7093"/>
                    <a:pt x="55997" y="6828"/>
                    <a:pt x="55997" y="6297"/>
                  </a:cubicBezTo>
                  <a:cubicBezTo>
                    <a:pt x="55997" y="4042"/>
                    <a:pt x="54336" y="2716"/>
                    <a:pt x="51984" y="2716"/>
                  </a:cubicBezTo>
                  <a:cubicBezTo>
                    <a:pt x="48662" y="2716"/>
                    <a:pt x="46586" y="5634"/>
                    <a:pt x="46171" y="8552"/>
                  </a:cubicBezTo>
                  <a:close/>
                  <a:moveTo>
                    <a:pt x="37175" y="42909"/>
                  </a:moveTo>
                  <a:cubicBezTo>
                    <a:pt x="36483" y="45296"/>
                    <a:pt x="36483" y="45562"/>
                    <a:pt x="34407" y="47817"/>
                  </a:cubicBezTo>
                  <a:cubicBezTo>
                    <a:pt x="28318" y="55112"/>
                    <a:pt x="22643" y="57235"/>
                    <a:pt x="18768" y="57235"/>
                  </a:cubicBezTo>
                  <a:cubicBezTo>
                    <a:pt x="11848" y="57235"/>
                    <a:pt x="9911" y="49939"/>
                    <a:pt x="9911" y="44766"/>
                  </a:cubicBezTo>
                  <a:cubicBezTo>
                    <a:pt x="9911" y="38133"/>
                    <a:pt x="14340" y="21817"/>
                    <a:pt x="17523" y="15715"/>
                  </a:cubicBezTo>
                  <a:cubicBezTo>
                    <a:pt x="21813" y="7889"/>
                    <a:pt x="28041" y="2981"/>
                    <a:pt x="33577" y="2981"/>
                  </a:cubicBezTo>
                  <a:cubicBezTo>
                    <a:pt x="42573" y="2981"/>
                    <a:pt x="44510" y="13858"/>
                    <a:pt x="44510" y="14654"/>
                  </a:cubicBezTo>
                  <a:cubicBezTo>
                    <a:pt x="44510" y="15450"/>
                    <a:pt x="44233" y="16246"/>
                    <a:pt x="44095" y="16909"/>
                  </a:cubicBezTo>
                  <a:lnTo>
                    <a:pt x="37175" y="42909"/>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4" name="Freeform: Shape 213">
              <a:extLst>
                <a:ext uri="{FF2B5EF4-FFF2-40B4-BE49-F238E27FC236}">
                  <a16:creationId xmlns:a16="http://schemas.microsoft.com/office/drawing/2014/main" id="{3D311303-D73C-E3D0-539A-78E543A9A4C8}"/>
                </a:ext>
              </a:extLst>
            </p:cNvPr>
            <p:cNvSpPr/>
            <p:nvPr>
              <p:custDataLst>
                <p:tags r:id="rId13"/>
              </p:custDataLst>
            </p:nvPr>
          </p:nvSpPr>
          <p:spPr>
            <a:xfrm>
              <a:off x="7273275" y="5017990"/>
              <a:ext cx="56327" cy="60090"/>
            </a:xfrm>
            <a:custGeom>
              <a:avLst/>
              <a:gdLst>
                <a:gd name="connsiteX0" fmla="*/ 8255 w 56327"/>
                <a:gd name="connsiteY0" fmla="*/ 50868 h 60090"/>
                <a:gd name="connsiteX1" fmla="*/ 7010 w 56327"/>
                <a:gd name="connsiteY1" fmla="*/ 56572 h 60090"/>
                <a:gd name="connsiteX2" fmla="*/ 11023 w 56327"/>
                <a:gd name="connsiteY2" fmla="*/ 60153 h 60090"/>
                <a:gd name="connsiteX3" fmla="*/ 16144 w 56327"/>
                <a:gd name="connsiteY3" fmla="*/ 56439 h 60090"/>
                <a:gd name="connsiteX4" fmla="*/ 21680 w 56327"/>
                <a:gd name="connsiteY4" fmla="*/ 35480 h 60090"/>
                <a:gd name="connsiteX5" fmla="*/ 26109 w 56327"/>
                <a:gd name="connsiteY5" fmla="*/ 18236 h 60090"/>
                <a:gd name="connsiteX6" fmla="*/ 33859 w 56327"/>
                <a:gd name="connsiteY6" fmla="*/ 7359 h 60090"/>
                <a:gd name="connsiteX7" fmla="*/ 44931 w 56327"/>
                <a:gd name="connsiteY7" fmla="*/ 2981 h 60090"/>
                <a:gd name="connsiteX8" fmla="*/ 50743 w 56327"/>
                <a:gd name="connsiteY8" fmla="*/ 4573 h 60090"/>
                <a:gd name="connsiteX9" fmla="*/ 43547 w 56327"/>
                <a:gd name="connsiteY9" fmla="*/ 11869 h 60090"/>
                <a:gd name="connsiteX10" fmla="*/ 48806 w 56327"/>
                <a:gd name="connsiteY10" fmla="*/ 16511 h 60090"/>
                <a:gd name="connsiteX11" fmla="*/ 56417 w 56327"/>
                <a:gd name="connsiteY11" fmla="*/ 8685 h 60090"/>
                <a:gd name="connsiteX12" fmla="*/ 44931 w 56327"/>
                <a:gd name="connsiteY12" fmla="*/ 63 h 60090"/>
                <a:gd name="connsiteX13" fmla="*/ 27216 w 56327"/>
                <a:gd name="connsiteY13" fmla="*/ 10277 h 60090"/>
                <a:gd name="connsiteX14" fmla="*/ 14622 w 56327"/>
                <a:gd name="connsiteY14" fmla="*/ 63 h 60090"/>
                <a:gd name="connsiteX15" fmla="*/ 4380 w 56327"/>
                <a:gd name="connsiteY15" fmla="*/ 7624 h 60090"/>
                <a:gd name="connsiteX16" fmla="*/ 90 w 56327"/>
                <a:gd name="connsiteY16" fmla="*/ 20491 h 60090"/>
                <a:gd name="connsiteX17" fmla="*/ 1751 w 56327"/>
                <a:gd name="connsiteY17" fmla="*/ 21817 h 60090"/>
                <a:gd name="connsiteX18" fmla="*/ 4104 w 56327"/>
                <a:gd name="connsiteY18" fmla="*/ 18766 h 60090"/>
                <a:gd name="connsiteX19" fmla="*/ 14206 w 56327"/>
                <a:gd name="connsiteY19" fmla="*/ 2981 h 60090"/>
                <a:gd name="connsiteX20" fmla="*/ 18497 w 56327"/>
                <a:gd name="connsiteY20" fmla="*/ 9083 h 60090"/>
                <a:gd name="connsiteX21" fmla="*/ 16282 w 56327"/>
                <a:gd name="connsiteY21" fmla="*/ 20226 h 60090"/>
                <a:gd name="connsiteX22" fmla="*/ 8255 w 56327"/>
                <a:gd name="connsiteY22" fmla="*/ 50868 h 6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327" h="60090">
                  <a:moveTo>
                    <a:pt x="8255" y="50868"/>
                  </a:moveTo>
                  <a:cubicBezTo>
                    <a:pt x="7840" y="52857"/>
                    <a:pt x="7010" y="55908"/>
                    <a:pt x="7010" y="56572"/>
                  </a:cubicBezTo>
                  <a:cubicBezTo>
                    <a:pt x="7010" y="58959"/>
                    <a:pt x="8947" y="60153"/>
                    <a:pt x="11023" y="60153"/>
                  </a:cubicBezTo>
                  <a:cubicBezTo>
                    <a:pt x="12684" y="60153"/>
                    <a:pt x="15175" y="59092"/>
                    <a:pt x="16144" y="56439"/>
                  </a:cubicBezTo>
                  <a:cubicBezTo>
                    <a:pt x="16421" y="55908"/>
                    <a:pt x="21126" y="37868"/>
                    <a:pt x="21680" y="35480"/>
                  </a:cubicBezTo>
                  <a:cubicBezTo>
                    <a:pt x="22787" y="31103"/>
                    <a:pt x="25278" y="21817"/>
                    <a:pt x="26109" y="18236"/>
                  </a:cubicBezTo>
                  <a:cubicBezTo>
                    <a:pt x="26662" y="16511"/>
                    <a:pt x="30537" y="10277"/>
                    <a:pt x="33859" y="7359"/>
                  </a:cubicBezTo>
                  <a:cubicBezTo>
                    <a:pt x="34966" y="6430"/>
                    <a:pt x="38979" y="2981"/>
                    <a:pt x="44931" y="2981"/>
                  </a:cubicBezTo>
                  <a:cubicBezTo>
                    <a:pt x="48529" y="2981"/>
                    <a:pt x="50605" y="4573"/>
                    <a:pt x="50743" y="4573"/>
                  </a:cubicBezTo>
                  <a:cubicBezTo>
                    <a:pt x="46591" y="5236"/>
                    <a:pt x="43547" y="8420"/>
                    <a:pt x="43547" y="11869"/>
                  </a:cubicBezTo>
                  <a:cubicBezTo>
                    <a:pt x="43547" y="13991"/>
                    <a:pt x="45069" y="16511"/>
                    <a:pt x="48806" y="16511"/>
                  </a:cubicBezTo>
                  <a:cubicBezTo>
                    <a:pt x="52542" y="16511"/>
                    <a:pt x="56417" y="13460"/>
                    <a:pt x="56417" y="8685"/>
                  </a:cubicBezTo>
                  <a:cubicBezTo>
                    <a:pt x="56417" y="4042"/>
                    <a:pt x="51989" y="63"/>
                    <a:pt x="44931" y="63"/>
                  </a:cubicBezTo>
                  <a:cubicBezTo>
                    <a:pt x="35935" y="63"/>
                    <a:pt x="29845" y="6563"/>
                    <a:pt x="27216" y="10277"/>
                  </a:cubicBezTo>
                  <a:cubicBezTo>
                    <a:pt x="26109" y="4308"/>
                    <a:pt x="21126" y="63"/>
                    <a:pt x="14622" y="63"/>
                  </a:cubicBezTo>
                  <a:cubicBezTo>
                    <a:pt x="8255" y="63"/>
                    <a:pt x="5626" y="5236"/>
                    <a:pt x="4380" y="7624"/>
                  </a:cubicBezTo>
                  <a:cubicBezTo>
                    <a:pt x="1889" y="12134"/>
                    <a:pt x="90" y="20093"/>
                    <a:pt x="90" y="20491"/>
                  </a:cubicBezTo>
                  <a:cubicBezTo>
                    <a:pt x="90" y="21817"/>
                    <a:pt x="1474" y="21817"/>
                    <a:pt x="1751" y="21817"/>
                  </a:cubicBezTo>
                  <a:cubicBezTo>
                    <a:pt x="3135" y="21817"/>
                    <a:pt x="3273" y="21685"/>
                    <a:pt x="4104" y="18766"/>
                  </a:cubicBezTo>
                  <a:cubicBezTo>
                    <a:pt x="6456" y="9348"/>
                    <a:pt x="9224" y="2981"/>
                    <a:pt x="14206" y="2981"/>
                  </a:cubicBezTo>
                  <a:cubicBezTo>
                    <a:pt x="16559" y="2981"/>
                    <a:pt x="18497" y="4042"/>
                    <a:pt x="18497" y="9083"/>
                  </a:cubicBezTo>
                  <a:cubicBezTo>
                    <a:pt x="18497" y="11869"/>
                    <a:pt x="18082" y="13328"/>
                    <a:pt x="16282" y="20226"/>
                  </a:cubicBezTo>
                  <a:lnTo>
                    <a:pt x="8255" y="5086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5" name="Freeform: Shape 214">
              <a:extLst>
                <a:ext uri="{FF2B5EF4-FFF2-40B4-BE49-F238E27FC236}">
                  <a16:creationId xmlns:a16="http://schemas.microsoft.com/office/drawing/2014/main" id="{9595E493-3D7A-AE6C-3821-3027080781E9}"/>
                </a:ext>
              </a:extLst>
            </p:cNvPr>
            <p:cNvSpPr/>
            <p:nvPr>
              <p:custDataLst>
                <p:tags r:id="rId14"/>
              </p:custDataLst>
            </p:nvPr>
          </p:nvSpPr>
          <p:spPr>
            <a:xfrm>
              <a:off x="7351875" y="4977134"/>
              <a:ext cx="18960" cy="132649"/>
            </a:xfrm>
            <a:custGeom>
              <a:avLst/>
              <a:gdLst>
                <a:gd name="connsiteX0" fmla="*/ 19055 w 18960"/>
                <a:gd name="connsiteY0" fmla="*/ 132713 h 132649"/>
                <a:gd name="connsiteX1" fmla="*/ 19055 w 18960"/>
                <a:gd name="connsiteY1" fmla="*/ 127407 h 132649"/>
                <a:gd name="connsiteX2" fmla="*/ 5631 w 18960"/>
                <a:gd name="connsiteY2" fmla="*/ 127407 h 132649"/>
                <a:gd name="connsiteX3" fmla="*/ 5631 w 18960"/>
                <a:gd name="connsiteY3" fmla="*/ 5369 h 132649"/>
                <a:gd name="connsiteX4" fmla="*/ 19055 w 18960"/>
                <a:gd name="connsiteY4" fmla="*/ 5369 h 132649"/>
                <a:gd name="connsiteX5" fmla="*/ 19055 w 18960"/>
                <a:gd name="connsiteY5" fmla="*/ 63 h 132649"/>
                <a:gd name="connsiteX6" fmla="*/ 95 w 18960"/>
                <a:gd name="connsiteY6" fmla="*/ 63 h 132649"/>
                <a:gd name="connsiteX7" fmla="*/ 95 w 18960"/>
                <a:gd name="connsiteY7" fmla="*/ 132713 h 132649"/>
                <a:gd name="connsiteX8" fmla="*/ 19055 w 18960"/>
                <a:gd name="connsiteY8" fmla="*/ 132713 h 13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 h="132649">
                  <a:moveTo>
                    <a:pt x="19055" y="132713"/>
                  </a:moveTo>
                  <a:lnTo>
                    <a:pt x="19055" y="127407"/>
                  </a:lnTo>
                  <a:lnTo>
                    <a:pt x="5631" y="127407"/>
                  </a:lnTo>
                  <a:lnTo>
                    <a:pt x="5631" y="5369"/>
                  </a:lnTo>
                  <a:lnTo>
                    <a:pt x="19055" y="5369"/>
                  </a:lnTo>
                  <a:lnTo>
                    <a:pt x="19055" y="63"/>
                  </a:lnTo>
                  <a:lnTo>
                    <a:pt x="95" y="63"/>
                  </a:lnTo>
                  <a:lnTo>
                    <a:pt x="95" y="132713"/>
                  </a:lnTo>
                  <a:lnTo>
                    <a:pt x="19055" y="13271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6" name="Freeform: Shape 215">
              <a:extLst>
                <a:ext uri="{FF2B5EF4-FFF2-40B4-BE49-F238E27FC236}">
                  <a16:creationId xmlns:a16="http://schemas.microsoft.com/office/drawing/2014/main" id="{8FE931B2-33C9-FCEC-4009-E054EE32FB60}"/>
                </a:ext>
              </a:extLst>
            </p:cNvPr>
            <p:cNvSpPr/>
            <p:nvPr>
              <p:custDataLst>
                <p:tags r:id="rId15"/>
              </p:custDataLst>
            </p:nvPr>
          </p:nvSpPr>
          <p:spPr>
            <a:xfrm>
              <a:off x="7378002" y="5017990"/>
              <a:ext cx="63800" cy="85824"/>
            </a:xfrm>
            <a:custGeom>
              <a:avLst/>
              <a:gdLst>
                <a:gd name="connsiteX0" fmla="*/ 63345 w 63800"/>
                <a:gd name="connsiteY0" fmla="*/ 8154 h 85824"/>
                <a:gd name="connsiteX1" fmla="*/ 63898 w 63800"/>
                <a:gd name="connsiteY1" fmla="*/ 5103 h 85824"/>
                <a:gd name="connsiteX2" fmla="*/ 59885 w 63800"/>
                <a:gd name="connsiteY2" fmla="*/ 1522 h 85824"/>
                <a:gd name="connsiteX3" fmla="*/ 55041 w 63800"/>
                <a:gd name="connsiteY3" fmla="*/ 4308 h 85824"/>
                <a:gd name="connsiteX4" fmla="*/ 53103 w 63800"/>
                <a:gd name="connsiteY4" fmla="*/ 11471 h 85824"/>
                <a:gd name="connsiteX5" fmla="*/ 50336 w 63800"/>
                <a:gd name="connsiteY5" fmla="*/ 22083 h 85824"/>
                <a:gd name="connsiteX6" fmla="*/ 44108 w 63800"/>
                <a:gd name="connsiteY6" fmla="*/ 45960 h 85824"/>
                <a:gd name="connsiteX7" fmla="*/ 28469 w 63800"/>
                <a:gd name="connsiteY7" fmla="*/ 57235 h 85824"/>
                <a:gd name="connsiteX8" fmla="*/ 19888 w 63800"/>
                <a:gd name="connsiteY8" fmla="*/ 46490 h 85824"/>
                <a:gd name="connsiteX9" fmla="*/ 26947 w 63800"/>
                <a:gd name="connsiteY9" fmla="*/ 20491 h 85824"/>
                <a:gd name="connsiteX10" fmla="*/ 29714 w 63800"/>
                <a:gd name="connsiteY10" fmla="*/ 10940 h 85824"/>
                <a:gd name="connsiteX11" fmla="*/ 18366 w 63800"/>
                <a:gd name="connsiteY11" fmla="*/ 63 h 85824"/>
                <a:gd name="connsiteX12" fmla="*/ 98 w 63800"/>
                <a:gd name="connsiteY12" fmla="*/ 20491 h 85824"/>
                <a:gd name="connsiteX13" fmla="*/ 1758 w 63800"/>
                <a:gd name="connsiteY13" fmla="*/ 21817 h 85824"/>
                <a:gd name="connsiteX14" fmla="*/ 3973 w 63800"/>
                <a:gd name="connsiteY14" fmla="*/ 19430 h 85824"/>
                <a:gd name="connsiteX15" fmla="*/ 17951 w 63800"/>
                <a:gd name="connsiteY15" fmla="*/ 2981 h 85824"/>
                <a:gd name="connsiteX16" fmla="*/ 21411 w 63800"/>
                <a:gd name="connsiteY16" fmla="*/ 7226 h 85824"/>
                <a:gd name="connsiteX17" fmla="*/ 19058 w 63800"/>
                <a:gd name="connsiteY17" fmla="*/ 16511 h 85824"/>
                <a:gd name="connsiteX18" fmla="*/ 11031 w 63800"/>
                <a:gd name="connsiteY18" fmla="*/ 44368 h 85824"/>
                <a:gd name="connsiteX19" fmla="*/ 27915 w 63800"/>
                <a:gd name="connsiteY19" fmla="*/ 60153 h 85824"/>
                <a:gd name="connsiteX20" fmla="*/ 41893 w 63800"/>
                <a:gd name="connsiteY20" fmla="*/ 54184 h 85824"/>
                <a:gd name="connsiteX21" fmla="*/ 32898 w 63800"/>
                <a:gd name="connsiteY21" fmla="*/ 74612 h 85824"/>
                <a:gd name="connsiteX22" fmla="*/ 17674 w 63800"/>
                <a:gd name="connsiteY22" fmla="*/ 82969 h 85824"/>
                <a:gd name="connsiteX23" fmla="*/ 7156 w 63800"/>
                <a:gd name="connsiteY23" fmla="*/ 77398 h 85824"/>
                <a:gd name="connsiteX24" fmla="*/ 13107 w 63800"/>
                <a:gd name="connsiteY24" fmla="*/ 75806 h 85824"/>
                <a:gd name="connsiteX25" fmla="*/ 15875 w 63800"/>
                <a:gd name="connsiteY25" fmla="*/ 70367 h 85824"/>
                <a:gd name="connsiteX26" fmla="*/ 10754 w 63800"/>
                <a:gd name="connsiteY26" fmla="*/ 65724 h 85824"/>
                <a:gd name="connsiteX27" fmla="*/ 3004 w 63800"/>
                <a:gd name="connsiteY27" fmla="*/ 74347 h 85824"/>
                <a:gd name="connsiteX28" fmla="*/ 17674 w 63800"/>
                <a:gd name="connsiteY28" fmla="*/ 85887 h 85824"/>
                <a:gd name="connsiteX29" fmla="*/ 50059 w 63800"/>
                <a:gd name="connsiteY29" fmla="*/ 58827 h 85824"/>
                <a:gd name="connsiteX30" fmla="*/ 63345 w 63800"/>
                <a:gd name="connsiteY30" fmla="*/ 8154 h 8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800" h="85824">
                  <a:moveTo>
                    <a:pt x="63345" y="8154"/>
                  </a:moveTo>
                  <a:cubicBezTo>
                    <a:pt x="63898" y="6297"/>
                    <a:pt x="63898" y="6032"/>
                    <a:pt x="63898" y="5103"/>
                  </a:cubicBezTo>
                  <a:cubicBezTo>
                    <a:pt x="63898" y="2716"/>
                    <a:pt x="61961" y="1522"/>
                    <a:pt x="59885" y="1522"/>
                  </a:cubicBezTo>
                  <a:cubicBezTo>
                    <a:pt x="58501" y="1522"/>
                    <a:pt x="56287" y="2318"/>
                    <a:pt x="55041" y="4308"/>
                  </a:cubicBezTo>
                  <a:cubicBezTo>
                    <a:pt x="54764" y="4971"/>
                    <a:pt x="53657" y="9083"/>
                    <a:pt x="53103" y="11471"/>
                  </a:cubicBezTo>
                  <a:cubicBezTo>
                    <a:pt x="52135" y="14920"/>
                    <a:pt x="51166" y="18501"/>
                    <a:pt x="50336" y="22083"/>
                  </a:cubicBezTo>
                  <a:lnTo>
                    <a:pt x="44108" y="45960"/>
                  </a:lnTo>
                  <a:cubicBezTo>
                    <a:pt x="43554" y="47949"/>
                    <a:pt x="37603" y="57235"/>
                    <a:pt x="28469" y="57235"/>
                  </a:cubicBezTo>
                  <a:cubicBezTo>
                    <a:pt x="21411" y="57235"/>
                    <a:pt x="19888" y="51398"/>
                    <a:pt x="19888" y="46490"/>
                  </a:cubicBezTo>
                  <a:cubicBezTo>
                    <a:pt x="19888" y="40388"/>
                    <a:pt x="22241" y="32164"/>
                    <a:pt x="26947" y="20491"/>
                  </a:cubicBezTo>
                  <a:cubicBezTo>
                    <a:pt x="29161" y="15052"/>
                    <a:pt x="29714" y="13593"/>
                    <a:pt x="29714" y="10940"/>
                  </a:cubicBezTo>
                  <a:cubicBezTo>
                    <a:pt x="29714" y="4971"/>
                    <a:pt x="25286" y="63"/>
                    <a:pt x="18366" y="63"/>
                  </a:cubicBezTo>
                  <a:cubicBezTo>
                    <a:pt x="5218" y="63"/>
                    <a:pt x="98" y="19297"/>
                    <a:pt x="98" y="20491"/>
                  </a:cubicBezTo>
                  <a:cubicBezTo>
                    <a:pt x="98" y="21817"/>
                    <a:pt x="1482" y="21817"/>
                    <a:pt x="1758" y="21817"/>
                  </a:cubicBezTo>
                  <a:cubicBezTo>
                    <a:pt x="3142" y="21817"/>
                    <a:pt x="3281" y="21552"/>
                    <a:pt x="3973" y="19430"/>
                  </a:cubicBezTo>
                  <a:cubicBezTo>
                    <a:pt x="7709" y="6961"/>
                    <a:pt x="13245" y="2981"/>
                    <a:pt x="17951" y="2981"/>
                  </a:cubicBezTo>
                  <a:cubicBezTo>
                    <a:pt x="19058" y="2981"/>
                    <a:pt x="21411" y="2981"/>
                    <a:pt x="21411" y="7226"/>
                  </a:cubicBezTo>
                  <a:cubicBezTo>
                    <a:pt x="21411" y="10542"/>
                    <a:pt x="20027" y="13991"/>
                    <a:pt x="19058" y="16511"/>
                  </a:cubicBezTo>
                  <a:cubicBezTo>
                    <a:pt x="13522" y="30572"/>
                    <a:pt x="11031" y="38133"/>
                    <a:pt x="11031" y="44368"/>
                  </a:cubicBezTo>
                  <a:cubicBezTo>
                    <a:pt x="11031" y="56174"/>
                    <a:pt x="19750" y="60153"/>
                    <a:pt x="27915" y="60153"/>
                  </a:cubicBezTo>
                  <a:cubicBezTo>
                    <a:pt x="33313" y="60153"/>
                    <a:pt x="38018" y="57898"/>
                    <a:pt x="41893" y="54184"/>
                  </a:cubicBezTo>
                  <a:cubicBezTo>
                    <a:pt x="40094" y="61082"/>
                    <a:pt x="38433" y="67582"/>
                    <a:pt x="32898" y="74612"/>
                  </a:cubicBezTo>
                  <a:cubicBezTo>
                    <a:pt x="29299" y="79122"/>
                    <a:pt x="24040" y="82969"/>
                    <a:pt x="17674" y="82969"/>
                  </a:cubicBezTo>
                  <a:cubicBezTo>
                    <a:pt x="15736" y="82969"/>
                    <a:pt x="9509" y="82571"/>
                    <a:pt x="7156" y="77398"/>
                  </a:cubicBezTo>
                  <a:cubicBezTo>
                    <a:pt x="9370" y="77398"/>
                    <a:pt x="11169" y="77398"/>
                    <a:pt x="13107" y="75806"/>
                  </a:cubicBezTo>
                  <a:cubicBezTo>
                    <a:pt x="14491" y="74612"/>
                    <a:pt x="15875" y="72888"/>
                    <a:pt x="15875" y="70367"/>
                  </a:cubicBezTo>
                  <a:cubicBezTo>
                    <a:pt x="15875" y="66255"/>
                    <a:pt x="12138" y="65724"/>
                    <a:pt x="10754" y="65724"/>
                  </a:cubicBezTo>
                  <a:cubicBezTo>
                    <a:pt x="7571" y="65724"/>
                    <a:pt x="3004" y="67847"/>
                    <a:pt x="3004" y="74347"/>
                  </a:cubicBezTo>
                  <a:cubicBezTo>
                    <a:pt x="3004" y="80979"/>
                    <a:pt x="9093" y="85887"/>
                    <a:pt x="17674" y="85887"/>
                  </a:cubicBezTo>
                  <a:cubicBezTo>
                    <a:pt x="31929" y="85887"/>
                    <a:pt x="46184" y="73816"/>
                    <a:pt x="50059" y="58827"/>
                  </a:cubicBezTo>
                  <a:lnTo>
                    <a:pt x="63345" y="8154"/>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7" name="Freeform: Shape 216">
              <a:extLst>
                <a:ext uri="{FF2B5EF4-FFF2-40B4-BE49-F238E27FC236}">
                  <a16:creationId xmlns:a16="http://schemas.microsoft.com/office/drawing/2014/main" id="{B034A032-5642-63F7-4D90-C2244EF1AC20}"/>
                </a:ext>
              </a:extLst>
            </p:cNvPr>
            <p:cNvSpPr/>
            <p:nvPr>
              <p:custDataLst>
                <p:tags r:id="rId16"/>
              </p:custDataLst>
            </p:nvPr>
          </p:nvSpPr>
          <p:spPr>
            <a:xfrm>
              <a:off x="7463276" y="4977134"/>
              <a:ext cx="5535" cy="132649"/>
            </a:xfrm>
            <a:custGeom>
              <a:avLst/>
              <a:gdLst>
                <a:gd name="connsiteX0" fmla="*/ 5639 w 5535"/>
                <a:gd name="connsiteY0" fmla="*/ 4838 h 132649"/>
                <a:gd name="connsiteX1" fmla="*/ 2871 w 5535"/>
                <a:gd name="connsiteY1" fmla="*/ 63 h 132649"/>
                <a:gd name="connsiteX2" fmla="*/ 103 w 5535"/>
                <a:gd name="connsiteY2" fmla="*/ 4838 h 132649"/>
                <a:gd name="connsiteX3" fmla="*/ 103 w 5535"/>
                <a:gd name="connsiteY3" fmla="*/ 127937 h 132649"/>
                <a:gd name="connsiteX4" fmla="*/ 2871 w 5535"/>
                <a:gd name="connsiteY4" fmla="*/ 132713 h 132649"/>
                <a:gd name="connsiteX5" fmla="*/ 5639 w 5535"/>
                <a:gd name="connsiteY5" fmla="*/ 127937 h 132649"/>
                <a:gd name="connsiteX6" fmla="*/ 5639 w 5535"/>
                <a:gd name="connsiteY6" fmla="*/ 4838 h 13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35" h="132649">
                  <a:moveTo>
                    <a:pt x="5639" y="4838"/>
                  </a:moveTo>
                  <a:cubicBezTo>
                    <a:pt x="5639" y="2450"/>
                    <a:pt x="5639" y="63"/>
                    <a:pt x="2871" y="63"/>
                  </a:cubicBezTo>
                  <a:cubicBezTo>
                    <a:pt x="103" y="63"/>
                    <a:pt x="103" y="2450"/>
                    <a:pt x="103" y="4838"/>
                  </a:cubicBezTo>
                  <a:lnTo>
                    <a:pt x="103" y="127937"/>
                  </a:lnTo>
                  <a:cubicBezTo>
                    <a:pt x="103" y="130325"/>
                    <a:pt x="103" y="132713"/>
                    <a:pt x="2871" y="132713"/>
                  </a:cubicBezTo>
                  <a:cubicBezTo>
                    <a:pt x="5639" y="132713"/>
                    <a:pt x="5639" y="130325"/>
                    <a:pt x="5639" y="127937"/>
                  </a:cubicBezTo>
                  <a:lnTo>
                    <a:pt x="5639" y="4838"/>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8" name="Freeform: Shape 217">
              <a:extLst>
                <a:ext uri="{FF2B5EF4-FFF2-40B4-BE49-F238E27FC236}">
                  <a16:creationId xmlns:a16="http://schemas.microsoft.com/office/drawing/2014/main" id="{887B1108-69B5-4ED6-77BC-69CF0FEB2A1A}"/>
                </a:ext>
              </a:extLst>
            </p:cNvPr>
            <p:cNvSpPr/>
            <p:nvPr>
              <p:custDataLst>
                <p:tags r:id="rId17"/>
              </p:custDataLst>
            </p:nvPr>
          </p:nvSpPr>
          <p:spPr>
            <a:xfrm>
              <a:off x="7489264" y="5017990"/>
              <a:ext cx="68921" cy="60090"/>
            </a:xfrm>
            <a:custGeom>
              <a:avLst/>
              <a:gdLst>
                <a:gd name="connsiteX0" fmla="*/ 42317 w 68921"/>
                <a:gd name="connsiteY0" fmla="*/ 18634 h 60090"/>
                <a:gd name="connsiteX1" fmla="*/ 56018 w 68921"/>
                <a:gd name="connsiteY1" fmla="*/ 2981 h 60090"/>
                <a:gd name="connsiteX2" fmla="*/ 62938 w 68921"/>
                <a:gd name="connsiteY2" fmla="*/ 4706 h 60090"/>
                <a:gd name="connsiteX3" fmla="*/ 56295 w 68921"/>
                <a:gd name="connsiteY3" fmla="*/ 11869 h 60090"/>
                <a:gd name="connsiteX4" fmla="*/ 61554 w 68921"/>
                <a:gd name="connsiteY4" fmla="*/ 16511 h 60090"/>
                <a:gd name="connsiteX5" fmla="*/ 69027 w 68921"/>
                <a:gd name="connsiteY5" fmla="*/ 8818 h 60090"/>
                <a:gd name="connsiteX6" fmla="*/ 56156 w 68921"/>
                <a:gd name="connsiteY6" fmla="*/ 63 h 60090"/>
                <a:gd name="connsiteX7" fmla="*/ 41625 w 68921"/>
                <a:gd name="connsiteY7" fmla="*/ 10144 h 60090"/>
                <a:gd name="connsiteX8" fmla="*/ 26678 w 68921"/>
                <a:gd name="connsiteY8" fmla="*/ 63 h 60090"/>
                <a:gd name="connsiteX9" fmla="*/ 4396 w 68921"/>
                <a:gd name="connsiteY9" fmla="*/ 20491 h 60090"/>
                <a:gd name="connsiteX10" fmla="*/ 6057 w 68921"/>
                <a:gd name="connsiteY10" fmla="*/ 21817 h 60090"/>
                <a:gd name="connsiteX11" fmla="*/ 7856 w 68921"/>
                <a:gd name="connsiteY11" fmla="*/ 20358 h 60090"/>
                <a:gd name="connsiteX12" fmla="*/ 26401 w 68921"/>
                <a:gd name="connsiteY12" fmla="*/ 2981 h 60090"/>
                <a:gd name="connsiteX13" fmla="*/ 33874 w 68921"/>
                <a:gd name="connsiteY13" fmla="*/ 11869 h 60090"/>
                <a:gd name="connsiteX14" fmla="*/ 26401 w 68921"/>
                <a:gd name="connsiteY14" fmla="*/ 43439 h 60090"/>
                <a:gd name="connsiteX15" fmla="*/ 13253 w 68921"/>
                <a:gd name="connsiteY15" fmla="*/ 57235 h 60090"/>
                <a:gd name="connsiteX16" fmla="*/ 6333 w 68921"/>
                <a:gd name="connsiteY16" fmla="*/ 55510 h 60090"/>
                <a:gd name="connsiteX17" fmla="*/ 12838 w 68921"/>
                <a:gd name="connsiteY17" fmla="*/ 48347 h 60090"/>
                <a:gd name="connsiteX18" fmla="*/ 7717 w 68921"/>
                <a:gd name="connsiteY18" fmla="*/ 43705 h 60090"/>
                <a:gd name="connsiteX19" fmla="*/ 106 w 68921"/>
                <a:gd name="connsiteY19" fmla="*/ 51398 h 60090"/>
                <a:gd name="connsiteX20" fmla="*/ 13115 w 68921"/>
                <a:gd name="connsiteY20" fmla="*/ 60153 h 60090"/>
                <a:gd name="connsiteX21" fmla="*/ 27647 w 68921"/>
                <a:gd name="connsiteY21" fmla="*/ 50072 h 60090"/>
                <a:gd name="connsiteX22" fmla="*/ 42593 w 68921"/>
                <a:gd name="connsiteY22" fmla="*/ 60153 h 60090"/>
                <a:gd name="connsiteX23" fmla="*/ 64737 w 68921"/>
                <a:gd name="connsiteY23" fmla="*/ 39725 h 60090"/>
                <a:gd name="connsiteX24" fmla="*/ 63076 w 68921"/>
                <a:gd name="connsiteY24" fmla="*/ 38399 h 60090"/>
                <a:gd name="connsiteX25" fmla="*/ 61277 w 68921"/>
                <a:gd name="connsiteY25" fmla="*/ 39858 h 60090"/>
                <a:gd name="connsiteX26" fmla="*/ 42870 w 68921"/>
                <a:gd name="connsiteY26" fmla="*/ 57235 h 60090"/>
                <a:gd name="connsiteX27" fmla="*/ 35258 w 68921"/>
                <a:gd name="connsiteY27" fmla="*/ 48480 h 60090"/>
                <a:gd name="connsiteX28" fmla="*/ 37611 w 68921"/>
                <a:gd name="connsiteY28" fmla="*/ 36807 h 60090"/>
                <a:gd name="connsiteX29" fmla="*/ 42317 w 68921"/>
                <a:gd name="connsiteY29" fmla="*/ 18634 h 6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8921" h="60090">
                  <a:moveTo>
                    <a:pt x="42317" y="18634"/>
                  </a:moveTo>
                  <a:cubicBezTo>
                    <a:pt x="43147" y="15185"/>
                    <a:pt x="46330" y="2981"/>
                    <a:pt x="56018" y="2981"/>
                  </a:cubicBezTo>
                  <a:cubicBezTo>
                    <a:pt x="56710" y="2981"/>
                    <a:pt x="60031" y="2981"/>
                    <a:pt x="62938" y="4706"/>
                  </a:cubicBezTo>
                  <a:cubicBezTo>
                    <a:pt x="59063" y="5369"/>
                    <a:pt x="56295" y="8685"/>
                    <a:pt x="56295" y="11869"/>
                  </a:cubicBezTo>
                  <a:cubicBezTo>
                    <a:pt x="56295" y="13991"/>
                    <a:pt x="57817" y="16511"/>
                    <a:pt x="61554" y="16511"/>
                  </a:cubicBezTo>
                  <a:cubicBezTo>
                    <a:pt x="64598" y="16511"/>
                    <a:pt x="69027" y="14124"/>
                    <a:pt x="69027" y="8818"/>
                  </a:cubicBezTo>
                  <a:cubicBezTo>
                    <a:pt x="69027" y="1920"/>
                    <a:pt x="60862" y="63"/>
                    <a:pt x="56156" y="63"/>
                  </a:cubicBezTo>
                  <a:cubicBezTo>
                    <a:pt x="48129" y="63"/>
                    <a:pt x="43285" y="7093"/>
                    <a:pt x="41625" y="10144"/>
                  </a:cubicBezTo>
                  <a:cubicBezTo>
                    <a:pt x="38165" y="1389"/>
                    <a:pt x="30691" y="63"/>
                    <a:pt x="26678" y="63"/>
                  </a:cubicBezTo>
                  <a:cubicBezTo>
                    <a:pt x="12284" y="63"/>
                    <a:pt x="4396" y="17175"/>
                    <a:pt x="4396" y="20491"/>
                  </a:cubicBezTo>
                  <a:cubicBezTo>
                    <a:pt x="4396" y="21817"/>
                    <a:pt x="5780" y="21817"/>
                    <a:pt x="6057" y="21817"/>
                  </a:cubicBezTo>
                  <a:cubicBezTo>
                    <a:pt x="7164" y="21817"/>
                    <a:pt x="7579" y="21552"/>
                    <a:pt x="7856" y="20358"/>
                  </a:cubicBezTo>
                  <a:cubicBezTo>
                    <a:pt x="12561" y="6297"/>
                    <a:pt x="21695" y="2981"/>
                    <a:pt x="26401" y="2981"/>
                  </a:cubicBezTo>
                  <a:cubicBezTo>
                    <a:pt x="29030" y="2981"/>
                    <a:pt x="33874" y="4175"/>
                    <a:pt x="33874" y="11869"/>
                  </a:cubicBezTo>
                  <a:cubicBezTo>
                    <a:pt x="33874" y="15981"/>
                    <a:pt x="31522" y="24868"/>
                    <a:pt x="26401" y="43439"/>
                  </a:cubicBezTo>
                  <a:cubicBezTo>
                    <a:pt x="24187" y="51664"/>
                    <a:pt x="19343" y="57235"/>
                    <a:pt x="13253" y="57235"/>
                  </a:cubicBezTo>
                  <a:cubicBezTo>
                    <a:pt x="12423" y="57235"/>
                    <a:pt x="9240" y="57235"/>
                    <a:pt x="6333" y="55510"/>
                  </a:cubicBezTo>
                  <a:cubicBezTo>
                    <a:pt x="9793" y="54847"/>
                    <a:pt x="12838" y="52062"/>
                    <a:pt x="12838" y="48347"/>
                  </a:cubicBezTo>
                  <a:cubicBezTo>
                    <a:pt x="12838" y="44766"/>
                    <a:pt x="9793" y="43705"/>
                    <a:pt x="7717" y="43705"/>
                  </a:cubicBezTo>
                  <a:cubicBezTo>
                    <a:pt x="3565" y="43705"/>
                    <a:pt x="106" y="47153"/>
                    <a:pt x="106" y="51398"/>
                  </a:cubicBezTo>
                  <a:cubicBezTo>
                    <a:pt x="106" y="57500"/>
                    <a:pt x="7025" y="60153"/>
                    <a:pt x="13115" y="60153"/>
                  </a:cubicBezTo>
                  <a:cubicBezTo>
                    <a:pt x="22249" y="60153"/>
                    <a:pt x="27231" y="50868"/>
                    <a:pt x="27647" y="50072"/>
                  </a:cubicBezTo>
                  <a:cubicBezTo>
                    <a:pt x="29307" y="54980"/>
                    <a:pt x="34290" y="60153"/>
                    <a:pt x="42593" y="60153"/>
                  </a:cubicBezTo>
                  <a:cubicBezTo>
                    <a:pt x="56848" y="60153"/>
                    <a:pt x="64737" y="43041"/>
                    <a:pt x="64737" y="39725"/>
                  </a:cubicBezTo>
                  <a:cubicBezTo>
                    <a:pt x="64737" y="38399"/>
                    <a:pt x="63491" y="38399"/>
                    <a:pt x="63076" y="38399"/>
                  </a:cubicBezTo>
                  <a:cubicBezTo>
                    <a:pt x="61830" y="38399"/>
                    <a:pt x="61554" y="38929"/>
                    <a:pt x="61277" y="39858"/>
                  </a:cubicBezTo>
                  <a:cubicBezTo>
                    <a:pt x="56710" y="54051"/>
                    <a:pt x="47299" y="57235"/>
                    <a:pt x="42870" y="57235"/>
                  </a:cubicBezTo>
                  <a:cubicBezTo>
                    <a:pt x="37473" y="57235"/>
                    <a:pt x="35258" y="52990"/>
                    <a:pt x="35258" y="48480"/>
                  </a:cubicBezTo>
                  <a:cubicBezTo>
                    <a:pt x="35258" y="45562"/>
                    <a:pt x="36089" y="42643"/>
                    <a:pt x="37611" y="36807"/>
                  </a:cubicBezTo>
                  <a:lnTo>
                    <a:pt x="42317" y="18634"/>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19" name="Freeform: Shape 218">
              <a:extLst>
                <a:ext uri="{FF2B5EF4-FFF2-40B4-BE49-F238E27FC236}">
                  <a16:creationId xmlns:a16="http://schemas.microsoft.com/office/drawing/2014/main" id="{8AF76654-FBDD-F867-307D-3DB67E7D598B}"/>
                </a:ext>
              </a:extLst>
            </p:cNvPr>
            <p:cNvSpPr/>
            <p:nvPr>
              <p:custDataLst>
                <p:tags r:id="rId18"/>
              </p:custDataLst>
            </p:nvPr>
          </p:nvSpPr>
          <p:spPr>
            <a:xfrm>
              <a:off x="7567393" y="4977134"/>
              <a:ext cx="18960" cy="132649"/>
            </a:xfrm>
            <a:custGeom>
              <a:avLst/>
              <a:gdLst>
                <a:gd name="connsiteX0" fmla="*/ 19072 w 18960"/>
                <a:gd name="connsiteY0" fmla="*/ 63 h 132649"/>
                <a:gd name="connsiteX1" fmla="*/ 111 w 18960"/>
                <a:gd name="connsiteY1" fmla="*/ 63 h 132649"/>
                <a:gd name="connsiteX2" fmla="*/ 111 w 18960"/>
                <a:gd name="connsiteY2" fmla="*/ 5369 h 132649"/>
                <a:gd name="connsiteX3" fmla="*/ 13536 w 18960"/>
                <a:gd name="connsiteY3" fmla="*/ 5369 h 132649"/>
                <a:gd name="connsiteX4" fmla="*/ 13536 w 18960"/>
                <a:gd name="connsiteY4" fmla="*/ 127407 h 132649"/>
                <a:gd name="connsiteX5" fmla="*/ 111 w 18960"/>
                <a:gd name="connsiteY5" fmla="*/ 127407 h 132649"/>
                <a:gd name="connsiteX6" fmla="*/ 111 w 18960"/>
                <a:gd name="connsiteY6" fmla="*/ 132713 h 132649"/>
                <a:gd name="connsiteX7" fmla="*/ 19072 w 18960"/>
                <a:gd name="connsiteY7" fmla="*/ 132713 h 132649"/>
                <a:gd name="connsiteX8" fmla="*/ 19072 w 18960"/>
                <a:gd name="connsiteY8" fmla="*/ 63 h 13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 h="132649">
                  <a:moveTo>
                    <a:pt x="19072" y="63"/>
                  </a:moveTo>
                  <a:lnTo>
                    <a:pt x="111" y="63"/>
                  </a:lnTo>
                  <a:lnTo>
                    <a:pt x="111" y="5369"/>
                  </a:lnTo>
                  <a:lnTo>
                    <a:pt x="13536" y="5369"/>
                  </a:lnTo>
                  <a:lnTo>
                    <a:pt x="13536" y="127407"/>
                  </a:lnTo>
                  <a:lnTo>
                    <a:pt x="111" y="127407"/>
                  </a:lnTo>
                  <a:lnTo>
                    <a:pt x="111" y="132713"/>
                  </a:lnTo>
                  <a:lnTo>
                    <a:pt x="19072" y="132713"/>
                  </a:lnTo>
                  <a:lnTo>
                    <a:pt x="19072" y="6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20" name="Freeform: Shape 219">
              <a:extLst>
                <a:ext uri="{FF2B5EF4-FFF2-40B4-BE49-F238E27FC236}">
                  <a16:creationId xmlns:a16="http://schemas.microsoft.com/office/drawing/2014/main" id="{B570A073-9BD1-D0F9-88E8-752166A5C486}"/>
                </a:ext>
              </a:extLst>
            </p:cNvPr>
            <p:cNvSpPr/>
            <p:nvPr>
              <p:custDataLst>
                <p:tags r:id="rId19"/>
              </p:custDataLst>
            </p:nvPr>
          </p:nvSpPr>
          <p:spPr>
            <a:xfrm>
              <a:off x="7648985" y="5027939"/>
              <a:ext cx="92033" cy="31040"/>
            </a:xfrm>
            <a:custGeom>
              <a:avLst/>
              <a:gdLst>
                <a:gd name="connsiteX0" fmla="*/ 87445 w 92033"/>
                <a:gd name="connsiteY0" fmla="*/ 5369 h 31040"/>
                <a:gd name="connsiteX1" fmla="*/ 92151 w 92033"/>
                <a:gd name="connsiteY1" fmla="*/ 2716 h 31040"/>
                <a:gd name="connsiteX2" fmla="*/ 87584 w 92033"/>
                <a:gd name="connsiteY2" fmla="*/ 63 h 31040"/>
                <a:gd name="connsiteX3" fmla="*/ 4684 w 92033"/>
                <a:gd name="connsiteY3" fmla="*/ 63 h 31040"/>
                <a:gd name="connsiteX4" fmla="*/ 117 w 92033"/>
                <a:gd name="connsiteY4" fmla="*/ 2716 h 31040"/>
                <a:gd name="connsiteX5" fmla="*/ 4822 w 92033"/>
                <a:gd name="connsiteY5" fmla="*/ 5369 h 31040"/>
                <a:gd name="connsiteX6" fmla="*/ 87445 w 92033"/>
                <a:gd name="connsiteY6" fmla="*/ 5369 h 31040"/>
                <a:gd name="connsiteX7" fmla="*/ 87584 w 92033"/>
                <a:gd name="connsiteY7" fmla="*/ 31103 h 31040"/>
                <a:gd name="connsiteX8" fmla="*/ 92151 w 92033"/>
                <a:gd name="connsiteY8" fmla="*/ 28450 h 31040"/>
                <a:gd name="connsiteX9" fmla="*/ 87445 w 92033"/>
                <a:gd name="connsiteY9" fmla="*/ 25797 h 31040"/>
                <a:gd name="connsiteX10" fmla="*/ 4822 w 92033"/>
                <a:gd name="connsiteY10" fmla="*/ 25797 h 31040"/>
                <a:gd name="connsiteX11" fmla="*/ 117 w 92033"/>
                <a:gd name="connsiteY11" fmla="*/ 28450 h 31040"/>
                <a:gd name="connsiteX12" fmla="*/ 4684 w 92033"/>
                <a:gd name="connsiteY12" fmla="*/ 31103 h 31040"/>
                <a:gd name="connsiteX13" fmla="*/ 87584 w 92033"/>
                <a:gd name="connsiteY13" fmla="*/ 31103 h 3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33" h="31040">
                  <a:moveTo>
                    <a:pt x="87445" y="5369"/>
                  </a:moveTo>
                  <a:cubicBezTo>
                    <a:pt x="89521" y="5369"/>
                    <a:pt x="92151" y="5369"/>
                    <a:pt x="92151" y="2716"/>
                  </a:cubicBezTo>
                  <a:cubicBezTo>
                    <a:pt x="92151" y="63"/>
                    <a:pt x="89521" y="63"/>
                    <a:pt x="87584" y="63"/>
                  </a:cubicBezTo>
                  <a:lnTo>
                    <a:pt x="4684" y="63"/>
                  </a:lnTo>
                  <a:cubicBezTo>
                    <a:pt x="2746" y="63"/>
                    <a:pt x="117" y="63"/>
                    <a:pt x="117" y="2716"/>
                  </a:cubicBezTo>
                  <a:cubicBezTo>
                    <a:pt x="117" y="5369"/>
                    <a:pt x="2746" y="5369"/>
                    <a:pt x="4822" y="5369"/>
                  </a:cubicBezTo>
                  <a:lnTo>
                    <a:pt x="87445" y="5369"/>
                  </a:lnTo>
                  <a:close/>
                  <a:moveTo>
                    <a:pt x="87584" y="31103"/>
                  </a:moveTo>
                  <a:cubicBezTo>
                    <a:pt x="89521" y="31103"/>
                    <a:pt x="92151" y="31103"/>
                    <a:pt x="92151" y="28450"/>
                  </a:cubicBezTo>
                  <a:cubicBezTo>
                    <a:pt x="92151" y="25797"/>
                    <a:pt x="89521" y="25797"/>
                    <a:pt x="87445" y="25797"/>
                  </a:cubicBezTo>
                  <a:lnTo>
                    <a:pt x="4822" y="25797"/>
                  </a:lnTo>
                  <a:cubicBezTo>
                    <a:pt x="2746" y="25797"/>
                    <a:pt x="117" y="25797"/>
                    <a:pt x="117" y="28450"/>
                  </a:cubicBezTo>
                  <a:cubicBezTo>
                    <a:pt x="117" y="31103"/>
                    <a:pt x="2746" y="31103"/>
                    <a:pt x="4684" y="31103"/>
                  </a:cubicBezTo>
                  <a:lnTo>
                    <a:pt x="87584" y="31103"/>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21" name="Freeform: Shape 220">
              <a:extLst>
                <a:ext uri="{FF2B5EF4-FFF2-40B4-BE49-F238E27FC236}">
                  <a16:creationId xmlns:a16="http://schemas.microsoft.com/office/drawing/2014/main" id="{7289EDE9-0262-D519-03DC-24F87B0290B5}"/>
                </a:ext>
              </a:extLst>
            </p:cNvPr>
            <p:cNvSpPr/>
            <p:nvPr>
              <p:custDataLst>
                <p:tags r:id="rId20"/>
              </p:custDataLst>
            </p:nvPr>
          </p:nvSpPr>
          <p:spPr>
            <a:xfrm>
              <a:off x="7792579" y="5019449"/>
              <a:ext cx="73211" cy="58631"/>
            </a:xfrm>
            <a:custGeom>
              <a:avLst/>
              <a:gdLst>
                <a:gd name="connsiteX0" fmla="*/ 66558 w 73211"/>
                <a:gd name="connsiteY0" fmla="*/ 7756 h 58631"/>
                <a:gd name="connsiteX1" fmla="*/ 73339 w 73211"/>
                <a:gd name="connsiteY1" fmla="*/ 3246 h 58631"/>
                <a:gd name="connsiteX2" fmla="*/ 67942 w 73211"/>
                <a:gd name="connsiteY2" fmla="*/ 63 h 58631"/>
                <a:gd name="connsiteX3" fmla="*/ 36387 w 73211"/>
                <a:gd name="connsiteY3" fmla="*/ 63 h 58631"/>
                <a:gd name="connsiteX4" fmla="*/ 127 w 73211"/>
                <a:gd name="connsiteY4" fmla="*/ 37735 h 58631"/>
                <a:gd name="connsiteX5" fmla="*/ 20887 w 73211"/>
                <a:gd name="connsiteY5" fmla="*/ 58694 h 58631"/>
                <a:gd name="connsiteX6" fmla="*/ 55624 w 73211"/>
                <a:gd name="connsiteY6" fmla="*/ 22215 h 58631"/>
                <a:gd name="connsiteX7" fmla="*/ 51334 w 73211"/>
                <a:gd name="connsiteY7" fmla="*/ 7756 h 58631"/>
                <a:gd name="connsiteX8" fmla="*/ 66558 w 73211"/>
                <a:gd name="connsiteY8" fmla="*/ 7756 h 58631"/>
                <a:gd name="connsiteX9" fmla="*/ 21025 w 73211"/>
                <a:gd name="connsiteY9" fmla="*/ 55776 h 58631"/>
                <a:gd name="connsiteX10" fmla="*/ 8708 w 73211"/>
                <a:gd name="connsiteY10" fmla="*/ 41450 h 58631"/>
                <a:gd name="connsiteX11" fmla="*/ 15213 w 73211"/>
                <a:gd name="connsiteY11" fmla="*/ 18766 h 58631"/>
                <a:gd name="connsiteX12" fmla="*/ 34035 w 73211"/>
                <a:gd name="connsiteY12" fmla="*/ 7756 h 58631"/>
                <a:gd name="connsiteX13" fmla="*/ 46767 w 73211"/>
                <a:gd name="connsiteY13" fmla="*/ 20623 h 58631"/>
                <a:gd name="connsiteX14" fmla="*/ 39294 w 73211"/>
                <a:gd name="connsiteY14" fmla="*/ 44500 h 58631"/>
                <a:gd name="connsiteX15" fmla="*/ 21025 w 73211"/>
                <a:gd name="connsiteY15" fmla="*/ 55776 h 5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3211" h="58631">
                  <a:moveTo>
                    <a:pt x="66558" y="7756"/>
                  </a:moveTo>
                  <a:cubicBezTo>
                    <a:pt x="68357" y="7756"/>
                    <a:pt x="73339" y="7756"/>
                    <a:pt x="73339" y="3246"/>
                  </a:cubicBezTo>
                  <a:cubicBezTo>
                    <a:pt x="73339" y="63"/>
                    <a:pt x="70433" y="63"/>
                    <a:pt x="67942" y="63"/>
                  </a:cubicBezTo>
                  <a:lnTo>
                    <a:pt x="36387" y="63"/>
                  </a:lnTo>
                  <a:cubicBezTo>
                    <a:pt x="15489" y="63"/>
                    <a:pt x="127" y="21950"/>
                    <a:pt x="127" y="37735"/>
                  </a:cubicBezTo>
                  <a:cubicBezTo>
                    <a:pt x="127" y="49409"/>
                    <a:pt x="8293" y="58694"/>
                    <a:pt x="20887" y="58694"/>
                  </a:cubicBezTo>
                  <a:cubicBezTo>
                    <a:pt x="37218" y="58694"/>
                    <a:pt x="55624" y="42643"/>
                    <a:pt x="55624" y="22215"/>
                  </a:cubicBezTo>
                  <a:cubicBezTo>
                    <a:pt x="55624" y="19960"/>
                    <a:pt x="55624" y="13593"/>
                    <a:pt x="51334" y="7756"/>
                  </a:cubicBezTo>
                  <a:lnTo>
                    <a:pt x="66558" y="7756"/>
                  </a:lnTo>
                  <a:close/>
                  <a:moveTo>
                    <a:pt x="21025" y="55776"/>
                  </a:moveTo>
                  <a:cubicBezTo>
                    <a:pt x="14244" y="55776"/>
                    <a:pt x="8708" y="51000"/>
                    <a:pt x="8708" y="41450"/>
                  </a:cubicBezTo>
                  <a:cubicBezTo>
                    <a:pt x="8708" y="37470"/>
                    <a:pt x="10369" y="26593"/>
                    <a:pt x="15213" y="18766"/>
                  </a:cubicBezTo>
                  <a:cubicBezTo>
                    <a:pt x="21025" y="9614"/>
                    <a:pt x="29329" y="7756"/>
                    <a:pt x="34035" y="7756"/>
                  </a:cubicBezTo>
                  <a:cubicBezTo>
                    <a:pt x="45660" y="7756"/>
                    <a:pt x="46767" y="16511"/>
                    <a:pt x="46767" y="20623"/>
                  </a:cubicBezTo>
                  <a:cubicBezTo>
                    <a:pt x="46767" y="26858"/>
                    <a:pt x="43999" y="37735"/>
                    <a:pt x="39294" y="44500"/>
                  </a:cubicBezTo>
                  <a:cubicBezTo>
                    <a:pt x="33896" y="52327"/>
                    <a:pt x="26423" y="55776"/>
                    <a:pt x="21025" y="55776"/>
                  </a:cubicBez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sp>
          <p:nvSpPr>
            <p:cNvPr id="222" name="Freeform: Shape 221">
              <a:extLst>
                <a:ext uri="{FF2B5EF4-FFF2-40B4-BE49-F238E27FC236}">
                  <a16:creationId xmlns:a16="http://schemas.microsoft.com/office/drawing/2014/main" id="{AA7F98F4-EF6A-A868-B9BE-99922AB42B11}"/>
                </a:ext>
              </a:extLst>
            </p:cNvPr>
            <p:cNvSpPr/>
            <p:nvPr>
              <p:custDataLst>
                <p:tags r:id="rId21"/>
              </p:custDataLst>
            </p:nvPr>
          </p:nvSpPr>
          <p:spPr>
            <a:xfrm>
              <a:off x="7877470" y="4966828"/>
              <a:ext cx="42819" cy="61655"/>
            </a:xfrm>
            <a:custGeom>
              <a:avLst/>
              <a:gdLst>
                <a:gd name="connsiteX0" fmla="*/ 42953 w 42819"/>
                <a:gd name="connsiteY0" fmla="*/ 44815 h 61655"/>
                <a:gd name="connsiteX1" fmla="*/ 39659 w 42819"/>
                <a:gd name="connsiteY1" fmla="*/ 44815 h 61655"/>
                <a:gd name="connsiteX2" fmla="*/ 37141 w 42819"/>
                <a:gd name="connsiteY2" fmla="*/ 53265 h 61655"/>
                <a:gd name="connsiteX3" fmla="*/ 27550 w 42819"/>
                <a:gd name="connsiteY3" fmla="*/ 53822 h 61655"/>
                <a:gd name="connsiteX4" fmla="*/ 9724 w 42819"/>
                <a:gd name="connsiteY4" fmla="*/ 53822 h 61655"/>
                <a:gd name="connsiteX5" fmla="*/ 29100 w 42819"/>
                <a:gd name="connsiteY5" fmla="*/ 38222 h 61655"/>
                <a:gd name="connsiteX6" fmla="*/ 42953 w 42819"/>
                <a:gd name="connsiteY6" fmla="*/ 18166 h 61655"/>
                <a:gd name="connsiteX7" fmla="*/ 20284 w 42819"/>
                <a:gd name="connsiteY7" fmla="*/ 59 h 61655"/>
                <a:gd name="connsiteX8" fmla="*/ 133 w 42819"/>
                <a:gd name="connsiteY8" fmla="*/ 16680 h 61655"/>
                <a:gd name="connsiteX9" fmla="*/ 5268 w 42819"/>
                <a:gd name="connsiteY9" fmla="*/ 21880 h 61655"/>
                <a:gd name="connsiteX10" fmla="*/ 10402 w 42819"/>
                <a:gd name="connsiteY10" fmla="*/ 16959 h 61655"/>
                <a:gd name="connsiteX11" fmla="*/ 4687 w 42819"/>
                <a:gd name="connsiteY11" fmla="*/ 12037 h 61655"/>
                <a:gd name="connsiteX12" fmla="*/ 18831 w 42819"/>
                <a:gd name="connsiteY12" fmla="*/ 3402 h 61655"/>
                <a:gd name="connsiteX13" fmla="*/ 33556 w 42819"/>
                <a:gd name="connsiteY13" fmla="*/ 18166 h 61655"/>
                <a:gd name="connsiteX14" fmla="*/ 24450 w 42819"/>
                <a:gd name="connsiteY14" fmla="*/ 35994 h 61655"/>
                <a:gd name="connsiteX15" fmla="*/ 1102 w 42819"/>
                <a:gd name="connsiteY15" fmla="*/ 58093 h 61655"/>
                <a:gd name="connsiteX16" fmla="*/ 133 w 42819"/>
                <a:gd name="connsiteY16" fmla="*/ 61715 h 61655"/>
                <a:gd name="connsiteX17" fmla="*/ 40047 w 42819"/>
                <a:gd name="connsiteY17" fmla="*/ 61715 h 61655"/>
                <a:gd name="connsiteX18" fmla="*/ 42953 w 42819"/>
                <a:gd name="connsiteY18" fmla="*/ 44815 h 61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819" h="61655">
                  <a:moveTo>
                    <a:pt x="42953" y="44815"/>
                  </a:moveTo>
                  <a:lnTo>
                    <a:pt x="39659" y="44815"/>
                  </a:lnTo>
                  <a:cubicBezTo>
                    <a:pt x="39369" y="46858"/>
                    <a:pt x="38400" y="52336"/>
                    <a:pt x="37141" y="53265"/>
                  </a:cubicBezTo>
                  <a:cubicBezTo>
                    <a:pt x="36366" y="53822"/>
                    <a:pt x="28906" y="53822"/>
                    <a:pt x="27550" y="53822"/>
                  </a:cubicBezTo>
                  <a:lnTo>
                    <a:pt x="9724" y="53822"/>
                  </a:lnTo>
                  <a:cubicBezTo>
                    <a:pt x="19896" y="45187"/>
                    <a:pt x="23287" y="42587"/>
                    <a:pt x="29100" y="38222"/>
                  </a:cubicBezTo>
                  <a:cubicBezTo>
                    <a:pt x="36269" y="32744"/>
                    <a:pt x="42953" y="26987"/>
                    <a:pt x="42953" y="18166"/>
                  </a:cubicBezTo>
                  <a:cubicBezTo>
                    <a:pt x="42953" y="6930"/>
                    <a:pt x="32684" y="59"/>
                    <a:pt x="20284" y="59"/>
                  </a:cubicBezTo>
                  <a:cubicBezTo>
                    <a:pt x="8271" y="59"/>
                    <a:pt x="133" y="8138"/>
                    <a:pt x="133" y="16680"/>
                  </a:cubicBezTo>
                  <a:cubicBezTo>
                    <a:pt x="133" y="21416"/>
                    <a:pt x="4299" y="21880"/>
                    <a:pt x="5268" y="21880"/>
                  </a:cubicBezTo>
                  <a:cubicBezTo>
                    <a:pt x="7593" y="21880"/>
                    <a:pt x="10402" y="20302"/>
                    <a:pt x="10402" y="16959"/>
                  </a:cubicBezTo>
                  <a:cubicBezTo>
                    <a:pt x="10402" y="15287"/>
                    <a:pt x="9724" y="12037"/>
                    <a:pt x="4687" y="12037"/>
                  </a:cubicBezTo>
                  <a:cubicBezTo>
                    <a:pt x="7690" y="5445"/>
                    <a:pt x="14277" y="3402"/>
                    <a:pt x="18831" y="3402"/>
                  </a:cubicBezTo>
                  <a:cubicBezTo>
                    <a:pt x="28519" y="3402"/>
                    <a:pt x="33556" y="10645"/>
                    <a:pt x="33556" y="18166"/>
                  </a:cubicBezTo>
                  <a:cubicBezTo>
                    <a:pt x="33556" y="26244"/>
                    <a:pt x="27550" y="32651"/>
                    <a:pt x="24450" y="35994"/>
                  </a:cubicBezTo>
                  <a:lnTo>
                    <a:pt x="1102" y="58093"/>
                  </a:lnTo>
                  <a:cubicBezTo>
                    <a:pt x="133" y="58929"/>
                    <a:pt x="133" y="59115"/>
                    <a:pt x="133" y="61715"/>
                  </a:cubicBezTo>
                  <a:lnTo>
                    <a:pt x="40047" y="61715"/>
                  </a:lnTo>
                  <a:lnTo>
                    <a:pt x="42953" y="44815"/>
                  </a:lnTo>
                  <a:close/>
                </a:path>
              </a:pathLst>
            </a:custGeom>
            <a:grpFill/>
            <a:ln w="227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solidFill>
                  <a:schemeClr val="bg1"/>
                </a:solidFill>
                <a:latin typeface="Aptos" panose="020B0004020202020204"/>
              </a:endParaRPr>
            </a:p>
          </p:txBody>
        </p:sp>
      </p:grpSp>
    </p:spTree>
    <p:extLst>
      <p:ext uri="{BB962C8B-B14F-4D97-AF65-F5344CB8AC3E}">
        <p14:creationId xmlns:p14="http://schemas.microsoft.com/office/powerpoint/2010/main" val="2609293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nodeType="withEffect">
                                  <p:stCondLst>
                                    <p:cond delay="0"/>
                                  </p:stCondLst>
                                  <p:childTnLst>
                                    <p:set>
                                      <p:cBhvr>
                                        <p:cTn id="36" dur="1" fill="hold">
                                          <p:stCondLst>
                                            <p:cond delay="0"/>
                                          </p:stCondLst>
                                        </p:cTn>
                                        <p:tgtEl>
                                          <p:spTgt spid="90"/>
                                        </p:tgtEl>
                                        <p:attrNameLst>
                                          <p:attrName>style.visibility</p:attrName>
                                        </p:attrNameLst>
                                      </p:cBhvr>
                                      <p:to>
                                        <p:strVal val="visible"/>
                                      </p:to>
                                    </p:set>
                                    <p:animEffect transition="in" filter="fade">
                                      <p:cBhvr>
                                        <p:cTn id="37" dur="500"/>
                                        <p:tgtEl>
                                          <p:spTgt spid="90"/>
                                        </p:tgtEl>
                                      </p:cBhvr>
                                    </p:animEffect>
                                  </p:childTnLst>
                                </p:cTn>
                              </p:par>
                              <p:par>
                                <p:cTn id="38" presetID="10" presetClass="entr" presetSubtype="0" fill="hold" nodeType="withEffect">
                                  <p:stCondLst>
                                    <p:cond delay="0"/>
                                  </p:stCondLst>
                                  <p:childTnLst>
                                    <p:set>
                                      <p:cBhvr>
                                        <p:cTn id="39" dur="1" fill="hold">
                                          <p:stCondLst>
                                            <p:cond delay="0"/>
                                          </p:stCondLst>
                                        </p:cTn>
                                        <p:tgtEl>
                                          <p:spTgt spid="99"/>
                                        </p:tgtEl>
                                        <p:attrNameLst>
                                          <p:attrName>style.visibility</p:attrName>
                                        </p:attrNameLst>
                                      </p:cBhvr>
                                      <p:to>
                                        <p:strVal val="visible"/>
                                      </p:to>
                                    </p:set>
                                    <p:animEffect transition="in" filter="fade">
                                      <p:cBhvr>
                                        <p:cTn id="40" dur="500"/>
                                        <p:tgtEl>
                                          <p:spTgt spid="99"/>
                                        </p:tgtEl>
                                      </p:cBhvr>
                                    </p:animEffect>
                                  </p:childTnLst>
                                </p:cTn>
                              </p:par>
                              <p:par>
                                <p:cTn id="41" presetID="10" presetClass="entr" presetSubtype="0" fill="hold" nodeType="with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fade">
                                      <p:cBhvr>
                                        <p:cTn id="43" dur="500"/>
                                        <p:tgtEl>
                                          <p:spTgt spid="1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1"/>
                                        </p:tgtEl>
                                        <p:attrNameLst>
                                          <p:attrName>style.visibility</p:attrName>
                                        </p:attrNameLst>
                                      </p:cBhvr>
                                      <p:to>
                                        <p:strVal val="visible"/>
                                      </p:to>
                                    </p:set>
                                    <p:animEffect transition="in" filter="fade">
                                      <p:cBhvr>
                                        <p:cTn id="46" dur="500"/>
                                        <p:tgtEl>
                                          <p:spTgt spid="141"/>
                                        </p:tgtEl>
                                      </p:cBhvr>
                                    </p:animEffect>
                                  </p:childTnLst>
                                </p:cTn>
                              </p:par>
                              <p:par>
                                <p:cTn id="47" presetID="10" presetClass="entr" presetSubtype="0" fill="hold" nodeType="withEffect">
                                  <p:stCondLst>
                                    <p:cond delay="0"/>
                                  </p:stCondLst>
                                  <p:childTnLst>
                                    <p:set>
                                      <p:cBhvr>
                                        <p:cTn id="48" dur="1" fill="hold">
                                          <p:stCondLst>
                                            <p:cond delay="0"/>
                                          </p:stCondLst>
                                        </p:cTn>
                                        <p:tgtEl>
                                          <p:spTgt spid="142"/>
                                        </p:tgtEl>
                                        <p:attrNameLst>
                                          <p:attrName>style.visibility</p:attrName>
                                        </p:attrNameLst>
                                      </p:cBhvr>
                                      <p:to>
                                        <p:strVal val="visible"/>
                                      </p:to>
                                    </p:set>
                                    <p:animEffect transition="in" filter="fade">
                                      <p:cBhvr>
                                        <p:cTn id="49" dur="500"/>
                                        <p:tgtEl>
                                          <p:spTgt spid="142"/>
                                        </p:tgtEl>
                                      </p:cBhvr>
                                    </p:animEffect>
                                  </p:childTnLst>
                                </p:cTn>
                              </p:par>
                              <p:par>
                                <p:cTn id="50" presetID="10" presetClass="entr" presetSubtype="0" fill="hold" nodeType="withEffect">
                                  <p:stCondLst>
                                    <p:cond delay="0"/>
                                  </p:stCondLst>
                                  <p:childTnLst>
                                    <p:set>
                                      <p:cBhvr>
                                        <p:cTn id="51" dur="1" fill="hold">
                                          <p:stCondLst>
                                            <p:cond delay="0"/>
                                          </p:stCondLst>
                                        </p:cTn>
                                        <p:tgtEl>
                                          <p:spTgt spid="181"/>
                                        </p:tgtEl>
                                        <p:attrNameLst>
                                          <p:attrName>style.visibility</p:attrName>
                                        </p:attrNameLst>
                                      </p:cBhvr>
                                      <p:to>
                                        <p:strVal val="visible"/>
                                      </p:to>
                                    </p:set>
                                    <p:animEffect transition="in" filter="fade">
                                      <p:cBhvr>
                                        <p:cTn id="52" dur="500"/>
                                        <p:tgtEl>
                                          <p:spTgt spid="181"/>
                                        </p:tgtEl>
                                      </p:cBhvr>
                                    </p:animEffect>
                                  </p:childTnLst>
                                </p:cTn>
                              </p:par>
                              <p:par>
                                <p:cTn id="53" presetID="10" presetClass="entr" presetSubtype="0" fill="hold" nodeType="withEffect">
                                  <p:stCondLst>
                                    <p:cond delay="0"/>
                                  </p:stCondLst>
                                  <p:childTnLst>
                                    <p:set>
                                      <p:cBhvr>
                                        <p:cTn id="54" dur="1" fill="hold">
                                          <p:stCondLst>
                                            <p:cond delay="0"/>
                                          </p:stCondLst>
                                        </p:cTn>
                                        <p:tgtEl>
                                          <p:spTgt spid="193"/>
                                        </p:tgtEl>
                                        <p:attrNameLst>
                                          <p:attrName>style.visibility</p:attrName>
                                        </p:attrNameLst>
                                      </p:cBhvr>
                                      <p:to>
                                        <p:strVal val="visible"/>
                                      </p:to>
                                    </p:set>
                                    <p:animEffect transition="in" filter="fade">
                                      <p:cBhvr>
                                        <p:cTn id="55" dur="500"/>
                                        <p:tgtEl>
                                          <p:spTgt spid="193"/>
                                        </p:tgtEl>
                                      </p:cBhvr>
                                    </p:animEffect>
                                  </p:childTnLst>
                                </p:cTn>
                              </p:par>
                              <p:par>
                                <p:cTn id="56" presetID="10" presetClass="entr" presetSubtype="0" fill="hold" nodeType="withEffect">
                                  <p:stCondLst>
                                    <p:cond delay="0"/>
                                  </p:stCondLst>
                                  <p:childTnLst>
                                    <p:set>
                                      <p:cBhvr>
                                        <p:cTn id="57" dur="1" fill="hold">
                                          <p:stCondLst>
                                            <p:cond delay="0"/>
                                          </p:stCondLst>
                                        </p:cTn>
                                        <p:tgtEl>
                                          <p:spTgt spid="211"/>
                                        </p:tgtEl>
                                        <p:attrNameLst>
                                          <p:attrName>style.visibility</p:attrName>
                                        </p:attrNameLst>
                                      </p:cBhvr>
                                      <p:to>
                                        <p:strVal val="visible"/>
                                      </p:to>
                                    </p:set>
                                    <p:animEffect transition="in" filter="fade">
                                      <p:cBhvr>
                                        <p:cTn id="5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5" grpId="0"/>
      <p:bldP spid="65" grpId="0"/>
      <p:bldP spid="33" grpId="0"/>
      <p:bldP spid="14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2C6F4-825F-7024-F093-8B20A611FC37}"/>
            </a:ext>
          </a:extLst>
        </p:cNvPr>
        <p:cNvGrpSpPr/>
        <p:nvPr/>
      </p:nvGrpSpPr>
      <p:grpSpPr>
        <a:xfrm>
          <a:off x="0" y="0"/>
          <a:ext cx="0" cy="0"/>
          <a:chOff x="0" y="0"/>
          <a:chExt cx="0" cy="0"/>
        </a:xfrm>
      </p:grpSpPr>
      <p:sp>
        <p:nvSpPr>
          <p:cNvPr id="4" name="Date Placeholder 3 1">
            <a:extLst>
              <a:ext uri="{FF2B5EF4-FFF2-40B4-BE49-F238E27FC236}">
                <a16:creationId xmlns:a16="http://schemas.microsoft.com/office/drawing/2014/main" id="{B1375C0A-ECBE-FFAB-23B2-7F50AFD506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F0A13E72-7C61-DDD9-6817-25E5FB33083D}"/>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863E414F-4AE6-A7BB-6C4E-316046AEFFB4}"/>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8" name="Picture 7">
            <a:extLst>
              <a:ext uri="{FF2B5EF4-FFF2-40B4-BE49-F238E27FC236}">
                <a16:creationId xmlns:a16="http://schemas.microsoft.com/office/drawing/2014/main" id="{B1BE7D94-B455-182A-721F-C8CE6EC0543C}"/>
              </a:ext>
            </a:extLst>
          </p:cNvPr>
          <p:cNvPicPr>
            <a:picLocks noChangeAspect="1"/>
          </p:cNvPicPr>
          <p:nvPr/>
        </p:nvPicPr>
        <p:blipFill>
          <a:blip r:embed="rId3"/>
          <a:stretch>
            <a:fillRect/>
          </a:stretch>
        </p:blipFill>
        <p:spPr>
          <a:xfrm>
            <a:off x="1147083" y="2316741"/>
            <a:ext cx="3912072" cy="2332356"/>
          </a:xfrm>
          <a:prstGeom prst="rect">
            <a:avLst/>
          </a:prstGeom>
          <a:effectLst>
            <a:outerShdw blurRad="50800" dist="38100" dir="5400000" algn="t" rotWithShape="0">
              <a:prstClr val="black">
                <a:alpha val="40000"/>
              </a:prstClr>
            </a:outerShdw>
          </a:effectLst>
        </p:spPr>
      </p:pic>
      <mc:AlternateContent xmlns:mc="http://schemas.openxmlformats.org/markup-compatibility/2006" xmlns:a14="http://schemas.microsoft.com/office/drawing/2010/main">
        <mc:Choice Requires="a14">
          <p:sp>
            <p:nvSpPr>
              <p:cNvPr id="14" name="Rectangle 1">
                <a:extLst>
                  <a:ext uri="{FF2B5EF4-FFF2-40B4-BE49-F238E27FC236}">
                    <a16:creationId xmlns:a16="http://schemas.microsoft.com/office/drawing/2014/main" id="{46769E27-0AC6-E64F-965F-E52AC8B857CF}"/>
                  </a:ext>
                </a:extLst>
              </p:cNvPr>
              <p:cNvSpPr>
                <a:spLocks noChangeArrowheads="1"/>
              </p:cNvSpPr>
              <p:nvPr/>
            </p:nvSpPr>
            <p:spPr bwMode="auto">
              <a:xfrm>
                <a:off x="6096000" y="2525439"/>
                <a:ext cx="5502088" cy="21236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FF0000"/>
                    </a:solidFill>
                    <a:effectLst/>
                    <a:uLnTx/>
                    <a:uFillTx/>
                    <a:latin typeface="Aptos" panose="020B0004020202020204"/>
                    <a:ea typeface="+mn-ea"/>
                    <a:cs typeface="+mn-cs"/>
                  </a:rPr>
                  <a:t>Model structure</a:t>
                </a:r>
              </a:p>
              <a:p>
                <a:pPr marL="0" marR="0" lvl="0" indent="0" algn="l" defTabSz="914400" rtl="0" eaLnBrk="1" fontAlgn="auto" latinLnBrk="0" hangingPunct="1">
                  <a:lnSpc>
                    <a:spcPct val="100000"/>
                  </a:lnSpc>
                  <a:spcBef>
                    <a:spcPts val="60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𝑇𝐶𝑂</m:t>
                      </m:r>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 = 16.21 + 0.19 </m:t>
                      </m:r>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𝑃𝐶𝑂</m:t>
                      </m:r>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2 </m:t>
                      </m:r>
                    </m:oMath>
                  </m:oMathPara>
                </a14:m>
                <a:endParaRPr kumimoji="0" lang="en-US" sz="12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a:ln>
                      <a:noFill/>
                    </a:ln>
                    <a:solidFill>
                      <a:srgbClr val="FF0000"/>
                    </a:solidFill>
                    <a:effectLst/>
                    <a:uLnTx/>
                    <a:uFillTx/>
                    <a:latin typeface="Aptos" panose="020B0004020202020204"/>
                    <a:ea typeface="+mn-ea"/>
                    <a:cs typeface="+mn-cs"/>
                  </a:rPr>
                  <a:t>Key Statistics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Multiple R‑squared: </a:t>
                </a:r>
                <a:r>
                  <a:rPr kumimoji="0" lang="en-US" sz="1200" i="0" u="none" strike="noStrike" kern="1200" cap="none" spc="0" normalizeH="0" baseline="0" noProof="0">
                    <a:ln>
                      <a:noFill/>
                    </a:ln>
                    <a:solidFill>
                      <a:prstClr val="black"/>
                    </a:solidFill>
                    <a:effectLst/>
                    <a:uLnTx/>
                    <a:uFillTx/>
                    <a:latin typeface="Aptos" panose="020B0004020202020204"/>
                    <a:ea typeface="+mn-ea"/>
                    <a:cs typeface="+mn-cs"/>
                  </a:rPr>
                  <a:t>0.2647. The model explains approximately 26.47% of the variability in TCO₂</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Residual standard error: </a:t>
                </a:r>
                <a:r>
                  <a:rPr kumimoji="0" lang="en-US" sz="1200" i="0" u="none" strike="noStrike" kern="1200" cap="none" spc="0" normalizeH="0" baseline="0" noProof="0">
                    <a:ln>
                      <a:noFill/>
                    </a:ln>
                    <a:solidFill>
                      <a:prstClr val="black"/>
                    </a:solidFill>
                    <a:effectLst/>
                    <a:uLnTx/>
                    <a:uFillTx/>
                    <a:latin typeface="Aptos" panose="020B0004020202020204"/>
                    <a:ea typeface="+mn-ea"/>
                    <a:cs typeface="+mn-cs"/>
                  </a:rPr>
                  <a:t>4.395. On average, the predicted values of TCO₂ may deviate by ±4.395 units.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0B0004020202020204"/>
                    <a:ea typeface="+mn-ea"/>
                    <a:cs typeface="+mn-cs"/>
                  </a:rPr>
                  <a:t>F‑statistic: </a:t>
                </a:r>
                <a:r>
                  <a:rPr kumimoji="0" lang="en-US" sz="1200" i="0" u="none" strike="noStrike" kern="1200" cap="none" spc="0" normalizeH="0" baseline="0" noProof="0">
                    <a:ln>
                      <a:noFill/>
                    </a:ln>
                    <a:solidFill>
                      <a:prstClr val="black"/>
                    </a:solidFill>
                    <a:effectLst/>
                    <a:uLnTx/>
                    <a:uFillTx/>
                    <a:latin typeface="Aptos" panose="020B0004020202020204"/>
                    <a:ea typeface="+mn-ea"/>
                    <a:cs typeface="+mn-cs"/>
                  </a:rPr>
                  <a:t>571.8 (p‑value &lt; 2.2e‑16). The relationship between PCO₂ and TCO₂ is highly statistically significant.</a:t>
                </a:r>
              </a:p>
            </p:txBody>
          </p:sp>
        </mc:Choice>
        <mc:Fallback xmlns="">
          <p:sp>
            <p:nvSpPr>
              <p:cNvPr id="14" name="Rectangle 1">
                <a:extLst>
                  <a:ext uri="{FF2B5EF4-FFF2-40B4-BE49-F238E27FC236}">
                    <a16:creationId xmlns:a16="http://schemas.microsoft.com/office/drawing/2014/main" id="{46769E27-0AC6-E64F-965F-E52AC8B857CF}"/>
                  </a:ext>
                </a:extLst>
              </p:cNvPr>
              <p:cNvSpPr>
                <a:spLocks noRot="1" noChangeAspect="1" noMove="1" noResize="1" noEditPoints="1" noAdjustHandles="1" noChangeArrowheads="1" noChangeShapeType="1" noTextEdit="1"/>
              </p:cNvSpPr>
              <p:nvPr/>
            </p:nvSpPr>
            <p:spPr bwMode="auto">
              <a:xfrm>
                <a:off x="6096000" y="2525439"/>
                <a:ext cx="5502088" cy="2123658"/>
              </a:xfrm>
              <a:prstGeom prst="rect">
                <a:avLst/>
              </a:prstGeom>
              <a:blipFill>
                <a:blip r:embed="rId4"/>
                <a:stretch>
                  <a:fillRect l="-332" b="-171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cxnSp>
        <p:nvCxnSpPr>
          <p:cNvPr id="89" name="Connector: Elbow 88">
            <a:extLst>
              <a:ext uri="{FF2B5EF4-FFF2-40B4-BE49-F238E27FC236}">
                <a16:creationId xmlns:a16="http://schemas.microsoft.com/office/drawing/2014/main" id="{6868B5F1-DDDD-EA58-F110-F1E245401B42}"/>
              </a:ext>
            </a:extLst>
          </p:cNvPr>
          <p:cNvCxnSpPr>
            <a:cxnSpLocks/>
          </p:cNvCxnSpPr>
          <p:nvPr/>
        </p:nvCxnSpPr>
        <p:spPr>
          <a:xfrm>
            <a:off x="4208929" y="2580041"/>
            <a:ext cx="1663353" cy="344672"/>
          </a:xfrm>
          <a:prstGeom prst="bentConnector3">
            <a:avLst>
              <a:gd name="adj1" fmla="val 64148"/>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F6995403-FDCF-26B4-07C7-3228D9948BEE}"/>
              </a:ext>
            </a:extLst>
          </p:cNvPr>
          <p:cNvCxnSpPr>
            <a:cxnSpLocks/>
          </p:cNvCxnSpPr>
          <p:nvPr/>
        </p:nvCxnSpPr>
        <p:spPr>
          <a:xfrm flipV="1">
            <a:off x="4602874" y="3897830"/>
            <a:ext cx="1474636" cy="179096"/>
          </a:xfrm>
          <a:prstGeom prst="bentConnector3">
            <a:avLst>
              <a:gd name="adj1" fmla="val 50000"/>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37A17299-9910-44B7-55C1-E62095DA251A}"/>
              </a:ext>
            </a:extLst>
          </p:cNvPr>
          <p:cNvCxnSpPr>
            <a:cxnSpLocks/>
          </p:cNvCxnSpPr>
          <p:nvPr/>
        </p:nvCxnSpPr>
        <p:spPr>
          <a:xfrm flipV="1">
            <a:off x="2983826" y="3422275"/>
            <a:ext cx="3089202" cy="836186"/>
          </a:xfrm>
          <a:prstGeom prst="bentConnector3">
            <a:avLst>
              <a:gd name="adj1" fmla="val 35200"/>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Elbow 97">
            <a:extLst>
              <a:ext uri="{FF2B5EF4-FFF2-40B4-BE49-F238E27FC236}">
                <a16:creationId xmlns:a16="http://schemas.microsoft.com/office/drawing/2014/main" id="{547F5ABC-0543-8BD9-65B7-F605A7FAE992}"/>
              </a:ext>
            </a:extLst>
          </p:cNvPr>
          <p:cNvCxnSpPr>
            <a:cxnSpLocks/>
          </p:cNvCxnSpPr>
          <p:nvPr/>
        </p:nvCxnSpPr>
        <p:spPr>
          <a:xfrm rot="5400000" flipH="1" flipV="1">
            <a:off x="3564672" y="2022408"/>
            <a:ext cx="181534" cy="4835176"/>
          </a:xfrm>
          <a:prstGeom prst="bentConnector4">
            <a:avLst>
              <a:gd name="adj1" fmla="val -125927"/>
              <a:gd name="adj2" fmla="val 84729"/>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0A83050-A79A-352B-7F2F-C95B8B361001}"/>
              </a:ext>
            </a:extLst>
          </p:cNvPr>
          <p:cNvSpPr txBox="1"/>
          <p:nvPr/>
        </p:nvSpPr>
        <p:spPr>
          <a:xfrm>
            <a:off x="891591" y="1405332"/>
            <a:ext cx="3080334" cy="646331"/>
          </a:xfrm>
          <a:prstGeom prst="rect">
            <a:avLst/>
          </a:prstGeom>
          <a:noFill/>
        </p:spPr>
        <p:txBody>
          <a:bodyPr wrap="square">
            <a:spAutoFit/>
          </a:bodyPr>
          <a:lstStyle/>
          <a:p>
            <a:r>
              <a:rPr lang="en-US" b="1"/>
              <a:t>Results of the Linear Regression Model</a:t>
            </a:r>
            <a:endParaRPr lang="es-CO" b="1">
              <a:highlight>
                <a:srgbClr val="FFC000"/>
              </a:highlight>
            </a:endParaRPr>
          </a:p>
        </p:txBody>
      </p:sp>
      <p:sp>
        <p:nvSpPr>
          <p:cNvPr id="7" name="Título 1">
            <a:extLst>
              <a:ext uri="{FF2B5EF4-FFF2-40B4-BE49-F238E27FC236}">
                <a16:creationId xmlns:a16="http://schemas.microsoft.com/office/drawing/2014/main" id="{5894DB43-BCAA-DF95-438D-68350C7AE0BB}"/>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Tree>
    <p:extLst>
      <p:ext uri="{BB962C8B-B14F-4D97-AF65-F5344CB8AC3E}">
        <p14:creationId xmlns:p14="http://schemas.microsoft.com/office/powerpoint/2010/main" val="2313054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82">
        <p159:morph option="byObject"/>
      </p:transition>
    </mc:Choice>
    <mc:Fallback xmlns="">
      <p:transition spd="slow" advTm="168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fade">
                                      <p:cBhvr>
                                        <p:cTn id="15" dur="500"/>
                                        <p:tgtEl>
                                          <p:spTgt spid="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fad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xEl>
                                              <p:pRg st="2" end="2"/>
                                            </p:txEl>
                                          </p:spTgt>
                                        </p:tgtEl>
                                        <p:attrNameLst>
                                          <p:attrName>style.visibility</p:attrName>
                                        </p:attrNameLst>
                                      </p:cBhvr>
                                      <p:to>
                                        <p:strVal val="visible"/>
                                      </p:to>
                                    </p:set>
                                    <p:animEffect transition="in" filter="fade">
                                      <p:cBhvr>
                                        <p:cTn id="25" dur="500"/>
                                        <p:tgtEl>
                                          <p:spTgt spid="14">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500"/>
                                        <p:tgtEl>
                                          <p:spTgt spid="1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1"/>
                                        </p:tgtEl>
                                        <p:attrNameLst>
                                          <p:attrName>style.visibility</p:attrName>
                                        </p:attrNameLst>
                                      </p:cBhvr>
                                      <p:to>
                                        <p:strVal val="visible"/>
                                      </p:to>
                                    </p:set>
                                    <p:animEffect transition="in" filter="fade">
                                      <p:cBhvr>
                                        <p:cTn id="33" dur="500"/>
                                        <p:tgtEl>
                                          <p:spTgt spid="9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xEl>
                                              <p:pRg st="4" end="4"/>
                                            </p:txEl>
                                          </p:spTgt>
                                        </p:tgtEl>
                                        <p:attrNameLst>
                                          <p:attrName>style.visibility</p:attrName>
                                        </p:attrNameLst>
                                      </p:cBhvr>
                                      <p:to>
                                        <p:strVal val="visible"/>
                                      </p:to>
                                    </p:set>
                                    <p:animEffect transition="in" filter="fade">
                                      <p:cBhvr>
                                        <p:cTn id="38" dur="500"/>
                                        <p:tgtEl>
                                          <p:spTgt spid="14">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fade">
                                      <p:cBhvr>
                                        <p:cTn id="43" dur="500"/>
                                        <p:tgtEl>
                                          <p:spTgt spid="9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4">
                                            <p:txEl>
                                              <p:pRg st="5" end="5"/>
                                            </p:txEl>
                                          </p:spTgt>
                                        </p:tgtEl>
                                        <p:attrNameLst>
                                          <p:attrName>style.visibility</p:attrName>
                                        </p:attrNameLst>
                                      </p:cBhvr>
                                      <p:to>
                                        <p:strVal val="visible"/>
                                      </p:to>
                                    </p:set>
                                    <p:animEffect transition="in" filter="fade">
                                      <p:cBhvr>
                                        <p:cTn id="48"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5194-C4C0-1F10-DD35-2DC56CF807C5}"/>
            </a:ext>
          </a:extLst>
        </p:cNvPr>
        <p:cNvGrpSpPr/>
        <p:nvPr/>
      </p:nvGrpSpPr>
      <p:grpSpPr>
        <a:xfrm>
          <a:off x="0" y="0"/>
          <a:ext cx="0" cy="0"/>
          <a:chOff x="0" y="0"/>
          <a:chExt cx="0" cy="0"/>
        </a:xfrm>
      </p:grpSpPr>
      <p:sp>
        <p:nvSpPr>
          <p:cNvPr id="4" name="Date Placeholder 3 1">
            <a:extLst>
              <a:ext uri="{FF2B5EF4-FFF2-40B4-BE49-F238E27FC236}">
                <a16:creationId xmlns:a16="http://schemas.microsoft.com/office/drawing/2014/main" id="{A4C0A893-EC4A-D932-913B-B943830BDEE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white"/>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5" name="Slide Number Placeholder 2">
            <a:extLst>
              <a:ext uri="{FF2B5EF4-FFF2-40B4-BE49-F238E27FC236}">
                <a16:creationId xmlns:a16="http://schemas.microsoft.com/office/drawing/2014/main" id="{B287AA6C-8F97-7BB6-8B0D-D239C202B1BB}"/>
              </a:ext>
            </a:extLst>
          </p:cNvPr>
          <p:cNvSpPr>
            <a:spLocks noGrp="1"/>
          </p:cNvSpPr>
          <p:nvPr>
            <p:ph type="sldNum" sz="quarter" idx="12"/>
          </p:nvPr>
        </p:nvSpPr>
        <p:spPr>
          <a:xfrm>
            <a:off x="8739389" y="635634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sp>
        <p:nvSpPr>
          <p:cNvPr id="10" name="Date Placeholder 3 2">
            <a:extLst>
              <a:ext uri="{FF2B5EF4-FFF2-40B4-BE49-F238E27FC236}">
                <a16:creationId xmlns:a16="http://schemas.microsoft.com/office/drawing/2014/main" id="{25BB137F-4824-8280-1F47-698FBF9DCC40}"/>
              </a:ext>
            </a:extLst>
          </p:cNvPr>
          <p:cNvSpPr txBox="1">
            <a:spLocks/>
          </p:cNvSpPr>
          <p:nvPr/>
        </p:nvSpPr>
        <p:spPr>
          <a:xfrm>
            <a:off x="11003616" y="136525"/>
            <a:ext cx="11175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26E845D0-70B0-405D-A6BF-798C9CBE9027}" type="datetime1">
              <a:rPr kumimoji="0" lang="en-US" sz="1200" b="0" i="0" u="none" strike="noStrike" kern="1200" cap="none" spc="0" normalizeH="0" baseline="0" noProof="0" smtClean="0">
                <a:ln>
                  <a:noFill/>
                </a:ln>
                <a:solidFill>
                  <a:prstClr val="black">
                    <a:lumMod val="50000"/>
                    <a:lumOff val="50000"/>
                  </a:prstClr>
                </a:solidFill>
                <a:effectLst/>
                <a:uLnTx/>
                <a:uFillTx/>
                <a:latin typeface="Aptos" panose="020B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2/8/2026</a:t>
            </a:fld>
            <a:endParaRPr kumimoji="0" lang="en-US" sz="1200" b="0" i="0" u="none" strike="noStrike" kern="1200" cap="none" spc="0" normalizeH="0" baseline="0" noProof="0">
              <a:ln>
                <a:noFill/>
              </a:ln>
              <a:solidFill>
                <a:prstClr val="black">
                  <a:lumMod val="50000"/>
                  <a:lumOff val="50000"/>
                </a:prstClr>
              </a:solidFill>
              <a:effectLst/>
              <a:uLnTx/>
              <a:uFillTx/>
              <a:latin typeface="Aptos" panose="020B0004020202020204"/>
              <a:ea typeface="+mn-ea"/>
              <a:cs typeface="+mn-cs"/>
            </a:endParaRPr>
          </a:p>
        </p:txBody>
      </p:sp>
      <p:pic>
        <p:nvPicPr>
          <p:cNvPr id="8" name="Picture 7">
            <a:extLst>
              <a:ext uri="{FF2B5EF4-FFF2-40B4-BE49-F238E27FC236}">
                <a16:creationId xmlns:a16="http://schemas.microsoft.com/office/drawing/2014/main" id="{93108767-8B82-1CBD-D36A-87114B803995}"/>
              </a:ext>
            </a:extLst>
          </p:cNvPr>
          <p:cNvPicPr>
            <a:picLocks noChangeAspect="1"/>
          </p:cNvPicPr>
          <p:nvPr/>
        </p:nvPicPr>
        <p:blipFill>
          <a:blip r:embed="rId3"/>
          <a:stretch>
            <a:fillRect/>
          </a:stretch>
        </p:blipFill>
        <p:spPr>
          <a:xfrm>
            <a:off x="1095935" y="2327238"/>
            <a:ext cx="3912072" cy="2332356"/>
          </a:xfrm>
          <a:prstGeom prst="rect">
            <a:avLst/>
          </a:prstGeom>
          <a:effectLst>
            <a:outerShdw blurRad="50800" dist="38100" dir="5400000" algn="t" rotWithShape="0">
              <a:prstClr val="black">
                <a:alpha val="40000"/>
              </a:prstClr>
            </a:outerShdw>
          </a:effectLst>
        </p:spPr>
      </p:pic>
      <mc:AlternateContent xmlns:mc="http://schemas.openxmlformats.org/markup-compatibility/2006" xmlns:a14="http://schemas.microsoft.com/office/drawing/2010/main">
        <mc:Choice Requires="a14">
          <p:sp>
            <p:nvSpPr>
              <p:cNvPr id="14" name="Rectangle 1">
                <a:extLst>
                  <a:ext uri="{FF2B5EF4-FFF2-40B4-BE49-F238E27FC236}">
                    <a16:creationId xmlns:a16="http://schemas.microsoft.com/office/drawing/2014/main" id="{70E6F5B9-8537-BE06-FD9E-DC9A89F68546}"/>
                  </a:ext>
                </a:extLst>
              </p:cNvPr>
              <p:cNvSpPr>
                <a:spLocks noChangeArrowheads="1"/>
              </p:cNvSpPr>
              <p:nvPr/>
            </p:nvSpPr>
            <p:spPr bwMode="auto">
              <a:xfrm>
                <a:off x="5798321" y="1567282"/>
                <a:ext cx="5502088" cy="400853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Aptos" panose="020B0004020202020204"/>
                  <a:ea typeface="+mn-ea"/>
                  <a:cs typeface="+mn-cs"/>
                </a:endParaRPr>
              </a:p>
              <a:p>
                <a:pPr marL="114300" lvl="0" indent="-114300">
                  <a:spcBef>
                    <a:spcPts val="600"/>
                  </a:spcBef>
                  <a:buFont typeface="Arial" panose="020B0604020202020204" pitchFamily="34" charset="0"/>
                  <a:buChar char="•"/>
                  <a:defRPr/>
                </a:pPr>
                <a:r>
                  <a:rPr lang="en-US" sz="1400" b="1">
                    <a:solidFill>
                      <a:srgbClr val="FF0000"/>
                    </a:solidFill>
                  </a:rPr>
                  <a:t>Estimated Intercept</a:t>
                </a:r>
                <a:r>
                  <a:rPr lang="en-US" sz="1400" b="1">
                    <a:solidFill>
                      <a:prstClr val="black"/>
                    </a:solidFill>
                  </a:rPr>
                  <a:t> </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14:m>
                  <m:oMath xmlns:m="http://schemas.openxmlformats.org/officeDocument/2006/math">
                    <m:acc>
                      <m:accPr>
                        <m:chr m:val="̂"/>
                        <m:ctrlP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sSub>
                          <m:sSubPr>
                            <m:ctrlP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e>
                          <m:sub>
                            <m: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sub>
                        </m:sSub>
                      </m:e>
                    </m:acc>
                  </m:oMath>
                </a14:m>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rPr>
                  <a:t>This indicates the predicted level of TCO₂ for an individual with a PCO₂ value of 0. This interpretation is purely mathematical, and such a quantity often has limited practical use.</a:t>
                </a:r>
              </a:p>
              <a:p>
                <a:pPr marL="114300" lvl="0" indent="-114300">
                  <a:spcBef>
                    <a:spcPts val="600"/>
                  </a:spcBef>
                  <a:buFont typeface="Arial" panose="020B0604020202020204" pitchFamily="34" charset="0"/>
                  <a:buChar char="•"/>
                  <a:defRPr/>
                </a:pPr>
                <a:r>
                  <a:rPr lang="en-US" sz="1400" b="1">
                    <a:solidFill>
                      <a:srgbClr val="FF0000"/>
                    </a:solidFill>
                  </a:rPr>
                  <a:t>Estimated Slope</a:t>
                </a:r>
                <a:r>
                  <a:rPr lang="en-US" sz="1400" b="1">
                    <a:solidFill>
                      <a:prstClr val="black"/>
                    </a:solidFill>
                  </a:rPr>
                  <a:t> </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14:m>
                  <m:oMath xmlns:m="http://schemas.openxmlformats.org/officeDocument/2006/math">
                    <m:acc>
                      <m:accPr>
                        <m:chr m:val="̂"/>
                        <m:ctrlP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sSub>
                          <m:sSubPr>
                            <m:ctrlP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𝜷</m:t>
                            </m:r>
                          </m:e>
                          <m:sub>
                            <m:r>
                              <a:rPr kumimoji="0" lang="en-US" sz="1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m:t>
                            </m:r>
                          </m:sub>
                        </m:sSub>
                      </m:e>
                    </m:acc>
                  </m:oMath>
                </a14:m>
                <a:r>
                  <a:rPr kumimoji="0" lang="en-US" sz="1400" i="0" u="none" strike="noStrike" kern="1200" cap="none" spc="0" normalizeH="0" baseline="0" noProof="0">
                    <a:ln>
                      <a:noFill/>
                    </a:ln>
                    <a:solidFill>
                      <a:prstClr val="black"/>
                    </a:solidFill>
                    <a:effectLst/>
                    <a:uLnTx/>
                    <a:uFillTx/>
                    <a:latin typeface="Aptos" panose="020B0004020202020204"/>
                  </a:rPr>
                  <a:t>): </a:t>
                </a:r>
                <a:r>
                  <a:rPr lang="en-US" sz="1200" b="1">
                    <a:solidFill>
                      <a:prstClr val="black"/>
                    </a:solidFill>
                    <a:highlight>
                      <a:srgbClr val="FFC000"/>
                    </a:highlight>
                  </a:rPr>
                  <a:t>This can be interpreted as the rate at which the predicted value of TCO₂ increases for each one‑unit rise in PCO₂</a:t>
                </a:r>
                <a:r>
                  <a:rPr lang="en-US" sz="1200">
                    <a:solidFill>
                      <a:prstClr val="black"/>
                    </a:solidFill>
                  </a:rPr>
                  <a:t>. In this case, it is estimated that TCO₂ increases by approximately 0.189 mmol/L (millimoles per </a:t>
                </a:r>
                <a:r>
                  <a:rPr lang="en-US" sz="1200" err="1">
                    <a:solidFill>
                      <a:prstClr val="black"/>
                    </a:solidFill>
                  </a:rPr>
                  <a:t>litre</a:t>
                </a:r>
                <a:r>
                  <a:rPr lang="en-US" sz="1200">
                    <a:solidFill>
                      <a:prstClr val="black"/>
                    </a:solidFill>
                  </a:rPr>
                  <a:t>) for every 1 mmHg (</a:t>
                </a:r>
                <a:r>
                  <a:rPr lang="en-US" sz="1200" err="1">
                    <a:solidFill>
                      <a:prstClr val="black"/>
                    </a:solidFill>
                  </a:rPr>
                  <a:t>millimetre</a:t>
                </a:r>
                <a:r>
                  <a:rPr lang="en-US" sz="1200">
                    <a:solidFill>
                      <a:prstClr val="black"/>
                    </a:solidFill>
                  </a:rPr>
                  <a:t> of mercury) increase in PCO₂.</a:t>
                </a:r>
              </a:p>
              <a:p>
                <a:pPr marL="114300" lvl="0" indent="-114300">
                  <a:spcBef>
                    <a:spcPts val="600"/>
                  </a:spcBef>
                  <a:buFont typeface="Arial" panose="020B0604020202020204" pitchFamily="34" charset="0"/>
                  <a:buChar char="•"/>
                  <a:defRPr/>
                </a:pPr>
                <a:r>
                  <a:rPr kumimoji="0" lang="en-US" sz="1400" b="1" i="0" u="none" strike="noStrike" kern="1200" cap="none" spc="0" normalizeH="0" baseline="0" noProof="0">
                    <a:ln>
                      <a:noFill/>
                    </a:ln>
                    <a:solidFill>
                      <a:srgbClr val="FF0000"/>
                    </a:solidFill>
                    <a:effectLst/>
                    <a:uLnTx/>
                    <a:uFillTx/>
                    <a:latin typeface="Aptos" panose="020B0004020202020204"/>
                    <a:ea typeface="+mn-ea"/>
                    <a:cs typeface="+mn-cs"/>
                  </a:rPr>
                  <a:t>Standard Error:</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US" sz="14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T</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his is a measure of the degree of certainty associated with the estimate</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If the standard error is large relative to the coefficient, the estimate is less reliable. Many factors can influence the magnitude of the standard error, including the sample size.</a:t>
                </a:r>
              </a:p>
              <a:p>
                <a:pPr marL="114300" lvl="0" indent="-114300">
                  <a:spcBef>
                    <a:spcPts val="600"/>
                  </a:spcBef>
                  <a:buFont typeface="Arial" panose="020B0604020202020204" pitchFamily="34" charset="0"/>
                  <a:buChar char="•"/>
                  <a:defRPr/>
                </a:pPr>
                <a:r>
                  <a:rPr kumimoji="0" lang="en-US" sz="1400" b="1" i="0" u="none" strike="noStrike" kern="1200" cap="none" spc="0" normalizeH="0" baseline="0" noProof="0">
                    <a:ln>
                      <a:noFill/>
                    </a:ln>
                    <a:solidFill>
                      <a:srgbClr val="FF0000"/>
                    </a:solidFill>
                    <a:effectLst/>
                    <a:uLnTx/>
                    <a:uFillTx/>
                    <a:latin typeface="Aptos" panose="020B0004020202020204"/>
                    <a:ea typeface="+mn-ea"/>
                    <a:cs typeface="+mn-cs"/>
                  </a:rPr>
                  <a:t>t‑value</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This is simply the estimated coefficient divided by its standard error.</a:t>
                </a:r>
                <a:br>
                  <a:rPr lang="en-US" sz="1200">
                    <a:solidFill>
                      <a:prstClr val="black"/>
                    </a:solidFill>
                    <a:latin typeface="Aptos" panose="020B0004020202020204"/>
                  </a:rPr>
                </a:br>
                <a:endParaRPr lang="en-US" sz="1200">
                  <a:solidFill>
                    <a:prstClr val="black"/>
                  </a:solidFill>
                  <a:latin typeface="Aptos" panose="020B0004020202020204"/>
                </a:endParaRPr>
              </a:p>
              <a:p>
                <a:pPr marL="114300" lvl="0" indent="-114300">
                  <a:spcBef>
                    <a:spcPts val="600"/>
                  </a:spcBef>
                  <a:buFont typeface="Arial" panose="020B0604020202020204" pitchFamily="34" charset="0"/>
                  <a:buChar char="•"/>
                  <a:defRPr/>
                </a:pPr>
                <a:r>
                  <a:rPr kumimoji="0" lang="en-US" sz="1400" b="1" i="0" u="none" strike="noStrike" kern="1200" cap="none" spc="0" normalizeH="0" baseline="0" noProof="0" err="1">
                    <a:ln>
                      <a:noFill/>
                    </a:ln>
                    <a:solidFill>
                      <a:srgbClr val="FF0000"/>
                    </a:solidFill>
                    <a:effectLst/>
                    <a:uLnTx/>
                    <a:uFillTx/>
                    <a:latin typeface="Aptos" panose="020B0004020202020204"/>
                    <a:ea typeface="+mn-ea"/>
                    <a:cs typeface="+mn-cs"/>
                  </a:rPr>
                  <a:t>Pr</a:t>
                </a:r>
                <a:r>
                  <a:rPr kumimoji="0" lang="en-US" sz="1400" b="1" i="0" u="none" strike="noStrike" kern="1200" cap="none" spc="0" normalizeH="0" baseline="0" noProof="0">
                    <a:ln>
                      <a:noFill/>
                    </a:ln>
                    <a:solidFill>
                      <a:srgbClr val="FF0000"/>
                    </a:solidFill>
                    <a:effectLst/>
                    <a:uLnTx/>
                    <a:uFillTx/>
                    <a:latin typeface="Aptos" panose="020B0004020202020204"/>
                    <a:ea typeface="+mn-ea"/>
                    <a:cs typeface="+mn-cs"/>
                  </a:rPr>
                  <a:t>(&gt;|t|) or p‑value</a:t>
                </a: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a:t>
                </a: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This is a measure of statistical significance. Along with the t‑statistic, </a:t>
                </a:r>
                <a:r>
                  <a:rPr kumimoji="0" lang="en-US" sz="1200" b="1" i="0" u="none" strike="noStrike" kern="1200" cap="none" spc="0" normalizeH="0" baseline="0" noProof="0">
                    <a:ln>
                      <a:noFill/>
                    </a:ln>
                    <a:solidFill>
                      <a:prstClr val="black"/>
                    </a:solidFill>
                    <a:effectLst/>
                    <a:highlight>
                      <a:srgbClr val="FFC000"/>
                    </a:highlight>
                    <a:uLnTx/>
                    <a:uFillTx/>
                    <a:latin typeface="Aptos" panose="020B0004020202020204"/>
                    <a:ea typeface="+mn-ea"/>
                    <a:cs typeface="+mn-cs"/>
                  </a:rPr>
                  <a:t>it is linked to hypothesis testing conducted within the model framework</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t>
                </a:r>
              </a:p>
            </p:txBody>
          </p:sp>
        </mc:Choice>
        <mc:Fallback xmlns="">
          <p:sp>
            <p:nvSpPr>
              <p:cNvPr id="14" name="Rectangle 1">
                <a:extLst>
                  <a:ext uri="{FF2B5EF4-FFF2-40B4-BE49-F238E27FC236}">
                    <a16:creationId xmlns:a16="http://schemas.microsoft.com/office/drawing/2014/main" id="{70E6F5B9-8537-BE06-FD9E-DC9A89F68546}"/>
                  </a:ext>
                </a:extLst>
              </p:cNvPr>
              <p:cNvSpPr>
                <a:spLocks noRot="1" noChangeAspect="1" noMove="1" noResize="1" noEditPoints="1" noAdjustHandles="1" noChangeArrowheads="1" noChangeShapeType="1" noTextEdit="1"/>
              </p:cNvSpPr>
              <p:nvPr/>
            </p:nvSpPr>
            <p:spPr bwMode="auto">
              <a:xfrm>
                <a:off x="5798321" y="1567282"/>
                <a:ext cx="5502088" cy="4008533"/>
              </a:xfrm>
              <a:prstGeom prst="rect">
                <a:avLst/>
              </a:prstGeom>
              <a:blipFill>
                <a:blip r:embed="rId4"/>
                <a:stretch>
                  <a:fillRect l="-111" r="-33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cxnSp>
        <p:nvCxnSpPr>
          <p:cNvPr id="18" name="Connector: Elbow 17">
            <a:extLst>
              <a:ext uri="{FF2B5EF4-FFF2-40B4-BE49-F238E27FC236}">
                <a16:creationId xmlns:a16="http://schemas.microsoft.com/office/drawing/2014/main" id="{9C0E6B33-0240-1FA4-F3C0-0EC0F53C3282}"/>
              </a:ext>
            </a:extLst>
          </p:cNvPr>
          <p:cNvCxnSpPr>
            <a:cxnSpLocks/>
          </p:cNvCxnSpPr>
          <p:nvPr/>
        </p:nvCxnSpPr>
        <p:spPr>
          <a:xfrm flipV="1">
            <a:off x="1278190" y="2088591"/>
            <a:ext cx="4529497" cy="1404825"/>
          </a:xfrm>
          <a:prstGeom prst="bentConnector3">
            <a:avLst>
              <a:gd name="adj1" fmla="val 888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4FBDEB13-FBDB-8153-9336-B83F8ABACF36}"/>
              </a:ext>
            </a:extLst>
          </p:cNvPr>
          <p:cNvCxnSpPr>
            <a:cxnSpLocks/>
          </p:cNvCxnSpPr>
          <p:nvPr/>
        </p:nvCxnSpPr>
        <p:spPr>
          <a:xfrm>
            <a:off x="2917908" y="3371050"/>
            <a:ext cx="2899624" cy="400998"/>
          </a:xfrm>
          <a:prstGeom prst="bentConnector3">
            <a:avLst>
              <a:gd name="adj1" fmla="val 50000"/>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8A851D08-C7C0-BC55-92F5-4FAB38BA3537}"/>
              </a:ext>
            </a:extLst>
          </p:cNvPr>
          <p:cNvCxnSpPr>
            <a:cxnSpLocks/>
          </p:cNvCxnSpPr>
          <p:nvPr/>
        </p:nvCxnSpPr>
        <p:spPr>
          <a:xfrm rot="5400000" flipH="1" flipV="1">
            <a:off x="3295508" y="1187355"/>
            <a:ext cx="943894" cy="4080461"/>
          </a:xfrm>
          <a:prstGeom prst="bentConnector4">
            <a:avLst>
              <a:gd name="adj1" fmla="val -24219"/>
              <a:gd name="adj2" fmla="val 5111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12E37DD2-6FDD-4A86-F3FC-1B1CCA4CFF6E}"/>
              </a:ext>
            </a:extLst>
          </p:cNvPr>
          <p:cNvCxnSpPr>
            <a:cxnSpLocks/>
          </p:cNvCxnSpPr>
          <p:nvPr/>
        </p:nvCxnSpPr>
        <p:spPr>
          <a:xfrm rot="16200000" flipH="1">
            <a:off x="3971022" y="2766969"/>
            <a:ext cx="1151665" cy="2541359"/>
          </a:xfrm>
          <a:prstGeom prst="bentConnector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FFF708C3-BFFA-C539-A5EA-2DDFF6E3E4BA}"/>
              </a:ext>
            </a:extLst>
          </p:cNvPr>
          <p:cNvCxnSpPr>
            <a:cxnSpLocks/>
          </p:cNvCxnSpPr>
          <p:nvPr/>
        </p:nvCxnSpPr>
        <p:spPr>
          <a:xfrm rot="16200000" flipH="1">
            <a:off x="3907807" y="3207036"/>
            <a:ext cx="1631317" cy="2168441"/>
          </a:xfrm>
          <a:prstGeom prst="bentConnector2">
            <a:avLst/>
          </a:prstGeom>
          <a:ln w="63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F70BE4E-5D1D-B51F-A45D-1703FDC9F05E}"/>
              </a:ext>
            </a:extLst>
          </p:cNvPr>
          <p:cNvSpPr txBox="1"/>
          <p:nvPr/>
        </p:nvSpPr>
        <p:spPr>
          <a:xfrm>
            <a:off x="891591" y="1405332"/>
            <a:ext cx="3080334" cy="646331"/>
          </a:xfrm>
          <a:prstGeom prst="rect">
            <a:avLst/>
          </a:prstGeom>
          <a:noFill/>
        </p:spPr>
        <p:txBody>
          <a:bodyPr wrap="square">
            <a:spAutoFit/>
          </a:bodyPr>
          <a:lstStyle/>
          <a:p>
            <a:r>
              <a:rPr lang="en-US" b="1"/>
              <a:t>Results of the Linear Regression Model</a:t>
            </a:r>
            <a:endParaRPr lang="es-CO" b="1">
              <a:highlight>
                <a:srgbClr val="FFC000"/>
              </a:highlight>
            </a:endParaRPr>
          </a:p>
        </p:txBody>
      </p:sp>
      <p:sp>
        <p:nvSpPr>
          <p:cNvPr id="3" name="Título 1">
            <a:extLst>
              <a:ext uri="{FF2B5EF4-FFF2-40B4-BE49-F238E27FC236}">
                <a16:creationId xmlns:a16="http://schemas.microsoft.com/office/drawing/2014/main" id="{E8CB47EF-1BC1-919F-D592-550F895940C6}"/>
              </a:ext>
            </a:extLst>
          </p:cNvPr>
          <p:cNvSpPr txBox="1">
            <a:spLocks/>
          </p:cNvSpPr>
          <p:nvPr/>
        </p:nvSpPr>
        <p:spPr>
          <a:xfrm>
            <a:off x="891590" y="501651"/>
            <a:ext cx="3826568" cy="4753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a:ln>
                  <a:noFill/>
                </a:ln>
                <a:solidFill>
                  <a:srgbClr val="FF0000"/>
                </a:solidFill>
                <a:effectLst/>
                <a:uLnTx/>
                <a:uFillTx/>
                <a:latin typeface="Aptos SemiBold" panose="020F0502020204030204" pitchFamily="34" charset="0"/>
                <a:ea typeface="+mj-ea"/>
                <a:cs typeface="+mj-cs"/>
              </a:rPr>
              <a:t>Simple linear regression</a:t>
            </a:r>
          </a:p>
        </p:txBody>
      </p:sp>
    </p:spTree>
    <p:extLst>
      <p:ext uri="{BB962C8B-B14F-4D97-AF65-F5344CB8AC3E}">
        <p14:creationId xmlns:p14="http://schemas.microsoft.com/office/powerpoint/2010/main" val="40843436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fade">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fade">
                                      <p:cBhvr>
                                        <p:cTn id="32" dur="500"/>
                                        <p:tgtEl>
                                          <p:spTgt spid="1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xEl>
                                              <p:pRg st="4" end="4"/>
                                            </p:txEl>
                                          </p:spTgt>
                                        </p:tgtEl>
                                        <p:attrNameLst>
                                          <p:attrName>style.visibility</p:attrName>
                                        </p:attrNameLst>
                                      </p:cBhvr>
                                      <p:to>
                                        <p:strVal val="visible"/>
                                      </p:to>
                                    </p:set>
                                    <p:animEffect transition="in" filter="fade">
                                      <p:cBhvr>
                                        <p:cTn id="42" dur="500"/>
                                        <p:tgtEl>
                                          <p:spTgt spid="14">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xEl>
                                              <p:pRg st="5" end="5"/>
                                            </p:txEl>
                                          </p:spTgt>
                                        </p:tgtEl>
                                        <p:attrNameLst>
                                          <p:attrName>style.visibility</p:attrName>
                                        </p:attrNameLst>
                                      </p:cBhvr>
                                      <p:to>
                                        <p:strVal val="visible"/>
                                      </p:to>
                                    </p:set>
                                    <p:animEffect transition="in" filter="fade">
                                      <p:cBhvr>
                                        <p:cTn id="52"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BITMAPVECTOR" val="0"/>
  <p:tag name="IGUANATEXCURSOR" val="94"/>
  <p:tag name="IGUANATEXSIZE" val="18"/>
  <p:tag name="IGUANATEXVERSION" val="161"/>
  <p:tag name="LATEXADDIN" val="\documentclass{article}&#10;\usepackage{amsmath}&#10;\pagestyle{empty}&#10;\begin{document}&#10;&#10;&#10;$\bar{x} =  \frac{\sum{x_i}}{n}$&#10;&#10;\end{document}"/>
  <p:tag name="LATEXENGINEID" val="0"/>
  <p:tag name="LATEXFORMHEIGHT" val="320"/>
  <p:tag name="LATEXFORMWIDTH" val="385"/>
  <p:tag name="LATEXFORMWRAP" val="True"/>
  <p:tag name="ORIGINALHEIGHT" val="169.4788"/>
  <p:tag name="ORIGINALWIDTH" val="467.1916"/>
  <p:tag name="OUTPUTDPI" val="1200"/>
  <p:tag name="OUTPUTTYPE" val="PNG"/>
  <p:tag name="TEMPFOLDER" val="c:\temp\"/>
  <p:tag name="TRANSPARENCY" val="True"/>
</p:tagLst>
</file>

<file path=ppt/tags/tag2.xml><?xml version="1.0" encoding="utf-8"?>
<p:tagLst xmlns:a="http://schemas.openxmlformats.org/drawingml/2006/main" xmlns:r="http://schemas.openxmlformats.org/officeDocument/2006/relationships" xmlns:p="http://schemas.openxmlformats.org/presentationml/2006/main">
  <p:tag name="BITMAPVECTOR" val="0"/>
  <p:tag name="IGUANATEXCURSOR" val="153"/>
  <p:tag name="IGUANATEXSIZE" val="18"/>
  <p:tag name="IGUANATEXVERSION" val="161"/>
  <p:tag name="LATEXADDIN" val="\documentclass{article}&#10;\usepackage{amsmath}&#10;\pagestyle{empty}&#10;\begin{document}&#10;&#10;&#10;$\bar{x} =  \frac{\sum{x_i}}{n} = \frac{( x_1 + x_2 + \hdots + x_n)}{n}$&#10;&#10;\end{document}"/>
  <p:tag name="LATEXENGINEID" val="0"/>
  <p:tag name="LATEXFORMHEIGHT" val="320"/>
  <p:tag name="LATEXFORMWIDTH" val="385"/>
  <p:tag name="LATEXFORMWRAP" val="True"/>
  <p:tag name="ORIGINALHEIGHT" val="169.4788"/>
  <p:tag name="ORIGINALWIDTH" val="1385.827"/>
  <p:tag name="OUTPUTDPI" val="1200"/>
  <p:tag name="OUTPUTTYPE" val="PNG"/>
  <p:tag name="TEMPFOLDER" val="c:\temp\"/>
  <p:tag name="TRANSPARENCY" val="True"/>
</p:tagLst>
</file>

<file path=ppt/tags/tag3.xml><?xml version="1.0" encoding="utf-8"?>
<p:tagLst xmlns:a="http://schemas.openxmlformats.org/drawingml/2006/main" xmlns:r="http://schemas.openxmlformats.org/officeDocument/2006/relationships" xmlns:p="http://schemas.openxmlformats.org/presentationml/2006/main">
  <p:tag name="BITMAPVECTOR" val="0"/>
  <p:tag name="IGUANATEXCURSOR" val="117"/>
  <p:tag name="IGUANATEXSIZE" val="18"/>
  <p:tag name="IGUANATEXVERSION" val="161"/>
  <p:tag name="LATEXADDIN" val="\documentclass{article}&#10;\usepackage{amsmath}&#10;\pagestyle{empty}&#10;\begin{document}&#10;&#10;&#10;$\frac{(y_{[n/2]} + y_{[n/2+1]})}{2}$&#10;&#10;\end{document}"/>
  <p:tag name="LATEXENGINEID" val="0"/>
  <p:tag name="LATEXFORMHEIGHT" val="320"/>
  <p:tag name="LATEXFORMWIDTH" val="385"/>
  <p:tag name="LATEXFORMWRAP" val="True"/>
  <p:tag name="ORIGINALHEIGHT" val="179.2276"/>
  <p:tag name="ORIGINALWIDTH" val="760.405"/>
  <p:tag name="OUTPUTDPI" val="1200"/>
  <p:tag name="OUTPUTTYPE" val="PNG"/>
  <p:tag name="TEMPFOLDER" val="c:\temp\"/>
  <p:tag name="TRANSPARENCY" val="True"/>
</p:tagLst>
</file>

<file path=ppt/tags/tag4.xml><?xml version="1.0" encoding="utf-8"?>
<p:tagLst xmlns:a="http://schemas.openxmlformats.org/drawingml/2006/main" xmlns:r="http://schemas.openxmlformats.org/officeDocument/2006/relationships" xmlns:p="http://schemas.openxmlformats.org/presentationml/2006/main">
  <p:tag name="BITMAPVECTOR" val="0"/>
  <p:tag name="IGUANATEXCURSOR" val="91"/>
  <p:tag name="IGUANATEXSIZE" val="18"/>
  <p:tag name="IGUANATEXVERSION" val="161"/>
  <p:tag name="LATEXADDIN" val="\documentclass{article}&#10;\usepackage{amsmath}&#10;\pagestyle{empty}&#10;\begin{document}&#10;&#10;&#10;$s^{2} = \frac{\sum{(x_i - \bar{x})^{2}}}{(n-1)}$&#10;&#10;\end{document}"/>
  <p:tag name="LATEXENGINEID" val="0"/>
  <p:tag name="LATEXFORMHEIGHT" val="320"/>
  <p:tag name="LATEXFORMWIDTH" val="385"/>
  <p:tag name="LATEXFORMWRAP" val="True"/>
  <p:tag name="ORIGINALHEIGHT" val="203.9745"/>
  <p:tag name="ORIGINALWIDTH" val="767.904"/>
  <p:tag name="OUTPUTDPI" val="1200"/>
  <p:tag name="OUTPUTTYPE" val="PNG"/>
  <p:tag name="TEMPFOLDER" val="c:\temp\"/>
  <p:tag name="TRANSPARENCY" val="True"/>
</p:tagLst>
</file>

<file path=ppt/tags/tag5.xml><?xml version="1.0" encoding="utf-8"?>
<p:tagLst xmlns:a="http://schemas.openxmlformats.org/drawingml/2006/main" xmlns:r="http://schemas.openxmlformats.org/officeDocument/2006/relationships" xmlns:p="http://schemas.openxmlformats.org/presentationml/2006/main">
  <p:tag name="BITMAPVECTOR" val="0"/>
  <p:tag name="IGUANATEXCURSOR" val="83"/>
  <p:tag name="IGUANATEXSIZE" val="18"/>
  <p:tag name="IGUANATEXVERSION" val="161"/>
  <p:tag name="LATEXADDIN" val="\documentclass{article}&#10;\usepackage{amsmath}&#10;\pagestyle{empty}&#10;\begin{document}&#10;&#10;&#10;$x_{10}$&#10;&#10;\end{document}"/>
  <p:tag name="LATEXENGINEID" val="0"/>
  <p:tag name="LATEXFORMHEIGHT" val="320"/>
  <p:tag name="LATEXFORMWIDTH" val="385"/>
  <p:tag name="LATEXFORMWRAP" val="True"/>
  <p:tag name="ORIGINALHEIGHT" val="74.99063"/>
  <p:tag name="ORIGINALWIDTH" val="162.7297"/>
  <p:tag name="OUTPUTDPI" val="1200"/>
  <p:tag name="OUTPUTTYPE" val="PNG"/>
  <p:tag name="TEMPFOLDER" val="c:\temp\"/>
  <p:tag name="TRANSPARENCY" val="False"/>
</p:tagLst>
</file>

<file path=ppt/tags/tag6.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9}$&#10;&#10;\end{document}"/>
  <p:tag name="LATEXENGINEID" val="0"/>
  <p:tag name="LATEXFORMHEIGHT" val="320"/>
  <p:tag name="LATEXFORMWIDTH" val="385"/>
  <p:tag name="LATEXFORMWRAP" val="True"/>
  <p:tag name="ORIGINALHEIGHT" val="74.99063"/>
  <p:tag name="ORIGINALWIDTH" val="113.2358"/>
  <p:tag name="OUTPUTDPI" val="1200"/>
  <p:tag name="OUTPUTTYPE" val="PNG"/>
  <p:tag name="TEMPFOLDER" val="c:\temp\"/>
  <p:tag name="TRANSPARENCY" val="False"/>
</p:tagLst>
</file>

<file path=ppt/tags/tag7.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8}$&#10;&#10;\end{document}"/>
  <p:tag name="LATEXENGINEID" val="0"/>
  <p:tag name="LATEXFORMHEIGHT" val="320"/>
  <p:tag name="LATEXFORMWIDTH" val="385"/>
  <p:tag name="LATEXFORMWRAP" val="True"/>
  <p:tag name="ORIGINALHEIGHT" val="74.99063"/>
  <p:tag name="ORIGINALWIDTH" val="113.2358"/>
  <p:tag name="OUTPUTDPI" val="1200"/>
  <p:tag name="OUTPUTTYPE" val="PNG"/>
  <p:tag name="TEMPFOLDER" val="c:\temp\"/>
  <p:tag name="TRANSPARENCY" val="False"/>
</p:tagLst>
</file>

<file path=ppt/tags/tag8.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7}$&#10;&#10;\end{document}"/>
  <p:tag name="LATEXENGINEID" val="0"/>
  <p:tag name="LATEXFORMHEIGHT" val="320"/>
  <p:tag name="LATEXFORMWIDTH" val="385"/>
  <p:tag name="LATEXFORMWRAP" val="True"/>
  <p:tag name="ORIGINALHEIGHT" val="74.99063"/>
  <p:tag name="ORIGINALWIDTH" val="116.2354"/>
  <p:tag name="OUTPUTDPI" val="1200"/>
  <p:tag name="OUTPUTTYPE" val="PNG"/>
  <p:tag name="TEMPFOLDER" val="c:\temp\"/>
  <p:tag name="TRANSPARENCY" val="False"/>
</p:tagLst>
</file>

<file path=ppt/tags/tag9.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6}$&#10;&#10;\end{document}"/>
  <p:tag name="LATEXENGINEID" val="0"/>
  <p:tag name="LATEXFORMHEIGHT" val="320"/>
  <p:tag name="LATEXFORMWIDTH" val="385"/>
  <p:tag name="LATEXFORMWRAP" val="True"/>
  <p:tag name="ORIGINALHEIGHT" val="74.99063"/>
  <p:tag name="ORIGINALWIDTH" val="113.2358"/>
  <p:tag name="OUTPUTDPI" val="1200"/>
  <p:tag name="OUTPUTTYPE" val="PNG"/>
  <p:tag name="TEMPFOLDER" val="c:\temp\"/>
  <p:tag name="TRANSPARENCY" val="False"/>
</p:tagLst>
</file>

<file path=ppt/tags/tag10.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5}$&#10;&#10;\end{document}"/>
  <p:tag name="LATEXENGINEID" val="0"/>
  <p:tag name="LATEXFORMHEIGHT" val="320"/>
  <p:tag name="LATEXFORMWIDTH" val="385"/>
  <p:tag name="LATEXFORMWRAP" val="True"/>
  <p:tag name="ORIGINALHEIGHT" val="74.99063"/>
  <p:tag name="ORIGINALWIDTH" val="112.4859"/>
  <p:tag name="OUTPUTDPI" val="1200"/>
  <p:tag name="OUTPUTTYPE" val="PNG"/>
  <p:tag name="TEMPFOLDER" val="c:\temp\"/>
  <p:tag name="TRANSPARENCY" val="False"/>
</p:tagLst>
</file>

<file path=ppt/tags/tag11.xml><?xml version="1.0" encoding="utf-8"?>
<p:tagLst xmlns:a="http://schemas.openxmlformats.org/drawingml/2006/main" xmlns:r="http://schemas.openxmlformats.org/officeDocument/2006/relationships" xmlns:p="http://schemas.openxmlformats.org/presentationml/2006/main">
  <p:tag name="BITMAPVECTOR" val="0"/>
  <p:tag name="IGUANATEXCURSOR" val="88"/>
  <p:tag name="IGUANATEXSIZE" val="18"/>
  <p:tag name="IGUANATEXVERSION" val="161"/>
  <p:tag name="LATEXADDIN" val="\documentclass{article}&#10;\usepackage{amsmath}&#10;\pagestyle{empty}&#10;\begin{document}&#10;&#10;&#10;$x_{12}$&#10;&#10;\end{document}"/>
  <p:tag name="LATEXENGINEID" val="0"/>
  <p:tag name="LATEXFORMHEIGHT" val="320"/>
  <p:tag name="LATEXFORMWIDTH" val="385"/>
  <p:tag name="LATEXFORMWRAP" val="True"/>
  <p:tag name="ORIGINALHEIGHT" val="73.49078"/>
  <p:tag name="ORIGINALWIDTH" val="161.9798"/>
  <p:tag name="OUTPUTDPI" val="1200"/>
  <p:tag name="OUTPUTTYPE" val="PNG"/>
  <p:tag name="TEMPFOLDER" val="c:\temp\"/>
  <p:tag name="TRANSPARENCY" val="False"/>
</p:tagLst>
</file>

<file path=ppt/tags/tag12.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x_{1}$&#10;&#10;\end{document}"/>
  <p:tag name="LATEXENGINEID" val="0"/>
  <p:tag name="LATEXFORMHEIGHT" val="320"/>
  <p:tag name="LATEXFORMWIDTH" val="385"/>
  <p:tag name="LATEXFORMWRAP" val="True"/>
  <p:tag name="ORIGINALHEIGHT" val="73.49078"/>
  <p:tag name="ORIGINALWIDTH" val="109.4863"/>
  <p:tag name="OUTPUTDPI" val="1200"/>
  <p:tag name="OUTPUTTYPE" val="PNG"/>
  <p:tag name="TEMPFOLDER" val="c:\temp\"/>
  <p:tag name="TRANSPARENCY" val="False"/>
</p:tagLst>
</file>

<file path=ppt/tags/tag13.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18"/>
  <p:tag name="IGUANATEXVERSION" val="161"/>
  <p:tag name="LATEXADDIN" val="\documentclass{article}&#10;\usepackage{amsmath}&#10;\pagestyle{empty}&#10;\begin{document}&#10;&#10;&#10;$\hdots$&#10;&#10;\end{document}"/>
  <p:tag name="LATEXENGINEID" val="0"/>
  <p:tag name="LATEXFORMHEIGHT" val="320"/>
  <p:tag name="LATEXFORMWIDTH" val="385"/>
  <p:tag name="LATEXFORMWRAP" val="True"/>
  <p:tag name="ORIGINALHEIGHT" val="13.49835"/>
  <p:tag name="ORIGINALWIDTH" val="124.4844"/>
  <p:tag name="OUTPUTDPI" val="1200"/>
  <p:tag name="OUTPUTTYPE" val="PNG"/>
  <p:tag name="TEMPFOLDER" val="c:\temp\"/>
  <p:tag name="TRANSPARENCY" val="False"/>
</p:tagLst>
</file>

<file path=ppt/tags/tag14.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18"/>
  <p:tag name="IGUANATEXVERSION" val="161"/>
  <p:tag name="LATEXADDIN" val="\documentclass{article}&#10;\usepackage{amsmath}&#10;\pagestyle{empty}&#10;\begin{document}&#10;&#10;&#10;$\hdots$&#10;&#10;\end{document}"/>
  <p:tag name="LATEXENGINEID" val="0"/>
  <p:tag name="LATEXFORMHEIGHT" val="320"/>
  <p:tag name="LATEXFORMWIDTH" val="385"/>
  <p:tag name="LATEXFORMWRAP" val="True"/>
  <p:tag name="ORIGINALHEIGHT" val="13.49835"/>
  <p:tag name="ORIGINALWIDTH" val="124.4844"/>
  <p:tag name="OUTPUTDPI" val="1200"/>
  <p:tag name="OUTPUTTYPE" val="PNG"/>
  <p:tag name="TEMPFOLDER" val="c:\temp\"/>
  <p:tag name="TRANSPARENCY" val="False"/>
</p:tagLst>
</file>

<file path=ppt/tags/tag15.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18"/>
  <p:tag name="IGUANATEXVERSION" val="161"/>
  <p:tag name="LATEXADDIN" val="\documentclass{article}&#10;\usepackage{amsmath}&#10;\pagestyle{empty}&#10;\begin{document}&#10;&#10;&#10;$\hdots$&#10;&#10;\end{document}"/>
  <p:tag name="LATEXENGINEID" val="0"/>
  <p:tag name="LATEXFORMHEIGHT" val="320"/>
  <p:tag name="LATEXFORMWIDTH" val="385"/>
  <p:tag name="LATEXFORMWRAP" val="True"/>
  <p:tag name="ORIGINALHEIGHT" val="13.49835"/>
  <p:tag name="ORIGINALWIDTH" val="124.4844"/>
  <p:tag name="OUTPUTDPI" val="1200"/>
  <p:tag name="OUTPUTTYPE" val="PNG"/>
  <p:tag name="TEMPFOLDER" val="c:\temp\"/>
  <p:tag name="TRANSPARENCY" val="False"/>
</p:tagLst>
</file>

<file path=ppt/tags/tag16.xml><?xml version="1.0" encoding="utf-8"?>
<p:tagLst xmlns:a="http://schemas.openxmlformats.org/drawingml/2006/main" xmlns:r="http://schemas.openxmlformats.org/officeDocument/2006/relationships" xmlns:p="http://schemas.openxmlformats.org/presentationml/2006/main">
  <p:tag name="BITMAPVECTOR" val="0"/>
  <p:tag name="IGUANATEXCURSOR" val="85"/>
  <p:tag name="IGUANATEXSIZE" val="18"/>
  <p:tag name="IGUANATEXVERSION" val="161"/>
  <p:tag name="LATEXADDIN" val="\documentclass{article}&#10;\usepackage{amsmath}&#10;\pagestyle{empty}&#10;\begin{document}&#10;&#10;&#10;$\hdots$&#10;&#10;\end{document}"/>
  <p:tag name="LATEXENGINEID" val="0"/>
  <p:tag name="LATEXFORMHEIGHT" val="320"/>
  <p:tag name="LATEXFORMWIDTH" val="385"/>
  <p:tag name="LATEXFORMWRAP" val="True"/>
  <p:tag name="ORIGINALHEIGHT" val="13.49835"/>
  <p:tag name="ORIGINALWIDTH" val="124.4844"/>
  <p:tag name="OUTPUTDPI" val="1200"/>
  <p:tag name="OUTPUTTYPE" val="PNG"/>
  <p:tag name="TEMPFOLDER" val="c:\temp\"/>
  <p:tag name="TRANSPARENCY" val="False"/>
</p:tagLst>
</file>

<file path=ppt/tags/tag17.xml><?xml version="1.0" encoding="utf-8"?>
<p:tagLst xmlns:a="http://schemas.openxmlformats.org/drawingml/2006/main" xmlns:r="http://schemas.openxmlformats.org/officeDocument/2006/relationships" xmlns:p="http://schemas.openxmlformats.org/presentationml/2006/main">
  <p:tag name="BITMAPVECTOR" val="0"/>
  <p:tag name="IGUANATEXCURSOR" val="89"/>
  <p:tag name="IGUANATEXSIZE" val="18"/>
  <p:tag name="IGUANATEXVERSION" val="161"/>
  <p:tag name="LATEXADDIN" val="\documentclass{article}&#10;\usepackage{amsmath}&#10;\pagestyle{empty}&#10;\begin{document}&#10;&#10;&#10;$\bar{x}$&#10;&#10;\end{document}"/>
  <p:tag name="LATEXENGINEID" val="0"/>
  <p:tag name="LATEXFORMHEIGHT" val="320"/>
  <p:tag name="LATEXFORMWIDTH" val="385"/>
  <p:tag name="LATEXFORMWRAP" val="True"/>
  <p:tag name="ORIGINALHEIGHT" val="74.99063"/>
  <p:tag name="ORIGINALWIDTH" val="62.99213"/>
  <p:tag name="OUTPUTDPI" val="1200"/>
  <p:tag name="OUTPUTTYPE" val="PNG"/>
  <p:tag name="TEMPFOLDER" val="c:\temp\"/>
  <p:tag name="TRANSPARENCY" val="True"/>
</p:tagLst>
</file>

<file path=ppt/tags/tag18.xml><?xml version="1.0" encoding="utf-8"?>
<p:tagLst xmlns:a="http://schemas.openxmlformats.org/drawingml/2006/main" xmlns:r="http://schemas.openxmlformats.org/officeDocument/2006/relationships" xmlns:p="http://schemas.openxmlformats.org/presentationml/2006/main">
  <p:tag name="BITMAPVECTOR" val="0"/>
  <p:tag name="IGUANATEXCURSOR" val="148"/>
  <p:tag name="IGUANATEXSIZE" val="18"/>
  <p:tag name="IGUANATEXVERSION" val="161"/>
  <p:tag name="LATEXADDIN" val="\documentclass{article}&#10;\usepackage{amsmath}&#10;\pagestyle{empty}&#10;\begin{document}&#10;&#10;&#10;$s = \sqrt{s^{2}} = \sqrt{\frac{\sum{(x_i - \bar{x})^{2}}}{(n-1)}}$&#10;&#10;\end{document}"/>
  <p:tag name="LATEXENGINEID" val="0"/>
  <p:tag name="LATEXFORMHEIGHT" val="320"/>
  <p:tag name="LATEXFORMWIDTH" val="385"/>
  <p:tag name="LATEXFORMWRAP" val="True"/>
  <p:tag name="ORIGINALHEIGHT" val="224.222"/>
  <p:tag name="ORIGINALWIDTH" val="1235.096"/>
  <p:tag name="OUTPUTDPI" val="1200"/>
  <p:tag name="OUTPUTTYPE" val="PNG"/>
  <p:tag name="TEMPFOLDER" val="c:\temp\"/>
  <p:tag name="TRANSPARENCY" val="True"/>
</p:tagLst>
</file>

<file path=ppt/tags/tag19.xml><?xml version="1.0" encoding="utf-8"?>
<p:tagLst xmlns:a="http://schemas.openxmlformats.org/drawingml/2006/main" xmlns:r="http://schemas.openxmlformats.org/officeDocument/2006/relationships" xmlns:p="http://schemas.openxmlformats.org/presentationml/2006/main">
  <p:tag name="BITMAPVECTOR" val="0"/>
  <p:tag name="IGUANATEXCURSOR" val="89"/>
  <p:tag name="IGUANATEXSIZE" val="18"/>
  <p:tag name="IGUANATEXVERSION" val="161"/>
  <p:tag name="LATEXADDIN" val="\documentclass{article}&#10;\usepackage{amsmath}&#10;\pagestyle{empty}&#10;\begin{document}&#10;&#10;&#10;$68.3\%$&#10;&#10;\end{document}"/>
  <p:tag name="LATEXENGINEID" val="0"/>
  <p:tag name="LATEXFORMHEIGHT" val="320"/>
  <p:tag name="LATEXFORMWIDTH" val="385"/>
  <p:tag name="LATEXFORMWRAP" val="True"/>
  <p:tag name="ORIGINALHEIGHT" val="100.4874"/>
  <p:tag name="ORIGINALWIDTH" val="313.4608"/>
  <p:tag name="OUTPUTDPI" val="1200"/>
  <p:tag name="OUTPUTTYPE" val="PNG"/>
  <p:tag name="TEMPFOLDER" val="c:\temp\"/>
  <p:tag name="TRANSPARENCY" val="False"/>
</p:tagLst>
</file>

<file path=ppt/tags/tag20.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95.4\%$&#10;&#10;\end{document}"/>
  <p:tag name="LATEXENGINEID" val="0"/>
  <p:tag name="LATEXFORMHEIGHT" val="320"/>
  <p:tag name="LATEXFORMWIDTH" val="385"/>
  <p:tag name="LATEXFORMWRAP" val="True"/>
  <p:tag name="ORIGINALHEIGHT" val="100.4874"/>
  <p:tag name="ORIGINALWIDTH" val="313.4608"/>
  <p:tag name="OUTPUTDPI" val="1200"/>
  <p:tag name="OUTPUTTYPE" val="PNG"/>
  <p:tag name="TEMPFOLDER" val="c:\temp\"/>
  <p:tag name="TRANSPARENCY" val="False"/>
</p:tagLst>
</file>

<file path=ppt/tags/tag21.xml><?xml version="1.0" encoding="utf-8"?>
<p:tagLst xmlns:a="http://schemas.openxmlformats.org/drawingml/2006/main" xmlns:r="http://schemas.openxmlformats.org/officeDocument/2006/relationships" xmlns:p="http://schemas.openxmlformats.org/presentationml/2006/main">
  <p:tag name="BITMAPVECTOR" val="0"/>
  <p:tag name="IGUANATEXCURSOR" val="87"/>
  <p:tag name="IGUANATEXSIZE" val="18"/>
  <p:tag name="IGUANATEXVERSION" val="161"/>
  <p:tag name="LATEXADDIN" val="\documentclass{article}&#10;\usepackage{amsmath}&#10;\pagestyle{empty}&#10;\begin{document}&#10;&#10;&#10;$99.7\%$&#10;&#10;\end{document}"/>
  <p:tag name="LATEXENGINEID" val="0"/>
  <p:tag name="LATEXFORMHEIGHT" val="320"/>
  <p:tag name="LATEXFORMWIDTH" val="385"/>
  <p:tag name="LATEXFORMWRAP" val="True"/>
  <p:tag name="ORIGINALHEIGHT" val="100.4874"/>
  <p:tag name="ORIGINALWIDTH" val="313.4608"/>
  <p:tag name="OUTPUTDPI" val="1200"/>
  <p:tag name="OUTPUTTYPE" val="PNG"/>
  <p:tag name="TEMPFOLDER" val="c:\temp\"/>
  <p:tag name="TRANSPARENCY" val="False"/>
</p:tagLst>
</file>

<file path=ppt/tags/tag22.xml><?xml version="1.0" encoding="utf-8"?>
<p:tagLst xmlns:a="http://schemas.openxmlformats.org/drawingml/2006/main" xmlns:r="http://schemas.openxmlformats.org/officeDocument/2006/relationships" xmlns:p="http://schemas.openxmlformats.org/presentationml/2006/main">
  <p:tag name="BITMAPVECTOR" val="0"/>
  <p:tag name="IGUANATEXCURSOR" val="95"/>
  <p:tag name="IGUANATEXSIZE" val="18"/>
  <p:tag name="IGUANATEXVERSION" val="161"/>
  <p:tag name="LATEXADDIN" val="\documentclass{article}&#10;\usepackage{amsmath}&#10;\pagestyle{empty}&#10;\begin{document}&#10;&#10;&#10;$\bar{x} - 1s$&#10;&#10;\end{document}"/>
  <p:tag name="LATEXENGINEID" val="0"/>
  <p:tag name="LATEXFORMHEIGHT" val="320"/>
  <p:tag name="LATEXFORMWIDTH" val="385"/>
  <p:tag name="LATEXFORMWRAP" val="True"/>
  <p:tag name="ORIGINALHEIGHT" val="83.98952"/>
  <p:tag name="ORIGINALWIDTH" val="335.2081"/>
  <p:tag name="OUTPUTDPI" val="1200"/>
  <p:tag name="OUTPUTTYPE" val="PNG"/>
  <p:tag name="TEMPFOLDER" val="c:\temp\"/>
  <p:tag name="TRANSPARENCY" val="True"/>
</p:tagLst>
</file>

<file path=ppt/tags/tag23.xml><?xml version="1.0" encoding="utf-8"?>
<p:tagLst xmlns:a="http://schemas.openxmlformats.org/drawingml/2006/main" xmlns:r="http://schemas.openxmlformats.org/officeDocument/2006/relationships" xmlns:p="http://schemas.openxmlformats.org/presentationml/2006/main">
  <p:tag name="BITMAPVECTOR" val="0"/>
  <p:tag name="IGUANATEXCURSOR" val="94"/>
  <p:tag name="IGUANATEXSIZE" val="18"/>
  <p:tag name="IGUANATEXVERSION" val="161"/>
  <p:tag name="LATEXADDIN" val="\documentclass{article}&#10;\usepackage{amsmath}&#10;\pagestyle{empty}&#10;\begin{document}&#10;&#10;&#10;$\bar{x} - 2s$&#10;&#10;\end{document}"/>
  <p:tag name="LATEXENGINEID" val="0"/>
  <p:tag name="LATEXFORMHEIGHT" val="320"/>
  <p:tag name="LATEXFORMWIDTH" val="385"/>
  <p:tag name="LATEXFORMWRAP" val="True"/>
  <p:tag name="ORIGINALHEIGHT" val="83.98952"/>
  <p:tag name="ORIGINALWIDTH" val="335.2081"/>
  <p:tag name="OUTPUTDPI" val="1200"/>
  <p:tag name="OUTPUTTYPE" val="PNG"/>
  <p:tag name="TEMPFOLDER" val="c:\temp\"/>
  <p:tag name="TRANSPARENCY" val="True"/>
</p:tagLst>
</file>

<file path=ppt/tags/tag24.xml><?xml version="1.0" encoding="utf-8"?>
<p:tagLst xmlns:a="http://schemas.openxmlformats.org/drawingml/2006/main" xmlns:r="http://schemas.openxmlformats.org/officeDocument/2006/relationships" xmlns:p="http://schemas.openxmlformats.org/presentationml/2006/main">
  <p:tag name="BITMAPVECTOR" val="0"/>
  <p:tag name="IGUANATEXCURSOR" val="95"/>
  <p:tag name="IGUANATEXSIZE" val="18"/>
  <p:tag name="IGUANATEXVERSION" val="161"/>
  <p:tag name="LATEXADDIN" val="\documentclass{article}&#10;\usepackage{amsmath}&#10;\pagestyle{empty}&#10;\begin{document}&#10;&#10;&#10;$\bar{x} - 3&#10;s$&#10;&#10;\end{document}"/>
  <p:tag name="LATEXENGINEID" val="0"/>
  <p:tag name="LATEXFORMHEIGHT" val="320"/>
  <p:tag name="LATEXFORMWIDTH" val="385"/>
  <p:tag name="LATEXFORMWRAP" val="True"/>
  <p:tag name="ORIGINALHEIGHT" val="85.48929"/>
  <p:tag name="ORIGINALWIDTH" val="335.2081"/>
  <p:tag name="OUTPUTDPI" val="1200"/>
  <p:tag name="OUTPUTTYPE" val="PNG"/>
  <p:tag name="TEMPFOLDER" val="c:\temp\"/>
  <p:tag name="TRANSPARENCY" val="True"/>
</p:tagLst>
</file>

<file path=ppt/tags/tag25.xml><?xml version="1.0" encoding="utf-8"?>
<p:tagLst xmlns:a="http://schemas.openxmlformats.org/drawingml/2006/main" xmlns:r="http://schemas.openxmlformats.org/officeDocument/2006/relationships" xmlns:p="http://schemas.openxmlformats.org/presentationml/2006/main">
  <p:tag name="BITMAPVECTOR" val="0"/>
  <p:tag name="IGUANATEXCURSOR" val="94"/>
  <p:tag name="IGUANATEXSIZE" val="18"/>
  <p:tag name="IGUANATEXVERSION" val="161"/>
  <p:tag name="LATEXADDIN" val="\documentclass{article}&#10;\usepackage{amsmath}&#10;\pagestyle{empty}&#10;\begin{document}&#10;&#10;&#10;$\bar{x} + 3s$&#10;&#10;\end{document}"/>
  <p:tag name="LATEXENGINEID" val="0"/>
  <p:tag name="LATEXFORMHEIGHT" val="320"/>
  <p:tag name="LATEXFORMWIDTH" val="385"/>
  <p:tag name="LATEXFORMWRAP" val="True"/>
  <p:tag name="ORIGINALHEIGHT" val="92.98835"/>
  <p:tag name="ORIGINALWIDTH" val="335.2081"/>
  <p:tag name="OUTPUTDPI" val="1200"/>
  <p:tag name="OUTPUTTYPE" val="PNG"/>
  <p:tag name="TEMPFOLDER" val="c:\temp\"/>
  <p:tag name="TRANSPARENCY" val="True"/>
</p:tagLst>
</file>

<file path=ppt/tags/tag26.xml><?xml version="1.0" encoding="utf-8"?>
<p:tagLst xmlns:a="http://schemas.openxmlformats.org/drawingml/2006/main" xmlns:r="http://schemas.openxmlformats.org/officeDocument/2006/relationships" xmlns:p="http://schemas.openxmlformats.org/presentationml/2006/main">
  <p:tag name="BITMAPVECTOR" val="0"/>
  <p:tag name="IGUANATEXCURSOR" val="92"/>
  <p:tag name="IGUANATEXSIZE" val="18"/>
  <p:tag name="IGUANATEXVERSION" val="161"/>
  <p:tag name="LATEXADDIN" val="\documentclass{article}&#10;\usepackage{amsmath}&#10;\pagestyle{empty}&#10;\begin{document}&#10;&#10;&#10;$\bar{x} + 2s$&#10;&#10;\end{document}"/>
  <p:tag name="LATEXENGINEID" val="0"/>
  <p:tag name="LATEXFORMHEIGHT" val="320"/>
  <p:tag name="LATEXFORMWIDTH" val="385"/>
  <p:tag name="LATEXFORMWRAP" val="True"/>
  <p:tag name="ORIGINALHEIGHT" val="92.98835"/>
  <p:tag name="ORIGINALWIDTH" val="335.2081"/>
  <p:tag name="OUTPUTDPI" val="1200"/>
  <p:tag name="OUTPUTTYPE" val="PNG"/>
  <p:tag name="TEMPFOLDER" val="c:\temp\"/>
  <p:tag name="TRANSPARENCY" val="True"/>
</p:tagLst>
</file>

<file path=ppt/tags/tag27.xml><?xml version="1.0" encoding="utf-8"?>
<p:tagLst xmlns:a="http://schemas.openxmlformats.org/drawingml/2006/main" xmlns:r="http://schemas.openxmlformats.org/officeDocument/2006/relationships" xmlns:p="http://schemas.openxmlformats.org/presentationml/2006/main">
  <p:tag name="BITMAPVECTOR" val="0"/>
  <p:tag name="IGUANATEXCURSOR" val="94"/>
  <p:tag name="IGUANATEXSIZE" val="18"/>
  <p:tag name="IGUANATEXVERSION" val="161"/>
  <p:tag name="LATEXADDIN" val="\documentclass{article}&#10;\usepackage{amsmath}&#10;\pagestyle{empty}&#10;\begin{document}&#10;&#10;&#10;$\bar{x} + 1s$&#10;&#10;\end{document}"/>
  <p:tag name="LATEXENGINEID" val="0"/>
  <p:tag name="LATEXFORMHEIGHT" val="320"/>
  <p:tag name="LATEXFORMWIDTH" val="385"/>
  <p:tag name="LATEXFORMWRAP" val="True"/>
  <p:tag name="ORIGINALHEIGHT" val="92.98835"/>
  <p:tag name="ORIGINALWIDTH" val="335.2081"/>
  <p:tag name="OUTPUTDPI" val="1200"/>
  <p:tag name="OUTPUTTYPE" val="PNG"/>
  <p:tag name="TEMPFOLDER" val="c:\temp\"/>
  <p:tag name="TRANSPARENCY" val="True"/>
</p:tagLst>
</file>

<file path=ppt/tags/tag28.xml><?xml version="1.0" encoding="utf-8"?>
<p:tagLst xmlns:a="http://schemas.openxmlformats.org/drawingml/2006/main" xmlns:r="http://schemas.openxmlformats.org/officeDocument/2006/relationships" xmlns:p="http://schemas.openxmlformats.org/presentationml/2006/main">
  <p:tag name="BITMAPVECTOR" val="0"/>
  <p:tag name="IGUANATEXCURSOR" val="89"/>
  <p:tag name="IGUANATEXSIZE" val="18"/>
  <p:tag name="IGUANATEXVERSION" val="161"/>
  <p:tag name="LATEXADDIN" val="\documentclass{article}&#10;\usepackage{amsmath}&#10;\pagestyle{empty}&#10;\begin{document}&#10;&#10;&#10;$\bar{x}$&#10;&#10;\end{document}"/>
  <p:tag name="LATEXENGINEID" val="0"/>
  <p:tag name="LATEXFORMHEIGHT" val="320"/>
  <p:tag name="LATEXFORMWIDTH" val="385"/>
  <p:tag name="LATEXFORMWRAP" val="True"/>
  <p:tag name="ORIGINALHEIGHT" val="74.99063"/>
  <p:tag name="ORIGINALWIDTH" val="62.99213"/>
  <p:tag name="OUTPUTDPI" val="1200"/>
  <p:tag name="OUTPUTTYPE" val="PNG"/>
  <p:tag name="TEMPFOLDER" val="c:\temp\"/>
  <p:tag name="TRANSPARENCY" val="True"/>
</p:tagLst>
</file>

<file path=ppt/tags/tag29.xml><?xml version="1.0" encoding="utf-8"?>
<p:tagLst xmlns:a="http://schemas.openxmlformats.org/drawingml/2006/main" xmlns:r="http://schemas.openxmlformats.org/officeDocument/2006/relationships" xmlns:p="http://schemas.openxmlformats.org/presentationml/2006/main">
  <p:tag name="BITMAPVECTOR" val="0"/>
  <p:tag name="IGUANATEXCURSOR" val="86"/>
  <p:tag name="IGUANATEXSIZE" val="18"/>
  <p:tag name="IGUANATEXVERSION" val="161"/>
  <p:tag name="LATEXADDIN" val="\documentclass{article}&#10;\usepackage{amsmath}&#10;\pagestyle{empty}&#10;\begin{document}&#10;&#10;&#10;$ Q1 = (\frac{p=25}{100})n$  &#10;&#10;\end{document}"/>
  <p:tag name="LATEXENGINEID" val="0"/>
  <p:tag name="LATEXFORMHEIGHT" val="320"/>
  <p:tag name="LATEXFORMWIDTH" val="385"/>
  <p:tag name="LATEXFORMWRAP" val="True"/>
  <p:tag name="ORIGINALHEIGHT" val="158.2302"/>
  <p:tag name="ORIGINALWIDTH" val="746.1567"/>
  <p:tag name="OUTPUTDPI" val="1200"/>
  <p:tag name="OUTPUTTYPE" val="PNG"/>
  <p:tag name="TEMPFOLDER" val="c:\temp\"/>
  <p:tag name="TRANSPARENCY" val="True"/>
</p:tagLst>
</file>

<file path=ppt/tags/tag30.xml><?xml version="1.0" encoding="utf-8"?>
<p:tagLst xmlns:a="http://schemas.openxmlformats.org/drawingml/2006/main" xmlns:r="http://schemas.openxmlformats.org/officeDocument/2006/relationships" xmlns:p="http://schemas.openxmlformats.org/presentationml/2006/main">
  <p:tag name="BITMAPVECTOR" val="0"/>
  <p:tag name="IGUANATEXCURSOR" val="99"/>
  <p:tag name="IGUANATEXSIZE" val="18"/>
  <p:tag name="IGUANATEXVERSION" val="161"/>
  <p:tag name="LATEXADDIN" val="\documentclass{article}&#10;\usepackage{amsmath}&#10;\pagestyle{empty}&#10;\begin{document}&#10;&#10;&#10;$ Q3 = (\frac{p=75}{100})n$  &#10;&#10;\end{document}"/>
  <p:tag name="LATEXENGINEID" val="0"/>
  <p:tag name="LATEXFORMHEIGHT" val="320"/>
  <p:tag name="LATEXFORMWIDTH" val="385"/>
  <p:tag name="LATEXFORMWRAP" val="True"/>
  <p:tag name="ORIGINALHEIGHT" val="158.9802"/>
  <p:tag name="ORIGINALWIDTH" val="746.1567"/>
  <p:tag name="OUTPUTDPI" val="1200"/>
  <p:tag name="OUTPUTTYPE" val="PNG"/>
  <p:tag name="TEMPFOLDER" val="c:\temp\"/>
  <p:tag name="TRANSPARENCY" val="True"/>
</p:tagLst>
</file>

<file path=ppt/tags/tag31.xml><?xml version="1.0" encoding="utf-8"?>
<p:tagLst xmlns:a="http://schemas.openxmlformats.org/drawingml/2006/main" xmlns:r="http://schemas.openxmlformats.org/officeDocument/2006/relationships" xmlns:p="http://schemas.openxmlformats.org/presentationml/2006/main">
  <p:tag name="BITMAPVECTOR" val="0"/>
  <p:tag name="IGUANATEXCURSOR" val="90"/>
  <p:tag name="IGUANATEXSIZE" val="18"/>
  <p:tag name="IGUANATEXVERSION" val="161"/>
  <p:tag name="LATEXADDIN" val="\documentclass{article}&#10;\usepackage{amsmath}&#10;\pagestyle{empty}&#10;\begin{document}&#10;&#10;&#10;$iqr  = Q_3 - Q_1$&#10;&#10;\end{document}"/>
  <p:tag name="LATEXENGINEID" val="0"/>
  <p:tag name="LATEXFORMHEIGHT" val="320"/>
  <p:tag name="LATEXFORMWIDTH" val="385"/>
  <p:tag name="LATEXFORMWRAP" val="True"/>
  <p:tag name="ORIGINALHEIGHT" val="111.7361"/>
  <p:tag name="ORIGINALWIDTH" val="771.6536"/>
  <p:tag name="OUTPUTDPI" val="1200"/>
  <p:tag name="OUTPUTTYPE" val="PNG"/>
  <p:tag name="TEMPFOLDER" val="c:\temp\"/>
  <p:tag name="TRANSPARENCY" val="True"/>
</p:tagLst>
</file>

<file path=ppt/tags/tag32.xml><?xml version="1.0" encoding="utf-8"?>
<p:tagLst xmlns:a="http://schemas.openxmlformats.org/drawingml/2006/main" xmlns:r="http://schemas.openxmlformats.org/officeDocument/2006/relationships" xmlns:p="http://schemas.openxmlformats.org/presentationml/2006/main">
  <p:tag name="BITMAPVECTOR" val="0"/>
  <p:tag name="IGUANATEXCURSOR" val="89"/>
  <p:tag name="IGUANATEXSIZE" val="18"/>
  <p:tag name="IGUANATEXVERSION" val="161"/>
  <p:tag name="LATEXADDIN" val="\documentclass{article}&#10;\usepackage{amsmath}&#10;\pagestyle{empty}&#10;\begin{document}&#10;&#10;&#10;$\bar{x} = \frac{\sum{x_i}}{n}$&#10;&#10;\end{document}"/>
  <p:tag name="LATEXENGINEID" val="0"/>
  <p:tag name="LATEXFORMHEIGHT" val="320"/>
  <p:tag name="LATEXFORMWIDTH" val="385"/>
  <p:tag name="LATEXFORMWRAP" val="True"/>
  <p:tag name="ORIGINALHEIGHT" val="169.4788"/>
  <p:tag name="ORIGINALWIDTH" val="467.1916"/>
  <p:tag name="OUTPUTDPI" val="1200"/>
  <p:tag name="OUTPUTTYPE" val="PNG"/>
  <p:tag name="TEMPFOLDER" val="c:\temp\"/>
  <p:tag name="TRANSPARENCY" val="True"/>
</p:tagLst>
</file>

<file path=ppt/tags/tag33.xml><?xml version="1.0" encoding="utf-8"?>
<p:tagLst xmlns:a="http://schemas.openxmlformats.org/drawingml/2006/main" xmlns:r="http://schemas.openxmlformats.org/officeDocument/2006/relationships" xmlns:p="http://schemas.openxmlformats.org/presentationml/2006/main">
  <p:tag name="BITMAPVECTOR" val="0"/>
  <p:tag name="IGUANATEXCURSOR" val="105"/>
  <p:tag name="IGUANATEXSIZE" val="18"/>
  <p:tag name="IGUANATEXVERSION" val="161"/>
  <p:tag name="LATEXADDIN" val="\documentclass{article}&#10;\usepackage{amsmath}&#10;\pagestyle{empty}&#10;\begin{document}&#10;&#10;&#10;$\bar{y} = \frac{\sum{y_i}}{n}$&#10;&#10;\end{document}"/>
  <p:tag name="LATEXENGINEID" val="0"/>
  <p:tag name="LATEXFORMHEIGHT" val="320"/>
  <p:tag name="LATEXFORMWIDTH" val="385"/>
  <p:tag name="LATEXFORMWRAP" val="True"/>
  <p:tag name="ORIGINALHEIGHT" val="169.4788"/>
  <p:tag name="ORIGINALWIDTH" val="455.943"/>
  <p:tag name="OUTPUTDPI" val="1200"/>
  <p:tag name="OUTPUTTYPE" val="PNG"/>
  <p:tag name="TEMPFOLDER" val="c:\temp\"/>
  <p:tag name="TRANSPARENCY" val="True"/>
</p:tagLst>
</file>

<file path=ppt/tags/tag34.xml><?xml version="1.0" encoding="utf-8"?>
<p:tagLst xmlns:a="http://schemas.openxmlformats.org/drawingml/2006/main" xmlns:r="http://schemas.openxmlformats.org/officeDocument/2006/relationships" xmlns:p="http://schemas.openxmlformats.org/presentationml/2006/main">
  <p:tag name="BITMAPVECTOR" val="0"/>
  <p:tag name="IGUANATEXCURSOR" val="113"/>
  <p:tag name="IGUANATEXSIZE" val="18"/>
  <p:tag name="IGUANATEXVERSION" val="161"/>
  <p:tag name="LATEXADDIN" val="\documentclass{article}&#10;\usepackage{amsmath}&#10;\pagestyle{empty}&#10;\begin{document}&#10;&#10;&#10;$(x_i - \bar{x})(y_i - \bar{y})$&#10;&#10;\end{document}"/>
  <p:tag name="LATEXENGINEID" val="0"/>
  <p:tag name="LATEXFORMHEIGHT" val="320"/>
  <p:tag name="LATEXFORMWIDTH" val="385"/>
  <p:tag name="LATEXFORMWRAP" val="True"/>
  <p:tag name="ORIGINALHEIGHT" val="125.2343"/>
  <p:tag name="ORIGINALWIDTH" val="825.6468"/>
  <p:tag name="OUTPUTDPI" val="1200"/>
  <p:tag name="OUTPUTTYPE" val="PNG"/>
  <p:tag name="TEMPFOLDER" val="c:\temp\"/>
  <p:tag name="TRANSPARENCY" val="True"/>
</p:tagLst>
</file>

<file path=ppt/tags/tag35.xml><?xml version="1.0" encoding="utf-8"?>
<p:tagLst xmlns:a="http://schemas.openxmlformats.org/drawingml/2006/main" xmlns:r="http://schemas.openxmlformats.org/officeDocument/2006/relationships" xmlns:p="http://schemas.openxmlformats.org/presentationml/2006/main">
  <p:tag name="BITMAPVECTOR" val="0"/>
  <p:tag name="IGUANATEXCURSOR" val="98"/>
  <p:tag name="IGUANATEXSIZE" val="18"/>
  <p:tag name="IGUANATEXVERSION" val="161"/>
  <p:tag name="LATEXADDIN" val="\documentclass{article}&#10;\usepackage{amsmath}&#10;\pagestyle{empty}&#10;\begin{document}&#10;&#10;&#10;$(y_i - \bar{y})$&#10;&#10;\end{document}"/>
  <p:tag name="LATEXENGINEID" val="0"/>
  <p:tag name="LATEXFORMHEIGHT" val="320"/>
  <p:tag name="LATEXFORMWIDTH" val="385"/>
  <p:tag name="LATEXFORMWRAP" val="True"/>
  <p:tag name="ORIGINALHEIGHT" val="125.2343"/>
  <p:tag name="ORIGINALWIDTH" val="392.9509"/>
  <p:tag name="OUTPUTDPI" val="1200"/>
  <p:tag name="OUTPUTTYPE" val="PNG"/>
  <p:tag name="TEMPFOLDER" val="c:\temp\"/>
  <p:tag name="TRANSPARENCY" val="True"/>
</p:tagLst>
</file>

<file path=ppt/tags/tag36.xml><?xml version="1.0" encoding="utf-8"?>
<p:tagLst xmlns:a="http://schemas.openxmlformats.org/drawingml/2006/main" xmlns:r="http://schemas.openxmlformats.org/officeDocument/2006/relationships" xmlns:p="http://schemas.openxmlformats.org/presentationml/2006/main">
  <p:tag name="BITMAPVECTOR" val="0"/>
  <p:tag name="IGUANATEXCURSOR" val="96"/>
  <p:tag name="IGUANATEXSIZE" val="18"/>
  <p:tag name="IGUANATEXVERSION" val="161"/>
  <p:tag name="LATEXADDIN" val="\documentclass{article}&#10;\usepackage{amsmath}&#10;\pagestyle{empty}&#10;\begin{document}&#10;&#10;&#10;$(x_i - \bar{x})$&#10;&#10;\end{document}"/>
  <p:tag name="LATEXENGINEID" val="0"/>
  <p:tag name="LATEXFORMHEIGHT" val="320"/>
  <p:tag name="LATEXFORMWIDTH" val="385"/>
  <p:tag name="LATEXFORMWRAP" val="True"/>
  <p:tag name="ORIGINALHEIGHT" val="125.2343"/>
  <p:tag name="ORIGINALWIDTH" val="408.6989"/>
  <p:tag name="OUTPUTDPI" val="1200"/>
  <p:tag name="OUTPUTTYPE" val="PNG"/>
  <p:tag name="TEMPFOLDER" val="c:\temp\"/>
  <p:tag name="TRANSPARENCY" val="True"/>
</p:tagLst>
</file>

<file path=ppt/tags/tag37.xml><?xml version="1.0" encoding="utf-8"?>
<p:tagLst xmlns:a="http://schemas.openxmlformats.org/drawingml/2006/main" xmlns:r="http://schemas.openxmlformats.org/officeDocument/2006/relationships" xmlns:p="http://schemas.openxmlformats.org/presentationml/2006/main">
  <p:tag name="BITMAPVECTOR" val="0"/>
  <p:tag name="IGUANATEXCURSOR" val="140"/>
  <p:tag name="IGUANATEXSIZE" val="18"/>
  <p:tag name="IGUANATEXVERSION" val="161"/>
  <p:tag name="LATEXADDIN" val="\documentclass{article}&#10;\usepackage{amsmath}&#10;\pagestyle{empty}&#10;\begin{document}&#10;&#10;&#10;$S_{xy} = \frac{&#10;\sum{(x_i - \bar{x})(y_i - \bar{y})}}{n-1}$&#10;&#10;\end{document}"/>
  <p:tag name="LATEXENGINEID" val="0"/>
  <p:tag name="LATEXFORMHEIGHT" val="320"/>
  <p:tag name="LATEXFORMWIDTH" val="385"/>
  <p:tag name="LATEXFORMWRAP" val="True"/>
  <p:tag name="ORIGINALHEIGHT" val="169.4788"/>
  <p:tag name="ORIGINALWIDTH" val="1096.363"/>
  <p:tag name="OUTPUTDPI" val="1200"/>
  <p:tag name="OUTPUTTYPE" val="PNG"/>
  <p:tag name="TEMPFOLDER" val="c:\temp\"/>
  <p:tag name="TRANSPARENCY" val="True"/>
</p:tagLst>
</file>

<file path=ppt/tags/tag38.xml><?xml version="1.0" encoding="utf-8"?>
<p:tagLst xmlns:a="http://schemas.openxmlformats.org/drawingml/2006/main" xmlns:r="http://schemas.openxmlformats.org/officeDocument/2006/relationships" xmlns:p="http://schemas.openxmlformats.org/presentationml/2006/main">
  <p:tag name="BITMAPVECTOR" val="0"/>
  <p:tag name="IGUANATEXCURSOR" val="121"/>
  <p:tag name="IGUANATEXSIZE" val="18"/>
  <p:tag name="IGUANATEXVERSION" val="161"/>
  <p:tag name="LATEXADDIN" val="\documentclass{article}&#10;\usepackage{amsmath}&#10;\pagestyle{empty}&#10;\begin{document}&#10;&#10;&#10;$r_{xy} = \frac{s_{xy}}{s_x \times s_y}$&#10;&#10;\end{document}"/>
  <p:tag name="LATEXENGINEID" val="0"/>
  <p:tag name="LATEXFORMHEIGHT" val="320"/>
  <p:tag name="LATEXFORMWIDTH" val="385"/>
  <p:tag name="LATEXFORMWRAP" val="True"/>
  <p:tag name="ORIGINALHEIGHT" val="169.4788"/>
  <p:tag name="ORIGINALWIDTH" val="631.4211"/>
  <p:tag name="OUTPUTDPI" val="1200"/>
  <p:tag name="OUTPUTTYPE" val="PNG"/>
  <p:tag name="TEMPFOLDER" val="c:\temp\"/>
  <p:tag name="TRANSPARENCY" val="True"/>
</p:tagLst>
</file>

<file path=ppt/tags/tag39.xml><?xml version="1.0" encoding="utf-8"?>
<p:tagLst xmlns:a="http://schemas.openxmlformats.org/drawingml/2006/main" xmlns:r="http://schemas.openxmlformats.org/officeDocument/2006/relationships" xmlns:p="http://schemas.openxmlformats.org/presentationml/2006/main">
  <p:tag name="BITMAPVECTOR" val="0"/>
  <p:tag name="IGUANATEXCURSOR" val="188"/>
  <p:tag name="IGUANATEXSIZE" val="18"/>
  <p:tag name="IGUANATEXVERSION" val="161"/>
  <p:tag name="LATEXADDIN" val="\documentclass{article}&#10;\usepackage{amsmath}&#10;\pagestyle{empty}&#10;\begin{document}&#10;&#10;&#10; $$r = \frac{\sum (x_i - \bar{x})(y_i - \bar{y})}{\sqrt{\sum (x_i - \bar{x})^2 \sum (y_i - \bar{y})^2}}$$&#10;&#10;\end{document}"/>
  <p:tag name="LATEXENGINEID" val="0"/>
  <p:tag name="LATEXFORMHEIGHT" val="320"/>
  <p:tag name="LATEXFORMWIDTH" val="385"/>
  <p:tag name="LATEXFORMWRAP" val="True"/>
  <p:tag name="ORIGINALHEIGHT" val="317.9602"/>
  <p:tag name="ORIGINALWIDTH" val="1607.799"/>
  <p:tag name="OUTPUTDPI" val="1200"/>
  <p:tag name="OUTPUTTYPE" val="PNG"/>
  <p:tag name="TEMPFOLDER" val="c:\temp\"/>
  <p:tag name="TRANSPARENCY" val="True"/>
</p:tagLst>
</file>

<file path=ppt/tags/tag40.xml><?xml version="1.0" encoding="utf-8"?>
<p:tagLst xmlns:a="http://schemas.openxmlformats.org/drawingml/2006/main" xmlns:r="http://schemas.openxmlformats.org/officeDocument/2006/relationships" xmlns:p="http://schemas.openxmlformats.org/presentationml/2006/main">
  <p:tag name="BITMAPVECTOR" val="0"/>
  <p:tag name="IGUANATEXCURSOR" val="126"/>
  <p:tag name="IGUANATEXSIZE" val="18"/>
  <p:tag name="IGUANATEXVERSION" val="161"/>
  <p:tag name="LATEXADDIN" val="\documentclass{article}&#10;\usepackage{amsmath}&#10;\pagestyle{empty}&#10;\begin{document}&#10;$\rho = 1- {\frac {6 \sum d_i^2}{n(n^2 - 1)}}$&#10;\end{document}"/>
  <p:tag name="LATEXENGINEID" val="0"/>
  <p:tag name="LATEXFORMHEIGHT" val="320"/>
  <p:tag name="LATEXFORMWIDTH" val="385"/>
  <p:tag name="LATEXFORMWRAP" val="True"/>
  <p:tag name="ORIGINALHEIGHT" val="206.9741"/>
  <p:tag name="ORIGINALWIDTH" val="833.8958"/>
  <p:tag name="OUTPUTDPI" val="1200"/>
  <p:tag name="OUTPUTTYPE" val="PNG"/>
  <p:tag name="TEMPFOLDER" val="c:\temp\"/>
  <p:tag name="TRANSPARENCY" val="True"/>
</p:tagLst>
</file>

<file path=ppt/tags/tag41.xml><?xml version="1.0" encoding="utf-8"?>
<p:tagLst xmlns:a="http://schemas.openxmlformats.org/drawingml/2006/main" xmlns:r="http://schemas.openxmlformats.org/officeDocument/2006/relationships" xmlns:p="http://schemas.openxmlformats.org/presentationml/2006/main">
  <p:tag name="BITMAPVECTOR" val="1"/>
  <p:tag name="IGUANATEXCURSOR" val="110"/>
  <p:tag name="IGUANATEXSIZE" val="18"/>
  <p:tag name="IGUANATEXVERSION" val="161"/>
  <p:tag name="LATEXADDIN" val="\documentclass{article}&#10;\usepackage{amsmath}&#10;\pagestyle{empty}&#10;\begin{document}&#10;&#10;&#10;$ y = \beta_0 + \beta_1x + u$&#10;\end{document}"/>
  <p:tag name="LATEXENGINEID" val="0"/>
  <p:tag name="LATEXFORMHEIGHT" val="320"/>
  <p:tag name="LATEXFORMWIDTH" val="385"/>
  <p:tag name="LATEXFORMWRAP" val="True"/>
  <p:tag name="ORIGINALHEIGHT" val="9.075941"/>
  <p:tag name="ORIGINALWIDTH" val="74.15166"/>
  <p:tag name="OUTPUTTYPE" val="SVG"/>
  <p:tag name="TEMPFOLDER" val="c:\temp\"/>
  <p:tag name="TRANSPARENCY" val="True"/>
</p:tagLst>
</file>

<file path=ppt/tags/tag42.xml><?xml version="1.0" encoding="utf-8"?>
<p:tagLst xmlns:a="http://schemas.openxmlformats.org/drawingml/2006/main" xmlns:r="http://schemas.openxmlformats.org/officeDocument/2006/relationships" xmlns:p="http://schemas.openxmlformats.org/presentationml/2006/main">
  <p:tag name="BITMAPVECTOR" val="1"/>
  <p:tag name="IGUANATEXCURSOR" val="136"/>
  <p:tag name="IGUANATEXSIZE" val="18"/>
  <p:tag name="IGUANATEXVERSION" val="161"/>
  <p:tag name="LATEXADDIN" val="\documentclass{article}&#10;\usepackage{amsmath}&#10;\pagestyle{empty}&#10;\begin{document}&#10;&#10;&#10;$ \Delta y = \Delta \beta_0 + \Delta\beta_1x + \Delta u$&#10;\end{document}"/>
  <p:tag name="LATEXENGINEID" val="0"/>
  <p:tag name="LATEXFORMHEIGHT" val="320"/>
  <p:tag name="LATEXFORMWIDTH" val="385"/>
  <p:tag name="LATEXFORMWRAP" val="True"/>
  <p:tag name="ORIGINALHEIGHT" val="9.175554"/>
  <p:tag name="ORIGINALWIDTH" val="106.9316"/>
  <p:tag name="OUTPUTTYPE" val="SVG"/>
  <p:tag name="TEMPFOLDER" val="c:\temp\"/>
  <p:tag name="TRANSPARENCY" val="True"/>
</p:tagLst>
</file>

<file path=ppt/tags/tag43.xml><?xml version="1.0" encoding="utf-8"?>
<p:tagLst xmlns:a="http://schemas.openxmlformats.org/drawingml/2006/main" xmlns:r="http://schemas.openxmlformats.org/officeDocument/2006/relationships" xmlns:p="http://schemas.openxmlformats.org/presentationml/2006/main">
  <p:tag name="BITMAPVECTOR" val="1"/>
  <p:tag name="IGUANATEXCURSOR" val="112"/>
  <p:tag name="IGUANATEXSIZE" val="18"/>
  <p:tag name="IGUANATEXVERSION" val="161"/>
  <p:tag name="LATEXADDIN" val="\documentclass{article}&#10;\usepackage{amsmath}&#10;\pagestyle{empty}&#10;\begin{document}&#10;&#10;&#10;$ \Delta y = \beta_1 \Delta x $&#10;\end{document}"/>
  <p:tag name="LATEXENGINEID" val="0"/>
  <p:tag name="LATEXFORMHEIGHT" val="320"/>
  <p:tag name="LATEXFORMWIDTH" val="385"/>
  <p:tag name="LATEXFORMWRAP" val="True"/>
  <p:tag name="ORIGINALHEIGHT" val="9.175554"/>
  <p:tag name="ORIGINALWIDTH" val="50.01635"/>
  <p:tag name="OUTPUTTYPE" val="SVG"/>
  <p:tag name="TEMPFOLDER" val="c:\temp\"/>
  <p:tag name="TRANSPARENCY" val="True"/>
</p:tagLst>
</file>

<file path=ppt/tags/tag4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2"/>
  <p:tag name="IGUANATEXSIZE" val="18"/>
  <p:tag name="LATEXADDIN" val="\documentclass{article}&#10;\usepackage{amsmath}&#10;\pagestyle{empty}&#10;\begin{document}&#10;&#10;&#10;$ \Delta y = \beta_1 \Delta x $&#10;\end{document}"/>
  <p:tag name="LATEXENGINEID" val="0"/>
  <p:tag name="LATEXFORMHEIGHT" val="320"/>
  <p:tag name="LATEXFORMWIDTH" val="385"/>
  <p:tag name="LATEXFORMWRAP" val="True"/>
  <p:tag name="ORIGINALHEIGHT" val="7.13322"/>
  <p:tag name="ORIGINALWIDTH" val="7.352424"/>
  <p:tag name="TEMPFOLDER" val="c:\temp\"/>
  <p:tag name="TRANSPARENCY" val="True"/>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6.445792"/>
  <p:tag name="ORIGINALWIDTH" val="4.592756"/>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625132"/>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430887"/>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38453"/>
</p:tagLst>
</file>

<file path=ppt/tags/tag49.xml><?xml version="1.0" encoding="utf-8"?>
<p:tagLst xmlns:a="http://schemas.openxmlformats.org/drawingml/2006/main" xmlns:r="http://schemas.openxmlformats.org/officeDocument/2006/relationships" xmlns:p="http://schemas.openxmlformats.org/presentationml/2006/main">
  <p:tag name="EMFCHILD" val="True"/>
  <p:tag name="ORIGINALHEIGHT" val="7.13322"/>
  <p:tag name="ORIGINALWIDTH" val="7.352424"/>
</p:tagLst>
</file>

<file path=ppt/tags/tag50.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61365"/>
</p:tagLst>
</file>

<file path=ppt/tags/tag5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6"/>
  <p:tag name="IGUANATEXSIZE" val="18"/>
  <p:tag name="LATEXADDIN" val="\documentclass{article}&#10;\usepackage{amsmath}&#10;\pagestyle{empty}&#10;\begin{document}&#10;&#10;&#10;$ \Delta y = \Delta \beta_0 + \Delta\beta_1x + \Delta u$&#10;\end{document}"/>
  <p:tag name="LATEXENGINEID" val="0"/>
  <p:tag name="LATEXFORMHEIGHT" val="320"/>
  <p:tag name="LATEXFORMWIDTH" val="385"/>
  <p:tag name="LATEXFORMWRAP" val="True"/>
  <p:tag name="ORIGINALHEIGHT" val="7.13322"/>
  <p:tag name="ORIGINALWIDTH" val="7.352423"/>
  <p:tag name="TEMPFOLDER" val="c:\temp\"/>
  <p:tag name="TRANSPARENCY" val="True"/>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6.445792"/>
  <p:tag name="ORIGINALWIDTH" val="4.592755"/>
</p:tagLst>
</file>

<file path=ppt/tags/tag53.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625131"/>
</p:tagLst>
</file>

<file path=ppt/tags/tag54.xml><?xml version="1.0" encoding="utf-8"?>
<p:tagLst xmlns:a="http://schemas.openxmlformats.org/drawingml/2006/main" xmlns:r="http://schemas.openxmlformats.org/officeDocument/2006/relationships" xmlns:p="http://schemas.openxmlformats.org/presentationml/2006/main">
  <p:tag name="EMFCHILD" val="True"/>
  <p:tag name="ORIGINALHEIGHT" val="7.13322"/>
  <p:tag name="ORIGINALWIDTH" val="7.352423"/>
</p:tagLst>
</file>

<file path=ppt/tags/tag55.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430886"/>
</p:tagLst>
</file>

<file path=ppt/tags/tag56.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35838"/>
</p:tagLst>
</file>

<file path=ppt/tags/tag57.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625131"/>
</p:tagLst>
</file>

<file path=ppt/tags/tag58.xml><?xml version="1.0" encoding="utf-8"?>
<p:tagLst xmlns:a="http://schemas.openxmlformats.org/drawingml/2006/main" xmlns:r="http://schemas.openxmlformats.org/officeDocument/2006/relationships" xmlns:p="http://schemas.openxmlformats.org/presentationml/2006/main">
  <p:tag name="EMFCHILD" val="True"/>
  <p:tag name="ORIGINALHEIGHT" val="7.13322"/>
  <p:tag name="ORIGINALWIDTH" val="7.352423"/>
</p:tagLst>
</file>

<file path=ppt/tags/tag59.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430886"/>
</p:tagLst>
</file>

<file path=ppt/tags/tag60.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38452"/>
</p:tagLst>
</file>

<file path=ppt/tags/tag61.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61364"/>
</p:tagLst>
</file>

<file path=ppt/tags/tag62.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625131"/>
</p:tagLst>
</file>

<file path=ppt/tags/tag63.xml><?xml version="1.0" encoding="utf-8"?>
<p:tagLst xmlns:a="http://schemas.openxmlformats.org/drawingml/2006/main" xmlns:r="http://schemas.openxmlformats.org/officeDocument/2006/relationships" xmlns:p="http://schemas.openxmlformats.org/presentationml/2006/main">
  <p:tag name="EMFCHILD" val="True"/>
  <p:tag name="ORIGINALHEIGHT" val="7.13322"/>
  <p:tag name="ORIGINALWIDTH" val="7.352423"/>
</p:tagLst>
</file>

<file path=ppt/tags/tag64.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120789"/>
</p:tagLst>
</file>

<file path=ppt/tags/tag6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0"/>
  <p:tag name="IGUANATEXSIZE" val="18"/>
  <p:tag name="LATEXADDIN" val="\documentclass{article}&#10;\usepackage{amsmath}&#10;\pagestyle{empty}&#10;\begin{document}&#10;&#10;&#10;$ y = \beta_0 + \beta_1x + u$&#10;\end{document}"/>
  <p:tag name="LATEXENGINEID" val="0"/>
  <p:tag name="LATEXFORMHEIGHT" val="320"/>
  <p:tag name="LATEXFORMWIDTH" val="385"/>
  <p:tag name="LATEXFORMWRAP" val="True"/>
  <p:tag name="ORIGINALHEIGHT" val="6.445801"/>
  <p:tag name="ORIGINALWIDTH" val="4.608268"/>
  <p:tag name="TEMPFOLDER" val="c:\temp\"/>
  <p:tag name="TRANSPARENCY" val="True"/>
</p:tagLst>
</file>

<file path=ppt/tags/tag66.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47507"/>
</p:tagLst>
</file>

<file path=ppt/tags/tag67.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9213"/>
</p:tagLst>
</file>

<file path=ppt/tags/tag68.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46763"/>
</p:tagLst>
</file>

<file path=ppt/tags/tag69.xml><?xml version="1.0" encoding="utf-8"?>
<p:tagLst xmlns:a="http://schemas.openxmlformats.org/drawingml/2006/main" xmlns:r="http://schemas.openxmlformats.org/officeDocument/2006/relationships" xmlns:p="http://schemas.openxmlformats.org/presentationml/2006/main">
  <p:tag name="EMFCHILD" val="True"/>
  <p:tag name="ORIGINALHEIGHT" val="6.635083"/>
  <p:tag name="ORIGINALWIDTH" val="6.647507"/>
</p:tagLst>
</file>

<file path=ppt/tags/tag70.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9213"/>
</p:tagLst>
</file>

<file path=ppt/tags/tag71.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47025"/>
</p:tagLst>
</file>

<file path=ppt/tags/tag72.xml><?xml version="1.0" encoding="utf-8"?>
<p:tagLst xmlns:a="http://schemas.openxmlformats.org/drawingml/2006/main" xmlns:r="http://schemas.openxmlformats.org/officeDocument/2006/relationships" xmlns:p="http://schemas.openxmlformats.org/presentationml/2006/main">
  <p:tag name="EMFCHILD" val="True"/>
  <p:tag name="ORIGINALHEIGHT" val="4.513036"/>
  <p:tag name="ORIGINALWIDTH" val="4.978127"/>
</p:tagLst>
</file>

<file path=ppt/tags/tag73.xml><?xml version="1.0" encoding="utf-8"?>
<p:tagLst xmlns:a="http://schemas.openxmlformats.org/drawingml/2006/main" xmlns:r="http://schemas.openxmlformats.org/officeDocument/2006/relationships" xmlns:p="http://schemas.openxmlformats.org/presentationml/2006/main">
  <p:tag name="EMFCHILD" val="True"/>
  <p:tag name="ORIGINALHEIGHT" val="6.635083"/>
  <p:tag name="ORIGINALWIDTH" val="6.647507"/>
</p:tagLst>
</file>

<file path=ppt/tags/tag74.xml><?xml version="1.0" encoding="utf-8"?>
<p:tagLst xmlns:a="http://schemas.openxmlformats.org/drawingml/2006/main" xmlns:r="http://schemas.openxmlformats.org/officeDocument/2006/relationships" xmlns:p="http://schemas.openxmlformats.org/presentationml/2006/main">
  <p:tag name="EMFCHILD" val="True"/>
  <p:tag name="ORIGINALHEIGHT" val="4.513036"/>
  <p:tag name="ORIGINALWIDTH" val="5.138058"/>
</p:tagLst>
</file>

<file path=ppt/tags/tag75.xml><?xml version="1.0" encoding="utf-8"?>
<p:tagLst xmlns:a="http://schemas.openxmlformats.org/drawingml/2006/main" xmlns:r="http://schemas.openxmlformats.org/officeDocument/2006/relationships" xmlns:p="http://schemas.openxmlformats.org/presentationml/2006/main">
  <p:tag name="BITMAPVECTOR" val="1"/>
  <p:tag name="IGUANATEXCURSOR" val="96"/>
  <p:tag name="IGUANATEXSIZE" val="18"/>
  <p:tag name="IGUANATEXVERSION" val="161"/>
  <p:tag name="LATEXADDIN" val="\documentclass{article}&#10;\usepackage{amsmath}&#10;\pagestyle{empty}&#10;\begin{document}&#10;&#10;&#10;$ E[u|x]= E[u]$&#10;\end{document}"/>
  <p:tag name="LATEXENGINEID" val="0"/>
  <p:tag name="LATEXFORMHEIGHT" val="320"/>
  <p:tag name="LATEXFORMWIDTH" val="385"/>
  <p:tag name="LATEXFORMWRAP" val="True"/>
  <p:tag name="ORIGINALHEIGHT" val="9.713561"/>
  <p:tag name="ORIGINALWIDTH" val="58.51601"/>
  <p:tag name="OUTPUTTYPE" val="SVG"/>
  <p:tag name="TEMPFOLDER" val="c:\temp\"/>
  <p:tag name="TRANSPARENCY" val="True"/>
</p:tagLst>
</file>

<file path=ppt/tags/tag76.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7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7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7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8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8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8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83.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84.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8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6"/>
  <p:tag name="IGUANATEXSIZE" val="18"/>
  <p:tag name="LATEXADDIN" val="\documentclass{article}&#10;\usepackage{amsmath}&#10;\pagestyle{empty}&#10;\begin{document}&#10;&#10;&#10;$ E[u|x]= E[u]$&#10;\end{document}"/>
  <p:tag name="LATEXENGINEID" val="0"/>
  <p:tag name="LATEXFORMHEIGHT" val="320"/>
  <p:tag name="LATEXFORMWIDTH" val="385"/>
  <p:tag name="LATEXFORMWRAP" val="True"/>
  <p:tag name="ORIGINALHEIGHT" val="6.605206"/>
  <p:tag name="ORIGINALWIDTH" val="7.230621"/>
  <p:tag name="TEMPFOLDER" val="c:\temp\"/>
  <p:tag name="TRANSPARENCY" val="True"/>
</p:tagLst>
</file>

<file path=ppt/tags/tag8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4873"/>
</p:tagLst>
</file>

<file path=ppt/tags/tag8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20779"/>
</p:tagLst>
</file>

<file path=ppt/tags/tag8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84689"/>
</p:tagLst>
</file>

<file path=ppt/tags/tag8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61374"/>
</p:tagLst>
</file>

<file path=ppt/tags/tag9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4873"/>
</p:tagLst>
</file>

<file path=ppt/tags/tag91.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25154"/>
</p:tagLst>
</file>

<file path=ppt/tags/tag92.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30621"/>
</p:tagLst>
</file>

<file path=ppt/tags/tag93.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4873"/>
</p:tagLst>
</file>

<file path=ppt/tags/tag94.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20779"/>
</p:tagLst>
</file>

<file path=ppt/tags/tag9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4873"/>
</p:tagLst>
</file>

<file path=ppt/tags/tag9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8"/>
  <p:tag name="IGUANATEXSIZE" val="18"/>
  <p:tag name="IGUANATEXVERSION" val="162"/>
  <p:tag name="LATEXADDIN" val="\documentclass{article}&#10;\usepackage{amsmath}&#10;\pagestyle{empty}&#10;\begin{document}&#10;&#10;&#10;$ Wage =  \beta_0 + \beta_1 educ + u$&#10;\end{document}"/>
  <p:tag name="LATEXENGINEID" val="0"/>
  <p:tag name="LATEXFORMHEIGHT" val=" 320"/>
  <p:tag name="LATEXFORMWIDTH" val=" 385"/>
  <p:tag name="LATEXFORMWRAP" val="True"/>
  <p:tag name="ORIGINALHEIGHT" val=" 9.077337"/>
  <p:tag name="ORIGINALWIDTH" val=" 108.4443"/>
  <p:tag name="OUTPUTTYPE" val="SVG"/>
  <p:tag name="TEMPFOLDER" val="C:\temp\"/>
  <p:tag name="TRANSPARENCY" val="True"/>
</p:tagLst>
</file>

<file path=ppt/tags/tag97.xml><?xml version="1.0" encoding="utf-8"?>
<p:tagLst xmlns:a="http://schemas.openxmlformats.org/drawingml/2006/main" xmlns:r="http://schemas.openxmlformats.org/officeDocument/2006/relationships" xmlns:p="http://schemas.openxmlformats.org/presentationml/2006/main">
  <p:tag name="BITMAPVECTOR" val="1"/>
  <p:tag name="IGUANATEXCURSOR" val="131"/>
  <p:tag name="IGUANATEXSIZE" val="18"/>
  <p:tag name="IGUANATEXVERSION" val="161"/>
  <p:tag name="LATEXADDIN" val="\documentclass{article}&#10;\usepackage{amsmath}&#10;\pagestyle{empty}&#10;\begin{document}&#10;&#10;&#10;$ E[cap|x = 8]= E[cap|x = 16] = E[cap|x = 2] = \hdots$&#10;\end{document}"/>
  <p:tag name="LATEXENGINEID" val="0"/>
  <p:tag name="LATEXFORMHEIGHT" val="320"/>
  <p:tag name="LATEXFORMWIDTH" val="385"/>
  <p:tag name="LATEXFORMWRAP" val="True"/>
  <p:tag name="ORIGINALHEIGHT" val="9.71356"/>
  <p:tag name="ORIGINALWIDTH" val="219.0632"/>
  <p:tag name="OUTPUTTYPE" val="SVG"/>
  <p:tag name="TEMPFOLDER" val="c:\temp\"/>
  <p:tag name="TRANSPARENCY" val="True"/>
</p:tagLst>
</file>

<file path=ppt/tags/tag98.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9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10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0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10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10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10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0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106.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10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1"/>
  <p:tag name="IGUANATEXSIZE" val="18"/>
  <p:tag name="LATEXADDIN" val="\documentclass{article}&#10;\usepackage{amsmath}&#10;\pagestyle{empty}&#10;\begin{document}&#10;&#10;&#10;$ E[cap|x = 8]= E[cap|x = 16] = E[cap|x = 2] = \hdots$&#10;\end{document}"/>
  <p:tag name="LATEXENGINEID" val="0"/>
  <p:tag name="LATEXFORMHEIGHT" val="320"/>
  <p:tag name="LATEXFORMWIDTH" val="385"/>
  <p:tag name="LATEXFORMWRAP" val="True"/>
  <p:tag name="ORIGINALHEIGHT" val="6.605205"/>
  <p:tag name="ORIGINALWIDTH" val="7.214261"/>
  <p:tag name="TEMPFOLDER" val="c:\temp\"/>
  <p:tag name="TRANSPARENCY" val="True"/>
</p:tagLst>
</file>

<file path=ppt/tags/tag108.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0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6667"/>
</p:tagLst>
</file>

<file path=ppt/tags/tag110.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552537"/>
</p:tagLst>
</file>

<file path=ppt/tags/tag111.xml><?xml version="1.0" encoding="utf-8"?>
<p:tagLst xmlns:a="http://schemas.openxmlformats.org/drawingml/2006/main" xmlns:r="http://schemas.openxmlformats.org/officeDocument/2006/relationships" xmlns:p="http://schemas.openxmlformats.org/presentationml/2006/main">
  <p:tag name="EMFCHILD" val="True"/>
  <p:tag name="ORIGINALHEIGHT" val="6.177821"/>
  <p:tag name="ORIGINALWIDTH" val="5.188715"/>
</p:tagLst>
</file>

<file path=ppt/tags/tag112.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0.3975941"/>
</p:tagLst>
</file>

<file path=ppt/tags/tag11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50131"/>
</p:tagLst>
</file>

<file path=ppt/tags/tag114.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15.xml><?xml version="1.0" encoding="utf-8"?>
<p:tagLst xmlns:a="http://schemas.openxmlformats.org/drawingml/2006/main" xmlns:r="http://schemas.openxmlformats.org/officeDocument/2006/relationships" xmlns:p="http://schemas.openxmlformats.org/presentationml/2006/main">
  <p:tag name="EMFCHILD" val="True"/>
  <p:tag name="ORIGINALHEIGHT" val="6.682895"/>
  <p:tag name="ORIGINALWIDTH" val="4.125109"/>
</p:tagLst>
</file>

<file path=ppt/tags/tag116.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17.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18.xml><?xml version="1.0" encoding="utf-8"?>
<p:tagLst xmlns:a="http://schemas.openxmlformats.org/drawingml/2006/main" xmlns:r="http://schemas.openxmlformats.org/officeDocument/2006/relationships" xmlns:p="http://schemas.openxmlformats.org/presentationml/2006/main">
  <p:tag name="EMFCHILD" val="True"/>
  <p:tag name="ORIGINALHEIGHT" val="6.605205"/>
  <p:tag name="ORIGINALWIDTH" val="7.214261"/>
</p:tagLst>
</file>

<file path=ppt/tags/tag119.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20.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6667"/>
</p:tagLst>
</file>

<file path=ppt/tags/tag12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552537"/>
</p:tagLst>
</file>

<file path=ppt/tags/tag122.xml><?xml version="1.0" encoding="utf-8"?>
<p:tagLst xmlns:a="http://schemas.openxmlformats.org/drawingml/2006/main" xmlns:r="http://schemas.openxmlformats.org/officeDocument/2006/relationships" xmlns:p="http://schemas.openxmlformats.org/presentationml/2006/main">
  <p:tag name="EMFCHILD" val="True"/>
  <p:tag name="ORIGINALHEIGHT" val="6.177821"/>
  <p:tag name="ORIGINALWIDTH" val="5.188715"/>
</p:tagLst>
</file>

<file path=ppt/tags/tag123.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0.3975941"/>
</p:tagLst>
</file>

<file path=ppt/tags/tag124.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50131"/>
</p:tagLst>
</file>

<file path=ppt/tags/tag12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26.xml><?xml version="1.0" encoding="utf-8"?>
<p:tagLst xmlns:a="http://schemas.openxmlformats.org/drawingml/2006/main" xmlns:r="http://schemas.openxmlformats.org/officeDocument/2006/relationships" xmlns:p="http://schemas.openxmlformats.org/presentationml/2006/main">
  <p:tag name="EMFCHILD" val="True"/>
  <p:tag name="ORIGINALHEIGHT" val="6.469203"/>
  <p:tag name="ORIGINALWIDTH" val="3.280227"/>
</p:tagLst>
</file>

<file path=ppt/tags/tag127.xml><?xml version="1.0" encoding="utf-8"?>
<p:tagLst xmlns:a="http://schemas.openxmlformats.org/drawingml/2006/main" xmlns:r="http://schemas.openxmlformats.org/officeDocument/2006/relationships" xmlns:p="http://schemas.openxmlformats.org/presentationml/2006/main">
  <p:tag name="EMFCHILD" val="True"/>
  <p:tag name="ORIGINALHEIGHT" val="6.682895"/>
  <p:tag name="ORIGINALWIDTH" val="4.125109"/>
</p:tagLst>
</file>

<file path=ppt/tags/tag128.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29.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30.xml><?xml version="1.0" encoding="utf-8"?>
<p:tagLst xmlns:a="http://schemas.openxmlformats.org/drawingml/2006/main" xmlns:r="http://schemas.openxmlformats.org/officeDocument/2006/relationships" xmlns:p="http://schemas.openxmlformats.org/presentationml/2006/main">
  <p:tag name="EMFCHILD" val="True"/>
  <p:tag name="ORIGINALHEIGHT" val="6.605205"/>
  <p:tag name="ORIGINALWIDTH" val="7.214261"/>
</p:tagLst>
</file>

<file path=ppt/tags/tag131.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32.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3.866667"/>
</p:tagLst>
</file>

<file path=ppt/tags/tag13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552537"/>
</p:tagLst>
</file>

<file path=ppt/tags/tag134.xml><?xml version="1.0" encoding="utf-8"?>
<p:tagLst xmlns:a="http://schemas.openxmlformats.org/drawingml/2006/main" xmlns:r="http://schemas.openxmlformats.org/officeDocument/2006/relationships" xmlns:p="http://schemas.openxmlformats.org/presentationml/2006/main">
  <p:tag name="EMFCHILD" val="True"/>
  <p:tag name="ORIGINALHEIGHT" val="6.177821"/>
  <p:tag name="ORIGINALWIDTH" val="5.188715"/>
</p:tagLst>
</file>

<file path=ppt/tags/tag135.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0.3975941"/>
</p:tagLst>
</file>

<file path=ppt/tags/tag136.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50131"/>
</p:tagLst>
</file>

<file path=ppt/tags/tag137.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38.xml><?xml version="1.0" encoding="utf-8"?>
<p:tagLst xmlns:a="http://schemas.openxmlformats.org/drawingml/2006/main" xmlns:r="http://schemas.openxmlformats.org/officeDocument/2006/relationships" xmlns:p="http://schemas.openxmlformats.org/presentationml/2006/main">
  <p:tag name="EMFCHILD" val="True"/>
  <p:tag name="ORIGINALHEIGHT" val="6.469203"/>
  <p:tag name="ORIGINALWIDTH" val="3.966098"/>
</p:tagLst>
</file>

<file path=ppt/tags/tag139.xml><?xml version="1.0" encoding="utf-8"?>
<p:tagLst xmlns:a="http://schemas.openxmlformats.org/drawingml/2006/main" xmlns:r="http://schemas.openxmlformats.org/officeDocument/2006/relationships" xmlns:p="http://schemas.openxmlformats.org/presentationml/2006/main">
  <p:tag name="EMFCHILD" val="True"/>
  <p:tag name="ORIGINALHEIGHT" val="9.71356"/>
  <p:tag name="ORIGINALWIDTH" val="1.361767"/>
</p:tagLst>
</file>

<file path=ppt/tags/tag140.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0149"/>
</p:tagLst>
</file>

<file path=ppt/tags/tag141.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3631"/>
</p:tagLst>
</file>

<file path=ppt/tags/tag142.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3631"/>
</p:tagLst>
</file>

<file path=ppt/tags/tag143.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3631"/>
</p:tagLst>
</file>

<file path=ppt/tags/tag14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8"/>
  <p:tag name="IGUANATEXSIZE" val="18"/>
  <p:tag name="LATEXADDIN" val="\documentclass{article}&#10;\usepackage{amsmath}&#10;\pagestyle{empty}&#10;\begin{document}&#10;&#10;&#10;$ Wage =  \beta_0 + \beta_1 educ + u$&#10;\end{document}"/>
  <p:tag name="LATEXENGINEID" val="0"/>
  <p:tag name="LATEXFORMHEIGHT" val=" 320"/>
  <p:tag name="LATEXFORMWIDTH" val=" 385"/>
  <p:tag name="LATEXFORMWRAP" val="True"/>
  <p:tag name="ORIGINALHEIGHT" val=" 7.024607"/>
  <p:tag name="ORIGINALWIDTH" val=" 9.899891"/>
  <p:tag name="TEMPFOLDER" val="C:\temp\"/>
  <p:tag name="TRANSPARENCY" val="True"/>
</p:tagLst>
</file>

<file path=ppt/tags/tag145.xml><?xml version="1.0" encoding="utf-8"?>
<p:tagLst xmlns:a="http://schemas.openxmlformats.org/drawingml/2006/main" xmlns:r="http://schemas.openxmlformats.org/officeDocument/2006/relationships" xmlns:p="http://schemas.openxmlformats.org/presentationml/2006/main">
  <p:tag name="EMFCHILD" val="True"/>
  <p:tag name="ORIGINALHEIGHT" val=" 6.446901"/>
  <p:tag name="ORIGINALWIDTH" val=" 9.59142"/>
</p:tagLst>
</file>

<file path=ppt/tags/tag146.xml><?xml version="1.0" encoding="utf-8"?>
<p:tagLst xmlns:a="http://schemas.openxmlformats.org/drawingml/2006/main" xmlns:r="http://schemas.openxmlformats.org/officeDocument/2006/relationships" xmlns:p="http://schemas.openxmlformats.org/presentationml/2006/main">
  <p:tag name="EMFCHILD" val="True"/>
  <p:tag name="ORIGINALHEIGHT" val=" 4.513835"/>
  <p:tag name="ORIGINALWIDTH" val=" 3.8285"/>
</p:tagLst>
</file>

<file path=ppt/tags/tag147.xml><?xml version="1.0" encoding="utf-8"?>
<p:tagLst xmlns:a="http://schemas.openxmlformats.org/drawingml/2006/main" xmlns:r="http://schemas.openxmlformats.org/officeDocument/2006/relationships" xmlns:p="http://schemas.openxmlformats.org/presentationml/2006/main">
  <p:tag name="EMFCHILD" val="True"/>
  <p:tag name="ORIGINALHEIGHT" val=" 2.331614"/>
  <p:tag name="ORIGINALWIDTH" val=" 6.629906"/>
</p:tagLst>
</file>

<file path=ppt/tags/tag148.xml><?xml version="1.0" encoding="utf-8"?>
<p:tagLst xmlns:a="http://schemas.openxmlformats.org/drawingml/2006/main" xmlns:r="http://schemas.openxmlformats.org/officeDocument/2006/relationships" xmlns:p="http://schemas.openxmlformats.org/presentationml/2006/main">
  <p:tag name="EMFCHILD" val="True"/>
  <p:tag name="ORIGINALHEIGHT" val=" 8.967607"/>
  <p:tag name="ORIGINALWIDTH" val=" 5.434868"/>
</p:tagLst>
</file>

<file path=ppt/tags/tag149.xml><?xml version="1.0" encoding="utf-8"?>
<p:tagLst xmlns:a="http://schemas.openxmlformats.org/drawingml/2006/main" xmlns:r="http://schemas.openxmlformats.org/officeDocument/2006/relationships" xmlns:p="http://schemas.openxmlformats.org/presentationml/2006/main">
  <p:tag name="EMFCHILD" val="True"/>
  <p:tag name="ORIGINALHEIGHT" val=" 4.772033"/>
  <p:tag name="ORIGINALWIDTH" val=" 3.238939"/>
</p:tagLst>
</file>

<file path=ppt/tags/tag150.xml><?xml version="1.0" encoding="utf-8"?>
<p:tagLst xmlns:a="http://schemas.openxmlformats.org/drawingml/2006/main" xmlns:r="http://schemas.openxmlformats.org/officeDocument/2006/relationships" xmlns:p="http://schemas.openxmlformats.org/presentationml/2006/main">
  <p:tag name="EMFCHILD" val="True"/>
  <p:tag name="ORIGINALHEIGHT" val=" 6.636349"/>
  <p:tag name="ORIGINALWIDTH" val=" 6.629906"/>
</p:tagLst>
</file>

<file path=ppt/tags/tag151.xml><?xml version="1.0" encoding="utf-8"?>
<p:tagLst xmlns:a="http://schemas.openxmlformats.org/drawingml/2006/main" xmlns:r="http://schemas.openxmlformats.org/officeDocument/2006/relationships" xmlns:p="http://schemas.openxmlformats.org/presentationml/2006/main">
  <p:tag name="EMFCHILD" val="True"/>
  <p:tag name="ORIGINALHEIGHT" val=" 8.967607"/>
  <p:tag name="ORIGINALWIDTH" val=" 5.434868"/>
</p:tagLst>
</file>

<file path=ppt/tags/tag152.xml><?xml version="1.0" encoding="utf-8"?>
<p:tagLst xmlns:a="http://schemas.openxmlformats.org/drawingml/2006/main" xmlns:r="http://schemas.openxmlformats.org/officeDocument/2006/relationships" xmlns:p="http://schemas.openxmlformats.org/presentationml/2006/main">
  <p:tag name="EMFCHILD" val="True"/>
  <p:tag name="ORIGINALHEIGHT" val=" 4.632573"/>
  <p:tag name="ORIGINALWIDTH" val=" 2.540857"/>
</p:tagLst>
</file>

<file path=ppt/tags/tag153.xml><?xml version="1.0" encoding="utf-8"?>
<p:tagLst xmlns:a="http://schemas.openxmlformats.org/drawingml/2006/main" xmlns:r="http://schemas.openxmlformats.org/officeDocument/2006/relationships" xmlns:p="http://schemas.openxmlformats.org/presentationml/2006/main">
  <p:tag name="EMFCHILD" val="True"/>
  <p:tag name="ORIGINALHEIGHT" val=" 7.024892"/>
  <p:tag name="ORIGINALWIDTH" val=" 19.35321"/>
</p:tagLst>
</file>

<file path=ppt/tags/tag154.xml><?xml version="1.0" encoding="utf-8"?>
<p:tagLst xmlns:a="http://schemas.openxmlformats.org/drawingml/2006/main" xmlns:r="http://schemas.openxmlformats.org/officeDocument/2006/relationships" xmlns:p="http://schemas.openxmlformats.org/presentationml/2006/main">
  <p:tag name="EMFCHILD" val="True"/>
  <p:tag name="ORIGINALHEIGHT" val=" 6.636349"/>
  <p:tag name="ORIGINALWIDTH" val=" 6.629906"/>
</p:tagLst>
</file>

<file path=ppt/tags/tag155.xml><?xml version="1.0" encoding="utf-8"?>
<p:tagLst xmlns:a="http://schemas.openxmlformats.org/drawingml/2006/main" xmlns:r="http://schemas.openxmlformats.org/officeDocument/2006/relationships" xmlns:p="http://schemas.openxmlformats.org/presentationml/2006/main">
  <p:tag name="EMFCHILD" val="True"/>
  <p:tag name="ORIGINALHEIGHT" val=" 4.513835"/>
  <p:tag name="ORIGINALWIDTH" val=" 5.124581"/>
</p:tagLst>
</file>

<file path=ppt/tags/tag156.xml><?xml version="1.0" encoding="utf-8"?>
<p:tagLst xmlns:a="http://schemas.openxmlformats.org/drawingml/2006/main" xmlns:r="http://schemas.openxmlformats.org/officeDocument/2006/relationships" xmlns:p="http://schemas.openxmlformats.org/presentationml/2006/main">
  <p:tag name="BITMAPVECTOR" val="1"/>
  <p:tag name="IGUANATEXCURSOR" val="110"/>
  <p:tag name="IGUANATEXSIZE" val="18"/>
  <p:tag name="IGUANATEXVERSION" val="161"/>
  <p:tag name="LATEXADDIN" val="\documentclass{article}&#10;\usepackage{amsmath}&#10;\pagestyle{empty}&#10;\begin{document}&#10;&#10;&#10;$ y = \beta_0 + \beta_1x + u$&#10;\end{document}"/>
  <p:tag name="LATEXENGINEID" val="0"/>
  <p:tag name="LATEXFORMHEIGHT" val="320"/>
  <p:tag name="LATEXFORMWIDTH" val="385"/>
  <p:tag name="LATEXFORMWRAP" val="True"/>
  <p:tag name="ORIGINALHEIGHT" val="9.075941"/>
  <p:tag name="ORIGINALWIDTH" val="74.15166"/>
  <p:tag name="OUTPUTTYPE" val="SVG"/>
  <p:tag name="TEMPFOLDER" val="c:\temp\"/>
  <p:tag name="TRANSPARENCY" val="True"/>
</p:tagLst>
</file>

<file path=ppt/tags/tag157.xml><?xml version="1.0" encoding="utf-8"?>
<p:tagLst xmlns:a="http://schemas.openxmlformats.org/drawingml/2006/main" xmlns:r="http://schemas.openxmlformats.org/officeDocument/2006/relationships" xmlns:p="http://schemas.openxmlformats.org/presentationml/2006/main">
  <p:tag name="BITMAPVECTOR" val="1"/>
  <p:tag name="IGUANATEXCURSOR" val="122"/>
  <p:tag name="IGUANATEXSIZE" val="18"/>
  <p:tag name="IGUANATEXVERSION" val="161"/>
  <p:tag name="LATEXADDIN" val="\documentclass{article}&#10;\usepackage{amsmath}&#10;\pagestyle{empty}&#10;\begin{document}&#10;&#10;&#10;$ E[y|x] =  E[\beta_0 + \beta_1x + u |x]$&#10;\end{document}"/>
  <p:tag name="LATEXENGINEID" val="0"/>
  <p:tag name="LATEXFORMHEIGHT" val="320"/>
  <p:tag name="LATEXFORMWIDTH" val="385"/>
  <p:tag name="LATEXFORMWRAP" val="True"/>
  <p:tag name="ORIGINALHEIGHT" val="9.713577"/>
  <p:tag name="ORIGINALWIDTH" val="117.2668"/>
  <p:tag name="OUTPUTTYPE" val="SVG"/>
  <p:tag name="TEMPFOLDER" val="c:\temp\"/>
  <p:tag name="TRANSPARENCY" val="True"/>
</p:tagLst>
</file>

<file path=ppt/tags/tag158.xml><?xml version="1.0" encoding="utf-8"?>
<p:tagLst xmlns:a="http://schemas.openxmlformats.org/drawingml/2006/main" xmlns:r="http://schemas.openxmlformats.org/officeDocument/2006/relationships" xmlns:p="http://schemas.openxmlformats.org/presentationml/2006/main">
  <p:tag name="BITMAPVECTOR" val="1"/>
  <p:tag name="IGUANATEXCURSOR" val="127"/>
  <p:tag name="IGUANATEXSIZE" val="18"/>
  <p:tag name="IGUANATEXVERSION" val="161"/>
  <p:tag name="LATEXADDIN" val="\documentclass{article}&#10;\usepackage{amsmath}&#10;\pagestyle{empty}&#10;\begin{document}&#10;&#10;&#10;$ E[y|x] =  E[\beta_0|x] + E[\beta_1x|x] + E[u |x]$&#10;\end{document}"/>
  <p:tag name="LATEXENGINEID" val="0"/>
  <p:tag name="LATEXFORMHEIGHT" val="320"/>
  <p:tag name="LATEXFORMWIDTH" val="385"/>
  <p:tag name="LATEXFORMWRAP" val="True"/>
  <p:tag name="ORIGINALHEIGHT" val="9.713577"/>
  <p:tag name="ORIGINALWIDTH" val="160.6215"/>
  <p:tag name="OUTPUTTYPE" val="SVG"/>
  <p:tag name="TEMPFOLDER" val="c:\temp\"/>
  <p:tag name="TRANSPARENCY" val="True"/>
</p:tagLst>
</file>

<file path=ppt/tags/tag159.xml><?xml version="1.0" encoding="utf-8"?>
<p:tagLst xmlns:a="http://schemas.openxmlformats.org/drawingml/2006/main" xmlns:r="http://schemas.openxmlformats.org/officeDocument/2006/relationships" xmlns:p="http://schemas.openxmlformats.org/presentationml/2006/main">
  <p:tag name="BITMAPVECTOR" val="1"/>
  <p:tag name="IGUANATEXCURSOR" val="119"/>
  <p:tag name="IGUANATEXSIZE" val="18"/>
  <p:tag name="IGUANATEXVERSION" val="161"/>
  <p:tag name="LATEXADDIN" val="\documentclass{article}&#10;\usepackage{amsmath}&#10;\pagestyle{empty}&#10;\begin{document}&#10;&#10;&#10;$ E[y|x] =  \beta_0 + \beta_1 E[x|x] + E[u |x]$&#10;\end{document}"/>
  <p:tag name="LATEXENGINEID" val="0"/>
  <p:tag name="LATEXFORMHEIGHT" val="320"/>
  <p:tag name="LATEXFORMWIDTH" val="385"/>
  <p:tag name="LATEXFORMWRAP" val="True"/>
  <p:tag name="ORIGINALHEIGHT" val="9.713577"/>
  <p:tag name="ORIGINALWIDTH" val="138.9444"/>
  <p:tag name="OUTPUTTYPE" val="SVG"/>
  <p:tag name="TEMPFOLDER" val="c:\temp\"/>
  <p:tag name="TRANSPARENCY" val="True"/>
</p:tagLst>
</file>

<file path=ppt/tags/tag160.xml><?xml version="1.0" encoding="utf-8"?>
<p:tagLst xmlns:a="http://schemas.openxmlformats.org/drawingml/2006/main" xmlns:r="http://schemas.openxmlformats.org/officeDocument/2006/relationships" xmlns:p="http://schemas.openxmlformats.org/presentationml/2006/main">
  <p:tag name="BITMAPVECTOR" val="1"/>
  <p:tag name="IGUANATEXCURSOR" val="113"/>
  <p:tag name="IGUANATEXSIZE" val="18"/>
  <p:tag name="IGUANATEXVERSION" val="161"/>
  <p:tag name="LATEXADDIN" val="\documentclass{article}&#10;\usepackage{amsmath}&#10;\pagestyle{empty}&#10;\begin{document}&#10;&#10;&#10;$ E[y|x] =  \beta_0 + \beta_1 x$&#10;\end{document}"/>
  <p:tag name="LATEXENGINEID" val="0"/>
  <p:tag name="LATEXFORMHEIGHT" val="320"/>
  <p:tag name="LATEXFORMWIDTH" val="385"/>
  <p:tag name="LATEXFORMWRAP" val="True"/>
  <p:tag name="ORIGINALHEIGHT" val="9.713577"/>
  <p:tag name="ORIGINALWIDTH" val="77.4614"/>
  <p:tag name="OUTPUTTYPE" val="SVG"/>
  <p:tag name="TEMPFOLDER" val="c:\temp\"/>
  <p:tag name="TRANSPARENCY" val="True"/>
</p:tagLst>
</file>

<file path=ppt/tags/tag16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3"/>
  <p:tag name="IGUANATEXSIZE" val="18"/>
  <p:tag name="LATEXADDIN" val="\documentclass{article}&#10;\usepackage{amsmath}&#10;\pagestyle{empty}&#10;\begin{document}&#10;&#10;&#10;$ E[y|x] =  \beta_0 + \beta_1 x$&#10;\end{document}"/>
  <p:tag name="LATEXENGINEID" val="0"/>
  <p:tag name="LATEXFORMHEIGHT" val="320"/>
  <p:tag name="LATEXFORMWIDTH" val="385"/>
  <p:tag name="LATEXFORMWRAP" val="True"/>
  <p:tag name="ORIGINALHEIGHT" val="6.605217"/>
  <p:tag name="ORIGINALWIDTH" val="7.207752"/>
  <p:tag name="TEMPFOLDER" val="c:\temp\"/>
  <p:tag name="TRANSPARENCY" val="True"/>
</p:tagLst>
</file>

<file path=ppt/tags/tag162.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0536"/>
</p:tagLst>
</file>

<file path=ppt/tags/tag163.xml><?xml version="1.0" encoding="utf-8"?>
<p:tagLst xmlns:a="http://schemas.openxmlformats.org/drawingml/2006/main" xmlns:r="http://schemas.openxmlformats.org/officeDocument/2006/relationships" xmlns:p="http://schemas.openxmlformats.org/presentationml/2006/main">
  <p:tag name="EMFCHILD" val="True"/>
  <p:tag name="ORIGINALHEIGHT" val="6.284667"/>
  <p:tag name="ORIGINALWIDTH" val="4.578221"/>
</p:tagLst>
</file>

<file path=ppt/tags/tag164.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72161"/>
</p:tagLst>
</file>

<file path=ppt/tags/tag165.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45686"/>
</p:tagLst>
</file>

<file path=ppt/tags/tag166.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0536"/>
</p:tagLst>
</file>

<file path=ppt/tags/tag167.xml><?xml version="1.0" encoding="utf-8"?>
<p:tagLst xmlns:a="http://schemas.openxmlformats.org/drawingml/2006/main" xmlns:r="http://schemas.openxmlformats.org/officeDocument/2006/relationships" xmlns:p="http://schemas.openxmlformats.org/presentationml/2006/main">
  <p:tag name="EMFCHILD" val="True"/>
  <p:tag name="ORIGINALHEIGHT" val="2.272952"/>
  <p:tag name="ORIGINALWIDTH" val="6.604165"/>
</p:tagLst>
</file>

<file path=ppt/tags/tag168.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13692"/>
</p:tagLst>
</file>

<file path=ppt/tags/tag169.xml><?xml version="1.0" encoding="utf-8"?>
<p:tagLst xmlns:a="http://schemas.openxmlformats.org/drawingml/2006/main" xmlns:r="http://schemas.openxmlformats.org/officeDocument/2006/relationships" xmlns:p="http://schemas.openxmlformats.org/presentationml/2006/main">
  <p:tag name="EMFCHILD" val="True"/>
  <p:tag name="ORIGINALHEIGHT" val="4.650836"/>
  <p:tag name="ORIGINALWIDTH" val="3.225602"/>
</p:tagLst>
</file>

<file path=ppt/tags/tag170.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04165"/>
</p:tagLst>
</file>

<file path=ppt/tags/tag171.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13692"/>
</p:tagLst>
</file>

<file path=ppt/tags/tag172.xml><?xml version="1.0" encoding="utf-8"?>
<p:tagLst xmlns:a="http://schemas.openxmlformats.org/drawingml/2006/main" xmlns:r="http://schemas.openxmlformats.org/officeDocument/2006/relationships" xmlns:p="http://schemas.openxmlformats.org/presentationml/2006/main">
  <p:tag name="EMFCHILD" val="True"/>
  <p:tag name="ORIGINALHEIGHT" val="4.514853"/>
  <p:tag name="ORIGINALWIDTH" val="2.530443"/>
</p:tagLst>
</file>

<file path=ppt/tags/tag173.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45686"/>
</p:tagLst>
</file>

<file path=ppt/tags/tag17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9"/>
  <p:tag name="IGUANATEXSIZE" val="18"/>
  <p:tag name="LATEXADDIN" val="\documentclass{article}&#10;\usepackage{amsmath}&#10;\pagestyle{empty}&#10;\begin{document}&#10;&#10;&#10;$ E[y|x] =  \beta_0 + \beta_1 E[x|x] + E[u |x]$&#10;\end{document}"/>
  <p:tag name="LATEXENGINEID" val="0"/>
  <p:tag name="LATEXFORMHEIGHT" val="320"/>
  <p:tag name="LATEXFORMWIDTH" val="385"/>
  <p:tag name="LATEXFORMWRAP" val="True"/>
  <p:tag name="ORIGINALHEIGHT" val="6.605217"/>
  <p:tag name="ORIGINALWIDTH" val="7.243564"/>
  <p:tag name="TEMPFOLDER" val="c:\temp\"/>
  <p:tag name="TRANSPARENCY" val="True"/>
</p:tagLst>
</file>

<file path=ppt/tags/tag175.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76.xml><?xml version="1.0" encoding="utf-8"?>
<p:tagLst xmlns:a="http://schemas.openxmlformats.org/drawingml/2006/main" xmlns:r="http://schemas.openxmlformats.org/officeDocument/2006/relationships" xmlns:p="http://schemas.openxmlformats.org/presentationml/2006/main">
  <p:tag name="EMFCHILD" val="True"/>
  <p:tag name="ORIGINALHEIGHT" val="6.284667"/>
  <p:tag name="ORIGINALWIDTH" val="4.600952"/>
</p:tagLst>
</file>

<file path=ppt/tags/tag177.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91953"/>
</p:tagLst>
</file>

<file path=ppt/tags/tag178.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70242"/>
</p:tagLst>
</file>

<file path=ppt/tags/tag179.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80.xml><?xml version="1.0" encoding="utf-8"?>
<p:tagLst xmlns:a="http://schemas.openxmlformats.org/drawingml/2006/main" xmlns:r="http://schemas.openxmlformats.org/officeDocument/2006/relationships" xmlns:p="http://schemas.openxmlformats.org/presentationml/2006/main">
  <p:tag name="EMFCHILD" val="True"/>
  <p:tag name="ORIGINALHEIGHT" val="2.272952"/>
  <p:tag name="ORIGINALWIDTH" val="6.636978"/>
</p:tagLst>
</file>

<file path=ppt/tags/tag181.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40598"/>
</p:tagLst>
</file>

<file path=ppt/tags/tag182.xml><?xml version="1.0" encoding="utf-8"?>
<p:tagLst xmlns:a="http://schemas.openxmlformats.org/drawingml/2006/main" xmlns:r="http://schemas.openxmlformats.org/officeDocument/2006/relationships" xmlns:p="http://schemas.openxmlformats.org/presentationml/2006/main">
  <p:tag name="EMFCHILD" val="True"/>
  <p:tag name="ORIGINALHEIGHT" val="4.650836"/>
  <p:tag name="ORIGINALWIDTH" val="3.241622"/>
</p:tagLst>
</file>

<file path=ppt/tags/tag183.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36978"/>
</p:tagLst>
</file>

<file path=ppt/tags/tag184.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40598"/>
</p:tagLst>
</file>

<file path=ppt/tags/tag185.xml><?xml version="1.0" encoding="utf-8"?>
<p:tagLst xmlns:a="http://schemas.openxmlformats.org/drawingml/2006/main" xmlns:r="http://schemas.openxmlformats.org/officeDocument/2006/relationships" xmlns:p="http://schemas.openxmlformats.org/presentationml/2006/main">
  <p:tag name="EMFCHILD" val="True"/>
  <p:tag name="ORIGINALHEIGHT" val="4.514853"/>
  <p:tag name="ORIGINALWIDTH" val="2.542999"/>
</p:tagLst>
</file>

<file path=ppt/tags/tag186.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43564"/>
</p:tagLst>
</file>

<file path=ppt/tags/tag187.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88.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70242"/>
</p:tagLst>
</file>

<file path=ppt/tags/tag189.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91953"/>
</p:tagLst>
</file>

<file path=ppt/tags/tag190.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70242"/>
</p:tagLst>
</file>

<file path=ppt/tags/tag191.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92.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36978"/>
</p:tagLst>
</file>

<file path=ppt/tags/tag193.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43564"/>
</p:tagLst>
</file>

<file path=ppt/tags/tag194.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95.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5.129913"/>
</p:tagLst>
</file>

<file path=ppt/tags/tag196.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91953"/>
</p:tagLst>
</file>

<file path=ppt/tags/tag197.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70242"/>
</p:tagLst>
</file>

<file path=ppt/tags/tag198.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7309"/>
</p:tagLst>
</file>

<file path=ppt/tags/tag19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7"/>
  <p:tag name="IGUANATEXSIZE" val="18"/>
  <p:tag name="LATEXADDIN" val="\documentclass{article}&#10;\usepackage{amsmath}&#10;\pagestyle{empty}&#10;\begin{document}&#10;&#10;&#10;$ E[y|x] =  E[\beta_0|x] + E[\beta_1x|x] + E[u |x]$&#10;\end{document}"/>
  <p:tag name="LATEXENGINEID" val="0"/>
  <p:tag name="LATEXFORMHEIGHT" val="320"/>
  <p:tag name="LATEXFORMWIDTH" val="385"/>
  <p:tag name="LATEXFORMWRAP" val="True"/>
  <p:tag name="ORIGINALHEIGHT" val="6.605217"/>
  <p:tag name="ORIGINALWIDTH" val="7.230637"/>
  <p:tag name="TEMPFOLDER" val="c:\temp\"/>
  <p:tag name="TRANSPARENCY" val="True"/>
</p:tagLst>
</file>

<file path=ppt/tags/tag200.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01.xml><?xml version="1.0" encoding="utf-8"?>
<p:tagLst xmlns:a="http://schemas.openxmlformats.org/drawingml/2006/main" xmlns:r="http://schemas.openxmlformats.org/officeDocument/2006/relationships" xmlns:p="http://schemas.openxmlformats.org/presentationml/2006/main">
  <p:tag name="EMFCHILD" val="True"/>
  <p:tag name="ORIGINALHEIGHT" val="6.284667"/>
  <p:tag name="ORIGINALWIDTH" val="4.592756"/>
</p:tagLst>
</file>

<file path=ppt/tags/tag202.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8484"/>
</p:tagLst>
</file>

<file path=ppt/tags/tag203.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61365"/>
</p:tagLst>
</file>

<file path=ppt/tags/tag204.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05.xml><?xml version="1.0" encoding="utf-8"?>
<p:tagLst xmlns:a="http://schemas.openxmlformats.org/drawingml/2006/main" xmlns:r="http://schemas.openxmlformats.org/officeDocument/2006/relationships" xmlns:p="http://schemas.openxmlformats.org/presentationml/2006/main">
  <p:tag name="EMFCHILD" val="True"/>
  <p:tag name="ORIGINALHEIGHT" val="2.272952"/>
  <p:tag name="ORIGINALWIDTH" val="6.625132"/>
</p:tagLst>
</file>

<file path=ppt/tags/tag206.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30637"/>
</p:tagLst>
</file>

<file path=ppt/tags/tag207.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08.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30887"/>
</p:tagLst>
</file>

<file path=ppt/tags/tag209.xml><?xml version="1.0" encoding="utf-8"?>
<p:tagLst xmlns:a="http://schemas.openxmlformats.org/drawingml/2006/main" xmlns:r="http://schemas.openxmlformats.org/officeDocument/2006/relationships" xmlns:p="http://schemas.openxmlformats.org/presentationml/2006/main">
  <p:tag name="EMFCHILD" val="True"/>
  <p:tag name="ORIGINALHEIGHT" val="4.650836"/>
  <p:tag name="ORIGINALWIDTH" val="3.235839"/>
</p:tagLst>
</file>

<file path=ppt/tags/tag210.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8484"/>
</p:tagLst>
</file>

<file path=ppt/tags/tag211.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61365"/>
</p:tagLst>
</file>

<file path=ppt/tags/tag212.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13.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25132"/>
</p:tagLst>
</file>

<file path=ppt/tags/tag214.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30637"/>
</p:tagLst>
</file>

<file path=ppt/tags/tag215.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16.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30887"/>
</p:tagLst>
</file>

<file path=ppt/tags/tag217.xml><?xml version="1.0" encoding="utf-8"?>
<p:tagLst xmlns:a="http://schemas.openxmlformats.org/drawingml/2006/main" xmlns:r="http://schemas.openxmlformats.org/officeDocument/2006/relationships" xmlns:p="http://schemas.openxmlformats.org/presentationml/2006/main">
  <p:tag name="EMFCHILD" val="True"/>
  <p:tag name="ORIGINALHEIGHT" val="4.514853"/>
  <p:tag name="ORIGINALWIDTH" val="2.538453"/>
</p:tagLst>
</file>

<file path=ppt/tags/tag218.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61365"/>
</p:tagLst>
</file>

<file path=ppt/tags/tag219.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8484"/>
</p:tagLst>
</file>

<file path=ppt/tags/tag220.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61365"/>
</p:tagLst>
</file>

<file path=ppt/tags/tag221.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22.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25132"/>
</p:tagLst>
</file>

<file path=ppt/tags/tag223.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30637"/>
</p:tagLst>
</file>

<file path=ppt/tags/tag224.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25.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5.12079"/>
</p:tagLst>
</file>

<file path=ppt/tags/tag226.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398484"/>
</p:tagLst>
</file>

<file path=ppt/tags/tag227.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61365"/>
</p:tagLst>
</file>

<file path=ppt/tags/tag228.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64866"/>
</p:tagLst>
</file>

<file path=ppt/tags/tag22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2"/>
  <p:tag name="IGUANATEXSIZE" val="18"/>
  <p:tag name="LATEXADDIN" val="\documentclass{article}&#10;\usepackage{amsmath}&#10;\pagestyle{empty}&#10;\begin{document}&#10;&#10;&#10;$ E[y|x] =  E[\beta_0 + \beta_1x + u |x]$&#10;\end{document}"/>
  <p:tag name="LATEXENGINEID" val="0"/>
  <p:tag name="LATEXFORMHEIGHT" val="320"/>
  <p:tag name="LATEXFORMWIDTH" val="385"/>
  <p:tag name="LATEXFORMWRAP" val="True"/>
  <p:tag name="ORIGINALHEIGHT" val="6.605217"/>
  <p:tag name="ORIGINALWIDTH" val="7.261283"/>
  <p:tag name="TEMPFOLDER" val="c:\temp\"/>
  <p:tag name="TRANSPARENCY" val="True"/>
</p:tagLst>
</file>

<file path=ppt/tags/tag230.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70649"/>
</p:tagLst>
</file>

<file path=ppt/tags/tag231.xml><?xml version="1.0" encoding="utf-8"?>
<p:tagLst xmlns:a="http://schemas.openxmlformats.org/drawingml/2006/main" xmlns:r="http://schemas.openxmlformats.org/officeDocument/2006/relationships" xmlns:p="http://schemas.openxmlformats.org/presentationml/2006/main">
  <p:tag name="EMFCHILD" val="True"/>
  <p:tag name="ORIGINALHEIGHT" val="6.284667"/>
  <p:tag name="ORIGINALWIDTH" val="4.612208"/>
</p:tagLst>
</file>

<file path=ppt/tags/tag232.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4001849"/>
</p:tagLst>
</file>

<file path=ppt/tags/tag233.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82394"/>
</p:tagLst>
</file>

<file path=ppt/tags/tag234.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70649"/>
</p:tagLst>
</file>

<file path=ppt/tags/tag235.xml><?xml version="1.0" encoding="utf-8"?>
<p:tagLst xmlns:a="http://schemas.openxmlformats.org/drawingml/2006/main" xmlns:r="http://schemas.openxmlformats.org/officeDocument/2006/relationships" xmlns:p="http://schemas.openxmlformats.org/presentationml/2006/main">
  <p:tag name="EMFCHILD" val="True"/>
  <p:tag name="ORIGINALHEIGHT" val="2.272952"/>
  <p:tag name="ORIGINALWIDTH" val="6.653213"/>
</p:tagLst>
</file>

<file path=ppt/tags/tag236.xml><?xml version="1.0" encoding="utf-8"?>
<p:tagLst xmlns:a="http://schemas.openxmlformats.org/drawingml/2006/main" xmlns:r="http://schemas.openxmlformats.org/officeDocument/2006/relationships" xmlns:p="http://schemas.openxmlformats.org/presentationml/2006/main">
  <p:tag name="EMFCHILD" val="True"/>
  <p:tag name="ORIGINALHEIGHT" val="6.605217"/>
  <p:tag name="ORIGINALWIDTH" val="7.261283"/>
</p:tagLst>
</file>

<file path=ppt/tags/tag237.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70649"/>
</p:tagLst>
</file>

<file path=ppt/tags/tag238.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53895"/>
</p:tagLst>
</file>

<file path=ppt/tags/tag239.xml><?xml version="1.0" encoding="utf-8"?>
<p:tagLst xmlns:a="http://schemas.openxmlformats.org/drawingml/2006/main" xmlns:r="http://schemas.openxmlformats.org/officeDocument/2006/relationships" xmlns:p="http://schemas.openxmlformats.org/presentationml/2006/main">
  <p:tag name="EMFCHILD" val="True"/>
  <p:tag name="ORIGINALHEIGHT" val="4.650836"/>
  <p:tag name="ORIGINALWIDTH" val="3.249569"/>
</p:tagLst>
</file>

<file path=ppt/tags/tag240.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53213"/>
</p:tagLst>
</file>

<file path=ppt/tags/tag241.xml><?xml version="1.0" encoding="utf-8"?>
<p:tagLst xmlns:a="http://schemas.openxmlformats.org/drawingml/2006/main" xmlns:r="http://schemas.openxmlformats.org/officeDocument/2006/relationships" xmlns:p="http://schemas.openxmlformats.org/presentationml/2006/main">
  <p:tag name="EMFCHILD" val="True"/>
  <p:tag name="ORIGINALHEIGHT" val="8.742217"/>
  <p:tag name="ORIGINALWIDTH" val="5.453895"/>
</p:tagLst>
</file>

<file path=ppt/tags/tag242.xml><?xml version="1.0" encoding="utf-8"?>
<p:tagLst xmlns:a="http://schemas.openxmlformats.org/drawingml/2006/main" xmlns:r="http://schemas.openxmlformats.org/officeDocument/2006/relationships" xmlns:p="http://schemas.openxmlformats.org/presentationml/2006/main">
  <p:tag name="EMFCHILD" val="True"/>
  <p:tag name="ORIGINALHEIGHT" val="4.514853"/>
  <p:tag name="ORIGINALWIDTH" val="2.549215"/>
</p:tagLst>
</file>

<file path=ppt/tags/tag243.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82394"/>
</p:tagLst>
</file>

<file path=ppt/tags/tag244.xml><?xml version="1.0" encoding="utf-8"?>
<p:tagLst xmlns:a="http://schemas.openxmlformats.org/drawingml/2006/main" xmlns:r="http://schemas.openxmlformats.org/officeDocument/2006/relationships" xmlns:p="http://schemas.openxmlformats.org/presentationml/2006/main">
  <p:tag name="EMFCHILD" val="True"/>
  <p:tag name="ORIGINALHEIGHT" val="6.469234"/>
  <p:tag name="ORIGINALWIDTH" val="6.653213"/>
</p:tagLst>
</file>

<file path=ppt/tags/tag245.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5.142468"/>
</p:tagLst>
</file>

<file path=ppt/tags/tag246.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0.4001849"/>
</p:tagLst>
</file>

<file path=ppt/tags/tag247.xml><?xml version="1.0" encoding="utf-8"?>
<p:tagLst xmlns:a="http://schemas.openxmlformats.org/drawingml/2006/main" xmlns:r="http://schemas.openxmlformats.org/officeDocument/2006/relationships" xmlns:p="http://schemas.openxmlformats.org/presentationml/2006/main">
  <p:tag name="EMFCHILD" val="True"/>
  <p:tag name="ORIGINALHEIGHT" val="4.400241"/>
  <p:tag name="ORIGINALWIDTH" val="4.982394"/>
</p:tagLst>
</file>

<file path=ppt/tags/tag248.xml><?xml version="1.0" encoding="utf-8"?>
<p:tagLst xmlns:a="http://schemas.openxmlformats.org/drawingml/2006/main" xmlns:r="http://schemas.openxmlformats.org/officeDocument/2006/relationships" xmlns:p="http://schemas.openxmlformats.org/presentationml/2006/main">
  <p:tag name="EMFCHILD" val="True"/>
  <p:tag name="ORIGINALHEIGHT" val="9.713577"/>
  <p:tag name="ORIGINALWIDTH" val="1.370649"/>
</p:tagLst>
</file>

<file path=ppt/tags/tag24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0"/>
  <p:tag name="IGUANATEXSIZE" val="18"/>
  <p:tag name="LATEXADDIN" val="\documentclass{article}&#10;\usepackage{amsmath}&#10;\pagestyle{empty}&#10;\begin{document}&#10;&#10;&#10;$ y = \beta_0 + \beta_1x + u$&#10;\end{document}"/>
  <p:tag name="LATEXENGINEID" val="0"/>
  <p:tag name="LATEXFORMHEIGHT" val="320"/>
  <p:tag name="LATEXFORMWIDTH" val="385"/>
  <p:tag name="LATEXFORMWRAP" val="True"/>
  <p:tag name="ORIGINALHEIGHT" val="6.445801"/>
  <p:tag name="ORIGINALWIDTH" val="4.608268"/>
  <p:tag name="TEMPFOLDER" val="c:\temp\"/>
  <p:tag name="TRANSPARENCY" val="True"/>
</p:tagLst>
</file>

<file path=ppt/tags/tag250.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47507"/>
</p:tagLst>
</file>

<file path=ppt/tags/tag25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9213"/>
</p:tagLst>
</file>

<file path=ppt/tags/tag252.xml><?xml version="1.0" encoding="utf-8"?>
<p:tagLst xmlns:a="http://schemas.openxmlformats.org/drawingml/2006/main" xmlns:r="http://schemas.openxmlformats.org/officeDocument/2006/relationships" xmlns:p="http://schemas.openxmlformats.org/presentationml/2006/main">
  <p:tag name="EMFCHILD" val="True"/>
  <p:tag name="ORIGINALHEIGHT" val="4.770079"/>
  <p:tag name="ORIGINALWIDTH" val="3.246763"/>
</p:tagLst>
</file>

<file path=ppt/tags/tag253.xml><?xml version="1.0" encoding="utf-8"?>
<p:tagLst xmlns:a="http://schemas.openxmlformats.org/drawingml/2006/main" xmlns:r="http://schemas.openxmlformats.org/officeDocument/2006/relationships" xmlns:p="http://schemas.openxmlformats.org/presentationml/2006/main">
  <p:tag name="EMFCHILD" val="True"/>
  <p:tag name="ORIGINALHEIGHT" val="6.635083"/>
  <p:tag name="ORIGINALWIDTH" val="6.647507"/>
</p:tagLst>
</file>

<file path=ppt/tags/tag254.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9213"/>
</p:tagLst>
</file>

<file path=ppt/tags/tag255.xml><?xml version="1.0" encoding="utf-8"?>
<p:tagLst xmlns:a="http://schemas.openxmlformats.org/drawingml/2006/main" xmlns:r="http://schemas.openxmlformats.org/officeDocument/2006/relationships" xmlns:p="http://schemas.openxmlformats.org/presentationml/2006/main">
  <p:tag name="EMFCHILD" val="True"/>
  <p:tag name="ORIGINALHEIGHT" val="4.630621"/>
  <p:tag name="ORIGINALWIDTH" val="2.547025"/>
</p:tagLst>
</file>

<file path=ppt/tags/tag256.xml><?xml version="1.0" encoding="utf-8"?>
<p:tagLst xmlns:a="http://schemas.openxmlformats.org/drawingml/2006/main" xmlns:r="http://schemas.openxmlformats.org/officeDocument/2006/relationships" xmlns:p="http://schemas.openxmlformats.org/presentationml/2006/main">
  <p:tag name="EMFCHILD" val="True"/>
  <p:tag name="ORIGINALHEIGHT" val="4.513036"/>
  <p:tag name="ORIGINALWIDTH" val="4.978127"/>
</p:tagLst>
</file>

<file path=ppt/tags/tag257.xml><?xml version="1.0" encoding="utf-8"?>
<p:tagLst xmlns:a="http://schemas.openxmlformats.org/drawingml/2006/main" xmlns:r="http://schemas.openxmlformats.org/officeDocument/2006/relationships" xmlns:p="http://schemas.openxmlformats.org/presentationml/2006/main">
  <p:tag name="EMFCHILD" val="True"/>
  <p:tag name="ORIGINALHEIGHT" val="6.635083"/>
  <p:tag name="ORIGINALWIDTH" val="6.647507"/>
</p:tagLst>
</file>

<file path=ppt/tags/tag258.xml><?xml version="1.0" encoding="utf-8"?>
<p:tagLst xmlns:a="http://schemas.openxmlformats.org/drawingml/2006/main" xmlns:r="http://schemas.openxmlformats.org/officeDocument/2006/relationships" xmlns:p="http://schemas.openxmlformats.org/presentationml/2006/main">
  <p:tag name="EMFCHILD" val="True"/>
  <p:tag name="ORIGINALHEIGHT" val="4.513036"/>
  <p:tag name="ORIGINALWIDTH" val="5.138058"/>
</p:tagLst>
</file>

<file path=ppt/tags/tag259.xml><?xml version="1.0" encoding="utf-8"?>
<p:tagLst xmlns:a="http://schemas.openxmlformats.org/drawingml/2006/main" xmlns:r="http://schemas.openxmlformats.org/officeDocument/2006/relationships" xmlns:p="http://schemas.openxmlformats.org/presentationml/2006/main">
  <p:tag name="BITMAPVECTOR" val="1"/>
  <p:tag name="IGUANATEXCURSOR" val="109"/>
  <p:tag name="IGUANATEXSIZE" val="18"/>
  <p:tag name="IGUANATEXVERSION" val="161"/>
  <p:tag name="LATEXADDIN" val="\documentclass{article}&#10;\usepackage{amsmath}&#10;\pagestyle{empty}&#10;\begin{document}&#10;&#10;&#10;$ y  =  \beta_0 + \beta_1 x$&#10;\end{document}"/>
  <p:tag name="LATEXENGINEID" val="0"/>
  <p:tag name="LATEXFORMHEIGHT" val="320"/>
  <p:tag name="LATEXFORMWIDTH" val="385"/>
  <p:tag name="LATEXFORMWRAP" val="True"/>
  <p:tag name="ORIGINALHEIGHT" val="9.075949"/>
  <p:tag name="ORIGINALWIDTH" val="55.13707"/>
  <p:tag name="OUTPUTTYPE" val="SVG"/>
  <p:tag name="TEMPFOLDER" val="c:\temp\"/>
  <p:tag name="TRANSPARENCY" val="True"/>
</p:tagLst>
</file>

<file path=ppt/tags/tag260.xml><?xml version="1.0" encoding="utf-8"?>
<p:tagLst xmlns:a="http://schemas.openxmlformats.org/drawingml/2006/main" xmlns:r="http://schemas.openxmlformats.org/officeDocument/2006/relationships" xmlns:p="http://schemas.openxmlformats.org/presentationml/2006/main">
  <p:tag name="BITMAPVECTOR" val="1"/>
  <p:tag name="IGUANATEXCURSOR" val="97"/>
  <p:tag name="IGUANATEXSIZE" val="18"/>
  <p:tag name="IGUANATEXVERSION" val="161"/>
  <p:tag name="LATEXADDIN" val="\documentclass{article}&#10;\usepackage{amsmath}&#10;\pagestyle{empty}&#10;\begin{document}&#10;&#10;&#10;$ y  =  1 + 0.5 x$&#10;\end{document}"/>
  <p:tag name="LATEXENGINEID" val="0"/>
  <p:tag name="LATEXFORMHEIGHT" val="320"/>
  <p:tag name="LATEXFORMWIDTH" val="385"/>
  <p:tag name="LATEXFORMWRAP" val="True"/>
  <p:tag name="ORIGINALHEIGHT" val="8.948594"/>
  <p:tag name="ORIGINALWIDTH" val="53.37461"/>
  <p:tag name="OUTPUTTYPE" val="SVG"/>
  <p:tag name="TEMPFOLDER" val="c:\temp\"/>
  <p:tag name="TRANSPARENCY" val="True"/>
</p:tagLst>
</file>

<file path=ppt/tags/tag26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7"/>
  <p:tag name="IGUANATEXSIZE" val="18"/>
  <p:tag name="LATEXADDIN" val="\documentclass{article}&#10;\usepackage{amsmath}&#10;\pagestyle{empty}&#10;\begin{document}&#10;&#10;&#10;$ y  =  1 + 0.5 x$&#10;\end{document}"/>
  <p:tag name="LATEXENGINEID" val="0"/>
  <p:tag name="LATEXFORMHEIGHT" val="320"/>
  <p:tag name="LATEXFORMWIDTH" val="385"/>
  <p:tag name="LATEXFORMWRAP" val="True"/>
  <p:tag name="ORIGINALHEIGHT" val="6.647243"/>
  <p:tag name="ORIGINALWIDTH" val="4.592768"/>
  <p:tag name="TEMPFOLDER" val="c:\temp\"/>
  <p:tag name="TRANSPARENCY" val="True"/>
</p:tagLst>
</file>

<file path=ppt/tags/tag262.xml><?xml version="1.0" encoding="utf-8"?>
<p:tagLst xmlns:a="http://schemas.openxmlformats.org/drawingml/2006/main" xmlns:r="http://schemas.openxmlformats.org/officeDocument/2006/relationships" xmlns:p="http://schemas.openxmlformats.org/presentationml/2006/main">
  <p:tag name="EMFCHILD" val="True"/>
  <p:tag name="ORIGINALHEIGHT" val="2.404103"/>
  <p:tag name="ORIGINALWIDTH" val="6.625133"/>
</p:tagLst>
</file>

<file path=ppt/tags/tag263.xml><?xml version="1.0" encoding="utf-8"?>
<p:tagLst xmlns:a="http://schemas.openxmlformats.org/drawingml/2006/main" xmlns:r="http://schemas.openxmlformats.org/officeDocument/2006/relationships" xmlns:p="http://schemas.openxmlformats.org/presentationml/2006/main">
  <p:tag name="EMFCHILD" val="True"/>
  <p:tag name="ORIGINALHEIGHT" val="6.842458"/>
  <p:tag name="ORIGINALWIDTH" val="3.287644"/>
</p:tagLst>
</file>

<file path=ppt/tags/tag264.xml><?xml version="1.0" encoding="utf-8"?>
<p:tagLst xmlns:a="http://schemas.openxmlformats.org/drawingml/2006/main" xmlns:r="http://schemas.openxmlformats.org/officeDocument/2006/relationships" xmlns:p="http://schemas.openxmlformats.org/presentationml/2006/main">
  <p:tag name="EMFCHILD" val="True"/>
  <p:tag name="ORIGINALHEIGHT" val="6.842458"/>
  <p:tag name="ORIGINALWIDTH" val="6.625133"/>
</p:tagLst>
</file>

<file path=ppt/tags/tag265.xml><?xml version="1.0" encoding="utf-8"?>
<p:tagLst xmlns:a="http://schemas.openxmlformats.org/drawingml/2006/main" xmlns:r="http://schemas.openxmlformats.org/officeDocument/2006/relationships" xmlns:p="http://schemas.openxmlformats.org/presentationml/2006/main">
  <p:tag name="EMFCHILD" val="True"/>
  <p:tag name="ORIGINALHEIGHT" val="7.06847"/>
  <p:tag name="ORIGINALWIDTH" val="4.194256"/>
</p:tagLst>
</file>

<file path=ppt/tags/tag266.xml><?xml version="1.0" encoding="utf-8"?>
<p:tagLst xmlns:a="http://schemas.openxmlformats.org/drawingml/2006/main" xmlns:r="http://schemas.openxmlformats.org/officeDocument/2006/relationships" xmlns:p="http://schemas.openxmlformats.org/presentationml/2006/main">
  <p:tag name="EMFCHILD" val="True"/>
  <p:tag name="ORIGINALHEIGHT" val="1.08901"/>
  <p:tag name="ORIGINALWIDTH" val="1.056005"/>
</p:tagLst>
</file>

<file path=ppt/tags/tag267.xml><?xml version="1.0" encoding="utf-8"?>
<p:tagLst xmlns:a="http://schemas.openxmlformats.org/drawingml/2006/main" xmlns:r="http://schemas.openxmlformats.org/officeDocument/2006/relationships" xmlns:p="http://schemas.openxmlformats.org/presentationml/2006/main">
  <p:tag name="EMFCHILD" val="True"/>
  <p:tag name="ORIGINALHEIGHT" val="7.06847"/>
  <p:tag name="ORIGINALWIDTH" val="3.97508"/>
</p:tagLst>
</file>

<file path=ppt/tags/tag268.xml><?xml version="1.0" encoding="utf-8"?>
<p:tagLst xmlns:a="http://schemas.openxmlformats.org/drawingml/2006/main" xmlns:r="http://schemas.openxmlformats.org/officeDocument/2006/relationships" xmlns:p="http://schemas.openxmlformats.org/presentationml/2006/main">
  <p:tag name="EMFCHILD" val="True"/>
  <p:tag name="ORIGINALHEIGHT" val="4.654113"/>
  <p:tag name="ORIGINALWIDTH" val="4.961373"/>
</p:tagLst>
</file>

<file path=ppt/tags/tag26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9"/>
  <p:tag name="IGUANATEXSIZE" val="18"/>
  <p:tag name="LATEXADDIN" val="\documentclass{article}&#10;\usepackage{amsmath}&#10;\pagestyle{empty}&#10;\begin{document}&#10;&#10;&#10;$ y  =  \beta_0 + \beta_1 x$&#10;\end{document}"/>
  <p:tag name="LATEXENGINEID" val="0"/>
  <p:tag name="LATEXFORMHEIGHT" val="320"/>
  <p:tag name="LATEXFORMWIDTH" val="385"/>
  <p:tag name="LATEXFORMWRAP" val="True"/>
  <p:tag name="ORIGINALHEIGHT" val="6.445797"/>
  <p:tag name="ORIGINALWIDTH" val="4.532313"/>
  <p:tag name="TEMPFOLDER" val="c:\temp\"/>
  <p:tag name="TRANSPARENCY" val="True"/>
</p:tagLst>
</file>

<file path=ppt/tags/tag270.xml><?xml version="1.0" encoding="utf-8"?>
<p:tagLst xmlns:a="http://schemas.openxmlformats.org/drawingml/2006/main" xmlns:r="http://schemas.openxmlformats.org/officeDocument/2006/relationships" xmlns:p="http://schemas.openxmlformats.org/presentationml/2006/main">
  <p:tag name="EMFCHILD" val="True"/>
  <p:tag name="ORIGINALHEIGHT" val="2.331258"/>
  <p:tag name="ORIGINALWIDTH" val="6.537975"/>
</p:tagLst>
</file>

<file path=ppt/tags/tag27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359422"/>
</p:tagLst>
</file>

<file path=ppt/tags/tag272.xml><?xml version="1.0" encoding="utf-8"?>
<p:tagLst xmlns:a="http://schemas.openxmlformats.org/drawingml/2006/main" xmlns:r="http://schemas.openxmlformats.org/officeDocument/2006/relationships" xmlns:p="http://schemas.openxmlformats.org/presentationml/2006/main">
  <p:tag name="EMFCHILD" val="True"/>
  <p:tag name="ORIGINALHEIGHT" val="4.77011"/>
  <p:tag name="ORIGINALWIDTH" val="3.193259"/>
</p:tagLst>
</file>

<file path=ppt/tags/tag273.xml><?xml version="1.0" encoding="utf-8"?>
<p:tagLst xmlns:a="http://schemas.openxmlformats.org/drawingml/2006/main" xmlns:r="http://schemas.openxmlformats.org/officeDocument/2006/relationships" xmlns:p="http://schemas.openxmlformats.org/presentationml/2006/main">
  <p:tag name="EMFCHILD" val="True"/>
  <p:tag name="ORIGINALHEIGHT" val="6.635103"/>
  <p:tag name="ORIGINALWIDTH" val="6.537975"/>
</p:tagLst>
</file>

<file path=ppt/tags/tag274.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359422"/>
</p:tagLst>
</file>

<file path=ppt/tags/tag275.xml><?xml version="1.0" encoding="utf-8"?>
<p:tagLst xmlns:a="http://schemas.openxmlformats.org/drawingml/2006/main" xmlns:r="http://schemas.openxmlformats.org/officeDocument/2006/relationships" xmlns:p="http://schemas.openxmlformats.org/presentationml/2006/main">
  <p:tag name="EMFCHILD" val="True"/>
  <p:tag name="ORIGINALHEIGHT" val="4.630615"/>
  <p:tag name="ORIGINALWIDTH" val="2.505075"/>
</p:tagLst>
</file>

<file path=ppt/tags/tag276.xml><?xml version="1.0" encoding="utf-8"?>
<p:tagLst xmlns:a="http://schemas.openxmlformats.org/drawingml/2006/main" xmlns:r="http://schemas.openxmlformats.org/officeDocument/2006/relationships" xmlns:p="http://schemas.openxmlformats.org/presentationml/2006/main">
  <p:tag name="EMFCHILD" val="True"/>
  <p:tag name="ORIGINALHEIGHT" val="4.513052"/>
  <p:tag name="ORIGINALWIDTH" val="4.896112"/>
</p:tagLst>
</file>

<file path=ppt/tags/tag277.xml><?xml version="1.0" encoding="utf-8"?>
<p:tagLst xmlns:a="http://schemas.openxmlformats.org/drawingml/2006/main" xmlns:r="http://schemas.openxmlformats.org/officeDocument/2006/relationships" xmlns:p="http://schemas.openxmlformats.org/presentationml/2006/main">
  <p:tag name="BITMAPVECTOR" val="1"/>
  <p:tag name="IGUANATEXCURSOR" val="129"/>
  <p:tag name="IGUANATEXSIZE" val="18"/>
  <p:tag name="IGUANATEXVERSION" val="161"/>
  <p:tag name="LATEXADDIN" val="\documentclass{article}&#10;\usepackage{amsmath}&#10;\pagestyle{empty}&#10;\begin{document}&#10;&#10;&#10;$COV(X_1,Y_i) = E[(X_i - E[X_i])(Y_i - E[Y_i])]$&#10;\end{document}"/>
  <p:tag name="LATEXENGINEID" val="0"/>
  <p:tag name="LATEXFORMHEIGHT" val="320"/>
  <p:tag name="LATEXFORMWIDTH" val="385"/>
  <p:tag name="LATEXFORMWRAP" val="True"/>
  <p:tag name="ORIGINALHEIGHT" val="9.713561"/>
  <p:tag name="ORIGINALWIDTH" val="190.673"/>
  <p:tag name="OUTPUTTYPE" val="SVG"/>
  <p:tag name="TEMPFOLDER" val="c:\temp\"/>
  <p:tag name="TRANSPARENCY" val="True"/>
</p:tagLst>
</file>

<file path=ppt/tags/tag278.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COV(X_1,X_i) = \sigma_X^2$&#10;\end{document}"/>
  <p:tag name="LATEXENGINEID" val="0"/>
  <p:tag name="LATEXFORMHEIGHT" val="320"/>
  <p:tag name="LATEXFORMWIDTH" val="385"/>
  <p:tag name="LATEXFORMWRAP" val="True"/>
  <p:tag name="ORIGINALHEIGHT" val="10.49042"/>
  <p:tag name="ORIGINALWIDTH" val="85.43716"/>
  <p:tag name="OUTPUTTYPE" val="SVG"/>
  <p:tag name="TEMPFOLDER" val="c:\temp\"/>
  <p:tag name="TRANSPARENCY" val="True"/>
</p:tagLst>
</file>

<file path=ppt/tags/tag279.xml><?xml version="1.0" encoding="utf-8"?>
<p:tagLst xmlns:a="http://schemas.openxmlformats.org/drawingml/2006/main" xmlns:r="http://schemas.openxmlformats.org/officeDocument/2006/relationships" xmlns:p="http://schemas.openxmlformats.org/presentationml/2006/main">
  <p:tag name="BITMAPVECTOR" val="1"/>
  <p:tag name="IGUANATEXCURSOR" val="103"/>
  <p:tag name="IGUANATEXSIZE" val="18"/>
  <p:tag name="IGUANATEXVERSION" val="161"/>
  <p:tag name="LATEXADDIN" val="\documentclass{article}&#10;\usepackage{amsmath}&#10;\pagestyle{empty}&#10;\begin{document}&#10;&#10;&#10;$COV(X_i,Y_i) = E[X_i Y_i]$&#10;\end{document}"/>
  <p:tag name="LATEXENGINEID" val="0"/>
  <p:tag name="LATEXFORMHEIGHT" val="320"/>
  <p:tag name="LATEXFORMWIDTH" val="385"/>
  <p:tag name="LATEXFORMWRAP" val="True"/>
  <p:tag name="ORIGINALHEIGHT" val="9.713562"/>
  <p:tag name="ORIGINALWIDTH" val="102.5652"/>
  <p:tag name="OUTPUTTYPE" val="SVG"/>
  <p:tag name="TEMPFOLDER" val="c:\temp\"/>
  <p:tag name="TRANSPARENCY" val="True"/>
</p:tagLst>
</file>

<file path=ppt/tags/tag280.xml><?xml version="1.0" encoding="utf-8"?>
<p:tagLst xmlns:a="http://schemas.openxmlformats.org/drawingml/2006/main" xmlns:r="http://schemas.openxmlformats.org/officeDocument/2006/relationships" xmlns:p="http://schemas.openxmlformats.org/presentationml/2006/main">
  <p:tag name="BITMAPVECTOR" val="1"/>
  <p:tag name="IGUANATEXCURSOR" val="82"/>
  <p:tag name="IGUANATEXSIZE" val="18"/>
  <p:tag name="IGUANATEXVERSION" val="161"/>
  <p:tag name="LATEXADDIN" val="\documentclass{article}&#10;\usepackage{amsmath}&#10;\pagestyle{empty}&#10;\begin{document}&#10;&#10;&#10;$W_i = a + bX_i$&#10;\end{document}"/>
  <p:tag name="LATEXENGINEID" val="0"/>
  <p:tag name="LATEXFORMHEIGHT" val="320"/>
  <p:tag name="LATEXFORMWIDTH" val="385"/>
  <p:tag name="LATEXFORMWRAP" val="True"/>
  <p:tag name="ORIGINALHEIGHT" val="8.74309"/>
  <p:tag name="ORIGINALWIDTH" val="57.3839"/>
  <p:tag name="OUTPUTTYPE" val="SVG"/>
  <p:tag name="TEMPFOLDER" val="c:\temp\"/>
  <p:tag name="TRANSPARENCY" val="True"/>
</p:tagLst>
</file>

<file path=ppt/tags/tag281.xml><?xml version="1.0" encoding="utf-8"?>
<p:tagLst xmlns:a="http://schemas.openxmlformats.org/drawingml/2006/main" xmlns:r="http://schemas.openxmlformats.org/officeDocument/2006/relationships" xmlns:p="http://schemas.openxmlformats.org/presentationml/2006/main">
  <p:tag name="BITMAPVECTOR" val="1"/>
  <p:tag name="IGUANATEXCURSOR" val="95"/>
  <p:tag name="IGUANATEXSIZE" val="18"/>
  <p:tag name="IGUANATEXVERSION" val="161"/>
  <p:tag name="LATEXADDIN" val="\documentclass{article}&#10;\usepackage{amsmath}&#10;\pagestyle{empty}&#10;\begin{document}&#10;&#10;&#10;$Z_i = c + dY_i$&#10;\end{document}"/>
  <p:tag name="LATEXENGINEID" val="0"/>
  <p:tag name="LATEXFORMHEIGHT" val="320"/>
  <p:tag name="LATEXFORMWIDTH" val="385"/>
  <p:tag name="LATEXFORMWRAP" val="True"/>
  <p:tag name="ORIGINALHEIGHT" val="8.74309"/>
  <p:tag name="ORIGINALWIDTH" val="53.2748"/>
  <p:tag name="OUTPUTTYPE" val="SVG"/>
  <p:tag name="TEMPFOLDER" val="c:\temp\"/>
  <p:tag name="TRANSPARENCY" val="True"/>
</p:tagLst>
</file>

<file path=ppt/tags/tag282.xml><?xml version="1.0" encoding="utf-8"?>
<p:tagLst xmlns:a="http://schemas.openxmlformats.org/drawingml/2006/main" xmlns:r="http://schemas.openxmlformats.org/officeDocument/2006/relationships" xmlns:p="http://schemas.openxmlformats.org/presentationml/2006/main">
  <p:tag name="BITMAPVECTOR" val="1"/>
  <p:tag name="IGUANATEXCURSOR" val="112"/>
  <p:tag name="IGUANATEXSIZE" val="18"/>
  <p:tag name="IGUANATEXVERSION" val="161"/>
  <p:tag name="LATEXADDIN" val="\documentclass{article}&#10;\usepackage{amsmath}&#10;\pagestyle{empty}&#10;\begin{document}&#10;&#10;&#10;$COV(W_i,Z_i) = bdCOV(X_i,Y_i)$&#10;\end{document}"/>
  <p:tag name="LATEXENGINEID" val="0"/>
  <p:tag name="LATEXFORMHEIGHT" val="320"/>
  <p:tag name="LATEXFORMWIDTH" val="385"/>
  <p:tag name="LATEXFORMWRAP" val="True"/>
  <p:tag name="ORIGINALHEIGHT" val="9.713562"/>
  <p:tag name="ORIGINALWIDTH" val="136.5886"/>
  <p:tag name="OUTPUTTYPE" val="SVG"/>
  <p:tag name="TEMPFOLDER" val="c:\temp\"/>
  <p:tag name="TRANSPARENCY" val="True"/>
</p:tagLst>
</file>

<file path=ppt/tags/tag28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2"/>
  <p:tag name="IGUANATEXSIZE" val="18"/>
  <p:tag name="LATEXADDIN" val="\documentclass{article}&#10;\usepackage{amsmath}&#10;\pagestyle{empty}&#10;\begin{document}&#10;&#10;&#10;$COV(W_i,Z_i) = bdCOV(X_i,Y_i)$&#10;\end{document}"/>
  <p:tag name="LATEXENGINEID" val="0"/>
  <p:tag name="LATEXFORMHEIGHT" val="320"/>
  <p:tag name="LATEXFORMWIDTH" val="385"/>
  <p:tag name="LATEXFORMWRAP" val="True"/>
  <p:tag name="ORIGINALHEIGHT" val="7.061768"/>
  <p:tag name="ORIGINALWIDTH" val="7.073452"/>
  <p:tag name="TEMPFOLDER" val="c:\temp\"/>
  <p:tag name="TRANSPARENCY" val="True"/>
</p:tagLst>
</file>

<file path=ppt/tags/tag284.xml><?xml version="1.0" encoding="utf-8"?>
<p:tagLst xmlns:a="http://schemas.openxmlformats.org/drawingml/2006/main" xmlns:r="http://schemas.openxmlformats.org/officeDocument/2006/relationships" xmlns:p="http://schemas.openxmlformats.org/presentationml/2006/main">
  <p:tag name="EMFCHILD" val="True"/>
  <p:tag name="ORIGINALHEIGHT" val="7.061768"/>
  <p:tag name="ORIGINALWIDTH" val="6.884169"/>
</p:tagLst>
</file>

<file path=ppt/tags/tag285.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7.103329"/>
</p:tagLst>
</file>

<file path=ppt/tags/tag286.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1331"/>
</p:tagLst>
</file>

<file path=ppt/tags/tag287.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9.892876"/>
</p:tagLst>
</file>

<file path=ppt/tags/tag288.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3037"/>
</p:tagLst>
</file>

<file path=ppt/tags/tag289.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5617"/>
</p:tagLst>
</file>

<file path=ppt/tags/tag290.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6.625113"/>
</p:tagLst>
</file>

<file path=ppt/tags/tag291.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3037"/>
</p:tagLst>
</file>

<file path=ppt/tags/tag292.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1331"/>
</p:tagLst>
</file>

<file path=ppt/tags/tag293.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25113"/>
</p:tagLst>
</file>

<file path=ppt/tags/tag294.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3.666232"/>
</p:tagLst>
</file>

<file path=ppt/tags/tag295.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4.742173"/>
</p:tagLst>
</file>

<file path=ppt/tags/tag296.xml><?xml version="1.0" encoding="utf-8"?>
<p:tagLst xmlns:a="http://schemas.openxmlformats.org/drawingml/2006/main" xmlns:r="http://schemas.openxmlformats.org/officeDocument/2006/relationships" xmlns:p="http://schemas.openxmlformats.org/presentationml/2006/main">
  <p:tag name="EMFCHILD" val="True"/>
  <p:tag name="ORIGINALHEIGHT" val="7.061768"/>
  <p:tag name="ORIGINALWIDTH" val="7.073452"/>
</p:tagLst>
</file>

<file path=ppt/tags/tag297.xml><?xml version="1.0" encoding="utf-8"?>
<p:tagLst xmlns:a="http://schemas.openxmlformats.org/drawingml/2006/main" xmlns:r="http://schemas.openxmlformats.org/officeDocument/2006/relationships" xmlns:p="http://schemas.openxmlformats.org/presentationml/2006/main">
  <p:tag name="EMFCHILD" val="True"/>
  <p:tag name="ORIGINALHEIGHT" val="7.061768"/>
  <p:tag name="ORIGINALWIDTH" val="6.884169"/>
</p:tagLst>
</file>

<file path=ppt/tags/tag298.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7.103329"/>
</p:tagLst>
</file>

<file path=ppt/tags/tag299.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1331"/>
</p:tagLst>
</file>

<file path=ppt/tags/tag300.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8.209191"/>
</p:tagLst>
</file>

<file path=ppt/tags/tag301.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3037"/>
</p:tagLst>
</file>

<file path=ppt/tags/tag302.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5617"/>
</p:tagLst>
</file>

<file path=ppt/tags/tag303.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7.24283"/>
</p:tagLst>
</file>

<file path=ppt/tags/tag304.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3037"/>
</p:tagLst>
</file>

<file path=ppt/tags/tag305.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1331"/>
</p:tagLst>
</file>

<file path=ppt/tags/tag30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5"/>
  <p:tag name="IGUANATEXSIZE" val="18"/>
  <p:tag name="LATEXADDIN" val="\documentclass{article}&#10;\usepackage{amsmath}&#10;\pagestyle{empty}&#10;\begin{document}&#10;&#10;&#10;$Z_i = c + dY_i$&#10;\end{document}"/>
  <p:tag name="LATEXENGINEID" val="0"/>
  <p:tag name="LATEXFORMHEIGHT" val="320"/>
  <p:tag name="LATEXFORMWIDTH" val="385"/>
  <p:tag name="LATEXFORMWRAP" val="True"/>
  <p:tag name="ORIGINALHEIGHT" val="7.017106"/>
  <p:tag name="ORIGINALWIDTH" val="6.625114"/>
  <p:tag name="TEMPFOLDER" val="c:\temp\"/>
  <p:tag name="TRANSPARENCY" val="True"/>
</p:tagLst>
</file>

<file path=ppt/tags/tag307.xml><?xml version="1.0" encoding="utf-8"?>
<p:tagLst xmlns:a="http://schemas.openxmlformats.org/drawingml/2006/main" xmlns:r="http://schemas.openxmlformats.org/officeDocument/2006/relationships" xmlns:p="http://schemas.openxmlformats.org/presentationml/2006/main">
  <p:tag name="EMFCHILD" val="True"/>
  <p:tag name="ORIGINALHEIGHT" val="4.840027"/>
  <p:tag name="ORIGINALWIDTH" val="2.113037"/>
</p:tagLst>
</file>

<file path=ppt/tags/tag308.xml><?xml version="1.0" encoding="utf-8"?>
<p:tagLst xmlns:a="http://schemas.openxmlformats.org/drawingml/2006/main" xmlns:r="http://schemas.openxmlformats.org/officeDocument/2006/relationships" xmlns:p="http://schemas.openxmlformats.org/presentationml/2006/main">
  <p:tag name="EMFCHILD" val="True"/>
  <p:tag name="ORIGINALHEIGHT" val="2.404069"/>
  <p:tag name="ORIGINALWIDTH" val="6.625114"/>
</p:tagLst>
</file>

<file path=ppt/tags/tag309.xml><?xml version="1.0" encoding="utf-8"?>
<p:tagLst xmlns:a="http://schemas.openxmlformats.org/drawingml/2006/main" xmlns:r="http://schemas.openxmlformats.org/officeDocument/2006/relationships" xmlns:p="http://schemas.openxmlformats.org/presentationml/2006/main">
  <p:tag name="EMFCHILD" val="True"/>
  <p:tag name="ORIGINALHEIGHT" val="4.654069"/>
  <p:tag name="ORIGINALWIDTH" val="3.875462"/>
</p:tagLst>
</file>

<file path=ppt/tags/tag310.xml><?xml version="1.0" encoding="utf-8"?>
<p:tagLst xmlns:a="http://schemas.openxmlformats.org/drawingml/2006/main" xmlns:r="http://schemas.openxmlformats.org/officeDocument/2006/relationships" xmlns:p="http://schemas.openxmlformats.org/presentationml/2006/main">
  <p:tag name="EMFCHILD" val="True"/>
  <p:tag name="ORIGINALHEIGHT" val="6.842433"/>
  <p:tag name="ORIGINALWIDTH" val="6.625114"/>
</p:tagLst>
</file>

<file path=ppt/tags/tag311.xml><?xml version="1.0" encoding="utf-8"?>
<p:tagLst xmlns:a="http://schemas.openxmlformats.org/drawingml/2006/main" xmlns:r="http://schemas.openxmlformats.org/officeDocument/2006/relationships" xmlns:p="http://schemas.openxmlformats.org/presentationml/2006/main">
  <p:tag name="EMFCHILD" val="True"/>
  <p:tag name="ORIGINALHEIGHT" val="7.243133"/>
  <p:tag name="ORIGINALWIDTH" val="4.742173"/>
</p:tagLst>
</file>

<file path=ppt/tags/tag312.xml><?xml version="1.0" encoding="utf-8"?>
<p:tagLst xmlns:a="http://schemas.openxmlformats.org/drawingml/2006/main" xmlns:r="http://schemas.openxmlformats.org/officeDocument/2006/relationships" xmlns:p="http://schemas.openxmlformats.org/presentationml/2006/main">
  <p:tag name="EMFCHILD" val="True"/>
  <p:tag name="ORIGINALHEIGHT" val="7.017106"/>
  <p:tag name="ORIGINALWIDTH" val="7.242831"/>
</p:tagLst>
</file>

<file path=ppt/tags/tag313.xml><?xml version="1.0" encoding="utf-8"?>
<p:tagLst xmlns:a="http://schemas.openxmlformats.org/drawingml/2006/main" xmlns:r="http://schemas.openxmlformats.org/officeDocument/2006/relationships" xmlns:p="http://schemas.openxmlformats.org/presentationml/2006/main">
  <p:tag name="EMFCHILD" val="True"/>
  <p:tag name="ORIGINALHEIGHT" val="4.840027"/>
  <p:tag name="ORIGINALWIDTH" val="2.113037"/>
</p:tagLst>
</file>

<file path=ppt/tags/tag31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2"/>
  <p:tag name="IGUANATEXSIZE" val="18"/>
  <p:tag name="LATEXADDIN" val="\documentclass{article}&#10;\usepackage{amsmath}&#10;\pagestyle{empty}&#10;\begin{document}&#10;&#10;&#10;$W_i = a + bX_i$&#10;\end{document}"/>
  <p:tag name="LATEXENGINEID" val="0"/>
  <p:tag name="LATEXFORMHEIGHT" val="320"/>
  <p:tag name="LATEXFORMWIDTH" val="385"/>
  <p:tag name="LATEXFORMWRAP" val="True"/>
  <p:tag name="ORIGINALHEIGHT" val="7.243133"/>
  <p:tag name="ORIGINALWIDTH" val="9.809061"/>
  <p:tag name="TEMPFOLDER" val="c:\temp\"/>
  <p:tag name="TRANSPARENCY" val="True"/>
</p:tagLst>
</file>

<file path=ppt/tags/tag315.xml><?xml version="1.0" encoding="utf-8"?>
<p:tagLst xmlns:a="http://schemas.openxmlformats.org/drawingml/2006/main" xmlns:r="http://schemas.openxmlformats.org/officeDocument/2006/relationships" xmlns:p="http://schemas.openxmlformats.org/presentationml/2006/main">
  <p:tag name="EMFCHILD" val="True"/>
  <p:tag name="ORIGINALHEIGHT" val="4.840027"/>
  <p:tag name="ORIGINALWIDTH" val="2.095146"/>
</p:tagLst>
</file>

<file path=ppt/tags/tag316.xml><?xml version="1.0" encoding="utf-8"?>
<p:tagLst xmlns:a="http://schemas.openxmlformats.org/drawingml/2006/main" xmlns:r="http://schemas.openxmlformats.org/officeDocument/2006/relationships" xmlns:p="http://schemas.openxmlformats.org/presentationml/2006/main">
  <p:tag name="EMFCHILD" val="True"/>
  <p:tag name="ORIGINALHEIGHT" val="2.404069"/>
  <p:tag name="ORIGINALWIDTH" val="6.568989"/>
</p:tagLst>
</file>

<file path=ppt/tags/tag317.xml><?xml version="1.0" encoding="utf-8"?>
<p:tagLst xmlns:a="http://schemas.openxmlformats.org/drawingml/2006/main" xmlns:r="http://schemas.openxmlformats.org/officeDocument/2006/relationships" xmlns:p="http://schemas.openxmlformats.org/presentationml/2006/main">
  <p:tag name="EMFCHILD" val="True"/>
  <p:tag name="ORIGINALHEIGHT" val="4.654069"/>
  <p:tag name="ORIGINALWIDTH" val="4.524193"/>
</p:tagLst>
</file>

<file path=ppt/tags/tag318.xml><?xml version="1.0" encoding="utf-8"?>
<p:tagLst xmlns:a="http://schemas.openxmlformats.org/drawingml/2006/main" xmlns:r="http://schemas.openxmlformats.org/officeDocument/2006/relationships" xmlns:p="http://schemas.openxmlformats.org/presentationml/2006/main">
  <p:tag name="EMFCHILD" val="True"/>
  <p:tag name="ORIGINALHEIGHT" val="6.842433"/>
  <p:tag name="ORIGINALWIDTH" val="6.568989"/>
</p:tagLst>
</file>

<file path=ppt/tags/tag319.xml><?xml version="1.0" encoding="utf-8"?>
<p:tagLst xmlns:a="http://schemas.openxmlformats.org/drawingml/2006/main" xmlns:r="http://schemas.openxmlformats.org/officeDocument/2006/relationships" xmlns:p="http://schemas.openxmlformats.org/presentationml/2006/main">
  <p:tag name="EMFCHILD" val="True"/>
  <p:tag name="ORIGINALHEIGHT" val="7.243133"/>
  <p:tag name="ORIGINALWIDTH" val="3.635173"/>
</p:tagLst>
</file>

<file path=ppt/tags/tag320.xml><?xml version="1.0" encoding="utf-8"?>
<p:tagLst xmlns:a="http://schemas.openxmlformats.org/drawingml/2006/main" xmlns:r="http://schemas.openxmlformats.org/officeDocument/2006/relationships" xmlns:p="http://schemas.openxmlformats.org/presentationml/2006/main">
  <p:tag name="EMFCHILD" val="True"/>
  <p:tag name="ORIGINALHEIGHT" val="7.017106"/>
  <p:tag name="ORIGINALWIDTH" val="8.139638"/>
</p:tagLst>
</file>

<file path=ppt/tags/tag321.xml><?xml version="1.0" encoding="utf-8"?>
<p:tagLst xmlns:a="http://schemas.openxmlformats.org/drawingml/2006/main" xmlns:r="http://schemas.openxmlformats.org/officeDocument/2006/relationships" xmlns:p="http://schemas.openxmlformats.org/presentationml/2006/main">
  <p:tag name="EMFCHILD" val="True"/>
  <p:tag name="ORIGINALHEIGHT" val="4.840027"/>
  <p:tag name="ORIGINALWIDTH" val="2.095146"/>
</p:tagLst>
</file>

<file path=ppt/tags/tag32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3"/>
  <p:tag name="IGUANATEXSIZE" val="18"/>
  <p:tag name="LATEXADDIN" val="\documentclass{article}&#10;\usepackage{amsmath}&#10;\pagestyle{empty}&#10;\begin{document}&#10;&#10;&#10;$COV(X_i,Y_i) = E[X_i Y_i]$&#10;\end{document}"/>
  <p:tag name="LATEXENGINEID" val="0"/>
  <p:tag name="LATEXFORMHEIGHT" val="320"/>
  <p:tag name="LATEXFORMWIDTH" val="385"/>
  <p:tag name="LATEXFORMWRAP" val="True"/>
  <p:tag name="ORIGINALHEIGHT" val="7.061768"/>
  <p:tag name="ORIGINALWIDTH" val="7.090465"/>
  <p:tag name="TEMPFOLDER" val="c:\temp\"/>
  <p:tag name="TRANSPARENCY" val="True"/>
</p:tagLst>
</file>

<file path=ppt/tags/tag323.xml><?xml version="1.0" encoding="utf-8"?>
<p:tagLst xmlns:a="http://schemas.openxmlformats.org/drawingml/2006/main" xmlns:r="http://schemas.openxmlformats.org/officeDocument/2006/relationships" xmlns:p="http://schemas.openxmlformats.org/presentationml/2006/main">
  <p:tag name="EMFCHILD" val="True"/>
  <p:tag name="ORIGINALHEIGHT" val="7.061768"/>
  <p:tag name="ORIGINALWIDTH" val="6.900702"/>
</p:tagLst>
</file>

<file path=ppt/tags/tag324.xml><?xml version="1.0" encoding="utf-8"?>
<p:tagLst xmlns:a="http://schemas.openxmlformats.org/drawingml/2006/main" xmlns:r="http://schemas.openxmlformats.org/officeDocument/2006/relationships" xmlns:p="http://schemas.openxmlformats.org/presentationml/2006/main">
  <p:tag name="EMFCHILD" val="True"/>
  <p:tag name="ORIGINALHEIGHT" val="6.848033"/>
  <p:tag name="ORIGINALWIDTH" val="7.12043"/>
</p:tagLst>
</file>

<file path=ppt/tags/tag325.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6886"/>
</p:tagLst>
</file>

<file path=ppt/tags/tag326.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8.228917"/>
</p:tagLst>
</file>

<file path=ppt/tags/tag327.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8155"/>
</p:tagLst>
</file>

<file path=ppt/tags/tag328.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8417"/>
</p:tagLst>
</file>

<file path=ppt/tags/tag329.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7.260238"/>
</p:tagLst>
</file>

<file path=ppt/tags/tag330.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8155"/>
</p:tagLst>
</file>

<file path=ppt/tags/tag331.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2.316886"/>
</p:tagLst>
</file>

<file path=ppt/tags/tag332.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41078"/>
</p:tagLst>
</file>

<file path=ppt/tags/tag333.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48033"/>
</p:tagLst>
</file>

<file path=ppt/tags/tag334.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68154"/>
</p:tagLst>
</file>

<file path=ppt/tags/tag335.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8.228917"/>
</p:tagLst>
</file>

<file path=ppt/tags/tag336.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8155"/>
</p:tagLst>
</file>

<file path=ppt/tags/tag337.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7.260238"/>
</p:tagLst>
</file>

<file path=ppt/tags/tag338.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18155"/>
</p:tagLst>
</file>

<file path=ppt/tags/tag339.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68154"/>
</p:tagLst>
</file>

<file path=ppt/tags/tag34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COV(X_1,X_i) = \sigma_X^2$&#10;\end{document}"/>
  <p:tag name="LATEXENGINEID" val="0"/>
  <p:tag name="LATEXFORMHEIGHT" val="320"/>
  <p:tag name="LATEXFORMWIDTH" val="385"/>
  <p:tag name="LATEXFORMWRAP" val="True"/>
  <p:tag name="ORIGINALHEIGHT" val="6.913605"/>
  <p:tag name="ORIGINALWIDTH" val="7.094006"/>
  <p:tag name="TEMPFOLDER" val="c:\temp\"/>
  <p:tag name="TRANSPARENCY" val="True"/>
</p:tagLst>
</file>

<file path=ppt/tags/tag341.xml><?xml version="1.0" encoding="utf-8"?>
<p:tagLst xmlns:a="http://schemas.openxmlformats.org/drawingml/2006/main" xmlns:r="http://schemas.openxmlformats.org/officeDocument/2006/relationships" xmlns:p="http://schemas.openxmlformats.org/presentationml/2006/main">
  <p:tag name="EMFCHILD" val="True"/>
  <p:tag name="ORIGINALHEIGHT" val="6.913605"/>
  <p:tag name="ORIGINALWIDTH" val="6.904154"/>
</p:tagLst>
</file>

<file path=ppt/tags/tag342.xml><?xml version="1.0" encoding="utf-8"?>
<p:tagLst xmlns:a="http://schemas.openxmlformats.org/drawingml/2006/main" xmlns:r="http://schemas.openxmlformats.org/officeDocument/2006/relationships" xmlns:p="http://schemas.openxmlformats.org/presentationml/2006/main">
  <p:tag name="EMFCHILD" val="True"/>
  <p:tag name="ORIGINALHEIGHT" val="6.704375"/>
  <p:tag name="ORIGINALWIDTH" val="7.123971"/>
</p:tagLst>
</file>

<file path=ppt/tags/tag343.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2.318022"/>
</p:tagLst>
</file>

<file path=ppt/tags/tag344.xml><?xml version="1.0" encoding="utf-8"?>
<p:tagLst xmlns:a="http://schemas.openxmlformats.org/drawingml/2006/main" xmlns:r="http://schemas.openxmlformats.org/officeDocument/2006/relationships" xmlns:p="http://schemas.openxmlformats.org/presentationml/2006/main">
  <p:tag name="EMFCHILD" val="True"/>
  <p:tag name="ORIGINALHEIGHT" val="6.495188"/>
  <p:tag name="ORIGINALWIDTH" val="8.233068"/>
</p:tagLst>
</file>

<file path=ppt/tags/tag345.xml><?xml version="1.0" encoding="utf-8"?>
<p:tagLst xmlns:a="http://schemas.openxmlformats.org/drawingml/2006/main" xmlns:r="http://schemas.openxmlformats.org/officeDocument/2006/relationships" xmlns:p="http://schemas.openxmlformats.org/presentationml/2006/main">
  <p:tag name="EMFCHILD" val="True"/>
  <p:tag name="ORIGINALHEIGHT" val="4.420123"/>
  <p:tag name="ORIGINALWIDTH" val="2.545844"/>
</p:tagLst>
</file>

<file path=ppt/tags/tag346.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8985"/>
</p:tagLst>
</file>

<file path=ppt/tags/tag347.xml><?xml version="1.0" encoding="utf-8"?>
<p:tagLst xmlns:a="http://schemas.openxmlformats.org/drawingml/2006/main" xmlns:r="http://schemas.openxmlformats.org/officeDocument/2006/relationships" xmlns:p="http://schemas.openxmlformats.org/presentationml/2006/main">
  <p:tag name="EMFCHILD" val="True"/>
  <p:tag name="ORIGINALHEIGHT" val="6.495188"/>
  <p:tag name="ORIGINALWIDTH" val="8.233068"/>
</p:tagLst>
</file>

<file path=ppt/tags/tag348.xml><?xml version="1.0" encoding="utf-8"?>
<p:tagLst xmlns:a="http://schemas.openxmlformats.org/drawingml/2006/main" xmlns:r="http://schemas.openxmlformats.org/officeDocument/2006/relationships" xmlns:p="http://schemas.openxmlformats.org/presentationml/2006/main">
  <p:tag name="EMFCHILD" val="True"/>
  <p:tag name="ORIGINALHEIGHT" val="4.480052"/>
  <p:tag name="ORIGINALWIDTH" val="2.119203"/>
</p:tagLst>
</file>

<file path=ppt/tags/tag349.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2.318022"/>
</p:tagLst>
</file>

<file path=ppt/tags/tag350.xml><?xml version="1.0" encoding="utf-8"?>
<p:tagLst xmlns:a="http://schemas.openxmlformats.org/drawingml/2006/main" xmlns:r="http://schemas.openxmlformats.org/officeDocument/2006/relationships" xmlns:p="http://schemas.openxmlformats.org/presentationml/2006/main">
  <p:tag name="EMFCHILD" val="True"/>
  <p:tag name="ORIGINALHEIGHT" val="2.225284"/>
  <p:tag name="ORIGINALWIDTH" val="6.644399"/>
</p:tagLst>
</file>

<file path=ppt/tags/tag351.xml><?xml version="1.0" encoding="utf-8"?>
<p:tagLst xmlns:a="http://schemas.openxmlformats.org/drawingml/2006/main" xmlns:r="http://schemas.openxmlformats.org/officeDocument/2006/relationships" xmlns:p="http://schemas.openxmlformats.org/presentationml/2006/main">
  <p:tag name="EMFCHILD" val="True"/>
  <p:tag name="ORIGINALHEIGHT" val="4.203325"/>
  <p:tag name="ORIGINALWIDTH" val="5.285519"/>
</p:tagLst>
</file>

<file path=ppt/tags/tag352.xml><?xml version="1.0" encoding="utf-8"?>
<p:tagLst xmlns:a="http://schemas.openxmlformats.org/drawingml/2006/main" xmlns:r="http://schemas.openxmlformats.org/officeDocument/2006/relationships" xmlns:p="http://schemas.openxmlformats.org/presentationml/2006/main">
  <p:tag name="EMFCHILD" val="True"/>
  <p:tag name="ORIGINALHEIGHT" val="4.420123"/>
  <p:tag name="ORIGINALWIDTH" val="3.091382"/>
</p:tagLst>
</file>

<file path=ppt/tags/tag353.xml><?xml version="1.0" encoding="utf-8"?>
<p:tagLst xmlns:a="http://schemas.openxmlformats.org/drawingml/2006/main" xmlns:r="http://schemas.openxmlformats.org/officeDocument/2006/relationships" xmlns:p="http://schemas.openxmlformats.org/presentationml/2006/main">
  <p:tag name="EMFCHILD" val="True"/>
  <p:tag name="ORIGINALHEIGHT" val="4.546588"/>
  <p:tag name="ORIGINALWIDTH" val="6.175764"/>
</p:tagLst>
</file>

<file path=ppt/tags/tag35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9"/>
  <p:tag name="IGUANATEXSIZE" val="18"/>
  <p:tag name="LATEXADDIN" val="\documentclass{article}&#10;\usepackage{amsmath}&#10;\pagestyle{empty}&#10;\begin{document}&#10;&#10;&#10;$COV(X_1,Y_i) = E[(X_i - E[X_i])(Y_i - E[Y_i])]$&#10;\end{document}"/>
  <p:tag name="LATEXENGINEID" val="0"/>
  <p:tag name="LATEXFORMHEIGHT" val="320"/>
  <p:tag name="LATEXFORMWIDTH" val="385"/>
  <p:tag name="LATEXFORMWRAP" val="True"/>
  <p:tag name="ORIGINALHEIGHT" val="7.061767"/>
  <p:tag name="ORIGINALWIDTH" val="7.064304"/>
  <p:tag name="TEMPFOLDER" val="c:\temp\"/>
  <p:tag name="TRANSPARENCY" val="True"/>
</p:tagLst>
</file>

<file path=ppt/tags/tag355.xml><?xml version="1.0" encoding="utf-8"?>
<p:tagLst xmlns:a="http://schemas.openxmlformats.org/drawingml/2006/main" xmlns:r="http://schemas.openxmlformats.org/officeDocument/2006/relationships" xmlns:p="http://schemas.openxmlformats.org/presentationml/2006/main">
  <p:tag name="EMFCHILD" val="True"/>
  <p:tag name="ORIGINALHEIGHT" val="7.061767"/>
  <p:tag name="ORIGINALWIDTH" val="6.87524"/>
</p:tagLst>
</file>

<file path=ppt/tags/tag356.xml><?xml version="1.0" encoding="utf-8"?>
<p:tagLst xmlns:a="http://schemas.openxmlformats.org/drawingml/2006/main" xmlns:r="http://schemas.openxmlformats.org/officeDocument/2006/relationships" xmlns:p="http://schemas.openxmlformats.org/presentationml/2006/main">
  <p:tag name="EMFCHILD" val="True"/>
  <p:tag name="ORIGINALHEIGHT" val="6.848032"/>
  <p:tag name="ORIGINALWIDTH" val="7.094138"/>
</p:tagLst>
</file>

<file path=ppt/tags/tag35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58.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8.198556"/>
</p:tagLst>
</file>

<file path=ppt/tags/tag359.xml><?xml version="1.0" encoding="utf-8"?>
<p:tagLst xmlns:a="http://schemas.openxmlformats.org/drawingml/2006/main" xmlns:r="http://schemas.openxmlformats.org/officeDocument/2006/relationships" xmlns:p="http://schemas.openxmlformats.org/presentationml/2006/main">
  <p:tag name="EMFCHILD" val="True"/>
  <p:tag name="ORIGINALHEIGHT" val="4.51483"/>
  <p:tag name="ORIGINALWIDTH" val="2.535171"/>
</p:tagLst>
</file>

<file path=ppt/tags/tag360.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4086"/>
</p:tagLst>
</file>

<file path=ppt/tags/tag361.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7.233421"/>
</p:tagLst>
</file>

<file path=ppt/tags/tag362.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0324"/>
</p:tagLst>
</file>

<file path=ppt/tags/tag363.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64.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16535"/>
</p:tagLst>
</file>

<file path=ppt/tags/tag365.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2126"/>
</p:tagLst>
</file>

<file path=ppt/tags/tag36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6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68.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8.198556"/>
</p:tagLst>
</file>

<file path=ppt/tags/tag369.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0324"/>
</p:tagLst>
</file>

<file path=ppt/tags/tag370.xml><?xml version="1.0" encoding="utf-8"?>
<p:tagLst xmlns:a="http://schemas.openxmlformats.org/drawingml/2006/main" xmlns:r="http://schemas.openxmlformats.org/officeDocument/2006/relationships" xmlns:p="http://schemas.openxmlformats.org/presentationml/2006/main">
  <p:tag name="EMFCHILD" val="True"/>
  <p:tag name="ORIGINALHEIGHT" val="0.388539"/>
  <p:tag name="ORIGINALWIDTH" val="6.079265"/>
</p:tagLst>
</file>

<file path=ppt/tags/tag371.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2126"/>
</p:tagLst>
</file>

<file path=ppt/tags/tag37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73.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8.198556"/>
</p:tagLst>
</file>

<file path=ppt/tags/tag374.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0324"/>
</p:tagLst>
</file>

<file path=ppt/tags/tag37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7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7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78.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7.233421"/>
</p:tagLst>
</file>

<file path=ppt/tags/tag379.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0324"/>
</p:tagLst>
</file>

<file path=ppt/tags/tag380.xml><?xml version="1.0" encoding="utf-8"?>
<p:tagLst xmlns:a="http://schemas.openxmlformats.org/drawingml/2006/main" xmlns:r="http://schemas.openxmlformats.org/officeDocument/2006/relationships" xmlns:p="http://schemas.openxmlformats.org/presentationml/2006/main">
  <p:tag name="EMFCHILD" val="True"/>
  <p:tag name="ORIGINALHEIGHT" val="0.388539"/>
  <p:tag name="ORIGINALWIDTH" val="6.079265"/>
</p:tagLst>
</file>

<file path=ppt/tags/tag381.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2126"/>
</p:tagLst>
</file>

<file path=ppt/tags/tag38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83.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7.233421"/>
</p:tagLst>
</file>

<file path=ppt/tags/tag384.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0324"/>
</p:tagLst>
</file>

<file path=ppt/tags/tag38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8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8311"/>
</p:tagLst>
</file>

<file path=ppt/tags/tag38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6308"/>
</p:tagLst>
</file>

<file path=ppt/tags/tag388.xml><?xml version="1.0" encoding="utf-8"?>
<p:tagLst xmlns:a="http://schemas.openxmlformats.org/drawingml/2006/main" xmlns:r="http://schemas.openxmlformats.org/officeDocument/2006/relationships" xmlns:p="http://schemas.openxmlformats.org/presentationml/2006/main">
  <p:tag name="TIMING" val="|1|1.6|1.4|1.5"/>
</p:tagLst>
</file>

<file path=ppt/tags/tag389.xml><?xml version="1.0" encoding="utf-8"?>
<p:tagLst xmlns:a="http://schemas.openxmlformats.org/drawingml/2006/main" xmlns:r="http://schemas.openxmlformats.org/officeDocument/2006/relationships" xmlns:p="http://schemas.openxmlformats.org/presentationml/2006/main">
  <p:tag name="BITMAPVECTOR" val="1"/>
  <p:tag name="IGUANATEXCURSOR" val="118"/>
  <p:tag name="IGUANATEXSIZE" val="18"/>
  <p:tag name="IGUANATEXVERSION" val="161"/>
  <p:tag name="LATEXADDIN" val="\documentclass{article}&#10;\usepackage{amsmath}&#10;\pagestyle{empty}&#10;\begin{document}&#10;&#10;&#10;$RSS(a,b) = E[Y_i - \beta_0 -\beta_1X_i]^2$&#10;\end{document}"/>
  <p:tag name="LATEXENGINEID" val="0"/>
  <p:tag name="LATEXFORMHEIGHT" val="320"/>
  <p:tag name="LATEXFORMWIDTH" val="385"/>
  <p:tag name="LATEXFORMWRAP" val="True"/>
  <p:tag name="ORIGINALHEIGHT" val="10.24856"/>
  <p:tag name="ORIGINALWIDTH" val="137.5719"/>
  <p:tag name="OUTPUTTYPE" val="SVG"/>
  <p:tag name="TEMPFOLDER" val="c:\temp\"/>
  <p:tag name="TRANSPARENCY" val="True"/>
</p:tagLst>
</file>

<file path=ppt/tags/tag390.xml><?xml version="1.0" encoding="utf-8"?>
<p:tagLst xmlns:a="http://schemas.openxmlformats.org/drawingml/2006/main" xmlns:r="http://schemas.openxmlformats.org/officeDocument/2006/relationships" xmlns:p="http://schemas.openxmlformats.org/presentationml/2006/main">
  <p:tag name="BITMAPVECTOR" val="1"/>
  <p:tag name="IGUANATEXCURSOR" val="118"/>
  <p:tag name="IGUANATEXSIZE" val="18"/>
  <p:tag name="IGUANATEXVERSION" val="161"/>
  <p:tag name="LATEXADDIN" val="\documentclass{article}&#10;\usepackage{amsmath}&#10;\pagestyle{empty}&#10;\begin{document}&#10;&#10;&#10;$\beta_1 = \frac{COV(Y_i , X_i)}{VAR(X_i)}$&#10;\end{document}"/>
  <p:tag name="LATEXENGINEID" val="0"/>
  <p:tag name="LATEXFORMHEIGHT" val="320"/>
  <p:tag name="LATEXFORMWIDTH" val="385"/>
  <p:tag name="LATEXFORMWRAP" val="True"/>
  <p:tag name="ORIGINALHEIGHT" val="15.23421"/>
  <p:tag name="ORIGINALWIDTH" val="69.05719"/>
  <p:tag name="OUTPUTTYPE" val="SVG"/>
  <p:tag name="TEMPFOLDER" val="c:\temp\"/>
  <p:tag name="TRANSPARENCY" val="True"/>
</p:tagLst>
</file>

<file path=ppt/tags/tag391.xml><?xml version="1.0" encoding="utf-8"?>
<p:tagLst xmlns:a="http://schemas.openxmlformats.org/drawingml/2006/main" xmlns:r="http://schemas.openxmlformats.org/officeDocument/2006/relationships" xmlns:p="http://schemas.openxmlformats.org/presentationml/2006/main">
  <p:tag name="BITMAPVECTOR" val="1"/>
  <p:tag name="IGUANATEXCURSOR" val="113"/>
  <p:tag name="IGUANATEXSIZE" val="18"/>
  <p:tag name="IGUANATEXVERSION" val="161"/>
  <p:tag name="LATEXADDIN" val="\documentclass{article}&#10;\usepackage{amsmath}&#10;\pagestyle{empty}&#10;\begin{document}&#10;&#10;&#10;$\beta_0 = E[Y_i] - \beta_1[X_i]$&#10;\end{document}"/>
  <p:tag name="LATEXENGINEID" val="0"/>
  <p:tag name="LATEXFORMHEIGHT" val="320"/>
  <p:tag name="LATEXFORMWIDTH" val="385"/>
  <p:tag name="LATEXFORMWRAP" val="True"/>
  <p:tag name="ORIGINALHEIGHT" val="9.713562"/>
  <p:tag name="ORIGINALWIDTH" val="84.35073"/>
  <p:tag name="OUTPUTTYPE" val="SVG"/>
  <p:tag name="TEMPFOLDER" val="c:\temp\"/>
  <p:tag name="TRANSPARENCY" val="True"/>
</p:tagLst>
</file>

<file path=ppt/tags/tag39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3"/>
  <p:tag name="IGUANATEXSIZE" val="18"/>
  <p:tag name="LATEXADDIN" val="\documentclass{article}&#10;\usepackage{amsmath}&#10;\pagestyle{empty}&#10;\begin{document}&#10;&#10;&#10;$\beta_0 = E[Y_i] - \beta_1[X_i]$&#10;\end{document}"/>
  <p:tag name="LATEXENGINEID" val="0"/>
  <p:tag name="LATEXFORMHEIGHT" val="320"/>
  <p:tag name="LATEXFORMWIDTH" val="385"/>
  <p:tag name="LATEXFORMWRAP" val="True"/>
  <p:tag name="ORIGINALHEIGHT" val="8.742214"/>
  <p:tag name="ORIGINALWIDTH" val="5.462822"/>
  <p:tag name="TEMPFOLDER" val="c:\temp\"/>
  <p:tag name="TRANSPARENCY" val="True"/>
</p:tagLst>
</file>

<file path=ppt/tags/tag393.xml><?xml version="1.0" encoding="utf-8"?>
<p:tagLst xmlns:a="http://schemas.openxmlformats.org/drawingml/2006/main" xmlns:r="http://schemas.openxmlformats.org/officeDocument/2006/relationships" xmlns:p="http://schemas.openxmlformats.org/presentationml/2006/main">
  <p:tag name="EMFCHILD" val="True"/>
  <p:tag name="ORIGINALHEIGHT" val="4.650832"/>
  <p:tag name="ORIGINALWIDTH" val="3.254859"/>
</p:tagLst>
</file>

<file path=ppt/tags/tag394.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64092"/>
</p:tagLst>
</file>

<file path=ppt/tags/tag395.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73191"/>
</p:tagLst>
</file>

<file path=ppt/tags/tag396.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288"/>
</p:tagLst>
</file>

<file path=ppt/tags/tag397.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7.285439"/>
</p:tagLst>
</file>

<file path=ppt/tags/tag398.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25505"/>
</p:tagLst>
</file>

<file path=ppt/tags/tag399.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288"/>
</p:tagLst>
</file>

<file path=ppt/tags/tag400.xml><?xml version="1.0" encoding="utf-8"?>
<p:tagLst xmlns:a="http://schemas.openxmlformats.org/drawingml/2006/main" xmlns:r="http://schemas.openxmlformats.org/officeDocument/2006/relationships" xmlns:p="http://schemas.openxmlformats.org/presentationml/2006/main">
  <p:tag name="EMFCHILD" val="True"/>
  <p:tag name="ORIGINALHEIGHT" val="0.388539"/>
  <p:tag name="ORIGINALWIDTH" val="6.122971"/>
</p:tagLst>
</file>

<file path=ppt/tags/tag401.xml><?xml version="1.0" encoding="utf-8"?>
<p:tagLst xmlns:a="http://schemas.openxmlformats.org/drawingml/2006/main" xmlns:r="http://schemas.openxmlformats.org/officeDocument/2006/relationships" xmlns:p="http://schemas.openxmlformats.org/presentationml/2006/main">
  <p:tag name="EMFCHILD" val="True"/>
  <p:tag name="ORIGINALHEIGHT" val="8.742214"/>
  <p:tag name="ORIGINALWIDTH" val="5.462822"/>
</p:tagLst>
</file>

<file path=ppt/tags/tag402.xml><?xml version="1.0" encoding="utf-8"?>
<p:tagLst xmlns:a="http://schemas.openxmlformats.org/drawingml/2006/main" xmlns:r="http://schemas.openxmlformats.org/officeDocument/2006/relationships" xmlns:p="http://schemas.openxmlformats.org/presentationml/2006/main">
  <p:tag name="EMFCHILD" val="True"/>
  <p:tag name="ORIGINALHEIGHT" val="4.51483"/>
  <p:tag name="ORIGINALWIDTH" val="2.553371"/>
</p:tagLst>
</file>

<file path=ppt/tags/tag403.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288"/>
</p:tagLst>
</file>

<file path=ppt/tags/tag404.xml><?xml version="1.0" encoding="utf-8"?>
<p:tagLst xmlns:a="http://schemas.openxmlformats.org/drawingml/2006/main" xmlns:r="http://schemas.openxmlformats.org/officeDocument/2006/relationships" xmlns:p="http://schemas.openxmlformats.org/presentationml/2006/main">
  <p:tag name="EMFCHILD" val="True"/>
  <p:tag name="ORIGINALHEIGHT" val="6.63434"/>
  <p:tag name="ORIGINALWIDTH" val="8.257487"/>
</p:tagLst>
</file>

<file path=ppt/tags/tag405.xml><?xml version="1.0" encoding="utf-8"?>
<p:tagLst xmlns:a="http://schemas.openxmlformats.org/drawingml/2006/main" xmlns:r="http://schemas.openxmlformats.org/officeDocument/2006/relationships" xmlns:p="http://schemas.openxmlformats.org/presentationml/2006/main">
  <p:tag name="EMFCHILD" val="True"/>
  <p:tag name="ORIGINALHEIGHT" val="4.576029"/>
  <p:tag name="ORIGINALWIDTH" val="2.125505"/>
</p:tagLst>
</file>

<file path=ppt/tags/tag406.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288"/>
</p:tagLst>
</file>

<file path=ppt/tags/tag40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8"/>
  <p:tag name="IGUANATEXSIZE" val="18"/>
  <p:tag name="LATEXADDIN" val="\documentclass{article}&#10;\usepackage{amsmath}&#10;\pagestyle{empty}&#10;\begin{document}&#10;&#10;&#10;$\beta_1 = \frac{COV(Y_i , X_i)}{VAR(X_i)}$&#10;\end{document}"/>
  <p:tag name="LATEXENGINEID" val="0"/>
  <p:tag name="LATEXFORMHEIGHT" val="320"/>
  <p:tag name="LATEXFORMWIDTH" val="385"/>
  <p:tag name="LATEXFORMWRAP" val="True"/>
  <p:tag name="ORIGINALHEIGHT" val="8.966361"/>
  <p:tag name="ORIGINALWIDTH" val="5.411466"/>
  <p:tag name="TEMPFOLDER" val="c:\temp\"/>
  <p:tag name="TRANSPARENCY" val="True"/>
</p:tagLst>
</file>

<file path=ppt/tags/tag408.xml><?xml version="1.0" encoding="utf-8"?>
<p:tagLst xmlns:a="http://schemas.openxmlformats.org/drawingml/2006/main" xmlns:r="http://schemas.openxmlformats.org/officeDocument/2006/relationships" xmlns:p="http://schemas.openxmlformats.org/presentationml/2006/main">
  <p:tag name="EMFCHILD" val="True"/>
  <p:tag name="ORIGINALHEIGHT" val="4.630622"/>
  <p:tag name="ORIGINALWIDTH" val="2.529398"/>
</p:tagLst>
</file>

<file path=ppt/tags/tag409.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01493"/>
</p:tagLst>
</file>

<file path=ppt/tags/tag410.xml><?xml version="1.0" encoding="utf-8"?>
<p:tagLst xmlns:a="http://schemas.openxmlformats.org/drawingml/2006/main" xmlns:r="http://schemas.openxmlformats.org/officeDocument/2006/relationships" xmlns:p="http://schemas.openxmlformats.org/presentationml/2006/main">
  <p:tag name="EMFCHILD" val="True"/>
  <p:tag name="ORIGINALHEIGHT" val="5.042083"/>
  <p:tag name="ORIGINALWIDTH" val="5.371527"/>
</p:tagLst>
</file>

<file path=ppt/tags/tag411.xml><?xml version="1.0" encoding="utf-8"?>
<p:tagLst xmlns:a="http://schemas.openxmlformats.org/drawingml/2006/main" xmlns:r="http://schemas.openxmlformats.org/officeDocument/2006/relationships" xmlns:p="http://schemas.openxmlformats.org/presentationml/2006/main">
  <p:tag name="EMFCHILD" val="True"/>
  <p:tag name="ORIGINALHEIGHT" val="5.042083"/>
  <p:tag name="ORIGINALWIDTH" val="5.281195"/>
</p:tagLst>
</file>

<file path=ppt/tags/tag412.xml><?xml version="1.0" encoding="utf-8"?>
<p:tagLst xmlns:a="http://schemas.openxmlformats.org/drawingml/2006/main" xmlns:r="http://schemas.openxmlformats.org/officeDocument/2006/relationships" xmlns:p="http://schemas.openxmlformats.org/presentationml/2006/main">
  <p:tag name="EMFCHILD" val="True"/>
  <p:tag name="ORIGINALHEIGHT" val="4.902582"/>
  <p:tag name="ORIGINALWIDTH" val="5.434038"/>
</p:tagLst>
</file>

<file path=ppt/tags/tag413.xml><?xml version="1.0" encoding="utf-8"?>
<p:tagLst xmlns:a="http://schemas.openxmlformats.org/drawingml/2006/main" xmlns:r="http://schemas.openxmlformats.org/officeDocument/2006/relationships" xmlns:p="http://schemas.openxmlformats.org/presentationml/2006/main">
  <p:tag name="EMFCHILD" val="True"/>
  <p:tag name="ORIGINALHEIGHT" val="6.966842"/>
  <p:tag name="ORIGINALWIDTH" val="1.806695"/>
</p:tagLst>
</file>

<file path=ppt/tags/tag414.xml><?xml version="1.0" encoding="utf-8"?>
<p:tagLst xmlns:a="http://schemas.openxmlformats.org/drawingml/2006/main" xmlns:r="http://schemas.openxmlformats.org/officeDocument/2006/relationships" xmlns:p="http://schemas.openxmlformats.org/presentationml/2006/main">
  <p:tag name="EMFCHILD" val="True"/>
  <p:tag name="ORIGINALHEIGHT" val="4.763124"/>
  <p:tag name="ORIGINALWIDTH" val="5.524371"/>
</p:tagLst>
</file>

<file path=ppt/tags/tag415.xml><?xml version="1.0" encoding="utf-8"?>
<p:tagLst xmlns:a="http://schemas.openxmlformats.org/drawingml/2006/main" xmlns:r="http://schemas.openxmlformats.org/officeDocument/2006/relationships" xmlns:p="http://schemas.openxmlformats.org/presentationml/2006/main">
  <p:tag name="EMFCHILD" val="True"/>
  <p:tag name="ORIGINALHEIGHT" val="3.377297"/>
  <p:tag name="ORIGINALWIDTH" val="1.747158"/>
</p:tagLst>
</file>

<file path=ppt/tags/tag416.xml><?xml version="1.0" encoding="utf-8"?>
<p:tagLst xmlns:a="http://schemas.openxmlformats.org/drawingml/2006/main" xmlns:r="http://schemas.openxmlformats.org/officeDocument/2006/relationships" xmlns:p="http://schemas.openxmlformats.org/presentationml/2006/main">
  <p:tag name="EMFCHILD" val="True"/>
  <p:tag name="ORIGINALHEIGHT" val="2.147944"/>
  <p:tag name="ORIGINALWIDTH" val="0.882503"/>
</p:tagLst>
</file>

<file path=ppt/tags/tag417.xml><?xml version="1.0" encoding="utf-8"?>
<p:tagLst xmlns:a="http://schemas.openxmlformats.org/drawingml/2006/main" xmlns:r="http://schemas.openxmlformats.org/officeDocument/2006/relationships" xmlns:p="http://schemas.openxmlformats.org/presentationml/2006/main">
  <p:tag name="EMFCHILD" val="True"/>
  <p:tag name="ORIGINALHEIGHT" val="4.763124"/>
  <p:tag name="ORIGINALWIDTH" val="6.135876"/>
</p:tagLst>
</file>

<file path=ppt/tags/tag418.xml><?xml version="1.0" encoding="utf-8"?>
<p:tagLst xmlns:a="http://schemas.openxmlformats.org/drawingml/2006/main" xmlns:r="http://schemas.openxmlformats.org/officeDocument/2006/relationships" xmlns:p="http://schemas.openxmlformats.org/presentationml/2006/main">
  <p:tag name="EMFCHILD" val="True"/>
  <p:tag name="ORIGINALHEIGHT" val="3.377297"/>
  <p:tag name="ORIGINALWIDTH" val="1.747158"/>
</p:tagLst>
</file>

<file path=ppt/tags/tag419.xml><?xml version="1.0" encoding="utf-8"?>
<p:tagLst xmlns:a="http://schemas.openxmlformats.org/drawingml/2006/main" xmlns:r="http://schemas.openxmlformats.org/officeDocument/2006/relationships" xmlns:p="http://schemas.openxmlformats.org/presentationml/2006/main">
  <p:tag name="EMFCHILD" val="True"/>
  <p:tag name="ORIGINALHEIGHT" val="6.966842"/>
  <p:tag name="ORIGINALWIDTH" val="1.799739"/>
</p:tagLst>
</file>

<file path=ppt/tags/tag420.xml><?xml version="1.0" encoding="utf-8"?>
<p:tagLst xmlns:a="http://schemas.openxmlformats.org/drawingml/2006/main" xmlns:r="http://schemas.openxmlformats.org/officeDocument/2006/relationships" xmlns:p="http://schemas.openxmlformats.org/presentationml/2006/main">
  <p:tag name="EMFCHILD" val="True"/>
  <p:tag name="ORIGINALHEIGHT" val="0.398469"/>
  <p:tag name="ORIGINALWIDTH" val="44.85809"/>
</p:tagLst>
</file>

<file path=ppt/tags/tag421.xml><?xml version="1.0" encoding="utf-8"?>
<p:tagLst xmlns:a="http://schemas.openxmlformats.org/drawingml/2006/main" xmlns:r="http://schemas.openxmlformats.org/officeDocument/2006/relationships" xmlns:p="http://schemas.openxmlformats.org/presentationml/2006/main">
  <p:tag name="EMFCHILD" val="True"/>
  <p:tag name="ORIGINALHEIGHT" val="4.902582"/>
  <p:tag name="ORIGINALWIDTH" val="5.434038"/>
</p:tagLst>
</file>

<file path=ppt/tags/tag422.xml><?xml version="1.0" encoding="utf-8"?>
<p:tagLst xmlns:a="http://schemas.openxmlformats.org/drawingml/2006/main" xmlns:r="http://schemas.openxmlformats.org/officeDocument/2006/relationships" xmlns:p="http://schemas.openxmlformats.org/presentationml/2006/main">
  <p:tag name="EMFCHILD" val="True"/>
  <p:tag name="ORIGINALHEIGHT" val="4.972354"/>
  <p:tag name="ORIGINALWIDTH" val="5.232551"/>
</p:tagLst>
</file>

<file path=ppt/tags/tag423.xml><?xml version="1.0" encoding="utf-8"?>
<p:tagLst xmlns:a="http://schemas.openxmlformats.org/drawingml/2006/main" xmlns:r="http://schemas.openxmlformats.org/officeDocument/2006/relationships" xmlns:p="http://schemas.openxmlformats.org/presentationml/2006/main">
  <p:tag name="EMFCHILD" val="True"/>
  <p:tag name="ORIGINALHEIGHT" val="4.902582"/>
  <p:tag name="ORIGINALWIDTH" val="5.40626"/>
</p:tagLst>
</file>

<file path=ppt/tags/tag424.xml><?xml version="1.0" encoding="utf-8"?>
<p:tagLst xmlns:a="http://schemas.openxmlformats.org/drawingml/2006/main" xmlns:r="http://schemas.openxmlformats.org/officeDocument/2006/relationships" xmlns:p="http://schemas.openxmlformats.org/presentationml/2006/main">
  <p:tag name="EMFCHILD" val="True"/>
  <p:tag name="ORIGINALHEIGHT" val="6.966842"/>
  <p:tag name="ORIGINALWIDTH" val="1.806695"/>
</p:tagLst>
</file>

<file path=ppt/tags/tag425.xml><?xml version="1.0" encoding="utf-8"?>
<p:tagLst xmlns:a="http://schemas.openxmlformats.org/drawingml/2006/main" xmlns:r="http://schemas.openxmlformats.org/officeDocument/2006/relationships" xmlns:p="http://schemas.openxmlformats.org/presentationml/2006/main">
  <p:tag name="EMFCHILD" val="True"/>
  <p:tag name="ORIGINALHEIGHT" val="4.763124"/>
  <p:tag name="ORIGINALWIDTH" val="6.135876"/>
</p:tagLst>
</file>

<file path=ppt/tags/tag426.xml><?xml version="1.0" encoding="utf-8"?>
<p:tagLst xmlns:a="http://schemas.openxmlformats.org/drawingml/2006/main" xmlns:r="http://schemas.openxmlformats.org/officeDocument/2006/relationships" xmlns:p="http://schemas.openxmlformats.org/presentationml/2006/main">
  <p:tag name="EMFCHILD" val="True"/>
  <p:tag name="ORIGINALHEIGHT" val="3.377297"/>
  <p:tag name="ORIGINALWIDTH" val="1.747158"/>
</p:tagLst>
</file>

<file path=ppt/tags/tag427.xml><?xml version="1.0" encoding="utf-8"?>
<p:tagLst xmlns:a="http://schemas.openxmlformats.org/drawingml/2006/main" xmlns:r="http://schemas.openxmlformats.org/officeDocument/2006/relationships" xmlns:p="http://schemas.openxmlformats.org/presentationml/2006/main">
  <p:tag name="EMFCHILD" val="True"/>
  <p:tag name="ORIGINALHEIGHT" val="6.966842"/>
  <p:tag name="ORIGINALWIDTH" val="1.799739"/>
</p:tagLst>
</file>

<file path=ppt/tags/tag42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8"/>
  <p:tag name="IGUANATEXSIZE" val="18"/>
  <p:tag name="LATEXADDIN" val="\documentclass{article}&#10;\usepackage{amsmath}&#10;\pagestyle{empty}&#10;\begin{document}&#10;&#10;&#10;$RSS(a,b) = E[Y_i - \beta_0 -\beta_1X_i]^2$&#10;\end{document}"/>
  <p:tag name="LATEXENGINEID" val="0"/>
  <p:tag name="LATEXFORMHEIGHT" val="320"/>
  <p:tag name="LATEXFORMWIDTH" val="385"/>
  <p:tag name="LATEXFORMWRAP" val="True"/>
  <p:tag name="ORIGINALHEIGHT" val="6.704377"/>
  <p:tag name="ORIGINALWIDTH" val="7.100488"/>
  <p:tag name="TEMPFOLDER" val="c:\temp\"/>
  <p:tag name="TRANSPARENCY" val="True"/>
</p:tagLst>
</file>

<file path=ppt/tags/tag429.xml><?xml version="1.0" encoding="utf-8"?>
<p:tagLst xmlns:a="http://schemas.openxmlformats.org/drawingml/2006/main" xmlns:r="http://schemas.openxmlformats.org/officeDocument/2006/relationships" xmlns:p="http://schemas.openxmlformats.org/presentationml/2006/main">
  <p:tag name="EMFCHILD" val="True"/>
  <p:tag name="ORIGINALHEIGHT" val="6.913607"/>
  <p:tag name="ORIGINALWIDTH" val="5.897206"/>
</p:tagLst>
</file>

<file path=ppt/tags/tag430.xml><?xml version="1.0" encoding="utf-8"?>
<p:tagLst xmlns:a="http://schemas.openxmlformats.org/drawingml/2006/main" xmlns:r="http://schemas.openxmlformats.org/officeDocument/2006/relationships" xmlns:p="http://schemas.openxmlformats.org/presentationml/2006/main">
  <p:tag name="EMFCHILD" val="True"/>
  <p:tag name="ORIGINALHEIGHT" val="6.913607"/>
  <p:tag name="ORIGINALWIDTH" val="5.897206"/>
</p:tagLst>
</file>

<file path=ppt/tags/tag431.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7132"/>
</p:tagLst>
</file>

<file path=ppt/tags/tag432.xml><?xml version="1.0" encoding="utf-8"?>
<p:tagLst xmlns:a="http://schemas.openxmlformats.org/drawingml/2006/main" xmlns:r="http://schemas.openxmlformats.org/officeDocument/2006/relationships" xmlns:p="http://schemas.openxmlformats.org/presentationml/2006/main">
  <p:tag name="EMFCHILD" val="True"/>
  <p:tag name="ORIGINALHEIGHT" val="4.30792"/>
  <p:tag name="ORIGINALWIDTH" val="4.554641"/>
</p:tagLst>
</file>

<file path=ppt/tags/tag433.xml><?xml version="1.0" encoding="utf-8"?>
<p:tagLst xmlns:a="http://schemas.openxmlformats.org/drawingml/2006/main" xmlns:r="http://schemas.openxmlformats.org/officeDocument/2006/relationships" xmlns:p="http://schemas.openxmlformats.org/presentationml/2006/main">
  <p:tag name="EMFCHILD" val="True"/>
  <p:tag name="ORIGINALHEIGHT" val="2.843395"/>
  <p:tag name="ORIGINALWIDTH" val="1.163518"/>
</p:tagLst>
</file>

<file path=ppt/tags/tag434.xml><?xml version="1.0" encoding="utf-8"?>
<p:tagLst xmlns:a="http://schemas.openxmlformats.org/drawingml/2006/main" xmlns:r="http://schemas.openxmlformats.org/officeDocument/2006/relationships" xmlns:p="http://schemas.openxmlformats.org/presentationml/2006/main">
  <p:tag name="EMFCHILD" val="True"/>
  <p:tag name="ORIGINALHEIGHT" val="6.704377"/>
  <p:tag name="ORIGINALWIDTH" val="3.659627"/>
</p:tagLst>
</file>

<file path=ppt/tags/tag435.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2.307132"/>
</p:tagLst>
</file>

<file path=ppt/tags/tag436.xml><?xml version="1.0" encoding="utf-8"?>
<p:tagLst xmlns:a="http://schemas.openxmlformats.org/drawingml/2006/main" xmlns:r="http://schemas.openxmlformats.org/officeDocument/2006/relationships" xmlns:p="http://schemas.openxmlformats.org/presentationml/2006/main">
  <p:tag name="EMFCHILD" val="True"/>
  <p:tag name="ORIGINALHEIGHT" val="2.225285"/>
  <p:tag name="ORIGINALWIDTH" val="6.613217"/>
</p:tagLst>
</file>

<file path=ppt/tags/tag437.xml><?xml version="1.0" encoding="utf-8"?>
<p:tagLst xmlns:a="http://schemas.openxmlformats.org/drawingml/2006/main" xmlns:r="http://schemas.openxmlformats.org/officeDocument/2006/relationships" xmlns:p="http://schemas.openxmlformats.org/presentationml/2006/main">
  <p:tag name="EMFCHILD" val="True"/>
  <p:tag name="ORIGINALHEIGHT" val="6.466625"/>
  <p:tag name="ORIGINALWIDTH" val="7.217636"/>
</p:tagLst>
</file>

<file path=ppt/tags/tag438.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1.362425"/>
</p:tagLst>
</file>

<file path=ppt/tags/tag439.xml><?xml version="1.0" encoding="utf-8"?>
<p:tagLst xmlns:a="http://schemas.openxmlformats.org/drawingml/2006/main" xmlns:r="http://schemas.openxmlformats.org/officeDocument/2006/relationships" xmlns:p="http://schemas.openxmlformats.org/presentationml/2006/main">
  <p:tag name="EMFCHILD" val="True"/>
  <p:tag name="ORIGINALHEIGHT" val="6.495191"/>
  <p:tag name="ORIGINALWIDTH" val="7.229797"/>
</p:tagLst>
</file>

<file path=ppt/tags/tag440.xml><?xml version="1.0" encoding="utf-8"?>
<p:tagLst xmlns:a="http://schemas.openxmlformats.org/drawingml/2006/main" xmlns:r="http://schemas.openxmlformats.org/officeDocument/2006/relationships" xmlns:p="http://schemas.openxmlformats.org/presentationml/2006/main">
  <p:tag name="EMFCHILD" val="True"/>
  <p:tag name="ORIGINALHEIGHT" val="4.480054"/>
  <p:tag name="ORIGINALWIDTH" val="2.109232"/>
</p:tagLst>
</file>

<file path=ppt/tags/tag441.xml><?xml version="1.0" encoding="utf-8"?>
<p:tagLst xmlns:a="http://schemas.openxmlformats.org/drawingml/2006/main" xmlns:r="http://schemas.openxmlformats.org/officeDocument/2006/relationships" xmlns:p="http://schemas.openxmlformats.org/presentationml/2006/main">
  <p:tag name="EMFCHILD" val="True"/>
  <p:tag name="ORIGINALHEIGHT" val="0.3803588"/>
  <p:tag name="ORIGINALWIDTH" val="6.076209"/>
</p:tagLst>
</file>

<file path=ppt/tags/tag442.xml><?xml version="1.0" encoding="utf-8"?>
<p:tagLst xmlns:a="http://schemas.openxmlformats.org/drawingml/2006/main" xmlns:r="http://schemas.openxmlformats.org/officeDocument/2006/relationships" xmlns:p="http://schemas.openxmlformats.org/presentationml/2006/main">
  <p:tag name="EMFCHILD" val="True"/>
  <p:tag name="ORIGINALHEIGHT" val="8.558796"/>
  <p:tag name="ORIGINALWIDTH" val="5.421134"/>
</p:tagLst>
</file>

<file path=ppt/tags/tag443.xml><?xml version="1.0" encoding="utf-8"?>
<p:tagLst xmlns:a="http://schemas.openxmlformats.org/drawingml/2006/main" xmlns:r="http://schemas.openxmlformats.org/officeDocument/2006/relationships" xmlns:p="http://schemas.openxmlformats.org/presentationml/2006/main">
  <p:tag name="EMFCHILD" val="True"/>
  <p:tag name="ORIGINALHEIGHT" val="4.553283"/>
  <p:tag name="ORIGINALWIDTH" val="3.230012"/>
</p:tagLst>
</file>

<file path=ppt/tags/tag444.xml><?xml version="1.0" encoding="utf-8"?>
<p:tagLst xmlns:a="http://schemas.openxmlformats.org/drawingml/2006/main" xmlns:r="http://schemas.openxmlformats.org/officeDocument/2006/relationships" xmlns:p="http://schemas.openxmlformats.org/presentationml/2006/main">
  <p:tag name="EMFCHILD" val="True"/>
  <p:tag name="ORIGINALHEIGHT" val="0.3803588"/>
  <p:tag name="ORIGINALWIDTH" val="6.076209"/>
</p:tagLst>
</file>

<file path=ppt/tags/tag445.xml><?xml version="1.0" encoding="utf-8"?>
<p:tagLst xmlns:a="http://schemas.openxmlformats.org/drawingml/2006/main" xmlns:r="http://schemas.openxmlformats.org/officeDocument/2006/relationships" xmlns:p="http://schemas.openxmlformats.org/presentationml/2006/main">
  <p:tag name="EMFCHILD" val="True"/>
  <p:tag name="ORIGINALHEIGHT" val="8.558796"/>
  <p:tag name="ORIGINALWIDTH" val="5.421134"/>
</p:tagLst>
</file>

<file path=ppt/tags/tag446.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2.533905"/>
</p:tagLst>
</file>

<file path=ppt/tags/tag447.xml><?xml version="1.0" encoding="utf-8"?>
<p:tagLst xmlns:a="http://schemas.openxmlformats.org/drawingml/2006/main" xmlns:r="http://schemas.openxmlformats.org/officeDocument/2006/relationships" xmlns:p="http://schemas.openxmlformats.org/presentationml/2006/main">
  <p:tag name="EMFCHILD" val="True"/>
  <p:tag name="ORIGINALHEIGHT" val="6.495191"/>
  <p:tag name="ORIGINALWIDTH" val="8.194408"/>
</p:tagLst>
</file>

<file path=ppt/tags/tag448.xml><?xml version="1.0" encoding="utf-8"?>
<p:tagLst xmlns:a="http://schemas.openxmlformats.org/drawingml/2006/main" xmlns:r="http://schemas.openxmlformats.org/officeDocument/2006/relationships" xmlns:p="http://schemas.openxmlformats.org/presentationml/2006/main">
  <p:tag name="EMFCHILD" val="True"/>
  <p:tag name="ORIGINALHEIGHT" val="4.480054"/>
  <p:tag name="ORIGINALWIDTH" val="2.109232"/>
</p:tagLst>
</file>

<file path=ppt/tags/tag449.xml><?xml version="1.0" encoding="utf-8"?>
<p:tagLst xmlns:a="http://schemas.openxmlformats.org/drawingml/2006/main" xmlns:r="http://schemas.openxmlformats.org/officeDocument/2006/relationships" xmlns:p="http://schemas.openxmlformats.org/presentationml/2006/main">
  <p:tag name="EMFCHILD" val="True"/>
  <p:tag name="ORIGINALHEIGHT" val="9.509759"/>
  <p:tag name="ORIGINALWIDTH" val="1.362425"/>
</p:tagLst>
</file>

<file path=ppt/tags/tag450.xml><?xml version="1.0" encoding="utf-8"?>
<p:tagLst xmlns:a="http://schemas.openxmlformats.org/drawingml/2006/main" xmlns:r="http://schemas.openxmlformats.org/officeDocument/2006/relationships" xmlns:p="http://schemas.openxmlformats.org/presentationml/2006/main">
  <p:tag name="EMFCHILD" val="True"/>
  <p:tag name="ORIGINALHEIGHT" val="4.420124"/>
  <p:tag name="ORIGINALWIDTH" val="3.076862"/>
</p:tagLst>
</file>

<file path=ppt/tags/tag451.xml><?xml version="1.0" encoding="utf-8"?>
<p:tagLst xmlns:a="http://schemas.openxmlformats.org/drawingml/2006/main" xmlns:r="http://schemas.openxmlformats.org/officeDocument/2006/relationships" xmlns:p="http://schemas.openxmlformats.org/presentationml/2006/main">
  <p:tag name="TIMING" val="|0.4|1.6|1|0.8|0.5|0.5|0.5|0.5|0.5|0.5|0.5|1.1|0.6|0.7|1.2|0.8|2.1"/>
</p:tagLst>
</file>

<file path=ppt/tags/tag452.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453.xml><?xml version="1.0" encoding="utf-8"?>
<p:tagLst xmlns:a="http://schemas.openxmlformats.org/drawingml/2006/main" xmlns:r="http://schemas.openxmlformats.org/officeDocument/2006/relationships" xmlns:p="http://schemas.openxmlformats.org/presentationml/2006/main">
  <p:tag name="BITMAPVECTOR" val="1"/>
  <p:tag name="IGUANATEXCURSOR" val="89"/>
  <p:tag name="IGUANATEXSIZE" val="18"/>
  <p:tag name="IGUANATEXVERSION" val="161"/>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76.82004"/>
  <p:tag name="OUTPUTTYPE" val="SVG"/>
  <p:tag name="TEMPFOLDER" val="c:\temp\"/>
  <p:tag name="TRANSPARENCY" val="True"/>
</p:tagLst>
</file>

<file path=ppt/tags/tag45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9"/>
  <p:tag name="IGUANATEXSIZE" val="18"/>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2.31133"/>
  <p:tag name="TEMPFOLDER" val="c:\temp\"/>
  <p:tag name="TRANSPARENCY" val="True"/>
</p:tagLst>
</file>

<file path=ppt/tags/tag455.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61374"/>
</p:tagLst>
</file>

<file path=ppt/tags/tag456.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3036"/>
</p:tagLst>
</file>

<file path=ppt/tags/tag457.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5617"/>
</p:tagLst>
</file>

<file path=ppt/tags/tag458.xml><?xml version="1.0" encoding="utf-8"?>
<p:tagLst xmlns:a="http://schemas.openxmlformats.org/drawingml/2006/main" xmlns:r="http://schemas.openxmlformats.org/officeDocument/2006/relationships" xmlns:p="http://schemas.openxmlformats.org/presentationml/2006/main">
  <p:tag name="EMFCHILD" val="True"/>
  <p:tag name="ORIGINALHEIGHT" val="6.284646"/>
  <p:tag name="ORIGINALWIDTH" val="4.592738"/>
</p:tagLst>
</file>

<file path=ppt/tags/tag459.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3036"/>
</p:tagLst>
</file>

<file path=ppt/tags/tag46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133"/>
</p:tagLst>
</file>

<file path=ppt/tags/tag461.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6037"/>
</p:tagLst>
</file>

<file path=ppt/tags/tag462.xml><?xml version="1.0" encoding="utf-8"?>
<p:tagLst xmlns:a="http://schemas.openxmlformats.org/drawingml/2006/main" xmlns:r="http://schemas.openxmlformats.org/officeDocument/2006/relationships" xmlns:p="http://schemas.openxmlformats.org/presentationml/2006/main">
  <p:tag name="EMFCHILD" val="True"/>
  <p:tag name="ORIGINALHEIGHT" val="6.527516"/>
  <p:tag name="ORIGINALWIDTH" val="2.630096"/>
</p:tagLst>
</file>

<file path=ppt/tags/tag463.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6037"/>
</p:tagLst>
</file>

<file path=ppt/tags/tag464.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3.287664"/>
</p:tagLst>
</file>

<file path=ppt/tags/tag465.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5617"/>
</p:tagLst>
</file>

<file path=ppt/tags/tag466.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6037"/>
</p:tagLst>
</file>

<file path=ppt/tags/tag467.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6037"/>
</p:tagLst>
</file>

<file path=ppt/tags/tag468.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6037"/>
</p:tagLst>
</file>

<file path=ppt/tags/tag46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399737"/>
</p:tagLst>
</file>

<file path=ppt/tags/tag47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471.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472.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473.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474.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475.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476.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477.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478.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479.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480.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481.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482.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483.xml><?xml version="1.0" encoding="utf-8"?>
<p:tagLst xmlns:a="http://schemas.openxmlformats.org/drawingml/2006/main" xmlns:r="http://schemas.openxmlformats.org/officeDocument/2006/relationships" xmlns:p="http://schemas.openxmlformats.org/presentationml/2006/main">
  <p:tag name="TIMING" val="|0.1|0.7|0.5"/>
</p:tagLst>
</file>

<file path=ppt/tags/tag484.xml><?xml version="1.0" encoding="utf-8"?>
<p:tagLst xmlns:a="http://schemas.openxmlformats.org/drawingml/2006/main" xmlns:r="http://schemas.openxmlformats.org/officeDocument/2006/relationships" xmlns:p="http://schemas.openxmlformats.org/presentationml/2006/main">
  <p:tag name="TIMING" val="|0.4|0.9|0.8|0.7|0.6|0.7|0.7|0.8|0.7|0.7|0.7|0.7|0.5|0.6"/>
</p:tagLst>
</file>

<file path=ppt/tags/tag485.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87"/>
  <p:tag name="IGUANATEXSIZE" val="20"/>
  <p:tag name="IGUANATEXVERSION" val="162"/>
  <p:tag name="LATEXADDIN" val="\documentclass{article}&#10;\usepackage{amsmath}&#10;\pagestyle{empty}&#10;\begin{document}&#10;&#10;&#10;$y_1$&#10;&#10;\end{document}"/>
  <p:tag name="LATEXENGINEID" val="0"/>
  <p:tag name="LATEXFORMHEIGHT" val=" 320"/>
  <p:tag name="LATEXFORMWIDTH" val=" 385"/>
  <p:tag name="LATEXFORMWRAP" val="True"/>
  <p:tag name="ORIGINALHEIGHT" val=" 80.24"/>
  <p:tag name="ORIGINALWIDTH" val=" 98.98764"/>
  <p:tag name="OUTPUTDPI" val=" 1200"/>
  <p:tag name="OUTPUTTYPE" val="PNG"/>
  <p:tag name="TEMPFOLDER" val="C:\Users\luisc\Documents\Custom Office Templates\iguana temp\"/>
  <p:tag name="TRANSPARENCY" val="True"/>
</p:tagLst>
</file>

<file path=ppt/tags/tag486.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84"/>
  <p:tag name="IGUANATEXSIZE" val="20"/>
  <p:tag name="IGUANATEXVERSION" val="162"/>
  <p:tag name="LATEXADDIN" val="\documentclass{article}&#10;\usepackage{amsmath}&#10;\pagestyle{empty}&#10;\begin{document}&#10;&#10;&#10;$x_1$&#10;&#10;\end{document}"/>
  <p:tag name="LATEXENGINEID" val="0"/>
  <p:tag name="LATEXFORMHEIGHT" val=" 320"/>
  <p:tag name="LATEXFORMWIDTH" val=" 385"/>
  <p:tag name="LATEXFORMWRAP" val="True"/>
  <p:tag name="ORIGINALHEIGHT" val=" 73.49078"/>
  <p:tag name="ORIGINALWIDTH" val=" 109.4863"/>
  <p:tag name="OUTPUTDPI" val=" 1200"/>
  <p:tag name="OUTPUTTYPE" val="PNG"/>
  <p:tag name="TEMPFOLDER" val="C:\Users\luisc\Documents\Custom Office Templates\iguana temp\"/>
  <p:tag name="TRANSPARENCY" val="True"/>
</p:tagLst>
</file>

<file path=ppt/tags/tag487.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89"/>
  <p:tag name="IGUANATEXSIZE" val="20"/>
  <p:tag name="IGUANATEXVERSION" val="162"/>
  <p:tag name="LATEXADDIN" val="\documentclass{article}&#10;\usepackage{amsmath}&#10;\pagestyle{empty}&#10;\begin{document}&#10;&#10;&#10;$\hat{y}_1$&#10;&#10;\end{document}"/>
  <p:tag name="LATEXENGINEID" val="0"/>
  <p:tag name="LATEXFORMHEIGHT" val=" 320"/>
  <p:tag name="LATEXFORMWIDTH" val=" 385"/>
  <p:tag name="LATEXFORMWRAP" val="True"/>
  <p:tag name="ORIGINALHEIGHT" val=" 111.7361"/>
  <p:tag name="ORIGINALWIDTH" val=" 98.98764"/>
  <p:tag name="OUTPUTDPI" val=" 1200"/>
  <p:tag name="OUTPUTTYPE" val="PNG"/>
  <p:tag name="TEMPFOLDER" val="C:\Users\luisc\Documents\Custom Office Templates\iguana temp\"/>
  <p:tag name="TRANSPARENCY" val="True"/>
</p:tagLst>
</file>

<file path=ppt/tags/tag488.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86"/>
  <p:tag name="IGUANATEXSIZE" val="20"/>
  <p:tag name="IGUANATEXVERSION" val="162"/>
  <p:tag name="LATEXADDIN" val="\documentclass{article}&#10;\usepackage{amsmath}&#10;\pagestyle{empty}&#10;\begin{document}&#10;&#10;&#10;$y_2$&#10;&#10;\end{document}"/>
  <p:tag name="LATEXENGINEID" val="0"/>
  <p:tag name="LATEXFORMHEIGHT" val=" 320"/>
  <p:tag name="LATEXFORMWIDTH" val=" 385"/>
  <p:tag name="LATEXFORMWRAP" val="True"/>
  <p:tag name="ORIGINALHEIGHT" val=" 80.24"/>
  <p:tag name="ORIGINALWIDTH" val=" 101.9872"/>
  <p:tag name="OUTPUTDPI" val=" 1200"/>
  <p:tag name="OUTPUTTYPE" val="PNG"/>
  <p:tag name="TEMPFOLDER" val="C:\Users\luisc\Documents\Custom Office Templates\iguana temp\"/>
  <p:tag name="TRANSPARENCY" val="True"/>
</p:tagLst>
</file>

<file path=ppt/tags/tag489.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92"/>
  <p:tag name="IGUANATEXSIZE" val="20"/>
  <p:tag name="IGUANATEXVERSION" val="162"/>
  <p:tag name="LATEXADDIN" val="\documentclass{article}&#10;\usepackage{amsmath}&#10;\pagestyle{empty}&#10;\begin{document}&#10;&#10;&#10;$\hat{y}_2$&#10;&#10;\end{document}"/>
  <p:tag name="LATEXENGINEID" val="0"/>
  <p:tag name="LATEXFORMHEIGHT" val=" 320"/>
  <p:tag name="LATEXFORMWIDTH" val=" 385"/>
  <p:tag name="LATEXFORMWRAP" val="True"/>
  <p:tag name="ORIGINALHEIGHT" val=" 111.7361"/>
  <p:tag name="ORIGINALWIDTH" val=" 101.9872"/>
  <p:tag name="OUTPUTDPI" val=" 1200"/>
  <p:tag name="OUTPUTTYPE" val="PNG"/>
  <p:tag name="TEMPFOLDER" val="C:\Users\luisc\Documents\Custom Office Templates\iguana temp\"/>
  <p:tag name="TRANSPARENCY" val="True"/>
</p:tagLst>
</file>

<file path=ppt/tags/tag490.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92"/>
  <p:tag name="IGUANATEXSIZE" val="20"/>
  <p:tag name="IGUANATEXVERSION" val="162"/>
  <p:tag name="LATEXADDIN" val="\documentclass{article}&#10;\usepackage{amsmath}&#10;\pagestyle{empty}&#10;\begin{document}&#10;&#10;&#10;$\hat{u}_2$&#10;&#10;\end{document}"/>
  <p:tag name="LATEXENGINEID" val="0"/>
  <p:tag name="LATEXFORMHEIGHT" val=" 320"/>
  <p:tag name="LATEXFORMWIDTH" val=" 385"/>
  <p:tag name="LATEXFORMWRAP" val="True"/>
  <p:tag name="ORIGINALHEIGHT" val=" 104.9868"/>
  <p:tag name="ORIGINALWIDTH" val=" 112.4859"/>
  <p:tag name="OUTPUTDPI" val=" 1200"/>
  <p:tag name="OUTPUTTYPE" val="PNG"/>
  <p:tag name="TEMPFOLDER" val="C:\Users\luisc\Documents\Custom Office Templates\iguana temp\"/>
  <p:tag name="TRANSPARENCY" val="True"/>
</p:tagLst>
</file>

<file path=ppt/tags/tag491.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hat{y}_i =  \hat{\beta_0} + \hat{\beta_1} x_i $&#10;\end{document}"/>
  <p:tag name="LATEXENGINEID" val="0"/>
  <p:tag name="LATEXFORMHEIGHT" val="320"/>
  <p:tag name="LATEXFORMWIDTH" val="385"/>
  <p:tag name="LATEXFORMWRAP" val="True"/>
  <p:tag name="ORIGINALHEIGHT" val="11.84876"/>
  <p:tag name="ORIGINALWIDTH" val="61.96492"/>
  <p:tag name="OUTPUTTYPE" val="SVG"/>
  <p:tag name="TEMPFOLDER" val="c:\temp\"/>
  <p:tag name="TRANSPARENCY" val="True"/>
</p:tagLst>
</file>

<file path=ppt/tags/tag492.xml><?xml version="1.0" encoding="utf-8"?>
<p:tagLst xmlns:a="http://schemas.openxmlformats.org/drawingml/2006/main" xmlns:r="http://schemas.openxmlformats.org/officeDocument/2006/relationships" xmlns:p="http://schemas.openxmlformats.org/presentationml/2006/main">
  <p:tag name="BITMAPVECTOR" val="0"/>
  <p:tag name="CHOOSECOLOR" val="False"/>
  <p:tag name="COLORHEX" val="000000"/>
  <p:tag name="IGUANATEXCURSOR" val="86"/>
  <p:tag name="IGUANATEXSIZE" val="20"/>
  <p:tag name="IGUANATEXVERSION" val="162"/>
  <p:tag name="LATEXADDIN" val="\documentclass{article}&#10;\usepackage{amsmath}&#10;\pagestyle{empty}&#10;\begin{document}&#10;&#10;&#10;$x_2$&#10;&#10;\end{document}"/>
  <p:tag name="LATEXENGINEID" val="0"/>
  <p:tag name="LATEXFORMHEIGHT" val=" 320"/>
  <p:tag name="LATEXFORMWIDTH" val=" 385"/>
  <p:tag name="LATEXFORMWRAP" val="True"/>
  <p:tag name="ORIGINALHEIGHT" val=" 73.49078"/>
  <p:tag name="ORIGINALWIDTH" val=" 112.4859"/>
  <p:tag name="OUTPUTDPI" val=" 1200"/>
  <p:tag name="OUTPUTTYPE" val="PNG"/>
  <p:tag name="TEMPFOLDER" val="C:\Users\luisc\Documents\Custom Office Templates\iguana temp\"/>
  <p:tag name="TRANSPARENCY" val="True"/>
</p:tagLst>
</file>

<file path=ppt/tags/tag49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85"/>
  <p:tag name="IGUANATEXSIZE" val="18"/>
  <p:tag name="IGUANATEXVERSION" val="162"/>
  <p:tag name="LATEXADDIN" val="\documentclass{article}&#10;\usepackage{amsmath}&#10;\pagestyle{empty}&#10;\begin{document}&#10;&#10;&#10;$ \hat{u}_i = y_i -\hat{y}_i $&#10;\end{document}"/>
  <p:tag name="LATEXENGINEID" val="0"/>
  <p:tag name="LATEXFORMHEIGHT" val=" 320"/>
  <p:tag name="LATEXFORMWIDTH" val=" 385"/>
  <p:tag name="LATEXFORMWRAP" val="True"/>
  <p:tag name="ORIGINALHEIGHT" val=" 8.956388"/>
  <p:tag name="ORIGINALWIDTH" val=" 49.96631"/>
  <p:tag name="OUTPUTTYPE" val="SVG"/>
  <p:tag name="TEMPFOLDER" val="C:\Users\luisc\Documents\Custom Office Templates\iguana temp\"/>
  <p:tag name="TRANSPARENCY" val="True"/>
</p:tagLst>
</file>

<file path=ppt/tags/tag49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85"/>
  <p:tag name="IGUANATEXSIZE" val="18"/>
  <p:tag name="LATEXADDIN" val="\documentclass{article}&#10;\usepackage{amsmath}&#10;\pagestyle{empty}&#10;\begin{document}&#10;&#10;&#10;$ \hat{u}_i = y_i -\hat{y}_i $&#10;\end{document}"/>
  <p:tag name="LATEXENGINEID" val="0"/>
  <p:tag name="LATEXFORMHEIGHT" val=" 320"/>
  <p:tag name="LATEXFORMWIDTH" val=" 385"/>
  <p:tag name="LATEXFORMWRAP" val="True"/>
  <p:tag name="ORIGINALHEIGHT" val=" 1.534198"/>
  <p:tag name="ORIGINALWIDTH" val=" 2.673284"/>
  <p:tag name="TEMPFOLDER" val="C:\Users\luisc\Documents\Custom Office Templates\iguana temp\"/>
  <p:tag name="TRANSPARENCY" val="True"/>
</p:tagLst>
</file>

<file path=ppt/tags/tag495.xml><?xml version="1.0" encoding="utf-8"?>
<p:tagLst xmlns:a="http://schemas.openxmlformats.org/drawingml/2006/main" xmlns:r="http://schemas.openxmlformats.org/officeDocument/2006/relationships" xmlns:p="http://schemas.openxmlformats.org/presentationml/2006/main">
  <p:tag name="EMFCHILD" val="True"/>
  <p:tag name="ORIGINALHEIGHT" val=" 4.513056"/>
  <p:tag name="ORIGINALWIDTH" val=" 5.146392"/>
</p:tagLst>
</file>

<file path=ppt/tags/tag496.xml><?xml version="1.0" encoding="utf-8"?>
<p:tagLst xmlns:a="http://schemas.openxmlformats.org/drawingml/2006/main" xmlns:r="http://schemas.openxmlformats.org/officeDocument/2006/relationships" xmlns:p="http://schemas.openxmlformats.org/presentationml/2006/main">
  <p:tag name="EMFCHILD" val="True"/>
  <p:tag name="ORIGINALHEIGHT" val=" 4.693364"/>
  <p:tag name="ORIGINALWIDTH" val=" 2.123633"/>
</p:tagLst>
</file>

<file path=ppt/tags/tag497.xml><?xml version="1.0" encoding="utf-8"?>
<p:tagLst xmlns:a="http://schemas.openxmlformats.org/drawingml/2006/main" xmlns:r="http://schemas.openxmlformats.org/officeDocument/2006/relationships" xmlns:p="http://schemas.openxmlformats.org/presentationml/2006/main">
  <p:tag name="EMFCHILD" val="True"/>
  <p:tag name="ORIGINALHEIGHT" val=" 2.331206"/>
  <p:tag name="ORIGINALWIDTH" val=" 6.658255"/>
</p:tagLst>
</file>

<file path=ppt/tags/tag498.xml><?xml version="1.0" encoding="utf-8"?>
<p:tagLst xmlns:a="http://schemas.openxmlformats.org/drawingml/2006/main" xmlns:r="http://schemas.openxmlformats.org/officeDocument/2006/relationships" xmlns:p="http://schemas.openxmlformats.org/presentationml/2006/main">
  <p:tag name="EMFCHILD" val="True"/>
  <p:tag name="ORIGINALHEIGHT" val=" 6.445786"/>
  <p:tag name="ORIGINALWIDTH" val=" 4.615699"/>
</p:tagLst>
</file>

<file path=ppt/tags/tag499.xml><?xml version="1.0" encoding="utf-8"?>
<p:tagLst xmlns:a="http://schemas.openxmlformats.org/drawingml/2006/main" xmlns:r="http://schemas.openxmlformats.org/officeDocument/2006/relationships" xmlns:p="http://schemas.openxmlformats.org/presentationml/2006/main">
  <p:tag name="EMFCHILD" val="True"/>
  <p:tag name="ORIGINALHEIGHT" val=" 4.693364"/>
  <p:tag name="ORIGINALWIDTH" val=" 2.123633"/>
</p:tagLst>
</file>

<file path=ppt/tags/tag500.xml><?xml version="1.0" encoding="utf-8"?>
<p:tagLst xmlns:a="http://schemas.openxmlformats.org/drawingml/2006/main" xmlns:r="http://schemas.openxmlformats.org/officeDocument/2006/relationships" xmlns:p="http://schemas.openxmlformats.org/presentationml/2006/main">
  <p:tag name="EMFCHILD" val="True"/>
  <p:tag name="ORIGINALHEIGHT" val=" .398477"/>
  <p:tag name="ORIGINALWIDTH" val=" 6.1176"/>
</p:tagLst>
</file>

<file path=ppt/tags/tag501.xml><?xml version="1.0" encoding="utf-8"?>
<p:tagLst xmlns:a="http://schemas.openxmlformats.org/drawingml/2006/main" xmlns:r="http://schemas.openxmlformats.org/officeDocument/2006/relationships" xmlns:p="http://schemas.openxmlformats.org/presentationml/2006/main">
  <p:tag name="EMFCHILD" val="True"/>
  <p:tag name="ORIGINALHEIGHT" val=" 1.534198"/>
  <p:tag name="ORIGINALWIDTH" val=" 2.673284"/>
</p:tagLst>
</file>

<file path=ppt/tags/tag502.xml><?xml version="1.0" encoding="utf-8"?>
<p:tagLst xmlns:a="http://schemas.openxmlformats.org/drawingml/2006/main" xmlns:r="http://schemas.openxmlformats.org/officeDocument/2006/relationships" xmlns:p="http://schemas.openxmlformats.org/presentationml/2006/main">
  <p:tag name="EMFCHILD" val="True"/>
  <p:tag name="ORIGINALHEIGHT" val=" 6.445786"/>
  <p:tag name="ORIGINALWIDTH" val=" 4.615699"/>
</p:tagLst>
</file>

<file path=ppt/tags/tag503.xml><?xml version="1.0" encoding="utf-8"?>
<p:tagLst xmlns:a="http://schemas.openxmlformats.org/drawingml/2006/main" xmlns:r="http://schemas.openxmlformats.org/officeDocument/2006/relationships" xmlns:p="http://schemas.openxmlformats.org/presentationml/2006/main">
  <p:tag name="EMFCHILD" val="True"/>
  <p:tag name="ORIGINALHEIGHT" val=" 4.693364"/>
  <p:tag name="ORIGINALWIDTH" val=" 2.123633"/>
</p:tagLst>
</file>

<file path=ppt/tags/tag50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hat{y}_i =  \hat{\beta_0} + \hat{\beta_1} x_i $&#10;\end{document}"/>
  <p:tag name="LATEXENGINEID" val="0"/>
  <p:tag name="LATEXFORMHEIGHT" val="320"/>
  <p:tag name="LATEXFORMWIDTH" val="385"/>
  <p:tag name="LATEXFORMWRAP" val="True"/>
  <p:tag name="ORIGINALHEIGHT" val="1.569092"/>
  <p:tag name="ORIGINALWIDTH" val="2.670731"/>
  <p:tag name="TEMPFOLDER" val="c:\temp\"/>
  <p:tag name="TRANSPARENCY" val="True"/>
</p:tagLst>
</file>

<file path=ppt/tags/tag505.xml><?xml version="1.0" encoding="utf-8"?>
<p:tagLst xmlns:a="http://schemas.openxmlformats.org/drawingml/2006/main" xmlns:r="http://schemas.openxmlformats.org/officeDocument/2006/relationships" xmlns:p="http://schemas.openxmlformats.org/presentationml/2006/main">
  <p:tag name="EMFCHILD" val="True"/>
  <p:tag name="ORIGINALHEIGHT" val="6.592328"/>
  <p:tag name="ORIGINALWIDTH" val="4.61128"/>
</p:tagLst>
</file>

<file path=ppt/tags/tag506.xml><?xml version="1.0" encoding="utf-8"?>
<p:tagLst xmlns:a="http://schemas.openxmlformats.org/drawingml/2006/main" xmlns:r="http://schemas.openxmlformats.org/officeDocument/2006/relationships" xmlns:p="http://schemas.openxmlformats.org/presentationml/2006/main">
  <p:tag name="EMFCHILD" val="True"/>
  <p:tag name="ORIGINALHEIGHT" val="4.800058"/>
  <p:tag name="ORIGINALWIDTH" val="2.121575"/>
</p:tagLst>
</file>

<file path=ppt/tags/tag507.xml><?xml version="1.0" encoding="utf-8"?>
<p:tagLst xmlns:a="http://schemas.openxmlformats.org/drawingml/2006/main" xmlns:r="http://schemas.openxmlformats.org/officeDocument/2006/relationships" xmlns:p="http://schemas.openxmlformats.org/presentationml/2006/main">
  <p:tag name="EMFCHILD" val="True"/>
  <p:tag name="ORIGINALHEIGHT" val="2.384237"/>
  <p:tag name="ORIGINALWIDTH" val="6.651853"/>
</p:tagLst>
</file>

<file path=ppt/tags/tag508.xml><?xml version="1.0" encoding="utf-8"?>
<p:tagLst xmlns:a="http://schemas.openxmlformats.org/drawingml/2006/main" xmlns:r="http://schemas.openxmlformats.org/officeDocument/2006/relationships" xmlns:p="http://schemas.openxmlformats.org/presentationml/2006/main">
  <p:tag name="EMFCHILD" val="True"/>
  <p:tag name="ORIGINALHEIGHT" val="1.569092"/>
  <p:tag name="ORIGINALWIDTH" val="2.670731"/>
</p:tagLst>
</file>

<file path=ppt/tags/tag509.xml><?xml version="1.0" encoding="utf-8"?>
<p:tagLst xmlns:a="http://schemas.openxmlformats.org/drawingml/2006/main" xmlns:r="http://schemas.openxmlformats.org/officeDocument/2006/relationships" xmlns:p="http://schemas.openxmlformats.org/presentationml/2006/main">
  <p:tag name="EMFCHILD" val="True"/>
  <p:tag name="ORIGINALHEIGHT" val="9.170154"/>
  <p:tag name="ORIGINALWIDTH" val="5.452786"/>
</p:tagLst>
</file>

<file path=ppt/tags/tag510.xml><?xml version="1.0" encoding="utf-8"?>
<p:tagLst xmlns:a="http://schemas.openxmlformats.org/drawingml/2006/main" xmlns:r="http://schemas.openxmlformats.org/officeDocument/2006/relationships" xmlns:p="http://schemas.openxmlformats.org/presentationml/2006/main">
  <p:tag name="EMFCHILD" val="True"/>
  <p:tag name="ORIGINALHEIGHT" val="4.878512"/>
  <p:tag name="ORIGINALWIDTH" val="3.248897"/>
</p:tagLst>
</file>

<file path=ppt/tags/tag511.xml><?xml version="1.0" encoding="utf-8"?>
<p:tagLst xmlns:a="http://schemas.openxmlformats.org/drawingml/2006/main" xmlns:r="http://schemas.openxmlformats.org/officeDocument/2006/relationships" xmlns:p="http://schemas.openxmlformats.org/presentationml/2006/main">
  <p:tag name="EMFCHILD" val="True"/>
  <p:tag name="ORIGINALHEIGHT" val="6.785917"/>
  <p:tag name="ORIGINALWIDTH" val="6.651853"/>
</p:tagLst>
</file>

<file path=ppt/tags/tag512.xml><?xml version="1.0" encoding="utf-8"?>
<p:tagLst xmlns:a="http://schemas.openxmlformats.org/drawingml/2006/main" xmlns:r="http://schemas.openxmlformats.org/officeDocument/2006/relationships" xmlns:p="http://schemas.openxmlformats.org/presentationml/2006/main">
  <p:tag name="EMFCHILD" val="True"/>
  <p:tag name="ORIGINALHEIGHT" val="1.569092"/>
  <p:tag name="ORIGINALWIDTH" val="2.670731"/>
</p:tagLst>
</file>

<file path=ppt/tags/tag513.xml><?xml version="1.0" encoding="utf-8"?>
<p:tagLst xmlns:a="http://schemas.openxmlformats.org/drawingml/2006/main" xmlns:r="http://schemas.openxmlformats.org/officeDocument/2006/relationships" xmlns:p="http://schemas.openxmlformats.org/presentationml/2006/main">
  <p:tag name="EMFCHILD" val="True"/>
  <p:tag name="ORIGINALHEIGHT" val="9.170154"/>
  <p:tag name="ORIGINALWIDTH" val="5.452786"/>
</p:tagLst>
</file>

<file path=ppt/tags/tag514.xml><?xml version="1.0" encoding="utf-8"?>
<p:tagLst xmlns:a="http://schemas.openxmlformats.org/drawingml/2006/main" xmlns:r="http://schemas.openxmlformats.org/officeDocument/2006/relationships" xmlns:p="http://schemas.openxmlformats.org/presentationml/2006/main">
  <p:tag name="EMFCHILD" val="True"/>
  <p:tag name="ORIGINALHEIGHT" val="4.735857"/>
  <p:tag name="ORIGINALWIDTH" val="2.54871"/>
</p:tagLst>
</file>

<file path=ppt/tags/tag515.xml><?xml version="1.0" encoding="utf-8"?>
<p:tagLst xmlns:a="http://schemas.openxmlformats.org/drawingml/2006/main" xmlns:r="http://schemas.openxmlformats.org/officeDocument/2006/relationships" xmlns:p="http://schemas.openxmlformats.org/presentationml/2006/main">
  <p:tag name="EMFCHILD" val="True"/>
  <p:tag name="ORIGINALHEIGHT" val="4.615626"/>
  <p:tag name="ORIGINALWIDTH" val="4.981379"/>
</p:tagLst>
</file>

<file path=ppt/tags/tag516.xml><?xml version="1.0" encoding="utf-8"?>
<p:tagLst xmlns:a="http://schemas.openxmlformats.org/drawingml/2006/main" xmlns:r="http://schemas.openxmlformats.org/officeDocument/2006/relationships" xmlns:p="http://schemas.openxmlformats.org/presentationml/2006/main">
  <p:tag name="EMFCHILD" val="True"/>
  <p:tag name="ORIGINALHEIGHT" val="4.800058"/>
  <p:tag name="ORIGINALWIDTH" val="2.121575"/>
</p:tagLst>
</file>

<file path=ppt/tags/tag517.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518.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 E[u] = 0$&#10;\end{document}"/>
  <p:tag name="LATEXENGINEID" val="0"/>
  <p:tag name="LATEXFORMHEIGHT" val="320"/>
  <p:tag name="LATEXFORMWIDTH" val="385"/>
  <p:tag name="LATEXFORMWRAP" val="True"/>
  <p:tag name="ORIGINALHEIGHT" val="9.713561"/>
  <p:tag name="ORIGINALWIDTH" val="37.14953"/>
  <p:tag name="OUTPUTTYPE" val="SVG"/>
  <p:tag name="TEMPFOLDER" val="c:\temp\"/>
  <p:tag name="TRANSPARENCY" val="True"/>
</p:tagLst>
</file>

<file path=ppt/tags/tag519.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520.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7"/>
  <p:tag name="IGUANATEXSIZE" val="18"/>
  <p:tag name="IGUANATEXVERSION" val="162"/>
  <p:tag name="LATEXADDIN" val="\documentclass{article}&#10;\usepackage{amsmath}&#10;\pagestyle{empty}&#10;\begin{document}&#10;&#10;&#10;$ Cov[u,x]= E[xu] = 0$&#10;\end{document}"/>
  <p:tag name="LATEXENGINEID" val="0"/>
  <p:tag name="LATEXFORMHEIGHT" val=" 320"/>
  <p:tag name="LATEXFORMWIDTH" val=" 385"/>
  <p:tag name="LATEXFORMWRAP" val="True"/>
  <p:tag name="ORIGINALHEIGHT" val=" 9.713561"/>
  <p:tag name="ORIGINALWIDTH" val=" 93.98057"/>
  <p:tag name="OUTPUTTYPE" val="SVG"/>
  <p:tag name="TEMPFOLDER" val="C:\Users\luisc\Documents\Custom Office Templates\iguana temp\"/>
  <p:tag name="TRANSPARENCY" val="True"/>
</p:tagLst>
</file>

<file path=ppt/tags/tag521.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522.xml><?xml version="1.0" encoding="utf-8"?>
<p:tagLst xmlns:a="http://schemas.openxmlformats.org/drawingml/2006/main" xmlns:r="http://schemas.openxmlformats.org/officeDocument/2006/relationships" xmlns:p="http://schemas.openxmlformats.org/presentationml/2006/main">
  <p:tag name="BITMAPVECTOR" val="1"/>
  <p:tag name="IGUANATEXCURSOR" val="107"/>
  <p:tag name="IGUANATEXSIZE" val="18"/>
  <p:tag name="IGUANATEXVERSION" val="161"/>
  <p:tag name="LATEXADDIN" val="\documentclass{article}&#10;\usepackage{amsmath}&#10;\pagestyle{empty}&#10;\begin{document}&#10;&#10;&#10;$  u_i =  y_i - \beta_0 - \beta_1x_i $&#10;\end{document}"/>
  <p:tag name="LATEXENGINEID" val="0"/>
  <p:tag name="LATEXFORMHEIGHT" val="320"/>
  <p:tag name="LATEXFORMWIDTH" val="385"/>
  <p:tag name="LATEXFORMWRAP" val="True"/>
  <p:tag name="ORIGINALHEIGHT" val="9.075911"/>
  <p:tag name="ORIGINALWIDTH" val="82.17234"/>
  <p:tag name="OUTPUTTYPE" val="SVG"/>
  <p:tag name="TEMPFOLDER" val="c:\temp\"/>
  <p:tag name="TRANSPARENCY" val="True"/>
</p:tagLst>
</file>

<file path=ppt/tags/tag523.xml><?xml version="1.0" encoding="utf-8"?>
<p:tagLst xmlns:a="http://schemas.openxmlformats.org/drawingml/2006/main" xmlns:r="http://schemas.openxmlformats.org/officeDocument/2006/relationships" xmlns:p="http://schemas.openxmlformats.org/presentationml/2006/main">
  <p:tag name="BITMAPVECTOR" val="1"/>
  <p:tag name="IGUANATEXCURSOR" val="138"/>
  <p:tag name="IGUANATEXSIZE" val="18"/>
  <p:tag name="IGUANATEXVERSION" val="161"/>
  <p:tag name="LATEXADDIN" val="\documentclass{article}&#10;\usepackage{amsmath}&#10;\pagestyle{empty}&#10;\begin{document}&#10;&#10;&#10;$ Cov [u,x] = E[xu] = E[x(  y_i - \beta_0 - \beta_1x_i)]=0 $&#10;\end{document}"/>
  <p:tag name="LATEXENGINEID" val="0"/>
  <p:tag name="LATEXFORMHEIGHT" val="320"/>
  <p:tag name="LATEXFORMWIDTH" val="385"/>
  <p:tag name="LATEXFORMWRAP" val="True"/>
  <p:tag name="ORIGINALHEIGHT" val="9.713557"/>
  <p:tag name="ORIGINALWIDTH" val="195.9391"/>
  <p:tag name="OUTPUTTYPE" val="SVG"/>
  <p:tag name="TEMPFOLDER" val="c:\temp\"/>
  <p:tag name="TRANSPARENCY" val="True"/>
</p:tagLst>
</file>

<file path=ppt/tags/tag524.xml><?xml version="1.0" encoding="utf-8"?>
<p:tagLst xmlns:a="http://schemas.openxmlformats.org/drawingml/2006/main" xmlns:r="http://schemas.openxmlformats.org/officeDocument/2006/relationships" xmlns:p="http://schemas.openxmlformats.org/presentationml/2006/main">
  <p:tag name="BITMAPVECTOR" val="1"/>
  <p:tag name="IGUANATEXCURSOR" val="121"/>
  <p:tag name="IGUANATEXSIZE" val="18"/>
  <p:tag name="IGUANATEXVERSION" val="161"/>
  <p:tag name="LATEXADDIN" val="\documentclass{article}&#10;\usepackage{amsmath}&#10;\pagestyle{empty}&#10;\begin{document}&#10;&#10;&#10;$ E[u] = E[ y_i - \beta_0 - \beta_1x_i]=0 $&#10;\end{document}"/>
  <p:tag name="LATEXENGINEID" val="0"/>
  <p:tag name="LATEXFORMHEIGHT" val="320"/>
  <p:tag name="LATEXFORMWIDTH" val="385"/>
  <p:tag name="LATEXFORMWRAP" val="True"/>
  <p:tag name="ORIGINALHEIGHT" val="9.713557"/>
  <p:tag name="ORIGINALWIDTH" val="125.1752"/>
  <p:tag name="OUTPUTTYPE" val="SVG"/>
  <p:tag name="TEMPFOLDER" val="c:\temp\"/>
  <p:tag name="TRANSPARENCY" val="True"/>
</p:tagLst>
</file>

<file path=ppt/tags/tag525.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82.04778"/>
  <p:tag name="OUTPUTTYPE" val="SVG"/>
  <p:tag name="TEMPFOLDER" val="c:\temp\"/>
  <p:tag name="TRANSPARENCY" val="True"/>
</p:tagLst>
</file>

<file path=ppt/tags/tag52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2.318285"/>
  <p:tag name="TEMPFOLDER" val="c:\temp\"/>
  <p:tag name="TRANSPARENCY" val="True"/>
</p:tagLst>
</file>

<file path=ppt/tags/tag52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76334"/>
</p:tagLst>
</file>

<file path=ppt/tags/tag528.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529.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530.xml><?xml version="1.0" encoding="utf-8"?>
<p:tagLst xmlns:a="http://schemas.openxmlformats.org/drawingml/2006/main" xmlns:r="http://schemas.openxmlformats.org/officeDocument/2006/relationships" xmlns:p="http://schemas.openxmlformats.org/presentationml/2006/main">
  <p:tag name="EMFCHILD" val="True"/>
  <p:tag name="ORIGINALHEIGHT" val="6.284646"/>
  <p:tag name="ORIGINALWIDTH" val="4.606606"/>
</p:tagLst>
</file>

<file path=ppt/tags/tag531.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53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8285"/>
</p:tagLst>
</file>

<file path=ppt/tags/tag533.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9186"/>
</p:tagLst>
</file>

<file path=ppt/tags/tag534.xml><?xml version="1.0" encoding="utf-8"?>
<p:tagLst xmlns:a="http://schemas.openxmlformats.org/drawingml/2006/main" xmlns:r="http://schemas.openxmlformats.org/officeDocument/2006/relationships" xmlns:p="http://schemas.openxmlformats.org/presentationml/2006/main">
  <p:tag name="EMFCHILD" val="True"/>
  <p:tag name="ORIGINALHEIGHT" val="6.527516"/>
  <p:tag name="ORIGINALWIDTH" val="2.638058"/>
</p:tagLst>
</file>

<file path=ppt/tags/tag53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45101"/>
</p:tagLst>
</file>

<file path=ppt/tags/tag536.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3.29755"/>
</p:tagLst>
</file>

<file path=ppt/tags/tag537.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538.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539.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540.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54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416011"/>
</p:tagLst>
</file>

<file path=ppt/tags/tag54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1"/>
  <p:tag name="IGUANATEXSIZE" val="18"/>
  <p:tag name="LATEXADDIN" val="\documentclass{article}&#10;\usepackage{amsmath}&#10;\pagestyle{empty}&#10;\begin{document}&#10;&#10;&#10;$ E[u] = E[ y_i - \beta_0 - \beta_1x_i]=0 $&#10;\end{document}"/>
  <p:tag name="LATEXENGINEID" val="0"/>
  <p:tag name="LATEXFORMHEIGHT" val="320"/>
  <p:tag name="LATEXFORMWIDTH" val="385"/>
  <p:tag name="LATEXFORMWRAP" val="True"/>
  <p:tag name="ORIGINALHEIGHT" val="6.605204"/>
  <p:tag name="ORIGINALWIDTH" val="7.230635"/>
  <p:tag name="TEMPFOLDER" val="c:\temp\"/>
  <p:tag name="TRANSPARENCY" val="True"/>
</p:tagLst>
</file>

<file path=ppt/tags/tag543.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544.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5.120777"/>
</p:tagLst>
</file>

<file path=ppt/tags/tag545.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546.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25143"/>
</p:tagLst>
</file>

<file path=ppt/tags/tag547.xml><?xml version="1.0" encoding="utf-8"?>
<p:tagLst xmlns:a="http://schemas.openxmlformats.org/drawingml/2006/main" xmlns:r="http://schemas.openxmlformats.org/officeDocument/2006/relationships" xmlns:p="http://schemas.openxmlformats.org/presentationml/2006/main">
  <p:tag name="EMFCHILD" val="True"/>
  <p:tag name="ORIGINALHEIGHT" val="6.605204"/>
  <p:tag name="ORIGINALWIDTH" val="7.230635"/>
</p:tagLst>
</file>

<file path=ppt/tags/tag548.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549.xml><?xml version="1.0" encoding="utf-8"?>
<p:tagLst xmlns:a="http://schemas.openxmlformats.org/drawingml/2006/main" xmlns:r="http://schemas.openxmlformats.org/officeDocument/2006/relationships" xmlns:p="http://schemas.openxmlformats.org/presentationml/2006/main">
  <p:tag name="EMFCHILD" val="True"/>
  <p:tag name="ORIGINALHEIGHT" val="6.284677"/>
  <p:tag name="ORIGINALWIDTH" val="4.592766"/>
</p:tagLst>
</file>

<file path=ppt/tags/tag550.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13056"/>
</p:tagLst>
</file>

<file path=ppt/tags/tag551.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87157"/>
</p:tagLst>
</file>

<file path=ppt/tags/tag552.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30867"/>
</p:tagLst>
</file>

<file path=ppt/tags/tag553.xml><?xml version="1.0" encoding="utf-8"?>
<p:tagLst xmlns:a="http://schemas.openxmlformats.org/drawingml/2006/main" xmlns:r="http://schemas.openxmlformats.org/officeDocument/2006/relationships" xmlns:p="http://schemas.openxmlformats.org/presentationml/2006/main">
  <p:tag name="EMFCHILD" val="True"/>
  <p:tag name="ORIGINALHEIGHT" val="4.650851"/>
  <p:tag name="ORIGINALWIDTH" val="3.235827"/>
</p:tagLst>
</file>

<file path=ppt/tags/tag554.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87157"/>
</p:tagLst>
</file>

<file path=ppt/tags/tag555.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30867"/>
</p:tagLst>
</file>

<file path=ppt/tags/tag556.xml><?xml version="1.0" encoding="utf-8"?>
<p:tagLst xmlns:a="http://schemas.openxmlformats.org/drawingml/2006/main" xmlns:r="http://schemas.openxmlformats.org/officeDocument/2006/relationships" xmlns:p="http://schemas.openxmlformats.org/presentationml/2006/main">
  <p:tag name="EMFCHILD" val="True"/>
  <p:tag name="ORIGINALHEIGHT" val="4.514829"/>
  <p:tag name="ORIGINALWIDTH" val="2.538462"/>
</p:tagLst>
</file>

<file path=ppt/tags/tag557.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61355"/>
</p:tagLst>
</file>

<file path=ppt/tags/tag558.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13056"/>
</p:tagLst>
</file>

<file path=ppt/tags/tag559.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560.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25143"/>
</p:tagLst>
</file>

<file path=ppt/tags/tag561.xml><?xml version="1.0" encoding="utf-8"?>
<p:tagLst xmlns:a="http://schemas.openxmlformats.org/drawingml/2006/main" xmlns:r="http://schemas.openxmlformats.org/officeDocument/2006/relationships" xmlns:p="http://schemas.openxmlformats.org/presentationml/2006/main">
  <p:tag name="EMFCHILD" val="True"/>
  <p:tag name="ORIGINALHEIGHT" val="6.682937"/>
  <p:tag name="ORIGINALWIDTH" val="4.194253"/>
</p:tagLst>
</file>

<file path=ppt/tags/tag56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8"/>
  <p:tag name="IGUANATEXSIZE" val="18"/>
  <p:tag name="LATEXADDIN" val="\documentclass{article}&#10;\usepackage{amsmath}&#10;\pagestyle{empty}&#10;\begin{document}&#10;&#10;&#10;$ Cov [u,x] = E[xu] = E[x(  y_i - \beta_0 - \beta_1x_i)]=0 $&#10;\end{document}"/>
  <p:tag name="LATEXENGINEID" val="0"/>
  <p:tag name="LATEXFORMHEIGHT" val="320"/>
  <p:tag name="LATEXFORMWIDTH" val="385"/>
  <p:tag name="LATEXFORMWRAP" val="True"/>
  <p:tag name="ORIGINALHEIGHT" val="7.061754"/>
  <p:tag name="ORIGINALWIDTH" val="7.046676"/>
  <p:tag name="TEMPFOLDER" val="c:\temp\"/>
  <p:tag name="TRANSPARENCY" val="True"/>
</p:tagLst>
</file>

<file path=ppt/tags/tag563.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247828"/>
</p:tagLst>
</file>

<file path=ppt/tags/tag564.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356999"/>
</p:tagLst>
</file>

<file path=ppt/tags/tag565.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66.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5.101376"/>
</p:tagLst>
</file>

<file path=ppt/tags/tag567.xml><?xml version="1.0" encoding="utf-8"?>
<p:tagLst xmlns:a="http://schemas.openxmlformats.org/drawingml/2006/main" xmlns:r="http://schemas.openxmlformats.org/officeDocument/2006/relationships" xmlns:p="http://schemas.openxmlformats.org/presentationml/2006/main">
  <p:tag name="EMFCHILD" val="True"/>
  <p:tag name="ORIGINALHEIGHT" val="2.90432"/>
  <p:tag name="ORIGINALWIDTH" val="1.161196"/>
</p:tagLst>
</file>

<file path=ppt/tags/tag568.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42585"/>
</p:tagLst>
</file>

<file path=ppt/tags/tag569.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70.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0006"/>
</p:tagLst>
</file>

<file path=ppt/tags/tag571.xml><?xml version="1.0" encoding="utf-8"?>
<p:tagLst xmlns:a="http://schemas.openxmlformats.org/drawingml/2006/main" xmlns:r="http://schemas.openxmlformats.org/officeDocument/2006/relationships" xmlns:p="http://schemas.openxmlformats.org/presentationml/2006/main">
  <p:tag name="EMFCHILD" val="True"/>
  <p:tag name="ORIGINALHEIGHT" val="6.605204"/>
  <p:tag name="ORIGINALWIDTH" val="7.203237"/>
</p:tagLst>
</file>

<file path=ppt/tags/tag572.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73.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42585"/>
</p:tagLst>
</file>

<file path=ppt/tags/tag574.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5.101376"/>
</p:tagLst>
</file>

<file path=ppt/tags/tag575.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76.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0006"/>
</p:tagLst>
</file>

<file path=ppt/tags/tag577.xml><?xml version="1.0" encoding="utf-8"?>
<p:tagLst xmlns:a="http://schemas.openxmlformats.org/drawingml/2006/main" xmlns:r="http://schemas.openxmlformats.org/officeDocument/2006/relationships" xmlns:p="http://schemas.openxmlformats.org/presentationml/2006/main">
  <p:tag name="EMFCHILD" val="True"/>
  <p:tag name="ORIGINALHEIGHT" val="6.605204"/>
  <p:tag name="ORIGINALWIDTH" val="7.203237"/>
</p:tagLst>
</file>

<file path=ppt/tags/tag578.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79.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42585"/>
</p:tagLst>
</file>

<file path=ppt/tags/tag580.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2.30257"/>
</p:tagLst>
</file>

<file path=ppt/tags/tag581.xml><?xml version="1.0" encoding="utf-8"?>
<p:tagLst xmlns:a="http://schemas.openxmlformats.org/drawingml/2006/main" xmlns:r="http://schemas.openxmlformats.org/officeDocument/2006/relationships" xmlns:p="http://schemas.openxmlformats.org/presentationml/2006/main">
  <p:tag name="EMFCHILD" val="True"/>
  <p:tag name="ORIGINALHEIGHT" val="6.284677"/>
  <p:tag name="ORIGINALWIDTH" val="4.575342"/>
</p:tagLst>
</file>

<file path=ppt/tags/tag582.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0506"/>
</p:tagLst>
</file>

<file path=ppt/tags/tag583.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64094"/>
</p:tagLst>
</file>

<file path=ppt/tags/tag584.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10329"/>
</p:tagLst>
</file>

<file path=ppt/tags/tag585.xml><?xml version="1.0" encoding="utf-8"?>
<p:tagLst xmlns:a="http://schemas.openxmlformats.org/drawingml/2006/main" xmlns:r="http://schemas.openxmlformats.org/officeDocument/2006/relationships" xmlns:p="http://schemas.openxmlformats.org/presentationml/2006/main">
  <p:tag name="EMFCHILD" val="True"/>
  <p:tag name="ORIGINALHEIGHT" val="4.650851"/>
  <p:tag name="ORIGINALWIDTH" val="3.22358"/>
</p:tagLst>
</file>

<file path=ppt/tags/tag586.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64094"/>
</p:tagLst>
</file>

<file path=ppt/tags/tag587.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10329"/>
</p:tagLst>
</file>

<file path=ppt/tags/tag588.xml><?xml version="1.0" encoding="utf-8"?>
<p:tagLst xmlns:a="http://schemas.openxmlformats.org/drawingml/2006/main" xmlns:r="http://schemas.openxmlformats.org/officeDocument/2006/relationships" xmlns:p="http://schemas.openxmlformats.org/presentationml/2006/main">
  <p:tag name="EMFCHILD" val="True"/>
  <p:tag name="ORIGINALHEIGHT" val="4.514829"/>
  <p:tag name="ORIGINALWIDTH" val="2.528824"/>
</p:tagLst>
</file>

<file path=ppt/tags/tag589.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42585"/>
</p:tagLst>
</file>

<file path=ppt/tags/tag590.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0506"/>
</p:tagLst>
</file>

<file path=ppt/tags/tag591.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2.30257"/>
</p:tagLst>
</file>

<file path=ppt/tags/tag592.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59674"/>
</p:tagLst>
</file>

<file path=ppt/tags/tag593.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0006"/>
</p:tagLst>
</file>

<file path=ppt/tags/tag594.xml><?xml version="1.0" encoding="utf-8"?>
<p:tagLst xmlns:a="http://schemas.openxmlformats.org/drawingml/2006/main" xmlns:r="http://schemas.openxmlformats.org/officeDocument/2006/relationships" xmlns:p="http://schemas.openxmlformats.org/presentationml/2006/main">
  <p:tag name="EMFCHILD" val="True"/>
  <p:tag name="ORIGINALHEIGHT" val="6.682937"/>
  <p:tag name="ORIGINALWIDTH" val="4.178344"/>
</p:tagLst>
</file>

<file path=ppt/tags/tag59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7"/>
  <p:tag name="IGUANATEXSIZE" val="18"/>
  <p:tag name="LATEXADDIN" val="\documentclass{article}&#10;\usepackage{amsmath}&#10;\pagestyle{empty}&#10;\begin{document}&#10;&#10;&#10;$  u_i =  y_i - \beta_0 - \beta_1x_i $&#10;\end{document}"/>
  <p:tag name="LATEXENGINEID" val="0"/>
  <p:tag name="LATEXFORMHEIGHT" val="320"/>
  <p:tag name="LATEXFORMWIDTH" val="385"/>
  <p:tag name="LATEXFORMWRAP" val="True"/>
  <p:tag name="ORIGINALHEIGHT" val="4.513061"/>
  <p:tag name="ORIGINALWIDTH" val="5.075073"/>
  <p:tag name="TEMPFOLDER" val="c:\temp\"/>
  <p:tag name="TRANSPARENCY" val="True"/>
</p:tagLst>
</file>

<file path=ppt/tags/tag59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094202"/>
</p:tagLst>
</file>

<file path=ppt/tags/tag597.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565971"/>
</p:tagLst>
</file>

<file path=ppt/tags/tag598.xml><?xml version="1.0" encoding="utf-8"?>
<p:tagLst xmlns:a="http://schemas.openxmlformats.org/drawingml/2006/main" xmlns:r="http://schemas.openxmlformats.org/officeDocument/2006/relationships" xmlns:p="http://schemas.openxmlformats.org/presentationml/2006/main">
  <p:tag name="EMFCHILD" val="True"/>
  <p:tag name="ORIGINALHEIGHT" val="6.445782"/>
  <p:tag name="ORIGINALWIDTH" val="4.551733"/>
</p:tagLst>
</file>

<file path=ppt/tags/tag599.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094202"/>
</p:tagLst>
</file>

<file path=ppt/tags/tag600.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32783"/>
</p:tagLst>
</file>

<file path=ppt/tags/tag60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382385"/>
</p:tagLst>
</file>

<file path=ppt/tags/tag602.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06957"/>
</p:tagLst>
</file>

<file path=ppt/tags/tag60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32783"/>
</p:tagLst>
</file>

<file path=ppt/tags/tag604.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382385"/>
</p:tagLst>
</file>

<file path=ppt/tags/tag605.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15778"/>
</p:tagLst>
</file>

<file path=ppt/tags/tag606.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17082"/>
</p:tagLst>
</file>

<file path=ppt/tags/tag607.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094202"/>
</p:tagLst>
</file>

<file path=ppt/tags/tag60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609.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10.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611.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612.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613.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614.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615.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616.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617.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18.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619.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620.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2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7"/>
  <p:tag name="IGUANATEXSIZE" val="18"/>
  <p:tag name="LATEXADDIN" val="\documentclass{article}&#10;\usepackage{amsmath}&#10;\pagestyle{empty}&#10;\begin{document}&#10;&#10;&#10;$ Cov[u,x]= E[xu] = 0$&#10;\end{document}"/>
  <p:tag name="LATEXENGINEID" val="0"/>
  <p:tag name="LATEXFORMHEIGHT" val=" 320"/>
  <p:tag name="LATEXFORMWIDTH" val=" 385"/>
  <p:tag name="LATEXFORMWRAP" val="True"/>
  <p:tag name="ORIGINALHEIGHT" val=" 7.061767"/>
  <p:tag name="ORIGINALWIDTH" val=" 7.018197"/>
  <p:tag name="TEMPFOLDER" val="C:\Users\luisc\Documents\Custom Office Templates\iguana temp\"/>
  <p:tag name="TRANSPARENCY" val="True"/>
</p:tagLst>
</file>

<file path=ppt/tags/tag622.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230664"/>
</p:tagLst>
</file>

<file path=ppt/tags/tag623.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339414"/>
</p:tagLst>
</file>

<file path=ppt/tags/tag624.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625.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626.xml><?xml version="1.0" encoding="utf-8"?>
<p:tagLst xmlns:a="http://schemas.openxmlformats.org/drawingml/2006/main" xmlns:r="http://schemas.openxmlformats.org/officeDocument/2006/relationships" xmlns:p="http://schemas.openxmlformats.org/presentationml/2006/main">
  <p:tag name="EMFCHILD" val="True"/>
  <p:tag name="ORIGINALHEIGHT" val=" 2.904331"/>
  <p:tag name="ORIGINALWIDTH" val=" 1.156518"/>
</p:tagLst>
</file>

<file path=ppt/tags/tag627.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628.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629.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630.xml><?xml version="1.0" encoding="utf-8"?>
<p:tagLst xmlns:a="http://schemas.openxmlformats.org/drawingml/2006/main" xmlns:r="http://schemas.openxmlformats.org/officeDocument/2006/relationships" xmlns:p="http://schemas.openxmlformats.org/presentationml/2006/main">
  <p:tag name="EMFCHILD" val="True"/>
  <p:tag name="ORIGINALHEIGHT" val=" 6.605206"/>
  <p:tag name="ORIGINALWIDTH" val=" 7.174146"/>
</p:tagLst>
</file>

<file path=ppt/tags/tag631.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632.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633.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634.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635.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636.xml><?xml version="1.0" encoding="utf-8"?>
<p:tagLst xmlns:a="http://schemas.openxmlformats.org/drawingml/2006/main" xmlns:r="http://schemas.openxmlformats.org/officeDocument/2006/relationships" xmlns:p="http://schemas.openxmlformats.org/presentationml/2006/main">
  <p:tag name="EMFCHILD" val="True"/>
  <p:tag name="ORIGINALHEIGHT" val=" 6.682896"/>
  <p:tag name="ORIGINALWIDTH" val=" 4.161461"/>
</p:tagLst>
</file>

<file path=ppt/tags/tag63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63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63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64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64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64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643.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644.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64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 E[u] = 0$&#10;\end{document}"/>
  <p:tag name="LATEXENGINEID" val="0"/>
  <p:tag name="LATEXFORMHEIGHT" val="320"/>
  <p:tag name="LATEXFORMWIDTH" val="385"/>
  <p:tag name="LATEXFORMWRAP" val="True"/>
  <p:tag name="ORIGINALHEIGHT" val="6.605206"/>
  <p:tag name="ORIGINALWIDTH" val="7.328349"/>
  <p:tag name="TEMPFOLDER" val="c:\temp\"/>
  <p:tag name="TRANSPARENCY" val="True"/>
</p:tagLst>
</file>

<file path=ppt/tags/tag64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64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89984"/>
</p:tagLst>
</file>

<file path=ppt/tags/tag64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649.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714657"/>
</p:tagLst>
</file>

<file path=ppt/tags/tag650.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25092"/>
</p:tagLst>
</file>

<file path=ppt/tags/tag65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652.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53.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654.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655.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656.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657.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658.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659.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660.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61.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662.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663.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664.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665.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 E[u] = 0$&#10;\end{document}"/>
  <p:tag name="LATEXENGINEID" val="0"/>
  <p:tag name="LATEXFORMHEIGHT" val="320"/>
  <p:tag name="LATEXFORMWIDTH" val="385"/>
  <p:tag name="LATEXFORMWRAP" val="True"/>
  <p:tag name="ORIGINALHEIGHT" val="9.713561"/>
  <p:tag name="ORIGINALWIDTH" val="37.14953"/>
  <p:tag name="OUTPUTTYPE" val="SVG"/>
  <p:tag name="TEMPFOLDER" val="c:\temp\"/>
  <p:tag name="TRANSPARENCY" val="True"/>
</p:tagLst>
</file>

<file path=ppt/tags/tag666.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66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7"/>
  <p:tag name="IGUANATEXSIZE" val="18"/>
  <p:tag name="IGUANATEXVERSION" val="162"/>
  <p:tag name="LATEXADDIN" val="\documentclass{article}&#10;\usepackage{amsmath}&#10;\pagestyle{empty}&#10;\begin{document}&#10;&#10;&#10;$ Cov[u,x]= E[xu] = 0$&#10;\end{document}"/>
  <p:tag name="LATEXENGINEID" val="0"/>
  <p:tag name="LATEXFORMHEIGHT" val=" 320"/>
  <p:tag name="LATEXFORMWIDTH" val=" 385"/>
  <p:tag name="LATEXFORMWRAP" val="True"/>
  <p:tag name="ORIGINALHEIGHT" val=" 9.713561"/>
  <p:tag name="ORIGINALWIDTH" val=" 93.98057"/>
  <p:tag name="OUTPUTTYPE" val="SVG"/>
  <p:tag name="TEMPFOLDER" val="C:\Users\luisc\Documents\Custom Office Templates\iguana temp\"/>
  <p:tag name="TRANSPARENCY" val="True"/>
</p:tagLst>
</file>

<file path=ppt/tags/tag668.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82.04778"/>
  <p:tag name="OUTPUTTYPE" val="SVG"/>
  <p:tag name="TEMPFOLDER" val="c:\temp\"/>
  <p:tag name="TRANSPARENCY" val="True"/>
</p:tagLst>
</file>

<file path=ppt/tags/tag669.xml><?xml version="1.0" encoding="utf-8"?>
<p:tagLst xmlns:a="http://schemas.openxmlformats.org/drawingml/2006/main" xmlns:r="http://schemas.openxmlformats.org/officeDocument/2006/relationships" xmlns:p="http://schemas.openxmlformats.org/presentationml/2006/main">
  <p:tag name="BITMAPVECTOR" val="1"/>
  <p:tag name="IGUANATEXCURSOR" val="83"/>
  <p:tag name="IGUANATEXSIZE" val="18"/>
  <p:tag name="IGUANATEXVERSION" val="161"/>
  <p:tag name="LATEXADDIN" val="\documentclass{article}&#10;\usepackage{amsmath}&#10;\pagestyle{empty}&#10;\begin{document}&#10;&#10;&#10;$E[xu] = E[x(  y_i - \beta_0 - \beta_1x_i)]=0 $&#10;\end{document}"/>
  <p:tag name="LATEXENGINEID" val="0"/>
  <p:tag name="LATEXFORMHEIGHT" val="320"/>
  <p:tag name="LATEXFORMWIDTH" val="385"/>
  <p:tag name="LATEXFORMWRAP" val="True"/>
  <p:tag name="ORIGINALHEIGHT" val="9.713557"/>
  <p:tag name="ORIGINALWIDTH" val="144.0629"/>
  <p:tag name="OUTPUTTYPE" val="SVG"/>
  <p:tag name="TEMPFOLDER" val="c:\temp\"/>
  <p:tag name="TRANSPARENCY" val="True"/>
</p:tagLst>
</file>

<file path=ppt/tags/tag670.xml><?xml version="1.0" encoding="utf-8"?>
<p:tagLst xmlns:a="http://schemas.openxmlformats.org/drawingml/2006/main" xmlns:r="http://schemas.openxmlformats.org/officeDocument/2006/relationships" xmlns:p="http://schemas.openxmlformats.org/presentationml/2006/main">
  <p:tag name="BITMAPVECTOR" val="1"/>
  <p:tag name="IGUANATEXCURSOR" val="121"/>
  <p:tag name="IGUANATEXSIZE" val="18"/>
  <p:tag name="IGUANATEXVERSION" val="161"/>
  <p:tag name="LATEXADDIN" val="\documentclass{article}&#10;\usepackage{amsmath}&#10;\pagestyle{empty}&#10;\begin{document}&#10;&#10;&#10;$ E[u] = E[ y_i - \beta_0 - \beta_1x_i]=0 $&#10;\end{document}"/>
  <p:tag name="LATEXENGINEID" val="0"/>
  <p:tag name="LATEXFORMHEIGHT" val="320"/>
  <p:tag name="LATEXFORMWIDTH" val="385"/>
  <p:tag name="LATEXFORMWRAP" val="True"/>
  <p:tag name="ORIGINALHEIGHT" val="9.713557"/>
  <p:tag name="ORIGINALWIDTH" val="125.1752"/>
  <p:tag name="OUTPUTTYPE" val="SVG"/>
  <p:tag name="TEMPFOLDER" val="c:\temp\"/>
  <p:tag name="TRANSPARENCY" val="True"/>
</p:tagLst>
</file>

<file path=ppt/tags/tag671.xml><?xml version="1.0" encoding="utf-8"?>
<p:tagLst xmlns:a="http://schemas.openxmlformats.org/drawingml/2006/main" xmlns:r="http://schemas.openxmlformats.org/officeDocument/2006/relationships" xmlns:p="http://schemas.openxmlformats.org/presentationml/2006/main">
  <p:tag name="BITMAPVECTOR" val="1"/>
  <p:tag name="IGUANATEXCURSOR" val="201"/>
  <p:tag name="IGUANATEXSIZE" val="18"/>
  <p:tag name="IGUANATEXVERSION" val="161"/>
  <p:tag name="LATEXADDIN" val="\documentclass{article}&#10;\usepackage{amsmath}&#10;\pagestyle{empty}&#10;\begin{document}&#10;&#10;&#10;$\frac{1}{n}\sum\limits_{i=1}^{n}(x_iu_i) = \frac{1}{n}\sum\limits_{i=1}^{n} (x_i(  y_i - \hat{\beta_0} - \hat{\beta_1}x_i)) = 0 $&#10;\end{document}"/>
  <p:tag name="LATEXENGINEID" val="0"/>
  <p:tag name="LATEXFORMHEIGHT" val="320"/>
  <p:tag name="LATEXFORMWIDTH" val="385"/>
  <p:tag name="LATEXFORMWRAP" val="True"/>
  <p:tag name="ORIGINALHEIGHT" val="21.37549"/>
  <p:tag name="ORIGINALWIDTH" val="185.7804"/>
  <p:tag name="OUTPUTTYPE" val="SVG"/>
  <p:tag name="TEMPFOLDER" val="c:\temp\"/>
  <p:tag name="TRANSPARENCY" val="True"/>
</p:tagLst>
</file>

<file path=ppt/tags/tag672.xml><?xml version="1.0" encoding="utf-8"?>
<p:tagLst xmlns:a="http://schemas.openxmlformats.org/drawingml/2006/main" xmlns:r="http://schemas.openxmlformats.org/officeDocument/2006/relationships" xmlns:p="http://schemas.openxmlformats.org/presentationml/2006/main">
  <p:tag name="BITMAPVECTOR" val="1"/>
  <p:tag name="IGUANATEXCURSOR" val="193"/>
  <p:tag name="IGUANATEXSIZE" val="18"/>
  <p:tag name="IGUANATEXVERSION" val="161"/>
  <p:tag name="LATEXADDIN" val="\documentclass{article}&#10;\usepackage{amsmath}&#10;\pagestyle{empty}&#10;\begin{document}&#10;&#10;&#10;$\frac{1}{n}\sum\limits_{i=1}^{n}(u_i) = \frac{1}{n}\sum\limits_{i=1}^{n} ( y_i - \hat{\beta_0} - \hat{\beta_1}x_i) = 0 $&#10;\end{document}"/>
  <p:tag name="LATEXENGINEID" val="0"/>
  <p:tag name="LATEXFORMHEIGHT" val="320"/>
  <p:tag name="LATEXFORMWIDTH" val="385"/>
  <p:tag name="LATEXFORMWRAP" val="True"/>
  <p:tag name="ORIGINALHEIGHT" val="21.37549"/>
  <p:tag name="ORIGINALWIDTH" val="160.5102"/>
  <p:tag name="OUTPUTTYPE" val="SVG"/>
  <p:tag name="TEMPFOLDER" val="c:\temp\"/>
  <p:tag name="TRANSPARENCY" val="True"/>
</p:tagLst>
</file>

<file path=ppt/tags/tag67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93"/>
  <p:tag name="IGUANATEXSIZE" val="18"/>
  <p:tag name="LATEXADDIN" val="\documentclass{article}&#10;\usepackage{amsmath}&#10;\pagestyle{empty}&#10;\begin{document}&#10;&#10;&#10;$\frac{1}{n}\sum\limits_{i=1}^{n}(u_i) = \frac{1}{n}\sum\limits_{i=1}^{n} ( y_i - \hat{\beta_0} - \hat{\beta_1}x_i) = 0 $&#10;\end{document}"/>
  <p:tag name="LATEXENGINEID" val="0"/>
  <p:tag name="LATEXFORMHEIGHT" val="320"/>
  <p:tag name="LATEXFORMWIDTH" val="385"/>
  <p:tag name="LATEXFORMWRAP" val="True"/>
  <p:tag name="ORIGINALHEIGHT" val="4.630608"/>
  <p:tag name="ORIGINALWIDTH" val="2.546374"/>
  <p:tag name="TEMPFOLDER" val="c:\temp\"/>
  <p:tag name="TRANSPARENCY" val="True"/>
</p:tagLst>
</file>

<file path=ppt/tags/tag674.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40228"/>
</p:tagLst>
</file>

<file path=ppt/tags/tag67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74301"/>
</p:tagLst>
</file>

<file path=ppt/tags/tag676.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74301"/>
</p:tagLst>
</file>

<file path=ppt/tags/tag67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24117"/>
</p:tagLst>
</file>

<file path=ppt/tags/tag67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9664"/>
</p:tagLst>
</file>

<file path=ppt/tags/tag679.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8765"/>
</p:tagLst>
</file>

<file path=ppt/tags/tag68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6374"/>
</p:tagLst>
</file>

<file path=ppt/tags/tag681.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852"/>
</p:tagLst>
</file>

<file path=ppt/tags/tag682.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5.13677"/>
</p:tagLst>
</file>

<file path=ppt/tags/tag683.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9664"/>
</p:tagLst>
</file>

<file path=ppt/tags/tag68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852"/>
</p:tagLst>
</file>

<file path=ppt/tags/tag685.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45849"/>
</p:tagLst>
</file>

<file path=ppt/tags/tag68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6374"/>
</p:tagLst>
</file>

<file path=ppt/tags/tag68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40228"/>
</p:tagLst>
</file>

<file path=ppt/tags/tag688.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74301"/>
</p:tagLst>
</file>

<file path=ppt/tags/tag689.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74301"/>
</p:tagLst>
</file>

<file path=ppt/tags/tag69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24117"/>
</p:tagLst>
</file>

<file path=ppt/tags/tag691.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9664"/>
</p:tagLst>
</file>

<file path=ppt/tags/tag692.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8765"/>
</p:tagLst>
</file>

<file path=ppt/tags/tag693.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6374"/>
</p:tagLst>
</file>

<file path=ppt/tags/tag69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852"/>
</p:tagLst>
</file>

<file path=ppt/tags/tag695.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7117"/>
</p:tagLst>
</file>

<file path=ppt/tags/tag69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9664"/>
</p:tagLst>
</file>

<file path=ppt/tags/tag69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10618"/>
</p:tagLst>
</file>

<file path=ppt/tags/tag698.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8297"/>
</p:tagLst>
</file>

<file path=ppt/tags/tag699.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787"/>
</p:tagLst>
</file>

<file path=ppt/tags/tag700.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4597"/>
</p:tagLst>
</file>

<file path=ppt/tags/tag70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10618"/>
</p:tagLst>
</file>

<file path=ppt/tags/tag702.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8297"/>
</p:tagLst>
</file>

<file path=ppt/tags/tag703.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787"/>
</p:tagLst>
</file>

<file path=ppt/tags/tag704.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6374"/>
</p:tagLst>
</file>

<file path=ppt/tags/tag705.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76885"/>
</p:tagLst>
</file>

<file path=ppt/tags/tag70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9664"/>
</p:tagLst>
</file>

<file path=ppt/tags/tag70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852"/>
</p:tagLst>
</file>

<file path=ppt/tags/tag708.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45849"/>
</p:tagLst>
</file>

<file path=ppt/tags/tag709.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207342"/>
</p:tagLst>
</file>

<file path=ppt/tags/tag71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201"/>
  <p:tag name="IGUANATEXSIZE" val="18"/>
  <p:tag name="LATEXADDIN" val="\documentclass{article}&#10;\usepackage{amsmath}&#10;\pagestyle{empty}&#10;\begin{document}&#10;&#10;&#10;$\frac{1}{n}\sum\limits_{i=1}^{n}(x_iu_i) = \frac{1}{n}\sum\limits_{i=1}^{n} (x_i(  y_i - \hat{\beta_0} - \hat{\beta_1}x_i)) = 0 $&#10;\end{document}"/>
  <p:tag name="LATEXENGINEID" val="0"/>
  <p:tag name="LATEXFORMHEIGHT" val="320"/>
  <p:tag name="LATEXFORMWIDTH" val="385"/>
  <p:tag name="LATEXFORMWRAP" val="True"/>
  <p:tag name="ORIGINALHEIGHT" val="4.630608"/>
  <p:tag name="ORIGINALWIDTH" val="2.538462"/>
  <p:tag name="TEMPFOLDER" val="c:\temp\"/>
  <p:tag name="TRANSPARENCY" val="True"/>
</p:tagLst>
</file>

<file path=ppt/tags/tag71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24825"/>
</p:tagLst>
</file>

<file path=ppt/tags/tag712.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713.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71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394741"/>
</p:tagLst>
</file>

<file path=ppt/tags/tag715.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16.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3273"/>
</p:tagLst>
</file>

<file path=ppt/tags/tag717.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718.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19.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720.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21.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5.120778"/>
</p:tagLst>
</file>

<file path=ppt/tags/tag72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2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24.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25143"/>
</p:tagLst>
</file>

<file path=ppt/tags/tag725.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726.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24825"/>
</p:tagLst>
</file>

<file path=ppt/tags/tag727.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728.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72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394741"/>
</p:tagLst>
</file>

<file path=ppt/tags/tag730.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31.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3273"/>
</p:tagLst>
</file>

<file path=ppt/tags/tag732.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73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34.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735.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36.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37.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592766"/>
</p:tagLst>
</file>

<file path=ppt/tags/tag73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39.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87157"/>
</p:tagLst>
</file>

<file path=ppt/tags/tag740.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0006"/>
</p:tagLst>
</file>

<file path=ppt/tags/tag74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0868"/>
</p:tagLst>
</file>

<file path=ppt/tags/tag742.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35828"/>
</p:tagLst>
</file>

<file path=ppt/tags/tag74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87157"/>
</p:tagLst>
</file>

<file path=ppt/tags/tag744.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0006"/>
</p:tagLst>
</file>

<file path=ppt/tags/tag745.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0868"/>
</p:tagLst>
</file>

<file path=ppt/tags/tag74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747.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74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74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5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751.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25143"/>
</p:tagLst>
</file>

<file path=ppt/tags/tag752.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194253"/>
</p:tagLst>
</file>

<file path=ppt/tags/tag75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1"/>
  <p:tag name="IGUANATEXSIZE" val="18"/>
  <p:tag name="LATEXADDIN" val="\documentclass{article}&#10;\usepackage{amsmath}&#10;\pagestyle{empty}&#10;\begin{document}&#10;&#10;&#10;$ E[u] = E[ y_i - \beta_0 - \beta_1x_i]=0 $&#10;\end{document}"/>
  <p:tag name="LATEXENGINEID" val="0"/>
  <p:tag name="LATEXFORMHEIGHT" val="320"/>
  <p:tag name="LATEXFORMWIDTH" val="385"/>
  <p:tag name="LATEXFORMWRAP" val="True"/>
  <p:tag name="ORIGINALHEIGHT" val="6.605204"/>
  <p:tag name="ORIGINALWIDTH" val="7.230635"/>
  <p:tag name="TEMPFOLDER" val="c:\temp\"/>
  <p:tag name="TRANSPARENCY" val="True"/>
</p:tagLst>
</file>

<file path=ppt/tags/tag754.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755.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5.120777"/>
</p:tagLst>
</file>

<file path=ppt/tags/tag756.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757.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25143"/>
</p:tagLst>
</file>

<file path=ppt/tags/tag758.xml><?xml version="1.0" encoding="utf-8"?>
<p:tagLst xmlns:a="http://schemas.openxmlformats.org/drawingml/2006/main" xmlns:r="http://schemas.openxmlformats.org/officeDocument/2006/relationships" xmlns:p="http://schemas.openxmlformats.org/presentationml/2006/main">
  <p:tag name="EMFCHILD" val="True"/>
  <p:tag name="ORIGINALHEIGHT" val="6.605204"/>
  <p:tag name="ORIGINALWIDTH" val="7.230635"/>
</p:tagLst>
</file>

<file path=ppt/tags/tag759.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760.xml><?xml version="1.0" encoding="utf-8"?>
<p:tagLst xmlns:a="http://schemas.openxmlformats.org/drawingml/2006/main" xmlns:r="http://schemas.openxmlformats.org/officeDocument/2006/relationships" xmlns:p="http://schemas.openxmlformats.org/presentationml/2006/main">
  <p:tag name="EMFCHILD" val="True"/>
  <p:tag name="ORIGINALHEIGHT" val="6.284677"/>
  <p:tag name="ORIGINALWIDTH" val="4.592766"/>
</p:tagLst>
</file>

<file path=ppt/tags/tag761.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13056"/>
</p:tagLst>
</file>

<file path=ppt/tags/tag762.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87157"/>
</p:tagLst>
</file>

<file path=ppt/tags/tag763.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30867"/>
</p:tagLst>
</file>

<file path=ppt/tags/tag764.xml><?xml version="1.0" encoding="utf-8"?>
<p:tagLst xmlns:a="http://schemas.openxmlformats.org/drawingml/2006/main" xmlns:r="http://schemas.openxmlformats.org/officeDocument/2006/relationships" xmlns:p="http://schemas.openxmlformats.org/presentationml/2006/main">
  <p:tag name="EMFCHILD" val="True"/>
  <p:tag name="ORIGINALHEIGHT" val="4.650851"/>
  <p:tag name="ORIGINALWIDTH" val="3.235827"/>
</p:tagLst>
</file>

<file path=ppt/tags/tag765.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87157"/>
</p:tagLst>
</file>

<file path=ppt/tags/tag766.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30867"/>
</p:tagLst>
</file>

<file path=ppt/tags/tag767.xml><?xml version="1.0" encoding="utf-8"?>
<p:tagLst xmlns:a="http://schemas.openxmlformats.org/drawingml/2006/main" xmlns:r="http://schemas.openxmlformats.org/officeDocument/2006/relationships" xmlns:p="http://schemas.openxmlformats.org/presentationml/2006/main">
  <p:tag name="EMFCHILD" val="True"/>
  <p:tag name="ORIGINALHEIGHT" val="4.514829"/>
  <p:tag name="ORIGINALWIDTH" val="2.538462"/>
</p:tagLst>
</file>

<file path=ppt/tags/tag768.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61355"/>
</p:tagLst>
</file>

<file path=ppt/tags/tag769.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13056"/>
</p:tagLst>
</file>

<file path=ppt/tags/tag770.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485"/>
</p:tagLst>
</file>

<file path=ppt/tags/tag771.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25143"/>
</p:tagLst>
</file>

<file path=ppt/tags/tag772.xml><?xml version="1.0" encoding="utf-8"?>
<p:tagLst xmlns:a="http://schemas.openxmlformats.org/drawingml/2006/main" xmlns:r="http://schemas.openxmlformats.org/officeDocument/2006/relationships" xmlns:p="http://schemas.openxmlformats.org/presentationml/2006/main">
  <p:tag name="EMFCHILD" val="True"/>
  <p:tag name="ORIGINALHEIGHT" val="6.682937"/>
  <p:tag name="ORIGINALWIDTH" val="4.194253"/>
</p:tagLst>
</file>

<file path=ppt/tags/tag77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3"/>
  <p:tag name="IGUANATEXSIZE" val="18"/>
  <p:tag name="LATEXADDIN" val="\documentclass{article}&#10;\usepackage{amsmath}&#10;\pagestyle{empty}&#10;\begin{document}&#10;&#10;&#10;$E[xu] = E[x(  y_i - \beta_0 - \beta_1x_i)]=0 $&#10;\end{document}"/>
  <p:tag name="LATEXENGINEID" val="0"/>
  <p:tag name="LATEXFORMHEIGHT" val="320"/>
  <p:tag name="LATEXFORMWIDTH" val="385"/>
  <p:tag name="LATEXFORMWRAP" val="True"/>
  <p:tag name="ORIGINALHEIGHT" val="6.605204"/>
  <p:tag name="ORIGINALWIDTH" val="7.218175"/>
  <p:tag name="TEMPFOLDER" val="c:\temp\"/>
  <p:tag name="TRANSPARENCY" val="True"/>
</p:tagLst>
</file>

<file path=ppt/tags/tag774.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2493"/>
</p:tagLst>
</file>

<file path=ppt/tags/tag775.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52811"/>
</p:tagLst>
</file>

<file path=ppt/tags/tag776.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5.111938"/>
</p:tagLst>
</file>

<file path=ppt/tags/tag777.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2493"/>
</p:tagLst>
</file>

<file path=ppt/tags/tag778.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13693"/>
</p:tagLst>
</file>

<file path=ppt/tags/tag779.xml><?xml version="1.0" encoding="utf-8"?>
<p:tagLst xmlns:a="http://schemas.openxmlformats.org/drawingml/2006/main" xmlns:r="http://schemas.openxmlformats.org/officeDocument/2006/relationships" xmlns:p="http://schemas.openxmlformats.org/presentationml/2006/main">
  <p:tag name="EMFCHILD" val="True"/>
  <p:tag name="ORIGINALHEIGHT" val="6.605204"/>
  <p:tag name="ORIGINALWIDTH" val="7.218175"/>
</p:tagLst>
</file>

<file path=ppt/tags/tag780.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2493"/>
</p:tagLst>
</file>

<file path=ppt/tags/tag781.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52811"/>
</p:tagLst>
</file>

<file path=ppt/tags/tag782.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2.307324"/>
</p:tagLst>
</file>

<file path=ppt/tags/tag783.xml><?xml version="1.0" encoding="utf-8"?>
<p:tagLst xmlns:a="http://schemas.openxmlformats.org/drawingml/2006/main" xmlns:r="http://schemas.openxmlformats.org/officeDocument/2006/relationships" xmlns:p="http://schemas.openxmlformats.org/presentationml/2006/main">
  <p:tag name="EMFCHILD" val="True"/>
  <p:tag name="ORIGINALHEIGHT" val="6.284677"/>
  <p:tag name="ORIGINALWIDTH" val="4.584852"/>
</p:tagLst>
</file>

<file path=ppt/tags/tag784.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09394"/>
</p:tagLst>
</file>

<file path=ppt/tags/tag785.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76675"/>
</p:tagLst>
</file>

<file path=ppt/tags/tag786.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21523"/>
</p:tagLst>
</file>

<file path=ppt/tags/tag787.xml><?xml version="1.0" encoding="utf-8"?>
<p:tagLst xmlns:a="http://schemas.openxmlformats.org/drawingml/2006/main" xmlns:r="http://schemas.openxmlformats.org/officeDocument/2006/relationships" xmlns:p="http://schemas.openxmlformats.org/presentationml/2006/main">
  <p:tag name="EMFCHILD" val="True"/>
  <p:tag name="ORIGINALHEIGHT" val="4.650851"/>
  <p:tag name="ORIGINALWIDTH" val="3.230271"/>
</p:tagLst>
</file>

<file path=ppt/tags/tag788.xml><?xml version="1.0" encoding="utf-8"?>
<p:tagLst xmlns:a="http://schemas.openxmlformats.org/drawingml/2006/main" xmlns:r="http://schemas.openxmlformats.org/officeDocument/2006/relationships" xmlns:p="http://schemas.openxmlformats.org/presentationml/2006/main">
  <p:tag name="EMFCHILD" val="True"/>
  <p:tag name="ORIGINALHEIGHT" val="0.3885389"/>
  <p:tag name="ORIGINALWIDTH" val="6.076675"/>
</p:tagLst>
</file>

<file path=ppt/tags/tag789.xml><?xml version="1.0" encoding="utf-8"?>
<p:tagLst xmlns:a="http://schemas.openxmlformats.org/drawingml/2006/main" xmlns:r="http://schemas.openxmlformats.org/officeDocument/2006/relationships" xmlns:p="http://schemas.openxmlformats.org/presentationml/2006/main">
  <p:tag name="EMFCHILD" val="True"/>
  <p:tag name="ORIGINALHEIGHT" val="8.74221"/>
  <p:tag name="ORIGINALWIDTH" val="5.421523"/>
</p:tagLst>
</file>

<file path=ppt/tags/tag790.xml><?xml version="1.0" encoding="utf-8"?>
<p:tagLst xmlns:a="http://schemas.openxmlformats.org/drawingml/2006/main" xmlns:r="http://schemas.openxmlformats.org/officeDocument/2006/relationships" xmlns:p="http://schemas.openxmlformats.org/presentationml/2006/main">
  <p:tag name="EMFCHILD" val="True"/>
  <p:tag name="ORIGINALHEIGHT" val="4.514829"/>
  <p:tag name="ORIGINALWIDTH" val="2.534084"/>
</p:tagLst>
</file>

<file path=ppt/tags/tag791.xml><?xml version="1.0" encoding="utf-8"?>
<p:tagLst xmlns:a="http://schemas.openxmlformats.org/drawingml/2006/main" xmlns:r="http://schemas.openxmlformats.org/officeDocument/2006/relationships" xmlns:p="http://schemas.openxmlformats.org/presentationml/2006/main">
  <p:tag name="EMFCHILD" val="True"/>
  <p:tag name="ORIGINALHEIGHT" val="4.400229"/>
  <p:tag name="ORIGINALWIDTH" val="4.952811"/>
</p:tagLst>
</file>

<file path=ppt/tags/tag792.xml><?xml version="1.0" encoding="utf-8"?>
<p:tagLst xmlns:a="http://schemas.openxmlformats.org/drawingml/2006/main" xmlns:r="http://schemas.openxmlformats.org/officeDocument/2006/relationships" xmlns:p="http://schemas.openxmlformats.org/presentationml/2006/main">
  <p:tag name="EMFCHILD" val="True"/>
  <p:tag name="ORIGINALHEIGHT" val="4.576064"/>
  <p:tag name="ORIGINALWIDTH" val="2.109394"/>
</p:tagLst>
</file>

<file path=ppt/tags/tag793.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2.307324"/>
</p:tagLst>
</file>

<file path=ppt/tags/tag794.xml><?xml version="1.0" encoding="utf-8"?>
<p:tagLst xmlns:a="http://schemas.openxmlformats.org/drawingml/2006/main" xmlns:r="http://schemas.openxmlformats.org/officeDocument/2006/relationships" xmlns:p="http://schemas.openxmlformats.org/presentationml/2006/main">
  <p:tag name="EMFCHILD" val="True"/>
  <p:tag name="ORIGINALHEIGHT" val="9.713557"/>
  <p:tag name="ORIGINALWIDTH" val="1.362493"/>
</p:tagLst>
</file>

<file path=ppt/tags/tag795.xml><?xml version="1.0" encoding="utf-8"?>
<p:tagLst xmlns:a="http://schemas.openxmlformats.org/drawingml/2006/main" xmlns:r="http://schemas.openxmlformats.org/officeDocument/2006/relationships" xmlns:p="http://schemas.openxmlformats.org/presentationml/2006/main">
  <p:tag name="EMFCHILD" val="True"/>
  <p:tag name="ORIGINALHEIGHT" val="2.272944"/>
  <p:tag name="ORIGINALWIDTH" val="6.613693"/>
</p:tagLst>
</file>

<file path=ppt/tags/tag796.xml><?xml version="1.0" encoding="utf-8"?>
<p:tagLst xmlns:a="http://schemas.openxmlformats.org/drawingml/2006/main" xmlns:r="http://schemas.openxmlformats.org/officeDocument/2006/relationships" xmlns:p="http://schemas.openxmlformats.org/presentationml/2006/main">
  <p:tag name="EMFCHILD" val="True"/>
  <p:tag name="ORIGINALHEIGHT" val="6.682937"/>
  <p:tag name="ORIGINALWIDTH" val="4.187013"/>
</p:tagLst>
</file>

<file path=ppt/tags/tag79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2.318285"/>
  <p:tag name="TEMPFOLDER" val="c:\temp\"/>
  <p:tag name="TRANSPARENCY" val="True"/>
</p:tagLst>
</file>

<file path=ppt/tags/tag798.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76334"/>
</p:tagLst>
</file>

<file path=ppt/tags/tag799.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800.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801.xml><?xml version="1.0" encoding="utf-8"?>
<p:tagLst xmlns:a="http://schemas.openxmlformats.org/drawingml/2006/main" xmlns:r="http://schemas.openxmlformats.org/officeDocument/2006/relationships" xmlns:p="http://schemas.openxmlformats.org/presentationml/2006/main">
  <p:tag name="EMFCHILD" val="True"/>
  <p:tag name="ORIGINALHEIGHT" val="6.284646"/>
  <p:tag name="ORIGINALWIDTH" val="4.606606"/>
</p:tagLst>
</file>

<file path=ppt/tags/tag802.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803.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8285"/>
</p:tagLst>
</file>

<file path=ppt/tags/tag804.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9186"/>
</p:tagLst>
</file>

<file path=ppt/tags/tag805.xml><?xml version="1.0" encoding="utf-8"?>
<p:tagLst xmlns:a="http://schemas.openxmlformats.org/drawingml/2006/main" xmlns:r="http://schemas.openxmlformats.org/officeDocument/2006/relationships" xmlns:p="http://schemas.openxmlformats.org/presentationml/2006/main">
  <p:tag name="EMFCHILD" val="True"/>
  <p:tag name="ORIGINALHEIGHT" val="6.527516"/>
  <p:tag name="ORIGINALWIDTH" val="2.638058"/>
</p:tagLst>
</file>

<file path=ppt/tags/tag806.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45101"/>
</p:tagLst>
</file>

<file path=ppt/tags/tag807.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3.29755"/>
</p:tagLst>
</file>

<file path=ppt/tags/tag808.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809.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810.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811.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812.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416011"/>
</p:tagLst>
</file>

<file path=ppt/tags/tag81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7"/>
  <p:tag name="IGUANATEXSIZE" val="18"/>
  <p:tag name="LATEXADDIN" val="\documentclass{article}&#10;\usepackage{amsmath}&#10;\pagestyle{empty}&#10;\begin{document}&#10;&#10;&#10;$ Cov[u,x]= E[xu] = 0$&#10;\end{document}"/>
  <p:tag name="LATEXENGINEID" val="0"/>
  <p:tag name="LATEXFORMHEIGHT" val=" 320"/>
  <p:tag name="LATEXFORMWIDTH" val=" 385"/>
  <p:tag name="LATEXFORMWRAP" val="True"/>
  <p:tag name="ORIGINALHEIGHT" val=" 7.061767"/>
  <p:tag name="ORIGINALWIDTH" val=" 7.018197"/>
  <p:tag name="TEMPFOLDER" val="C:\Users\luisc\Documents\Custom Office Templates\iguana temp\"/>
  <p:tag name="TRANSPARENCY" val="True"/>
</p:tagLst>
</file>

<file path=ppt/tags/tag814.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230664"/>
</p:tagLst>
</file>

<file path=ppt/tags/tag815.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339414"/>
</p:tagLst>
</file>

<file path=ppt/tags/tag816.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817.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818.xml><?xml version="1.0" encoding="utf-8"?>
<p:tagLst xmlns:a="http://schemas.openxmlformats.org/drawingml/2006/main" xmlns:r="http://schemas.openxmlformats.org/officeDocument/2006/relationships" xmlns:p="http://schemas.openxmlformats.org/presentationml/2006/main">
  <p:tag name="EMFCHILD" val="True"/>
  <p:tag name="ORIGINALHEIGHT" val=" 2.904331"/>
  <p:tag name="ORIGINALWIDTH" val=" 1.156518"/>
</p:tagLst>
</file>

<file path=ppt/tags/tag819.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820.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821.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822.xml><?xml version="1.0" encoding="utf-8"?>
<p:tagLst xmlns:a="http://schemas.openxmlformats.org/drawingml/2006/main" xmlns:r="http://schemas.openxmlformats.org/officeDocument/2006/relationships" xmlns:p="http://schemas.openxmlformats.org/presentationml/2006/main">
  <p:tag name="EMFCHILD" val="True"/>
  <p:tag name="ORIGINALHEIGHT" val=" 6.605206"/>
  <p:tag name="ORIGINALWIDTH" val=" 7.174146"/>
</p:tagLst>
</file>

<file path=ppt/tags/tag823.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824.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825.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826.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827.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828.xml><?xml version="1.0" encoding="utf-8"?>
<p:tagLst xmlns:a="http://schemas.openxmlformats.org/drawingml/2006/main" xmlns:r="http://schemas.openxmlformats.org/officeDocument/2006/relationships" xmlns:p="http://schemas.openxmlformats.org/presentationml/2006/main">
  <p:tag name="EMFCHILD" val="True"/>
  <p:tag name="ORIGINALHEIGHT" val=" 6.682896"/>
  <p:tag name="ORIGINALWIDTH" val=" 4.161461"/>
</p:tagLst>
</file>

<file path=ppt/tags/tag82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83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83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83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83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83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83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836.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83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 E[u] = 0$&#10;\end{document}"/>
  <p:tag name="LATEXENGINEID" val="0"/>
  <p:tag name="LATEXFORMHEIGHT" val="320"/>
  <p:tag name="LATEXFORMWIDTH" val="385"/>
  <p:tag name="LATEXFORMWRAP" val="True"/>
  <p:tag name="ORIGINALHEIGHT" val="6.605206"/>
  <p:tag name="ORIGINALWIDTH" val="7.328349"/>
  <p:tag name="TEMPFOLDER" val="c:\temp\"/>
  <p:tag name="TRANSPARENCY" val="True"/>
</p:tagLst>
</file>

<file path=ppt/tags/tag83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83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89984"/>
</p:tagLst>
</file>

<file path=ppt/tags/tag84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841.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714657"/>
</p:tagLst>
</file>

<file path=ppt/tags/tag842.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25092"/>
</p:tagLst>
</file>

<file path=ppt/tags/tag84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844.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845.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846.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847.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848.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849.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850.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851.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852.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853.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854.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855.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856.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857.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 E[u] = 0$&#10;\end{document}"/>
  <p:tag name="LATEXENGINEID" val="0"/>
  <p:tag name="LATEXFORMHEIGHT" val="320"/>
  <p:tag name="LATEXFORMWIDTH" val="385"/>
  <p:tag name="LATEXFORMWRAP" val="True"/>
  <p:tag name="ORIGINALHEIGHT" val="9.713561"/>
  <p:tag name="ORIGINALWIDTH" val="37.14953"/>
  <p:tag name="OUTPUTTYPE" val="SVG"/>
  <p:tag name="TEMPFOLDER" val="c:\temp\"/>
  <p:tag name="TRANSPARENCY" val="True"/>
</p:tagLst>
</file>

<file path=ppt/tags/tag858.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859.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7"/>
  <p:tag name="IGUANATEXSIZE" val="18"/>
  <p:tag name="IGUANATEXVERSION" val="162"/>
  <p:tag name="LATEXADDIN" val="\documentclass{article}&#10;\usepackage{amsmath}&#10;\pagestyle{empty}&#10;\begin{document}&#10;&#10;&#10;$ Cov[u,x]= E[xu] = 0$&#10;\end{document}"/>
  <p:tag name="LATEXENGINEID" val="0"/>
  <p:tag name="LATEXFORMHEIGHT" val=" 320"/>
  <p:tag name="LATEXFORMWIDTH" val=" 385"/>
  <p:tag name="LATEXFORMWRAP" val="True"/>
  <p:tag name="ORIGINALHEIGHT" val=" 9.713561"/>
  <p:tag name="ORIGINALWIDTH" val=" 93.98057"/>
  <p:tag name="OUTPUTTYPE" val="SVG"/>
  <p:tag name="TEMPFOLDER" val="C:\Users\luisc\Documents\Custom Office Templates\iguana temp\"/>
  <p:tag name="TRANSPARENCY" val="True"/>
</p:tagLst>
</file>

<file path=ppt/tags/tag860.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82.04778"/>
  <p:tag name="OUTPUTTYPE" val="SVG"/>
  <p:tag name="TEMPFOLDER" val="c:\temp\"/>
  <p:tag name="TRANSPARENCY" val="True"/>
</p:tagLst>
</file>

<file path=ppt/tags/tag861.xml><?xml version="1.0" encoding="utf-8"?>
<p:tagLst xmlns:a="http://schemas.openxmlformats.org/drawingml/2006/main" xmlns:r="http://schemas.openxmlformats.org/officeDocument/2006/relationships" xmlns:p="http://schemas.openxmlformats.org/presentationml/2006/main">
  <p:tag name="BITMAPVECTOR" val="1"/>
  <p:tag name="IGUANATEXCURSOR" val="154"/>
  <p:tag name="IGUANATEXSIZE" val="18"/>
  <p:tag name="IGUANATEXVERSION" val="161"/>
  <p:tag name="LATEXADDIN" val="\documentclass{article}&#10;\usepackage{amsmath}&#10;\pagestyle{empty}&#10;\begin{document}&#10;&#10;&#10;$ \frac{1}{n}\sum\limits_{i=1}^{n} ( y_i - \hat{\beta_0} - \hat{\beta_1}x_i) = 0 $&#10;\end{document}"/>
  <p:tag name="LATEXENGINEID" val="0"/>
  <p:tag name="LATEXFORMHEIGHT" val="320"/>
  <p:tag name="LATEXFORMWIDTH" val="385"/>
  <p:tag name="LATEXFORMWRAP" val="True"/>
  <p:tag name="ORIGINALHEIGHT" val="21.37549"/>
  <p:tag name="ORIGINALWIDTH" val="108.8263"/>
  <p:tag name="OUTPUTTYPE" val="SVG"/>
  <p:tag name="TEMPFOLDER" val="c:\temp\"/>
  <p:tag name="TRANSPARENCY" val="True"/>
</p:tagLst>
</file>

<file path=ppt/tags/tag862.xml><?xml version="1.0" encoding="utf-8"?>
<p:tagLst xmlns:a="http://schemas.openxmlformats.org/drawingml/2006/main" xmlns:r="http://schemas.openxmlformats.org/officeDocument/2006/relationships" xmlns:p="http://schemas.openxmlformats.org/presentationml/2006/main">
  <p:tag name="BITMAPVECTOR" val="1"/>
  <p:tag name="IGUANATEXCURSOR" val="158"/>
  <p:tag name="IGUANATEXSIZE" val="18"/>
  <p:tag name="IGUANATEXVERSION" val="161"/>
  <p:tag name="LATEXADDIN" val="\documentclass{article}&#10;\usepackage{amsmath}&#10;\pagestyle{empty}&#10;\begin{document}&#10;&#10;&#10;$ \frac{1}{n}(\sum\limits_{i=1}^{n} ( y_i) - n\hat{\beta_0}  - \hat{\beta_1} \sum\limits_{i=1}^{n} x_i) = 0 $&#10;\end{document}"/>
  <p:tag name="LATEXENGINEID" val="0"/>
  <p:tag name="LATEXFORMHEIGHT" val="320"/>
  <p:tag name="LATEXFORMWIDTH" val="385"/>
  <p:tag name="LATEXFORMWRAP" val="True"/>
  <p:tag name="ORIGINALHEIGHT" val="21.37549"/>
  <p:tag name="ORIGINALWIDTH" val="135.873"/>
  <p:tag name="OUTPUTTYPE" val="SVG"/>
  <p:tag name="TEMPFOLDER" val="c:\temp\"/>
  <p:tag name="TRANSPARENCY" val="True"/>
</p:tagLst>
</file>

<file path=ppt/tags/tag863.xml><?xml version="1.0" encoding="utf-8"?>
<p:tagLst xmlns:a="http://schemas.openxmlformats.org/drawingml/2006/main" xmlns:r="http://schemas.openxmlformats.org/officeDocument/2006/relationships" xmlns:p="http://schemas.openxmlformats.org/presentationml/2006/main">
  <p:tag name="BITMAPVECTOR" val="1"/>
  <p:tag name="IGUANATEXCURSOR" val="168"/>
  <p:tag name="IGUANATEXSIZE" val="18"/>
  <p:tag name="IGUANATEXVERSION" val="161"/>
  <p:tag name="LATEXADDIN" val="\documentclass{article}&#10;\usepackage{amsmath}&#10;\pagestyle{empty}&#10;\begin{document}&#10;&#10;&#10;$ \frac{1}{n}\sum\limits_{i=1}^{n} ( y_i) - \frac{1}{n}n\hat{\beta_0}  - \hat{\beta_1} \frac{1}{n}\sum\limits_{i=1}^{n} x_i) = 0 $&#10;\end{document}"/>
  <p:tag name="LATEXENGINEID" val="0"/>
  <p:tag name="LATEXFORMHEIGHT" val="320"/>
  <p:tag name="LATEXFORMWIDTH" val="385"/>
  <p:tag name="LATEXFORMWRAP" val="True"/>
  <p:tag name="ORIGINALHEIGHT" val="21.37549"/>
  <p:tag name="ORIGINALWIDTH" val="149.0382"/>
  <p:tag name="OUTPUTTYPE" val="SVG"/>
  <p:tag name="TEMPFOLDER" val="c:\temp\"/>
  <p:tag name="TRANSPARENCY" val="True"/>
</p:tagLst>
</file>

<file path=ppt/tags/tag864.xml><?xml version="1.0" encoding="utf-8"?>
<p:tagLst xmlns:a="http://schemas.openxmlformats.org/drawingml/2006/main" xmlns:r="http://schemas.openxmlformats.org/officeDocument/2006/relationships" xmlns:p="http://schemas.openxmlformats.org/presentationml/2006/main">
  <p:tag name="BITMAPVECTOR" val="1"/>
  <p:tag name="IGUANATEXCURSOR" val="168"/>
  <p:tag name="IGUANATEXSIZE" val="18"/>
  <p:tag name="IGUANATEXVERSION" val="161"/>
  <p:tag name="LATEXADDIN" val="\documentclass{article}&#10;\usepackage{amsmath}&#10;\pagestyle{empty}&#10;\begin{document}&#10;&#10;&#10;$ \frac{1}{n}\sum\limits_{i=1}^{n} ( y_i) - \frac{1}{n}n\hat{\beta_0}  - \hat{\beta_1} \frac{1}{n}\sum\limits_{i=1}^{n} x_i) = 0 $&#10;\end{document}"/>
  <p:tag name="LATEXENGINEID" val="0"/>
  <p:tag name="LATEXFORMHEIGHT" val="320"/>
  <p:tag name="LATEXFORMWIDTH" val="385"/>
  <p:tag name="LATEXFORMWRAP" val="True"/>
  <p:tag name="ORIGINALHEIGHT" val="21.37549"/>
  <p:tag name="ORIGINALWIDTH" val="149.0382"/>
  <p:tag name="OUTPUTTYPE" val="SVG"/>
  <p:tag name="TEMPFOLDER" val="c:\temp\"/>
  <p:tag name="TRANSPARENCY" val="True"/>
</p:tagLst>
</file>

<file path=ppt/tags/tag865.xml><?xml version="1.0" encoding="utf-8"?>
<p:tagLst xmlns:a="http://schemas.openxmlformats.org/drawingml/2006/main" xmlns:r="http://schemas.openxmlformats.org/officeDocument/2006/relationships" xmlns:p="http://schemas.openxmlformats.org/presentationml/2006/main">
  <p:tag name="BITMAPVECTOR" val="1"/>
  <p:tag name="IGUANATEXCURSOR" val="132"/>
  <p:tag name="IGUANATEXSIZE" val="18"/>
  <p:tag name="IGUANATEXVERSION" val="161"/>
  <p:tag name="LATEXADDIN" val="\documentclass{article}&#10;\usepackage{amsmath}&#10;\pagestyle{empty}&#10;\begin{document}&#10;&#10;&#10;$ \bar{y} - \hat{\beta_0}  - \hat{\beta_1} \bar{x} = 0 $&#10;\end{document}"/>
  <p:tag name="LATEXENGINEID" val="0"/>
  <p:tag name="LATEXFORMHEIGHT" val="320"/>
  <p:tag name="LATEXFORMWIDTH" val="385"/>
  <p:tag name="LATEXFORMWRAP" val="True"/>
  <p:tag name="ORIGINALHEIGHT" val="11.84871"/>
  <p:tag name="ORIGINALWIDTH" val="72.58132"/>
  <p:tag name="OUTPUTTYPE" val="SVG"/>
  <p:tag name="TEMPFOLDER" val="c:\temp\"/>
  <p:tag name="TRANSPARENCY" val="True"/>
</p:tagLst>
</file>

<file path=ppt/tags/tag866.xml><?xml version="1.0" encoding="utf-8"?>
<p:tagLst xmlns:a="http://schemas.openxmlformats.org/drawingml/2006/main" xmlns:r="http://schemas.openxmlformats.org/officeDocument/2006/relationships" xmlns:p="http://schemas.openxmlformats.org/presentationml/2006/main">
  <p:tag name="BITMAPVECTOR" val="1"/>
  <p:tag name="IGUANATEXCURSOR" val="95"/>
  <p:tag name="IGUANATEXSIZE" val="18"/>
  <p:tag name="IGUANATEXVERSION" val="161"/>
  <p:tag name="LATEXADDIN" val="\documentclass{article}&#10;\usepackage{amsmath}&#10;\pagestyle{empty}&#10;\begin{document}&#10;&#10;&#10;$ \bar{y}  =  \hat{\beta_0}  + \hat{\beta_1} \bar{x} $&#10;\end{document}"/>
  <p:tag name="LATEXENGINEID" val="0"/>
  <p:tag name="LATEXFORMHEIGHT" val="320"/>
  <p:tag name="LATEXFORMWIDTH" val="385"/>
  <p:tag name="LATEXFORMWRAP" val="True"/>
  <p:tag name="ORIGINALHEIGHT" val="11.84871"/>
  <p:tag name="ORIGINALWIDTH" val="55.137"/>
  <p:tag name="OUTPUTTYPE" val="SVG"/>
  <p:tag name="TEMPFOLDER" val="c:\temp\"/>
  <p:tag name="TRANSPARENCY" val="True"/>
</p:tagLst>
</file>

<file path=ppt/tags/tag867.xml><?xml version="1.0" encoding="utf-8"?>
<p:tagLst xmlns:a="http://schemas.openxmlformats.org/drawingml/2006/main" xmlns:r="http://schemas.openxmlformats.org/officeDocument/2006/relationships" xmlns:p="http://schemas.openxmlformats.org/presentationml/2006/main">
  <p:tag name="BITMAPVECTOR" val="1"/>
  <p:tag name="IGUANATEXCURSOR" val="110"/>
  <p:tag name="IGUANATEXSIZE" val="18"/>
  <p:tag name="IGUANATEXVERSION" val="161"/>
  <p:tag name="LATEXADDIN" val="\documentclass{article}&#10;\usepackage{amsmath}&#10;\pagestyle{empty}&#10;\begin{document}&#10;&#10;&#10;$\hat{\beta_0} =  \bar{y} - \hat{\beta_1} \bar{x} $&#10;\end{document}"/>
  <p:tag name="LATEXENGINEID" val="0"/>
  <p:tag name="LATEXFORMHEIGHT" val="320"/>
  <p:tag name="LATEXFORMWIDTH" val="385"/>
  <p:tag name="LATEXFORMWRAP" val="True"/>
  <p:tag name="ORIGINALHEIGHT" val="11.84871"/>
  <p:tag name="ORIGINALWIDTH" val="55.12841"/>
  <p:tag name="OUTPUTTYPE" val="SVG"/>
  <p:tag name="TEMPFOLDER" val="c:\temp\"/>
  <p:tag name="TRANSPARENCY" val="True"/>
</p:tagLst>
</file>

<file path=ppt/tags/tag86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0"/>
  <p:tag name="IGUANATEXSIZE" val="18"/>
  <p:tag name="LATEXADDIN" val="\documentclass{article}&#10;\usepackage{amsmath}&#10;\pagestyle{empty}&#10;\begin{document}&#10;&#10;&#10;$\hat{\beta_0} =  \bar{y} - \hat{\beta_1} \bar{x} $&#10;\end{document}"/>
  <p:tag name="LATEXENGINEID" val="0"/>
  <p:tag name="LATEXFORMHEIGHT" val="320"/>
  <p:tag name="LATEXFORMWIDTH" val="385"/>
  <p:tag name="LATEXFORMWRAP" val="True"/>
  <p:tag name="ORIGINALHEIGHT" val="1.569096"/>
  <p:tag name="ORIGINALWIDTH" val="2.62499"/>
  <p:tag name="TEMPFOLDER" val="c:\temp\"/>
  <p:tag name="TRANSPARENCY" val="True"/>
</p:tagLst>
</file>

<file path=ppt/tags/tag869.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870.xml><?xml version="1.0" encoding="utf-8"?>
<p:tagLst xmlns:a="http://schemas.openxmlformats.org/drawingml/2006/main" xmlns:r="http://schemas.openxmlformats.org/officeDocument/2006/relationships" xmlns:p="http://schemas.openxmlformats.org/presentationml/2006/main">
  <p:tag name="EMFCHILD" val="True"/>
  <p:tag name="ORIGINALHEIGHT" val="4.878495"/>
  <p:tag name="ORIGINALWIDTH" val="3.193278"/>
</p:tagLst>
</file>

<file path=ppt/tags/tag871.xml><?xml version="1.0" encoding="utf-8"?>
<p:tagLst xmlns:a="http://schemas.openxmlformats.org/drawingml/2006/main" xmlns:r="http://schemas.openxmlformats.org/officeDocument/2006/relationships" xmlns:p="http://schemas.openxmlformats.org/presentationml/2006/main">
  <p:tag name="EMFCHILD" val="True"/>
  <p:tag name="ORIGINALHEIGHT" val="2.38422"/>
  <p:tag name="ORIGINALWIDTH" val="6.537982"/>
</p:tagLst>
</file>

<file path=ppt/tags/tag872.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49158"/>
</p:tagLst>
</file>

<file path=ppt/tags/tag873.xml><?xml version="1.0" encoding="utf-8"?>
<p:tagLst xmlns:a="http://schemas.openxmlformats.org/drawingml/2006/main" xmlns:r="http://schemas.openxmlformats.org/officeDocument/2006/relationships" xmlns:p="http://schemas.openxmlformats.org/presentationml/2006/main">
  <p:tag name="EMFCHILD" val="True"/>
  <p:tag name="ORIGINALHEIGHT" val="6.592283"/>
  <p:tag name="ORIGINALWIDTH" val="4.53233"/>
</p:tagLst>
</file>

<file path=ppt/tags/tag874.xml><?xml version="1.0" encoding="utf-8"?>
<p:tagLst xmlns:a="http://schemas.openxmlformats.org/drawingml/2006/main" xmlns:r="http://schemas.openxmlformats.org/officeDocument/2006/relationships" xmlns:p="http://schemas.openxmlformats.org/presentationml/2006/main">
  <p:tag name="EMFCHILD" val="True"/>
  <p:tag name="ORIGINALHEIGHT" val="0.4075618"/>
  <p:tag name="ORIGINALWIDTH" val="6.007066"/>
</p:tagLst>
</file>

<file path=ppt/tags/tag875.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2499"/>
</p:tagLst>
</file>

<file path=ppt/tags/tag876.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877.xml><?xml version="1.0" encoding="utf-8"?>
<p:tagLst xmlns:a="http://schemas.openxmlformats.org/drawingml/2006/main" xmlns:r="http://schemas.openxmlformats.org/officeDocument/2006/relationships" xmlns:p="http://schemas.openxmlformats.org/presentationml/2006/main">
  <p:tag name="EMFCHILD" val="True"/>
  <p:tag name="ORIGINALHEIGHT" val="4.735865"/>
  <p:tag name="ORIGINALWIDTH" val="2.505045"/>
</p:tagLst>
</file>

<file path=ppt/tags/tag878.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49158"/>
</p:tagLst>
</file>

<file path=ppt/tags/tag879.xml><?xml version="1.0" encoding="utf-8"?>
<p:tagLst xmlns:a="http://schemas.openxmlformats.org/drawingml/2006/main" xmlns:r="http://schemas.openxmlformats.org/officeDocument/2006/relationships" xmlns:p="http://schemas.openxmlformats.org/presentationml/2006/main">
  <p:tag name="EMFCHILD" val="True"/>
  <p:tag name="ORIGINALHEIGHT" val="4.615624"/>
  <p:tag name="ORIGINALWIDTH" val="4.896079"/>
</p:tagLst>
</file>

<file path=ppt/tags/tag88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5"/>
  <p:tag name="IGUANATEXSIZE" val="18"/>
  <p:tag name="LATEXADDIN" val="\documentclass{article}&#10;\usepackage{amsmath}&#10;\pagestyle{empty}&#10;\begin{document}&#10;&#10;&#10;$ \bar{y}  =  \hat{\beta_0}  + \hat{\beta_1} \bar{x} $&#10;\end{document}"/>
  <p:tag name="LATEXENGINEID" val="0"/>
  <p:tag name="LATEXFORMHEIGHT" val="320"/>
  <p:tag name="LATEXFORMWIDTH" val="385"/>
  <p:tag name="LATEXFORMWRAP" val="True"/>
  <p:tag name="ORIGINALHEIGHT" val="0.3158562"/>
  <p:tag name="ORIGINALWIDTH" val="3.549157"/>
  <p:tag name="TEMPFOLDER" val="c:\temp\"/>
  <p:tag name="TRANSPARENCY" val="True"/>
</p:tagLst>
</file>

<file path=ppt/tags/tag881.xml><?xml version="1.0" encoding="utf-8"?>
<p:tagLst xmlns:a="http://schemas.openxmlformats.org/drawingml/2006/main" xmlns:r="http://schemas.openxmlformats.org/officeDocument/2006/relationships" xmlns:p="http://schemas.openxmlformats.org/presentationml/2006/main">
  <p:tag name="EMFCHILD" val="True"/>
  <p:tag name="ORIGINALHEIGHT" val="6.592283"/>
  <p:tag name="ORIGINALWIDTH" val="4.532329"/>
</p:tagLst>
</file>

<file path=ppt/tags/tag882.xml><?xml version="1.0" encoding="utf-8"?>
<p:tagLst xmlns:a="http://schemas.openxmlformats.org/drawingml/2006/main" xmlns:r="http://schemas.openxmlformats.org/officeDocument/2006/relationships" xmlns:p="http://schemas.openxmlformats.org/presentationml/2006/main">
  <p:tag name="EMFCHILD" val="True"/>
  <p:tag name="ORIGINALHEIGHT" val="2.38422"/>
  <p:tag name="ORIGINALWIDTH" val="6.537982"/>
</p:tagLst>
</file>

<file path=ppt/tags/tag883.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2499"/>
</p:tagLst>
</file>

<file path=ppt/tags/tag884.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885.xml><?xml version="1.0" encoding="utf-8"?>
<p:tagLst xmlns:a="http://schemas.openxmlformats.org/drawingml/2006/main" xmlns:r="http://schemas.openxmlformats.org/officeDocument/2006/relationships" xmlns:p="http://schemas.openxmlformats.org/presentationml/2006/main">
  <p:tag name="EMFCHILD" val="True"/>
  <p:tag name="ORIGINALHEIGHT" val="4.878495"/>
  <p:tag name="ORIGINALWIDTH" val="3.193278"/>
</p:tagLst>
</file>

<file path=ppt/tags/tag886.xml><?xml version="1.0" encoding="utf-8"?>
<p:tagLst xmlns:a="http://schemas.openxmlformats.org/drawingml/2006/main" xmlns:r="http://schemas.openxmlformats.org/officeDocument/2006/relationships" xmlns:p="http://schemas.openxmlformats.org/presentationml/2006/main">
  <p:tag name="EMFCHILD" val="True"/>
  <p:tag name="ORIGINALHEIGHT" val="6.785879"/>
  <p:tag name="ORIGINALWIDTH" val="6.537982"/>
</p:tagLst>
</file>

<file path=ppt/tags/tag887.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2499"/>
</p:tagLst>
</file>

<file path=ppt/tags/tag888.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889.xml><?xml version="1.0" encoding="utf-8"?>
<p:tagLst xmlns:a="http://schemas.openxmlformats.org/drawingml/2006/main" xmlns:r="http://schemas.openxmlformats.org/officeDocument/2006/relationships" xmlns:p="http://schemas.openxmlformats.org/presentationml/2006/main">
  <p:tag name="EMFCHILD" val="True"/>
  <p:tag name="ORIGINALHEIGHT" val="4.735865"/>
  <p:tag name="ORIGINALWIDTH" val="2.505045"/>
</p:tagLst>
</file>

<file path=ppt/tags/tag890.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49157"/>
</p:tagLst>
</file>

<file path=ppt/tags/tag891.xml><?xml version="1.0" encoding="utf-8"?>
<p:tagLst xmlns:a="http://schemas.openxmlformats.org/drawingml/2006/main" xmlns:r="http://schemas.openxmlformats.org/officeDocument/2006/relationships" xmlns:p="http://schemas.openxmlformats.org/presentationml/2006/main">
  <p:tag name="EMFCHILD" val="True"/>
  <p:tag name="ORIGINALHEIGHT" val="4.615624"/>
  <p:tag name="ORIGINALWIDTH" val="4.896079"/>
</p:tagLst>
</file>

<file path=ppt/tags/tag89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2"/>
  <p:tag name="IGUANATEXSIZE" val="18"/>
  <p:tag name="LATEXADDIN" val="\documentclass{article}&#10;\usepackage{amsmath}&#10;\pagestyle{empty}&#10;\begin{document}&#10;&#10;&#10;$ \bar{y} - \hat{\beta_0}  - \hat{\beta_1} \bar{x} = 0 $&#10;\end{document}"/>
  <p:tag name="LATEXENGINEID" val="0"/>
  <p:tag name="LATEXFORMHEIGHT" val="320"/>
  <p:tag name="LATEXFORMWIDTH" val="385"/>
  <p:tag name="LATEXFORMWRAP" val="True"/>
  <p:tag name="ORIGINALHEIGHT" val="0.3158562"/>
  <p:tag name="ORIGINALWIDTH" val="3.572179"/>
  <p:tag name="TEMPFOLDER" val="c:\temp\"/>
  <p:tag name="TRANSPARENCY" val="True"/>
</p:tagLst>
</file>

<file path=ppt/tags/tag893.xml><?xml version="1.0" encoding="utf-8"?>
<p:tagLst xmlns:a="http://schemas.openxmlformats.org/drawingml/2006/main" xmlns:r="http://schemas.openxmlformats.org/officeDocument/2006/relationships" xmlns:p="http://schemas.openxmlformats.org/presentationml/2006/main">
  <p:tag name="EMFCHILD" val="True"/>
  <p:tag name="ORIGINALHEIGHT" val="6.592283"/>
  <p:tag name="ORIGINALWIDTH" val="4.561706"/>
</p:tagLst>
</file>

<file path=ppt/tags/tag894.xml><?xml version="1.0" encoding="utf-8"?>
<p:tagLst xmlns:a="http://schemas.openxmlformats.org/drawingml/2006/main" xmlns:r="http://schemas.openxmlformats.org/officeDocument/2006/relationships" xmlns:p="http://schemas.openxmlformats.org/presentationml/2006/main">
  <p:tag name="EMFCHILD" val="True"/>
  <p:tag name="ORIGINALHEIGHT" val="0.4075618"/>
  <p:tag name="ORIGINALWIDTH" val="6.046038"/>
</p:tagLst>
</file>

<file path=ppt/tags/tag895.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42035"/>
</p:tagLst>
</file>

<file path=ppt/tags/tag896.xml><?xml version="1.0" encoding="utf-8"?>
<p:tagLst xmlns:a="http://schemas.openxmlformats.org/drawingml/2006/main" xmlns:r="http://schemas.openxmlformats.org/officeDocument/2006/relationships" xmlns:p="http://schemas.openxmlformats.org/presentationml/2006/main">
  <p:tag name="EMFCHILD" val="True"/>
  <p:tag name="ORIGINALHEIGHT" val="9.170141"/>
  <p:tag name="ORIGINALWIDTH" val="5.394167"/>
</p:tagLst>
</file>

<file path=ppt/tags/tag897.xml><?xml version="1.0" encoding="utf-8"?>
<p:tagLst xmlns:a="http://schemas.openxmlformats.org/drawingml/2006/main" xmlns:r="http://schemas.openxmlformats.org/officeDocument/2006/relationships" xmlns:p="http://schemas.openxmlformats.org/presentationml/2006/main">
  <p:tag name="EMFCHILD" val="True"/>
  <p:tag name="ORIGINALHEIGHT" val="4.878495"/>
  <p:tag name="ORIGINALWIDTH" val="3.213984"/>
</p:tagLst>
</file>

<file path=ppt/tags/tag898.xml><?xml version="1.0" encoding="utf-8"?>
<p:tagLst xmlns:a="http://schemas.openxmlformats.org/drawingml/2006/main" xmlns:r="http://schemas.openxmlformats.org/officeDocument/2006/relationships" xmlns:p="http://schemas.openxmlformats.org/presentationml/2006/main">
  <p:tag name="EMFCHILD" val="True"/>
  <p:tag name="ORIGINALHEIGHT" val="0.4075618"/>
  <p:tag name="ORIGINALWIDTH" val="6.046038"/>
</p:tagLst>
</file>

<file path=ppt/tags/tag899.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42035"/>
</p:tagLst>
</file>

<file path=ppt/tags/tag900.xml><?xml version="1.0" encoding="utf-8"?>
<p:tagLst xmlns:a="http://schemas.openxmlformats.org/drawingml/2006/main" xmlns:r="http://schemas.openxmlformats.org/officeDocument/2006/relationships" xmlns:p="http://schemas.openxmlformats.org/presentationml/2006/main">
  <p:tag name="EMFCHILD" val="True"/>
  <p:tag name="ORIGINALHEIGHT" val="9.170141"/>
  <p:tag name="ORIGINALWIDTH" val="5.394167"/>
</p:tagLst>
</file>

<file path=ppt/tags/tag901.xml><?xml version="1.0" encoding="utf-8"?>
<p:tagLst xmlns:a="http://schemas.openxmlformats.org/drawingml/2006/main" xmlns:r="http://schemas.openxmlformats.org/officeDocument/2006/relationships" xmlns:p="http://schemas.openxmlformats.org/presentationml/2006/main">
  <p:tag name="EMFCHILD" val="True"/>
  <p:tag name="ORIGINALHEIGHT" val="4.735865"/>
  <p:tag name="ORIGINALWIDTH" val="2.52129"/>
</p:tagLst>
</file>

<file path=ppt/tags/tag902.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72179"/>
</p:tagLst>
</file>

<file path=ppt/tags/tag903.xml><?xml version="1.0" encoding="utf-8"?>
<p:tagLst xmlns:a="http://schemas.openxmlformats.org/drawingml/2006/main" xmlns:r="http://schemas.openxmlformats.org/officeDocument/2006/relationships" xmlns:p="http://schemas.openxmlformats.org/presentationml/2006/main">
  <p:tag name="EMFCHILD" val="True"/>
  <p:tag name="ORIGINALHEIGHT" val="4.615625"/>
  <p:tag name="ORIGINALWIDTH" val="4.927854"/>
</p:tagLst>
</file>

<file path=ppt/tags/tag904.xml><?xml version="1.0" encoding="utf-8"?>
<p:tagLst xmlns:a="http://schemas.openxmlformats.org/drawingml/2006/main" xmlns:r="http://schemas.openxmlformats.org/officeDocument/2006/relationships" xmlns:p="http://schemas.openxmlformats.org/presentationml/2006/main">
  <p:tag name="EMFCHILD" val="True"/>
  <p:tag name="ORIGINALHEIGHT" val="2.38422"/>
  <p:tag name="ORIGINALWIDTH" val="6.580362"/>
</p:tagLst>
</file>

<file path=ppt/tags/tag905.xml><?xml version="1.0" encoding="utf-8"?>
<p:tagLst xmlns:a="http://schemas.openxmlformats.org/drawingml/2006/main" xmlns:r="http://schemas.openxmlformats.org/officeDocument/2006/relationships" xmlns:p="http://schemas.openxmlformats.org/presentationml/2006/main">
  <p:tag name="EMFCHILD" val="True"/>
  <p:tag name="ORIGINALHEIGHT" val="7.010072"/>
  <p:tag name="ORIGINALWIDTH" val="4.165928"/>
</p:tagLst>
</file>

<file path=ppt/tags/tag90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68"/>
  <p:tag name="IGUANATEXSIZE" val="18"/>
  <p:tag name="LATEXADDIN" val="\documentclass{article}&#10;\usepackage{amsmath}&#10;\pagestyle{empty}&#10;\begin{document}&#10;&#10;&#10;$ \frac{1}{n}\sum\limits_{i=1}^{n} ( y_i) - \frac{1}{n}n\hat{\beta_0}  - \hat{\beta_1} \frac{1}{n}\sum\limits_{i=1}^{n} x_i) = 0 $&#10;\end{document}"/>
  <p:tag name="LATEXENGINEID" val="0"/>
  <p:tag name="LATEXFORMHEIGHT" val="320"/>
  <p:tag name="LATEXFORMWIDTH" val="385"/>
  <p:tag name="LATEXFORMWRAP" val="True"/>
  <p:tag name="ORIGINALHEIGHT" val="4.630608"/>
  <p:tag name="ORIGINALWIDTH" val="2.542712"/>
  <p:tag name="TEMPFOLDER" val="c:\temp\"/>
  <p:tag name="TRANSPARENCY" val="True"/>
</p:tagLst>
</file>

<file path=ppt/tags/tag90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08.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09.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1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10522"/>
</p:tagLst>
</file>

<file path=ppt/tags/tag911.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12.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356"/>
</p:tagLst>
</file>

<file path=ppt/tags/tag913.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1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15.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467"/>
</p:tagLst>
</file>

<file path=ppt/tags/tag91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1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18.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7383"/>
</p:tagLst>
</file>

<file path=ppt/tags/tag919.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20.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21.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22.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5.408771"/>
</p:tagLst>
</file>

<file path=ppt/tags/tag923.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467"/>
</p:tagLst>
</file>

<file path=ppt/tags/tag924.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999"/>
</p:tagLst>
</file>

<file path=ppt/tags/tag925.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41256"/>
</p:tagLst>
</file>

<file path=ppt/tags/tag926.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7383"/>
</p:tagLst>
</file>

<file path=ppt/tags/tag927.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467"/>
</p:tagLst>
</file>

<file path=ppt/tags/tag928.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999"/>
</p:tagLst>
</file>

<file path=ppt/tags/tag929.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3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3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32.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33.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3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10522"/>
</p:tagLst>
</file>

<file path=ppt/tags/tag935.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36.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356"/>
</p:tagLst>
</file>

<file path=ppt/tags/tag937.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38.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687"/>
</p:tagLst>
</file>

<file path=ppt/tags/tag939.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4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41.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36252"/>
</p:tagLst>
</file>

<file path=ppt/tags/tag942.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201281"/>
</p:tagLst>
</file>

<file path=ppt/tags/tag94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68"/>
  <p:tag name="IGUANATEXSIZE" val="18"/>
  <p:tag name="LATEXADDIN" val="\documentclass{article}&#10;\usepackage{amsmath}&#10;\pagestyle{empty}&#10;\begin{document}&#10;&#10;&#10;$ \frac{1}{n}\sum\limits_{i=1}^{n} ( y_i) - \frac{1}{n}n\hat{\beta_0}  - \hat{\beta_1} \frac{1}{n}\sum\limits_{i=1}^{n} x_i) = 0 $&#10;\end{document}"/>
  <p:tag name="LATEXENGINEID" val="0"/>
  <p:tag name="LATEXFORMHEIGHT" val="320"/>
  <p:tag name="LATEXFORMWIDTH" val="385"/>
  <p:tag name="LATEXFORMWRAP" val="True"/>
  <p:tag name="ORIGINALHEIGHT" val="4.630608"/>
  <p:tag name="ORIGINALWIDTH" val="2.542712"/>
  <p:tag name="TEMPFOLDER" val="c:\temp\"/>
  <p:tag name="TRANSPARENCY" val="True"/>
</p:tagLst>
</file>

<file path=ppt/tags/tag944.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4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46.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4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10522"/>
</p:tagLst>
</file>

<file path=ppt/tags/tag94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49.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356"/>
</p:tagLst>
</file>

<file path=ppt/tags/tag95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51.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52.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467"/>
</p:tagLst>
</file>

<file path=ppt/tags/tag953.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5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55.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7383"/>
</p:tagLst>
</file>

<file path=ppt/tags/tag95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5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58.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59.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5.408771"/>
</p:tagLst>
</file>

<file path=ppt/tags/tag960.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467"/>
</p:tagLst>
</file>

<file path=ppt/tags/tag96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999"/>
</p:tagLst>
</file>

<file path=ppt/tags/tag962.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41256"/>
</p:tagLst>
</file>

<file path=ppt/tags/tag96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7383"/>
</p:tagLst>
</file>

<file path=ppt/tags/tag964.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467"/>
</p:tagLst>
</file>

<file path=ppt/tags/tag965.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999"/>
</p:tagLst>
</file>

<file path=ppt/tags/tag96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67.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68.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3115"/>
</p:tagLst>
</file>

<file path=ppt/tags/tag969.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70.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8156"/>
</p:tagLst>
</file>

<file path=ppt/tags/tag971.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10522"/>
</p:tagLst>
</file>

<file path=ppt/tags/tag97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73.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356"/>
</p:tagLst>
</file>

<file path=ppt/tags/tag974.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712"/>
</p:tagLst>
</file>

<file path=ppt/tags/tag975.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687"/>
</p:tagLst>
</file>

<file path=ppt/tags/tag97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591"/>
</p:tagLst>
</file>

<file path=ppt/tags/tag97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195"/>
</p:tagLst>
</file>

<file path=ppt/tags/tag978.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36252"/>
</p:tagLst>
</file>

<file path=ppt/tags/tag979.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201281"/>
</p:tagLst>
</file>

<file path=ppt/tags/tag98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58"/>
  <p:tag name="IGUANATEXSIZE" val="18"/>
  <p:tag name="LATEXADDIN" val="\documentclass{article}&#10;\usepackage{amsmath}&#10;\pagestyle{empty}&#10;\begin{document}&#10;&#10;&#10;$ \frac{1}{n}(\sum\limits_{i=1}^{n} ( y_i) - n\hat{\beta_0}  - \hat{\beta_1} \sum\limits_{i=1}^{n} x_i) = 0 $&#10;\end{document}"/>
  <p:tag name="LATEXENGINEID" val="0"/>
  <p:tag name="LATEXFORMHEIGHT" val="320"/>
  <p:tag name="LATEXFORMWIDTH" val="385"/>
  <p:tag name="LATEXFORMWRAP" val="True"/>
  <p:tag name="ORIGINALHEIGHT" val="4.630608"/>
  <p:tag name="ORIGINALWIDTH" val="2.529202"/>
  <p:tag name="TEMPFOLDER" val="c:\temp\"/>
  <p:tag name="TRANSPARENCY" val="True"/>
</p:tagLst>
</file>

<file path=ppt/tags/tag98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06853"/>
</p:tagLst>
</file>

<file path=ppt/tags/tag982.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45429"/>
</p:tagLst>
</file>

<file path=ppt/tags/tag98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02864"/>
</p:tagLst>
</file>

<file path=ppt/tags/tag984.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45429"/>
</p:tagLst>
</file>

<file path=ppt/tags/tag985.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36044"/>
</p:tagLst>
</file>

<file path=ppt/tags/tag98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05354"/>
</p:tagLst>
</file>

<file path=ppt/tags/tag987.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14001"/>
</p:tagLst>
</file>

<file path=ppt/tags/tag988.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29202"/>
</p:tagLst>
</file>

<file path=ppt/tags/tag98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02864"/>
</p:tagLst>
</file>

<file path=ppt/tags/tag990.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576015"/>
</p:tagLst>
</file>

<file path=ppt/tags/tag991.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05354"/>
</p:tagLst>
</file>

<file path=ppt/tags/tag992.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02864"/>
</p:tagLst>
</file>

<file path=ppt/tags/tag99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64935"/>
</p:tagLst>
</file>

<file path=ppt/tags/tag994.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5.380026"/>
</p:tagLst>
</file>

<file path=ppt/tags/tag995.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50284"/>
</p:tagLst>
</file>

<file path=ppt/tags/tag996.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11044"/>
</p:tagLst>
</file>

<file path=ppt/tags/tag997.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24043"/>
</p:tagLst>
</file>

<file path=ppt/tags/tag998.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64935"/>
</p:tagLst>
</file>

<file path=ppt/tags/tag999.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50284"/>
</p:tagLst>
</file>

<file path=ppt/tags/tag1000.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11044"/>
</p:tagLst>
</file>

<file path=ppt/tags/tag1001.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29202"/>
</p:tagLst>
</file>

<file path=ppt/tags/tag1002.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45429"/>
</p:tagLst>
</file>

<file path=ppt/tags/tag100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36044"/>
</p:tagLst>
</file>

<file path=ppt/tags/tag1004.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05354"/>
</p:tagLst>
</file>

<file path=ppt/tags/tag1005.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14001"/>
</p:tagLst>
</file>

<file path=ppt/tags/tag100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29202"/>
</p:tagLst>
</file>

<file path=ppt/tags/tag1007.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43257"/>
</p:tagLst>
</file>

<file path=ppt/tags/tag100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05354"/>
</p:tagLst>
</file>

<file path=ppt/tags/tag100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02864"/>
</p:tagLst>
</file>

<file path=ppt/tags/tag1010.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00942"/>
</p:tagLst>
</file>

<file path=ppt/tags/tag1011.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178933"/>
</p:tagLst>
</file>

<file path=ppt/tags/tag101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54"/>
  <p:tag name="IGUANATEXSIZE" val="18"/>
  <p:tag name="LATEXADDIN" val="\documentclass{article}&#10;\usepackage{amsmath}&#10;\pagestyle{empty}&#10;\begin{document}&#10;&#10;&#10;$ \frac{1}{n}\sum\limits_{i=1}^{n} ( y_i - \hat{\beta_0} - \hat{\beta_1}x_i) = 0 $&#10;\end{document}"/>
  <p:tag name="LATEXENGINEID" val="0"/>
  <p:tag name="LATEXFORMHEIGHT" val="320"/>
  <p:tag name="LATEXFORMWIDTH" val="385"/>
  <p:tag name="LATEXFORMWRAP" val="True"/>
  <p:tag name="ORIGINALHEIGHT" val="4.630608"/>
  <p:tag name="ORIGINALWIDTH" val="2.556097"/>
  <p:tag name="TEMPFOLDER" val="c:\temp\"/>
  <p:tag name="TRANSPARENCY" val="True"/>
</p:tagLst>
</file>

<file path=ppt/tags/tag101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59043"/>
</p:tagLst>
</file>

<file path=ppt/tags/tag1014.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9059"/>
</p:tagLst>
</file>

<file path=ppt/tags/tag101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9059"/>
</p:tagLst>
</file>

<file path=ppt/tags/tag1016.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59979"/>
</p:tagLst>
</file>

<file path=ppt/tags/tag1017.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27745"/>
</p:tagLst>
</file>

<file path=ppt/tags/tag1018.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68379"/>
</p:tagLst>
</file>

<file path=ppt/tags/tag1019.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56097"/>
</p:tagLst>
</file>

<file path=ppt/tags/tag102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27359"/>
</p:tagLst>
</file>

<file path=ppt/tags/tag1021.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24669"/>
</p:tagLst>
</file>

<file path=ppt/tags/tag102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27745"/>
</p:tagLst>
</file>

<file path=ppt/tags/tag102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129414"/>
</p:tagLst>
</file>

<file path=ppt/tags/tag1024.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78483"/>
</p:tagLst>
</file>

<file path=ppt/tags/tag1025.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68578"/>
</p:tagLst>
</file>

<file path=ppt/tags/tag1026.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58303"/>
</p:tagLst>
</file>

<file path=ppt/tags/tag102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129414"/>
</p:tagLst>
</file>

<file path=ppt/tags/tag1028.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78483"/>
</p:tagLst>
</file>

<file path=ppt/tags/tag1029.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68578"/>
</p:tagLst>
</file>

<file path=ppt/tags/tag103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56097"/>
</p:tagLst>
</file>

<file path=ppt/tags/tag1031.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95826"/>
</p:tagLst>
</file>

<file path=ppt/tags/tag103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27745"/>
</p:tagLst>
</file>

<file path=ppt/tags/tag103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27359"/>
</p:tagLst>
</file>

<file path=ppt/tags/tag1034.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71146"/>
</p:tagLst>
</file>

<file path=ppt/tags/tag1035.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223379"/>
</p:tagLst>
</file>

<file path=ppt/tags/tag103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2.318285"/>
  <p:tag name="TEMPFOLDER" val="c:\temp\"/>
  <p:tag name="TRANSPARENCY" val="True"/>
</p:tagLst>
</file>

<file path=ppt/tags/tag103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76334"/>
</p:tagLst>
</file>

<file path=ppt/tags/tag1038.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1039.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1040.xml><?xml version="1.0" encoding="utf-8"?>
<p:tagLst xmlns:a="http://schemas.openxmlformats.org/drawingml/2006/main" xmlns:r="http://schemas.openxmlformats.org/officeDocument/2006/relationships" xmlns:p="http://schemas.openxmlformats.org/presentationml/2006/main">
  <p:tag name="EMFCHILD" val="True"/>
  <p:tag name="ORIGINALHEIGHT" val="6.284646"/>
  <p:tag name="ORIGINALWIDTH" val="4.606606"/>
</p:tagLst>
</file>

<file path=ppt/tags/tag1041.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104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8285"/>
</p:tagLst>
</file>

<file path=ppt/tags/tag1043.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9186"/>
</p:tagLst>
</file>

<file path=ppt/tags/tag1044.xml><?xml version="1.0" encoding="utf-8"?>
<p:tagLst xmlns:a="http://schemas.openxmlformats.org/drawingml/2006/main" xmlns:r="http://schemas.openxmlformats.org/officeDocument/2006/relationships" xmlns:p="http://schemas.openxmlformats.org/presentationml/2006/main">
  <p:tag name="EMFCHILD" val="True"/>
  <p:tag name="ORIGINALHEIGHT" val="6.527516"/>
  <p:tag name="ORIGINALWIDTH" val="2.638058"/>
</p:tagLst>
</file>

<file path=ppt/tags/tag104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45101"/>
</p:tagLst>
</file>

<file path=ppt/tags/tag1046.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3.29755"/>
</p:tagLst>
</file>

<file path=ppt/tags/tag1047.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1048.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049.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050.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051.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416011"/>
</p:tagLst>
</file>

<file path=ppt/tags/tag105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7"/>
  <p:tag name="IGUANATEXSIZE" val="18"/>
  <p:tag name="LATEXADDIN" val="\documentclass{article}&#10;\usepackage{amsmath}&#10;\pagestyle{empty}&#10;\begin{document}&#10;&#10;&#10;$ Cov[u,x]= E[xu] = 0$&#10;\end{document}"/>
  <p:tag name="LATEXENGINEID" val="0"/>
  <p:tag name="LATEXFORMHEIGHT" val=" 320"/>
  <p:tag name="LATEXFORMWIDTH" val=" 385"/>
  <p:tag name="LATEXFORMWRAP" val="True"/>
  <p:tag name="ORIGINALHEIGHT" val=" 7.061767"/>
  <p:tag name="ORIGINALWIDTH" val=" 7.018197"/>
  <p:tag name="TEMPFOLDER" val="C:\Users\luisc\Documents\Custom Office Templates\iguana temp\"/>
  <p:tag name="TRANSPARENCY" val="True"/>
</p:tagLst>
</file>

<file path=ppt/tags/tag1053.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230664"/>
</p:tagLst>
</file>

<file path=ppt/tags/tag1054.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339414"/>
</p:tagLst>
</file>

<file path=ppt/tags/tag1055.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056.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1057.xml><?xml version="1.0" encoding="utf-8"?>
<p:tagLst xmlns:a="http://schemas.openxmlformats.org/drawingml/2006/main" xmlns:r="http://schemas.openxmlformats.org/officeDocument/2006/relationships" xmlns:p="http://schemas.openxmlformats.org/presentationml/2006/main">
  <p:tag name="EMFCHILD" val="True"/>
  <p:tag name="ORIGINALHEIGHT" val=" 2.904331"/>
  <p:tag name="ORIGINALWIDTH" val=" 1.156518"/>
</p:tagLst>
</file>

<file path=ppt/tags/tag1058.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1059.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060.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1061.xml><?xml version="1.0" encoding="utf-8"?>
<p:tagLst xmlns:a="http://schemas.openxmlformats.org/drawingml/2006/main" xmlns:r="http://schemas.openxmlformats.org/officeDocument/2006/relationships" xmlns:p="http://schemas.openxmlformats.org/presentationml/2006/main">
  <p:tag name="EMFCHILD" val="True"/>
  <p:tag name="ORIGINALHEIGHT" val=" 6.605206"/>
  <p:tag name="ORIGINALWIDTH" val=" 7.174146"/>
</p:tagLst>
</file>

<file path=ppt/tags/tag1062.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063.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1064.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1065.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066.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1067.xml><?xml version="1.0" encoding="utf-8"?>
<p:tagLst xmlns:a="http://schemas.openxmlformats.org/drawingml/2006/main" xmlns:r="http://schemas.openxmlformats.org/officeDocument/2006/relationships" xmlns:p="http://schemas.openxmlformats.org/presentationml/2006/main">
  <p:tag name="EMFCHILD" val="True"/>
  <p:tag name="ORIGINALHEIGHT" val=" 6.682896"/>
  <p:tag name="ORIGINALWIDTH" val=" 4.161461"/>
</p:tagLst>
</file>

<file path=ppt/tags/tag106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1069.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070.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1071.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1072.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1073.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074.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1075.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107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 E[u] = 0$&#10;\end{document}"/>
  <p:tag name="LATEXENGINEID" val="0"/>
  <p:tag name="LATEXFORMHEIGHT" val="320"/>
  <p:tag name="LATEXFORMWIDTH" val="385"/>
  <p:tag name="LATEXFORMWRAP" val="True"/>
  <p:tag name="ORIGINALHEIGHT" val="6.605206"/>
  <p:tag name="ORIGINALWIDTH" val="7.328349"/>
  <p:tag name="TEMPFOLDER" val="c:\temp\"/>
  <p:tag name="TRANSPARENCY" val="True"/>
</p:tagLst>
</file>

<file path=ppt/tags/tag107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1078.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89984"/>
</p:tagLst>
</file>

<file path=ppt/tags/tag1079.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1080.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714657"/>
</p:tagLst>
</file>

<file path=ppt/tags/tag1081.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25092"/>
</p:tagLst>
</file>

<file path=ppt/tags/tag108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1083.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084.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1085.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1086.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1087.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1088.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1089.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1090.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1091.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092.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1093.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1094.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095.xml><?xml version="1.0" encoding="utf-8"?>
<p:tagLst xmlns:a="http://schemas.openxmlformats.org/drawingml/2006/main" xmlns:r="http://schemas.openxmlformats.org/officeDocument/2006/relationships" xmlns:p="http://schemas.openxmlformats.org/presentationml/2006/main">
  <p:tag name="BITMAPVECTOR" val="1"/>
  <p:tag name="IGUANATEXCURSOR" val="116"/>
  <p:tag name="IGUANATEXSIZE" val="18"/>
  <p:tag name="IGUANATEXVERSION" val="161"/>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9.075911"/>
  <p:tag name="ORIGINALWIDTH" val="82.1723"/>
  <p:tag name="OUTPUTTYPE" val="SVG"/>
  <p:tag name="TEMPFOLDER" val="c:\temp\"/>
  <p:tag name="TRANSPARENCY" val="True"/>
</p:tagLst>
</file>

<file path=ppt/tags/tag1096.xml><?xml version="1.0" encoding="utf-8"?>
<p:tagLst xmlns:a="http://schemas.openxmlformats.org/drawingml/2006/main" xmlns:r="http://schemas.openxmlformats.org/officeDocument/2006/relationships" xmlns:p="http://schemas.openxmlformats.org/presentationml/2006/main">
  <p:tag name="BITMAPVECTOR" val="1"/>
  <p:tag name="IGUANATEXCURSOR" val="92"/>
  <p:tag name="IGUANATEXSIZE" val="18"/>
  <p:tag name="IGUANATEXVERSION" val="161"/>
  <p:tag name="LATEXADDIN" val="\documentclass{article}&#10;\usepackage{amsmath}&#10;\pagestyle{empty}&#10;\begin{document}&#10;&#10;&#10;$ E[u] = 0$&#10;\end{document}"/>
  <p:tag name="LATEXENGINEID" val="0"/>
  <p:tag name="LATEXFORMHEIGHT" val="320"/>
  <p:tag name="LATEXFORMWIDTH" val="385"/>
  <p:tag name="LATEXFORMWRAP" val="True"/>
  <p:tag name="ORIGINALHEIGHT" val="9.713561"/>
  <p:tag name="ORIGINALWIDTH" val="37.14953"/>
  <p:tag name="OUTPUTTYPE" val="SVG"/>
  <p:tag name="TEMPFOLDER" val="c:\temp\"/>
  <p:tag name="TRANSPARENCY" val="True"/>
</p:tagLst>
</file>

<file path=ppt/tags/tag1097.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1098.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7"/>
  <p:tag name="IGUANATEXSIZE" val="18"/>
  <p:tag name="IGUANATEXVERSION" val="162"/>
  <p:tag name="LATEXADDIN" val="\documentclass{article}&#10;\usepackage{amsmath}&#10;\pagestyle{empty}&#10;\begin{document}&#10;&#10;&#10;$ Cov[u,x]= E[xu] = 0$&#10;\end{document}"/>
  <p:tag name="LATEXENGINEID" val="0"/>
  <p:tag name="LATEXFORMHEIGHT" val=" 320"/>
  <p:tag name="LATEXFORMWIDTH" val=" 385"/>
  <p:tag name="LATEXFORMWRAP" val="True"/>
  <p:tag name="ORIGINALHEIGHT" val=" 9.713561"/>
  <p:tag name="ORIGINALWIDTH" val=" 93.98057"/>
  <p:tag name="OUTPUTTYPE" val="SVG"/>
  <p:tag name="TEMPFOLDER" val="C:\Users\luisc\Documents\Custom Office Templates\iguana temp\"/>
  <p:tag name="TRANSPARENCY" val="True"/>
</p:tagLst>
</file>

<file path=ppt/tags/tag1099.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82.04778"/>
  <p:tag name="OUTPUTTYPE" val="SVG"/>
  <p:tag name="TEMPFOLDER" val="c:\temp\"/>
  <p:tag name="TRANSPARENCY" val="True"/>
</p:tagLst>
</file>

<file path=ppt/tags/tag1100.xml><?xml version="1.0" encoding="utf-8"?>
<p:tagLst xmlns:a="http://schemas.openxmlformats.org/drawingml/2006/main" xmlns:r="http://schemas.openxmlformats.org/officeDocument/2006/relationships" xmlns:p="http://schemas.openxmlformats.org/presentationml/2006/main">
  <p:tag name="BITMAPVECTOR" val="1"/>
  <p:tag name="IGUANATEXCURSOR" val="83"/>
  <p:tag name="IGUANATEXSIZE" val="18"/>
  <p:tag name="IGUANATEXVERSION" val="161"/>
  <p:tag name="LATEXADDIN" val="\documentclass{article}&#10;\usepackage{amsmath}&#10;\pagestyle{empty}&#10;\begin{document}&#10;&#10;&#10;$ \frac{1}{n}\sum\limits_{i=1}^{n} (x_i(  y_i - \hat{\beta_0} - \hat{\beta_1}x_i)) = 0 $&#10;\end{document}"/>
  <p:tag name="LATEXENGINEID" val="0"/>
  <p:tag name="LATEXFORMHEIGHT" val="320"/>
  <p:tag name="LATEXFORMWIDTH" val="385"/>
  <p:tag name="LATEXFORMWRAP" val="True"/>
  <p:tag name="ORIGINALHEIGHT" val="21.37549"/>
  <p:tag name="ORIGINALWIDTH" val="125.0849"/>
  <p:tag name="OUTPUTTYPE" val="SVG"/>
  <p:tag name="TEMPFOLDER" val="c:\temp\"/>
  <p:tag name="TRANSPARENCY" val="True"/>
</p:tagLst>
</file>

<file path=ppt/tags/tag1101.xml><?xml version="1.0" encoding="utf-8"?>
<p:tagLst xmlns:a="http://schemas.openxmlformats.org/drawingml/2006/main" xmlns:r="http://schemas.openxmlformats.org/officeDocument/2006/relationships" xmlns:p="http://schemas.openxmlformats.org/presentationml/2006/main">
  <p:tag name="BITMAPVECTOR" val="1"/>
  <p:tag name="IGUANATEXCURSOR" val="162"/>
  <p:tag name="IGUANATEXSIZE" val="18"/>
  <p:tag name="IGUANATEXVERSION" val="161"/>
  <p:tag name="LATEXADDIN" val="\documentclass{article}&#10;\usepackage{amsmath}&#10;\pagestyle{empty}&#10;\begin{document}&#10;&#10;&#10;$ \frac{1}{n}\sum\limits_{i=1}^{n} (x_i(  y_i - (\bar{y} - \hat{\beta_1} \bar{x}) - \hat{\beta_1}x_i)) = 0 $&#10;\end{document}"/>
  <p:tag name="LATEXENGINEID" val="0"/>
  <p:tag name="LATEXFORMHEIGHT" val="320"/>
  <p:tag name="LATEXFORMWIDTH" val="385"/>
  <p:tag name="LATEXFORMWRAP" val="True"/>
  <p:tag name="ORIGINALHEIGHT" val="21.37549"/>
  <p:tag name="ORIGINALWIDTH" val="155.6963"/>
  <p:tag name="OUTPUTTYPE" val="SVG"/>
  <p:tag name="TEMPFOLDER" val="c:\temp\"/>
  <p:tag name="TRANSPARENCY" val="True"/>
</p:tagLst>
</file>

<file path=ppt/tags/tag1102.xml><?xml version="1.0" encoding="utf-8"?>
<p:tagLst xmlns:a="http://schemas.openxmlformats.org/drawingml/2006/main" xmlns:r="http://schemas.openxmlformats.org/officeDocument/2006/relationships" xmlns:p="http://schemas.openxmlformats.org/presentationml/2006/main">
  <p:tag name="BITMAPVECTOR" val="1"/>
  <p:tag name="IGUANATEXCURSOR" val="207"/>
  <p:tag name="IGUANATEXSIZE" val="18"/>
  <p:tag name="IGUANATEXVERSION" val="161"/>
  <p:tag name="LATEXADDIN" val="\documentclass{article}&#10;\usepackage{amsmath}&#10;\pagestyle{empty}&#10;\begin{document}&#10;&#10;&#10;$ \frac{1}{n}\sum\limits_{i=1}^{n} x_i( y_i - \bar{y}) =   \hat{\beta_1} \frac{1}{n}\sum\limits_{i=1}^{n} x_i( \bar{x} - x_i) $&#10;\end{document}"/>
  <p:tag name="LATEXENGINEID" val="0"/>
  <p:tag name="LATEXFORMHEIGHT" val="320"/>
  <p:tag name="LATEXFORMWIDTH" val="385"/>
  <p:tag name="LATEXFORMWRAP" val="True"/>
  <p:tag name="ORIGINALHEIGHT" val="21.37549"/>
  <p:tag name="ORIGINALWIDTH" val="154.5513"/>
  <p:tag name="OUTPUTTYPE" val="SVG"/>
  <p:tag name="TEMPFOLDER" val="c:\temp\"/>
  <p:tag name="TRANSPARENCY" val="True"/>
</p:tagLst>
</file>

<file path=ppt/tags/tag1103.xml><?xml version="1.0" encoding="utf-8"?>
<p:tagLst xmlns:a="http://schemas.openxmlformats.org/drawingml/2006/main" xmlns:r="http://schemas.openxmlformats.org/officeDocument/2006/relationships" xmlns:p="http://schemas.openxmlformats.org/presentationml/2006/main">
  <p:tag name="BITMAPVECTOR" val="1"/>
  <p:tag name="IGUANATEXCURSOR" val="207"/>
  <p:tag name="IGUANATEXSIZE" val="18"/>
  <p:tag name="IGUANATEXVERSION" val="161"/>
  <p:tag name="LATEXADDIN" val="\documentclass{article}&#10;\usepackage{amsmath}&#10;\pagestyle{empty}&#10;\begin{document}&#10;&#10;&#10;$ \frac{1}{n}\sum\limits_{i=1}^{n} x_i( y_i - \bar{y}) =   \hat{\beta_1} \frac{1}{n}\sum\limits_{i=1}^{n} x_i( \bar{x} - x_i) $&#10;\end{document}"/>
  <p:tag name="LATEXENGINEID" val="0"/>
  <p:tag name="LATEXFORMHEIGHT" val="320"/>
  <p:tag name="LATEXFORMWIDTH" val="385"/>
  <p:tag name="LATEXFORMWRAP" val="True"/>
  <p:tag name="ORIGINALHEIGHT" val="21.37549"/>
  <p:tag name="ORIGINALWIDTH" val="154.5513"/>
  <p:tag name="OUTPUTTYPE" val="SVG"/>
  <p:tag name="TEMPFOLDER" val="c:\temp\"/>
  <p:tag name="TRANSPARENCY" val="True"/>
</p:tagLst>
</file>

<file path=ppt/tags/tag1104.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9"/>
  <p:tag name="IGUANATEXSIZE" val="18"/>
  <p:tag name="IGUANATEXVERSION" val="162"/>
  <p:tag name="LATEXADDIN" val="\documentclass{article}&#10;\usepackage{amsmath}&#10;\pagestyle{empty}&#10;\begin{document}&#10;&#10;&#10;$\hat{\beta_1} =&#10;\frac{\sum\limits_{i=1}^{n} (x_i - \bar{x})( y_i - \bar{y})}{\sum\limits_{i=1}^{n} ( \bar{x} - x_i)^2}$&#10;\end{document}"/>
  <p:tag name="LATEXENGINEID" val="0"/>
  <p:tag name="LATEXFORMHEIGHT" val=" 320"/>
  <p:tag name="LATEXFORMWIDTH" val=" 385"/>
  <p:tag name="LATEXFORMWRAP" val="True"/>
  <p:tag name="ORIGINALHEIGHT" val=" 33.29099"/>
  <p:tag name="ORIGINALWIDTH" val=" 84.03892"/>
  <p:tag name="OUTPUTTYPE" val="SVG"/>
  <p:tag name="TEMPFOLDER" val="C:\Users\luisc\Documents\Custom Office Templates\iguana temp\"/>
  <p:tag name="TRANSPARENCY" val="True"/>
</p:tagLst>
</file>

<file path=ppt/tags/tag1105.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9"/>
  <p:tag name="IGUANATEXSIZE" val="18"/>
  <p:tag name="LATEXADDIN" val="\documentclass{article}&#10;\usepackage{amsmath}&#10;\pagestyle{empty}&#10;\begin{document}&#10;&#10;&#10;$\hat{\beta_1} =&#10;\frac{\sum\limits_{i=1}^{n} (x_i - \bar{x})( y_i - \bar{y})}{\sum\limits_{i=1}^{n} ( \bar{x} - x_i)^2}$&#10;\end{document}"/>
  <p:tag name="LATEXENGINEID" val="0"/>
  <p:tag name="LATEXFORMHEIGHT" val=" 320"/>
  <p:tag name="LATEXFORMWIDTH" val=" 385"/>
  <p:tag name="LATEXFORMWRAP" val="True"/>
  <p:tag name="ORIGINALHEIGHT" val=" 1.534207"/>
  <p:tag name="ORIGINALWIDTH" val=" 2.660006"/>
  <p:tag name="TEMPFOLDER" val="C:\Users\luisc\Documents\Custom Office Templates\iguana temp\"/>
  <p:tag name="TRANSPARENCY" val="True"/>
</p:tagLst>
</file>

<file path=ppt/tags/tag1106.xml><?xml version="1.0" encoding="utf-8"?>
<p:tagLst xmlns:a="http://schemas.openxmlformats.org/drawingml/2006/main" xmlns:r="http://schemas.openxmlformats.org/officeDocument/2006/relationships" xmlns:p="http://schemas.openxmlformats.org/presentationml/2006/main">
  <p:tag name="EMFCHILD" val="True"/>
  <p:tag name="ORIGINALHEIGHT" val=" 8.966359"/>
  <p:tag name="ORIGINALWIDTH" val=" 5.430866"/>
</p:tagLst>
</file>

<file path=ppt/tags/tag1107.xml><?xml version="1.0" encoding="utf-8"?>
<p:tagLst xmlns:a="http://schemas.openxmlformats.org/drawingml/2006/main" xmlns:r="http://schemas.openxmlformats.org/officeDocument/2006/relationships" xmlns:p="http://schemas.openxmlformats.org/presentationml/2006/main">
  <p:tag name="EMFCHILD" val="True"/>
  <p:tag name="ORIGINALHEIGHT" val=" 4.630608"/>
  <p:tag name="ORIGINALWIDTH" val=" 2.538461"/>
</p:tagLst>
</file>

<file path=ppt/tags/tag1108.xml><?xml version="1.0" encoding="utf-8"?>
<p:tagLst xmlns:a="http://schemas.openxmlformats.org/drawingml/2006/main" xmlns:r="http://schemas.openxmlformats.org/officeDocument/2006/relationships" xmlns:p="http://schemas.openxmlformats.org/presentationml/2006/main">
  <p:tag name="EMFCHILD" val="True"/>
  <p:tag name="ORIGINALHEIGHT" val=" 2.331233"/>
  <p:tag name="ORIGINALWIDTH" val=" 6.625142"/>
</p:tagLst>
</file>

<file path=ppt/tags/tag1109.xml><?xml version="1.0" encoding="utf-8"?>
<p:tagLst xmlns:a="http://schemas.openxmlformats.org/drawingml/2006/main" xmlns:r="http://schemas.openxmlformats.org/officeDocument/2006/relationships" xmlns:p="http://schemas.openxmlformats.org/presentationml/2006/main">
  <p:tag name="EMFCHILD" val="True"/>
  <p:tag name="ORIGINALHEIGHT" val=" 2.25653"/>
  <p:tag name="ORIGINALWIDTH" val=" 3.486912"/>
</p:tagLst>
</file>

<file path=ppt/tags/tag1110.xml><?xml version="1.0" encoding="utf-8"?>
<p:tagLst xmlns:a="http://schemas.openxmlformats.org/drawingml/2006/main" xmlns:r="http://schemas.openxmlformats.org/officeDocument/2006/relationships" xmlns:p="http://schemas.openxmlformats.org/presentationml/2006/main">
  <p:tag name="EMFCHILD" val="True"/>
  <p:tag name="ORIGINALHEIGHT" val=" 6.973835"/>
  <p:tag name="ORIGINALWIDTH" val=" 7.28766"/>
</p:tagLst>
</file>

<file path=ppt/tags/tag1111.xml><?xml version="1.0" encoding="utf-8"?>
<p:tagLst xmlns:a="http://schemas.openxmlformats.org/drawingml/2006/main" xmlns:r="http://schemas.openxmlformats.org/officeDocument/2006/relationships" xmlns:p="http://schemas.openxmlformats.org/presentationml/2006/main">
  <p:tag name="EMFCHILD" val="True"/>
  <p:tag name="ORIGINALHEIGHT" val=" 3.377326"/>
  <p:tag name="ORIGINALWIDTH" val=" 1.753389"/>
</p:tagLst>
</file>

<file path=ppt/tags/tag1112.xml><?xml version="1.0" encoding="utf-8"?>
<p:tagLst xmlns:a="http://schemas.openxmlformats.org/drawingml/2006/main" xmlns:r="http://schemas.openxmlformats.org/officeDocument/2006/relationships" xmlns:p="http://schemas.openxmlformats.org/presentationml/2006/main">
  <p:tag name="EMFCHILD" val="True"/>
  <p:tag name="ORIGINALHEIGHT" val=" 1.46447"/>
  <p:tag name="ORIGINALWIDTH" val=" 4.149431"/>
</p:tagLst>
</file>

<file path=ppt/tags/tag1113.xml><?xml version="1.0" encoding="utf-8"?>
<p:tagLst xmlns:a="http://schemas.openxmlformats.org/drawingml/2006/main" xmlns:r="http://schemas.openxmlformats.org/officeDocument/2006/relationships" xmlns:p="http://schemas.openxmlformats.org/presentationml/2006/main">
  <p:tag name="EMFCHILD" val="True"/>
  <p:tag name="ORIGINALHEIGHT" val=" 3.317521"/>
  <p:tag name="ORIGINALWIDTH" val=" 2.047318"/>
</p:tagLst>
</file>

<file path=ppt/tags/tag1114.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13193"/>
</p:tagLst>
</file>

<file path=ppt/tags/tag1115.xml><?xml version="1.0" encoding="utf-8"?>
<p:tagLst xmlns:a="http://schemas.openxmlformats.org/drawingml/2006/main" xmlns:r="http://schemas.openxmlformats.org/officeDocument/2006/relationships" xmlns:p="http://schemas.openxmlformats.org/presentationml/2006/main">
  <p:tag name="EMFCHILD" val="True"/>
  <p:tag name="ORIGINALHEIGHT" val=" 3.145179"/>
  <p:tag name="ORIGINALWIDTH" val=" 3.730969"/>
</p:tagLst>
</file>

<file path=ppt/tags/tag1116.xml><?xml version="1.0" encoding="utf-8"?>
<p:tagLst xmlns:a="http://schemas.openxmlformats.org/drawingml/2006/main" xmlns:r="http://schemas.openxmlformats.org/officeDocument/2006/relationships" xmlns:p="http://schemas.openxmlformats.org/presentationml/2006/main">
  <p:tag name="EMFCHILD" val="True"/>
  <p:tag name="ORIGINALHEIGHT" val=" 3.377326"/>
  <p:tag name="ORIGINALWIDTH" val=" 1.753389"/>
</p:tagLst>
</file>

<file path=ppt/tags/tag1117.xml><?xml version="1.0" encoding="utf-8"?>
<p:tagLst xmlns:a="http://schemas.openxmlformats.org/drawingml/2006/main" xmlns:r="http://schemas.openxmlformats.org/officeDocument/2006/relationships" xmlns:p="http://schemas.openxmlformats.org/presentationml/2006/main">
  <p:tag name="EMFCHILD" val="True"/>
  <p:tag name="ORIGINALHEIGHT" val=" .3416971"/>
  <p:tag name="ORIGINALWIDTH" val=" 4.714309"/>
</p:tagLst>
</file>

<file path=ppt/tags/tag1118.xml><?xml version="1.0" encoding="utf-8"?>
<p:tagLst xmlns:a="http://schemas.openxmlformats.org/drawingml/2006/main" xmlns:r="http://schemas.openxmlformats.org/officeDocument/2006/relationships" xmlns:p="http://schemas.openxmlformats.org/presentationml/2006/main">
  <p:tag name="EMFCHILD" val="True"/>
  <p:tag name="ORIGINALHEIGHT" val=" .2649741"/>
  <p:tag name="ORIGINALWIDTH" val=" 2.775574"/>
</p:tagLst>
</file>

<file path=ppt/tags/tag1119.xml><?xml version="1.0" encoding="utf-8"?>
<p:tagLst xmlns:a="http://schemas.openxmlformats.org/drawingml/2006/main" xmlns:r="http://schemas.openxmlformats.org/officeDocument/2006/relationships" xmlns:p="http://schemas.openxmlformats.org/presentationml/2006/main">
  <p:tag name="EMFCHILD" val="True"/>
  <p:tag name="ORIGINALHEIGHT" val=" 3.145179"/>
  <p:tag name="ORIGINALWIDTH" val=" 3.730969"/>
</p:tagLst>
</file>

<file path=ppt/tags/tag1120.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06206"/>
</p:tagLst>
</file>

<file path=ppt/tags/tag1121.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13193"/>
</p:tagLst>
</file>

<file path=ppt/tags/tag1122.xml><?xml version="1.0" encoding="utf-8"?>
<p:tagLst xmlns:a="http://schemas.openxmlformats.org/drawingml/2006/main" xmlns:r="http://schemas.openxmlformats.org/officeDocument/2006/relationships" xmlns:p="http://schemas.openxmlformats.org/presentationml/2006/main">
  <p:tag name="EMFCHILD" val="True"/>
  <p:tag name="ORIGINALHEIGHT" val=" 4.49812"/>
  <p:tag name="ORIGINALWIDTH" val=" 3.577565"/>
</p:tagLst>
</file>

<file path=ppt/tags/tag1123.xml><?xml version="1.0" encoding="utf-8"?>
<p:tagLst xmlns:a="http://schemas.openxmlformats.org/drawingml/2006/main" xmlns:r="http://schemas.openxmlformats.org/officeDocument/2006/relationships" xmlns:p="http://schemas.openxmlformats.org/presentationml/2006/main">
  <p:tag name="EMFCHILD" val="True"/>
  <p:tag name="ORIGINALHEIGHT" val=" 3.377326"/>
  <p:tag name="ORIGINALWIDTH" val=" 1.753389"/>
</p:tagLst>
</file>

<file path=ppt/tags/tag1124.xml><?xml version="1.0" encoding="utf-8"?>
<p:tagLst xmlns:a="http://schemas.openxmlformats.org/drawingml/2006/main" xmlns:r="http://schemas.openxmlformats.org/officeDocument/2006/relationships" xmlns:p="http://schemas.openxmlformats.org/presentationml/2006/main">
  <p:tag name="EMFCHILD" val="True"/>
  <p:tag name="ORIGINALHEIGHT" val=" .3416971"/>
  <p:tag name="ORIGINALWIDTH" val=" 4.714309"/>
</p:tagLst>
</file>

<file path=ppt/tags/tag1125.xml><?xml version="1.0" encoding="utf-8"?>
<p:tagLst xmlns:a="http://schemas.openxmlformats.org/drawingml/2006/main" xmlns:r="http://schemas.openxmlformats.org/officeDocument/2006/relationships" xmlns:p="http://schemas.openxmlformats.org/presentationml/2006/main">
  <p:tag name="EMFCHILD" val="True"/>
  <p:tag name="ORIGINALHEIGHT" val=" .2649741"/>
  <p:tag name="ORIGINALWIDTH" val=" 2.775574"/>
</p:tagLst>
</file>

<file path=ppt/tags/tag1126.xml><?xml version="1.0" encoding="utf-8"?>
<p:tagLst xmlns:a="http://schemas.openxmlformats.org/drawingml/2006/main" xmlns:r="http://schemas.openxmlformats.org/officeDocument/2006/relationships" xmlns:p="http://schemas.openxmlformats.org/presentationml/2006/main">
  <p:tag name="EMFCHILD" val="True"/>
  <p:tag name="ORIGINALHEIGHT" val=" 4.49812"/>
  <p:tag name="ORIGINALWIDTH" val=" 3.577565"/>
</p:tagLst>
</file>

<file path=ppt/tags/tag1127.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06206"/>
</p:tagLst>
</file>

<file path=ppt/tags/tag1128.xml><?xml version="1.0" encoding="utf-8"?>
<p:tagLst xmlns:a="http://schemas.openxmlformats.org/drawingml/2006/main" xmlns:r="http://schemas.openxmlformats.org/officeDocument/2006/relationships" xmlns:p="http://schemas.openxmlformats.org/presentationml/2006/main">
  <p:tag name="EMFCHILD" val="True"/>
  <p:tag name="ORIGINALHEIGHT" val=" .3984712"/>
  <p:tag name="ORIGINALWIDTH" val=" 59.75312"/>
</p:tagLst>
</file>

<file path=ppt/tags/tag1129.xml><?xml version="1.0" encoding="utf-8"?>
<p:tagLst xmlns:a="http://schemas.openxmlformats.org/drawingml/2006/main" xmlns:r="http://schemas.openxmlformats.org/officeDocument/2006/relationships" xmlns:p="http://schemas.openxmlformats.org/presentationml/2006/main">
  <p:tag name="EMFCHILD" val="True"/>
  <p:tag name="ORIGINALHEIGHT" val=" 2.25653"/>
  <p:tag name="ORIGINALWIDTH" val=" 3.486912"/>
</p:tagLst>
</file>

<file path=ppt/tags/tag1130.xml><?xml version="1.0" encoding="utf-8"?>
<p:tagLst xmlns:a="http://schemas.openxmlformats.org/drawingml/2006/main" xmlns:r="http://schemas.openxmlformats.org/officeDocument/2006/relationships" xmlns:p="http://schemas.openxmlformats.org/presentationml/2006/main">
  <p:tag name="EMFCHILD" val="True"/>
  <p:tag name="ORIGINALHEIGHT" val=" 6.973835"/>
  <p:tag name="ORIGINALWIDTH" val=" 7.28766"/>
</p:tagLst>
</file>

<file path=ppt/tags/tag1131.xml><?xml version="1.0" encoding="utf-8"?>
<p:tagLst xmlns:a="http://schemas.openxmlformats.org/drawingml/2006/main" xmlns:r="http://schemas.openxmlformats.org/officeDocument/2006/relationships" xmlns:p="http://schemas.openxmlformats.org/presentationml/2006/main">
  <p:tag name="EMFCHILD" val="True"/>
  <p:tag name="ORIGINALHEIGHT" val=" 3.377326"/>
  <p:tag name="ORIGINALWIDTH" val=" 1.753389"/>
</p:tagLst>
</file>

<file path=ppt/tags/tag1132.xml><?xml version="1.0" encoding="utf-8"?>
<p:tagLst xmlns:a="http://schemas.openxmlformats.org/drawingml/2006/main" xmlns:r="http://schemas.openxmlformats.org/officeDocument/2006/relationships" xmlns:p="http://schemas.openxmlformats.org/presentationml/2006/main">
  <p:tag name="EMFCHILD" val="True"/>
  <p:tag name="ORIGINALHEIGHT" val=" 1.46447"/>
  <p:tag name="ORIGINALWIDTH" val=" 4.149431"/>
</p:tagLst>
</file>

<file path=ppt/tags/tag1133.xml><?xml version="1.0" encoding="utf-8"?>
<p:tagLst xmlns:a="http://schemas.openxmlformats.org/drawingml/2006/main" xmlns:r="http://schemas.openxmlformats.org/officeDocument/2006/relationships" xmlns:p="http://schemas.openxmlformats.org/presentationml/2006/main">
  <p:tag name="EMFCHILD" val="True"/>
  <p:tag name="ORIGINALHEIGHT" val=" 3.317521"/>
  <p:tag name="ORIGINALWIDTH" val=" 2.047318"/>
</p:tagLst>
</file>

<file path=ppt/tags/tag1134.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13193"/>
</p:tagLst>
</file>

<file path=ppt/tags/tag1135.xml><?xml version="1.0" encoding="utf-8"?>
<p:tagLst xmlns:a="http://schemas.openxmlformats.org/drawingml/2006/main" xmlns:r="http://schemas.openxmlformats.org/officeDocument/2006/relationships" xmlns:p="http://schemas.openxmlformats.org/presentationml/2006/main">
  <p:tag name="EMFCHILD" val="True"/>
  <p:tag name="ORIGINALHEIGHT" val=" .2649741"/>
  <p:tag name="ORIGINALWIDTH" val=" 2.775574"/>
</p:tagLst>
</file>

<file path=ppt/tags/tag1136.xml><?xml version="1.0" encoding="utf-8"?>
<p:tagLst xmlns:a="http://schemas.openxmlformats.org/drawingml/2006/main" xmlns:r="http://schemas.openxmlformats.org/officeDocument/2006/relationships" xmlns:p="http://schemas.openxmlformats.org/presentationml/2006/main">
  <p:tag name="EMFCHILD" val="True"/>
  <p:tag name="ORIGINALHEIGHT" val=" 3.145179"/>
  <p:tag name="ORIGINALWIDTH" val=" 3.730969"/>
</p:tagLst>
</file>

<file path=ppt/tags/tag1137.xml><?xml version="1.0" encoding="utf-8"?>
<p:tagLst xmlns:a="http://schemas.openxmlformats.org/drawingml/2006/main" xmlns:r="http://schemas.openxmlformats.org/officeDocument/2006/relationships" xmlns:p="http://schemas.openxmlformats.org/presentationml/2006/main">
  <p:tag name="EMFCHILD" val="True"/>
  <p:tag name="ORIGINALHEIGHT" val=" .3416971"/>
  <p:tag name="ORIGINALWIDTH" val=" 4.714309"/>
</p:tagLst>
</file>

<file path=ppt/tags/tag1138.xml><?xml version="1.0" encoding="utf-8"?>
<p:tagLst xmlns:a="http://schemas.openxmlformats.org/drawingml/2006/main" xmlns:r="http://schemas.openxmlformats.org/officeDocument/2006/relationships" xmlns:p="http://schemas.openxmlformats.org/presentationml/2006/main">
  <p:tag name="EMFCHILD" val="True"/>
  <p:tag name="ORIGINALHEIGHT" val=" 3.145179"/>
  <p:tag name="ORIGINALWIDTH" val=" 3.730969"/>
</p:tagLst>
</file>

<file path=ppt/tags/tag1139.xml><?xml version="1.0" encoding="utf-8"?>
<p:tagLst xmlns:a="http://schemas.openxmlformats.org/drawingml/2006/main" xmlns:r="http://schemas.openxmlformats.org/officeDocument/2006/relationships" xmlns:p="http://schemas.openxmlformats.org/presentationml/2006/main">
  <p:tag name="EMFCHILD" val="True"/>
  <p:tag name="ORIGINALHEIGHT" val=" 3.377326"/>
  <p:tag name="ORIGINALWIDTH" val=" 1.753389"/>
</p:tagLst>
</file>

<file path=ppt/tags/tag1140.xml><?xml version="1.0" encoding="utf-8"?>
<p:tagLst xmlns:a="http://schemas.openxmlformats.org/drawingml/2006/main" xmlns:r="http://schemas.openxmlformats.org/officeDocument/2006/relationships" xmlns:p="http://schemas.openxmlformats.org/presentationml/2006/main">
  <p:tag name="EMFCHILD" val="True"/>
  <p:tag name="ORIGINALHEIGHT" val=" 6.966849"/>
  <p:tag name="ORIGINALWIDTH" val=" 1.806206"/>
</p:tagLst>
</file>

<file path=ppt/tags/tag1141.xml><?xml version="1.0" encoding="utf-8"?>
<p:tagLst xmlns:a="http://schemas.openxmlformats.org/drawingml/2006/main" xmlns:r="http://schemas.openxmlformats.org/officeDocument/2006/relationships" xmlns:p="http://schemas.openxmlformats.org/presentationml/2006/main">
  <p:tag name="EMFCHILD" val="True"/>
  <p:tag name="ORIGINALHEIGHT" val=" 3.317521"/>
  <p:tag name="ORIGINALWIDTH" val=" 2.480677"/>
</p:tagLst>
</file>

<file path=ppt/tags/tag114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207"/>
  <p:tag name="IGUANATEXSIZE" val="18"/>
  <p:tag name="LATEXADDIN" val="\documentclass{article}&#10;\usepackage{amsmath}&#10;\pagestyle{empty}&#10;\begin{document}&#10;&#10;&#10;$ \frac{1}{n}\sum\limits_{i=1}^{n} x_i( y_i - \bar{y}) =   \hat{\beta_1} \frac{1}{n}\sum\limits_{i=1}^{n} x_i( \bar{x} - x_i) $&#10;\end{document}"/>
  <p:tag name="LATEXENGINEID" val="0"/>
  <p:tag name="LATEXFORMHEIGHT" val="320"/>
  <p:tag name="LATEXFORMWIDTH" val="385"/>
  <p:tag name="LATEXFORMWRAP" val="True"/>
  <p:tag name="ORIGINALHEIGHT" val="4.630608"/>
  <p:tag name="ORIGINALWIDTH" val="2.542543"/>
  <p:tag name="TEMPFOLDER" val="c:\temp\"/>
  <p:tag name="TRANSPARENCY" val="True"/>
</p:tagLst>
</file>

<file path=ppt/tags/tag114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2777"/>
</p:tagLst>
</file>

<file path=ppt/tags/tag1144.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4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46.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09888"/>
</p:tagLst>
</file>

<file path=ppt/tags/tag1147.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48.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018"/>
</p:tagLst>
</file>

<file path=ppt/tags/tag1149.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150.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151.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52.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53.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171"/>
</p:tagLst>
</file>

<file path=ppt/tags/tag1154.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55.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696"/>
</p:tagLst>
</file>

<file path=ppt/tags/tag1156.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602311"/>
</p:tagLst>
</file>

<file path=ppt/tags/tag1157.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171"/>
</p:tagLst>
</file>

<file path=ppt/tags/tag1158.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59.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35829"/>
</p:tagLst>
</file>

<file path=ppt/tags/tag1160.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298"/>
</p:tagLst>
</file>

<file path=ppt/tags/tag1161.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661"/>
</p:tagLst>
</file>

<file path=ppt/tags/tag1162.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163.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164.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2777"/>
</p:tagLst>
</file>

<file path=ppt/tags/tag116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66.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6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09888"/>
</p:tagLst>
</file>

<file path=ppt/tags/tag116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69.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018"/>
</p:tagLst>
</file>

<file path=ppt/tags/tag117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171.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17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7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74.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602311"/>
</p:tagLst>
</file>

<file path=ppt/tags/tag1175.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176.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696"/>
</p:tagLst>
</file>

<file path=ppt/tags/tag1177.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17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7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8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207"/>
  <p:tag name="IGUANATEXSIZE" val="18"/>
  <p:tag name="LATEXADDIN" val="\documentclass{article}&#10;\usepackage{amsmath}&#10;\pagestyle{empty}&#10;\begin{document}&#10;&#10;&#10;$ \frac{1}{n}\sum\limits_{i=1}^{n} x_i( y_i - \bar{y}) =   \hat{\beta_1} \frac{1}{n}\sum\limits_{i=1}^{n} x_i( \bar{x} - x_i) $&#10;\end{document}"/>
  <p:tag name="LATEXENGINEID" val="0"/>
  <p:tag name="LATEXFORMHEIGHT" val="320"/>
  <p:tag name="LATEXFORMWIDTH" val="385"/>
  <p:tag name="LATEXFORMWRAP" val="True"/>
  <p:tag name="ORIGINALHEIGHT" val="4.630608"/>
  <p:tag name="ORIGINALWIDTH" val="2.542543"/>
  <p:tag name="TEMPFOLDER" val="c:\temp\"/>
  <p:tag name="TRANSPARENCY" val="True"/>
</p:tagLst>
</file>

<file path=ppt/tags/tag118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2777"/>
</p:tagLst>
</file>

<file path=ppt/tags/tag1182.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83.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18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09888"/>
</p:tagLst>
</file>

<file path=ppt/tags/tag1185.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86.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018"/>
</p:tagLst>
</file>

<file path=ppt/tags/tag1187.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188.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189.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9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91.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171"/>
</p:tagLst>
</file>

<file path=ppt/tags/tag1192.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19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696"/>
</p:tagLst>
</file>

<file path=ppt/tags/tag1194.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602311"/>
</p:tagLst>
</file>

<file path=ppt/tags/tag1195.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0171"/>
</p:tagLst>
</file>

<file path=ppt/tags/tag1196.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197.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35829"/>
</p:tagLst>
</file>

<file path=ppt/tags/tag1198.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4298"/>
</p:tagLst>
</file>

<file path=ppt/tags/tag1199.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9661"/>
</p:tagLst>
</file>

<file path=ppt/tags/tag120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201.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202.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2777"/>
</p:tagLst>
</file>

<file path=ppt/tags/tag1203.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204.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7859"/>
</p:tagLst>
</file>

<file path=ppt/tags/tag1205.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09888"/>
</p:tagLst>
</file>

<file path=ppt/tags/tag120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207.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1018"/>
</p:tagLst>
</file>

<file path=ppt/tags/tag1208.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2543"/>
</p:tagLst>
</file>

<file path=ppt/tags/tag1209.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210.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211.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212.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602311"/>
</p:tagLst>
</file>

<file path=ppt/tags/tag1213.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214.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696"/>
</p:tagLst>
</file>

<file path=ppt/tags/tag1215.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9391"/>
</p:tagLst>
</file>

<file path=ppt/tags/tag121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6464"/>
</p:tagLst>
</file>

<file path=ppt/tags/tag121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026"/>
</p:tagLst>
</file>

<file path=ppt/tags/tag121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62"/>
  <p:tag name="IGUANATEXSIZE" val="18"/>
  <p:tag name="LATEXADDIN" val="\documentclass{article}&#10;\usepackage{amsmath}&#10;\pagestyle{empty}&#10;\begin{document}&#10;&#10;&#10;$ \frac{1}{n}\sum\limits_{i=1}^{n} (x_i(  y_i - (\bar{y} - \hat{\beta_1} \bar{x}) - \hat{\beta_1}x_i)) = 0 $&#10;\end{document}"/>
  <p:tag name="LATEXENGINEID" val="0"/>
  <p:tag name="LATEXFORMHEIGHT" val="320"/>
  <p:tag name="LATEXFORMWIDTH" val="385"/>
  <p:tag name="LATEXFORMWRAP" val="True"/>
  <p:tag name="ORIGINALHEIGHT" val="4.630608"/>
  <p:tag name="ORIGINALWIDTH" val="2.538462"/>
  <p:tag name="TEMPFOLDER" val="c:\temp\"/>
  <p:tag name="TRANSPARENCY" val="True"/>
</p:tagLst>
</file>

<file path=ppt/tags/tag1219.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24825"/>
</p:tagLst>
</file>

<file path=ppt/tags/tag1220.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1221.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1002"/>
</p:tagLst>
</file>

<file path=ppt/tags/tag1222.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394741"/>
</p:tagLst>
</file>

<file path=ppt/tags/tag1223.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1224.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3273"/>
</p:tagLst>
</file>

<file path=ppt/tags/tag1225.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1226.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27.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122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122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30.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592766"/>
</p:tagLst>
</file>

<file path=ppt/tags/tag1231.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1232.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87157"/>
</p:tagLst>
</file>

<file path=ppt/tags/tag1233.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34.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596505"/>
</p:tagLst>
</file>

<file path=ppt/tags/tag1235.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592766"/>
</p:tagLst>
</file>

<file path=ppt/tags/tag1236.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87157"/>
</p:tagLst>
</file>

<file path=ppt/tags/tag1237.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0006"/>
</p:tagLst>
</file>

<file path=ppt/tags/tag1238.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0868"/>
</p:tagLst>
</file>

<file path=ppt/tags/tag1239.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1240.xml><?xml version="1.0" encoding="utf-8"?>
<p:tagLst xmlns:a="http://schemas.openxmlformats.org/drawingml/2006/main" xmlns:r="http://schemas.openxmlformats.org/officeDocument/2006/relationships" xmlns:p="http://schemas.openxmlformats.org/presentationml/2006/main">
  <p:tag name="EMFCHILD" val="True"/>
  <p:tag name="ORIGINALHEIGHT" val="0.3088278"/>
  <p:tag name="ORIGINALWIDTH" val="3.596505"/>
</p:tagLst>
</file>

<file path=ppt/tags/tag1241.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1242.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43.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87157"/>
</p:tagLst>
</file>

<file path=ppt/tags/tag1244.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0006"/>
</p:tagLst>
</file>

<file path=ppt/tags/tag1245.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30868"/>
</p:tagLst>
</file>

<file path=ppt/tags/tag124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2"/>
</p:tagLst>
</file>

<file path=ppt/tags/tag1247.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61355"/>
</p:tagLst>
</file>

<file path=ppt/tags/tag124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3056"/>
</p:tagLst>
</file>

<file path=ppt/tags/tag1249.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50.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1324"/>
</p:tagLst>
</file>

<file path=ppt/tags/tag1251.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25143"/>
</p:tagLst>
</file>

<file path=ppt/tags/tag1252.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194253"/>
</p:tagLst>
</file>

<file path=ppt/tags/tag125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3"/>
  <p:tag name="IGUANATEXSIZE" val="18"/>
  <p:tag name="LATEXADDIN" val="\documentclass{article}&#10;\usepackage{amsmath}&#10;\pagestyle{empty}&#10;\begin{document}&#10;&#10;&#10;$ \frac{1}{n}\sum\limits_{i=1}^{n} (x_i(  y_i - \hat{\beta_0} - \hat{\beta_1}x_i)) = 0 $&#10;\end{document}"/>
  <p:tag name="LATEXENGINEID" val="0"/>
  <p:tag name="LATEXFORMHEIGHT" val="320"/>
  <p:tag name="LATEXFORMWIDTH" val="385"/>
  <p:tag name="LATEXFORMWRAP" val="True"/>
  <p:tag name="ORIGINALHEIGHT" val="4.630608"/>
  <p:tag name="ORIGINALWIDTH" val="2.543554"/>
  <p:tag name="TEMPFOLDER" val="c:\temp\"/>
  <p:tag name="TRANSPARENCY" val="True"/>
</p:tagLst>
</file>

<file path=ppt/tags/tag1254.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4.934672"/>
</p:tagLst>
</file>

<file path=ppt/tags/tag125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9502"/>
</p:tagLst>
</file>

<file path=ppt/tags/tag1256.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4.269502"/>
</p:tagLst>
</file>

<file path=ppt/tags/tag125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9.413552"/>
</p:tagLst>
</file>

<file path=ppt/tags/tag1258.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7264"/>
</p:tagLst>
</file>

<file path=ppt/tags/tag1259.xml><?xml version="1.0" encoding="utf-8"?>
<p:tagLst xmlns:a="http://schemas.openxmlformats.org/drawingml/2006/main" xmlns:r="http://schemas.openxmlformats.org/officeDocument/2006/relationships" xmlns:p="http://schemas.openxmlformats.org/presentationml/2006/main">
  <p:tag name="EMFCHILD" val="True"/>
  <p:tag name="ORIGINALHEIGHT" val="1.875946"/>
  <p:tag name="ORIGINALWIDTH" val="5.142998"/>
</p:tagLst>
</file>

<file path=ppt/tags/tag1260.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3554"/>
</p:tagLst>
</file>

<file path=ppt/tags/tag1261.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953"/>
</p:tagLst>
</file>

<file path=ppt/tags/tag1262.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71287"/>
</p:tagLst>
</file>

<file path=ppt/tags/tag1263.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7264"/>
</p:tagLst>
</file>

<file path=ppt/tags/tag1264.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953"/>
</p:tagLst>
</file>

<file path=ppt/tags/tag1265.xml><?xml version="1.0" encoding="utf-8"?>
<p:tagLst xmlns:a="http://schemas.openxmlformats.org/drawingml/2006/main" xmlns:r="http://schemas.openxmlformats.org/officeDocument/2006/relationships" xmlns:p="http://schemas.openxmlformats.org/presentationml/2006/main">
  <p:tag name="EMFCHILD" val="True"/>
  <p:tag name="ORIGINALHEIGHT" val="6.445823"/>
  <p:tag name="ORIGINALWIDTH" val="4.60194"/>
</p:tagLst>
</file>

<file path=ppt/tags/tag126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7264"/>
</p:tagLst>
</file>

<file path=ppt/tags/tag126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9319"/>
</p:tagLst>
</file>

<file path=ppt/tags/tag1268.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5309"/>
</p:tagLst>
</file>

<file path=ppt/tags/tag1269.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1725"/>
</p:tagLst>
</file>

<file path=ppt/tags/tag1270.xml><?xml version="1.0" encoding="utf-8"?>
<p:tagLst xmlns:a="http://schemas.openxmlformats.org/drawingml/2006/main" xmlns:r="http://schemas.openxmlformats.org/officeDocument/2006/relationships" xmlns:p="http://schemas.openxmlformats.org/presentationml/2006/main">
  <p:tag name="EMFCHILD" val="True"/>
  <p:tag name="ORIGINALHEIGHT" val="4.770081"/>
  <p:tag name="ORIGINALWIDTH" val="3.242308"/>
</p:tagLst>
</file>

<file path=ppt/tags/tag1271.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6.099319"/>
</p:tagLst>
</file>

<file path=ppt/tags/tag1272.xml><?xml version="1.0" encoding="utf-8"?>
<p:tagLst xmlns:a="http://schemas.openxmlformats.org/drawingml/2006/main" xmlns:r="http://schemas.openxmlformats.org/officeDocument/2006/relationships" xmlns:p="http://schemas.openxmlformats.org/presentationml/2006/main">
  <p:tag name="EMFCHILD" val="True"/>
  <p:tag name="ORIGINALHEIGHT" val="1.534207"/>
  <p:tag name="ORIGINALWIDTH" val="2.665309"/>
</p:tagLst>
</file>

<file path=ppt/tags/tag1273.xml><?xml version="1.0" encoding="utf-8"?>
<p:tagLst xmlns:a="http://schemas.openxmlformats.org/drawingml/2006/main" xmlns:r="http://schemas.openxmlformats.org/officeDocument/2006/relationships" xmlns:p="http://schemas.openxmlformats.org/presentationml/2006/main">
  <p:tag name="EMFCHILD" val="True"/>
  <p:tag name="ORIGINALHEIGHT" val="8.96636"/>
  <p:tag name="ORIGINALWIDTH" val="5.441725"/>
</p:tagLst>
</file>

<file path=ppt/tags/tag1274.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43554"/>
</p:tagLst>
</file>

<file path=ppt/tags/tag1275.xml><?xml version="1.0" encoding="utf-8"?>
<p:tagLst xmlns:a="http://schemas.openxmlformats.org/drawingml/2006/main" xmlns:r="http://schemas.openxmlformats.org/officeDocument/2006/relationships" xmlns:p="http://schemas.openxmlformats.org/presentationml/2006/main">
  <p:tag name="EMFCHILD" val="True"/>
  <p:tag name="ORIGINALHEIGHT" val="4.513061"/>
  <p:tag name="ORIGINALWIDTH" val="4.971287"/>
</p:tagLst>
</file>

<file path=ppt/tags/tag1276.xml><?xml version="1.0" encoding="utf-8"?>
<p:tagLst xmlns:a="http://schemas.openxmlformats.org/drawingml/2006/main" xmlns:r="http://schemas.openxmlformats.org/officeDocument/2006/relationships" xmlns:p="http://schemas.openxmlformats.org/presentationml/2006/main">
  <p:tag name="EMFCHILD" val="True"/>
  <p:tag name="ORIGINALHEIGHT" val="4.693358"/>
  <p:tag name="ORIGINALWIDTH" val="2.117264"/>
</p:tagLst>
</file>

<file path=ppt/tags/tag1277.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953"/>
</p:tagLst>
</file>

<file path=ppt/tags/tag1278.xml><?xml version="1.0" encoding="utf-8"?>
<p:tagLst xmlns:a="http://schemas.openxmlformats.org/drawingml/2006/main" xmlns:r="http://schemas.openxmlformats.org/officeDocument/2006/relationships" xmlns:p="http://schemas.openxmlformats.org/presentationml/2006/main">
  <p:tag name="EMFCHILD" val="True"/>
  <p:tag name="ORIGINALHEIGHT" val="9.962623"/>
  <p:tag name="ORIGINALWIDTH" val="2.315953"/>
</p:tagLst>
</file>

<file path=ppt/tags/tag1279.xml><?xml version="1.0" encoding="utf-8"?>
<p:tagLst xmlns:a="http://schemas.openxmlformats.org/drawingml/2006/main" xmlns:r="http://schemas.openxmlformats.org/officeDocument/2006/relationships" xmlns:p="http://schemas.openxmlformats.org/presentationml/2006/main">
  <p:tag name="EMFCHILD" val="True"/>
  <p:tag name="ORIGINALHEIGHT" val="2.331234"/>
  <p:tag name="ORIGINALWIDTH" val="6.638399"/>
</p:tagLst>
</file>

<file path=ppt/tags/tag1280.xml><?xml version="1.0" encoding="utf-8"?>
<p:tagLst xmlns:a="http://schemas.openxmlformats.org/drawingml/2006/main" xmlns:r="http://schemas.openxmlformats.org/officeDocument/2006/relationships" xmlns:p="http://schemas.openxmlformats.org/presentationml/2006/main">
  <p:tag name="EMFCHILD" val="True"/>
  <p:tag name="ORIGINALHEIGHT" val="6.854269"/>
  <p:tag name="ORIGINALWIDTH" val="4.202627"/>
</p:tagLst>
</file>

<file path=ppt/tags/tag128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x_i,y_i): i = 1, \hdots n} $&#10;\end{document}"/>
  <p:tag name="LATEXENGINEID" val="0"/>
  <p:tag name="LATEXFORMHEIGHT" val="320"/>
  <p:tag name="LATEXFORMWIDTH" val="385"/>
  <p:tag name="LATEXFORMWRAP" val="True"/>
  <p:tag name="ORIGINALHEIGHT" val="9.713561"/>
  <p:tag name="ORIGINALWIDTH" val="2.318285"/>
  <p:tag name="TEMPFOLDER" val="c:\temp\"/>
  <p:tag name="TRANSPARENCY" val="True"/>
</p:tagLst>
</file>

<file path=ppt/tags/tag1282.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76334"/>
</p:tagLst>
</file>

<file path=ppt/tags/tag1283.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1284.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1285.xml><?xml version="1.0" encoding="utf-8"?>
<p:tagLst xmlns:a="http://schemas.openxmlformats.org/drawingml/2006/main" xmlns:r="http://schemas.openxmlformats.org/officeDocument/2006/relationships" xmlns:p="http://schemas.openxmlformats.org/presentationml/2006/main">
  <p:tag name="EMFCHILD" val="True"/>
  <p:tag name="ORIGINALHEIGHT" val="6.284646"/>
  <p:tag name="ORIGINALWIDTH" val="4.606606"/>
</p:tagLst>
</file>

<file path=ppt/tags/tag1286.xml><?xml version="1.0" encoding="utf-8"?>
<p:tagLst xmlns:a="http://schemas.openxmlformats.org/drawingml/2006/main" xmlns:r="http://schemas.openxmlformats.org/officeDocument/2006/relationships" xmlns:p="http://schemas.openxmlformats.org/presentationml/2006/main">
  <p:tag name="EMFCHILD" val="True"/>
  <p:tag name="ORIGINALHEIGHT" val="4.576028"/>
  <p:tag name="ORIGINALWIDTH" val="2.119423"/>
</p:tagLst>
</file>

<file path=ppt/tags/tag128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18285"/>
</p:tagLst>
</file>

<file path=ppt/tags/tag1288.xml><?xml version="1.0" encoding="utf-8"?>
<p:tagLst xmlns:a="http://schemas.openxmlformats.org/drawingml/2006/main" xmlns:r="http://schemas.openxmlformats.org/officeDocument/2006/relationships" xmlns:p="http://schemas.openxmlformats.org/presentationml/2006/main">
  <p:tag name="EMFCHILD" val="True"/>
  <p:tag name="ORIGINALHEIGHT" val="4.186527"/>
  <p:tag name="ORIGINALWIDTH" val="1.059186"/>
</p:tagLst>
</file>

<file path=ppt/tags/tag1289.xml><?xml version="1.0" encoding="utf-8"?>
<p:tagLst xmlns:a="http://schemas.openxmlformats.org/drawingml/2006/main" xmlns:r="http://schemas.openxmlformats.org/officeDocument/2006/relationships" xmlns:p="http://schemas.openxmlformats.org/presentationml/2006/main">
  <p:tag name="EMFCHILD" val="True"/>
  <p:tag name="ORIGINALHEIGHT" val="6.527516"/>
  <p:tag name="ORIGINALWIDTH" val="2.638058"/>
</p:tagLst>
</file>

<file path=ppt/tags/tag1290.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45101"/>
</p:tagLst>
</file>

<file path=ppt/tags/tag1291.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3.29755"/>
</p:tagLst>
</file>

<file path=ppt/tags/tag1292.xml><?xml version="1.0" encoding="utf-8"?>
<p:tagLst xmlns:a="http://schemas.openxmlformats.org/drawingml/2006/main" xmlns:r="http://schemas.openxmlformats.org/officeDocument/2006/relationships" xmlns:p="http://schemas.openxmlformats.org/presentationml/2006/main">
  <p:tag name="EMFCHILD" val="True"/>
  <p:tag name="ORIGINALHEIGHT" val="2.904331"/>
  <p:tag name="ORIGINALWIDTH" val="1.169116"/>
</p:tagLst>
</file>

<file path=ppt/tags/tag1293.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294.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295.xml><?xml version="1.0" encoding="utf-8"?>
<p:tagLst xmlns:a="http://schemas.openxmlformats.org/drawingml/2006/main" xmlns:r="http://schemas.openxmlformats.org/officeDocument/2006/relationships" xmlns:p="http://schemas.openxmlformats.org/presentationml/2006/main">
  <p:tag name="EMFCHILD" val="True"/>
  <p:tag name="ORIGINALHEIGHT" val="1.029615"/>
  <p:tag name="ORIGINALWIDTH" val="1.059186"/>
</p:tagLst>
</file>

<file path=ppt/tags/tag1296.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416011"/>
</p:tagLst>
</file>

<file path=ppt/tags/tag1297.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7"/>
  <p:tag name="IGUANATEXSIZE" val="18"/>
  <p:tag name="LATEXADDIN" val="\documentclass{article}&#10;\usepackage{amsmath}&#10;\pagestyle{empty}&#10;\begin{document}&#10;&#10;&#10;$ Cov[u,x]= E[xu] = 0$&#10;\end{document}"/>
  <p:tag name="LATEXENGINEID" val="0"/>
  <p:tag name="LATEXFORMHEIGHT" val=" 320"/>
  <p:tag name="LATEXFORMWIDTH" val=" 385"/>
  <p:tag name="LATEXFORMWRAP" val="True"/>
  <p:tag name="ORIGINALHEIGHT" val=" 7.061767"/>
  <p:tag name="ORIGINALWIDTH" val=" 7.018197"/>
  <p:tag name="TEMPFOLDER" val="C:\Users\luisc\Documents\Custom Office Templates\iguana temp\"/>
  <p:tag name="TRANSPARENCY" val="True"/>
</p:tagLst>
</file>

<file path=ppt/tags/tag1298.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230664"/>
</p:tagLst>
</file>

<file path=ppt/tags/tag1299.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339414"/>
</p:tagLst>
</file>

<file path=ppt/tags/tag1300.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301.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1302.xml><?xml version="1.0" encoding="utf-8"?>
<p:tagLst xmlns:a="http://schemas.openxmlformats.org/drawingml/2006/main" xmlns:r="http://schemas.openxmlformats.org/officeDocument/2006/relationships" xmlns:p="http://schemas.openxmlformats.org/presentationml/2006/main">
  <p:tag name="EMFCHILD" val="True"/>
  <p:tag name="ORIGINALHEIGHT" val=" 2.904331"/>
  <p:tag name="ORIGINALWIDTH" val=" 1.156518"/>
</p:tagLst>
</file>

<file path=ppt/tags/tag1303.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1304.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305.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1306.xml><?xml version="1.0" encoding="utf-8"?>
<p:tagLst xmlns:a="http://schemas.openxmlformats.org/drawingml/2006/main" xmlns:r="http://schemas.openxmlformats.org/officeDocument/2006/relationships" xmlns:p="http://schemas.openxmlformats.org/presentationml/2006/main">
  <p:tag name="EMFCHILD" val="True"/>
  <p:tag name="ORIGINALHEIGHT" val=" 6.605206"/>
  <p:tag name="ORIGINALWIDTH" val=" 7.174146"/>
</p:tagLst>
</file>

<file path=ppt/tags/tag1307.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308.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4.922615"/>
</p:tagLst>
</file>

<file path=ppt/tags/tag1309.xml><?xml version="1.0" encoding="utf-8"?>
<p:tagLst xmlns:a="http://schemas.openxmlformats.org/drawingml/2006/main" xmlns:r="http://schemas.openxmlformats.org/officeDocument/2006/relationships" xmlns:p="http://schemas.openxmlformats.org/presentationml/2006/main">
  <p:tag name="EMFCHILD" val="True"/>
  <p:tag name="ORIGINALHEIGHT" val=" 4.400218"/>
  <p:tag name="ORIGINALWIDTH" val=" 5.080752"/>
</p:tagLst>
</file>

<file path=ppt/tags/tag1310.xml><?xml version="1.0" encoding="utf-8"?>
<p:tagLst xmlns:a="http://schemas.openxmlformats.org/drawingml/2006/main" xmlns:r="http://schemas.openxmlformats.org/officeDocument/2006/relationships" xmlns:p="http://schemas.openxmlformats.org/presentationml/2006/main">
  <p:tag name="EMFCHILD" val="True"/>
  <p:tag name="ORIGINALHEIGHT" val=" 9.713561"/>
  <p:tag name="ORIGINALWIDTH" val=" 1.354199"/>
</p:tagLst>
</file>

<file path=ppt/tags/tag1311.xml><?xml version="1.0" encoding="utf-8"?>
<p:tagLst xmlns:a="http://schemas.openxmlformats.org/drawingml/2006/main" xmlns:r="http://schemas.openxmlformats.org/officeDocument/2006/relationships" xmlns:p="http://schemas.openxmlformats.org/presentationml/2006/main">
  <p:tag name="EMFCHILD" val="True"/>
  <p:tag name="ORIGINALHEIGHT" val=" 2.272966"/>
  <p:tag name="ORIGINALWIDTH" val=" 6.573359"/>
</p:tagLst>
</file>

<file path=ppt/tags/tag1312.xml><?xml version="1.0" encoding="utf-8"?>
<p:tagLst xmlns:a="http://schemas.openxmlformats.org/drawingml/2006/main" xmlns:r="http://schemas.openxmlformats.org/officeDocument/2006/relationships" xmlns:p="http://schemas.openxmlformats.org/presentationml/2006/main">
  <p:tag name="EMFCHILD" val="True"/>
  <p:tag name="ORIGINALHEIGHT" val=" 6.682896"/>
  <p:tag name="ORIGINALWIDTH" val=" 4.161461"/>
</p:tagLst>
</file>

<file path=ppt/tags/tag131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131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315.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131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131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131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319.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1320.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132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2"/>
  <p:tag name="IGUANATEXSIZE" val="18"/>
  <p:tag name="LATEXADDIN" val="\documentclass{article}&#10;\usepackage{amsmath}&#10;\pagestyle{empty}&#10;\begin{document}&#10;&#10;&#10;$ E[u] = 0$&#10;\end{document}"/>
  <p:tag name="LATEXENGINEID" val="0"/>
  <p:tag name="LATEXFORMHEIGHT" val="320"/>
  <p:tag name="LATEXFORMWIDTH" val="385"/>
  <p:tag name="LATEXFORMWRAP" val="True"/>
  <p:tag name="ORIGINALHEIGHT" val="6.605206"/>
  <p:tag name="ORIGINALWIDTH" val="7.328349"/>
  <p:tag name="TEMPFOLDER" val="c:\temp\"/>
  <p:tag name="TRANSPARENCY" val="True"/>
</p:tagLst>
</file>

<file path=ppt/tags/tag132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1323.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189984"/>
</p:tagLst>
</file>

<file path=ppt/tags/tag1324.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8329"/>
</p:tagLst>
</file>

<file path=ppt/tags/tag1325.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714657"/>
</p:tagLst>
</file>

<file path=ppt/tags/tag1326.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25092"/>
</p:tagLst>
</file>

<file path=ppt/tags/tag132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6"/>
  <p:tag name="IGUANATEXSIZE" val="18"/>
  <p:tag name="LATEXADDIN" val="\documentclass{article}&#10;\usepackage{amsmath}&#10;\pagestyle{empty}&#10;\begin{document}&#10;&#10;&#10;$ y_i = \beta_0 + \beta_1x_i + u_i$&#10;\end{document}"/>
  <p:tag name="LATEXENGINEID" val="0"/>
  <p:tag name="LATEXFORMHEIGHT" val="320"/>
  <p:tag name="LATEXFORMWIDTH" val="385"/>
  <p:tag name="LATEXFORMWRAP" val="True"/>
  <p:tag name="ORIGINALHEIGHT" val="6.445792"/>
  <p:tag name="ORIGINALWIDTH" val="4.551747"/>
  <p:tag name="TEMPFOLDER" val="c:\temp\"/>
  <p:tag name="TRANSPARENCY" val="True"/>
</p:tagLst>
</file>

<file path=ppt/tags/tag1328.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329.xml><?xml version="1.0" encoding="utf-8"?>
<p:tagLst xmlns:a="http://schemas.openxmlformats.org/drawingml/2006/main" xmlns:r="http://schemas.openxmlformats.org/officeDocument/2006/relationships" xmlns:p="http://schemas.openxmlformats.org/presentationml/2006/main">
  <p:tag name="EMFCHILD" val="True"/>
  <p:tag name="ORIGINALHEIGHT" val="2.331247"/>
  <p:tag name="ORIGINALWIDTH" val="6.566"/>
</p:tagLst>
</file>

<file path=ppt/tags/tag1330.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1331.xml><?xml version="1.0" encoding="utf-8"?>
<p:tagLst xmlns:a="http://schemas.openxmlformats.org/drawingml/2006/main" xmlns:r="http://schemas.openxmlformats.org/officeDocument/2006/relationships" xmlns:p="http://schemas.openxmlformats.org/presentationml/2006/main">
  <p:tag name="EMFCHILD" val="True"/>
  <p:tag name="ORIGINALHEIGHT" val="4.770087"/>
  <p:tag name="ORIGINALWIDTH" val="3.206953"/>
</p:tagLst>
</file>

<file path=ppt/tags/tag1332.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1333.xml><?xml version="1.0" encoding="utf-8"?>
<p:tagLst xmlns:a="http://schemas.openxmlformats.org/drawingml/2006/main" xmlns:r="http://schemas.openxmlformats.org/officeDocument/2006/relationships" xmlns:p="http://schemas.openxmlformats.org/presentationml/2006/main">
  <p:tag name="EMFCHILD" val="True"/>
  <p:tag name="ORIGINALHEIGHT" val="8.966339"/>
  <p:tag name="ORIGINALWIDTH" val="5.382393"/>
</p:tagLst>
</file>

<file path=ppt/tags/tag1334.xml><?xml version="1.0" encoding="utf-8"?>
<p:tagLst xmlns:a="http://schemas.openxmlformats.org/drawingml/2006/main" xmlns:r="http://schemas.openxmlformats.org/officeDocument/2006/relationships" xmlns:p="http://schemas.openxmlformats.org/presentationml/2006/main">
  <p:tag name="EMFCHILD" val="True"/>
  <p:tag name="ORIGINALHEIGHT" val="4.63061"/>
  <p:tag name="ORIGINALWIDTH" val="2.515814"/>
</p:tagLst>
</file>

<file path=ppt/tags/tag1335.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4.917078"/>
</p:tagLst>
</file>

<file path=ppt/tags/tag1336.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337.xml><?xml version="1.0" encoding="utf-8"?>
<p:tagLst xmlns:a="http://schemas.openxmlformats.org/drawingml/2006/main" xmlns:r="http://schemas.openxmlformats.org/officeDocument/2006/relationships" xmlns:p="http://schemas.openxmlformats.org/presentationml/2006/main">
  <p:tag name="EMFCHILD" val="True"/>
  <p:tag name="ORIGINALHEIGHT" val="6.635091"/>
  <p:tag name="ORIGINALWIDTH" val="6.566"/>
</p:tagLst>
</file>

<file path=ppt/tags/tag1338.xml><?xml version="1.0" encoding="utf-8"?>
<p:tagLst xmlns:a="http://schemas.openxmlformats.org/drawingml/2006/main" xmlns:r="http://schemas.openxmlformats.org/officeDocument/2006/relationships" xmlns:p="http://schemas.openxmlformats.org/presentationml/2006/main">
  <p:tag name="EMFCHILD" val="True"/>
  <p:tag name="ORIGINALHEIGHT" val="4.51306"/>
  <p:tag name="ORIGINALWIDTH" val="5.075049"/>
</p:tagLst>
</file>

<file path=ppt/tags/tag1339.xml><?xml version="1.0" encoding="utf-8"?>
<p:tagLst xmlns:a="http://schemas.openxmlformats.org/drawingml/2006/main" xmlns:r="http://schemas.openxmlformats.org/officeDocument/2006/relationships" xmlns:p="http://schemas.openxmlformats.org/presentationml/2006/main">
  <p:tag name="EMFCHILD" val="True"/>
  <p:tag name="ORIGINALHEIGHT" val="4.69339"/>
  <p:tag name="ORIGINALWIDTH" val="2.094198"/>
</p:tagLst>
</file>

<file path=ppt/tags/tag1340.xml><?xml version="1.0" encoding="utf-8"?>
<p:tagLst xmlns:a="http://schemas.openxmlformats.org/drawingml/2006/main" xmlns:r="http://schemas.openxmlformats.org/officeDocument/2006/relationships" xmlns:p="http://schemas.openxmlformats.org/presentationml/2006/main">
  <p:tag name="BITMAPVECTOR" val="1"/>
  <p:tag name="IGUANATEXCURSOR" val="98"/>
  <p:tag name="IGUANATEXSIZE" val="18"/>
  <p:tag name="IGUANATEXVERSION" val="161"/>
  <p:tag name="LATEXADDIN" val="\documentclass{article}&#10;\usepackage{amsmath}&#10;\pagestyle{empty}&#10;\begin{document}&#10;&#10;&#10;$\hat{\beta_1} =\frac{\sum\limits_{i=1}^{n} (x_i - \bar{x})( y_i - \bar{y})}{\sum\limits_{i=1}^{n} ( \bar{x} - x_i)^2}$&#10;\end{document}"/>
  <p:tag name="LATEXENGINEID" val="0"/>
  <p:tag name="LATEXFORMHEIGHT" val="320"/>
  <p:tag name="LATEXFORMWIDTH" val="385"/>
  <p:tag name="LATEXFORMWRAP" val="True"/>
  <p:tag name="ORIGINALHEIGHT" val="33.29099"/>
  <p:tag name="ORIGINALWIDTH" val="84.03892"/>
  <p:tag name="OUTPUTTYPE" val="SVG"/>
  <p:tag name="TEMPFOLDER" val="c:\temp\"/>
  <p:tag name="TRANSPARENCY" val="True"/>
</p:tagLst>
</file>

<file path=ppt/tags/tag1341.xml><?xml version="1.0" encoding="utf-8"?>
<p:tagLst xmlns:a="http://schemas.openxmlformats.org/drawingml/2006/main" xmlns:r="http://schemas.openxmlformats.org/officeDocument/2006/relationships" xmlns:p="http://schemas.openxmlformats.org/presentationml/2006/main">
  <p:tag name="BITMAPVECTOR" val="1"/>
  <p:tag name="IGUANATEXCURSOR" val="110"/>
  <p:tag name="IGUANATEXSIZE" val="18"/>
  <p:tag name="IGUANATEXVERSION" val="161"/>
  <p:tag name="LATEXADDIN" val="\documentclass{article}&#10;\usepackage{amsmath}&#10;\pagestyle{empty}&#10;\begin{document}&#10;&#10;&#10;$\hat{\beta_0} =  \bar{y} - \hat{\beta_1} \bar{x} $&#10;\end{document}"/>
  <p:tag name="LATEXENGINEID" val="0"/>
  <p:tag name="LATEXFORMHEIGHT" val="320"/>
  <p:tag name="LATEXFORMWIDTH" val="385"/>
  <p:tag name="LATEXFORMWRAP" val="True"/>
  <p:tag name="ORIGINALHEIGHT" val="11.84871"/>
  <p:tag name="ORIGINALWIDTH" val="55.12841"/>
  <p:tag name="OUTPUTTYPE" val="SVG"/>
  <p:tag name="TEMPFOLDER" val="c:\temp\"/>
  <p:tag name="TRANSPARENCY" val="True"/>
</p:tagLst>
</file>

<file path=ppt/tags/tag134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0"/>
  <p:tag name="IGUANATEXSIZE" val="18"/>
  <p:tag name="LATEXADDIN" val="\documentclass{article}&#10;\usepackage{amsmath}&#10;\pagestyle{empty}&#10;\begin{document}&#10;&#10;&#10;$\hat{\beta_0} =  \bar{y} - \hat{\beta_1} \bar{x} $&#10;\end{document}"/>
  <p:tag name="LATEXENGINEID" val="0"/>
  <p:tag name="LATEXFORMHEIGHT" val="320"/>
  <p:tag name="LATEXFORMWIDTH" val="385"/>
  <p:tag name="LATEXFORMWRAP" val="True"/>
  <p:tag name="ORIGINALHEIGHT" val="1.569096"/>
  <p:tag name="ORIGINALWIDTH" val="2.62499"/>
  <p:tag name="TEMPFOLDER" val="c:\temp\"/>
  <p:tag name="TRANSPARENCY" val="True"/>
</p:tagLst>
</file>

<file path=ppt/tags/tag1343.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1344.xml><?xml version="1.0" encoding="utf-8"?>
<p:tagLst xmlns:a="http://schemas.openxmlformats.org/drawingml/2006/main" xmlns:r="http://schemas.openxmlformats.org/officeDocument/2006/relationships" xmlns:p="http://schemas.openxmlformats.org/presentationml/2006/main">
  <p:tag name="EMFCHILD" val="True"/>
  <p:tag name="ORIGINALHEIGHT" val="4.878495"/>
  <p:tag name="ORIGINALWIDTH" val="3.193278"/>
</p:tagLst>
</file>

<file path=ppt/tags/tag1345.xml><?xml version="1.0" encoding="utf-8"?>
<p:tagLst xmlns:a="http://schemas.openxmlformats.org/drawingml/2006/main" xmlns:r="http://schemas.openxmlformats.org/officeDocument/2006/relationships" xmlns:p="http://schemas.openxmlformats.org/presentationml/2006/main">
  <p:tag name="EMFCHILD" val="True"/>
  <p:tag name="ORIGINALHEIGHT" val="2.38422"/>
  <p:tag name="ORIGINALWIDTH" val="6.537982"/>
</p:tagLst>
</file>

<file path=ppt/tags/tag1346.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49158"/>
</p:tagLst>
</file>

<file path=ppt/tags/tag1347.xml><?xml version="1.0" encoding="utf-8"?>
<p:tagLst xmlns:a="http://schemas.openxmlformats.org/drawingml/2006/main" xmlns:r="http://schemas.openxmlformats.org/officeDocument/2006/relationships" xmlns:p="http://schemas.openxmlformats.org/presentationml/2006/main">
  <p:tag name="EMFCHILD" val="True"/>
  <p:tag name="ORIGINALHEIGHT" val="6.592283"/>
  <p:tag name="ORIGINALWIDTH" val="4.53233"/>
</p:tagLst>
</file>

<file path=ppt/tags/tag1348.xml><?xml version="1.0" encoding="utf-8"?>
<p:tagLst xmlns:a="http://schemas.openxmlformats.org/drawingml/2006/main" xmlns:r="http://schemas.openxmlformats.org/officeDocument/2006/relationships" xmlns:p="http://schemas.openxmlformats.org/presentationml/2006/main">
  <p:tag name="EMFCHILD" val="True"/>
  <p:tag name="ORIGINALHEIGHT" val="0.4075618"/>
  <p:tag name="ORIGINALWIDTH" val="6.007066"/>
</p:tagLst>
</file>

<file path=ppt/tags/tag1349.xml><?xml version="1.0" encoding="utf-8"?>
<p:tagLst xmlns:a="http://schemas.openxmlformats.org/drawingml/2006/main" xmlns:r="http://schemas.openxmlformats.org/officeDocument/2006/relationships" xmlns:p="http://schemas.openxmlformats.org/presentationml/2006/main">
  <p:tag name="EMFCHILD" val="True"/>
  <p:tag name="ORIGINALHEIGHT" val="1.569096"/>
  <p:tag name="ORIGINALWIDTH" val="2.62499"/>
</p:tagLst>
</file>

<file path=ppt/tags/tag1350.xml><?xml version="1.0" encoding="utf-8"?>
<p:tagLst xmlns:a="http://schemas.openxmlformats.org/drawingml/2006/main" xmlns:r="http://schemas.openxmlformats.org/officeDocument/2006/relationships" xmlns:p="http://schemas.openxmlformats.org/presentationml/2006/main">
  <p:tag name="EMFCHILD" val="True"/>
  <p:tag name="ORIGINALHEIGHT" val="9.17014"/>
  <p:tag name="ORIGINALWIDTH" val="5.359404"/>
</p:tagLst>
</file>

<file path=ppt/tags/tag1351.xml><?xml version="1.0" encoding="utf-8"?>
<p:tagLst xmlns:a="http://schemas.openxmlformats.org/drawingml/2006/main" xmlns:r="http://schemas.openxmlformats.org/officeDocument/2006/relationships" xmlns:p="http://schemas.openxmlformats.org/presentationml/2006/main">
  <p:tag name="EMFCHILD" val="True"/>
  <p:tag name="ORIGINALHEIGHT" val="4.735865"/>
  <p:tag name="ORIGINALWIDTH" val="2.505045"/>
</p:tagLst>
</file>

<file path=ppt/tags/tag1352.xml><?xml version="1.0" encoding="utf-8"?>
<p:tagLst xmlns:a="http://schemas.openxmlformats.org/drawingml/2006/main" xmlns:r="http://schemas.openxmlformats.org/officeDocument/2006/relationships" xmlns:p="http://schemas.openxmlformats.org/presentationml/2006/main">
  <p:tag name="EMFCHILD" val="True"/>
  <p:tag name="ORIGINALHEIGHT" val="0.3158562"/>
  <p:tag name="ORIGINALWIDTH" val="3.549158"/>
</p:tagLst>
</file>

<file path=ppt/tags/tag1353.xml><?xml version="1.0" encoding="utf-8"?>
<p:tagLst xmlns:a="http://schemas.openxmlformats.org/drawingml/2006/main" xmlns:r="http://schemas.openxmlformats.org/officeDocument/2006/relationships" xmlns:p="http://schemas.openxmlformats.org/presentationml/2006/main">
  <p:tag name="EMFCHILD" val="True"/>
  <p:tag name="ORIGINALHEIGHT" val="4.615624"/>
  <p:tag name="ORIGINALWIDTH" val="4.896079"/>
</p:tagLst>
</file>

<file path=ppt/tags/tag135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8"/>
  <p:tag name="IGUANATEXSIZE" val="18"/>
  <p:tag name="LATEXADDIN" val="\documentclass{article}&#10;\usepackage{amsmath}&#10;\pagestyle{empty}&#10;\begin{document}&#10;&#10;&#10;$\hat{\beta_1} =\frac{\sum\limits_{i=1}^{n} (x_i - \bar{x})( y_i - \bar{y})}{\sum\limits_{i=1}^{n} ( \bar{x} - x_i)^2}$&#10;\end{document}"/>
  <p:tag name="LATEXENGINEID" val="0"/>
  <p:tag name="LATEXFORMHEIGHT" val="320"/>
  <p:tag name="LATEXFORMWIDTH" val="385"/>
  <p:tag name="LATEXFORMWRAP" val="True"/>
  <p:tag name="ORIGINALHEIGHT" val="1.534207"/>
  <p:tag name="ORIGINALWIDTH" val="2.660006"/>
  <p:tag name="TEMPFOLDER" val="c:\temp\"/>
  <p:tag name="TRANSPARENCY" val="True"/>
</p:tagLst>
</file>

<file path=ppt/tags/tag1355.xml><?xml version="1.0" encoding="utf-8"?>
<p:tagLst xmlns:a="http://schemas.openxmlformats.org/drawingml/2006/main" xmlns:r="http://schemas.openxmlformats.org/officeDocument/2006/relationships" xmlns:p="http://schemas.openxmlformats.org/presentationml/2006/main">
  <p:tag name="EMFCHILD" val="True"/>
  <p:tag name="ORIGINALHEIGHT" val="8.966359"/>
  <p:tag name="ORIGINALWIDTH" val="5.430866"/>
</p:tagLst>
</file>

<file path=ppt/tags/tag1356.xml><?xml version="1.0" encoding="utf-8"?>
<p:tagLst xmlns:a="http://schemas.openxmlformats.org/drawingml/2006/main" xmlns:r="http://schemas.openxmlformats.org/officeDocument/2006/relationships" xmlns:p="http://schemas.openxmlformats.org/presentationml/2006/main">
  <p:tag name="EMFCHILD" val="True"/>
  <p:tag name="ORIGINALHEIGHT" val="4.630608"/>
  <p:tag name="ORIGINALWIDTH" val="2.538461"/>
</p:tagLst>
</file>

<file path=ppt/tags/tag1357.xml><?xml version="1.0" encoding="utf-8"?>
<p:tagLst xmlns:a="http://schemas.openxmlformats.org/drawingml/2006/main" xmlns:r="http://schemas.openxmlformats.org/officeDocument/2006/relationships" xmlns:p="http://schemas.openxmlformats.org/presentationml/2006/main">
  <p:tag name="EMFCHILD" val="True"/>
  <p:tag name="ORIGINALHEIGHT" val="2.331233"/>
  <p:tag name="ORIGINALWIDTH" val="6.625142"/>
</p:tagLst>
</file>

<file path=ppt/tags/tag1358.xml><?xml version="1.0" encoding="utf-8"?>
<p:tagLst xmlns:a="http://schemas.openxmlformats.org/drawingml/2006/main" xmlns:r="http://schemas.openxmlformats.org/officeDocument/2006/relationships" xmlns:p="http://schemas.openxmlformats.org/presentationml/2006/main">
  <p:tag name="EMFCHILD" val="True"/>
  <p:tag name="ORIGINALHEIGHT" val="2.25653"/>
  <p:tag name="ORIGINALWIDTH" val="3.486912"/>
</p:tagLst>
</file>

<file path=ppt/tags/tag1359.xml><?xml version="1.0" encoding="utf-8"?>
<p:tagLst xmlns:a="http://schemas.openxmlformats.org/drawingml/2006/main" xmlns:r="http://schemas.openxmlformats.org/officeDocument/2006/relationships" xmlns:p="http://schemas.openxmlformats.org/presentationml/2006/main">
  <p:tag name="EMFCHILD" val="True"/>
  <p:tag name="ORIGINALHEIGHT" val="6.973835"/>
  <p:tag name="ORIGINALWIDTH" val="7.28766"/>
</p:tagLst>
</file>

<file path=ppt/tags/tag1360.xml><?xml version="1.0" encoding="utf-8"?>
<p:tagLst xmlns:a="http://schemas.openxmlformats.org/drawingml/2006/main" xmlns:r="http://schemas.openxmlformats.org/officeDocument/2006/relationships" xmlns:p="http://schemas.openxmlformats.org/presentationml/2006/main">
  <p:tag name="EMFCHILD" val="True"/>
  <p:tag name="ORIGINALHEIGHT" val="3.377326"/>
  <p:tag name="ORIGINALWIDTH" val="1.753389"/>
</p:tagLst>
</file>

<file path=ppt/tags/tag1361.xml><?xml version="1.0" encoding="utf-8"?>
<p:tagLst xmlns:a="http://schemas.openxmlformats.org/drawingml/2006/main" xmlns:r="http://schemas.openxmlformats.org/officeDocument/2006/relationships" xmlns:p="http://schemas.openxmlformats.org/presentationml/2006/main">
  <p:tag name="EMFCHILD" val="True"/>
  <p:tag name="ORIGINALHEIGHT" val="1.46447"/>
  <p:tag name="ORIGINALWIDTH" val="4.149431"/>
</p:tagLst>
</file>

<file path=ppt/tags/tag1362.xml><?xml version="1.0" encoding="utf-8"?>
<p:tagLst xmlns:a="http://schemas.openxmlformats.org/drawingml/2006/main" xmlns:r="http://schemas.openxmlformats.org/officeDocument/2006/relationships" xmlns:p="http://schemas.openxmlformats.org/presentationml/2006/main">
  <p:tag name="EMFCHILD" val="True"/>
  <p:tag name="ORIGINALHEIGHT" val="3.317521"/>
  <p:tag name="ORIGINALWIDTH" val="2.047318"/>
</p:tagLst>
</file>

<file path=ppt/tags/tag1363.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13193"/>
</p:tagLst>
</file>

<file path=ppt/tags/tag1364.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3.730969"/>
</p:tagLst>
</file>

<file path=ppt/tags/tag1365.xml><?xml version="1.0" encoding="utf-8"?>
<p:tagLst xmlns:a="http://schemas.openxmlformats.org/drawingml/2006/main" xmlns:r="http://schemas.openxmlformats.org/officeDocument/2006/relationships" xmlns:p="http://schemas.openxmlformats.org/presentationml/2006/main">
  <p:tag name="EMFCHILD" val="True"/>
  <p:tag name="ORIGINALHEIGHT" val="3.377326"/>
  <p:tag name="ORIGINALWIDTH" val="1.753389"/>
</p:tagLst>
</file>

<file path=ppt/tags/tag1366.xml><?xml version="1.0" encoding="utf-8"?>
<p:tagLst xmlns:a="http://schemas.openxmlformats.org/drawingml/2006/main" xmlns:r="http://schemas.openxmlformats.org/officeDocument/2006/relationships" xmlns:p="http://schemas.openxmlformats.org/presentationml/2006/main">
  <p:tag name="EMFCHILD" val="True"/>
  <p:tag name="ORIGINALHEIGHT" val="0.3416971"/>
  <p:tag name="ORIGINALWIDTH" val="4.714309"/>
</p:tagLst>
</file>

<file path=ppt/tags/tag1367.xml><?xml version="1.0" encoding="utf-8"?>
<p:tagLst xmlns:a="http://schemas.openxmlformats.org/drawingml/2006/main" xmlns:r="http://schemas.openxmlformats.org/officeDocument/2006/relationships" xmlns:p="http://schemas.openxmlformats.org/presentationml/2006/main">
  <p:tag name="EMFCHILD" val="True"/>
  <p:tag name="ORIGINALHEIGHT" val="0.2649741"/>
  <p:tag name="ORIGINALWIDTH" val="2.775574"/>
</p:tagLst>
</file>

<file path=ppt/tags/tag1368.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3.730969"/>
</p:tagLst>
</file>

<file path=ppt/tags/tag1369.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06206"/>
</p:tagLst>
</file>

<file path=ppt/tags/tag1370.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13193"/>
</p:tagLst>
</file>

<file path=ppt/tags/tag1371.xml><?xml version="1.0" encoding="utf-8"?>
<p:tagLst xmlns:a="http://schemas.openxmlformats.org/drawingml/2006/main" xmlns:r="http://schemas.openxmlformats.org/officeDocument/2006/relationships" xmlns:p="http://schemas.openxmlformats.org/presentationml/2006/main">
  <p:tag name="EMFCHILD" val="True"/>
  <p:tag name="ORIGINALHEIGHT" val="4.49812"/>
  <p:tag name="ORIGINALWIDTH" val="3.577565"/>
</p:tagLst>
</file>

<file path=ppt/tags/tag1372.xml><?xml version="1.0" encoding="utf-8"?>
<p:tagLst xmlns:a="http://schemas.openxmlformats.org/drawingml/2006/main" xmlns:r="http://schemas.openxmlformats.org/officeDocument/2006/relationships" xmlns:p="http://schemas.openxmlformats.org/presentationml/2006/main">
  <p:tag name="EMFCHILD" val="True"/>
  <p:tag name="ORIGINALHEIGHT" val="3.377326"/>
  <p:tag name="ORIGINALWIDTH" val="1.753389"/>
</p:tagLst>
</file>

<file path=ppt/tags/tag1373.xml><?xml version="1.0" encoding="utf-8"?>
<p:tagLst xmlns:a="http://schemas.openxmlformats.org/drawingml/2006/main" xmlns:r="http://schemas.openxmlformats.org/officeDocument/2006/relationships" xmlns:p="http://schemas.openxmlformats.org/presentationml/2006/main">
  <p:tag name="EMFCHILD" val="True"/>
  <p:tag name="ORIGINALHEIGHT" val="0.3416971"/>
  <p:tag name="ORIGINALWIDTH" val="4.714309"/>
</p:tagLst>
</file>

<file path=ppt/tags/tag1374.xml><?xml version="1.0" encoding="utf-8"?>
<p:tagLst xmlns:a="http://schemas.openxmlformats.org/drawingml/2006/main" xmlns:r="http://schemas.openxmlformats.org/officeDocument/2006/relationships" xmlns:p="http://schemas.openxmlformats.org/presentationml/2006/main">
  <p:tag name="EMFCHILD" val="True"/>
  <p:tag name="ORIGINALHEIGHT" val="0.2649741"/>
  <p:tag name="ORIGINALWIDTH" val="2.775574"/>
</p:tagLst>
</file>

<file path=ppt/tags/tag1375.xml><?xml version="1.0" encoding="utf-8"?>
<p:tagLst xmlns:a="http://schemas.openxmlformats.org/drawingml/2006/main" xmlns:r="http://schemas.openxmlformats.org/officeDocument/2006/relationships" xmlns:p="http://schemas.openxmlformats.org/presentationml/2006/main">
  <p:tag name="EMFCHILD" val="True"/>
  <p:tag name="ORIGINALHEIGHT" val="4.49812"/>
  <p:tag name="ORIGINALWIDTH" val="3.577565"/>
</p:tagLst>
</file>

<file path=ppt/tags/tag1376.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06206"/>
</p:tagLst>
</file>

<file path=ppt/tags/tag1377.xml><?xml version="1.0" encoding="utf-8"?>
<p:tagLst xmlns:a="http://schemas.openxmlformats.org/drawingml/2006/main" xmlns:r="http://schemas.openxmlformats.org/officeDocument/2006/relationships" xmlns:p="http://schemas.openxmlformats.org/presentationml/2006/main">
  <p:tag name="EMFCHILD" val="True"/>
  <p:tag name="ORIGINALHEIGHT" val="0.3984712"/>
  <p:tag name="ORIGINALWIDTH" val="59.75312"/>
</p:tagLst>
</file>

<file path=ppt/tags/tag1378.xml><?xml version="1.0" encoding="utf-8"?>
<p:tagLst xmlns:a="http://schemas.openxmlformats.org/drawingml/2006/main" xmlns:r="http://schemas.openxmlformats.org/officeDocument/2006/relationships" xmlns:p="http://schemas.openxmlformats.org/presentationml/2006/main">
  <p:tag name="EMFCHILD" val="True"/>
  <p:tag name="ORIGINALHEIGHT" val="2.25653"/>
  <p:tag name="ORIGINALWIDTH" val="3.486912"/>
</p:tagLst>
</file>

<file path=ppt/tags/tag1379.xml><?xml version="1.0" encoding="utf-8"?>
<p:tagLst xmlns:a="http://schemas.openxmlformats.org/drawingml/2006/main" xmlns:r="http://schemas.openxmlformats.org/officeDocument/2006/relationships" xmlns:p="http://schemas.openxmlformats.org/presentationml/2006/main">
  <p:tag name="EMFCHILD" val="True"/>
  <p:tag name="ORIGINALHEIGHT" val="6.973835"/>
  <p:tag name="ORIGINALWIDTH" val="7.28766"/>
</p:tagLst>
</file>

<file path=ppt/tags/tag1380.xml><?xml version="1.0" encoding="utf-8"?>
<p:tagLst xmlns:a="http://schemas.openxmlformats.org/drawingml/2006/main" xmlns:r="http://schemas.openxmlformats.org/officeDocument/2006/relationships" xmlns:p="http://schemas.openxmlformats.org/presentationml/2006/main">
  <p:tag name="EMFCHILD" val="True"/>
  <p:tag name="ORIGINALHEIGHT" val="3.377326"/>
  <p:tag name="ORIGINALWIDTH" val="1.753389"/>
</p:tagLst>
</file>

<file path=ppt/tags/tag1381.xml><?xml version="1.0" encoding="utf-8"?>
<p:tagLst xmlns:a="http://schemas.openxmlformats.org/drawingml/2006/main" xmlns:r="http://schemas.openxmlformats.org/officeDocument/2006/relationships" xmlns:p="http://schemas.openxmlformats.org/presentationml/2006/main">
  <p:tag name="EMFCHILD" val="True"/>
  <p:tag name="ORIGINALHEIGHT" val="1.46447"/>
  <p:tag name="ORIGINALWIDTH" val="4.149431"/>
</p:tagLst>
</file>

<file path=ppt/tags/tag1382.xml><?xml version="1.0" encoding="utf-8"?>
<p:tagLst xmlns:a="http://schemas.openxmlformats.org/drawingml/2006/main" xmlns:r="http://schemas.openxmlformats.org/officeDocument/2006/relationships" xmlns:p="http://schemas.openxmlformats.org/presentationml/2006/main">
  <p:tag name="EMFCHILD" val="True"/>
  <p:tag name="ORIGINALHEIGHT" val="3.317521"/>
  <p:tag name="ORIGINALWIDTH" val="2.047318"/>
</p:tagLst>
</file>

<file path=ppt/tags/tag1383.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13193"/>
</p:tagLst>
</file>

<file path=ppt/tags/tag1384.xml><?xml version="1.0" encoding="utf-8"?>
<p:tagLst xmlns:a="http://schemas.openxmlformats.org/drawingml/2006/main" xmlns:r="http://schemas.openxmlformats.org/officeDocument/2006/relationships" xmlns:p="http://schemas.openxmlformats.org/presentationml/2006/main">
  <p:tag name="EMFCHILD" val="True"/>
  <p:tag name="ORIGINALHEIGHT" val="0.2649741"/>
  <p:tag name="ORIGINALWIDTH" val="2.775574"/>
</p:tagLst>
</file>

<file path=ppt/tags/tag1385.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3.730969"/>
</p:tagLst>
</file>

<file path=ppt/tags/tag1386.xml><?xml version="1.0" encoding="utf-8"?>
<p:tagLst xmlns:a="http://schemas.openxmlformats.org/drawingml/2006/main" xmlns:r="http://schemas.openxmlformats.org/officeDocument/2006/relationships" xmlns:p="http://schemas.openxmlformats.org/presentationml/2006/main">
  <p:tag name="EMFCHILD" val="True"/>
  <p:tag name="ORIGINALHEIGHT" val="0.3416971"/>
  <p:tag name="ORIGINALWIDTH" val="4.714309"/>
</p:tagLst>
</file>

<file path=ppt/tags/tag1387.xml><?xml version="1.0" encoding="utf-8"?>
<p:tagLst xmlns:a="http://schemas.openxmlformats.org/drawingml/2006/main" xmlns:r="http://schemas.openxmlformats.org/officeDocument/2006/relationships" xmlns:p="http://schemas.openxmlformats.org/presentationml/2006/main">
  <p:tag name="EMFCHILD" val="True"/>
  <p:tag name="ORIGINALHEIGHT" val="3.145179"/>
  <p:tag name="ORIGINALWIDTH" val="3.730969"/>
</p:tagLst>
</file>

<file path=ppt/tags/tag1388.xml><?xml version="1.0" encoding="utf-8"?>
<p:tagLst xmlns:a="http://schemas.openxmlformats.org/drawingml/2006/main" xmlns:r="http://schemas.openxmlformats.org/officeDocument/2006/relationships" xmlns:p="http://schemas.openxmlformats.org/presentationml/2006/main">
  <p:tag name="EMFCHILD" val="True"/>
  <p:tag name="ORIGINALHEIGHT" val="3.377326"/>
  <p:tag name="ORIGINALWIDTH" val="1.753389"/>
</p:tagLst>
</file>

<file path=ppt/tags/tag1389.xml><?xml version="1.0" encoding="utf-8"?>
<p:tagLst xmlns:a="http://schemas.openxmlformats.org/drawingml/2006/main" xmlns:r="http://schemas.openxmlformats.org/officeDocument/2006/relationships" xmlns:p="http://schemas.openxmlformats.org/presentationml/2006/main">
  <p:tag name="EMFCHILD" val="True"/>
  <p:tag name="ORIGINALHEIGHT" val="6.966849"/>
  <p:tag name="ORIGINALWIDTH" val="1.806206"/>
</p:tagLst>
</file>

<file path=ppt/tags/tag1390.xml><?xml version="1.0" encoding="utf-8"?>
<p:tagLst xmlns:a="http://schemas.openxmlformats.org/drawingml/2006/main" xmlns:r="http://schemas.openxmlformats.org/officeDocument/2006/relationships" xmlns:p="http://schemas.openxmlformats.org/presentationml/2006/main">
  <p:tag name="EMFCHILD" val="True"/>
  <p:tag name="ORIGINALHEIGHT" val="3.317521"/>
  <p:tag name="ORIGINALWIDTH" val="2.480677"/>
</p:tagLst>
</file>

<file path=ppt/tags/tag1391.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2"/>
  <p:tag name="IGUANATEXSIZE" val="18"/>
  <p:tag name="IGUANATEXVERSION" val="162"/>
  <p:tag name="LATEXADDIN" val="\documentclass{article}&#10;\usepackage{amsmath}&#10;\pagestyle{empty}&#10;\begin{document}&#10;&#10;&#10;$\hat{wage} =  -0.9 + 0.54 educ $&#10;\end{document}"/>
  <p:tag name="LATEXENGINEID" val="0"/>
  <p:tag name="LATEXFORMHEIGHT" val=" 320"/>
  <p:tag name="LATEXFORMWIDTH" val=" 385"/>
  <p:tag name="LATEXFORMWRAP" val="True"/>
  <p:tag name="ORIGINALHEIGHT" val=" 8.957928"/>
  <p:tag name="ORIGINALWIDTH" val=" 105.6601"/>
  <p:tag name="OUTPUTTYPE" val="SVG"/>
  <p:tag name="TEMPFOLDER" val="C:\temp\"/>
  <p:tag name="TRANSPARENCY" val="True"/>
</p:tagLst>
</file>

<file path=ppt/tags/tag1392.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IGUANATEXCURSOR" val="92"/>
  <p:tag name="IGUANATEXSIZE" val="18"/>
  <p:tag name="IGUANATEXVERSION" val="162"/>
  <p:tag name="LATEXADDIN" val="\documentclass{article}&#10;\usepackage{amsmath}&#10;\pagestyle{empty}&#10;\begin{document}&#10;&#10;&#10;$\hat{wage} =  \hat{\beta_0} + \hat{\beta_1}educ $&#10;\end{document}"/>
  <p:tag name="LATEXENGINEID" val="0"/>
  <p:tag name="LATEXFORMHEIGHT" val=" 320"/>
  <p:tag name="LATEXFORMWIDTH" val=" 385"/>
  <p:tag name="LATEXFORMWRAP" val="True"/>
  <p:tag name="ORIGINALHEIGHT" val=" 11.58772"/>
  <p:tag name="ORIGINALWIDTH" val=" 87.66405"/>
  <p:tag name="OUTPUTTYPE" val="SVG"/>
  <p:tag name="TEMPFOLDER" val="C:\temp\"/>
  <p:tag name="TRANSPARENCY" val="True"/>
</p:tagLst>
</file>

<file path=ppt/tags/tag1393.xml><?xml version="1.0" encoding="utf-8"?>
<p:tagLst xmlns:a="http://schemas.openxmlformats.org/drawingml/2006/main" xmlns:r="http://schemas.openxmlformats.org/officeDocument/2006/relationships" xmlns:p="http://schemas.openxmlformats.org/presentationml/2006/main">
  <p:tag name="BITMAPVECTOR" val="1"/>
  <p:tag name="IGUANATEXCURSOR" val="114"/>
  <p:tag name="IGUANATEXSIZE" val="18"/>
  <p:tag name="IGUANATEXVERSION" val="161"/>
  <p:tag name="LATEXADDIN" val="\documentclass{article}&#10;\usepackage{amsmath}&#10;\pagestyle{empty}&#10;\begin{document}&#10;&#10;&#10;$ \Delta \hat{y} = \hat{\beta_1} \Delta x $&#10;\end{document}"/>
  <p:tag name="LATEXENGINEID" val="0"/>
  <p:tag name="LATEXFORMHEIGHT" val="320"/>
  <p:tag name="LATEXFORMWIDTH" val="385"/>
  <p:tag name="LATEXFORMWRAP" val="True"/>
  <p:tag name="ORIGINALHEIGHT" val="11.84872"/>
  <p:tag name="ORIGINALWIDTH" val="50.01632"/>
  <p:tag name="OUTPUTTYPE" val="SVG"/>
  <p:tag name="TEMPFOLDER" val="c:\temp\"/>
  <p:tag name="TRANSPARENCY" val="True"/>
</p:tagLst>
</file>

<file path=ppt/tags/tag139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14"/>
  <p:tag name="IGUANATEXSIZE" val="18"/>
  <p:tag name="LATEXADDIN" val="\documentclass{article}&#10;\usepackage{amsmath}&#10;\pagestyle{empty}&#10;\begin{document}&#10;&#10;&#10;$ \Delta \hat{y} = \hat{\beta_1} \Delta x $&#10;\end{document}"/>
  <p:tag name="LATEXENGINEID" val="0"/>
  <p:tag name="LATEXFORMHEIGHT" val="320"/>
  <p:tag name="LATEXFORMWIDTH" val="385"/>
  <p:tag name="LATEXFORMWRAP" val="True"/>
  <p:tag name="ORIGINALHEIGHT" val="7.295335"/>
  <p:tag name="ORIGINALWIDTH" val="7.352425"/>
  <p:tag name="TEMPFOLDER" val="c:\temp\"/>
  <p:tag name="TRANSPARENCY" val="True"/>
</p:tagLst>
</file>

<file path=ppt/tags/tag1395.xml><?xml version="1.0" encoding="utf-8"?>
<p:tagLst xmlns:a="http://schemas.openxmlformats.org/drawingml/2006/main" xmlns:r="http://schemas.openxmlformats.org/officeDocument/2006/relationships" xmlns:p="http://schemas.openxmlformats.org/presentationml/2006/main">
  <p:tag name="EMFCHILD" val="True"/>
  <p:tag name="ORIGINALHEIGHT" val="1.569102"/>
  <p:tag name="ORIGINALWIDTH" val="2.660024"/>
</p:tagLst>
</file>

<file path=ppt/tags/tag1396.xml><?xml version="1.0" encoding="utf-8"?>
<p:tagLst xmlns:a="http://schemas.openxmlformats.org/drawingml/2006/main" xmlns:r="http://schemas.openxmlformats.org/officeDocument/2006/relationships" xmlns:p="http://schemas.openxmlformats.org/presentationml/2006/main">
  <p:tag name="EMFCHILD" val="True"/>
  <p:tag name="ORIGINALHEIGHT" val="6.592289"/>
  <p:tag name="ORIGINALWIDTH" val="4.592756"/>
</p:tagLst>
</file>

<file path=ppt/tags/tag1397.xml><?xml version="1.0" encoding="utf-8"?>
<p:tagLst xmlns:a="http://schemas.openxmlformats.org/drawingml/2006/main" xmlns:r="http://schemas.openxmlformats.org/officeDocument/2006/relationships" xmlns:p="http://schemas.openxmlformats.org/presentationml/2006/main">
  <p:tag name="EMFCHILD" val="True"/>
  <p:tag name="ORIGINALHEIGHT" val="2.384224"/>
  <p:tag name="ORIGINALWIDTH" val="6.625133"/>
</p:tagLst>
</file>

<file path=ppt/tags/tag1398.xml><?xml version="1.0" encoding="utf-8"?>
<p:tagLst xmlns:a="http://schemas.openxmlformats.org/drawingml/2006/main" xmlns:r="http://schemas.openxmlformats.org/officeDocument/2006/relationships" xmlns:p="http://schemas.openxmlformats.org/presentationml/2006/main">
  <p:tag name="EMFCHILD" val="True"/>
  <p:tag name="ORIGINALHEIGHT" val="1.569102"/>
  <p:tag name="ORIGINALWIDTH" val="2.660024"/>
</p:tagLst>
</file>

<file path=ppt/tags/tag1399.xml><?xml version="1.0" encoding="utf-8"?>
<p:tagLst xmlns:a="http://schemas.openxmlformats.org/drawingml/2006/main" xmlns:r="http://schemas.openxmlformats.org/officeDocument/2006/relationships" xmlns:p="http://schemas.openxmlformats.org/presentationml/2006/main">
  <p:tag name="EMFCHILD" val="True"/>
  <p:tag name="ORIGINALHEIGHT" val="9.170143"/>
  <p:tag name="ORIGINALWIDTH" val="5.430887"/>
</p:tagLst>
</file>

<file path=ppt/tags/tag1400.xml><?xml version="1.0" encoding="utf-8"?>
<p:tagLst xmlns:a="http://schemas.openxmlformats.org/drawingml/2006/main" xmlns:r="http://schemas.openxmlformats.org/officeDocument/2006/relationships" xmlns:p="http://schemas.openxmlformats.org/presentationml/2006/main">
  <p:tag name="EMFCHILD" val="True"/>
  <p:tag name="ORIGINALHEIGHT" val="4.735852"/>
  <p:tag name="ORIGINALWIDTH" val="2.538453"/>
</p:tagLst>
</file>

<file path=ppt/tags/tag1401.xml><?xml version="1.0" encoding="utf-8"?>
<p:tagLst xmlns:a="http://schemas.openxmlformats.org/drawingml/2006/main" xmlns:r="http://schemas.openxmlformats.org/officeDocument/2006/relationships" xmlns:p="http://schemas.openxmlformats.org/presentationml/2006/main">
  <p:tag name="EMFCHILD" val="True"/>
  <p:tag name="ORIGINALHEIGHT" val="7.295335"/>
  <p:tag name="ORIGINALWIDTH" val="7.352425"/>
</p:tagLst>
</file>

<file path=ppt/tags/tag1402.xml><?xml version="1.0" encoding="utf-8"?>
<p:tagLst xmlns:a="http://schemas.openxmlformats.org/drawingml/2006/main" xmlns:r="http://schemas.openxmlformats.org/officeDocument/2006/relationships" xmlns:p="http://schemas.openxmlformats.org/presentationml/2006/main">
  <p:tag name="EMFCHILD" val="True"/>
  <p:tag name="ORIGINALHEIGHT" val="4.615642"/>
  <p:tag name="ORIGINALWIDTH" val="4.961366"/>
</p:tagLst>
</file>

<file path=ppt/tags/tag1403.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2"/>
  <p:tag name="IGUANATEXSIZE" val="18"/>
  <p:tag name="LATEXADDIN" val="\documentclass{article}&#10;\usepackage{amsmath}&#10;\pagestyle{empty}&#10;\begin{document}&#10;&#10;&#10;$\hat{wage} =  \hat{\beta_0} + \hat{\beta_1}educ $&#10;\end{document}"/>
  <p:tag name="LATEXENGINEID" val="0"/>
  <p:tag name="LATEXFORMHEIGHT" val=" 320"/>
  <p:tag name="LATEXFORMWIDTH" val=" 385"/>
  <p:tag name="LATEXFORMWRAP" val="True"/>
  <p:tag name="ORIGINALHEIGHT" val=" 1.534493"/>
  <p:tag name="ORIGINALWIDTH" val=" 2.661591"/>
  <p:tag name="TEMPFOLDER" val="C:\temp\"/>
  <p:tag name="TRANSPARENCY" val="True"/>
</p:tagLst>
</file>

<file path=ppt/tags/tag1404.xml><?xml version="1.0" encoding="utf-8"?>
<p:tagLst xmlns:a="http://schemas.openxmlformats.org/drawingml/2006/main" xmlns:r="http://schemas.openxmlformats.org/officeDocument/2006/relationships" xmlns:p="http://schemas.openxmlformats.org/presentationml/2006/main">
  <p:tag name="EMFCHILD" val="True"/>
  <p:tag name="ORIGINALHEIGHT" val=" 4.513847"/>
  <p:tag name="ORIGINALWIDTH" val=" 6.599861"/>
</p:tagLst>
</file>

<file path=ppt/tags/tag1405.xml><?xml version="1.0" encoding="utf-8"?>
<p:tagLst xmlns:a="http://schemas.openxmlformats.org/drawingml/2006/main" xmlns:r="http://schemas.openxmlformats.org/officeDocument/2006/relationships" xmlns:p="http://schemas.openxmlformats.org/presentationml/2006/main">
  <p:tag name="EMFCHILD" val="True"/>
  <p:tag name="ORIGINALHEIGHT" val=" 6.446905"/>
  <p:tag name="ORIGINALWIDTH" val=" 9.591374"/>
</p:tagLst>
</file>

<file path=ppt/tags/tag1406.xml><?xml version="1.0" encoding="utf-8"?>
<p:tagLst xmlns:a="http://schemas.openxmlformats.org/drawingml/2006/main" xmlns:r="http://schemas.openxmlformats.org/officeDocument/2006/relationships" xmlns:p="http://schemas.openxmlformats.org/presentationml/2006/main">
  <p:tag name="EMFCHILD" val="True"/>
  <p:tag name="ORIGINALHEIGHT" val=" 4.513847"/>
  <p:tag name="ORIGINALWIDTH" val=" 3.828506"/>
</p:tagLst>
</file>

<file path=ppt/tags/tag1407.xml><?xml version="1.0" encoding="utf-8"?>
<p:tagLst xmlns:a="http://schemas.openxmlformats.org/drawingml/2006/main" xmlns:r="http://schemas.openxmlformats.org/officeDocument/2006/relationships" xmlns:p="http://schemas.openxmlformats.org/presentationml/2006/main">
  <p:tag name="EMFCHILD" val="True"/>
  <p:tag name="ORIGINALHEIGHT" val=" 2.331624"/>
  <p:tag name="ORIGINALWIDTH" val=" 6.629903"/>
</p:tagLst>
</file>

<file path=ppt/tags/tag1408.xml><?xml version="1.0" encoding="utf-8"?>
<p:tagLst xmlns:a="http://schemas.openxmlformats.org/drawingml/2006/main" xmlns:r="http://schemas.openxmlformats.org/officeDocument/2006/relationships" xmlns:p="http://schemas.openxmlformats.org/presentationml/2006/main">
  <p:tag name="EMFCHILD" val="True"/>
  <p:tag name="ORIGINALHEIGHT" val=" 1.534493"/>
  <p:tag name="ORIGINALWIDTH" val=" 2.661591"/>
</p:tagLst>
</file>

<file path=ppt/tags/tag1409.xml><?xml version="1.0" encoding="utf-8"?>
<p:tagLst xmlns:a="http://schemas.openxmlformats.org/drawingml/2006/main" xmlns:r="http://schemas.openxmlformats.org/officeDocument/2006/relationships" xmlns:p="http://schemas.openxmlformats.org/presentationml/2006/main">
  <p:tag name="EMFCHILD" val="True"/>
  <p:tag name="ORIGINALHEIGHT" val=" 8.967609"/>
  <p:tag name="ORIGINALWIDTH" val=" 5.434883"/>
</p:tagLst>
</file>

<file path=ppt/tags/tag1410.xml><?xml version="1.0" encoding="utf-8"?>
<p:tagLst xmlns:a="http://schemas.openxmlformats.org/drawingml/2006/main" xmlns:r="http://schemas.openxmlformats.org/officeDocument/2006/relationships" xmlns:p="http://schemas.openxmlformats.org/presentationml/2006/main">
  <p:tag name="EMFCHILD" val="True"/>
  <p:tag name="ORIGINALHEIGHT" val=" 4.77202"/>
  <p:tag name="ORIGINALWIDTH" val=" 3.238968"/>
</p:tagLst>
</file>

<file path=ppt/tags/tag1411.xml><?xml version="1.0" encoding="utf-8"?>
<p:tagLst xmlns:a="http://schemas.openxmlformats.org/drawingml/2006/main" xmlns:r="http://schemas.openxmlformats.org/officeDocument/2006/relationships" xmlns:p="http://schemas.openxmlformats.org/presentationml/2006/main">
  <p:tag name="EMFCHILD" val="True"/>
  <p:tag name="ORIGINALHEIGHT" val=" 6.636346"/>
  <p:tag name="ORIGINALWIDTH" val=" 6.629948"/>
</p:tagLst>
</file>

<file path=ppt/tags/tag1412.xml><?xml version="1.0" encoding="utf-8"?>
<p:tagLst xmlns:a="http://schemas.openxmlformats.org/drawingml/2006/main" xmlns:r="http://schemas.openxmlformats.org/officeDocument/2006/relationships" xmlns:p="http://schemas.openxmlformats.org/presentationml/2006/main">
  <p:tag name="EMFCHILD" val="True"/>
  <p:tag name="ORIGINALHEIGHT" val=" 1.534493"/>
  <p:tag name="ORIGINALWIDTH" val=" 2.661591"/>
</p:tagLst>
</file>

<file path=ppt/tags/tag1413.xml><?xml version="1.0" encoding="utf-8"?>
<p:tagLst xmlns:a="http://schemas.openxmlformats.org/drawingml/2006/main" xmlns:r="http://schemas.openxmlformats.org/officeDocument/2006/relationships" xmlns:p="http://schemas.openxmlformats.org/presentationml/2006/main">
  <p:tag name="EMFCHILD" val="True"/>
  <p:tag name="ORIGINALHEIGHT" val=" 8.967609"/>
  <p:tag name="ORIGINALWIDTH" val=" 5.434883"/>
</p:tagLst>
</file>

<file path=ppt/tags/tag1414.xml><?xml version="1.0" encoding="utf-8"?>
<p:tagLst xmlns:a="http://schemas.openxmlformats.org/drawingml/2006/main" xmlns:r="http://schemas.openxmlformats.org/officeDocument/2006/relationships" xmlns:p="http://schemas.openxmlformats.org/presentationml/2006/main">
  <p:tag name="EMFCHILD" val="True"/>
  <p:tag name="ORIGINALHEIGHT" val=" 4.632575"/>
  <p:tag name="ORIGINALWIDTH" val=" 2.540837"/>
</p:tagLst>
</file>

<file path=ppt/tags/tag1415.xml><?xml version="1.0" encoding="utf-8"?>
<p:tagLst xmlns:a="http://schemas.openxmlformats.org/drawingml/2006/main" xmlns:r="http://schemas.openxmlformats.org/officeDocument/2006/relationships" xmlns:p="http://schemas.openxmlformats.org/presentationml/2006/main">
  <p:tag name="EMFCHILD" val="True"/>
  <p:tag name="ORIGINALHEIGHT" val=" 7.024868"/>
  <p:tag name="ORIGINALWIDTH" val=" 19.35327"/>
</p:tagLst>
</file>

<file path=ppt/tags/tag1416.xml><?xml version="1.0" encoding="utf-8"?>
<p:tagLst xmlns:a="http://schemas.openxmlformats.org/drawingml/2006/main" xmlns:r="http://schemas.openxmlformats.org/officeDocument/2006/relationships" xmlns:p="http://schemas.openxmlformats.org/presentationml/2006/main">
  <p:tag name="BITMAPVECTOR" val="1"/>
  <p:tag name="CHOOSECOLOR" val="False"/>
  <p:tag name="COLORHEX" val="000000"/>
  <p:tag name="EMFCHILD" val="True"/>
  <p:tag name="IGUANATEXCURSOR" val="92"/>
  <p:tag name="IGUANATEXSIZE" val="18"/>
  <p:tag name="LATEXADDIN" val="\documentclass{article}&#10;\usepackage{amsmath}&#10;\pagestyle{empty}&#10;\begin{document}&#10;&#10;&#10;$\hat{wage} =  -0.9 + 0.54 educ $&#10;\end{document}"/>
  <p:tag name="LATEXENGINEID" val="0"/>
  <p:tag name="LATEXFORMHEIGHT" val=" 320"/>
  <p:tag name="LATEXFORMWIDTH" val=" 385"/>
  <p:tag name="LATEXFORMWRAP" val="True"/>
  <p:tag name="ORIGINALHEIGHT" val=" 1.534493"/>
  <p:tag name="ORIGINALWIDTH" val=" 2.661592"/>
  <p:tag name="TEMPFOLDER" val="C:\temp\"/>
  <p:tag name="TRANSPARENCY" val="True"/>
</p:tagLst>
</file>

<file path=ppt/tags/tag1417.xml><?xml version="1.0" encoding="utf-8"?>
<p:tagLst xmlns:a="http://schemas.openxmlformats.org/drawingml/2006/main" xmlns:r="http://schemas.openxmlformats.org/officeDocument/2006/relationships" xmlns:p="http://schemas.openxmlformats.org/presentationml/2006/main">
  <p:tag name="EMFCHILD" val="True"/>
  <p:tag name="ORIGINALHEIGHT" val=" 4.513848"/>
  <p:tag name="ORIGINALWIDTH" val=" 6.599863"/>
</p:tagLst>
</file>

<file path=ppt/tags/tag1418.xml><?xml version="1.0" encoding="utf-8"?>
<p:tagLst xmlns:a="http://schemas.openxmlformats.org/drawingml/2006/main" xmlns:r="http://schemas.openxmlformats.org/officeDocument/2006/relationships" xmlns:p="http://schemas.openxmlformats.org/presentationml/2006/main">
  <p:tag name="EMFCHILD" val="True"/>
  <p:tag name="ORIGINALHEIGHT" val=" 6.446907"/>
  <p:tag name="ORIGINALWIDTH" val=" 9.591378"/>
</p:tagLst>
</file>

<file path=ppt/tags/tag1419.xml><?xml version="1.0" encoding="utf-8"?>
<p:tagLst xmlns:a="http://schemas.openxmlformats.org/drawingml/2006/main" xmlns:r="http://schemas.openxmlformats.org/officeDocument/2006/relationships" xmlns:p="http://schemas.openxmlformats.org/presentationml/2006/main">
  <p:tag name="EMFCHILD" val="True"/>
  <p:tag name="ORIGINALHEIGHT" val=" 4.513848"/>
  <p:tag name="ORIGINALWIDTH" val=" 3.828507"/>
</p:tagLst>
</file>

<file path=ppt/tags/tag1420.xml><?xml version="1.0" encoding="utf-8"?>
<p:tagLst xmlns:a="http://schemas.openxmlformats.org/drawingml/2006/main" xmlns:r="http://schemas.openxmlformats.org/officeDocument/2006/relationships" xmlns:p="http://schemas.openxmlformats.org/presentationml/2006/main">
  <p:tag name="EMFCHILD" val="True"/>
  <p:tag name="ORIGINALHEIGHT" val=" 2.331624"/>
  <p:tag name="ORIGINALWIDTH" val=" 6.629906"/>
</p:tagLst>
</file>

<file path=ppt/tags/tag1421.xml><?xml version="1.0" encoding="utf-8"?>
<p:tagLst xmlns:a="http://schemas.openxmlformats.org/drawingml/2006/main" xmlns:r="http://schemas.openxmlformats.org/officeDocument/2006/relationships" xmlns:p="http://schemas.openxmlformats.org/presentationml/2006/main">
  <p:tag name="EMFCHILD" val="True"/>
  <p:tag name="ORIGINALHEIGHT" val=" .3985205"/>
  <p:tag name="ORIGINALWIDTH" val=" 6.091353"/>
</p:tagLst>
</file>

<file path=ppt/tags/tag1422.xml><?xml version="1.0" encoding="utf-8"?>
<p:tagLst xmlns:a="http://schemas.openxmlformats.org/drawingml/2006/main" xmlns:r="http://schemas.openxmlformats.org/officeDocument/2006/relationships" xmlns:p="http://schemas.openxmlformats.org/presentationml/2006/main">
  <p:tag name="EMFCHILD" val="True"/>
  <p:tag name="ORIGINALHEIGHT" val=" 6.855111"/>
  <p:tag name="ORIGINALWIDTH" val=" 4.197256"/>
</p:tagLst>
</file>

<file path=ppt/tags/tag1423.xml><?xml version="1.0" encoding="utf-8"?>
<p:tagLst xmlns:a="http://schemas.openxmlformats.org/drawingml/2006/main" xmlns:r="http://schemas.openxmlformats.org/officeDocument/2006/relationships" xmlns:p="http://schemas.openxmlformats.org/presentationml/2006/main">
  <p:tag name="EMFCHILD" val="True"/>
  <p:tag name="ORIGINALHEIGHT" val=" 1.05625"/>
  <p:tag name="ORIGINALWIDTH" val=" 1.056791"/>
</p:tagLst>
</file>

<file path=ppt/tags/tag1424.xml><?xml version="1.0" encoding="utf-8"?>
<p:tagLst xmlns:a="http://schemas.openxmlformats.org/drawingml/2006/main" xmlns:r="http://schemas.openxmlformats.org/officeDocument/2006/relationships" xmlns:p="http://schemas.openxmlformats.org/presentationml/2006/main">
  <p:tag name="EMFCHILD" val="True"/>
  <p:tag name="ORIGINALHEIGHT" val=" 6.855111"/>
  <p:tag name="ORIGINALWIDTH" val=" 4.137216"/>
</p:tagLst>
</file>

<file path=ppt/tags/tag1425.xml><?xml version="1.0" encoding="utf-8"?>
<p:tagLst xmlns:a="http://schemas.openxmlformats.org/drawingml/2006/main" xmlns:r="http://schemas.openxmlformats.org/officeDocument/2006/relationships" xmlns:p="http://schemas.openxmlformats.org/presentationml/2006/main">
  <p:tag name="EMFCHILD" val="True"/>
  <p:tag name="ORIGINALHEIGHT" val=" 6.636348"/>
  <p:tag name="ORIGINALWIDTH" val=" 6.62986"/>
</p:tagLst>
</file>

<file path=ppt/tags/tag1426.xml><?xml version="1.0" encoding="utf-8"?>
<p:tagLst xmlns:a="http://schemas.openxmlformats.org/drawingml/2006/main" xmlns:r="http://schemas.openxmlformats.org/officeDocument/2006/relationships" xmlns:p="http://schemas.openxmlformats.org/presentationml/2006/main">
  <p:tag name="EMFCHILD" val="True"/>
  <p:tag name="ORIGINALHEIGHT" val=" 6.855111"/>
  <p:tag name="ORIGINALWIDTH" val=" 4.19721"/>
</p:tagLst>
</file>

<file path=ppt/tags/tag1427.xml><?xml version="1.0" encoding="utf-8"?>
<p:tagLst xmlns:a="http://schemas.openxmlformats.org/drawingml/2006/main" xmlns:r="http://schemas.openxmlformats.org/officeDocument/2006/relationships" xmlns:p="http://schemas.openxmlformats.org/presentationml/2006/main">
  <p:tag name="EMFCHILD" val="True"/>
  <p:tag name="ORIGINALHEIGHT" val=" 1.05625"/>
  <p:tag name="ORIGINALWIDTH" val=" 1.056791"/>
</p:tagLst>
</file>

<file path=ppt/tags/tag1428.xml><?xml version="1.0" encoding="utf-8"?>
<p:tagLst xmlns:a="http://schemas.openxmlformats.org/drawingml/2006/main" xmlns:r="http://schemas.openxmlformats.org/officeDocument/2006/relationships" xmlns:p="http://schemas.openxmlformats.org/presentationml/2006/main">
  <p:tag name="EMFCHILD" val="True"/>
  <p:tag name="ORIGINALHEIGHT" val=" 6.964875"/>
  <p:tag name="ORIGINALWIDTH" val=" 9.182679"/>
</p:tagLst>
</file>

<file path=ppt/tags/tag1429.xml><?xml version="1.0" encoding="utf-8"?>
<p:tagLst xmlns:a="http://schemas.openxmlformats.org/drawingml/2006/main" xmlns:r="http://schemas.openxmlformats.org/officeDocument/2006/relationships" xmlns:p="http://schemas.openxmlformats.org/presentationml/2006/main">
  <p:tag name="EMFCHILD" val="True"/>
  <p:tag name="ORIGINALHEIGHT" val=" 7.024869"/>
  <p:tag name="ORIGINALWIDTH" val=" 19.35328"/>
</p:tagLst>
</file>

<file path=ppt/tags/tag1430.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E[\hat{\beta_1}]= \beta_1$&#10;\end{document}"/>
  <p:tag name="LATEXENGINEID" val="0"/>
  <p:tag name="LATEXFORMHEIGHT" val="320"/>
  <p:tag name="LATEXFORMWIDTH" val="385"/>
  <p:tag name="LATEXFORMWRAP" val="True"/>
  <p:tag name="ORIGINALHEIGHT" val="12.03378"/>
  <p:tag name="ORIGINALWIDTH" val="45.90001"/>
  <p:tag name="OUTPUTTYPE" val="SVG"/>
  <p:tag name="TEMPFOLDER" val="c:\temp\"/>
  <p:tag name="TRANSPARENCY" val="True"/>
</p:tagLst>
</file>

<file path=ppt/tags/tag1431.xml><?xml version="1.0" encoding="utf-8"?>
<p:tagLst xmlns:a="http://schemas.openxmlformats.org/drawingml/2006/main" xmlns:r="http://schemas.openxmlformats.org/officeDocument/2006/relationships" xmlns:p="http://schemas.openxmlformats.org/presentationml/2006/main">
  <p:tag name="BITMAPVECTOR" val="1"/>
  <p:tag name="IGUANATEXCURSOR" val="99"/>
  <p:tag name="IGUANATEXSIZE" val="18"/>
  <p:tag name="IGUANATEXVERSION" val="161"/>
  <p:tag name="LATEXADDIN" val="\documentclass{article}&#10;\usepackage{amsmath}&#10;\pagestyle{empty}&#10;\begin{document}&#10;&#10;&#10;$  E[\hat{\beta_0}]= \beta_0$&#10;\end{document}"/>
  <p:tag name="LATEXENGINEID" val="0"/>
  <p:tag name="LATEXFORMHEIGHT" val="320"/>
  <p:tag name="LATEXFORMWIDTH" val="385"/>
  <p:tag name="LATEXFORMWRAP" val="True"/>
  <p:tag name="ORIGINALHEIGHT" val="12.03378"/>
  <p:tag name="ORIGINALWIDTH" val="46.20316"/>
  <p:tag name="OUTPUTTYPE" val="SVG"/>
  <p:tag name="TEMPFOLDER" val="c:\temp\"/>
  <p:tag name="TRANSPARENCY" val="True"/>
</p:tagLst>
</file>

<file path=ppt/tags/tag143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E[\hat{\beta_0}]= \beta_0$&#10;\end{document}"/>
  <p:tag name="LATEXENGINEID" val="0"/>
  <p:tag name="LATEXFORMHEIGHT" val="320"/>
  <p:tag name="LATEXFORMWIDTH" val="385"/>
  <p:tag name="LATEXFORMWRAP" val="True"/>
  <p:tag name="ORIGINALHEIGHT" val="6.774574"/>
  <p:tag name="ORIGINALWIDTH" val="7.309251"/>
  <p:tag name="TEMPFOLDER" val="c:\temp\"/>
  <p:tag name="TRANSPARENCY" val="True"/>
</p:tagLst>
</file>

<file path=ppt/tags/tag1433.xml><?xml version="1.0" encoding="utf-8"?>
<p:tagLst xmlns:a="http://schemas.openxmlformats.org/drawingml/2006/main" xmlns:r="http://schemas.openxmlformats.org/officeDocument/2006/relationships" xmlns:p="http://schemas.openxmlformats.org/presentationml/2006/main">
  <p:tag name="EMFCHILD" val="True"/>
  <p:tag name="ORIGINALHEIGHT" val="9.962649"/>
  <p:tag name="ORIGINALWIDTH" val="1.379693"/>
</p:tagLst>
</file>

<file path=ppt/tags/tag1434.xml><?xml version="1.0" encoding="utf-8"?>
<p:tagLst xmlns:a="http://schemas.openxmlformats.org/drawingml/2006/main" xmlns:r="http://schemas.openxmlformats.org/officeDocument/2006/relationships" xmlns:p="http://schemas.openxmlformats.org/presentationml/2006/main">
  <p:tag name="EMFCHILD" val="True"/>
  <p:tag name="ORIGINALHEIGHT" val="1.53424"/>
  <p:tag name="ORIGINALWIDTH" val="2.688915"/>
</p:tagLst>
</file>

<file path=ppt/tags/tag1435.xml><?xml version="1.0" encoding="utf-8"?>
<p:tagLst xmlns:a="http://schemas.openxmlformats.org/drawingml/2006/main" xmlns:r="http://schemas.openxmlformats.org/officeDocument/2006/relationships" xmlns:p="http://schemas.openxmlformats.org/presentationml/2006/main">
  <p:tag name="EMFCHILD" val="True"/>
  <p:tag name="ORIGINALHEIGHT" val="8.966367"/>
  <p:tag name="ORIGINALWIDTH" val="5.489904"/>
</p:tagLst>
</file>

<file path=ppt/tags/tag1436.xml><?xml version="1.0" encoding="utf-8"?>
<p:tagLst xmlns:a="http://schemas.openxmlformats.org/drawingml/2006/main" xmlns:r="http://schemas.openxmlformats.org/officeDocument/2006/relationships" xmlns:p="http://schemas.openxmlformats.org/presentationml/2006/main">
  <p:tag name="EMFCHILD" val="True"/>
  <p:tag name="ORIGINALHEIGHT" val="4.770111"/>
  <p:tag name="ORIGINALWIDTH" val="3.271038"/>
</p:tagLst>
</file>

<file path=ppt/tags/tag1437.xml><?xml version="1.0" encoding="utf-8"?>
<p:tagLst xmlns:a="http://schemas.openxmlformats.org/drawingml/2006/main" xmlns:r="http://schemas.openxmlformats.org/officeDocument/2006/relationships" xmlns:p="http://schemas.openxmlformats.org/presentationml/2006/main">
  <p:tag name="EMFCHILD" val="True"/>
  <p:tag name="ORIGINALHEIGHT" val="9.962649"/>
  <p:tag name="ORIGINALWIDTH" val="1.379693"/>
</p:tagLst>
</file>

<file path=ppt/tags/tag1438.xml><?xml version="1.0" encoding="utf-8"?>
<p:tagLst xmlns:a="http://schemas.openxmlformats.org/drawingml/2006/main" xmlns:r="http://schemas.openxmlformats.org/officeDocument/2006/relationships" xmlns:p="http://schemas.openxmlformats.org/presentationml/2006/main">
  <p:tag name="EMFCHILD" val="True"/>
  <p:tag name="ORIGINALHEIGHT" val="2.331237"/>
  <p:tag name="ORIGINALWIDTH" val="6.697165"/>
</p:tagLst>
</file>

<file path=ppt/tags/tag1439.xml><?xml version="1.0" encoding="utf-8"?>
<p:tagLst xmlns:a="http://schemas.openxmlformats.org/drawingml/2006/main" xmlns:r="http://schemas.openxmlformats.org/officeDocument/2006/relationships" xmlns:p="http://schemas.openxmlformats.org/presentationml/2006/main">
  <p:tag name="EMFCHILD" val="True"/>
  <p:tag name="ORIGINALHEIGHT" val="8.966367"/>
  <p:tag name="ORIGINALWIDTH" val="5.489904"/>
</p:tagLst>
</file>

<file path=ppt/tags/tag1440.xml><?xml version="1.0" encoding="utf-8"?>
<p:tagLst xmlns:a="http://schemas.openxmlformats.org/drawingml/2006/main" xmlns:r="http://schemas.openxmlformats.org/officeDocument/2006/relationships" xmlns:p="http://schemas.openxmlformats.org/presentationml/2006/main">
  <p:tag name="EMFCHILD" val="True"/>
  <p:tag name="ORIGINALHEIGHT" val="4.770111"/>
  <p:tag name="ORIGINALWIDTH" val="3.271038"/>
</p:tagLst>
</file>

<file path=ppt/tags/tag144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9"/>
  <p:tag name="IGUANATEXSIZE" val="18"/>
  <p:tag name="LATEXADDIN" val="\documentclass{article}&#10;\usepackage{amsmath}&#10;\pagestyle{empty}&#10;\begin{document}&#10;&#10;&#10;$  E[\hat{\beta_1}]= \beta_1$&#10;\end{document}"/>
  <p:tag name="LATEXENGINEID" val="0"/>
  <p:tag name="LATEXFORMHEIGHT" val="320"/>
  <p:tag name="LATEXFORMWIDTH" val="385"/>
  <p:tag name="LATEXFORMWRAP" val="True"/>
  <p:tag name="ORIGINALHEIGHT" val="6.774573"/>
  <p:tag name="ORIGINALWIDTH" val="7.309251"/>
  <p:tag name="TEMPFOLDER" val="c:\temp\"/>
  <p:tag name="TRANSPARENCY" val="True"/>
</p:tagLst>
</file>

<file path=ppt/tags/tag1442.xml><?xml version="1.0" encoding="utf-8"?>
<p:tagLst xmlns:a="http://schemas.openxmlformats.org/drawingml/2006/main" xmlns:r="http://schemas.openxmlformats.org/officeDocument/2006/relationships" xmlns:p="http://schemas.openxmlformats.org/presentationml/2006/main">
  <p:tag name="EMFCHILD" val="True"/>
  <p:tag name="ORIGINALHEIGHT" val="9.962647"/>
  <p:tag name="ORIGINALWIDTH" val="1.379693"/>
</p:tagLst>
</file>

<file path=ppt/tags/tag1443.xml><?xml version="1.0" encoding="utf-8"?>
<p:tagLst xmlns:a="http://schemas.openxmlformats.org/drawingml/2006/main" xmlns:r="http://schemas.openxmlformats.org/officeDocument/2006/relationships" xmlns:p="http://schemas.openxmlformats.org/presentationml/2006/main">
  <p:tag name="EMFCHILD" val="True"/>
  <p:tag name="ORIGINALHEIGHT" val="1.53424"/>
  <p:tag name="ORIGINALWIDTH" val="2.688915"/>
</p:tagLst>
</file>

<file path=ppt/tags/tag1444.xml><?xml version="1.0" encoding="utf-8"?>
<p:tagLst xmlns:a="http://schemas.openxmlformats.org/drawingml/2006/main" xmlns:r="http://schemas.openxmlformats.org/officeDocument/2006/relationships" xmlns:p="http://schemas.openxmlformats.org/presentationml/2006/main">
  <p:tag name="EMFCHILD" val="True"/>
  <p:tag name="ORIGINALHEIGHT" val="8.966365"/>
  <p:tag name="ORIGINALWIDTH" val="5.489904"/>
</p:tagLst>
</file>

<file path=ppt/tags/tag1445.xml><?xml version="1.0" encoding="utf-8"?>
<p:tagLst xmlns:a="http://schemas.openxmlformats.org/drawingml/2006/main" xmlns:r="http://schemas.openxmlformats.org/officeDocument/2006/relationships" xmlns:p="http://schemas.openxmlformats.org/presentationml/2006/main">
  <p:tag name="EMFCHILD" val="True"/>
  <p:tag name="ORIGINALHEIGHT" val="4.630637"/>
  <p:tag name="ORIGINALWIDTH" val="2.566066"/>
</p:tagLst>
</file>

<file path=ppt/tags/tag1446.xml><?xml version="1.0" encoding="utf-8"?>
<p:tagLst xmlns:a="http://schemas.openxmlformats.org/drawingml/2006/main" xmlns:r="http://schemas.openxmlformats.org/officeDocument/2006/relationships" xmlns:p="http://schemas.openxmlformats.org/presentationml/2006/main">
  <p:tag name="EMFCHILD" val="True"/>
  <p:tag name="ORIGINALHEIGHT" val="9.962647"/>
  <p:tag name="ORIGINALWIDTH" val="1.379693"/>
</p:tagLst>
</file>

<file path=ppt/tags/tag1447.xml><?xml version="1.0" encoding="utf-8"?>
<p:tagLst xmlns:a="http://schemas.openxmlformats.org/drawingml/2006/main" xmlns:r="http://schemas.openxmlformats.org/officeDocument/2006/relationships" xmlns:p="http://schemas.openxmlformats.org/presentationml/2006/main">
  <p:tag name="EMFCHILD" val="True"/>
  <p:tag name="ORIGINALHEIGHT" val="2.331236"/>
  <p:tag name="ORIGINALWIDTH" val="6.697165"/>
</p:tagLst>
</file>

<file path=ppt/tags/tag1448.xml><?xml version="1.0" encoding="utf-8"?>
<p:tagLst xmlns:a="http://schemas.openxmlformats.org/drawingml/2006/main" xmlns:r="http://schemas.openxmlformats.org/officeDocument/2006/relationships" xmlns:p="http://schemas.openxmlformats.org/presentationml/2006/main">
  <p:tag name="EMFCHILD" val="True"/>
  <p:tag name="ORIGINALHEIGHT" val="8.966365"/>
  <p:tag name="ORIGINALWIDTH" val="5.489904"/>
</p:tagLst>
</file>

<file path=ppt/tags/tag1449.xml><?xml version="1.0" encoding="utf-8"?>
<p:tagLst xmlns:a="http://schemas.openxmlformats.org/drawingml/2006/main" xmlns:r="http://schemas.openxmlformats.org/officeDocument/2006/relationships" xmlns:p="http://schemas.openxmlformats.org/presentationml/2006/main">
  <p:tag name="EMFCHILD" val="True"/>
  <p:tag name="ORIGINALHEIGHT" val="4.630637"/>
  <p:tag name="ORIGINALWIDTH" val="2.566066"/>
</p:tagLst>
</file>

<file path=ppt/tags/tag1450.xml><?xml version="1.0" encoding="utf-8"?>
<p:tagLst xmlns:a="http://schemas.openxmlformats.org/drawingml/2006/main" xmlns:r="http://schemas.openxmlformats.org/officeDocument/2006/relationships" xmlns:p="http://schemas.openxmlformats.org/presentationml/2006/main">
  <p:tag name="BITMAPVECTOR" val="1"/>
  <p:tag name="IGUANATEXCURSOR" val="102"/>
  <p:tag name="IGUANATEXSIZE" val="18"/>
  <p:tag name="IGUANATEXVERSION" val="161"/>
  <p:tag name="LATEXADDIN" val="\documentclass{article}&#10;\usepackage{amsmath}&#10;\pagestyle{empty}&#10;\begin{document}&#10;&#10;&#10;$ Var(u|x)= \sigma^2$&#10;\end{document}"/>
  <p:tag name="LATEXENGINEID" val="0"/>
  <p:tag name="LATEXFORMHEIGHT" val="320"/>
  <p:tag name="LATEXFORMWIDTH" val="385"/>
  <p:tag name="LATEXFORMWRAP" val="True"/>
  <p:tag name="ORIGINALHEIGHT" val="10.24856"/>
  <p:tag name="ORIGINALWIDTH" val="62.27392"/>
  <p:tag name="OUTPUTTYPE" val="SVG"/>
  <p:tag name="TEMPFOLDER" val="c:\temp\"/>
  <p:tag name="TRANSPARENCY" val="True"/>
</p:tagLst>
</file>

<file path=ppt/tags/tag1451.xml><?xml version="1.0" encoding="utf-8"?>
<p:tagLst xmlns:a="http://schemas.openxmlformats.org/drawingml/2006/main" xmlns:r="http://schemas.openxmlformats.org/officeDocument/2006/relationships" xmlns:p="http://schemas.openxmlformats.org/presentationml/2006/main">
  <p:tag name="BITMAPVECTOR" val="1"/>
  <p:tag name="IGUANATEXCURSOR" val="136"/>
  <p:tag name="IGUANATEXSIZE" val="18"/>
  <p:tag name="IGUANATEXVERSION" val="161"/>
  <p:tag name="LATEXADDIN" val="\documentclass{article}&#10;\usepackage{amsmath}&#10;\pagestyle{empty}&#10;\begin{document}&#10;&#10;&#10;$ E[u|x] = E[y|x] - E[\beta_0|x] - E[\beta_1 x|x]  = 0&#10;$&#10;\end{document}"/>
  <p:tag name="LATEXENGINEID" val="0"/>
  <p:tag name="LATEXFORMHEIGHT" val="320"/>
  <p:tag name="LATEXFORMWIDTH" val="385"/>
  <p:tag name="LATEXFORMWRAP" val="True"/>
  <p:tag name="ORIGINALHEIGHT" val="9.713562"/>
  <p:tag name="ORIGINALWIDTH" val="180.4197"/>
  <p:tag name="OUTPUTTYPE" val="SVG"/>
  <p:tag name="TEMPFOLDER" val="c:\temp\"/>
  <p:tag name="TRANSPARENCY" val="True"/>
</p:tagLst>
</file>

<file path=ppt/tags/tag1452.xml><?xml version="1.0" encoding="utf-8"?>
<p:tagLst xmlns:a="http://schemas.openxmlformats.org/drawingml/2006/main" xmlns:r="http://schemas.openxmlformats.org/officeDocument/2006/relationships" xmlns:p="http://schemas.openxmlformats.org/presentationml/2006/main">
  <p:tag name="BITMAPVECTOR" val="1"/>
  <p:tag name="IGUANATEXCURSOR" val="93"/>
  <p:tag name="IGUANATEXSIZE" val="18"/>
  <p:tag name="IGUANATEXVERSION" val="161"/>
  <p:tag name="LATEXADDIN" val="\documentclass{article}&#10;\usepackage{amsmath}&#10;\pagestyle{empty}&#10;\begin{document}&#10;&#10;&#10;$ E[u|x]= 0$&#10;\end{document}"/>
  <p:tag name="LATEXENGINEID" val="0"/>
  <p:tag name="LATEXFORMHEIGHT" val="320"/>
  <p:tag name="LATEXFORMWIDTH" val="385"/>
  <p:tag name="LATEXFORMWRAP" val="True"/>
  <p:tag name="ORIGINALHEIGHT" val="9.713561"/>
  <p:tag name="ORIGINALWIDTH" val="44.87034"/>
  <p:tag name="OUTPUTTYPE" val="SVG"/>
  <p:tag name="TEMPFOLDER" val="c:\temp\"/>
  <p:tag name="TRANSPARENCY" val="True"/>
</p:tagLst>
</file>

<file path=ppt/tags/tag1453.xml><?xml version="1.0" encoding="utf-8"?>
<p:tagLst xmlns:a="http://schemas.openxmlformats.org/drawingml/2006/main" xmlns:r="http://schemas.openxmlformats.org/officeDocument/2006/relationships" xmlns:p="http://schemas.openxmlformats.org/presentationml/2006/main">
  <p:tag name="BITMAPVECTOR" val="1"/>
  <p:tag name="IGUANATEXCURSOR" val="123"/>
  <p:tag name="IGUANATEXSIZE" val="18"/>
  <p:tag name="IGUANATEXVERSION" val="161"/>
  <p:tag name="LATEXADDIN" val="\documentclass{article}&#10;\usepackage{amsmath}&#10;\pagestyle{empty}&#10;\begin{document}&#10;&#10;&#10;$  E[y|x] = E[\beta_0|x] + E[\beta_1 x|x]$&#10;\end{document}"/>
  <p:tag name="LATEXENGINEID" val="0"/>
  <p:tag name="LATEXFORMHEIGHT" val="320"/>
  <p:tag name="LATEXFORMWIDTH" val="385"/>
  <p:tag name="LATEXFORMWRAP" val="True"/>
  <p:tag name="ORIGINALHEIGHT" val="9.713491"/>
  <p:tag name="ORIGINALWIDTH" val="121.0647"/>
  <p:tag name="OUTPUTTYPE" val="SVG"/>
  <p:tag name="TEMPFOLDER" val="c:\temp\"/>
  <p:tag name="TRANSPARENCY" val="True"/>
</p:tagLst>
</file>

<file path=ppt/tags/tag1454.xml><?xml version="1.0" encoding="utf-8"?>
<p:tagLst xmlns:a="http://schemas.openxmlformats.org/drawingml/2006/main" xmlns:r="http://schemas.openxmlformats.org/officeDocument/2006/relationships" xmlns:p="http://schemas.openxmlformats.org/presentationml/2006/main">
  <p:tag name="BITMAPVECTOR" val="1"/>
  <p:tag name="IGUANATEXCURSOR" val="94"/>
  <p:tag name="IGUANATEXSIZE" val="18"/>
  <p:tag name="IGUANATEXVERSION" val="161"/>
  <p:tag name="LATEXADDIN" val="\documentclass{article}&#10;\usepackage{amsmath}&#10;\pagestyle{empty}&#10;\begin{document}&#10;&#10;&#10;$  E[y|x] = beta_0 + \beta_1 x$&#10;\end{document}"/>
  <p:tag name="LATEXENGINEID" val="0"/>
  <p:tag name="LATEXFORMHEIGHT" val="320"/>
  <p:tag name="LATEXFORMWIDTH" val="385"/>
  <p:tag name="LATEXFORMWRAP" val="True"/>
  <p:tag name="ORIGINALHEIGHT" val="9.713491"/>
  <p:tag name="ORIGINALWIDTH" val="89.60365"/>
  <p:tag name="OUTPUTTYPE" val="SVG"/>
  <p:tag name="TEMPFOLDER" val="c:\temp\"/>
  <p:tag name="TRANSPARENCY" val="True"/>
</p:tagLst>
</file>

<file path=ppt/tags/tag1455.xml><?xml version="1.0" encoding="utf-8"?>
<p:tagLst xmlns:a="http://schemas.openxmlformats.org/drawingml/2006/main" xmlns:r="http://schemas.openxmlformats.org/officeDocument/2006/relationships" xmlns:p="http://schemas.openxmlformats.org/presentationml/2006/main">
  <p:tag name="BITMAPVECTOR" val="1"/>
  <p:tag name="IGUANATEXCURSOR" val="141"/>
  <p:tag name="IGUANATEXSIZE" val="18"/>
  <p:tag name="IGUANATEXVERSION" val="161"/>
  <p:tag name="LATEXADDIN" val="\documentclass{article}&#10;\usepackage{amsmath}&#10;\pagestyle{empty}&#10;\begin{document}&#10;&#10;&#10;$ Var[y|x] = Var[\beta_0|x] + Var[\beta_1 x|x] + Var[u|x]  &#10;$&#10;\end{document}"/>
  <p:tag name="LATEXENGINEID" val="0"/>
  <p:tag name="LATEXFORMHEIGHT" val="320"/>
  <p:tag name="LATEXFORMWIDTH" val="385"/>
  <p:tag name="LATEXFORMWRAP" val="True"/>
  <p:tag name="ORIGINALHEIGHT" val="9.713491"/>
  <p:tag name="ORIGINALWIDTH" val="200.4852"/>
  <p:tag name="OUTPUTTYPE" val="SVG"/>
  <p:tag name="TEMPFOLDER" val="c:\temp\"/>
  <p:tag name="TRANSPARENCY" val="True"/>
</p:tagLst>
</file>

<file path=ppt/tags/tag1456.xml><?xml version="1.0" encoding="utf-8"?>
<p:tagLst xmlns:a="http://schemas.openxmlformats.org/drawingml/2006/main" xmlns:r="http://schemas.openxmlformats.org/officeDocument/2006/relationships" xmlns:p="http://schemas.openxmlformats.org/presentationml/2006/main">
  <p:tag name="BITMAPVECTOR" val="1"/>
  <p:tag name="IGUANATEXCURSOR" val="102"/>
  <p:tag name="IGUANATEXSIZE" val="18"/>
  <p:tag name="IGUANATEXVERSION" val="161"/>
  <p:tag name="LATEXADDIN" val="\documentclass{article}&#10;\usepackage{amsmath}&#10;\pagestyle{empty}&#10;\begin{document}&#10;&#10;&#10;$ Var[u|x]= \sigma^2$&#10;\end{document}"/>
  <p:tag name="LATEXENGINEID" val="0"/>
  <p:tag name="LATEXFORMHEIGHT" val="320"/>
  <p:tag name="LATEXFORMWIDTH" val="385"/>
  <p:tag name="LATEXFORMWRAP" val="True"/>
  <p:tag name="ORIGINALHEIGHT" val="10.24856"/>
  <p:tag name="ORIGINALWIDTH" val="59.81382"/>
  <p:tag name="OUTPUTTYPE" val="SVG"/>
  <p:tag name="TEMPFOLDER" val="c:\temp\"/>
  <p:tag name="TRANSPARENCY" val="True"/>
</p:tagLst>
</file>

<file path=ppt/tags/tag1457.xml><?xml version="1.0" encoding="utf-8"?>
<p:tagLst xmlns:a="http://schemas.openxmlformats.org/drawingml/2006/main" xmlns:r="http://schemas.openxmlformats.org/officeDocument/2006/relationships" xmlns:p="http://schemas.openxmlformats.org/presentationml/2006/main">
  <p:tag name="BITMAPVECTOR" val="1"/>
  <p:tag name="IGUANATEXCURSOR" val="94"/>
  <p:tag name="IGUANATEXSIZE" val="18"/>
  <p:tag name="IGUANATEXVERSION" val="161"/>
  <p:tag name="LATEXADDIN" val="\documentclass{article}&#10;\usepackage{amsmath}&#10;\pagestyle{empty}&#10;\begin{document}&#10;&#10;&#10;$ Var[y|x] = Var[u|x]  &#10;$&#10;\end{document}"/>
  <p:tag name="LATEXENGINEID" val="0"/>
  <p:tag name="LATEXFORMHEIGHT" val="320"/>
  <p:tag name="LATEXFORMWIDTH" val="385"/>
  <p:tag name="LATEXFORMWRAP" val="True"/>
  <p:tag name="ORIGINALHEIGHT" val="9.713491"/>
  <p:tag name="ORIGINALWIDTH" val="87.09794"/>
  <p:tag name="OUTPUTTYPE" val="SVG"/>
  <p:tag name="TEMPFOLDER" val="c:\temp\"/>
  <p:tag name="TRANSPARENCY" val="True"/>
</p:tagLst>
</file>

<file path=ppt/tags/tag1458.xml><?xml version="1.0" encoding="utf-8"?>
<p:tagLst xmlns:a="http://schemas.openxmlformats.org/drawingml/2006/main" xmlns:r="http://schemas.openxmlformats.org/officeDocument/2006/relationships" xmlns:p="http://schemas.openxmlformats.org/presentationml/2006/main">
  <p:tag name="BITMAPVECTOR" val="1"/>
  <p:tag name="IGUANATEXCURSOR" val="103"/>
  <p:tag name="IGUANATEXSIZE" val="18"/>
  <p:tag name="IGUANATEXVERSION" val="161"/>
  <p:tag name="LATEXADDIN" val="\documentclass{article}&#10;\usepackage{amsmath}&#10;\pagestyle{empty}&#10;\begin{document}&#10;&#10;&#10;$ Var[y|x] = \sigma^2&#10;$&#10;\end{document}"/>
  <p:tag name="LATEXENGINEID" val="0"/>
  <p:tag name="LATEXFORMHEIGHT" val="320"/>
  <p:tag name="LATEXFORMWIDTH" val="385"/>
  <p:tag name="LATEXFORMWRAP" val="True"/>
  <p:tag name="ORIGINALHEIGHT" val="10.24859"/>
  <p:tag name="ORIGINALWIDTH" val="59.35437"/>
  <p:tag name="OUTPUTTYPE" val="SVG"/>
  <p:tag name="TEMPFOLDER" val="c:\temp\"/>
  <p:tag name="TRANSPARENCY" val="True"/>
</p:tagLst>
</file>

<file path=ppt/tags/tag1459.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3"/>
  <p:tag name="IGUANATEXSIZE" val="18"/>
  <p:tag name="LATEXADDIN" val="\documentclass{article}&#10;\usepackage{amsmath}&#10;\pagestyle{empty}&#10;\begin{document}&#10;&#10;&#10;$ Var[y|x] = \sigma^2&#10;$&#10;\end{document}"/>
  <p:tag name="LATEXENGINEID" val="0"/>
  <p:tag name="LATEXFORMHEIGHT" val="320"/>
  <p:tag name="LATEXFORMWIDTH" val="385"/>
  <p:tag name="LATEXFORMWRAP" val="True"/>
  <p:tag name="ORIGINALHEIGHT" val="6.704403"/>
  <p:tag name="ORIGINALWIDTH" val="7.074184"/>
  <p:tag name="TEMPFOLDER" val="c:\temp\"/>
  <p:tag name="TRANSPARENCY" val="True"/>
</p:tagLst>
</file>

<file path=ppt/tags/tag1460.xml><?xml version="1.0" encoding="utf-8"?>
<p:tagLst xmlns:a="http://schemas.openxmlformats.org/drawingml/2006/main" xmlns:r="http://schemas.openxmlformats.org/officeDocument/2006/relationships" xmlns:p="http://schemas.openxmlformats.org/presentationml/2006/main">
  <p:tag name="EMFCHILD" val="True"/>
  <p:tag name="ORIGINALHEIGHT" val="4.307914"/>
  <p:tag name="ORIGINALWIDTH" val="4.544136"/>
</p:tagLst>
</file>

<file path=ppt/tags/tag1461.xml><?xml version="1.0" encoding="utf-8"?>
<p:tagLst xmlns:a="http://schemas.openxmlformats.org/drawingml/2006/main" xmlns:r="http://schemas.openxmlformats.org/officeDocument/2006/relationships" xmlns:p="http://schemas.openxmlformats.org/presentationml/2006/main">
  <p:tag name="EMFCHILD" val="True"/>
  <p:tag name="ORIGINALHEIGHT" val="4.307914"/>
  <p:tag name="ORIGINALWIDTH" val="4.038141"/>
</p:tagLst>
</file>

<file path=ppt/tags/tag1462.xml><?xml version="1.0" encoding="utf-8"?>
<p:tagLst xmlns:a="http://schemas.openxmlformats.org/drawingml/2006/main" xmlns:r="http://schemas.openxmlformats.org/officeDocument/2006/relationships" xmlns:p="http://schemas.openxmlformats.org/presentationml/2006/main">
  <p:tag name="EMFCHILD" val="True"/>
  <p:tag name="ORIGINALHEIGHT" val="9.509745"/>
  <p:tag name="ORIGINALWIDTH" val="1.359262"/>
</p:tagLst>
</file>

<file path=ppt/tags/tag1463.xml><?xml version="1.0" encoding="utf-8"?>
<p:tagLst xmlns:a="http://schemas.openxmlformats.org/drawingml/2006/main" xmlns:r="http://schemas.openxmlformats.org/officeDocument/2006/relationships" xmlns:p="http://schemas.openxmlformats.org/presentationml/2006/main">
  <p:tag name="EMFCHILD" val="True"/>
  <p:tag name="ORIGINALHEIGHT" val="6.152812"/>
  <p:tag name="ORIGINALWIDTH" val="4.573888"/>
</p:tagLst>
</file>

<file path=ppt/tags/tag1464.xml><?xml version="1.0" encoding="utf-8"?>
<p:tagLst xmlns:a="http://schemas.openxmlformats.org/drawingml/2006/main" xmlns:r="http://schemas.openxmlformats.org/officeDocument/2006/relationships" xmlns:p="http://schemas.openxmlformats.org/presentationml/2006/main">
  <p:tag name="EMFCHILD" val="True"/>
  <p:tag name="ORIGINALHEIGHT" val="9.509745"/>
  <p:tag name="ORIGINALWIDTH" val="0.3968099"/>
</p:tagLst>
</file>

<file path=ppt/tags/tag1465.xml><?xml version="1.0" encoding="utf-8"?>
<p:tagLst xmlns:a="http://schemas.openxmlformats.org/drawingml/2006/main" xmlns:r="http://schemas.openxmlformats.org/officeDocument/2006/relationships" xmlns:p="http://schemas.openxmlformats.org/presentationml/2006/main">
  <p:tag name="EMFCHILD" val="True"/>
  <p:tag name="ORIGINALHEIGHT" val="4.307914"/>
  <p:tag name="ORIGINALWIDTH" val="4.941018"/>
</p:tagLst>
</file>

<file path=ppt/tags/tag1466.xml><?xml version="1.0" encoding="utf-8"?>
<p:tagLst xmlns:a="http://schemas.openxmlformats.org/drawingml/2006/main" xmlns:r="http://schemas.openxmlformats.org/officeDocument/2006/relationships" xmlns:p="http://schemas.openxmlformats.org/presentationml/2006/main">
  <p:tag name="EMFCHILD" val="True"/>
  <p:tag name="ORIGINALHEIGHT" val="9.509745"/>
  <p:tag name="ORIGINALWIDTH" val="1.359262"/>
</p:tagLst>
</file>

<file path=ppt/tags/tag1467.xml><?xml version="1.0" encoding="utf-8"?>
<p:tagLst xmlns:a="http://schemas.openxmlformats.org/drawingml/2006/main" xmlns:r="http://schemas.openxmlformats.org/officeDocument/2006/relationships" xmlns:p="http://schemas.openxmlformats.org/presentationml/2006/main">
  <p:tag name="EMFCHILD" val="True"/>
  <p:tag name="ORIGINALHEIGHT" val="2.22529"/>
  <p:tag name="ORIGINALWIDTH" val="6.597941"/>
</p:tagLst>
</file>

<file path=ppt/tags/tag1468.xml><?xml version="1.0" encoding="utf-8"?>
<p:tagLst xmlns:a="http://schemas.openxmlformats.org/drawingml/2006/main" xmlns:r="http://schemas.openxmlformats.org/officeDocument/2006/relationships" xmlns:p="http://schemas.openxmlformats.org/presentationml/2006/main">
  <p:tag name="EMFCHILD" val="True"/>
  <p:tag name="ORIGINALHEIGHT" val="4.203318"/>
  <p:tag name="ORIGINALWIDTH" val="5.248572"/>
</p:tagLst>
</file>

<file path=ppt/tags/tag1469.xml><?xml version="1.0" encoding="utf-8"?>
<p:tagLst xmlns:a="http://schemas.openxmlformats.org/drawingml/2006/main" xmlns:r="http://schemas.openxmlformats.org/officeDocument/2006/relationships" xmlns:p="http://schemas.openxmlformats.org/presentationml/2006/main">
  <p:tag name="EMFCHILD" val="True"/>
  <p:tag name="ORIGINALHEIGHT" val="4.420111"/>
  <p:tag name="ORIGINALWIDTH" val="3.069738"/>
</p:tagLst>
</file>

<file path=ppt/tags/tag1470.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4"/>
  <p:tag name="IGUANATEXSIZE" val="18"/>
  <p:tag name="LATEXADDIN" val="\documentclass{article}&#10;\usepackage{amsmath}&#10;\pagestyle{empty}&#10;\begin{document}&#10;&#10;&#10;$ Var[y|x] = Var[u|x]  &#10;$&#10;\end{document}"/>
  <p:tag name="LATEXENGINEID" val="0"/>
  <p:tag name="LATEXFORMHEIGHT" val="320"/>
  <p:tag name="LATEXFORMWIDTH" val="385"/>
  <p:tag name="LATEXFORMWRAP" val="True"/>
  <p:tag name="ORIGINALHEIGHT" val="6.848"/>
  <p:tag name="ORIGINALWIDTH" val="7.143653"/>
  <p:tag name="TEMPFOLDER" val="c:\temp\"/>
  <p:tag name="TRANSPARENCY" val="True"/>
</p:tagLst>
</file>

<file path=ppt/tags/tag1471.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88799"/>
</p:tagLst>
</file>

<file path=ppt/tags/tag1472.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77786"/>
</p:tagLst>
</file>

<file path=ppt/tags/tag147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72597"/>
</p:tagLst>
</file>

<file path=ppt/tags/tag1474.xml><?xml version="1.0" encoding="utf-8"?>
<p:tagLst xmlns:a="http://schemas.openxmlformats.org/drawingml/2006/main" xmlns:r="http://schemas.openxmlformats.org/officeDocument/2006/relationships" xmlns:p="http://schemas.openxmlformats.org/presentationml/2006/main">
  <p:tag name="EMFCHILD" val="True"/>
  <p:tag name="ORIGINALHEIGHT" val="6.284652"/>
  <p:tag name="ORIGINALWIDTH" val="4.618838"/>
</p:tagLst>
</file>

<file path=ppt/tags/tag147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4007529"/>
</p:tagLst>
</file>

<file path=ppt/tags/tag1476.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89552"/>
</p:tagLst>
</file>

<file path=ppt/tags/tag1477.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72597"/>
</p:tagLst>
</file>

<file path=ppt/tags/tag1478.xml><?xml version="1.0" encoding="utf-8"?>
<p:tagLst xmlns:a="http://schemas.openxmlformats.org/drawingml/2006/main" xmlns:r="http://schemas.openxmlformats.org/officeDocument/2006/relationships" xmlns:p="http://schemas.openxmlformats.org/presentationml/2006/main">
  <p:tag name="EMFCHILD" val="True"/>
  <p:tag name="ORIGINALHEIGHT" val="2.272964"/>
  <p:tag name="ORIGINALWIDTH" val="6.662749"/>
</p:tagLst>
</file>

<file path=ppt/tags/tag1479.xml><?xml version="1.0" encoding="utf-8"?>
<p:tagLst xmlns:a="http://schemas.openxmlformats.org/drawingml/2006/main" xmlns:r="http://schemas.openxmlformats.org/officeDocument/2006/relationships" xmlns:p="http://schemas.openxmlformats.org/presentationml/2006/main">
  <p:tag name="EMFCHILD" val="True"/>
  <p:tag name="ORIGINALHEIGHT" val="6.848"/>
  <p:tag name="ORIGINALWIDTH" val="7.143653"/>
</p:tagLst>
</file>

<file path=ppt/tags/tag1480.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88799"/>
</p:tagLst>
</file>

<file path=ppt/tags/tag1481.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77786"/>
</p:tagLst>
</file>

<file path=ppt/tags/tag1482.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72597"/>
</p:tagLst>
</file>

<file path=ppt/tags/tag1483.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5.149854"/>
</p:tagLst>
</file>

<file path=ppt/tags/tag1484.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4007529"/>
</p:tagLst>
</file>

<file path=ppt/tags/tag1485.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89552"/>
</p:tagLst>
</file>

<file path=ppt/tags/tag1486.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72597"/>
</p:tagLst>
</file>

<file path=ppt/tags/tag1487.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2"/>
  <p:tag name="IGUANATEXSIZE" val="18"/>
  <p:tag name="LATEXADDIN" val="\documentclass{article}&#10;\usepackage{amsmath}&#10;\pagestyle{empty}&#10;\begin{document}&#10;&#10;&#10;$ Var[u|x]= \sigma^2$&#10;\end{document}"/>
  <p:tag name="LATEXENGINEID" val="0"/>
  <p:tag name="LATEXFORMHEIGHT" val="320"/>
  <p:tag name="LATEXFORMWIDTH" val="385"/>
  <p:tag name="LATEXFORMWRAP" val="True"/>
  <p:tag name="ORIGINALHEIGHT" val="6.704375"/>
  <p:tag name="ORIGINALWIDTH" val="7.074234"/>
  <p:tag name="TEMPFOLDER" val="c:\temp\"/>
  <p:tag name="TRANSPARENCY" val="True"/>
</p:tagLst>
</file>

<file path=ppt/tags/tag1488.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544181"/>
</p:tagLst>
</file>

<file path=ppt/tags/tag1489.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038145"/>
</p:tagLst>
</file>

<file path=ppt/tags/tag1490.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1.359274"/>
</p:tagLst>
</file>

<file path=ppt/tags/tag1491.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5.099781"/>
</p:tagLst>
</file>

<file path=ppt/tags/tag1492.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0.3968504"/>
</p:tagLst>
</file>

<file path=ppt/tags/tag1493.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941031"/>
</p:tagLst>
</file>

<file path=ppt/tags/tag1494.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1.359274"/>
</p:tagLst>
</file>

<file path=ppt/tags/tag1495.xml><?xml version="1.0" encoding="utf-8"?>
<p:tagLst xmlns:a="http://schemas.openxmlformats.org/drawingml/2006/main" xmlns:r="http://schemas.openxmlformats.org/officeDocument/2006/relationships" xmlns:p="http://schemas.openxmlformats.org/presentationml/2006/main">
  <p:tag name="EMFCHILD" val="True"/>
  <p:tag name="ORIGINALHEIGHT" val="2.225284"/>
  <p:tag name="ORIGINALWIDTH" val="6.597987"/>
</p:tagLst>
</file>

<file path=ppt/tags/tag1496.xml><?xml version="1.0" encoding="utf-8"?>
<p:tagLst xmlns:a="http://schemas.openxmlformats.org/drawingml/2006/main" xmlns:r="http://schemas.openxmlformats.org/officeDocument/2006/relationships" xmlns:p="http://schemas.openxmlformats.org/presentationml/2006/main">
  <p:tag name="EMFCHILD" val="True"/>
  <p:tag name="ORIGINALHEIGHT" val="4.203325"/>
  <p:tag name="ORIGINALWIDTH" val="5.2486"/>
</p:tagLst>
</file>

<file path=ppt/tags/tag1497.xml><?xml version="1.0" encoding="utf-8"?>
<p:tagLst xmlns:a="http://schemas.openxmlformats.org/drawingml/2006/main" xmlns:r="http://schemas.openxmlformats.org/officeDocument/2006/relationships" xmlns:p="http://schemas.openxmlformats.org/presentationml/2006/main">
  <p:tag name="EMFCHILD" val="True"/>
  <p:tag name="ORIGINALHEIGHT" val="4.420123"/>
  <p:tag name="ORIGINALWIDTH" val="3.069772"/>
</p:tagLst>
</file>

<file path=ppt/tags/tag1498.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41"/>
  <p:tag name="IGUANATEXSIZE" val="18"/>
  <p:tag name="LATEXADDIN" val="\documentclass{article}&#10;\usepackage{amsmath}&#10;\pagestyle{empty}&#10;\begin{document}&#10;&#10;&#10;$ Var[y|x] = Var[\beta_0|x] + Var[\beta_1 x|x] + Var[u|x]  &#10;$&#10;\end{document}"/>
  <p:tag name="LATEXENGINEID" val="0"/>
  <p:tag name="LATEXFORMHEIGHT" val="320"/>
  <p:tag name="LATEXFORMWIDTH" val="385"/>
  <p:tag name="LATEXFORMWRAP" val="True"/>
  <p:tag name="ORIGINALHEIGHT" val="6.848"/>
  <p:tag name="ORIGINALWIDTH" val="7.0858"/>
  <p:tag name="TEMPFOLDER" val="c:\temp\"/>
  <p:tag name="TRANSPARENCY" val="True"/>
</p:tagLst>
</file>

<file path=ppt/tags/tag1499.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51593"/>
</p:tagLst>
</file>

<file path=ppt/tags/tag1500.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44737"/>
</p:tagLst>
</file>

<file path=ppt/tags/tag1501.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02.xml><?xml version="1.0" encoding="utf-8"?>
<p:tagLst xmlns:a="http://schemas.openxmlformats.org/drawingml/2006/main" xmlns:r="http://schemas.openxmlformats.org/officeDocument/2006/relationships" xmlns:p="http://schemas.openxmlformats.org/presentationml/2006/main">
  <p:tag name="EMFCHILD" val="True"/>
  <p:tag name="ORIGINALHEIGHT" val="6.284652"/>
  <p:tag name="ORIGINALWIDTH" val="4.581417"/>
</p:tagLst>
</file>

<file path=ppt/tags/tag150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74552"/>
</p:tagLst>
</file>

<file path=ppt/tags/tag1504.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912"/>
</p:tagLst>
</file>

<file path=ppt/tags/tag150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06.xml><?xml version="1.0" encoding="utf-8"?>
<p:tagLst xmlns:a="http://schemas.openxmlformats.org/drawingml/2006/main" xmlns:r="http://schemas.openxmlformats.org/officeDocument/2006/relationships" xmlns:p="http://schemas.openxmlformats.org/presentationml/2006/main">
  <p:tag name="EMFCHILD" val="True"/>
  <p:tag name="ORIGINALHEIGHT" val="2.272964"/>
  <p:tag name="ORIGINALWIDTH" val="6.608768"/>
</p:tagLst>
</file>

<file path=ppt/tags/tag1507.xml><?xml version="1.0" encoding="utf-8"?>
<p:tagLst xmlns:a="http://schemas.openxmlformats.org/drawingml/2006/main" xmlns:r="http://schemas.openxmlformats.org/officeDocument/2006/relationships" xmlns:p="http://schemas.openxmlformats.org/presentationml/2006/main">
  <p:tag name="EMFCHILD" val="True"/>
  <p:tag name="ORIGINALHEIGHT" val="6.848"/>
  <p:tag name="ORIGINALWIDTH" val="7.0858"/>
</p:tagLst>
</file>

<file path=ppt/tags/tag1508.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51593"/>
</p:tagLst>
</file>

<file path=ppt/tags/tag1509.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44737"/>
</p:tagLst>
</file>

<file path=ppt/tags/tag1510.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11.xml><?xml version="1.0" encoding="utf-8"?>
<p:tagLst xmlns:a="http://schemas.openxmlformats.org/drawingml/2006/main" xmlns:r="http://schemas.openxmlformats.org/officeDocument/2006/relationships" xmlns:p="http://schemas.openxmlformats.org/presentationml/2006/main">
  <p:tag name="EMFCHILD" val="True"/>
  <p:tag name="ORIGINALHEIGHT" val="8.742149"/>
  <p:tag name="ORIGINALWIDTH" val="5.417478"/>
</p:tagLst>
</file>

<file path=ppt/tags/tag1512.xml><?xml version="1.0" encoding="utf-8"?>
<p:tagLst xmlns:a="http://schemas.openxmlformats.org/drawingml/2006/main" xmlns:r="http://schemas.openxmlformats.org/officeDocument/2006/relationships" xmlns:p="http://schemas.openxmlformats.org/presentationml/2006/main">
  <p:tag name="EMFCHILD" val="True"/>
  <p:tag name="ORIGINALHEIGHT" val="4.650813"/>
  <p:tag name="ORIGINALWIDTH" val="3.22789"/>
</p:tagLst>
</file>

<file path=ppt/tags/tag151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74552"/>
</p:tagLst>
</file>

<file path=ppt/tags/tag1514.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912"/>
</p:tagLst>
</file>

<file path=ppt/tags/tag151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16.xml><?xml version="1.0" encoding="utf-8"?>
<p:tagLst xmlns:a="http://schemas.openxmlformats.org/drawingml/2006/main" xmlns:r="http://schemas.openxmlformats.org/officeDocument/2006/relationships" xmlns:p="http://schemas.openxmlformats.org/presentationml/2006/main">
  <p:tag name="EMFCHILD" val="True"/>
  <p:tag name="ORIGINALHEIGHT" val="6.469184"/>
  <p:tag name="ORIGINALWIDTH" val="6.608768"/>
</p:tagLst>
</file>

<file path=ppt/tags/tag1517.xml><?xml version="1.0" encoding="utf-8"?>
<p:tagLst xmlns:a="http://schemas.openxmlformats.org/drawingml/2006/main" xmlns:r="http://schemas.openxmlformats.org/officeDocument/2006/relationships" xmlns:p="http://schemas.openxmlformats.org/presentationml/2006/main">
  <p:tag name="EMFCHILD" val="True"/>
  <p:tag name="ORIGINALHEIGHT" val="6.848"/>
  <p:tag name="ORIGINALWIDTH" val="7.0858"/>
</p:tagLst>
</file>

<file path=ppt/tags/tag1518.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51593"/>
</p:tagLst>
</file>

<file path=ppt/tags/tag1519.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44737"/>
</p:tagLst>
</file>

<file path=ppt/tags/tag1520.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21.xml><?xml version="1.0" encoding="utf-8"?>
<p:tagLst xmlns:a="http://schemas.openxmlformats.org/drawingml/2006/main" xmlns:r="http://schemas.openxmlformats.org/officeDocument/2006/relationships" xmlns:p="http://schemas.openxmlformats.org/presentationml/2006/main">
  <p:tag name="EMFCHILD" val="True"/>
  <p:tag name="ORIGINALHEIGHT" val="8.742149"/>
  <p:tag name="ORIGINALWIDTH" val="5.417478"/>
</p:tagLst>
</file>

<file path=ppt/tags/tag1522.xml><?xml version="1.0" encoding="utf-8"?>
<p:tagLst xmlns:a="http://schemas.openxmlformats.org/drawingml/2006/main" xmlns:r="http://schemas.openxmlformats.org/officeDocument/2006/relationships" xmlns:p="http://schemas.openxmlformats.org/presentationml/2006/main">
  <p:tag name="EMFCHILD" val="True"/>
  <p:tag name="ORIGINALHEIGHT" val="4.514815"/>
  <p:tag name="ORIGINALWIDTH" val="2.5322"/>
</p:tagLst>
</file>

<file path=ppt/tags/tag1523.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912"/>
</p:tagLst>
</file>

<file path=ppt/tags/tag1524.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74552"/>
</p:tagLst>
</file>

<file path=ppt/tags/tag1525.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912"/>
</p:tagLst>
</file>

<file path=ppt/tags/tag1526.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27.xml><?xml version="1.0" encoding="utf-8"?>
<p:tagLst xmlns:a="http://schemas.openxmlformats.org/drawingml/2006/main" xmlns:r="http://schemas.openxmlformats.org/officeDocument/2006/relationships" xmlns:p="http://schemas.openxmlformats.org/presentationml/2006/main">
  <p:tag name="EMFCHILD" val="True"/>
  <p:tag name="ORIGINALHEIGHT" val="6.469184"/>
  <p:tag name="ORIGINALWIDTH" val="6.608768"/>
</p:tagLst>
</file>

<file path=ppt/tags/tag1528.xml><?xml version="1.0" encoding="utf-8"?>
<p:tagLst xmlns:a="http://schemas.openxmlformats.org/drawingml/2006/main" xmlns:r="http://schemas.openxmlformats.org/officeDocument/2006/relationships" xmlns:p="http://schemas.openxmlformats.org/presentationml/2006/main">
  <p:tag name="EMFCHILD" val="True"/>
  <p:tag name="ORIGINALHEIGHT" val="6.848"/>
  <p:tag name="ORIGINALWIDTH" val="7.0858"/>
</p:tagLst>
</file>

<file path=ppt/tags/tag1529.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51593"/>
</p:tagLst>
</file>

<file path=ppt/tags/tag1530.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044737"/>
</p:tagLst>
</file>

<file path=ppt/tags/tag1531.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32.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5.10813"/>
</p:tagLst>
</file>

<file path=ppt/tags/tag153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74552"/>
</p:tagLst>
</file>

<file path=ppt/tags/tag1534.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912"/>
</p:tagLst>
</file>

<file path=ppt/tags/tag153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485"/>
</p:tagLst>
</file>

<file path=ppt/tags/tag153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4"/>
  <p:tag name="IGUANATEXSIZE" val="18"/>
  <p:tag name="LATEXADDIN" val="\documentclass{article}&#10;\usepackage{amsmath}&#10;\pagestyle{empty}&#10;\begin{document}&#10;&#10;&#10;$  E[y|x] = beta_0 + \beta_1 x$&#10;\end{document}"/>
  <p:tag name="LATEXENGINEID" val="0"/>
  <p:tag name="LATEXFORMHEIGHT" val="320"/>
  <p:tag name="LATEXFORMWIDTH" val="385"/>
  <p:tag name="LATEXFORMWRAP" val="True"/>
  <p:tag name="ORIGINALHEIGHT" val="6.605183"/>
  <p:tag name="ORIGINALWIDTH" val="7.210759"/>
  <p:tag name="TEMPFOLDER" val="c:\temp\"/>
  <p:tag name="TRANSPARENCY" val="True"/>
</p:tagLst>
</file>

<file path=ppt/tags/tag1537.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127"/>
</p:tagLst>
</file>

<file path=ppt/tags/tag1538.xml><?xml version="1.0" encoding="utf-8"?>
<p:tagLst xmlns:a="http://schemas.openxmlformats.org/drawingml/2006/main" xmlns:r="http://schemas.openxmlformats.org/officeDocument/2006/relationships" xmlns:p="http://schemas.openxmlformats.org/presentationml/2006/main">
  <p:tag name="EMFCHILD" val="True"/>
  <p:tag name="ORIGINALHEIGHT" val="6.284652"/>
  <p:tag name="ORIGINALWIDTH" val="4.580127"/>
</p:tagLst>
</file>

<file path=ppt/tags/tag1539.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73836"/>
</p:tagLst>
</file>

<file path=ppt/tags/tag1540.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7759"/>
</p:tagLst>
</file>

<file path=ppt/tags/tag1541.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1127"/>
</p:tagLst>
</file>

<file path=ppt/tags/tag1542.xml><?xml version="1.0" encoding="utf-8"?>
<p:tagLst xmlns:a="http://schemas.openxmlformats.org/drawingml/2006/main" xmlns:r="http://schemas.openxmlformats.org/officeDocument/2006/relationships" xmlns:p="http://schemas.openxmlformats.org/presentationml/2006/main">
  <p:tag name="EMFCHILD" val="True"/>
  <p:tag name="ORIGINALHEIGHT" val="2.272964"/>
  <p:tag name="ORIGINALWIDTH" val="6.606905"/>
</p:tagLst>
</file>

<file path=ppt/tags/tag1543.xml><?xml version="1.0" encoding="utf-8"?>
<p:tagLst xmlns:a="http://schemas.openxmlformats.org/drawingml/2006/main" xmlns:r="http://schemas.openxmlformats.org/officeDocument/2006/relationships" xmlns:p="http://schemas.openxmlformats.org/presentationml/2006/main">
  <p:tag name="EMFCHILD" val="True"/>
  <p:tag name="ORIGINALHEIGHT" val="6.848"/>
  <p:tag name="ORIGINALWIDTH" val="3.656173"/>
</p:tagLst>
</file>

<file path=ppt/tags/tag1544.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3.815112"/>
</p:tagLst>
</file>

<file path=ppt/tags/tag1545.xml><?xml version="1.0" encoding="utf-8"?>
<p:tagLst xmlns:a="http://schemas.openxmlformats.org/drawingml/2006/main" xmlns:r="http://schemas.openxmlformats.org/officeDocument/2006/relationships" xmlns:p="http://schemas.openxmlformats.org/presentationml/2006/main">
  <p:tag name="EMFCHILD" val="True"/>
  <p:tag name="ORIGINALHEIGHT" val="6.18751"/>
  <p:tag name="ORIGINALWIDTH" val="3.050096"/>
</p:tagLst>
</file>

<file path=ppt/tags/tag1546.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550303"/>
</p:tagLst>
</file>

<file path=ppt/tags/tag1547.xml><?xml version="1.0" encoding="utf-8"?>
<p:tagLst xmlns:a="http://schemas.openxmlformats.org/drawingml/2006/main" xmlns:r="http://schemas.openxmlformats.org/officeDocument/2006/relationships" xmlns:p="http://schemas.openxmlformats.org/presentationml/2006/main">
  <p:tag name="EMFCHILD" val="True"/>
  <p:tag name="ORIGINALHEIGHT" val="4.650813"/>
  <p:tag name="ORIGINALWIDTH" val="3.226958"/>
</p:tagLst>
</file>

<file path=ppt/tags/tag1548.xml><?xml version="1.0" encoding="utf-8"?>
<p:tagLst xmlns:a="http://schemas.openxmlformats.org/drawingml/2006/main" xmlns:r="http://schemas.openxmlformats.org/officeDocument/2006/relationships" xmlns:p="http://schemas.openxmlformats.org/presentationml/2006/main">
  <p:tag name="EMFCHILD" val="True"/>
  <p:tag name="ORIGINALHEIGHT" val="6.469184"/>
  <p:tag name="ORIGINALWIDTH" val="6.606905"/>
</p:tagLst>
</file>

<file path=ppt/tags/tag1549.xml><?xml version="1.0" encoding="utf-8"?>
<p:tagLst xmlns:a="http://schemas.openxmlformats.org/drawingml/2006/main" xmlns:r="http://schemas.openxmlformats.org/officeDocument/2006/relationships" xmlns:p="http://schemas.openxmlformats.org/presentationml/2006/main">
  <p:tag name="EMFCHILD" val="True"/>
  <p:tag name="ORIGINALHEIGHT" val="8.742149"/>
  <p:tag name="ORIGINALWIDTH" val="5.415973"/>
</p:tagLst>
</file>

<file path=ppt/tags/tag1550.xml><?xml version="1.0" encoding="utf-8"?>
<p:tagLst xmlns:a="http://schemas.openxmlformats.org/drawingml/2006/main" xmlns:r="http://schemas.openxmlformats.org/officeDocument/2006/relationships" xmlns:p="http://schemas.openxmlformats.org/presentationml/2006/main">
  <p:tag name="EMFCHILD" val="True"/>
  <p:tag name="ORIGINALHEIGHT" val="4.514815"/>
  <p:tag name="ORIGINALWIDTH" val="2.531483"/>
</p:tagLst>
</file>

<file path=ppt/tags/tag1551.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47759"/>
</p:tagLst>
</file>

<file path=ppt/tags/tag1552.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23"/>
  <p:tag name="IGUANATEXSIZE" val="18"/>
  <p:tag name="LATEXADDIN" val="\documentclass{article}&#10;\usepackage{amsmath}&#10;\pagestyle{empty}&#10;\begin{document}&#10;&#10;&#10;$  E[y|x] = E[\beta_0|x] + E[\beta_1 x|x]$&#10;\end{document}"/>
  <p:tag name="LATEXENGINEID" val="0"/>
  <p:tag name="LATEXFORMHEIGHT" val="320"/>
  <p:tag name="LATEXFORMWIDTH" val="385"/>
  <p:tag name="LATEXFORMWRAP" val="True"/>
  <p:tag name="ORIGINALHEIGHT" val="6.605183"/>
  <p:tag name="ORIGINALWIDTH" val="7.245456"/>
  <p:tag name="TEMPFOLDER" val="c:\temp\"/>
  <p:tag name="TRANSPARENCY" val="True"/>
</p:tagLst>
</file>

<file path=ppt/tags/tag155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54.xml><?xml version="1.0" encoding="utf-8"?>
<p:tagLst xmlns:a="http://schemas.openxmlformats.org/drawingml/2006/main" xmlns:r="http://schemas.openxmlformats.org/officeDocument/2006/relationships" xmlns:p="http://schemas.openxmlformats.org/presentationml/2006/main">
  <p:tag name="EMFCHILD" val="True"/>
  <p:tag name="ORIGINALHEIGHT" val="6.284652"/>
  <p:tag name="ORIGINALWIDTH" val="4.602135"/>
</p:tagLst>
</file>

<file path=ppt/tags/tag155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93191"/>
</p:tagLst>
</file>

<file path=ppt/tags/tag1556.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7156"/>
</p:tagLst>
</file>

<file path=ppt/tags/tag1557.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58.xml><?xml version="1.0" encoding="utf-8"?>
<p:tagLst xmlns:a="http://schemas.openxmlformats.org/drawingml/2006/main" xmlns:r="http://schemas.openxmlformats.org/officeDocument/2006/relationships" xmlns:p="http://schemas.openxmlformats.org/presentationml/2006/main">
  <p:tag name="EMFCHILD" val="True"/>
  <p:tag name="ORIGINALHEIGHT" val="2.272964"/>
  <p:tag name="ORIGINALWIDTH" val="6.638663"/>
</p:tagLst>
</file>

<file path=ppt/tags/tag1559.xml><?xml version="1.0" encoding="utf-8"?>
<p:tagLst xmlns:a="http://schemas.openxmlformats.org/drawingml/2006/main" xmlns:r="http://schemas.openxmlformats.org/officeDocument/2006/relationships" xmlns:p="http://schemas.openxmlformats.org/presentationml/2006/main">
  <p:tag name="EMFCHILD" val="True"/>
  <p:tag name="ORIGINALHEIGHT" val="6.605183"/>
  <p:tag name="ORIGINALWIDTH" val="7.245456"/>
</p:tagLst>
</file>

<file path=ppt/tags/tag1560.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61.xml><?xml version="1.0" encoding="utf-8"?>
<p:tagLst xmlns:a="http://schemas.openxmlformats.org/drawingml/2006/main" xmlns:r="http://schemas.openxmlformats.org/officeDocument/2006/relationships" xmlns:p="http://schemas.openxmlformats.org/presentationml/2006/main">
  <p:tag name="EMFCHILD" val="True"/>
  <p:tag name="ORIGINALHEIGHT" val="8.742149"/>
  <p:tag name="ORIGINALWIDTH" val="5.441996"/>
</p:tagLst>
</file>

<file path=ppt/tags/tag1562.xml><?xml version="1.0" encoding="utf-8"?>
<p:tagLst xmlns:a="http://schemas.openxmlformats.org/drawingml/2006/main" xmlns:r="http://schemas.openxmlformats.org/officeDocument/2006/relationships" xmlns:p="http://schemas.openxmlformats.org/presentationml/2006/main">
  <p:tag name="EMFCHILD" val="True"/>
  <p:tag name="ORIGINALHEIGHT" val="4.650813"/>
  <p:tag name="ORIGINALWIDTH" val="3.242443"/>
</p:tagLst>
</file>

<file path=ppt/tags/tag1563.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93191"/>
</p:tagLst>
</file>

<file path=ppt/tags/tag1564.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7156"/>
</p:tagLst>
</file>

<file path=ppt/tags/tag1565.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66.xml><?xml version="1.0" encoding="utf-8"?>
<p:tagLst xmlns:a="http://schemas.openxmlformats.org/drawingml/2006/main" xmlns:r="http://schemas.openxmlformats.org/officeDocument/2006/relationships" xmlns:p="http://schemas.openxmlformats.org/presentationml/2006/main">
  <p:tag name="EMFCHILD" val="True"/>
  <p:tag name="ORIGINALHEIGHT" val="6.469184"/>
  <p:tag name="ORIGINALWIDTH" val="6.638663"/>
</p:tagLst>
</file>

<file path=ppt/tags/tag1567.xml><?xml version="1.0" encoding="utf-8"?>
<p:tagLst xmlns:a="http://schemas.openxmlformats.org/drawingml/2006/main" xmlns:r="http://schemas.openxmlformats.org/officeDocument/2006/relationships" xmlns:p="http://schemas.openxmlformats.org/presentationml/2006/main">
  <p:tag name="EMFCHILD" val="True"/>
  <p:tag name="ORIGINALHEIGHT" val="6.605183"/>
  <p:tag name="ORIGINALWIDTH" val="7.245456"/>
</p:tagLst>
</file>

<file path=ppt/tags/tag1568.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69.xml><?xml version="1.0" encoding="utf-8"?>
<p:tagLst xmlns:a="http://schemas.openxmlformats.org/drawingml/2006/main" xmlns:r="http://schemas.openxmlformats.org/officeDocument/2006/relationships" xmlns:p="http://schemas.openxmlformats.org/presentationml/2006/main">
  <p:tag name="EMFCHILD" val="True"/>
  <p:tag name="ORIGINALHEIGHT" val="8.742149"/>
  <p:tag name="ORIGINALWIDTH" val="5.441996"/>
</p:tagLst>
</file>

<file path=ppt/tags/tag1570.xml><?xml version="1.0" encoding="utf-8"?>
<p:tagLst xmlns:a="http://schemas.openxmlformats.org/drawingml/2006/main" xmlns:r="http://schemas.openxmlformats.org/officeDocument/2006/relationships" xmlns:p="http://schemas.openxmlformats.org/presentationml/2006/main">
  <p:tag name="EMFCHILD" val="True"/>
  <p:tag name="ORIGINALHEIGHT" val="4.514815"/>
  <p:tag name="ORIGINALWIDTH" val="2.54367"/>
</p:tagLst>
</file>

<file path=ppt/tags/tag1571.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7156"/>
</p:tagLst>
</file>

<file path=ppt/tags/tag1572.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0.3993191"/>
</p:tagLst>
</file>

<file path=ppt/tags/tag1573.xml><?xml version="1.0" encoding="utf-8"?>
<p:tagLst xmlns:a="http://schemas.openxmlformats.org/drawingml/2006/main" xmlns:r="http://schemas.openxmlformats.org/officeDocument/2006/relationships" xmlns:p="http://schemas.openxmlformats.org/presentationml/2006/main">
  <p:tag name="EMFCHILD" val="True"/>
  <p:tag name="ORIGINALHEIGHT" val="4.400181"/>
  <p:tag name="ORIGINALWIDTH" val="4.97156"/>
</p:tagLst>
</file>

<file path=ppt/tags/tag1574.xml><?xml version="1.0" encoding="utf-8"?>
<p:tagLst xmlns:a="http://schemas.openxmlformats.org/drawingml/2006/main" xmlns:r="http://schemas.openxmlformats.org/officeDocument/2006/relationships" xmlns:p="http://schemas.openxmlformats.org/presentationml/2006/main">
  <p:tag name="EMFCHILD" val="True"/>
  <p:tag name="ORIGINALHEIGHT" val="9.713491"/>
  <p:tag name="ORIGINALWIDTH" val="1.36765"/>
</p:tagLst>
</file>

<file path=ppt/tags/tag157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93"/>
  <p:tag name="IGUANATEXSIZE" val="18"/>
  <p:tag name="LATEXADDIN" val="\documentclass{article}&#10;\usepackage{amsmath}&#10;\pagestyle{empty}&#10;\begin{document}&#10;&#10;&#10;$ E[u|x]= 0$&#10;\end{document}"/>
  <p:tag name="LATEXENGINEID" val="0"/>
  <p:tag name="LATEXFORMHEIGHT" val="320"/>
  <p:tag name="LATEXFORMWIDTH" val="385"/>
  <p:tag name="LATEXFORMWRAP" val="True"/>
  <p:tag name="ORIGINALHEIGHT" val="6.605206"/>
  <p:tag name="ORIGINALWIDTH" val="7.191338"/>
  <p:tag name="TEMPFOLDER" val="c:\temp\"/>
  <p:tag name="TRANSPARENCY" val="True"/>
</p:tagLst>
</file>

<file path=ppt/tags/tag1576.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577.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5.092957"/>
</p:tagLst>
</file>

<file path=ppt/tags/tag1578.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0.3963254"/>
</p:tagLst>
</file>

<file path=ppt/tags/tag1579.xml><?xml version="1.0" encoding="utf-8"?>
<p:tagLst xmlns:a="http://schemas.openxmlformats.org/drawingml/2006/main" xmlns:r="http://schemas.openxmlformats.org/officeDocument/2006/relationships" xmlns:p="http://schemas.openxmlformats.org/presentationml/2006/main">
  <p:tag name="EMFCHILD" val="True"/>
  <p:tag name="ORIGINALHEIGHT" val="4.400218"/>
  <p:tag name="ORIGINALWIDTH" val="4.934427"/>
</p:tagLst>
</file>

<file path=ppt/tags/tag158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1.357437"/>
</p:tagLst>
</file>

<file path=ppt/tags/tag1581.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89107"/>
</p:tagLst>
</file>

<file path=ppt/tags/tag1582.xml><?xml version="1.0" encoding="utf-8"?>
<p:tagLst xmlns:a="http://schemas.openxmlformats.org/drawingml/2006/main" xmlns:r="http://schemas.openxmlformats.org/officeDocument/2006/relationships" xmlns:p="http://schemas.openxmlformats.org/presentationml/2006/main">
  <p:tag name="EMFCHILD" val="True"/>
  <p:tag name="ORIGINALHEIGHT" val="6.682896"/>
  <p:tag name="ORIGINALWIDTH" val="4.171434"/>
</p:tagLst>
</file>

<file path=ppt/tags/tag1583.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36"/>
  <p:tag name="IGUANATEXSIZE" val="18"/>
  <p:tag name="LATEXADDIN" val="\documentclass{article}&#10;\usepackage{amsmath}&#10;\pagestyle{empty}&#10;\begin{document}&#10;&#10;&#10;$ E[u|x] = E[y|x] - E[\beta_0|x] - E[\beta_1 x|x]  = 0&#10;$&#10;\end{document}"/>
  <p:tag name="LATEXENGINEID" val="0"/>
  <p:tag name="LATEXFORMHEIGHT" val="320"/>
  <p:tag name="LATEXFORMWIDTH" val="385"/>
  <p:tag name="LATEXFORMWRAP" val="True"/>
  <p:tag name="ORIGINALHEIGHT" val="6.605206"/>
  <p:tag name="ORIGINALWIDTH" val="7.260762"/>
  <p:tag name="TEMPFOLDER" val="c:\temp\"/>
  <p:tag name="TRANSPARENCY" val="True"/>
</p:tagLst>
</file>

<file path=ppt/tags/tag1584.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585.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5.142127"/>
</p:tagLst>
</file>

<file path=ppt/tags/tag1586.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0.4001313"/>
</p:tagLst>
</file>

<file path=ppt/tags/tag1587.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4.982065"/>
</p:tagLst>
</file>

<file path=ppt/tags/tag1588.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589.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52757"/>
</p:tagLst>
</file>

<file path=ppt/tags/tag1590.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60762"/>
</p:tagLst>
</file>

<file path=ppt/tags/tag1591.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592.xml><?xml version="1.0" encoding="utf-8"?>
<p:tagLst xmlns:a="http://schemas.openxmlformats.org/drawingml/2006/main" xmlns:r="http://schemas.openxmlformats.org/officeDocument/2006/relationships" xmlns:p="http://schemas.openxmlformats.org/presentationml/2006/main">
  <p:tag name="EMFCHILD" val="True"/>
  <p:tag name="ORIGINALHEIGHT" val="6.284647"/>
  <p:tag name="ORIGINALWIDTH" val="4.611899"/>
</p:tagLst>
</file>

<file path=ppt/tags/tag1593.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0.4001313"/>
</p:tagLst>
</file>

<file path=ppt/tags/tag1594.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4.982065"/>
</p:tagLst>
</file>

<file path=ppt/tags/tag1595.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596.xml><?xml version="1.0" encoding="utf-8"?>
<p:tagLst xmlns:a="http://schemas.openxmlformats.org/drawingml/2006/main" xmlns:r="http://schemas.openxmlformats.org/officeDocument/2006/relationships" xmlns:p="http://schemas.openxmlformats.org/presentationml/2006/main">
  <p:tag name="EMFCHILD" val="True"/>
  <p:tag name="ORIGINALHEIGHT" val="0.388539"/>
  <p:tag name="ORIGINALWIDTH" val="6.112512"/>
</p:tagLst>
</file>

<file path=ppt/tags/tag1597.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60762"/>
</p:tagLst>
</file>

<file path=ppt/tags/tag1598.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599.xml><?xml version="1.0" encoding="utf-8"?>
<p:tagLst xmlns:a="http://schemas.openxmlformats.org/drawingml/2006/main" xmlns:r="http://schemas.openxmlformats.org/officeDocument/2006/relationships" xmlns:p="http://schemas.openxmlformats.org/presentationml/2006/main">
  <p:tag name="EMFCHILD" val="True"/>
  <p:tag name="ORIGINALHEIGHT" val="8.742214"/>
  <p:tag name="ORIGINALWIDTH" val="5.453501"/>
</p:tagLst>
</file>

<file path=ppt/tags/tag1600.xml><?xml version="1.0" encoding="utf-8"?>
<p:tagLst xmlns:a="http://schemas.openxmlformats.org/drawingml/2006/main" xmlns:r="http://schemas.openxmlformats.org/officeDocument/2006/relationships" xmlns:p="http://schemas.openxmlformats.org/presentationml/2006/main">
  <p:tag name="EMFCHILD" val="True"/>
  <p:tag name="ORIGINALHEIGHT" val="4.650832"/>
  <p:tag name="ORIGINALWIDTH" val="3.249344"/>
</p:tagLst>
</file>

<file path=ppt/tags/tag1601.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0.4001313"/>
</p:tagLst>
</file>

<file path=ppt/tags/tag1602.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4.982065"/>
</p:tagLst>
</file>

<file path=ppt/tags/tag1603.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604.xml><?xml version="1.0" encoding="utf-8"?>
<p:tagLst xmlns:a="http://schemas.openxmlformats.org/drawingml/2006/main" xmlns:r="http://schemas.openxmlformats.org/officeDocument/2006/relationships" xmlns:p="http://schemas.openxmlformats.org/presentationml/2006/main">
  <p:tag name="EMFCHILD" val="True"/>
  <p:tag name="ORIGINALHEIGHT" val="0.388539"/>
  <p:tag name="ORIGINALWIDTH" val="6.112512"/>
</p:tagLst>
</file>

<file path=ppt/tags/tag1605.xml><?xml version="1.0" encoding="utf-8"?>
<p:tagLst xmlns:a="http://schemas.openxmlformats.org/drawingml/2006/main" xmlns:r="http://schemas.openxmlformats.org/officeDocument/2006/relationships" xmlns:p="http://schemas.openxmlformats.org/presentationml/2006/main">
  <p:tag name="EMFCHILD" val="True"/>
  <p:tag name="ORIGINALHEIGHT" val="6.605206"/>
  <p:tag name="ORIGINALWIDTH" val="7.260762"/>
</p:tagLst>
</file>

<file path=ppt/tags/tag1606.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607.xml><?xml version="1.0" encoding="utf-8"?>
<p:tagLst xmlns:a="http://schemas.openxmlformats.org/drawingml/2006/main" xmlns:r="http://schemas.openxmlformats.org/officeDocument/2006/relationships" xmlns:p="http://schemas.openxmlformats.org/presentationml/2006/main">
  <p:tag name="EMFCHILD" val="True"/>
  <p:tag name="ORIGINALHEIGHT" val="8.742214"/>
  <p:tag name="ORIGINALWIDTH" val="5.453501"/>
</p:tagLst>
</file>

<file path=ppt/tags/tag1608.xml><?xml version="1.0" encoding="utf-8"?>
<p:tagLst xmlns:a="http://schemas.openxmlformats.org/drawingml/2006/main" xmlns:r="http://schemas.openxmlformats.org/officeDocument/2006/relationships" xmlns:p="http://schemas.openxmlformats.org/presentationml/2006/main">
  <p:tag name="EMFCHILD" val="True"/>
  <p:tag name="ORIGINALHEIGHT" val="4.51483"/>
  <p:tag name="ORIGINALWIDTH" val="2.549038"/>
</p:tagLst>
</file>

<file path=ppt/tags/tag1609.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4.982065"/>
</p:tagLst>
</file>

<file path=ppt/tags/tag1610.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0.4001313"/>
</p:tagLst>
</file>

<file path=ppt/tags/tag1611.xml><?xml version="1.0" encoding="utf-8"?>
<p:tagLst xmlns:a="http://schemas.openxmlformats.org/drawingml/2006/main" xmlns:r="http://schemas.openxmlformats.org/officeDocument/2006/relationships" xmlns:p="http://schemas.openxmlformats.org/presentationml/2006/main">
  <p:tag name="EMFCHILD" val="True"/>
  <p:tag name="ORIGINALHEIGHT" val="4.400219"/>
  <p:tag name="ORIGINALWIDTH" val="4.982065"/>
</p:tagLst>
</file>

<file path=ppt/tags/tag1612.xml><?xml version="1.0" encoding="utf-8"?>
<p:tagLst xmlns:a="http://schemas.openxmlformats.org/drawingml/2006/main" xmlns:r="http://schemas.openxmlformats.org/officeDocument/2006/relationships" xmlns:p="http://schemas.openxmlformats.org/presentationml/2006/main">
  <p:tag name="EMFCHILD" val="True"/>
  <p:tag name="ORIGINALHEIGHT" val="9.713562"/>
  <p:tag name="ORIGINALWIDTH" val="1.37056"/>
</p:tagLst>
</file>

<file path=ppt/tags/tag1613.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652757"/>
</p:tagLst>
</file>

<file path=ppt/tags/tag1614.xml><?xml version="1.0" encoding="utf-8"?>
<p:tagLst xmlns:a="http://schemas.openxmlformats.org/drawingml/2006/main" xmlns:r="http://schemas.openxmlformats.org/officeDocument/2006/relationships" xmlns:p="http://schemas.openxmlformats.org/presentationml/2006/main">
  <p:tag name="EMFCHILD" val="True"/>
  <p:tag name="ORIGINALHEIGHT" val="6.682897"/>
  <p:tag name="ORIGINALWIDTH" val="4.211724"/>
</p:tagLst>
</file>

<file path=ppt/tags/tag1615.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102"/>
  <p:tag name="IGUANATEXSIZE" val="18"/>
  <p:tag name="LATEXADDIN" val="\documentclass{article}&#10;\usepackage{amsmath}&#10;\pagestyle{empty}&#10;\begin{document}&#10;&#10;&#10;$ Var(u|x)= \sigma^2$&#10;\end{document}"/>
  <p:tag name="LATEXENGINEID" val="0"/>
  <p:tag name="LATEXFORMHEIGHT" val="320"/>
  <p:tag name="LATEXFORMWIDTH" val="385"/>
  <p:tag name="LATEXFORMWRAP" val="True"/>
  <p:tag name="ORIGINALHEIGHT" val="6.704375"/>
  <p:tag name="ORIGINALWIDTH" val="7.103324"/>
  <p:tag name="TEMPFOLDER" val="c:\temp\"/>
  <p:tag name="TRANSPARENCY" val="True"/>
</p:tagLst>
</file>

<file path=ppt/tags/tag1616.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56286"/>
</p:tagLst>
</file>

<file path=ppt/tags/tag1617.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054768"/>
</p:tagLst>
</file>

<file path=ppt/tags/tag1618.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2.31133"/>
</p:tagLst>
</file>

<file path=ppt/tags/tag1619.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5.120778"/>
</p:tagLst>
</file>

<file path=ppt/tags/tag1620.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0.3984689"/>
</p:tagLst>
</file>

<file path=ppt/tags/tag1621.xml><?xml version="1.0" encoding="utf-8"?>
<p:tagLst xmlns:a="http://schemas.openxmlformats.org/drawingml/2006/main" xmlns:r="http://schemas.openxmlformats.org/officeDocument/2006/relationships" xmlns:p="http://schemas.openxmlformats.org/presentationml/2006/main">
  <p:tag name="EMFCHILD" val="True"/>
  <p:tag name="ORIGINALHEIGHT" val="4.307918"/>
  <p:tag name="ORIGINALWIDTH" val="4.961373"/>
</p:tagLst>
</file>

<file path=ppt/tags/tag1622.xml><?xml version="1.0" encoding="utf-8"?>
<p:tagLst xmlns:a="http://schemas.openxmlformats.org/drawingml/2006/main" xmlns:r="http://schemas.openxmlformats.org/officeDocument/2006/relationships" xmlns:p="http://schemas.openxmlformats.org/presentationml/2006/main">
  <p:tag name="EMFCHILD" val="True"/>
  <p:tag name="ORIGINALHEIGHT" val="9.509755"/>
  <p:tag name="ORIGINALWIDTH" val="2.31133"/>
</p:tagLst>
</file>

<file path=ppt/tags/tag1623.xml><?xml version="1.0" encoding="utf-8"?>
<p:tagLst xmlns:a="http://schemas.openxmlformats.org/drawingml/2006/main" xmlns:r="http://schemas.openxmlformats.org/officeDocument/2006/relationships" xmlns:p="http://schemas.openxmlformats.org/presentationml/2006/main">
  <p:tag name="EMFCHILD" val="True"/>
  <p:tag name="ORIGINALHEIGHT" val="2.225284"/>
  <p:tag name="ORIGINALWIDTH" val="6.625153"/>
</p:tagLst>
</file>

<file path=ppt/tags/tag1624.xml><?xml version="1.0" encoding="utf-8"?>
<p:tagLst xmlns:a="http://schemas.openxmlformats.org/drawingml/2006/main" xmlns:r="http://schemas.openxmlformats.org/officeDocument/2006/relationships" xmlns:p="http://schemas.openxmlformats.org/presentationml/2006/main">
  <p:tag name="EMFCHILD" val="True"/>
  <p:tag name="ORIGINALHEIGHT" val="4.203325"/>
  <p:tag name="ORIGINALWIDTH" val="5.270209"/>
</p:tagLst>
</file>

<file path=ppt/tags/tag1625.xml><?xml version="1.0" encoding="utf-8"?>
<p:tagLst xmlns:a="http://schemas.openxmlformats.org/drawingml/2006/main" xmlns:r="http://schemas.openxmlformats.org/officeDocument/2006/relationships" xmlns:p="http://schemas.openxmlformats.org/presentationml/2006/main">
  <p:tag name="EMFCHILD" val="True"/>
  <p:tag name="ORIGINALHEIGHT" val="4.420123"/>
  <p:tag name="ORIGINALWIDTH" val="3.082414"/>
</p:tagLst>
</file>

<file path=ppt/theme/theme1.xml><?xml version="1.0" encoding="utf-8"?>
<a:theme xmlns:a="http://schemas.openxmlformats.org/drawingml/2006/main" name="office theme">
  <a:themeElements>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2.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3.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4.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5.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6.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7.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8.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9.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10.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11.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12.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13.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ppt/theme/themeOverride14.xml><?xml version="1.0" encoding="utf-8"?>
<a:themeOverride xmlns:a="http://schemas.openxmlformats.org/drawingml/2006/main">
  <a:clrScheme name="viridis inferno">
    <a:dk1>
      <a:sysClr val="windowText" lastClr="000000"/>
    </a:dk1>
    <a:lt1>
      <a:sysClr val="window" lastClr="FFFFFF"/>
    </a:lt1>
    <a:dk2>
      <a:srgbClr val="0E2841"/>
    </a:dk2>
    <a:lt2>
      <a:srgbClr val="E8E8E8"/>
    </a:lt2>
    <a:accent1>
      <a:srgbClr val="FCFFA4"/>
    </a:accent1>
    <a:accent2>
      <a:srgbClr val="FAC228"/>
    </a:accent2>
    <a:accent3>
      <a:srgbClr val="F57D15"/>
    </a:accent3>
    <a:accent4>
      <a:srgbClr val="D44842"/>
    </a:accent4>
    <a:accent5>
      <a:srgbClr val="9F2A63"/>
    </a:accent5>
    <a:accent6>
      <a:srgbClr val="65156E"/>
    </a:accent6>
    <a:hlink>
      <a:srgbClr val="280B53"/>
    </a:hlink>
    <a:folHlink>
      <a:srgbClr val="000004"/>
    </a:folHlink>
  </a:clrScheme>
</a:themeOverrid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52</Slides>
  <Notes>47</Notes>
  <HiddenSlides>0</HiddenSlides>
  <ScaleCrop>false</ScaleCrop>
  <HeadingPairs>
    <vt:vector size="4" baseType="variant">
      <vt:variant>
        <vt:lpstr>Theme</vt:lpstr>
      </vt:variant>
      <vt:variant>
        <vt:i4>2</vt:i4>
      </vt:variant>
      <vt:variant>
        <vt:lpstr>Slide Titles</vt:lpstr>
      </vt:variant>
      <vt:variant>
        <vt:i4>52</vt:i4>
      </vt:variant>
    </vt:vector>
  </HeadingPairs>
  <TitlesOfParts>
    <vt:vector size="54" baseType="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4</cp:revision>
  <dcterms:created xsi:type="dcterms:W3CDTF">2024-06-30T19:22:33Z</dcterms:created>
  <dcterms:modified xsi:type="dcterms:W3CDTF">2026-02-09T01:05:57Z</dcterms:modified>
</cp:coreProperties>
</file>